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7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80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2T00:29:38.8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1860 3001 0,'0'0'0,"0"0"0,0 0 16,0 0-16,0 0 0,-24 0 0,24 0 0,0 0 0,0 0 16,0 0-1,0 0-15,0 0 0,0-24 0,0 24 0,0 0 0,0 0 16,0 0-16,0 0 0,0 0 0,0 0 0,0-25 0,-25 25 15,25 0-15,0 0 0,0 0 0,0 0 0,0 0 0,0 0 0,0 0 0,0 0 16,0 0-16,0 0 0,0 0 0,0 0 0,0 0 0,0 0 16,0 0-16,0 0 0,0 0 0,0 0 0,0 0 0,0 0 15,0 0-15,0 0 0,0 0 16,0 0-16,0 0 0,0 0 15,0 0-15,0 0 0,0 0 0,0 0 0,0 0 0,0 0 0,0 25 16,0-25-16,0 0 0,-25 0 0,25 0 0,0 0 0,0 24 0,0-24 0,0 0 0,-25 25 31,25-25-31,0 25 0,0-25 0,0 25 16,-25-25-16,25 0 0,0 25 0,0-25 0,-24 24 0,24-24 0,0 25 0,0-25 0,-25 25 0,25-25 0,0 25 15,0-25-15,-25 25 16,25-25-16,0 0 0,0 24 0,0-24 0,-25 25 0,25-25 0,0 0 0,0 0 0,0 25 0,0-25 0,0 0 16,0 0-16,0 0 0,0 0 15,0 25-15,0-25 0,0 0 0,0 0 16,0-25-16,25 25 0,-25 0 0,0 0 0,0 0 0,0 0 15,0 0-15,0 0 0,0 0 0,0-25 0,0 25 0,0 0 0,0-25 32,0 25-32</inkml:trace>
  <inkml:trace contextRef="#ctx0" brushRef="#br0" timeOffset="381.0218">1587 3001 0,'0'0'15,"-24"0"-15,24-24 0,0 24 0,0 0 0,0 0 0,0 0 0,0 0 16,0 0-16,0 0 0,0 0 0,24 24 0,-24-24 0,0 0 0,0 0 0,0 0 16,0 0-16,0 0 15,0 25-15,0-25 0,0 0 0,0 0 0,25 0 0,-25 25 16,0-25-16,0 0 0,0 25 0,0-25 0,0 0 0,0 25 0,25-25 15,-25 0-15,0 24 0,0-24 0,0 0 0,25 25 0,-25-25 0,0 0 16,0 25-16,25-25 0,-25 25 0,0-25 16,0 25-16,25-25 0,-25 0 0,0 24 15,0-24-15,24 0 0,-24 25 0,0-25 0,0 0 0,0 25 16,25-25-16,-25 0 0,0 0 0,0 0 0,0 25 0,0-25 0,25 0 93,-25 0-93,0 25 0,0-25 0,0 0 0,0 0 0,0 0 0,0 0 0,0 0 0,0 0 16,0 0-16,0 0 0,0 0 0,0 0 0,0 0 0,0 0 0,0 0 0,-25 0 0,25 0 0</inkml:trace>
  <inkml:trace contextRef="#ctx0" brushRef="#br0" timeOffset="673.0385">1439 3200 0,'0'0'16,"0"0"-16,0 0 0,-25 0 0,25 0 0,0 0 0,0 0 0,0 0 15,0 0-15,0 0 0,0 0 0,0 0 16,0 0-16,0 0 0,25 0 16,-25 0-1,0 0-15,0 0 0,0 0 0,0 0 0,0 0 0,0 0 0,0 0 0,0 0 0,0 0 16,0 0-16,0 0 0,0 0 0,0 0 0,24 0 0,-24 0 0,0 0 0,0 0 0,25 0 15,-25 0-15,0 0 0,25 0 0,-25 0 0,0 0 0,25 0 0,-25 0 0,0 0 16,25 0-16,-25 0 16,24 0-16,-24 0 0,0 0 0,25-25 0,-25 25 0,25 0 46,-25 0-46,25 0 0,-25 0 0,25 0 0,-25 0 0,0 0 0,25 0 0,-25 0 0,24 0 0,-24 0 0,25 0 0,-25-25 0,0 25 0</inkml:trace>
  <inkml:trace contextRef="#ctx0" brushRef="#br0" timeOffset="1308.0746">2232 2877 0,'0'0'15,"0"0"-15,0 0 0,0 0 0,-24 0 0,24 0 0,0 0 16,0 0 0,0 0-16,0 0 0,0 0 15,0 0-15,0 0 0,0 0 0,0 0 0,0 25 0,0-25 0,-25-25 0,25 25 0,0 25 0,0-25 0,0 0 0,0 0 0,0 0 31,0 0-31,0 25 0,0-25 0,0 0 0,0 25 0,0-25 0,0 0 16,25 25-16,-25-25 0,0 24 0,0-24 0,0 0 0,0 25 16,0-25-16,0 25 0,0-25 0,0 25 0,0 0 0,0-25 0,0 24 15,0-24-15,0 25 0,0-25 0,0 25 0,0 0 0,0-25 16,0 25-16,0-25 0,0 24 0,0-24 0,0 25 0,0-25 15,0 25-15,0-25 0,0 0 0,0 25 0,0-25 0,0 0 0,0 0 47,0 0-47,0 0 0,0 25 0,0-25 0,0 0 0,0 0 0,0 0 0,0 0 0,0 0 0,0 0 0,0 0 0,0 0 0,0 0 0,0 0 0,0 0 0,0 0 16,0-25-16,0 25 0,0 0 0,0 0 0,0-25 15,0 25-15</inkml:trace>
  <inkml:trace contextRef="#ctx0" brushRef="#br0" timeOffset="1993.1139">2158 2877 0,'0'-24'16,"0"24"-16,0 0 0,0 0 0,0 0 0,0-25 0,0 25 15,0 0 1,0 0-16,25 0 0,-25 0 0,0 0 0,0-25 0,0 25 16,0 0-16,0 0 0,0 0 0,25 0 0,-25 0 0,0 0 0,0 0 15,0 0-15,0 0 0,0 0 0,0 0 0,24 0 0,-24 0 0,0 25 16,0-25-16,0 0 0,0 0 0,0 25 0,0-25 0,0 0 0,25 24 31,-25-24-31,0 25 0,0-25 0,0 25 0,0-25 0,0 25 0,0-25 0,25 25 0,-25-25 62,0 24-62,0-24 0,0 25 0,0-25 0,0 25 0,25-25 0,-25 25 0,0-25 0,0 25 0,0-25 0,25 24 0,-25-24 16,0 25-16,0-25 0,0 25 0,24-25 0,-24 25 0,0-25 0,0 25 0,0-25 0,25 24 0,-25-24 0,0 0 0,0 0 0,0 25 0,25-25 0,-25 0 0,0 0 16,0 25-16,0-25 0,0 0 0,25 0 0,-25 0 0,0 0 15,0 0-15,0 0 0,0 0 0,0 0 0,25 0 0,-25 0 0,0 0 0,0 0 16,0 0-16,0 0 15,0 0-15,24-25 0,-24 25 0,0 0 16,0 0-16,0 0 0,0-25 0,0 25 0,0 0 0,0-24 0,0 24 0,0-25 16,0 25-16,25 0 0,-25-25 0,0 25 0,0-25 15,0 25-15,0-25 0,0 25 0,0-24 16,0 24-16,0-25 0,0 25 0,0-25 0,0 25 0,0-25 15,25 25-15,-25-25 0,0 25 0,0-24 0,0 24 0,0 0 0,0-25 16,0 25-16,0 0 16,0 0-16,0 0 0,0 0 0,0 0 0,0 0 0,0 0 0,0 0 0,0 0 0,0 0 0,0 0 15,0 0-15,0 0 16,0 0-16,0-25 0,0 25 0,0 0 0,0 0 0,0 0 15,0 25-15,0-25 0,0 0 0,0 0 0,0 0 0,0 25 0,0-25 0,0 24 16,0-24-16,25 25 0,-25-25 0,0 25 0,0-25 0,0 25 16,0-25-16,0 25 0,0-25 0,0 24 0,0-24 0,0 25 15,25-25-15,-25 25 0,0-25 16,0 25-16,0 0 0,0-25 0,0 24 15,0-24-15,0 25 0,0-25 0,0 25 0,0-25 0,0 25 0,0-25 16,24 0-16,-24 25 0,0-25 0,0 0 0,0 24 16,0-24-16,0 0 0,0 0 0,0 0 0,0 0 0,0 25 0,0-25 0,0 0 15,0 0-15,0 0 0,0 0 0,0 0 0,0 0 0,0-25 0,0 25 16,0 0-1,0 0-15,25-24 0</inkml:trace>
  <inkml:trace contextRef="#ctx0" brushRef="#br0" timeOffset="2691.1539">2952 3125 0,'0'0'15,"0"0"-15,0 0 0,0 0 0,0 0 0,0 0 0,0-24 16,0 24-16,0 0 0,0 0 0,0 0 0,-25 0 47,25 0-47,0 0 0,0 0 0,0-25 0,0 25 0,0 0 0,0 0 0,0 0 15,0-25-15,0 25 0,-25 0 0,25 0 0,0 0 0,0 0 0,0 0 0,0 0 0,0 0 0,-25 0 0,25 0 0,0 0 0,0 0 0,0 0 16,-24 0-16,24 0 0,0 25 0,0-25 0,0 0 0,-25 0 15,25 0-15,0 0 0,0 0 0,-25 25 0,25-25 0,0 0 16,0 0 0,0 0-16,0 0 0,0 24 0,-25-24 0,25 0 0,0 0 15,0 25-15,0-25 0,0 25 0,0-25 0,0 25 0,0 0 0,0-25 0,25 24 0,-25 1 16,0-25-16,0 25 0,0-25 0,0 25 15,0-25 17,25 25-32,-25-25 0,0 24 0,0-24 0,0 0 0,25 0 0,-25 25 0,0-25 0,0 0 0,24 0 0,-24 0 0,0 0 15,0 0-15,0 0 0,25 0 0,-25 0 0,0 0 0,0 0 0,0 0 16,25 0-16,-25 0 0,0 0 0,0 0 0,25 0 0,-25 0 15,0 0-15,0 0 0,25-25 0,-25 25 0,0 0 47,0-24-31,0 24-16,24 0 0,-24-25 0,0 25 0,0-25 0,0 25 0,25-25 0,-25 0 0,0 25 0,0 0 0,0-24 0,0 24 0,0-25 0,0 25 0,0-25 0,0 25 0,0 0 0,0-25 0,0 25 0,0 0 0,0 0 0,0 0 0,0 0 15,0-25-15,0 25 0,0 0 0,0 0 0,0 0 0,0 25 0,0-25 0,0 0 16,0 0-16,0 0 0,0 0 0,0 25 16,0-25-16,0 0 15,0 25-15,0-25 0,0 25 0,0-25 0,0 24 0,0-24 0,0 25 16,0-25-16,0 25 0,0-25 0,0 25 0,0-25 0,0 25 15,25-25-15,-25 24 0,0-24 0,0 0 0,0 25 0,25-25 0,-25 0 16,0 0-16,25 25 0,-25-25 0,0 0 0,24 0 0,-24-25 16,0 25-16,25 0 15,-25-25-15,0 25 0,25-24 0,-25 24 16</inkml:trace>
  <inkml:trace contextRef="#ctx0" brushRef="#br0" timeOffset="3249.1857">3597 2778 0,'0'0'16,"0"0"-16,0 0 0,0 0 0,-25 0 0,25 0 0,0 0 15,0 0 1,0 0-16,0 0 0,0 0 0,0 0 0,0 0 0,0 0 47,0 25-47,0-25 0,0 0 0,0 0 0,0 25 0,0-25 0,0 25 0,0-25 0,0 24 0,25-24 0,-25 25 0,0-25 0,0 25 0,0 0 0,0-25 0,0 25 0,0-1 0,0-24 15,0 25-15,0 0 0,0-25 0,0 25 0,0 0 0,0-1 16,24-24-16,-24 25 0,0 0 0,0-25 0,0 25 0,0 0 15,0-25-15,0 24 0,0-24 0,0 25 0,0-25 0,0 25 16,0-25-16,0 0 0,0 0 0,0 25 0,0-25 0,0 0 16,0 0-1,0 0-15,0 0 0,25 0 0,-25 0 0,0 25 0,-25-25 16,25 0-16,0 0 0,0 0 0,0 0 0,0 0 0,0 0 15,0 0-15,0 0 0,0 0 0,0 0 0</inkml:trace>
  <inkml:trace contextRef="#ctx0" brushRef="#br0" timeOffset="3487.1994">3497 3125 0,'0'0'0,"0"0"0,0 0 0,0-24 16,0 24-16,0 0 0,0 0 0,0 0 0,0 0 15,0 0-15,0 0 0,0-25 0,0 25 0,25 0 0,-25 0 0,0 0 0,0 0 0,25 0 0,-25 0 0,0-25 0,25 25 0,-25 0 0,0 0 0,25 0 0,-25 0 0,24 0 0,-24 0 0,0 0 0,25 0 0,-25 0 0,25 0 0,-25 0 0,25 0 0,-25 0 0,25 0 0,-25 0 0,0 0 0,25 25 0,-25-25 0</inkml:trace>
  <inkml:trace contextRef="#ctx0" brushRef="#br0" timeOffset="3837.2195">3845 3398 0,'0'0'0,"0"0"16,0 0-16,-25 0 0,25 0 0,0 0 0,0 0 0,0 0 0,0 0 15,0 0-15,0 0 0,0 0 0,0 0 0,0 0 0,0 0 16,0-25-16,0 25 0,0 0 0,0 0 0,0-24 0,0 24 15,0-25-15,0 25 0,0 0 0,0-25 16,25 25-16,-25-25 0,0 25 16,0-25-16,0 25 0,0-24 0,25 24 0,-25-25 0,0 25 15,0 0-15,0-25 0,24 25 0,-24 0 0,0 0 0,0 0 0,0 0 0,25-25 16,-25 25-16,0 0 0,0 0 0,0 0 0,0 0 0,0 0 15,0 0-15,25 0 0,-25 0 0,0 25 0,0-25 16,0 0 0,0 0-16,0 25 0,0-25 0,0 0 0,0 25 0,25-25 0,-25 0 15,0 24-15,0-24 0,0 25 0,0-25 0,0 25 0,0-25 0,0 25 16,0-25-16,0 25 0,0-25 0,0 24 0,25-24 0,-25 0 0,0 0 15,0 25-15,0-25 0,0 0 0,0 0 0,0 0 0,0 0 16,0 0-16,0 0 16,0 25-16,24-25 0,-24 0 0,0-25 15,0 25-15,25 0 0</inkml:trace>
  <inkml:trace contextRef="#ctx0" brushRef="#br0" timeOffset="4830.2762">4291 3150 0,'0'0'15,"0"0"-15,0 0 0,-25 0 0,25 0 0,0-25 0,0 25 16,0 0-16,0 0 0,0 0 0,0-24 0,-24 24 0,24 0 0,0 0 16,0 0-16,0 0 0,0 0 0,0 0 0,0 0 0,0-25 15,-25 25-15,25 0 0,0 0 0,0 0 16,0 0-16,0 0 15,0 0-15,-25 0 0,25 25 0,0-25 0,0 0 0,0 0 16,-25 0-16,25 0 0,0 0 0,0 0 0,0 0 0,-25 24 0,25-24 16,0 0-16,0 0 0,-24 25 0,24-25 0,0 0 0,0 25 0,0-25 608</inkml:trace>
  <inkml:trace contextRef="#ctx0" brushRef="#br0" timeOffset="7253.4149">4291 3225 0,'0'0'0,"0"0"16,0 0-16,0-25 0,0 25 0,0 0 0,0 0 0,0 0 15,0 0-15,0 0 0,0 0 0,0 0 0,0 0 16,0 0-16,0 0 0,0 0 0,0 0 0,0 0 0,0 0 0,0 0 0,0 0 16,0 0-16,0 0 0,0 0 0,0 0 15,0 0-15,0 0 16,0 0-16,0 0 0,0 0 0,0 0 0,0 0 0,0 0 0,0 0 15,0 0-15,0 0 0,0 0 0,0 0 0,0-25 0,0 25 0,0 0 16,0 0-16,0 0 0,0 0 0,0 0 0,0 0 0,0 0 0,0 0 62,0 0-62,0 0 0,0 0 0,0 0 0,0 0 0,0-25 0,0 25 0,0 0 0,0 0 0,0 0 0,0 0 0,0 0 0,0 0 0,0 0 0,0 0 0,0 0 0,0 0 0,0 0 0,-25 0 0,25 0 16,0 0-16,0 0 0,0 0 0,0 0 0,0 0 0,0 0 0,0 0 16,0 0-16,0 0 0,0 0 0,0 0 0,-24 0 0,24 0 15,0 0 1,0 0-16,0 0 0,0 0 0,0 0 0,-25 0 0,25 0 15,0 0-15,0 0 0,0 0 0,0 0 0,0 0 0,-25 0 0,25 25 0,0-25 16,0 0-16,0 0 0,-25 0 0,25 0 0,0 0 0,0 0 16,0 0-16,0 0 0,-25 0 15,25 0-15,0 0 0,0 0 16,0 0-16,0 0 0,0 0 0,0 0 0,0 25 0,0-25 0,0 0 0,0 0 0,0 0 15,0 0-15,0 0 0,0 25 0,0-25 0,0 0 0,0 24 16,0-24-16,0 0 0,0 25 0,0-25 0,0 0 0,0 25 0,0-25 47,0 0-47,0 25 15,0-25-15,0 0 0,0 0 0,0 25 0,0-25 0,0 0 0,0 24 0,0-24 0,0 0 0,0 25 0,0-25 0,0 0 0,0 25 0,0-25 0,25 25 0,-25-25 0,0 0 0,0 0 16,0 25-16,0-25 0,0 0 0,0 24 0,0-24 0,25 0 16,-25 0-16,0 0 0,0 25 0,25-25 0,-25 0 0,0 0 15,0 0-15,25 0 16,-25 0-16,0 0 0,0 0 0,24 0 0,-24 0 15,0 0-15,25 0 0,-25 0 0,0 0 0,0 0 0,25-25 16,-25 25-16,0 0 0,25 0 0,-25-24 0,0 24 0,0 0 0,25 0 0,-25-25 0,0 25 16,0 0-16,0-25 15,0 25-15,24 0 0,-24-25 0,0 25 0,0 0 16,0-25-16,0 25 0,0-24 0,25 24 0,-25 0 0,0-25 0,0 25 15,0-25-15,-25 25 0,25 0 0,0-25 0,0 25 0,0 0 16,0 0-16,0-25 0,0 25 0,0 0 0,0 0 0,0 0 0,-24 0 16,24 0-16,0-24 0,0 24 0,0 0 0,0 0 0,0 0 15,0 0 1,0 0-16,0 0 0,0 0 0,0 0 0,0 0 0,0 0 15,0-25-15,0 25 0,0 0 0,0 0 0,0 0 0,0 0 16,0 0-16,0 0 0,0 0 0,0 0 0,0 0 0,0 0 16,0 0-16,0 0 0,0 0 0,0 0 0,0 0 0,0 0 0,0 0 0,0 0 15,0 0-15,0 0 16,0 0-16,0 0 0,-25 0 0,25 25 0,0-25 15,0 0-15,0 0 0,0 0 0,0 0 0,0 0 0,0 0 16,0 0-16,0 24 0,0-24 0,0 0 0,0 25 16,0-25-16,0 25 0,25-25 0,-25 25 0,0-25 0,0 0 0,0 25 0,0-25 15,0 0-15,0 24 0,0-24 0,0 0 0,0 25 0,0-25 16,24 25-16,-24-25 15,0 0-15,0 25 0,0-25 0,0 0 0,0 0 16,25 25-16,-25-25 0,0 0 0,0 0 0,0 0 0,0 0 0,0 0 16,0 0-16,25 0 0,-25 0 0,0 0 0,0 0 0,0 0 0,25 0 0,-25 0 78,49 0 514,274-248-576,-323 248-16,0 24 16,0-24-16,0 0 0,0 25 0,0-25 0,0 0 0,0 25 0,0-25 0,0 0 0,0 0 0,0 25 0,25-25 0,-25 0 15,0 0-15,0 25 0,0-25 0,0 0 0,0 0 0,0 0 0,0 0 0,0 0 0,0 0 0,0 0 0,0 0 0,0 0 0,0 0 0,0 0 0,0 0 0,0 0 0,0 0 0,0 0 0,25 0 0,-25 0 0,0 0 0,0 0 0,0 0 0,0 0 0,24-25 0,-24 25 0,0 0 0,0 0 0,25-25 0,-25 25 16,0 0-1,0 0 17,25-25-32,-25 25 0,0-25 0,0 25 0,0 0 0,0-24 0,25 24 0</inkml:trace>
  <inkml:trace contextRef="#ctx0" brushRef="#br0" timeOffset="8455.4836">4118 2927 0,'0'0'15,"0"0"-15,0 0 0,0 0 0,-25 0 0,25 0 0,0 0 47,0 0-47,0 0 0,0 0 0,0 0 0,0 0 0,0 0 0,0 0 16,0 0-16,0 0 0,0 0 0,0 0 0,0 0 15,0 0-15,0 0 0,0 0 0,0 0 0,0 0 0,0 0 0,0 0 0,0 0 0,0 0 0,0 0 0,0 0 0,0 0 0,0 0 16,0 0-16,0 0 0,0-25 0,25 25 0,-25 0 0,0 0 15,0 0-15,0 0 0,0-25 0,24 25 0,-24 0 0,0 0 0,0 0 16,0-24 0,0 24-16,25 0 0,-25-25 0,0 25 0,0 0 0,0 0 15,0 0-15,0 0 0,25 0 0,-25 0 0,0 0 0,0 0 0,0 0 16,0 0-16,0-25 0,0 25 0,0 0 0,0 0 0,0 0 15,0 0-15,0 0 0,0 0 0,25 0 0,-25 0 0,0 0 63,0 0-63,0 0 0,0 0 0,0 0 0,0 0 0,25 0 15,-25 0-15,0 0 0,0 0 0,0 0 0,0 0 0,24 0 0,-24 0 0,0 0 0,0 25 0,0-25 16,25 0-16,-25 0 0,0 25 0,0-25 0,25 0 0,-25 0 0,0 24 0,0-24 0,0 0 0,25 25 0,-25-25 0,0 0 0,0 25 0,0-25 0,25 0 16,-25 0-16,0 25 0,0-25 0,0 0 0,0 0 15,0 0-15,0 0 0,0 0 0,24 0 0,-24 0 16,0 0-16</inkml:trace>
  <inkml:trace contextRef="#ctx0" brushRef="#br0" timeOffset="8956.5123">4390 4192 0,'0'0'16,"0"0"-16,0 0 0,0 0 0,0 0 0,0 0 0,0 0 0,0 0 15,0 0-15,0 0 0,0 25 0,0-25 16,0 0-16,0 0 31,0 0-31,0 0 0,0 0 0,0 0 0,0 0 0,0 0 0,0 0 0,0 0 0,0 0 0,0 0 0,0 0 0,0 0 0,0 0 0,0 0 16,0 0-16,0 0 0,0 0 0,0-25 0,0 25 0,0 0 15,0 0-15,0 0 0,0 0 0,0 0 0,0 0 0,0 0 16,0 0-16,0 0 0,0 0 15,0 0-15,0 0 0,0-25 0,0 25 16,0 0-16,0 0 0,0-25 0,0 25 0</inkml:trace>
  <inkml:trace contextRef="#ctx0" brushRef="#br0" timeOffset="10029.5736">5581 3125 0,'0'0'16,"0"0"-16,0 0 0,0 0 0,0 0 0,0 0 0,0 0 0,0 0 0,0 0 0,0 0 0,0 0 0,0 0 0,-25 0 0,25 0 0,0 0 0,0 0 0,0 0 0,0 0 0,0 0 0,0 0 0,0 0 0,0 0 0,0 0 0,0 0 0,0 0 0,0 0 0,0 0 0,0 0 0,0 0 15,0 0-15,0 0 0,0 0 0,0 0 0,0 0 16,0 0-16,0-24 0,0 24 0,0 0 16,0 0-16,0 0 0,0 0 0,0 0 15,0 0-15,0 0 16,0 0-16,0 0 0,0 0 0,0 0 0,0 0 0,0 0 0,0 0 0,0 0 0,0 0 0,0 0 15,0 0-15,0 0 0,0 0 0,0 0 0,0 0 0,0 24 0,0-24 0,0 0 16,0 0-16,0 0 0,0 0 0,0 0 16,0 0-16,0 0 15,0 0-15,0 0 0,0 25 0,0-25 0,0 0 0,0 0 47,0 0-31,25 25-16,-25-25 0,0 0 0,0 0 0,0 25 0,-25-25 15,25 25-15,0-25 0,0 0 0,0 24 0,0-24 0,0 25 0,0-25 0,0 0 0,25 25 0,-25-25 0,0 25 0,0-25 16,0 0-16,0 25 0,0-25 0,0 0 0,0 24 0,0-24 0,0 0 0,0 25 0,0-25 0,0 0 0,0 0 0,0 0 0,0 25 0,0-25 0,0 0 15,0 0-15,0 0 0,0 0 0,0 0 0,0 0 0,0 0 16,0 0-16,0 0 0,0 0 16,0 0-16,0 0 0,0 0 0,0 0 0,0 0 0,0 0 15,0 0-15,0 0 0,0 0 0,0 0 0,0 0 0,0 0 16,0 0-16,0 0 0,0 0 0,0 0 0,0 0 0,0 0 0,0 0 0,0-25 0,0 25 15,0 0 1,0 0-16,0 0 0,0-25 0,0 25 0,0 0 16,0 0-16,0-24 0,0 24 0,0 0 0,0-25 0,0 25 0,0 0 15,0 0-15,0-25 0,0 25 0,0 0 0,25-25 0,-25 25 0,0 0 109,0-25-109,25 25 0,-25 0 0,0-24 0,0 24 0,0 0 0,0 0 0,24 0 0,-24 0 0,0 0 0,0-25 0,0 25 16,25 0-16,-25 0 0,0 0 0,0 0 0,0 0 0,0-25 0,25 25 0,-25 0 0,0 0 0,0 0 0,0 0 0,0 0 0,0 0 0,25 25 0,-25-25 0,0 0 16,0 0-1,0 0-15,0 0 0,0 0 0,25 25 0,-25-25 0,0 0 0,0 0 0,0 0 0,0 24 16,0-24-16,0 0 0,0 0 0,24 25 0,-24-25 0,0 0 0,0 0 0,0 25 0,0-25 15,0 25-15,0-25 0,0 0 0,0 25 0,0-25 0,0 0 0,0 24 0,0-24 0,0 25 0,0-25 0,0 25 0,0-25 0,0 0 16,0 25-16,0-25 0,0 0 0,0 25 0,0-25 16,0 0-16,0 0 0,25 0 0,-25 0 0,0 24 0,0-24 0,0 0 15,0 0-15,0 0 0,0 0 0,0-24 0,0 24 0,25 0 0,-25 0 0,0-25 0,0 25 16</inkml:trace>
  <inkml:trace contextRef="#ctx0" brushRef="#br0" timeOffset="10439.597">6028 3175 0,'0'0'0,"0"0"0,0 0 0,-25 0 0,25-25 0,0 25 15,0 0-15,0 0 0,0 0 0,0 0 0,0 0 0,0 0 47,0 0-47,0 0 0,-25 0 0,25 0 0,0 0 0,0-25 0,0 25 0,0 0 0,0 0 31,0 0-31,-25 0 0,25 0 0,0 25 0,0-25 0,0 0 0,0 0 0,-25 0 0,25 0 0,0 25 0,0-25 0,0 0 0,-24 0 0,24 25 0,0-25 16,0 0-16,0 25 0,0-25 0,-25 0 0,25 24 0,0-24 0,0 25 0,0-25 0,0 25 16,0-25-16,0 0 0,0 25 0,0-25 31,0 25-31,25-25 0,-25 0 0,0 24 0,0-24 0,0 0 0,0 0 0,24 25 0,-24-25 0,0 0 0,0 0 15,25 0-15,-25 0 0,0 0 0,0 0 0,25 0 0,-25 0 0,0 0 16,0 0 0,25 0-16,-25 0 0,0 0 0,0-25 0,25 25 0,-25 0 0,0 0 0,0-24 15,24 24-15,-24 0 0,0-25 0,0 25 0,0 0 0,25-25 0,-25 25 0,0 0 16,0-25-16,0 25 0,0-25 0,0 25 15,0 0-15,0-24 0,-25 24 16</inkml:trace>
  <inkml:trace contextRef="#ctx0" brushRef="#br0" timeOffset="10790.6172">6052 3225 0,'0'24'0,"0"-24"0,0 25 0,0-25 0,0 25 0,0 0 0,0-25 0,0 25 0,25-1 0,-25 1 0,0-25 16,0 25-16,0 0 0,0-25 0,25 25 0,-25-1 0,0-24 0,0 25 0,0 0 0,0 0 0,0-25 0,0 25 0,25-1 0,-25-24 0,0 25 0,0-25 0,0 25 0,0-25 0,0 25 0,0-25 0,0 0 0,0 25 0,0-25 0,0 0 0,0 0 0,0 25 0,0-25 0,0 0 0,-25 0 16,25 0-16,0 24 0,0-24 0,-25 0 0,25 0 0,0 0 15,0 0-15,-25 0 0,25 0 0,0 0 0,-24 0 16,24 0-16,0 0 15,0 0-15,-25 0 0,25 0 0,0-24 0,0 24 0,0 0 0,0 0 0,0-25 0,0 25 16,-25 0-16,25-25 0,25 25 0,-25 0 0,0-25 16,0 25-1,0 0-15,0-25 0,0 25 0,0-25 0,0 25 0,0-24 0,25 24 16,-25 0-16,0-25 0,0 25 0,24-25 0,-24 25 0,0 0 15,0-25-15,25 25 0,-25 0 0,0-25 0,25 25 0,-25 0 16,0 0-16,0-24 0,25 24 0,-25 0 0,0 0 0,0-25 0,25 25 16,-25 0-16,0-25 0,0 25 0,24 0 0,-24 0 0</inkml:trace>
  <inkml:trace contextRef="#ctx0" brushRef="#br0" timeOffset="12143.6946">6176 3076 0,'0'0'0,"0"0"0,0 0 0,0 0 0,0 0 156</inkml:trace>
  <inkml:trace contextRef="#ctx0" brushRef="#br0" timeOffset="26584.5205">6201 3249 0,'149'-1389'1061,"1637"2258"-1061,-2307-1043 94,521 149-94,0 0 0,0 0 0,0 1 0,0-26 0,0 25 0,0 0 0,0 1 0,0-1 0,0-25 0,0 25 0,25 1 0,-25-1 0,0-25 0,0 25 0,0 1 0,25-1 0,-25 0 0,0 0 0,24 0 0,-24 1 0,0-26 0,25 25 0,-25 25 0,25-25 0,-25 1 0,25-1 0,-25 0 0,25 0 0,-25 0 0,24 25 0,-24-24 0,0-1 0,25 25 0,-25-25 0,0 0 0,0 25 15,25 0-15,-25 0 0,0 0 0,0 0 16,0 0-16,-25 0 0,25 0 16,0 25-16,-25-25 0,25 0 0,-24 25 0,24-25 0,0 25 0,-25-1 15,0-24-15,25 25 0,-25 0 0,25-25 0,-25 25 0,25 0 16,-24-1-16,24 1 0,-25-25 0,25 25 0,-25 0 0,25 0 15,-25-1-15,25 1 0,-25 0 0,25 0 0,-24-25 0,24 25 16,0-1-16,-25 1 0,25 0 0,0-25 0,-25 25 0,25-25 0,0 25 16,0-1-16,-25-24 171,50 199-171,-25-199 0,0 0 0,0 25 0,-25-25 0,25 0 0,0 24 0,0-24 0,0 0 0,0 25 0,-25-25 0,25 0 0,0 0 0,0 25 0,0-25 0,-24 0 0,24 0 0,0 25 0,0-25 0,-25 0 0,25 0 0,0 25 0,0-25 0,-25 0 0,25 24 0,0-24 0,0 0 0,-25 25 0,25-25 0,0 0 0,0 25 16,-25-25-16,25 0 0,0 25 0,0-25 0,-24 0 15,24 25-15,-25-25 0,25 0 0,0 0 0,-25 25 0,25-25 0,0 0 0,-25 0 0,25 24 0,-25-24 0,25 0 0,0 25 16,-24-25-16,24 0 16,0 0-16,0 0 0,0 25 0,-25-25 0,25 0 0,0 0 0,0 0 826,-1042 893-342,968-1116-484,74 223 0,0 0 0,0 0 0,0 0 0,0 0 0,0 0 0,0 0 0,0 0 0,0 0 0,0 0 0,0 0 0,0 0 0,0 24 0,-25-24 0,25 0 0,0 0 16,0 0-16,0 0 31,0 25-16,0-25-15,-25 0 0,25 0 0,0 25 0,0-25 0,0 0 0,0 25 0,0-25 0,0 0 0,0 25 0,-25-25 0,25 0 0,0 0 0,0 24 0,0-24 0,0 0 0,0 0 0,0 25 0,0-25 0,0 0 0,0 25 0,0-25 0,-25 0 0,25 0 0,0 25 16,25-25 0,-25 0-1,0 0-15,0 0 0,0 0 0,0 0 16,0 0-16,0 0 0,0 0 0,0 0 0,0 0 0,0 0 0,0 0 15,0-25-15,25 25 0,-25 0 0,0 0 0,0 0 0,0-25 0,0 25 0,0 0 0,0 0 0,25-25 0,-25 25 0,25-173 188,-25 173-188,24-25 46,1 25-30,-25 0-16,0 0 0,0 0 0,0-25 16,25 25-1,25-49 1,-50 24-1,24-25 1,1 25-16,-25 25 0,0 0 0,25-24 0,-25 24 0,0 0 0,25-25 0,-25 25 0,0 0 0,49-25 31,-49 0-31,0 25 0,0 0 0,0-25 0,25 1 16,-25 24-16,0 0 0,0 0 0,0 0 0,0-25 0,0 25 0,0 0 0,25 0 0,-25 0 0,0-25 0,0 25 15,0 0-15,0 0 0,0 0 0,25 0 0,-25-25 0,0 25 0,0 0 0,0 0 0,0 0 0,0 0 0,0 0 0,0 0 16,0-25-16,0 25 0,0 0 0,0 0 0,0 0 0,0 0 0,0 0 16,0 0-16,0 0 0,0 0 0,0 0 0,0 0 0,0 0 0,0 0 0,0 0 0,0 0 0,0 0 0,0 0 0,0 0 0,0 0 0,0 0 0,0-24 0,25 24 0,-25 0 15,0 0-15,0 0 0,0 0 0,24-25 16,-24 25-16,0 0 0,0 0 0,0 0 0,0-25 0,25 25 0,-25 0 15,0 0-15,0 0 0,0-25 16,0 25-16,0 0 0,0 0 0,0 0 0,0 0 0,0 0 0,0 0 0,0 0 0,0 0 16,25 0-16,-25 0 15,0 0-15,0 0 0,0-25 0,0 25 0,0 0 0,0 0 16,0 0-16,0 0 0,0 0 0,0 0 0,0 0 0,0 0 0,0 0 15,0 0-15,0 0 0,0 0 0,0 0 0,0 0 0,50 596 1373,-125-373-1373,75-223 0,0 0 0,0 0 78,25 25 31,-25-25-109,0 0 0,0 0 0,0 0 32,0 0-32,0 0 0,0 0 0,0 0 0,0 0 0,0 0 0,0 0 0,0 0 0,0 0 0,0 0 15,0 0-15,0 0 0,0 0 0,0 0 0,0 0 0,0 0 0,0 0 0,0 0 0,0 0 0,0 0 16,0 0-1,0 0 1,25 0 0,-25 0-16,0 0 0,0 0 0,0 0 0,0 0 0,0 0 0,0 0 15,0 0-15,0 0 0,0-25 0,0 25 0,25 0 0,-25 0 0,0 0 0,0 0 0,0 0 0,24 0 0,-24 0 0,0 0 0,0 0 0,0 0 0,0 0 0,0 0 0,0 0 0,25-25 0,-25 25 0,0 0 0,0 0 0,0 0 0,0 0 0,0 0 0,0 0 0,0 0 0,0 0 0,0 0 0,0 0 16,0-25-16,25 25 109,-25 0-109,0 0 16,0 0-16,0 0 0,0 0 0,0 0 0,0-25 0,0 25 0,0 0 0,0 0 0,0 0 0,0 0 0,25 0 1653,223-446-1200,273 496-422,-521-50-31,0 0 0,0 0 0,-25 0 0,25 0 0,0 0 0,0 0 0,0 0 0,0 0 0,0 24 0,0-24 0,0 0 0,-25 0 0,25 0 0,0 0 0,0 0 0,0 0 0,-25 0 15,25 0-15,0 0 0,0 0 16,0 0-16,0 0 0,0 25 0,0-25 0,0 0 0,0 0 0,-24 0 0,24 0 0,0 0 0,0 0 0,0 0 0,0 0 0,0 0 0,0 0 0,0 0 0,0 0 0,0 0 0,0 0 0,0 0 0,0 0 0,0 0 16,0 0-16,0 0 15,0 0-15,0 0 16,0 25-16,0-25 0,0 0 15,0 0-15,0 0 0,0 0 0,0 0 0,0 0 0,0 0 0,0 0 0,0 0 0,0 0 0,0 0 0,0 0 0,0 0 16,-25 0 0,25 0-1,0 0 1,0 0-1,25 0 1358,446 99-1061,-471-99-296</inkml:trace>
  <inkml:trace contextRef="#ctx0" brushRef="#br0" timeOffset="37274.1311">8062 3944 0,'0'0'15,"-25"0"1,25 0-16,0 0 0,0 0 0,0 0 0,0 0 0,25 0 0,-25-25 0,0 25 0,0 0 0,0 0 0,0 0 15,0 0 1,0-25-16,0 25 0,0 0 0,0 0 0,0 0 0,0 0 31,0 0-31,0 0 0,0 0 0,0 0 0,0 0 0,0 0 0,0 0 0,0 0 16,0-24-1,0 24-15,-149-75 1264</inkml:trace>
  <inkml:trace contextRef="#ctx0" brushRef="#br0" timeOffset="38632.2095">10195 3597 0,'0'0'0,"25"0"16,-25 0-16,0 0 0,0 0 0,0 0 0,0-25 0,0 25 16,0 0-1,0 0-15,0 0 0,0 0 0,0 0 0,0 0 16,0 0-16,0 0 0,0 0 0,0 0 0,-25 0 0</inkml:trace>
  <inkml:trace contextRef="#ctx0" brushRef="#br0" timeOffset="39866.2802">9525 3423 0,'0'0'0,"0"0"16,0 0-16,0 0 0,0 0 0,0 0 0,0 0 0,0 0 15,0 0-15,0 0 0,0 0 0,0 0 0,0 0 0,0 0 16,0 0-16,0 0 0,0 0 0,0-25 0,0 25 0,0 0 281,0-397 202,-50 869-483,50-423 16,0-24-1,0 0-15,0-25 0,0 0 0,0 0 0,0 0 0,0 0 0,0 25 0,0-25 0,0 0 0,0 0 0,0 0 0,0 0 0,0 0 32,0 24-32,0-24 15,0 0 1,0 0-16,0 0 0,0 0 0,0 0 0,0 25 0,0-25 0,0 0 0,0 0 0,0 0 0,0 0 0,0 0 0,0 0 0,0 0 0,0 0 0,0 0 0,0 0 0,0 0 0,0 0 0,0 0 0,0 0 0,-24 0 0,24 0 0,0 0 0,0 0 0,-25 0 0</inkml:trace>
  <inkml:trace contextRef="#ctx0" brushRef="#br0" timeOffset="40126.2943">9302 3423 0,'0'0'0,"0"0"15,0 0-15,0 0 0,0 0 0,0-25 0,0 25 16,25 0-16,-25 0 0,0 0 0,24 0 0,-24 0 0,0-25 0,25 25 15,-25 0-15,0 0 0,25 0 0,-25-24 0,25 24 0,-25 0 47,25 0-47,-25 0 0,24 0 0,-24 0 0,25 0 0,-25-25 16,0 25-16,25 0 0,-25 0 0,25 0 0,-25 0 0,25 0 0,-25 0 15,0 0-15,24 0 0,-24 0 0,0 0 16,25 0-16,-25 25 0,0-25 0,0 0 0,25 0 0,-25 0 0,0 0 0,0 0 0</inkml:trace>
  <inkml:trace contextRef="#ctx0" brushRef="#br0" timeOffset="42704.4425">9872 3349 0,'0'0'0,"0"0"0,0 0 0,0 0 0,0 0 0,0 0 0,0-25 0,0 25 0,0 0 0,0 0 0,0 0 0,0 0 0,0 0 0,-25 0 0,25 0 0,0 0 0,0 0 0,0 0 0,0 0 0,0 0 0,0 0 0,0 0 0,0 0 0,0 0 0,0 0 0,0 0 0,0-25 0,0 25 0,0 0 0,-24 0 0,24 0 0,0 0 0,0 0 0,0 0 15,0 0-15,0 0 0,-25 0 0,25 0 16,0 0-16,0 0 0,0 0 0,0 25 0,-25-25 0,25 0 15,0 0-15,0 0 0,0 0 0,-25 0 0,25 0 0,0 0 16,0 0-16,-25 0 0,25 0 0,0 0 0,0 0 0,0 0 0,0 0 16,-24 25-16,24-25 0,0 0 0,0 0 0,0 0 15,0 0-15,0 24 0,0-24 0,0 0 16,-25 0-16,25 25 0,0-25 0,0 0 0,0 0 15,0 25-15,0-25 0,0 0 0,0 0 0,0 25 16,0-25-16,0 0 0,0 25 0,-25-25 0,25 0 0,0 24 0,25-24 0,-25 0 0,0 25 31,0-25-31,0 0 0,0 0 0,0 25 0,0-25 0,0 0 0,0 0 16,25 0-16,-25 0 0,0 0 0,0 25 0,0-25 0,0 0 15,0 0-15,0 0 0,0 0 0,24 0 0,-24 0 0,0-25 0,0 25 16,0 0-16,0 0 0,25 0 0,-25 0 0,0 0 0,25 0 16,-25-25-16,0 25 0,0 0 0,25 0 0,-25 0 0,0 0 0,0 0 31,25 0-31,-25-25 0,0 25 0,0 0 0,0 0 0,0 0 15,0 0-15,24 0 0,-24-24 0,0 24 0,0 0 0,0 0 0,0 0 16,0 0-16,0-25 0,25 25 0,-25 0 0,0 0 0,0 0 16,0 0-16,0 0 0,0 0 0,0-25 0,0 25 62,0 0-62,0 0 0,25 0 0,-25 0 0,0-25 0,0 25 0,0 0 0,0 0 0,0-25 0,0 25 16,0 0-16,0 0 0,0-24 0,0 24 0,0 0 0,0 0 0,0 0 0,0-25 0,0 25 0,0 0 0,0 0 0,0 0 0,0 0 0,0-25 0,0 25 0,0 0 0,0 0 0,0 0 0,0 0 15,0 0-15,0 0 0,0 0 16,0 0-16,0 0 0,0 0 0,0 0 15,0 0-15,0 0 0,0 0 0,0 0 0,0 0 0,0 0 16,0 25-16,0-25 0,0 0 0,0 0 0,0 0 0,0 25 16,0-25-16,0 0 0,0 0 0,0 24 0,0-24 0,0 0 0,0 25 15,0-25-15,0 0 0,0 25 0,0-25 0,0 0 0,0 0 16,0 25-16,0-25 0,0 0 0,0 25 0,0-25 0,0 0 15,25 24-15,-25-24 0,0 0 16,0 25-16,0-25 0,0 25 0,0-25 16,0 0-16,0 0 0,0 25 0,25-25 0,-25 0 0,0 0 0,0 0 15,0 0-15,0 25 0,0-25 0,0 0 0,0 0 0,0 0 47,0 0-47,24 0 0,-24 0 0,0 0 0,0 0 0,0 0 0,0 0 0,0 0 0,25 0 0,-25-25 0,0 25 0,0 0 0,25 0 0,-25 0 0,0 0 0,25 0 0,-25-25 0,0 25 16,0 0-1,25 0-15,-25 0 0,0-25 0,25 25 0,-25 0 0,0 0 0,24 0 16,-24 0-16,0-25 0,25 25 0,-25 0 0,25 0 0,-25-24 0,0 24 15,25 0-15,-25 0 0,0-25 0,25 25 0,-25 0 0,0 0 0,24-25 16,-24 25-16,0 0 0,0 0 16,0-25-16,0 25 0,0 0 15,0 0-15,0-25 0,0 25 0,0 0 0,0 0 0,0-24 0,0 24 16,0 0-16,0 0 0,0 0 0,0 0 0,0 0 0,0 0 15,0 0-15,0 0 0,0 0 0,0 0 0,0 0 0,0-25 0,0 25 16,0 0-16,0 0 0,0 0 0,0 0 0,0 0 0,-24 0 16,24 0-16,0 0 0,0 0 0,0 0 0,0 0 0,0 0 93,0 0-93,0 0 0,0 0 0,0 0 0,0 0 0,0 0 0,0 0 0,0 0 16,0 0-16,0 0 0,0 25 0,0-25 0,0 0 0,0 0 0,0 0 0,0 24 0,0-24 0,0 0 0,0 0 0,0 0 0,0 25 0,0-25 0,0 0 0,0 0 0,24 25 0,-24-25 0,0 0 0,0 25 15,0-25-15,0 25 0,0-25 0,0 0 0,0 24 0,0-24 0,0 0 0,25 25 16,-25-25-16,0 25 0,0-25 0,0 0 0,0 0 0,25 25 0,-25-25 0,0 0 0,25 0 0,-25 0 0,0 0 0,0 0 16,25 25-16,-25-25 0,0 0 0,24 0 0,-24 0 0,0 0 15,25 0-15,-25 0 0,0 0 0,0 0 0,25 0 16,-25 0-16,0 0 15,25 0-15,-25 0 0,0 0 0,0-25 0,25 25 0,-25 0 0,0 0 16,0 0-16,24-25 0,-24 25 0,0 0 0,0-25 0,0 25 16,25 0-16,-25-25 0,0 25 0,0-24 0,0 24 0,0 0 15,0-25-15,0 25 0,0-25 0,0 25 0,0 0 0,0-25 16,0 25-1,0 0-15,-25 0 0,25 0 0,0-25 0,0 25 0,0 0 0,0 0 16,-24-24-16,24 24 0,0 0 0,0 0 0,-25 0 0,25-25 655,-397-794-546,397 819-109,25 0 16,-25 0-16,0 0 0,0 0 0,0 0 0,0 0 0,25 0 0,-25 0 0,0 0 0,0 0 31,24 25-15,-24 0-1,25 24 1,-25 1 0,0-50-16,0 25 0,-25-25 0,25 0 0,0 25 0,0-25 0,0 0 0,0 25 0,0-25 0,0 0 0,-24 0 0,24 24 0,0-24 0,0 0 0,-25 0 0,25 25 0,0-25 0,-25 0 0,25 0 0,-25 25 0,25-25 0,0 0 0,-25 0 0,25 0 0,0 0 0,-25 25 0,25-25 0,0 0 0,0 0 0,0 0 15,-24 0-15,24 0 0,0 0 0,0 0 0,0 0 0,0 0 0,0 0 0,0 0 16,0 0-1,-25 0 1,25 0-16,0 0 0,0 0 0,0 0 0,0 0 0,0 0 0,0 0 0,0 0 0,0 0 0,0 0 0,25 0 0,-25 0 0,0-25 0,0 25 0,0 0 0,0 0 16,0 0-16,0 0 0,0 0 0,0 0 0,0 0 0,0 0 0</inkml:trace>
  <inkml:trace contextRef="#ctx0" brushRef="#br0" timeOffset="46255.6455">9550 3101 0,'0'0'0,"0"0"0,0 0 0,25 0 0,-25 0 0,0 0 46,0 0-14,0 0-17,0 0-15,0 0 0</inkml:trace>
  <inkml:trace contextRef="#ctx0" brushRef="#br0" timeOffset="46506.6599">9575 3001 0,'0'0'16,"0"0"-16,0 0 0,0 0 0,0 0 15,0 0 1,0 0-16,0 0 0,0 0 0,0 0 0,0 0 0,0 0 0,0 0 0,0 0 15,0 0-15,0 0 0,0 0 0,0 0 0,0 0 0,0 0 78,0 0-78,0 0 0,0 0 0,0 0 0,0 0 0,0 0 0,0 0 0,0 0 0,0 0 0,0 0 0,0 0 0,0 0 0,0 0 0,0 0 16,0 0-16,0 0 0,0 0 0,0 0 0,0 0 0,0 0 0,0 0 0,0 0 0,0 0 0,0 0 0,0 0 0,0 0 0,0 0 0,0 0 0,0 0 0,0 0 0,0 0 0,-25 0 0,25 0 0,0 0 0,0 0 0,0 0 16,0 25-16,0-25 0,0 0 0,-25 0 15,25 0-15,0 0 16,0 0-16,0 0 0,-25 0 0,25 25 0,0-25 0</inkml:trace>
  <inkml:trace contextRef="#ctx0" brushRef="#br0" timeOffset="47994.7449">9426 3349 0,'0'0'16,"0"0"-16,0 0 0,0 0 0,0 0 0,0-25 0,0 25 15,0 0-15,0 0 0,0 0 0,0 0 0,0 0 0,0 0 16,0 0-16,0 0 16,0 0-16,25 0 0,-25 0 0,0 0 0,0 0 0,0 25 15,0-25-15,0 0 0,0 0 0,0 0 0,0 0 0,0 0 16,0 0-16,0 0 0,0 0 0,0 0 0,0 0 0,0 0 0,0 0 15,0 0-15,0 0 0,0 0 0,0 0 0,0 0 0,0 0 16,0 0-16,0 0 16,0 0-16,0 0 0,0 0 0,0 0 0,0 0 0,0 0 0,-25 0 15,25 0-15,0 0 0,0 0 0,0 0 16,0 0-16,0 0 0,0 0 0,0 0 0,0 0 0,0 0 0,0 0 15,0 0-15,0 0 0,0 0 0,0 0 0,0 0 0,0 0 16,0 0-16,0 0 0,25 0 0,-25 0 0,0 0 0,0 0 78,0 0-78,0 0 16,0 0-16,0 0 0,0 0 0,0 0 0,0 0 0,0 0 0,0 0 0,0 0 0,0 0 0,0 0 0,0 0 0,0 0 15,0 0-15,0 0 0,0 0 0,0 0 0,0 0 0,0 0 0,0 0 0,0 0 0,0 0 0,-25 0 0,25 0 16,0 0-16,0 0 0,0 0 0,0 0 0,0 0 0,0 0 0,0 0 0,0-25 0,0 25 0,0 25 0,0-25 0,-25 0 0,25 0 0,0 0 0,0 0 15,0 0-15,0 0 16,0 0-16,-25 0 0,25 0 0,0 0 0,0 0 0,0 0 0,0 0 0,-25 0 0,25 0 16,0 0-16,0 0 0,0 0 0,0 0 0,0 0 0,-24 0 15,24 0-15,0 0 0,0 0 0,0 24 0,0-24 0,-25 0 16,25 0-16,0 0 0,0 0 0,0 0 0,0 25 0,0-25 0,0 0 15,-25 0-15,25 0 0,0 25 0,0-25 0,0 0 0,0 0 16,0 0-16,0 25 47,-25-25-47,25 0 0,0 0 0,0 0 0,0 25 421,372 272-265,-372-297-156,25 0 0,-25 0 0,0 0 0,0 0 0,0 25 0,0-25 16,0 0-16,0 0 0,0 0 0,0 0 0,0 0 0,0 0 0,0 0 0,0 0 0,25-25 0,-25 25 0,0 0 0,0 0 0,0 0 0,0 0 0,0 0 0,0 0 0,0 0 0,0 0 0,0 0 0,0 0 0,0 0 0,0 0 0,0 0 0,0 0 0,0 0 0,0 0 0,0 0 0,0 0 0,0 0 0,0 0 0,0 0 15,0 0-15,0 0 16,0 0-1,0 0-15,25 0 0,-25 0 0,0 0 0,0 0 0,0 0 0,0 0 0,0 0 0,0 0 0,0 0 0,0 0 0,0 0 47,24 0-47,-24 0 0,0 0 0,0 0 0,0 0 0,0 0 0,0 0 0,0 0 0,0 0 0,0 0 16,0 0-16,0 0 0,0 0 0,25 0 0,-25 0 0,0 0 0,0 0 0,0 0 15,0 0-15,0 0 0,0 0 0,0 0 0,0 0 0,0 0 0,0 0 0,0 0 0,0-24 0,0 24 0,0 0 0,0 0 0</inkml:trace>
  <inkml:trace contextRef="#ctx0" brushRef="#br0" timeOffset="51233.9304">6152 5035 0,'0'0'0,"0"0"0,0 0 0,0 0 0,0 0 0,0 0 0,0 0 0,0 0 0,0 0 0,0 0 0,24 0 0,-24 0 0,0 0 16,0 0-16,0 0 0,0 0 0,0 0 0,0 0 0,0 0 0,0 0 0,0 0 0,0 0 0,0 0 0,0 0 0,0-24 0,0 24 15,0 0-15,0 0 0,0 0 0,-24 0 0,24 0 0,0 0 16,0 0-16,0 0 0,0 0 0,0 0 0,0 0 15,0 0-15,0 0 16,0 0-16,0 24 0,-25-24 0,25 0 0,0 0 0,0 0 0,-25 0 31,25 25-31,0-25 0,0 0 0,-25 0 0,25 25 0,0-25 0,-25 25 0,25-25 0,0 25 0,-24-25 0,24 24 16,-25-24-16,25 25 0,0-25 0,-25 25 15,25-25-15,0 0 0,-25 25 0,25-25 0,0 0 0,0 25 0,-25-25 16,25 0-16,0 24 0,0-24 0,0 0 0,0 25 0,-24-25 16,24 0-16,0 25 0,0-25 0,0 0 0,0 0 0,0 25 15,0-25-15,0 0 0,-25 0 0,25 0 0,0 0 0,0 25 16,0-25-16,0 0 0,0 0 0,0 0 0,0 0 0,0 0 0,0 0 15,0 24-15,0-24 16,0 0 0,0 0-16,0 0 0,0 0 0,0 0 0,0 0 0,0 0 0,0 0 0,0 0 0,0-24 0,0 24 0,0 0 0,0 0 0,0 0 15,0 0-15,0 0 0,0 0 0,0 0 16,0 0-16,0 0 0,0 0 15,0 0-15,0 0 0,0 0 0,0 0 0,0 0 0,0 0 47,0 0-47,0 0 0,0 0 0,0 0 16,25-25-16</inkml:trace>
  <inkml:trace contextRef="#ctx0" brushRef="#br0" timeOffset="51715.958">6152 5011 0,'0'0'16,"0"0"-16,0-25 0,0 25 0,0 0 0,0 0 0,0 0 16,0 0-1,0 0-15,0 0 0,0 0 16,24 0-16,-24 0 0,0 0 0,0 0 0,0 0 0,0 0 0,0 0 0,0 0 15,0 0-15,0 25 0,25-25 0,-25 0 0,0 0 0,0 0 0,0 0 0,0 0 0,0 0 16,25 0-16,-25 0 0,0 24 0,0-24 0,0 0 0,0 0 31,0 25-31,0-25 0,0 0 0,0 25 0,25-25 0,-25 0 0,0 25 16,0-25-16,0 0 0,0 25 0,0-25 0,0 0 0,25 24 0,-25-24 0,0 0 15,0 25-15,0-25 0,0 0 0,0 25 0,0-25 0,0 0 0,0 25 16,24-25 0,-24 0-16,0 0 0,0 25 0,0-25 0,0 0 46,0 24-46,0-24 0,0 0 0,0 0 0,0 25 0,0-25 0,25 0 16,-25 25-16,0-25 0,0 0 0,0 0 0,0 25 0,0-25 0,0 0 0,0 0 0,0 25 0,0-25 0,0 0 0,0 0 0,0 0 0,0 24 0,0-24 0,0 0 0,0 0 16,0 0-16,0 0 0,0 0 0,0 25 0,25-25 0,-25 0 0,0 0 15,0 0-15,0 0 0,0 0 0,0 0 0,0 0 31,0 0-31,0 0 0,0 0 0,0 0 0,0 0 0,0 0 0,0 0 0,0 0 16,0 0-16,0 0 0,0 25 0,0-25 0,0 0 0,0 0 0,0 0 16,0 0-16,0 0 0,0 0 0,0 0 0,0 0 0,0 0 15,0 0-15,0 25 0,0-25 0,0 0 0,0 0 0,0 0 0,0 0 31,0 0-31,0 0 0,0 0 0,0-25 0,0 25 0,0 0 0,0 0 16,0 0-16,0 0 0,-25-25 0,25 25 0</inkml:trace>
  <inkml:trace contextRef="#ctx0" brushRef="#br0" timeOffset="56396.2249">6176 5333 0,'447'-74'93,"-447"74"-93,25 0 63,-25 0-63,0 0 15,0 0-15,0 0 0,0 0 0,0 0 0,0 0 0,0 0 0,0 0 0,0 0 0,0 0 0,0 0 0,0 0 0,0 0 0,0 0 16,0 0-16,0 0 0,0 0 0,-25 0 0,25 0 0,0 0 0,0 0 0,0 0 0,-25 0 0,25 0 0,0 0 0,-25 0 0,25 0 0,0 0 0,-25 0 0,25 0 0</inkml:trace>
  <inkml:trace contextRef="#ctx0" brushRef="#br0" timeOffset="57256.2749">7417 5333 0,'0'0'0,"0"0"15,0 0-15,0 0 16,-25 0-16,25 0 0,0 0 0,0 0 15,0 0-15,0 0 0,0 0 0,0 0 0,0 0 0,0 0 0,0 0 0,0 0 32,0 0-32,0 0 0,0 0 0,0 0 0,0 0 0,0 0 0,0 0 0,0 0 0,0 0 15,0 0-15,0 0 0,0 0 0,0 0 0,25 0 0,-25 0 16,0 0-16,0 0 0,0 0 0,0 0 0,0 0 0,0 0 15,24 0-15,-24 0 0,0 0 0,0 0 0,0-25 0,25 25 0,-25 0 0,0 0 32,25 0-32,-25 0 0,0 0 0,0 0 0,25 0 0,-25 0 0,25-25 0,-25 25 15,0 0-15,24 0 0,-24 0 0,25 0 0,-25 0 0,0 0 16,25 0-16,-25 0 0,25 0 15,-25-24-15,25 24 0,-25 0 0,0 0 0,24 0 0,-24 0 0,0 0 16,0 0-16,25 0 0,-25 0 0,0 0 0,0 0 0,0 0 0,0 0 16,25 0-16,-25 0 0,0 0 0,0 0 0,0 0 0,0 0 15,0 0-15,0 0 16,0 0-16,0-25 0,0 25 0,0 0 0,0 0 0,-25 0 15,25 25-15,0-25 0,0 0 0,-25 0 0,25 0 0,0 0 0,-24 0 16</inkml:trace>
  <inkml:trace contextRef="#ctx0" brushRef="#br0" timeOffset="59195.3858">7466 5730 0,'0'0'0,"0"0"0,0 0 0,0 0 0,0 0 0,0 0 0,0 0 0,0 0 16,0 0-16,0 0 0,0 0 0,0 0 0,0 0 0,0 0 0,0 0 0,0 0 0,0 0 0,0 0 0,0 0 0,0 0 0,0 0 0,0 0 0,0 0 0,0 0 0,0 0 0,0 0 0,0 0 0,0 0 0,0 0 0,0 0 0,0 0 0,0 0 0,0 0 15,0 0-15,0 0 0,0 0 0,0 0 0,0 0 0,0 0 16,0 0-1,0 0-15,0 0 0,0 0 0,0 0 0,0 0 16,0 0-16,0 0 0,0 0 0,0 0 0,0 0 0,0 0 0,0 0 16,0 0-16,0 0 0,0 0 0,0 0 15,25 0-15,-25 0 0,0 0 0,0 0 0,0 0 0,0 0 0,0 0 16,0 0-16,25 0 15,-25-25-15,0 25 0,0 0 0,25 0 0,-25 0 0,0 0 0,24 0 0,-24 0 0,0 0 0,25 0 16,-25 0-16,25 0 0,-25-25 0,0 25 0,25 0 0,-25 0 16,25 0-16,-25 0 0,0 0 0,24 0 0,-24 0 0,25-25 15,-25 25-15,0 0 0,25 0 0,-25 0 0,0 0 0,25 0 0,-25 0 16,0 0-16,0 0 15,0 0-15,0 0 0,0 0 0,0 0 0,0 0 47,0 0-47,0 0 0,0 0 0,0 0 0,0 0 0,0 0 0,0 0 0,0 0 0,0 0 0,0 0 0,-25 0 0,25 0 0,0 0 0,0 0 0,0 0 0,-25-24 16,25 24-16,0 0 0</inkml:trace>
  <inkml:trace contextRef="#ctx0" brushRef="#br0" timeOffset="63870.6532">8756 5234 0,'0'0'0,"0"0"16,0 0-16,0 0 0,0-25 0,0 25 0,0 0 15,0 0-15,0 0 0,0 0 0,0 0 0,25 0 0,-25 0 16,0 0-16,0-25 15,0 25-15,0 0 0,0 0 0,0 0 0,0 0 16,0 0-16,0 0 0,0 0 0,0 0 0,0 0 0,0 0 0,0 0 0,0 0 94,0 0-94,0 0 0,0 0 0,-25 0 0,25 0 0,0 0 0,0 0 0,0 0 0,0 0 0,0 0 0,0-25 15,0 25-15,0 0 0,0 0 0,0 0 0,0 0 0,0 0 0,-25 0 0,25 0 16,0 0-16,0 0 0,0 0 0,0 0 0,0 25 15,0-25-15,-25 0 0,25 0 0,0 0 0,0 0 0,-24 0 0,24 0 0,0 25 0,0-25 0,-25 0 0,25 0 0,0 0 0,0 25 0,-25-25 0,25 0 0,0 0 0,0 25 0,-25-25 0,25 0 0,0 0 0,-25 24 0,25-24 0,0 0 16,0 25-16,0-25 0,-24 0 0,24 0 0,0 25 0,0-25 0,0 0 0,0 25 0,0-25 16,-25 0-16,25 25 0,0-25 0,0 0 0,0 0 15,0 24-15,0-24 16,25 0-16,-25 25 0,0-25 0,0 0 0,0 25 0,0-25 0,0 0 15,0 0-15,0 25 0,24-25 0,-24 0 0,0 0 0,0 0 0,0 0 16,25 25-16,-25-25 0,0 0 0,0 0 0,0 0 16,25 0-16,-25 0 0,0 0 15,0 0-15,25 0 0,-25 0 0,0 0 0,0 0 16,25 0-16,-25 0 0,0 0 0,0 0 0,0 0 0,24-25 0,-24 25 0,0 0 47,0 0-47,0 0 0,0 0 0,25 0 15,-25 0-15,0 0 0,0 0 0,0 0 0,0-25 0,0 25 0,0 0 0,0 0 0,0 0 0,0-25 0,25 25 0,-25 0 0,0 0 0,0-25 0,0 25 0,0 0 0,0-24 47,0 24-47,0 0 0,0-25 0,0 25 16,25-25-16,-25 25 0,0 0 0,0-25 0,0 25 0,0 0 0,0 0 0,0-25 0,0 25 0,0 0 0,0 0 0,0 0 0,0-24 0,0 24 0,25 0 0,-25 0 0,0 0 15,0 0-15,0 0 0,0 0 0,0 0 0,0 0 0,0 0 0,0 0 16,0 0-16,0 0 0,0 0 0,0 0 0,0 0 15,-25 0-15,25 0 16,0 0-16,0 0 0,0 0 0,0 24 0,0-24 0,0 0 0,0 0 0,0 0 16,0 0-16,0 25 0,0-25 0,0 0 0,0 25 0,0-25 0,0 0 15,0 25-15,0-25 0,0 25 16,0-25-16,0 0 0,0 24 0,0-24 15,0 25-15,0-25 0,0 0 0,0 25 0,0-25 0,0 0 0,0 0 0,25 25 16,-25-25-16,0 0 0,0 0 0,0 25 0,0-25 0,0 0 0,0 0 16,0 0-16,24 24 0,-24-24 0,0 0 0,0 0 0,0 0 15,0 0 1,0 0-16,0 0 0,0 0 0,25 0 0,-25 0 0,0 0 0,0 0 15,0 0-15,0 0 0,0 0 0,25 0 0,-25 0 0,0 0 0,0 0 141,74-99-141,-74 74 0,0 25 0,0 0 0,0 0 0,0 0 0,0-24 0,0 24 0,0 0 0,0 0 0,0 0 0,0 0 0,0 0 0,0 0 0,0 0 0,0 0 0,0 0 0,0 0 0,0 0 0,0 0 0,0 0 15,0 0-15,0 0 16,0 0-16,0 0 0,0 0 0,0 0 0,0 0 0,0 0 0,0 0 0,0 0 0,0 0 0,0 0 0,0 0 0,0 0 0,0 0 0,0 0 0,0 0 0,0 0 0,0 0 0,0 0 0,0 0 0,0 0 0,0 0 16,0 0-16,0 0 0,0 0 0,0 0 0,0 0 0,0 0 0,0 0 15,0 0 1,0 0-16,0 0 0,0 0 0,0 0 0,0 0 0,0 0 15,0 0-15,0 0 0,0 0 0,0 0 0,0 0 0,0 0 0,0 0 16,0 0-16,0 0 0,0 0 0,0 0 0,0 0 0,0 0 16,0 0-16,0 0 0,0-25 0,0 25 0,0 0 0,0 0 0,0 0 15,25-25 1,-25 25-16,0 0 0,0 0 0,0-25 0,0 25 0,0 0 15,0 0-15,0 0 0,0-25 0,0 25 0,0 0 0,0 0 0,0 0 0,0 0 32,0 0-32,0 0 0,0 0 0,0 0 0,0 0 0,0 0 0,0 0 0,0 0 0,0 0 0,0 0 0,0 0 0,0 0 15,0 0 1,0 25-16,0-25 0,0 0 0,0 0 0,0 0 0,0 0 15,0 0-15,0 25 0,0-25 0,0 0 0,0 0 0,0 0 63,0 0-63,0 25 0,0-25 0,0 0 0,0 0 0,0 0 0,0 0 0,0 25 0,0-25 0,0 0 15,0 0-15,0 24 0,0-24 0,0 0 0,0 0 0,0 25 0,0-25 0,0 0 0,0 0 0,0 25 0,0-25 0,0 0 0,0 25 0,0-25 0,0 0 0,0 0 16,0 0-16,0 25 0,0-25 0,0 0 0,0 0 0,0 0 0,0 0 0,0 24 0,0-24 16,0 0-16,0 0 0,0 0 15,0 0-15,0 0 0,0 0 0,0 0 0,0 0 16,0 0-16,0 0 0,0 0 0,0 0 0,0 0 15,0 0-15,0 0 0,0 0 0,0 0 0,0 0 0,0 0 0,0 0 16,0 0-16,0 0 0,0 0 0,0 0 0,0 0 0,0 0 16,0 0-16,0 0 0,0 0 0,0 0 0,0 0 0,25 0 15,-25 0-15,0 0 0,0-24 0,0 24 406</inkml:trace>
  <inkml:trace contextRef="#ctx0" brushRef="#br0" timeOffset="65006.7182">9054 5035 0,'0'0'0,"0"0"0,0 0 0,0 0 0,0 0 16,0 0-16,0 0 0,0 0 0,0 0 0,0 0 0,0 0 0,0 0 0,0 0 0,0 0 15,0 0-15,0 0 0,0 0 16,0 0-16,0 0 15,0 0-15,0 0 0,0 0 0,0 0 0,0 0 0,0 0 0,0 0 0,0 0 16,0 0-16,0 0 0,0 0 0,0 0 0,0 0 0,0 0 0,0 0 16,0 0-16,0 0 0,0 0 0,0 0 0,0 0 0,0 0 15,0 0-15,0 0 0,0 0 0,0 0 0,0 0 0,0 0 16,0 0-16,0 0 0,0 0 0,0 0 0,0 0 0,0 0 15,0 0-15,0 0 0,0 0 0,0 0 0,0 0 16,0 0 0,0 0-16,0 0 0,0 0 0,0 0 0,0 0 0,0 0 0,0 0 0</inkml:trace>
  <inkml:trace contextRef="#ctx0" brushRef="#br0" timeOffset="66203.7864">9302 5259 0,'0'0'0,"0"0"15,0 0-15,0 0 0,0 0 0,0 0 0,-25 0 16,25 0-16,0 0 0,0 0 0,0 0 0,0 0 0,0 0 15,0-25-15,0 25 0,0 0 16,0 0-16,0 0 0,0 0 16,0 0-16,0 0 0,0-25 0,0 25 0,0 0 0,0 0 15,0 0-15,0 0 0,0 0 0,0-25 0,0 25 0,0 0 0,0 0 94,0 0-94,0 0 0,0 0 0,0 0 0,0 0 0</inkml:trace>
  <inkml:trace contextRef="#ctx0" brushRef="#br0" timeOffset="66907.8269">9252 5184 0,'0'0'0,"0"0"16,0 0-16,0 0 0,0 0 0,0 0 0,0 0 0,0 0 15,0 0-15,0 0 0,0 0 0,0 0 0,0 0 0,0 0 156,0 50-156,0-50 0,0 0 0,0 0 0,0 0 0,0 25 0,0-25 0,0 0 0,25 0 0,-25 0 0,0 24 0,0-24 0,0 0 0,0 0 0,0 25 0,0-25 0,0 0 0,0 0 0,0 25 16,0-25-16,0 0 0,0 25 0,0-25 0,0 25 0,0-25 0,0 0 0,0 24 0,0-24 0,0 0 0,0 25 0,25-25 0,-25 25 0,0-25 0,0 0 0,0 25 0,0-25 0,0 0 0,0 25 0,0-25 0,0 24 0,0-24 0,0 0 0,0 25 15,0-25 1,0 0-16,0 0 0,0 25 16,0-25-16,0 0 0,0 0 0,0 25 0,0-25 0,0 0 0,0 0 0,0 0 0,0 25 0,0-25 15,0 0-15,0 0 0,0 0 0,0 0 0,0 24 0,0-24 0,0 0 0,0 0 16,0 0-16,0 25 0,0-25 0,-25 0 0,25 0 0,0 0 15,0 0 1,0 25-16,0-25 0,0 0 0,0 0 0,-25 0 16,25 0-16,0 0 0,0 0 0,0 0 0,0 0 15,-25 0-15,25 0 0,0 0 0,0 0 0,0 0 0,-24 0 0,24 0 16,0 0-16,0 0 0,-25 0 0,25 0 0,0 0 0,0 0 0,0 0 0,-25 0 15,25-25-15,0 25 0,0 0 0,0 0 0,0 0 0,0-25 16,0 25-16,0 0 0,0 0 16,-25 0-16,25 0 0,0 0 15,0 0-15,0 0 0,0-24 0,0 24 0,0 0 0,0 0 109</inkml:trace>
  <inkml:trace contextRef="#ctx0" brushRef="#br0" timeOffset="67598.8664">9277 5085 0,'0'0'16,"0"0"-16,0 0 0,0 0 0,0 0 0,0 0 15,0 0 1,0 0-16,0 0 0,0 0 0,0 0 0,0 0 0,0 0 16,0 0-16,0 0 0,0 0 0,25 0 0,-25 0 0,0 0 15,0 0-15,0 0 0,0 0 0,0 0 0,0 0 0,0 0 0,0 0 16,0 0-16,0 0 0,0 0 0,0 0 0,0 0 0,0 0 15,0 0-15,0 0 0,0 0 0,0 0 16,0 0-16,0 0 0,0 0 16,0 0-16,0 0 0,0 0 0,0 0 0,0 0 0,0 0 0,25 0 15,-25 0-15,0 0 0,0-25 0,0 25 0,24 0 0,-24 0 16,0-25-16</inkml:trace>
  <inkml:trace contextRef="#ctx0" brushRef="#br0" timeOffset="69479.974">9674 4911 0,'0'0'0,"0"0"15,0 0-15,0 0 0,0 0 0,0 0 0,0 0 16,0 0-16,0 0 0,0 0 0,0 0 0,0 0 0,0 0 15,0 0-15,0 0 16,0 0-16,0 0 0,0 0 0,0 0 0,0 0 16,0 0-16,0 0 0,0 0 0,0 0 0,25 0 0,-25 0 15,0 0-15,0 0 0,0 0 0,0 0 0,0 25 0,0-25 0,0 0 16,0 0-16,0 0 0,0 0 0,0 0 0,0 0 0,0 0 0,0 0 15,24 0-15,-24 0 0,0 0 0,0 0 0,0 0 0,0 0 16,0 0 0,0 0-16,0 0 0,0 0 0,0 0 0,0 0 0,0 0 15,0 0-15,0 0 0,0 0 0,0 0 0,0 25 0,25-25 16,-25 0-16,0 0 0,0 0 0,0 0 0,0 0 0,0 0 0,0 0 15,0 0-15,0 0 0,0 0 0,25 25 0,-25-25 0,0 0 16,0 0-16,0 25 0,0-25 0,25 0 0,-25 24 0,0-24 16,0 25-1,0-25-15,0 25 0,25-25 0,-25 25 0,0-25 0,0 25 0,0-25 16,24 24-16,-24-24 0,0 25 0,0 0 0,0-25 0,0 25 0,0-25 561</inkml:trace>
  <inkml:trace contextRef="#ctx0" brushRef="#br0" timeOffset="71057.0641">8434 4862 0,'0'0'0,"0"0"0,0 0 0,0 0 0,0 0 0,0 0 47,0 0-16,0 0-31,0 0 0,0 0 0,0 0 0,0 0 0,0 0 0,0 0 78,0 0-78,0 0 0,0 0 16,0 0-16,0 0 15,0 0-15,0 0 0,0 0 0,0 0 0,0 0 0,0 0 0,0 0 0,0 0 0,0 0 16,0 0-16,0 0 0,0 0 0,0 0 0,0 0 0,0 25 0,0-25 0,0 0 0,0 0 0,0 0 0,0 0 0,0 0 0,0 24 0,0-24 0,0 0 0,0 0 0,0 0 0,0 25 0,0-25 16,0 0-16,0 0 0,0 0 0,0 0 0,0 25 0,0-25 0,0 0 0,0 0 0,0 25 0,0-25 0,24 0 0,-24 0 0,0 0 15,0 25-15,0-25 0,0 0 0,0 24 0,0-24 0,0 0 0,0 0 0,0 25 0,0-25 16,0 0-16,0 0 0,0 25 0,0-25 0,0 0 0,0 0 15,0 25-15,0-25 16,0 0-16,0 0 0,0 0 0,0 25 0,0-25 0,0 0 0,0 0 0,0 24 0,0-24 0,0 0 0,0 0 16,0 25-16,0-25 0,0 0 0,0 0 0,0 25 0,0-25 15,0 0 1,0 0-16,0 0 0,0 25 0,0-25 0,0 0 0,0 0 15,0 25-15,0-25 16,0 0-16,0 0 0,0 24 0,0-24 0,0 0 0,0 0 0,0 25 0,0-25 0,0 0 16,0 0-16,0 25 0,0-25 0,0 0 0,0 0 0,0 25 0,0-25 0,0 0 0,0 25 31,0-25-31,0 0 15,0 0-15,0 24 0,0-24 0,0 0 0,0 25 0,0-25 0,0 0 0,0 0 0,0 0 0,0 25 16,0-25-16,0 0 0,0 0 0,0 0 0,0 25 0,25-25 16,-25 0-16,0 0 0,0 0 15,0 0 1,0 25-16,0-25 15,0 0-15,0 0 16,0 0 0,0 0-16,0 0 0,0 24 0,0-24 0,0 0 0,25 0 0,-25 25 0,0-25 0,0 0 15,0 0-15,0 0 0,0 25 0,0-25 0,0 0 0,0 0 0,0 0 0,0 0 0,0 0 0,25 25 0,-25-25 0,0 0 16,0 0-16,0 0 0,0 0 0,0 0 0,0 0 0,0 0 0,0 0 0,0 0 0,0 0 0,0 0 0,25 0 0,-25 0 15,0 0-15,0 0 0,0 0 0,0 0 0,0 0 0,24 0 0,-24 0 0,0 0 0,0 0 0,0 0 47,25 0-47,-25 0 0,0 0 0,0 0 0,25 0 0,-25 0 0,0 0 0,0 0 0,0 0 0,0 0 16,0 0-16</inkml:trace>
  <inkml:trace contextRef="#ctx0" brushRef="#br0" timeOffset="73293.1921">9773 5060 0,'0'0'0,"0"0"15,0 0-15,0 0 0,0 0 0,0 0 0,0 0 0,0 0 16,0-25-16,0 25 0,0 0 0,0 0 0,-25 0 0,25 0 31,0 0-31,0 0 0,0 0 0,0 0 0,0 0 16,0 0-16,0 0 0,0 0 0,0 0 0,0 0 0,0 0 0,0 0 0,0 0 0,0 0 0,0 0 0,0 0 15,0 0-15,0 0 16,0 0-16,0 0 0,0 0 0,0 0 0,0-24 0,0 24 15,0 0-15,0 0 0,0 0 0,0 0 0,0 0 0,0 0 16,0 0-16,0 0 0,0 0 0,0 0 0,0 0 0,0 0 0,0 0 62,0 0-62,0 0 0,0 0 0,0 0 0,0 0 0,0 0 0,0 24 16,0-24-16,0 0 0,0 0 0,0 0 0,0 0 0,25 0 0,-25 0 0,0 0 0,0 0 0,0 0 0,0 0 0,0 0 0,0 25 0,0-25 0,0 0 0,0 0 0,0 0 0,0 0 0,0 25 0,0-25 0,0 0 16,0 0-1,0 0-15,25 0 0,-25 25 0,0-25 0,0 0 0,0 0 16,0 25-16,0-25 0,0 0 0,0 0 0,0 0 0,0 24 15,0-24-15,0 0 0,0 0 0,0 0 0,0 25 0,0-25 16,0 0-16,0 0 0,0 25 0,0-25 0,0 0 0,25 0 0,-25 0 16,0 25-16,0-25 0,0 0 0,0 0 0,0 0 0,0 25 15,0-25-15,0 0 0,0 0 0,0 24 0,-25-24 0,25 0 16,0 0-16,0 0 15,0 25-15,0-25 0,0 0 0,0 0 0,-25 25 0,25-25 0,0 0 63,0 0-63,0 0 0,0 25 0,0-25 0,0 0 0,0 0 0,0 25 0,-25-25 15,25 0-15,0 0 0,0 0 0,0 24 0,0-24 0,0 0 0,0 0 0,-25 0 0,25 25 0,0-25 0,0 0 0,0 0 0,0 25 16,0-25-16,0 0 0,-24 0 0,24 0 0,0 0 0,0 25 0,0-25 0,0 0 0,0 0 0,0 0 16,0 0-16,-25 0 0,25 0 0,0 0 0,0 25 0,0-25 31,0 0-31,0 0 0,0 0 0,0 0 0,0 0 0,0 0 0,0 0 0,0 0 15,-25 0-15,25 0 0,0 0 0,0 0 0,0 0 0,0 0 16,0 0-16,0 0 0,0 0 0,0 0 0,0 0 0,0 0 0,0 0 16,0 0-16,0 0 0,-25 0 0,25 0 15,0 0-15,0 0 0,0 0 0,0 0 0,0 0 0,0 0 0,0 0 0,0 0 0,0 0 16,0 0-16,0 0 0,0-25 0,0 25 0,0 0 0,0 0 0,0 0 15,0 0-15,0 0 0,0 0 16,0 0-16,0 0 0,0 0 16,0 0-16,0 0 0,0 0 0,0 0 0,0 0 0,0-25 15,25 25-15,-25 0 0,0 0 0,0 0 0,0 0 0,0 0 16,25-25-16</inkml:trace>
  <inkml:trace contextRef="#ctx0" brushRef="#br0" timeOffset="74179.242">10120 5655 0,'-24'50'0,"24"-50"0,0 0 0,0 0 0,0 0 0,0 0 0,0 0 0,0 0 0,0 0 0,0 0 0,0 0 0,0-25 0,0 25 0,0 0 0,0 0 16,0 0-16,0 0 0,-25 0 0,25 0 0,0 0 0,0 0 0,0-25 0</inkml:trace>
  <inkml:trace contextRef="#ctx0" brushRef="#br0" timeOffset="75450.3155">10021 5606 0,'0'0'0,"0"-25"0,0 25 0,0 0 0,0 0 0,0 0 0,0 0 0,0 0 0,0 0 0,0 0 0,0 0 0,0 0 0,0 0 0,0 0 0,0 0 0,0 0 0,0 0 0,0 0 0,0 0 0,0 0 0,0 0 0,0 0 0,0 0 0,0 0 0,0 0 0,0 0 0,0 0 0,0 0 0,0 0 0,0 0 0,0 0 0,0 0 0,0 0 0,0 0 0,0 0 0,0 0 15,0 0-15,0 0 0,0 0 16,0 0-16,0 0 0,0 0 0,0 0 0,0 0 0,0 0 15,0 0-15,-25 0 0,25 0 0,0 0 0,0 0 0,0 25 16,0-25-16,0 0 0,0 0 0,0 25 0,0-25 0,0 0 16,0 0-16,0 24 0,0-24 0,0 0 0,0 0 0,0 25 0,0-25 15,0 0-15,0 25 0,0-25 0,0 0 16,0 0-1,0 25-15,0-25 0,0 0 0,0 0 0,0 0 0,0 0 0,0 25 16,0-25-16,0 0 0,0 0 0,0 0 16,0 0-16,0 0 15,0 24-15,0-24 0,0 0 0,0 0 0,0 0 0,0 0 0,0 0 0,0 0 78,0 0-78,0 0 0,0 0 0,0 0 16,0 0-16,0 0 0,0 0 0,0-24 0,0 24 0,0 0 0,0 0 0,0 0 0,0 0 0,0 0 0,0 0 0,0 0 0,0 0 0,0-25 0,0 25 0,0 0 0,0 0 0,0-25 0,0 25 0,-25 0 0,25 0 0,0-25 0,0 25 0,0 0 0,0-25 0,25 25 0,-25 0 0,0 0 0,0-24 0,0 24 0,0 0 0,0 0 0,0 0 15,0-25-15,0 25 0,0 0 0,25 0 0,-25 0 0,0 0 16,0-25-16,0 25 0,0 0 0,25 0 0,-25 0 0,0 0 16,0 0-16,25-25 15,-25 25-15,0 0 0,0 0 0,0 0 0,0 0 16,25 0-16,-25 0 0,0 0 0,0-25 0,0 25 0,0 0 15,0 0-15,0 0 0,24 0 0,-24 0 0,0 0 0,0 0 0,0 0 16,0 0-16,0 0 0,0 0 0,0 0 0,0 0 16,0 0-16,0 0 0,25 0 0,-25 0 0,0 0 0,0 0 0,0 0 0,0 0 15,0 0-15,0 0 0,0 0 0,0 0 0,0 0 0,0 0 31,0 0-31,0 25 0,0-25 0,0 0 0,0 0 0,0 0 0,0 0 16,25 0-16,-25 0 0,0 0 0,0 25 16,0-25-16,0 0 0,0 0 0,0 0 0,0 0 0,0 0 0,0 25 0,0-25 15,0 0-15,0 0 0,0 0 0,0 0 0,0 25 0,0-25 16,0 0-16,0 0 0,0 0 0,0 0 0,0 0 0,0 24 15,0-24-15,0 0 0,0 0 0,0 0 0,0 0 0,0 25 16,0-25 0,0 0-16,0 0 0,0 0 0,0 0 0,0 0 0,0 25 15,0-25-15,0 0 0,0 0 0,0 0 0,0 0 0,0 25 0,0-25 16,0 0-16,0 0 0,0 0 0,0 0 0,0 0 0,0 0 0,0 0 0,0 0 15,0 0-15,0 0 0,0 0 0,0 0 16,0 0-16,0 0 16,0 0-16,0 0 0,0 0 0,0 0 0,0 0 0,0 0 0,0 0 15,0 0-15,0 0 0,0 0 0,0 0 0,0 0 0,0 0 16,0 0-16,0 0 0,0 0 0,0 0 31,0 0-31,0 0 0,0 0 0,0 0 0,0 0 0,0 0 0,0 0 0,0 0 0,0-25 0,0 25 0,0 0 0,0 0 0,0-25 0</inkml:trace>
  <inkml:trace contextRef="#ctx0" brushRef="#br0" timeOffset="76039.3492">10641 5581 0,'0'0'0,"0"0"15,0 0-15,0 0 0,0 0 0,0 0 0,0 0 16,0 0-16,0 0 0,0 0 0,0 0 0,0 0 0,0 0 0,0 0 16,0 0-16,0 0 0,0 0 0,0 0 0,0 0 0,0 0 0,0 0 15,0 0-15,0 0 16,0 0-16,0 0 0,0 0 0,0 0 15,0 0-15,0 0 0,0 0 0,0 0 0,0 0 0,0 0 0,0 0 16,0 0-16,0 0 0,0 0 0,0 0 0,0 0 0,0 0 31,0 0-31,0 0 0,0 0 0,-25 25 0,25-25 0,0 0 0,0 0 0,0 0 0,0 0 0,0 25 0,-24-25 0,24 0 0,0 0 16,0 0-16,0 24 0,-25-24 0,25 0 0,0 0 15,0 0 1,-25 25-16,25-25 0,0 0 0,0 0 0,-25 0 0,25 25 16,0-25-16,0 0 0,0 0 0,-25 0 0,25 0 0,0 25 0,0-25 15,0 0-15,0 0 0,0 0 0,0 0 0,-24 0 0,24 0 0,0 0 16,0 0-16,0 0 0,0 0 0,0 0 0,0 0 15,0 0-15,0 0 0,0 0 0,0 0 0,0 0 0,0 0 0,0 0 32,0 0-32,0 0 0,0 0 0,0 0 0,0 0 0,0 0 0,0 0 15,0 0-15,0 0 0,0 0 0,0 0 0,0 0 0,0 0 16,0-25-16,0 25 0,0 0 0,0 0 0,0 0 0</inkml:trace>
  <inkml:trace contextRef="#ctx0" brushRef="#br0" timeOffset="77192.4151">10468 5606 0,'0'0'0,"0"-25"0,0 25 0,0 0 0,0 0 0,0 0 0,0 0 0,0 0 0,0 0 0,0 0 0,0-25 0,0 25 15,0 0-15,0 0 0,0 0 16,0 0-16,0 0 0,0 0 0,0 0 0,0 0 0,0 0 15,0 0-15,0 0 0,0 0 0,0 0 16,0 0-16,0 25 0,0-25 0,0 0 0,0 0 0,0 0 0,0 0 0,0 0 16,0 0-16,0 0 0,24 0 0,-24 0 0,0 0 0,0 25 15,0-25-15,0 0 0,0 0 0,25 0 0,-25 0 0,0 0 16,0 25-16,0-25 0,0 0 0,0 0 0,0 0 0,0 0 15,25 24-15,-25-24 0,0 0 0,0 0 0,0 0 0,0 0 16,0 25-16,0-25 0,0 0 0,25 0 16,-25 0-16,0 0 0,0 0 15,0 25-15,0-25 0,0 0 0,25 0 0,-25 0 0,0 0 16,0 0-16,0 0 0,0 0 0,0 0 0,0 25 0,0-25 140,198-223 453,-148 371-593,-50-123 0,0-25 16,0 0-16,0 0 0,0 0 0,0 0 0,0 0 0,0 0 0,-25-25 0,25 25 0,0 0 0,0 0 15,0 0 1,0 0 15,0 0-15,0-24-1</inkml:trace>
  <inkml:trace contextRef="#ctx0" brushRef="#br0" timeOffset="78661.4991">11261 5507 0,'0'24'15,"0"-24"1,25 25-16,-25 0 31,25-25-31,-25 25 0,0-25 0,0 0 0,0 0 0,0 0 0,0 0 0,0 25 0,0-25 0,0 0 0,0 0 0,0 0 0,0 0 0,0 0 0,0 0 0,0 0 0,0 24 16,0-24-1,0 0 1,0 0-1,0 25-15,0-25 16,0 0-16,0 0 0,0 0 0,0 0 16,0 0-16,0 0 0,0 0 0,0 0 0,0 0 0,0 0 0,0 0 0,0 0 0,0 0 0,0 0 0,0 0 0,0 0 15,0 0-15,0 0 16,0 0-1,0 0 1,0 0-16,0 0 16</inkml:trace>
  <inkml:trace contextRef="#ctx0" brushRef="#br0" timeOffset="80686.615">11137 5581 0,'0'0'0,"0"0"0,0 0 0,0 0 0,0 0 0,0 0 0,0 0 0,0 0 0,0 0 0,0 0 0,0 0 16,0 0-16,0 0 0,0 0 0,0 0 0,0 0 0,0 0 0,0 0 0,0 0 0,-25 0 0,25 0 0,0 0 0,0 0 0,0 0 0,0 0 0,0 0 0,0-25 0,0 25 0,0 0 0,0 0 0,0 0 0,0 0 0,0 0 0,0 0 15,0 0-15,0 0 0,0 0 0,0 0 0,0 0 16,0 0-16,0 0 0,0 0 0,0 0 0,0 0 0,0 0 15,0 0-15,0 0 0,0 0 0,0-25 16,0 25-16,0 0 0,0 0 16,0 0-16,0 0 0,0 0 0,0 0 0,0 0 0,0 0 15,0 0-15,0 0 0,0 0 0,0 0 0,0 0 0,0 0 0,0 0 16,0 25-16,0-25 0,0 0 0,0 0 0,0 0 0,0 0 15,0 0-15,0 0 0,0 0 0,0 0 0,0 0 0,0 0 0,0 25 16,0-25-16,0 0 0,0 0 0,0 25 0,0-25 0,0 0 31,0 0-31,0 0 0,0 25 0,0-25 0,0 0 0,0 0 0,0 24 0,0-24 0,0 0 0,25 0 16,-25 0-16,0 25 0,0-25 0,0 0 0,0 0 0,0 0 93,0 25-93,0-25 0,0 0 0,0 0 0,0 0 0,0 0 0,0 25 0,0-25 0,0 0 0,0 0 0,0 0 0,0 0 0,0 0 0,0 0 0,0 0 0,0 25 0,0-25 0,0 0 0,0 0 0,0 0 0,0 0 0,0 0 0,0 0 0,0 0 0,0 0 0,0 0 16,0 0-16,0 0 0,0 0 0,0 0 0,0 0 0,0 0 0,0 0 0,0 0 16,0 0-16,0 0 0,0 0 0,0 0 0,0 0 0,0 0 15,0 0-15,0 0 0,0-25 0,0 25 0,0 0 16,0 0-16,0 0 0,0 0 0,0 0 0,0-25 15,0 25-15,0 0 0,0 0 0,0 0 0,0 0 0,0-25 0,0 25 0,0 0 16,0 0-16,0 0 0,0 0 0,0-25 0,0 25 0,0 0 0,0 0 16,0 0-1,0 0-15,0-24 0,0 24 0,0 0 0,0 0 0,0 0 0,0 0 16,25-25-16,-25 25 0,0 0 0,0 0 0,0 0 0,0-25 0,0 25 15,0 0-15,0 0 0,0 0 0,0 0 0,0 0 0,0 0 0,25 0 16,-25 0-16,0 0 16,0-25-16,0 25 0,0 0 0,0 0 0,0 0 15,0 0-15,0 0 0,0 0 0,0 0 0,0 0 0,0 0 16,0 0-16,0 0 0,0 0 0,25 0 0,-25 0 0,0 0 15,0 0-15,0 0 0,0 0 0,0 0 0,0 0 0,25 0 0,-25 0 16,0 0-16,0 0 0,0 0 0,0 0 0,0 0 0,0 0 16,24 0-16,-24 0 0,0 0 15,0 0-15,0 0 0,0 0 0,0 0 16,0 0-16,25 0 0,-25 0 0,0 0 0,0 0 0,0 0 15,0 0-15,0 0 0,0 0 0,0 0 0,0 0 0,0 0 0,0 0 0,0 0 16,0 0-16,0 0 0,0 0 0,0 0 0,0 0 0,0 0 16,25 0-16,-25 0 15,0 0-15,0 0 0,0 0 0,0 0 0,0 0 16,0 0-16,0 0 0,0 0 0,0 0 0,0 0 0,0 0 0,0 0 15,0 0-15,0 0 0,0 0 0,0 0 0,0 0 0,0 25 0,0-25 16,0 0 15,0 0-31,0 0 0,0 25 16,0-25-16,0 0 0,0 0 0,0 0 0,0 25 0,0-25 0,-25 0 0,25 0 15,0 0-15,0 0 0,0 0 0,0 0 0</inkml:trace>
  <inkml:trace contextRef="#ctx0" brushRef="#br0" timeOffset="90963.2027">10840 5531 0,'0'0'16,"0"-24"-16,0 24 0,0 0 0,0 0 0,0 0 0,0 0 0,24 0 15,-24 0-15,0 0 0,0 0 0,0 0 0,0 0 16,0 0-16,0 0 0,0 0 0,-24 0 0,24 0 15,0 0-15,0 0 0,0 0 0,0 0 0,0 0 0,0 0 0,0 0 0,0 0 16,0 0-16,0 0 0,0 0 0,0 0 0,0 0 16,0 0-1,0 0-15,0 0 0,0 0 0,0 0 0,0 0 0,0 0 0,0 0 0,0 0 16,0 0-16,0 0 0,0 0 0,0 0 0,0 0 0,0 0 15,0 0-15,0 0 0,0 0 0,0 0 0,0 0 0,-25 0 0,25 0 0,0 0 16,0 0-16,-25 24 0,25-24 0,0 0 0,0 0 16,-25 0-16,25 0 15,0 0-15,0 25 0,-25-25 0,25 0 0,0 0 0,-24 0 0,24 0 16,0 25-16,-25-25 0,25 0 0,0 0 0,-25 0 0,25 25 0,0-25 15,0 0-15,-25 0 0,25 0 0,0 25 0,-25-25 0,25 0 0,0 0 110,-49 24-110,49 1 0,0-25 0,0 0 15,0 0-15,-25 25 0,25-25 0,0 0 16,0 0-16,-25 25 0,25-25 0,0 0 0,0 0 0,-25 25 0,25-25 0,0 0 0,0 0 0,0 0 0,-24 0 0,24 0 0,0 24 0,0-24 0,0 0 0,0 0 15,0 0-15,0 0 0,0 0 0,0 0 0,-25 0 0,25 0 0,0 0 0,0 0 0,0 0 0,0 0 0,0 0 0,0 0 0,0 0 0,0 0 0,0 0 0,0 0 0,0 0 0,0 0 0,25 0 0,-25 0 0,0 0 0,0 0 0,0 0 16,0 0-16,0 0 0,0 0 0,0 0 0,0 0 0,0 0 0,0 0 0,0 0 16,0 0-1,0-24-15,0 24 0,0 0 0,0 0 0,0 0 0</inkml:trace>
  <inkml:trace contextRef="#ctx0" brushRef="#br0" timeOffset="91792.2502">10542 5209 0,'0'0'0,"0"0"0,0 0 0,0 0 0,0 0 0,0-25 0,0 25 0,0 0 0,0 0 0,0 0 0,0 0 0,0 0 0,0-25 0,0 25 0,0 0 0,0 0 0,0 0 0,0 0 16,0 0-16,0 0 0,0 0 0,0 0 0,0 0 0,0 0 0,-25 0 0,25 0 0,0 0 0</inkml:trace>
  <inkml:trace contextRef="#ctx0" brushRef="#br0" timeOffset="93150.3279">10443 5184 0,'25'0'0,"-25"0"15,0 0-15,0 25 0,0-25 0,0 0 0,0 0 16,0 0-16,0 0 0,0 0 0,0 0 0,0 0 0,-25 0 0,25 0 31,0 0-31,0 0 0,0 0 0,0 0 0,0 0 0,0 0 0,0 0 16,0 0-16,0 0 0,0 0 0,0 0 0,0 0 0,0 0 0,0 0 0,0 0 15,25 0-15,-25 0 0,0 0 0,0 25 0,0-25 0,0 0 0,0 0 0,0 0 0,0 0 16,0 0-16,0 0 0,-25 0 0,25 0 0,0 0 0,0 0 16,0 25-16,0-25 0,0 0 15,0 0-15,0 0 0,0 0 16,0 0-16,25 0 0,-25 0 0,0 24 0,0-24 0,0 0 0,0 0 0,0 0 0,0 25 15,0-25-15,0 0 0,0 0 0,0 25 0,0-25 0,24 0 0,-24 25 32,0-25-32,0 0 0,0 25 0,0-25 0,0 0 0,0 24 0,0-24 0,0 25 15,0-25-15,25 0 47,-25 25-47,0-25 0,0 25 0,0-25 0,0 0 0,0 25 0,0-25 0,0 24 0,25-24 0,-25 0 0,0 25 0,0-25 0,0 0 0,0 25 0,25-25 0,-25 0 0,0 25 0,0-25 0,0 0 0,0 25 0,25-25 16,-25 0-16,0 24 0,0-24 0,0 0 0,0 0 0,24 25 15,-24-25 32,0 0-47,0 25 0,0-25 0,0 0 0,25 0 0,-25 25 0,0-25 0,0 0 0,0 0 0,0 25 0,25-25 0,-25 0 0,0 0 0,0 24 0,0-24 0,0 0 0,0 0 0,0 0 0,0 25 0,0-25 16,0 0-16,0 0 0,25 0 0,-25 25 0,0-25 0,0 0 140,25 50 359</inkml:trace>
  <inkml:trace contextRef="#ctx0" brushRef="#br0" timeOffset="98831.6528">2530 6871 0,'0'0'0,"0"0"15,0 0-15,0 0 0,-25 0 0,25 0 0,0-25 0,0 25 32,0 0-32,0 0 0,0 0 0,0 0 0,0 0 0,0 0 0,0 0 15,0 0-15,0 0 0,0 0 0,0 0 0,0 0 0,0 0 0,0 0 0,0-25 16,0 25-16,0 0 0,0 0 0,0 0 0,0 0 0,0 0 0,0 0 15,0 0 1,0 0-16,0 0 0,0 0 0,0 0 16,0 0-16,0 0 0,0 0 0,0 0 0,0 0 0,0 0 0,0 0 15,0 0-15,0 0 0,0 0 0,0 0 0,0 0 0,0 0 0,0 0 0,0 0 0,0 0 1451,273 397-1092,-273-397-328,0 25-31,0-25 16,0 0-16,0 0 0,-25 0 0,25 0 0,0 0 0,0 0 0,0 0 0,-24 0 0,24 0 0,0-25 0</inkml:trace>
  <inkml:trace contextRef="#ctx0" brushRef="#br0" timeOffset="102461.8605">2530 6896 0,'0'-25'0,"0"25"0,0 0 0,0 0 0,0 0 0,0 0 0,0 0 0,0 0 15,0 0-15,0 0 0,0 0 0,0 0 0,0 0 0,0 0 0,0 0 16,0 0 0,0 0-16,0 0 0,0 0 0,0 0 0,0 0 0,0 0 0,0 0 0,0 0 0,0 0 0,0 0 0,0 0 15,0 0-15,0 0 0,0 0 0,0 0 0,0 0 0,0 0 0,0-25 0,0 25 0,0 0 0,0 0 0,0 0 0,0 0 0,0 0 16,0 0-1,0 0 1,0 0-16,-25-25 140,25 25-140,0 0 16,0 0-16,0 0 0,0 0 0,0 0 0,0 0 0,0 0 0,0 0 0,0 0 16,0 0-16,0 0 0,0 0 0,0 0 0,0 0 0,0 0 0,0 0 0,0 0 0,0 0 0,0 0 0,0 0 0,0 0 15,0 0-15,0 0 0,0 0 0,0 0 0,0 0 0,0 0 0,0 0 0,0 0 16,0 0-1,0 0 1,0 0 0,0 0-1,0 0-15,0 0 0,0 0 0,0 0 0,0 0 0,0 0 0,0 25 0,0-25 0,0 0 0,0 0 0,0 0 0,0 0 0,0 25 0,0-25 0,0 0 0,0 0 0,0 0 0,0 25 0,-25-25 0,25 0 0,0 0 16,0 25-1,-24 99 48,24-124-63,0 24 0,0-24 0,-25 25 0,25-25 0,0 0 0,0 25 0,0-25 0,0 0 0,0 25 0,0-25 0,0 0 0,0 25 0,0-25 31,0 24-31,0-24 0,0 0 0,0 25 0,0-25 0,0 0 0,0 0 0,0 0 0,0 25 0,0-25 0,0 0 0,0 0 0,0 0 0,0 25 0,0-25 0,0 0 0,0 0 0,-25 0 0,25 0 16,0 0-16,0 0 0,0 0 0,0 25 0,0-25 0,0 0 0,0 0 0,0 0 0,0 0 0,0 0 0,0 0 0,0 0 0,0 0 0,0 24 0,0-24 15,25 0 1,-25 0-16,0 0 0,0 0 0,0 0 0,0 0 0,0 0 0,0 0 0,0 25 0,0-25 15,0 0-15,0 0 0,0 0 0,0 0 0,0 0 0,0 0 0,0 0 16,0 0-16,0 0 0,0 0 0,0 0 0,0 0 0,-25 0 16,25 0-16,0 0 0,0 0 0,0 0 0,0 0 15,0 0-15,0 0 0,0 0 0,0 0 0,0 0 0,0 0 0,0 0 0,0 0 16,0 0-16,0 0 0,25 25 0,-25-25 0,0 0 0,0 0 31,0 0-31,0 0 0,-25 25 0,25-25 0,0 0 562</inkml:trace>
  <inkml:trace contextRef="#ctx0" brushRef="#br0" timeOffset="104412.9721">3076 6896 0,'0'0'16,"0"0"-16,0 0 0,0 0 0,0 0 0,0 0 0,0 0 0,0-25 0,0 25 0,0 0 15,0 0-15,0 0 0,0 0 0,0 0 0,0 0 0,0 0 0,0 0 31,0 0-31,0 0 0,0 0 0,0 0 0,0 0 0,0 0 0,0 0 16,0-25-16,0 25 0,0 0 0,0 0 0,0 0 0,0 0 16,0 0-16,0 0 0,0 0 0,0 0 0,0 0 0,0 0 31,0 0-31,0 0 0,0 0 0,0 0 0,0 0 0,0 0 0,0 0 0,0 0 0,0 0 0,0 0 15,0 0-15,0 0 16,0 0-16,0 0 0,0 0 0,0 0 0,0 0 0,0 0 0,0 0 0,0 0 0,0 0 0,0 0 16,0 0-16,0 0 0,0 0 0,0 0 0,0 0 0,0 0 0,0 0 15,0 0-15,0 0 0,0 0 0,0 0 0,0 0 0,0 25 16,0-25-16,0 0 0,0 0 0,-25 0 0,25 25 0,0-25 0,0 0 31,0 25-31,-25-25 0,25 0 0,0 24 0,0-24 0,-25 0 0,25 0 0,0 25 0,0-25 16,0 0-16,0 25 0,-24-25 0,24 0 0,0 0 0,0 25 0,0-25 15,0 0 1,-25 0-16,25 25 0,0-25 0,0 0 0,0 0 0,0 0 0,-25 24 15,25-24-15,0 0 0,0 0 0,0 0 0,0 25 0,0-25 16,-25 0-16,25 0 0,0 0 0,0 25 0,0-25 0,0 0 0,0 0 16,0 0-16,0 0 0,0 25 0,0-25 0,-25 0 0,25 0 15,0 0-15,0 0 0,0 0 0,0 0 16,0 0-16,0 0 0,0 0 15,0 0-15,0 0 0,0 0 0,0 0 0,0 0 0,0 0 0,0 0 16,0 0-16,0 0 0,0 0 0,0 0 0,0 0 0,0 0 0,0 0 16,0 0-16,0 0 0,0 0 0,0 0 0,0 0 0,0 0 0,0 0 15,0 0-15,0 0 0,0 0 0,0 0 0,0 0 0,0 0 31,0 0-31,0 0 0,0 0 0,0 0 0,0 0 0,0 0 0,0 0 16,0 0-16,0 0 0,0 0 0,0 0 0,0 25 0,0-25 0,0 0 0,0 0 16,-24 0-16,24 0 0,0 0 0,0 0 0,0 0 15,0 0-15,0 0 16,0 0-16,0 0 0,0 0 0,0 0 0,0 0 0,0 0 0,0 0 0,0 0 0,0 0 0,0 0 15,0 24-15,0-24 0,0 0 0,0 0 0,0 0 0,0 0 16,0 0-16,0 0 0,0 0 16,0 0-16,0 0 0,0 0 0,0 0 15,0 0-15,0 0 0,0 0 0,0 0 0,0 0 0,0 0 0,0 0 16,0 0-16,0 0 0,0 0 0,0 0 62,0 0-62,0 0 0,0 0 0,0-24 0,0 24 0,0 0 0,0 0 0,0 0 16,0 0-16,0 0 0,0-25 0,0 25 0,24 0 0,-24 0 15,0-25-15,25 25 0,-25 0 0,0 0 0,0-25 0,25 25 0</inkml:trace>
  <inkml:trace contextRef="#ctx0" brushRef="#br0" timeOffset="105495.034">3051 6921 0,'0'24'0,"0"-24"0,0 0 0,0 25 0,0-25 16,0 25-16,0-25 0,0 0 0,0 25 0,0-25 0,0 0 0,0 25 0,0-25 0,0 0 0,0 24 0,0-24 0,0 0 0,0 25 0,0-25 0,0 0 0,25 25 0,-25-25 0,0 0 0,0 25 0,0-25 0,0 0 0,0 25 0,0-25 0,0 0 0,0 24 0,0-24 0,0 0 0,0 25 0,0-25 0,0 0 0,0 0 0,0 25 15,0-25-15,0 0 0,0 25 0,0-25 0,0 0 0,0 0 16,0 25-16,0-25 0,0 0 0,0 0 0,0 24 0,0-24 16,0 0-1,0 0-15,0 0 0,0 0 0,0 25 0,0-25 0,0 0 0,0 0 16,0 0-16,0 0 0,0 25 0,0-25 0,0 0 0,0 0 15,0 0-15,0 25 0,0-25 0,0 0 0,0 0 0,0 0 0,0 25 16,0-25-16,0 0 0,0 0 0,0 0 0,0 0 0,0 24 31,0-24-31,0 0 0,0 0 0,0 0 0,0 0 0,0 0 0,0 0 0,0 0 0,0 0 16,0 0-16,0 0 0,0 0 0,0 0 0,0 0 0,0 0 0,0 0 15,0 0-15,0 0 0,0 0 0,0 0 0,0 0 0,0 0 0,0 0 16,0 0-16,0 0 16,0 0-16,0 0 0,0-24 0,0 24 0,0 0 0,0 0 15,0 0-15,0-25 0,0 25 0,0 0 0,0 0 0,0 0 16,0-25-16,0 25 0,0 0 0,0 0 15,0 0-15,0 0 0,0 0 0,0-25 0</inkml:trace>
  <inkml:trace contextRef="#ctx0" brushRef="#br0" timeOffset="107301.1373">3547 7144 0,'0'0'0,"0"0"16,0 0-16,0 0 0,0 0 0,0 0 0,0-25 16,0 25 15,0 0-31,0 0 0,0 0 0,0 0 0,0 0 0,0 0 0,0 0 0,0 0 0,0 0 0,0 0 0,0 0 0,0-25 0,0 25 0,0 0 0,0 0 0,-25 0 31,25 0-31,0 0 0,0 0 0,0 0 0,0 0 0,0 0 16,0 0-16,0 0 0,0 0 0,0-25 0,0 25 0,0 0 0,-25 0 15,25 0-15,0 0 0,0 0 0,0 0 0,0 0 0,-24 0 16,24 0-16,0 0 0,0 0 0,0 0 0,0 0 0,0 0 0,0 0 15,0 0-15,0 0 0,-25 0 0,25 0 0,0 0 0,0 0 16,0 0-16,0 0 0,0 0 16,0 0-16,0 0 0,-25 0 0,25 0 15,0 0-15,0 0 0,0 25 0,0-25 0,0 0 0,0 0 0,0 0 16,-25 0-16,25 0 0,0 0 0,0 0 468,199 75-234,-224-75-234,25 0 0,0 0 0,0 0 0,0 0 0,0 0 0,0 0 0,0 0 47,0 24-16,0-24-31,-25 0 0,25 0 0,0 0 15,0 0-15,0 0 0,0 0 0,0 0 0,0 0 0,0 0 0,0 0 0,0 0 0,0 0 0,0 0 0,0 0 0,0 0 0,0 0 0,0 0 16,0 0-16,0 0 0,0 0 0,0 0 0,0 0 0,0 0 0,0 0 0,0 0 0,0 0 0,0 0 0,0 0 0,0 0 0,-25 0 0,25 0 0,0 0 0,0 0 0,0 0 0,0 0 16,0 0-16,0 0 0,0 0 0,0 0 0,0 25 0,0-25 0,0 0 0,0 0 15,0 0-15,0 0 0,0 0 0,0 0 0,0 0 16,0 0-16,0 0 0,0 0 0,0 0 0,0 0 0,0 0 0,0 0 0,0 0 0,0 0 0,0 0 0,0 0 31,0 0-31,0 0 0,0 0 0,0 0 0,0 0 31,0 0-31,0 0 0,0 0 0,0 0 0,0 0 0,0 0 0,0 0 0,0 0 0,0 0 0,0 0 0,0 0 0,0 0 0,0 0 16,0 0-16,0 0 0,0 0 15,0 0-15,0 0 0,0 0 0,0 0 0,0 0 0,0 0 0,0 0 0,0 0 0,0 0 0,0 0 16,0 0-16,-25 0 0,25 0 0,0 0 0,0 0 16,0 0-16,0 0 0,0 0 0,0 0 0,0 0 0,0 0 0,0 0 15,0 0 16,0-25-31,0 25 0,0 0 0,0 0 0,0 0 0,0 0 0,0-24 16</inkml:trace>
  <inkml:trace contextRef="#ctx0" brushRef="#br0" timeOffset="109237.248">3572 7169 0,'0'0'0,"0"0"0,0 0 0,0 0 0,0 0 16,0 0-16,0 0 0,0 0 0,0 0 0,0 0 0,0 0 0,0 0 0,0 0 0,0 0 0,0 0 0,0 0 0,0 0 0,0 0 0,0 0 0,-25 0 0,25 0 0,0 0 0,0 0 0,0 0 0,0 0 0,0 0 0,0 0 0,0 0 0,0 0 0,0 0 0,0 0 0,0 0 0,0 0 0,0 0 0,0 0 0,0 0 0,0 0 31,0-25-31,0 25 0,0 0 0,-25 0 15,25 0-15,0 0 0,0 0 0,0 0 0,0 0 0,0 0 0,0 0 0,0 0 0,0 0 0,0 0 0,0 0 0,0 0 0,0 0 0,0 0 16,0 0-16,-25 0 16,25 0-16,0 0 0,0 0 0,0 0 15,0 0-15,0 0 0,0 0 0,0 0 0,0 0 0,0 0 16,0 0-16,-24 0 0,24 0 15,0 0-15,0 0 0,0 0 0,0 0 0,0 0 0,0 0 0,0 0 0,0 0 0,0 0 0,0 0 0,-25 0 63,25 0-63,0 0 0,0 0 0,0 0 0,0 0 0,0 0 0,0 0 0,0 0 0,0 0 0,0 0 0,0 0 0,0 0 0,0 0 0,0 0 0,-25 0 0,25 0 0,0 0 0,0 0 0,0 0 0,0 0 0,0 0 0,0 0 15,0 25-15,0-25 0,0 0 0,0 0 0,0 0 0,-25 0 16,25 0 0,0 0-16,0 0 0,0 0 0,0 0 0,0 0 0,0 0 0,0 0 31,0 0-31,0 24 0,0-24 15,0 0-15,0 0 0,0 0 0,-25 0 0,25 0 0,0 0 0,0 25 0,0-25 0,0 0 0,0 0 0,0 0 0,0 0 16,0 0-16,0 0 0,0 25 0,0-25 0,0 0 0,0 0 0,0 0 16,0 0-16,0 0 0,0 0 0,0 25 0,0-25 0,0 0 15,0 0-15,-24 0 0,24 0 0,0 0 31,0 0-31,0 25 0,0-25 0,0 0 0,0 0 0,0 0 0,0 0 0,0 0 0,0 0 0,0 24 0,0-24 0,0 0 16,0 0-16,0 0 0,0 0 0,0 0 0,0 0 0,0 25 16,0-25-16,0 0 0,0 0 0,0 0 0,0 0 0,0 25 0,0-25 15,0 0-15,0 0 0,0 0 16,0 0-16,0 0 0,0 25 0,0-25 15,0 0-15,24 0 0,-24 0 0,0 0 0,0 0 0,0 0 16,0 0-16,0 0 0,0 0 0,0 0 0,25 25 0,-25-25 0,0 0 16,0 0-16,0 0 0,0 0 0,0 0 0,0 0 0,0 0 93,0 0-93,0 0 0,0 0 0,25 0 0,-25 0 0,0 0 0,0 0 0,0 24 0,0-24 0,0 0 0,25 0 0,-25 0 0,0 0 0,0 0 0,0 0 0,0 0 0,0 0 0,25 0 0,-25 0 0,0 0 0,0 0 0,0 0 0,24 0 0,-24-24 0,0 24 16,0 0-16,0 0 0,0 0 0,0 0 0,25 0 0,-25 0 0,0 0 0,0 0 0,0 0 0,0 0 0,0 0 0,25 0 0,-25 0 0,0 0 31,0 0-31,0 0 0,25 0 0,-25 0 16,0 0-16,0 0 0,0 0 0,0 0 0,0 0 0,25 0 0,-25-25 0,0 25 0,0 0 0,0 0 0,0 0 0,0 0 15,0-25-15,0 25 0,0 0 0,0 0 0,24-25 0,-24 25 31,0 0-31,0 0 0,0-25 0,0 25 0,0 0 0,0 0 16,0-24-16,0 24 0,0 0 0,0 0 0,0 0 0,0-25 0,-24 25 16,24 0-16,0 0 0,0 0 0,0-25 0,0 25 0,0 0 15,0 0-15,0 0 0,0 0 0,0 0 0,0 0 0,0 0 0,0 0 655</inkml:trace>
  <inkml:trace contextRef="#ctx0" brushRef="#br0" timeOffset="111738.3911">3597 7218 0,'0'0'16,"0"0"-16,0 0 0,0 0 0,0 0 0,0 0 0,0 0 0,0 0 16,0 0-16,0 0 0,0 0 0,0 0 0,0 0 0,0 0 0,0 0 15,0 0 1,0 0-16,0 0 0,0 0 0,0 0 0,0 0 15,0 0-15,0 0 0,0 0 0,0 0 0,0 0 0,0 0 0,0 0 16,0 0-16,0 0 0,0 0 0,0 0 0,0 0 0,0 0 16,0 0-16,0 0 0,0 0 0,0 0 0,0 0 15,0 0-15,0 0 0,0 0 0,0 0 0,0 0 0,0 0 0,0 0 0,0 0 16,0 0-1,0 0-15,0 0 0,0 0 0,0 0 0,0 0 94,0 0-94,0 0 0,0 0 0,0 0 0,0 0 0,0 0 0,0 0 0,0 0 0,0 0 0,0 0 0,0 25 16,0-25-16,0 0 0,0 0 0,0 0 0,0 0 0,0 0 0,0 0 0,0 0 0,0 25 0,0-25 15,0 0-15,0 0 0,0 0 0,0 25 0,0-25 0,0 0 0,0 0 0,0 0 0,0 24 0,0-24 0,0 0 0,0 0 0,0 0 0,0 25 0,0-25 0,0 0 0,0 0 0,0 25 0,0-25 0,0 0 0,0 0 0,0 25 0,24-25 16,-24 0-16,0 0 0,0 0 0,0 25 0,0-25 0,0 0 15,0 0-15,0 0 0,0 0 0,0 24 0,0-24 0,0 0 16,0 0 0,0 0-16,0 0 0,0 0 0,0 25 0,0-25 0,0 0 15,0 0-15,0 0 0,0 0 0,0 0 0,0 25 0,0-25 16,0 0-16,0 0 0,0 0 0,0 0 0,0 0 0,0 25 15,0-25-15,0 0 0,0 0 0,0 0 0,0 0 0,0 0 0,0 0 16,0 0-16,0 0 0,0 0 0,0 0 0,0 0 0,0 0 718</inkml:trace>
  <inkml:trace contextRef="#ctx0" brushRef="#br0" timeOffset="113051.4661">4415 7218 0,'0'0'0,"0"0"0,0 0 0,0 0 0,0 0 0,0 0 0,0 0 0,0 0 0,0 0 0,0 0 0,0 0 0,0 0 0,0 0 0,0 0 0,0 0 0,0 0 0,0 0 0,0 0 0,0 0 0,0 0 62,0 0-62</inkml:trace>
  <inkml:trace contextRef="#ctx0" brushRef="#br0" timeOffset="115821.6246">4490 6846 0,'0'0'0,"0"0"0,0 0 0,0 0 0,0 0 0,0 0 0,0 0 0,0 0 0,0 0 16,0 0-16,0 0 0,0 0 0,0 0 0,0 0 0,0 0 16,0 0-16,0 0 0,0 0 0,0 0 0,0 0 0,0 0 15,0 0-15,0 0 0,-25 0 0,25 0 0,0 0 0,0 0 0,0 0 0,0 0 16,0 0-16,0 0 0,0 0 0,0 0 0,0 0 0,0 0 15,0 0 1,0 25-16,0-25 0,0 0 0,0 0 0,0 25 0,0-25 16,0 0-16,0 0 0,0 25 0,-25-25 0,25 24 0,0-24 0</inkml:trace>
  <inkml:trace contextRef="#ctx0" brushRef="#br0" timeOffset="128188.3319">4415 6747 0,'0'0'0,"0"0"15,0 0-15,0 0 0,0 0 0,0 0 0,0 0 0,0 0 16,0 0-16,0 0 0,0 0 0,0 0 0,0 0 0,0 0 16,0 0-16,0 0 0,0 0 0,0 0 0,0 0 0,0 0 0,0 0 15,0 0-15,0 0 0,0 0 0,0 0 0,0 0 0,0 0 16,0 0-1,0 0-15,0 0 0,0 0 0,0 0 0,0 0 0,0 0 16,0 0-16,0 0 0,0 25 0,0-25 0,0 0 0,0 0 47,0 24-47,0-24 0,0 0 0,0 25 0,-25-25 0,25 0 0,0 25 0,0-25 0,0 25 0,0-25 0,0 25 15,0 0 1,0-25-16,0 24 0,0 1 0,0-25 0,0 25 0,0 0 0,0 0 0,0-1 0,0-24 16,0 25-16,0 0 0,0 0 0,0 0 0,-24-25 0,24 24 0,0 1 0,0-25 0,0 25 0,0-25 0,0 25 0,0 0 0,0-25 0,0 24 15,0-24-15,0 25 0,0-25 0,0 25 16,0-25-16,0 0 0,0 25 15,0-25-15,0 25 0,-25-25 0,25 0 0,0 24 0,0-24 16,0 0-16,0 0 0,0 25 0,0-25 0,0 0 0,0 0 0,0 25 16,0-25-16,0 0 0,0 0 0,0 0 0,0 0 0,0 25 15,0-25-15,0 0 0,0 0 0,0 0 0,0 0 0,0 0 0,0 0 16,0 0-16,0 0 0,0 0 15,0 0-15,0 0 0,0 0 16,0 0-16,0 0 0,0 0 0,0 0 0,0 0 0,-25-25 62,25 25-62,0 0 0,0 0 0,0-25 0,-25 25 0,25 0 0,0 0 16,0-25-16,-25 25 0</inkml:trace>
  <inkml:trace contextRef="#ctx0" brushRef="#br0" timeOffset="128410.3446">4118 7218 0,'0'0'16,"0"-25"0,0 25-16,0 0 0,0 0 0,0 0 0,0 0 0,0 0 15,24 0-15,-24 0 0,0 0 0,0 0 0,0 0 0,0-24 0,0 24 16,0 0-16,25 0 0,-25 0 0,0 0 0,0 0 0,25 0 15,-25 0-15,0 0 0,25 0 0,-25 0 0,25 0 0,-25 0 16,24-25-16,-24 25 0,25 0 0,-25 0 0,0 0 0,25 0 0,-25 0 16,0 0-16,25 0 0,-25 0 15,0 0-15,25 25 0,-25-25 16,0 0-16,24 0 0,-24 0 0,0 0 0,0 0 0,0 24 15,0-24-15,25 0 0,-25 0 0,0 0 0,0 0 0,0 25 0,0-25 16</inkml:trace>
  <inkml:trace contextRef="#ctx0" brushRef="#br0" timeOffset="128934.3746">4514 7516 0,'0'0'16,"0"0"-16,0 0 0,0 0 0,0 0 0,-24-25 0,24 25 15,0 0-15,0 0 0,0 0 0,0 0 0,0-25 0,0 25 0,0 0 31,0 0-31,0-25 0,0 25 0,0 0 0,0 0 0,0-24 0,0 24 0,0 0 16,0-25-16,0 25 0,24 0 0,-24-25 0,0 25 0,0 0 16,0-25-16,25 25 0,-25 0 0,0 0 0,0-25 0,0 25 0,0 0 46,25 0-46,-25 0 0,0-24 0,0 24 0,25 0 0,-25 0 0,0 0 0,25-25 0,-25 25 0,0 0 0,0 0 0,24 0 0,-24 0 0,0 0 0,0 0 0,0 0 0,25 0 0,-25 0 16,0 0-16,0 0 16,0 0-16,0 25 0,0-25 0,25 0 15,-25 0-15,0 24 0,0-24 0,0 25 0,0-25 0,0 0 0,0 25 16,0-25-16,0 25 0,0-25 0,0 0 0,0 25 0,0-25 15,0 24-15,0-24 0,0 0 0,0 25 0,0-25 0,0 25 16,0-25-16,0 0 0,0 25 0,0-25 0,0 0 0,0 0 16,0 0-16,0 0 0,0 25 0,0-25 0,0 0 0,0 0 15,0 0 1,0 0-16,0 0 0,0 0 0,0 0 0,0 0 0,25 0 15,-25 0-15,0 0 0,0 0 0,25 0 0</inkml:trace>
  <inkml:trace contextRef="#ctx0" brushRef="#br0" timeOffset="129780.423">4837 7243 0,'0'0'0,"0"0"0,0 0 0,0 0 0,0 0 0,-25 0 0,25 0 0,0 0 0,0 0 0,0 25 0,-25-25 0,25 0 0,0 0 0,-25 0 0,25 0 0,0 25 0,0-25 0,-24 0 0,24 0 0,0 0 0,0 24 0,-25-24 0,25 0 0,0 0 0,0 25 0,0-25 0,-25 0 0,25 25 0,0-25 0,0 0 0,0 25 0,-25-25 0,25 25 0,0-25 0,0 0 15,0 24-15,0-24 0,0 25 0,0-25 0,0 0 16,0 25-16,0-25 0,25 0 0,-25 25 0,0-25 15,0 0-15,0 0 0,0 25 0,25-25 0,-25 0 16,0 0-16,0 0 0,0 0 0,0 0 0,25 0 0,-25 0 0,0 0 16,0 0-16,0 0 0,24 0 0,-24 0 0,0 0 0,0 0 0,0 0 15,25 0-15,-25 0 16,0 0-16,0 0 15,25 0-15,-25 0 0,0-25 0,0 25 0,25 0 0,-25 0 0,0 0 16,0-25-16,0 25 0,25 0 0,-25 0 0,0-25 0,0 25 0,25 0 0,-25-25 0,0 25 16,0 0-16,0-24 0,24 24 0,-24-25 0,0 25 0,0 0 0,0-25 31,0 25-31,0 0 0,0 0 0,0-25 0,0 25 0,0 0 0,0-25 47,0 25-47,0 0 0,0 0 0,0 0 0,0-24 0,0 24 0,0 0 0,0 0 0,0 0 0,0 0 0,0 0 0,0 0 0,0 0 0,0 0 0,0 0 0,0 0 0,0 0 0,0 0 0,0 0 0,0 0 15,0 0-15,0 0 0,0 0 0,0 0 0,0 0 16,0 0-16,0 0 0,0 0 0,0 0 15,0 0 1,0 0-16,-24 24 0,24-24 0,0 0 0,0 0 0,0 0 0,0 0 0,0 0 16,0 0-16,0 0 0,0 0 0,24 0 0,-24 0 0,0 0 15,0 0-15,0 0 0,0 0 0,0 0 0,0 25 0,0-25 16,0 0-16,0 0 0,0 0 0,0 0 0,0 0 0,0 0 0,0 25 15,0-25-15,0 0 0,0 0 0,0 0 0,0 25 0,0-25 16,0 0-16,0 0 0,0 0 16,0 25-16,0-25 0,0 0 15,0 0-15,0 24 0,0-24 0,0 0 0,0 25 0,0-25 0,0 0 47,0 25-47,0-25 0,0 25 16,0-25-16,0 0 0,0 25 0,25-25 0,-25 0 0,0 0 0,0 24 0,0-24 0,0 0 0,0 0 0,0 0 0,0 0 0,0 0 0,0 0 0,0 0 0,0 0 0,25 0 0,-25 0 0,0 0 46,0-24-46,0 24 0,25 0 0,-25 0 0,0 0 0,0-25 16,25 25-16,-25 0 16,0-25-16,0 25 0,24 0 0,-24 0 0,0-25 15,0 25-15,25 0 0,-25 0 0,0-25 0,0 25 0,0 0 0,0 0 0,25-24 0,-25 24 0,0 0 0,0 0 0,0-25 0</inkml:trace>
  <inkml:trace contextRef="#ctx0" brushRef="#br0" timeOffset="130374.457">5085 7268 0,'25'0'15,"-25"0"-15,0 0 0,0 0 0,0 0 0,0 0 0,0-25 0,0 25 16,-25 0-16,25 0 0,0 0 0,0 0 0,0 0 0,0 0 15,0 0 1,0 0-16,0 0 0,0 0 0,0 0 0,0 0 0,0 0 0,0 0 16,0 0-16,0 0 0,0 0 0,0 0 0,0 0 0,0 0 0,0 0 46,25 0-46,-25 0 0,0 25 0,0-25 0,0 0 0,0 25 0,0-25 0,0 0 0,0 0 0,0 24 0,0-24 0,0 0 0,0 25 0,0-25 0,0 0 16,0 25-16,-25-25 16,25 0-16,0 25 0,0-25 0,0 0 15,0 25-15,0-25 0,0 0 0,0 24 0,0-24 0,0 0 0,0 0 0,0 25 0,0-25 0,0 0 16,0 0-16,0 0 0,25 25 0,-25-25 0,0 0 0,0 0 15,0 0-15,0 0 0,0 0 0,0 0 0,0 0 0,0 0 16,0 0-16,0 0 0,0 0 0,0 0 0,0 0 0,0 0 16,0 0-16,0 0 0,0 0 0,0 0 0,0 0 15,0-25-15,0 25 0,0 0 0,0 0 0,0 0 0,0 0 0,0-25 16,25 25-16,-25 0 15,0 0-15,0-24 0,0 24 0,0 0 0,0 0 0,24-25 16,-24 25-16,0 0 0,0-25 0,25 25 0,-25 0 16,0-25-16,0 25 0,25-25 0,-25 25 0,0 0 0,25-24 0,-25 24 0,0 0 93,0-25-93,25 25 0,-25 0 0,0 0 0,0 0 0,0-25 0,24 25 0,-24 0 0,0 0 0,0 0 0,0 0 0,0 0 16,0 0-16,0 0 0,0 0 0,0 0 0,0 0 0,0 0 0,0 0 0,0 25 0,0-25 0,0 0 0,0 0 0,0 0 0,0 25 0,0-25 0,0 0 15,0 24-15,0-24 0,0 25 0,0-25 0,0 25 0,0-25 0,0 25 16,0-25-16,0 25 0,0-25 0,0 24 0,0-24 0,25 0 0,-25 25 0,0-25 16,0 25-16,0-25 0,0 0 0,0 0 0,0 25 0,0-25 0,0 0 0,0 0 0,25 0 0,-25 0 15,0 0-15,0 0 0,0 0 0,25 0 0,-25 0 0,0 0 0,0 0 16,25 0-16,-25-25 0,0 25 0,24 0 0,-24 0 0,0-25 15,25 25-15,-25 0 0,0-25 0,25 25 0,-25 0 0,0-24 16,0 24 0,25-25-16,-25 25 0</inkml:trace>
  <inkml:trace contextRef="#ctx0" brushRef="#br0" timeOffset="132721.5912">4738 7020 0,'0'0'0,"0"0"16,0 0-16,0 0 0,0 0 0,0 0 0,0 0 0,0 0 15,0 0-15,0 0 0,0 0 0,0 0 0,0 0 0,0 0 16,0 0-16,0 0 0,0-25 0,0 25 0,0 0 0,0 0 15,0 0-15,0 0 0,0 0 0,0 0 16,0 0-16,0 0 0,0 0 0,0 0 16,0 0-16,0 0 0,0 0 0,0 0 0,0 0 0,0 0 15,0 0-15,0 0 0,0 0 0,0 0 0,0 0 0,0 0 16,0 0-16,0 0 0,24 0 0,-24 0 0,0 0 0,0 0 0,0 0 15,0 0-15,0 0 0,25 0 0,-25-25 0,0 25 0,0 0 0,0 0 16,25 0-16,-25 0 16,0-25-16,0 25 0,25 0 0,-25 0 0,0 0 0,0 0 15,25 0-15,-25-24 0,0 24 0,0 0 0,25 0 0,-25 0 31,0 0-31,0 0 0,0 0 0,24 0 0,-24-25 0,0 25 0,0 0 0,0 0 0,0 0 0,0 0 0,0 0 16,0 0-16,0 0 0,0 0 0,0 0 0,0 0 0,0 0 16,0 0-16,0 0 0,0 0 0,0 0 0,25 0 0,-25 0 0,0 0 31,0 0-31,0 0 0,0 0 0,0 0 0,0 0 0,0 0 0,0 0 15,0 0-15,0 0 0,0 0 0,0 0 0,0 0 0,0 25 16,0-25-16,0 0 0,0 0 0,0 0 0,0 0 0,25 0 0,-25 0 16,0 24-16,0-24 0,0 0 0,0 0 0,0 0 0,0 0 15,0 0-15,25 0 0,-25 25 0,0-25 0,0 0 16,0 0-16,0 0 15,0 0-15,0 0 0,25 0 0,-25 25 0,0-25 0,0 0 16,0 0-16,0 0 0,0 0 0,0 0 0,0 0 0,0 0 0,0 0 62,0 0-62,0 0 0,0 0 0,0 0 0,0 0 0,0 0 0,0 0 0,0 0 0,24 25 0,-24-25 16,0 0-16,0 0 0,0 0 0,0 0 0,0 0 0,0 0 0,0 0 0,0 0 0,0 0 16,0 0-16,0 0 0,0 0 0,0 0 0</inkml:trace>
  <inkml:trace contextRef="#ctx0" brushRef="#br0" timeOffset="133307.6243">4787 8012 0,'0'0'16,"0"0"-16,0 0 0,0 0 0,0-25 0,0 25 0,0 0 15,0 0-15,0 0 0,0 0 0,0 0 0,25 0 0,-25 0 0,0 0 16,0-25-16,0 25 0,0 0 0,0 0 0,0 0 0,0 0 15,0 0-15,0 0 0,0 0 0,0 0 0,0-25 0,0 25 16,0 0-16,0 0 16,0 0-16,0 0 0,0 0 0,0 0 0,0 0 0,0 0 0,0 0 0,0 0 0,0 0 15,0 0-15,0 0 0,0 0 16,0 0-16,0 0 0,0 0 0,0 0 0,0 0 0,0 0 15,0 0-15,0 0 0,0 0 0</inkml:trace>
  <inkml:trace contextRef="#ctx0" brushRef="#br0" timeOffset="136162.7881">6028 7169 0,'0'-25'16,"0"25"-16,0 0 0,0 0 0,0 0 0,0 0 0,0 0 0,0 0 31,24 0-31,-24 0 0,0 0 0,0 0 0,0 0 0,0 0 16,0-25-16,0 25 0,0 0 0,0 0 0,0 0 0,0 0 15,0 0-15,0 0 0,0 0 0,0 0 0,0 0 0,0 0 0,0 0 16,0 0-16,0-25 0,0 25 0,0 0 0,0 0 0,0 0 15,0 0-15,0 0 0,0 0 0,0 0 0,0 0 0,0 0 0,0 0 16,0 0-16,0 0 16,0 0-16,0 0 0,0 0 0,0 0 0,0 0 0,0 0 0,0 0 0,0 0 0,0 0 15,0 0-15,0 0 0,0 0 0,0 0 0,0 25 109,0-25-109,0 0 0,0 0 0,0 0 0,0 25 0,0-25 0,0 0 0,0 0 0,0 25 0,0-25 16,0 24-16,0-24 0,0 0 0,25 25 0,-25-25 0,0 25 0,0-25 0,0 0 0,0 25 16,0-25-16,0 25 15,0-25-15,0 0 0,0 24 0,0-24 0,0 25 0,0-25 0,0 0 0,0 25 0,0-25 0,0 0 0,0 0 0,0 25 0,0-25 0,0 0 16,0 0-16,0 0 0,0 0 0,0 25 0,-25-25 0,25 0 0,0 0 0,0 0 0,0 0 0,0 0 0,0 0 0,0 0 15,0 0-15,0 0 0,0 0 0,0 0 0,0 0 0,0 0 0,0 0 16,0 0-16,0 0 0,0 0 0,0 0 0,0 0 0,0 0 0,0 0 0,0 0 0,0 0 0,0-25 0,0 25 0,0 0 16,0 0-16,0-25 0,0 25 0,0 0 0,0 0 0,0-25 0,0 25 0,0 0 15,0-25-15,0 25 0,0 0 16,25 0-16,-25-24 0,0 24 15,0 0-15,0 0 0,0-25 0,0 25 0,0 0 0,25 0 0,-25-25 16,0 25-16,0 0 0,0 0 0,0 0 0,25 0 0,-25-25 16,0 25-16,0 0 0,0 0 0,25 0 0,-25-25 0,0 25 46,0 0-46,24 0 0,-24 0 0,0-24 0,0 24 0,25 0 0,-25 0 0,0 0 16,0 0-16,25-25 16,-25 25-16,0 0 15,0 0-15,0 0 0,0 0 0,0 25 0,25-25 0,-25 0 0,0 0 0,0 0 0,0 0 0,0 0 0,0 24 0,0-24 0,0 0 0,0 0 0,0 25 0,25-25 0,-25 0 0,0 0 0,0 25 0,0-25 0,0 0 16,0 25-16,0-25 0,0 0 0,0 0 0,0 25 0,0-25 15,0 0-15,0 24 0,0-24 0,0 25 0,0-25 0,0 0 32,0 25-32,0-25 0,0 0 0,0 25 0,0-25 0,0 0 0,0 0 0,0 0 0,0 25 0,0-25 15,0 0-15,0 0 0,0 0 0,0 0 0,0 0 0,0 0 16,0 0-16,0 0 0,0 0 15,0 0-15,0 0 0,0 0 0,0 0 16,0 0-16,0 0 0,0 0 0,0 0 16,0 0-16,0 0 0,0 0 0,0 0 0,0 0 0,0 0 0,0 0 0,0 0 15,0 0-15,0 0 0</inkml:trace>
  <inkml:trace contextRef="#ctx0" brushRef="#br0" timeOffset="137197.8473">6524 7218 0,'0'0'15,"0"-25"1,0 25-16,0 0 0,0 0 0,0 0 0,0 0 0,-25 0 15,25 0-15,0 0 0,0-24 0,0 24 0,0 0 0,0 0 16,0 0-16,0 0 0,0 0 0,0 0 0,0 0 0,0-25 0,0 25 16,0 0-16,0 0 0,-25 0 0,25 0 0,0 0 0,0 0 0,0 0 15,0 0-15,-25 0 16,25 0-1,0 0-15,0 0 0,0 0 0,0-25 0,0 25 0,0 0 0,0 0 0,0 0 0,0 0 0,-25 0 0,25 0 16,0 0-16,0 0 0,0 0 0,0 0 0,0 0 0,-24 0 16,24 0-16,0 0 0,0 0 0,0 0 0,0 25 0,0-25 0,0 0 15,0 0-15,-25 0 0,25 0 0,0 25 16,0-25-16,0 0 0,0 24 15,0-24-15,0 0 0,0 25 0,0-25 0,0 0 0,0 0 16,0 25-16,0-25 0,0 25 0,0-25 0,-25 0 0,25 25 0,0-25 0,25 0 16,-25 0-16,0 24 0,0-24 0,0 0 0,0 0 0,0 0 15,0 0 1,0 25-16,0-25 0,0 0 0,0 0 0,0 0 0,25 0 0,-25 0 15,0 0-15,0 0 0,0 0 0,0 0 0,24 0 0,-24 0 0,0 0 16,0 0-16,0 0 0,25 0 0,-25 0 0,0 0 0,0 0 0,0 0 16,25 0-1,-25 0-15,0 0 0,0 0 0,0 0 0,25 0 0,-25 0 0,0 0 16,0-25-16,0 25 0,0 0 0,25 0 0,-25 0 0,0 0 15,0-24-15,0 24 0,0 0 0,0 0 0,24-25 0,-24 25 16,0 0-16,0 0 0,0-25 0,0 25 0,0 0 0,0 0 0,0-25 16,0 25-1,0 0-15,0 0 0,0 0 0,0 0 0,0-25 0,0 25 0,0 0 0,0 0 16,0 0-16,0 0 0,25 0 0,-25 0 0,0 0 0,0 0 0,0 0 15,0 0-15,0 0 0,0 0 0,0 0 0,0 0 16,0 0 62,-25 0-78,25 0 16,0 0-16,0 0 0,0 0 0,0 0 0,0 25 0,0-25 0,0 0 0,0 0 0,0 25 0,0-25 0,0 0 0,0 25 0,0-25 15,0 0-15,0 25 0,0-25 0,0 24 0,0 1 0,0-25 0,0 25 0,0-25 0,0 25 0,0 0 0,0-25 0,0 24 0,0-24 0,25 25 0,-25 0 0,0-25 0,0 25 0,0-25 0,0 25 0,0-25 0,0 24 0,25-24 0,-25 25 0,0-25 0,0 25 0,0-25 0,0 0 16,0 25-16,25-25 0,-25 25 15,0-25-15,0 0 0,0 24 0,0-24 0,0 25 0,0-25 0,0 0 0,0 25 16,0-25-16,0 0 0,0 0 0,0 25 0,0-25 0,0 0 16,0 0-1,0 0-15,0 25 0,0-25 0,0 0 0,0 0 0,0 0 16,-25 0-16,25 0 0,0 0 0,0 0 0,-25 24 0,25-24 15,0 0-15,-25 0 0,25 0 0,0 0 0,0 0 0,-24-24 0,24 24 16,0 0-16,0 0 0,0 0 0,0-25 0,0 25 0,0 0 16,0-25-16,0 25 0,0 0 0,0-25 0,0 25 0,0 0 0,0-25 15,0 25-15,0-24 0,24 24 0,-24 0 16,0-25-16,0 25 0,0-25 15,25 25-15,-25 0 0,0-25 0,0 25 0,25 0 0,-25-25 16,0 25-16,0 0 0,25-24 0,-25 24 0,0 0 0,0 0 16,25-25-16,-25 25 0,0 0 0,0 0 0,24 0 0,-24-25 15,0 25-15,0 0 0,0 0 0,0 0 0,25-25 0,-25 25 16,0 0-16,0 0 0,0 0 0,0-25 0,0 25 0</inkml:trace>
  <inkml:trace contextRef="#ctx0" brushRef="#br0" timeOffset="139606.9842">6598 7144 0,'0'0'15,"0"-25"-15,0 25 0,0 0 0,-25 0 0,25 0 0,0 0 16,0 0-16,0 0 0,0 0 0,0 0 0,0 0 0,0-25 16,25 25-16,-25 0 0,0 0 0,0 0 0,0 0 0,0 0 15,0 0-15,0 0 0,-25 0 0,25-25 0,0 25 0,0 0 16,0 0-16,0 0 15,0 0-15,25 0 0,-25-24 0,0 24 0,0 0 16,0 0-16,25 0 0,-25-25 0,0 25 0,0 0 0,25 0 0,-25-25 16,0 25-16,0 0 0,0-25 0,24 25 0,-24 0 0,0-25 0,25 25 15,-25 0-15,0-24 0,0 24 0,25 0 0,-25-25 0,0 25 16,0 0-16,25 0 0,-25 0 0,0-25 0,0 25 0,0 0 15,0 0-15,25-25 0,-25 25 0,0 0 0,0 0 0,0 0 32,0 0-32,24-25 0,-24 25 0,0 0 0,0 0 0,0 0 15,25-25-15,-25 25 0,0 0 16,0 0-16,0 0 0,0-24 0,0 24 0,0 0 0,0 0 0,0 0 0,0-25 0,0 25 0,25 0 0,-25 0 15,0 0-15,0 0 0,0-25 0,0 25 0,0 0 16,0 0-16,0 0 0,0 0 0,0 0 0,0-25 16,0 25-16,-25 0 0,25 0 0,0 0 0,0 0 0,0-25 0,0 25 15,0 0 1,0 0-16,0 0 0,0 0 0,0 0 0,0 0 0,-25 0 15,25 0-15,0-24 0,0 24 0,0 0 0,0 0 0,0 0 0,-24 0 16,24 0-16,0 24 0,0-24 0,0 0 0,0 0 0,0 0 16,0 0-16,0 0 0,-25 0 0,25 0 0,0 0 0,0 0 0,0 0 15,0 0-15,0 0 0,0 0 0,0 0 0,0 0 0,0 0 16,0 0-1,0 0-15,0 0 0,0 0 0,0 0 0,0 0 0,0 0 16,-25 0-16,25 0 0,0 0 0,0 0 0,0 25 0,0-25 16,0 0-16,0 0 0,0 0 0,0 0 0,0 0 0,0 0 93,0 0-93,0 25 0,0-25 0,0 0 0,0 0 0,0 0 0,0 25 16,0-25-16,0 0 0,0 25 0,0-25 0,0 0 0,0 0 0,0 24 0,0-24 0,-25 0 0,25 25 0,0-25 0,0 0 0,0 25 15,0-25-15,0 0 0,0 25 0,0-25 16,0 25-16,0-25 0,0 25 0,0-25 0,0 24 0,0-24 0,0 25 0,25-25 16,-25 0-16,0 25 0,0-25 0,0 25 0,0-25 0,0 25 0,0-25 0,0 0 0,0 24 0,0-24 0,0 25 15,0-25-15,0 0 0,0 25 0,0-25 0,0 25 0,0-25 0,0 0 0,0 25 0,0-25 0,0 0 0,0 24 0,0-24 0,0 0 0,0 25 0,0-25 0,0 0 0,0 25 0,0-25 0,0 0 16,0 0-16,0 25 0,0-25 0,0 0 0,0 0 0,0 0 31,0 25-31,0-25 0,0 0 0,-25 0 0,25 0 0,0 0 0,0 0 16,0 0-16,0 0 0,0 0 0,0 0 0,0 0 0,0 0 15,0 0-15,0 0 0,0 0 0,0 0 0,0 0 0,0 0 16,0 0-16,0 0 0,0 0 0,0 0 0,0 0 0,0 0 0,0 0 0,0 24 15,0-24 1,0 0-16,0 0 0,0 0 0,0 0 0,0 0 31,0 0-31,0 0 0,0 0 0,0 0 0,0 0 0,0 0 0,0 0 0,0 0 16,0 0-16,0 25 0,0-25 0,0 0 0,0 0 0,0 0 0,0 0 0,0 0 0,0 0 0,0 0 15,0 0-15,0 0 0,0 0 0,0 0 0,0 0 0,0 0 0,0 0 16,0 0-16,0 0 0,0 0 0,0 0 0,0 0 0,0 0 16,0 0-16,0 0 0,0 0 0,0 0 15,0 0-15,0-25 0,0 25 16,0 0-16,0 0 0,0 0 0,0 0 0,0 0 0,0 0 15,0-24-15,0 24 0,0 0 0,0 0 0,0 0 0,0 0 0,25-25 16,-25 25-16,0 0 0,0 0 0,0-25 0,0 25 0,25 0 0,-25-25 16,0 25-16,0 0 0,25 0 0,-25-25 0,0 25 0,0 0 15,0 0-15,24 0 0,-24-24 0,0 24 16,0 0-16,0 0 0,0-25 15,25 25-15,-25 0 0,0 0 0,0 0 0,0 0 0,0 0 47,0 0-47,0 0 0,0 0 0,0 0 0,0 0 0,0 0 0,0 0 0,0 0 0,0 0 0,0 0 0,0 0 0,0 0 0,25 0 0,-25 0 0,0 25 0,0-25 0,0 0 0,0 0 16,0 0-16,0 0 0,0 0 0,0 24 0,0-24 0,0 0 0,0 0 15,0 0-15,0 25 0,0-25 0,0 0 0,0 0 16,0 25-16,0-25 16,0 0-16,0 25 0,0-25 0,0 0 0,0 0 15,0 25-15,25-25 0,-50 0 0,25 0 0,25 24 0,-25-24 16,0 0-16,0 0 0,0 25 0,0-25 0,0 0 0,0 25 0,0-25 15,0 0-15,0 0 0,0 25 0,0-25 0,0 0 0,0 0 16,0 0-16,0 25 0,25-25 0,-25 0 0,0 0 0,0 0 0,0 0 16,0 0-16,0 0 0,0 0 0,0 0 0,25 0 0,-25-25 31,0 25-31,0 0 0,0 0 0,0 0 0,0 0 0,0-25 15,24 25-15,-24 0 0,0 0 0,0 0 0,0-25 0,25 25 0,-25 0 16,0-25-16,25 25 0,-25 0 0,0-24 0,0 24 0,25 0 0,-25-25 16,0 25-16,25 0 0,-25-25 0,0 25 0,0 0 0,0-25 15,0 25-15,0 0 0,0-25 0,24 25 0,-24 0 16,0 0-16,0 0 15,0-24-15,0 24 0,0 0 0,0 0 0,0 0 0,0 0 0,0 0 16,0 0-16,0 0 0,0 0 0,0 0 0,0 0 0,0 0 47</inkml:trace>
  <inkml:trace contextRef="#ctx0" brushRef="#br0" timeOffset="141111.0711">7094 7243 0,'0'0'31,"0"0"-31,0 0 16,0 0-16,0 0 0,0 0 0,0 0 0,0 0 0,0 0 0,0 0 0,0 0 0,0 0 15,0 0-15,0 0 0,0 0 0,0 0 0,0 0 0,0 0 0,0 0 0,0 0 0,0 0 16,0 0-16,0 0 0,0-25 0,0 25 0,0 0 0,0 0 0,0 0 16,0 0-16,0 0 0,0 0 0,0 0 0,0 0 15,0 0 1,0 0-16,0 0 0,0 0 0,0 0 0,0 0 0,0 0 15,0 0-15,0 0 0,0 0 0,0 0 0,0 0 0,0 0 16,0 0-16,0 0 0,0 0 0,0 0 0,0 0 0,0 0 0,0 0 16,0-25-16,0 25 0,0 0 0,0 0 0,0 0 0,0 0 31,0 0-31,0 0 0,0 0 0,0 0 15,-25 0-15,25 0 0,0 0 0,0 0 0,0 0 0,0 0 0,0 0 0,0 0 0,0 0 0,0 0 16,0 0-16,0 0 0,0 0 0,0 0 0,0 0 0,0 0 16,0-24-16,0 24 0,0 0 0,0 0 0,0 0 0,0 0 15,0 0-15,0 0 0,0 0 0,0 0 0,0 0 0,0 0 0,0 0 0,0 0 16,0 0-16,0 0 15,0 24 1,0-24-16,0 0 0,0 0 0,0 0 16,0 0-16,0 0 0,0 25 0,0-25 0,-24 0 0,24 0 0,0 25 0,0-25 0,0 0 0,0 25 0,0-25 0,0 0 0,-25 25 0,25-25 15,0 24 1,0-24-16,0 0 0,0 25 0,0-25 0,0 0 0,0 25 0,25-25 15,-25 0-15,0 25 0,0-25 0,0 0 0,0 0 0,0 25 47,0-25-47,0 0 0,0 0 16,0 0-16,0 0 0,0 24 0,0-24 0,0 0 0,24 0 0,-24 0 0,0 0 15,0 0-15,0 0 0,0 0 0,0 0 0,25 0 0,-25 0 0,0 0 0,0 0 0,25-24 0,-25 24 0,0 0 0,0 0 0,25-25 0,-25 25 0,0 0 0,0 0 0,25-25 16,-25 25-16,0 0 0,0 0 0,0 0 0,0-25 0,0 25 47,24 0-47,-24 0 0,0 0 0,0-25 0,0 25 0,0 0 0,0 0 0,0 0 0,0 0 0</inkml:trace>
  <inkml:trace contextRef="#ctx0" brushRef="#br0" timeOffset="141646.1017">7094 6970 0,'0'0'0,"0"0"16,0-25-16,0 25 0,0 0 0,0 0 0,0 0 16,0 0-16,0 0 0,0 0 0,0 0 0,0 0 0,0 0 0,0 0 15,0 0-15,0 0 0,0 0 0,0-24 0,0 24 0,0 0 16,0 0-16,0 0 15,0 0-15,0 0 0,0 0 0,0 0 0,0 0 16,0 0-16,0 0 0,0 0 0,0 0 0,0 0 0,0 0 31,0 0-31,0 0 0,0 0 0,0 24 0,0-24 0,0 0 0,0 0 0,0 0 0,-25 0 0,25 0 0,0 0 0,0 0 0,0 0 0,0 0 16</inkml:trace>
  <inkml:trace contextRef="#ctx0" brushRef="#br0" timeOffset="142490.15">7367 7169 0,'0'0'15,"0"0"-15,0 0 0,0 0 0,0 0 0,0 0 0,0 0 0,0 0 0,0-25 16,0 25-16,0 0 15,0 0-15,0 0 0,0 0 0,0 0 16,0 0-16,0 0 0,0 0 0,0-25 16,0 25-16,0 0 0,0 0 0,0 0 0,0 0 0,0 0 0,0 0 0,0 0 0,0 0 0,0 0 0,0 0 15,0 0-15,0-25 0,0 25 0,0 0 0,0 0 31,0 0-31,0 0 0,0 0 0,0 0 0,0 0 0,0 0 0,0 0 0,0 0 0,0 0 0,-25 0 0,25 0 0,0 0 16,0 0 0,0 0-16,0 0 0,0 25 0,0-25 0,0 0 0,0 0 15,-25 0-15,25 0 0,0 0 0,0 0 0,0 0 0,0 0 0,-24 25 16,24-25-16,0 0 0,0 0 0,0 0 0,0 0 0,0 0 0,0 25 15,0-25-15,0 0 0,-25 0 0,25 0 0,0 24 0,0-24 16,0 0-16,0 25 0,0-25 0,0 25 0,0-25 0,0 0 16,0 25-16,0-25 15,0 25-15,0-25 0,0 0 0,0 24 16,0-24-16,0 25 0,0-25 0,25 0 0,-25 25 0,0-25 0,0 25 15,0-25-15,24 0 0,-24 25 0,0-25 0,0 0 0,0 0 0,25 24 16,-25-24-16,0 0 0,0 0 0,25 0 0,-25 0 0,0 0 16,0 0-16,25 0 0,-25 0 15,0 0 1,25 0-16,-25 0 0,0 0 0,24-24 0,-24 24 0,25 0 0,-25-25 0,0 25 0,25-25 0,-25 25 0,25-25 0,-25 25 15,0-25-15,25 1 0,-25 24 16</inkml:trace>
  <inkml:trace contextRef="#ctx0" brushRef="#br0" timeOffset="144435.2612">7565 6772 0,'0'0'0,"0"0"0,0 24 0,0-24 0,0 0 15,0 0-15,0 0 0,0 0 16,0 0-1,0 0-15,0 0 16,0 0 0,25 0-16,-25 0 0,0 0 0,0 0 0,0 0 0,0-24 0,0 24 0,0 0 0,0 0 0,0-25 0,25 25 0,-25 0 0,0 0 0,0-25 0,0 25 0,0 0 15,0 0 1,0-25-1,0 25-15,0 0 16,0 0-16,0-25 0,0 25 0,0 0 0,0 0 0,0-24 0,0 24 0,0 0 0,0 0 0,0 0 0,0 0 0,0-25 0,0 25 16,0 0-16,0 0 0,0 0 0,0 0 0,0 0 0,0 0 0,0 0 0,0 0 0,0 0 0,0 0 0,0 0 0,0 0 0,0 0 15,0 0-15,0 0 0,0 0 0,0-25 0,0 25 16,0 0-16,0 0 0,-25 0 0,25 0 0,0 0 0,0 0 0,0 0 0,0 0 0,0 0 0,0 0 0,0 0 0,-25 0 0,25 0 0,0 0 0,0 0 0,0 0 0,0 0 0,0 0 0,0 25 15,0-25-15,0 0 0,0 0 0,0 0 0,0 0 0,0 0 32,0 0-32,-24 25 0,24-25 0,0 0 0,0 0 0,0 0 0,0 0 0,0 24 15,0-24-15,0 0 0,0 0 0,0 0 0,0 0 0,0 25 0,0-25 16,24 0-16,-24 0 0,0 0 0,0 25 0,0-25 0,0 0 15,0 0-15,0 25 0,0-25 0,25 0 0,-25 25 16,0-25-16,0 0 0,0 24 0,0-24 0,0 25 0,0-25 16,0 0-16,0 25 0,0-25 0,0 25 0,0-25 0,0 25 15,0-25-15,0 25 0,0-25 16,0 0-16,25 24 0,-25-24 0,0 25 0,0-25 0,0 0 0,0 25 0,0-25 0,0 25 15,0-25 1,0 0-16,0 25 0,0-25 0,0 0 0,0 24 0,0-24 0,0 0 16,0 25-16,25-25 0,-25 0 0,0 25 0,0-25 0,0 0 15,0 0-15,0 25 0,0-25 0,0 0 16,0 0-16,0 0 0,0 0 0,0 0 0,0 0 0,0 0 0,0 25 15,0-25 1,-25 0-16,25 0 0,0 0 0,0 0 0,0 0 0,0 0 16,0 0-16,0 24 0,0-24 0,0 0 0,0 0 0,0 0 0,0 0 0,0 0 0,0 0 15,0 0-15,0 0 0,0 0 0,0 0 0,0 0 0,0 0 0,0 0 16,0 0-16,0 25 0,0-25 0,0 0 0,0 0 15,0 0 1,0 0-16,0 0 0,0 0 0,0 0 0,0 0 0,0 0 0,0 0 234,124-198-234,-124 198 406</inkml:trace>
  <inkml:trace contextRef="#ctx0" brushRef="#br0" timeOffset="146073.3541">7665 7268 0,'0'0'0,"0"0"16,0 0-16,0 0 0,0 0 0,24 0 0,-24 0 0,0 0 31,0 0-31,0 0 0,0 0 0,0 0 0,0 0 0,0 0 0,0 0 0,0 0 0,0 0 0,0 0 16,0 0-16,0 0 0,0 0 0,0 0 0,0-25 0,0 25 0,0 0 15,0 0-15,0 0 0,0 0 0,0 0 0,0 0 0,0 0 47,-24 0-47,24 0 0,0 0 0,0 0 0,0 0 0,0 0 0,0 0 0,0 0 0,0 0 0,0 0 0,0 0 0,24 0 0,-24 0 16,0 0-16,0 0 0,0 0 0,0 0 0,0 0 0,0 0 0,0-25 15,0 25-15,0 0 0,0 0 0,0 0 0,0 0 0,0 0 16,0-25-16,0 25 0,0 0 0,0 0 0,0 0 0,0 0 0,0 0 15,0 0-15,0 0 0,0-24 0,0 24 16,0 0-16,0 0 16,0 0-16,25 0 0,-25 0 0,0 0 0,0 0 0,0 0 0,0 0 15,0 0-15,0 0 0,0 0 0,0 0 0,0 0 16,0 0-16,0-25 0,0 25 0,0 0 0,25 0 0,-25 0 0,0 0 15,0 0-15,0 0 0,0 0 0,0-25 0,25 25 0,-25 0 0,0 0 16,0 0-16,0 0 0,0 0 0,0 0 0,0 0 0,0 0 16,0 0-1,25 0-15,-25 0 0,0 0 0,0 0 0,0 0 16,0 0-16,0 0 0,0 0 0,0 0 0,0 0 0,24 0 15,-24 0-15,0 0 0,0 0 0,0 0 0,0 0 0,0 0 0,25 25 0,-25-25 16,0 0-16,0 0 0,0 0 0,25 0 0,-25 0 0,0 0 16,0 0-16,0 0 0,0 0 0,0 0 0,25 0 15,-25 0-15,0 0 16,0 0-16,0 25 0,0-25 0,0 0 0,0 0 0,0 0 0,0 0 0,0 24 78,0-24-78,0 0 0,0 0 0,0 25 0,0-25 0,0 0 0,0 0 0,0 25 0,0-25 0,0 25 0,0-25 0,0 0 0,0 0 0,0 25 0,0-25 0,0 24 0,0-24 0,0 0 15,0 25-15,0-25 0,0 0 0,0 25 0,0-25 0,0 0 0,0 0 0,0 0 0,0 0 0,0 25 0,0-25 0,0 0 0,0 0 0,0 0 0,0 0 0,0 0 16,25 25-16,-25-25 0,0 0 0,0 0 0,0 0 0,0 0 16,0-25-1,0 25-15,24 0 0,-24 0 0,0 0 0,0 0 0,0 0 16,0 0-16,25-25 0,-25 25 0,0 0 0,0 0 0,25-25 0,-25 25 15,0 0-15,0-25 0,25 25 0,-25 0 0,0-24 0,0 24 0,0 0 16,0 0 0,25-25-16,-25 25 0,0 0 0,0 0 31,0 0-31,0 0 0,25 0 0,-25-25 15,0 25-15,0 0 0</inkml:trace>
  <inkml:trace contextRef="#ctx0" brushRef="#br0" timeOffset="146811.3971">7144 7689 0,'0'0'16,"0"0"-16,0 0 0,0 0 0,0 0 0,0 0 0,0 0 15,0 0-15,0 0 0,0 0 0,0 0 0,0 0 0,0 0 0,0 0 16,0 0 0,0 0-16,0 0 0,0 0 0,0 0 0,0 0 0,0 0 15,0 0-15,0 0 0,0 0 0,0 0 0,0 0 16,0 0-16,0 0 0,0 0 0,0 0 0,0 0 0,0 0 0,0 0 0,0 0 0,0 0 0,0 0 15,0 0 1,0 0-16,0 0 0,0 0 0,0 0 0,0 0 0,0 0 0,0 0 0,0 0 16,0 0-16,0 0 0,0 0 0,0 0 0,0 0 0,0 0 15,0 0-15,0 0 0,0 0 0,0 0 0,0 0 0,0 0 47,0 0-47,0 0 0,0 0 0,0 0 0,0 0 0,0 0 0,0 0 0,0 0 0,0 0 0,0 0 16,0-24-16,0 24 0,0 0 0,0 0 15,0 0-15,-25 0 0</inkml:trace>
  <inkml:trace contextRef="#ctx0" brushRef="#br0" timeOffset="150771.6236">9079 7119 0,'0'0'0,"0"0"16,0 0-16,-25 0 0,25 0 0,0 0 0,0 0 15,0 0-15,0 0 0,0 0 0,0 0 0,0 0 0,0 0 16,0 0-16,0 0 0,0 0 0,0 0 0,0 0 0,0 0 0,0 0 15,0 0-15,0 0 0,0 0 0,0 0 0,0 0 0,0 0 47,0 0-47,0 0 16,0 0-16,0 0 0,0 0 0,0 0 0,0 0 0,0 0 0,0 0 0,0 0 0,0 0 0,0 0 0,0 0 0,0 0 0,0-25 0,0 25 0,0 0 0,0 0 0,0 0 15,0 0-15,0 0 0,0 0 0,-25 0 0,25 0 0,0 0 0,0 0 16,0 0-16,0 0 0,0 0 0,0 0 0,0 0 0,-25 0 16,25 0-16,0 0 0,0 0 0,0 0 0,0-25 0,0 25 31,-25 0-31,25 0 0,0 0 0,0 0 0,0 0 0,0 0 0,0 0 15,0 0-15,-25 0 0,25 0 0,0 0 0,0 0 0,0 0 16,0 25-16,0-25 0,-24 0 0,24 0 0,0 0 0,0 0 0,0 0 16,0 0-16,0 0 0,-25 0 0,25 0 0,0 0 0,0 0 15,0 0-15,0 0 0,0 0 0,-25 0 0,25 0 0,0 25 16,0-25-16,0 0 0,0 0 0,0 0 0,-25 0 0,25 0 15,0 0-15,0 0 0,0 0 16,0 25-16,0-25 0,-25 0 0,25 0 16,0 0-16,0 0 0,0 0 0,0 0 0,-24 0 0,24 0 0,0 0 15,0 0-15,0 0 0,0 25 0,0-25 0,0 0 0,-25 0 0,25 0 16,0 24-16,0-24 0,0 0 0,0 0 0,0 25 15,0-25-15,-25 0 16,25 0-16,0 0 0,0 25 0,0-25 0,0 0 0,0 0 0,0 0 0,0 25 16,0-25-16,0 0 0,0 0 0,0 0 0,0 25 0,0-25 46,0 0-46,0 0 0,0 24 0,0-24 0,0 0 0,0 0 0,25 0 0,-25 25 0,0-25 0,0 0 0,0 0 0,0 0 0,0 0 16,0 0-16,0 0 16,0 25-16,25-25 0,-25 0 0,0 0 0,0 0 0,0 0 0,0 0 15,0 0-15,24 0 0,-24 0 0,0 0 0,0 0 16,0 0-16,0 0 0,25 0 0,-25 0 0,0 0 0,0 0 0,0 0 0,0 0 0,0 0 0,0 0 15,0 0-15,25 0 16,-25-25-16,0 25 0,0 0 0,0 0 0,25 0 16,-25 0-16,0 0 0,0 0 0,0 0 0,0 0 0,0 0 0,0 0 0,0 0 0,25 0 15,-25 0-15,0-25 0,0 25 0,0 0 0,0 0 0,0 0 16,0 0-16,0 0 0,0-24 0,24 24 0,-24 0 0,0 0 0,0 0 15,0-25-15,0 25 0,25 0 0,-25 0 0,0-25 0,0 25 16,0 0 0,0-25-16,0 25 0,0 0 0,0-25 0,25 25 46,-25 0-46,0-24 0,0 24 0,0 0 0,0-25 0,0 25 16,0 0 0,25-25-16,-25 25 0,0 0 0,0-25 0,0 25 0,0-25 0,0 25 0,0-24 0,0 24 0,25-25 0,-25 25 0,0-25 0,0 25 0,0-25 15,0 25-15,0-25 0,0 25 0,25 0 0,-25-24 0,0 24 0,0 0 0,0-25 0,0 25 0,0 0 0,0 0 0,0-25 0,0 25 0,0 0 0,0 0 16,0 0-16,0 0 0,0-25 0,0 25 0,0 0 0,0 0 0,-25 0 31,25 0-31,0 0 0,0 0 0,0-25 0,0 25 0,0 0 16,0 0-16,25 0 0,-25 0 0,0 0 0,0 0 0,0 0 0,0 0 15,0 0-15,0 0 0,0 0 0,0 0 0,0 0 0,0 0 16,0 0-16,0 0 0,0 0 15,0 0-15,0 0 0,0 0 0,0 0 0,0 0 0,0 0 0,0 0 0,0 0 0,0 0 16,0 0-16,0 25 0,0-25 0,0 0 0,0 0 16,0 0-16,0 25 0,0-25 15,-25 0-15,25 0 0,0 0 0,0 25 0,0-25 0,0 0 16,0 0-16,0 0 0,0 0 0,0 0 0,0 0 0,0 0 15,0 0-15,0 0 0,0 0 0,0 0 0,0 0 0,0 0 0,0 0 78,0 0-78,0 0 0,0 0 0,0 0 0,0 0 0,0 0 0,0 0 16,0 0-16,0 0 0,0 0 0,0 0 0,0 0 0,25 0 0,-25 0 0,0 0 0,0 0 0,0 25 0,-25-25 16,25 0-16,0 0 0,0 0 0,0 0 0,0 0 0,0 24 0,0-24 0,0 0 0,0 25 15,0-25-15,0 0 0,0 25 0,0-25 0,0 25 0,0-25 0,0 0 0,0 25 0,0-25 0,0 24 0,0-24 0,0 25 0,0-25 0,0 25 0,0-25 0,0 25 16,0-25-16,0 25 15,0-25-15,0 0 0,0 24 0,0-24 0,0 25 0,0-25 16,0 25-16,0-25 0,0 0 0,0 25 0,0-25 0,0 0 0,0 25 16,0-25-16,0 0 0,0 24 0,0-24 0,0 0 0,25 0 15,-25 25-15,0-25 0,0 0 0,0 0 0,0 0 0,0 25 0,0-25 16,0 0-16,0 0 0,0 0 0,0 0 0,0 0 0,0 0 15,0 0 1,0 0-16,0 0 0,0 0 0,0 0 0,0 0 0,0 0 0,0 0 16,0 0-16,0 0 0,0 0 0,0 0 0,0 0 0,0 0 0,0 0 15,0 25-15,0-25 0,0 0 0,0 0 16,0 0-16,0 0 0,0 0 0,0 0 0,0 0 0,0 0 0,0 0 0,0 0 15,0 0 1,0 25-16,0-25 0,0 0 0,0 0 0,0 0 16,0 0-16,-25 0 0,25 0 0,0 0 0,0-25 0,0 25 0,0 0 608</inkml:trace>
  <inkml:trace contextRef="#ctx0" brushRef="#br0" timeOffset="151798.6824">8954 6846 0,'0'0'0,"0"0"0,0 0 0,0 0 47,0 0-47,0 0 0,0 0 0,0 0 0,0 0 0,0 0 0,0 0 0,0 0 0,0 0 0,-24 0 0,24 0 0,0 0 0,0 0 0,0 0 0,0 0 0,0 0 0,0 0 0,0 0 0,0 0 0,0 0 0,0 0 0,0 0 0,0 0 0,0 0 0,0 0 0,0 0 0,0 0 0,0 0 0,0 0 0,0 0 0,0 0 0,0 0 0,0 0 0,0 0 0,0 0 0,0 0 0,0 0 0,0 0 15,0 0-15,0 0 0,0 25 0,24-25 0,-24 0 16,0 0-16,0 0 15,0 0-15,0 0 0,0 0 0,0 0 0,0 0 0,0 0 16,0 0-16,0 0 0,0 0 0,0 0 0,0 0 0,0 0 0,0 0 16,0 0-16,0 0 0,0 0 0,0 0 0,0 0 0,0 0 0,0 0 31,25 0-31,-25 0 0,0 0 0,0 0 0,0 0 0,25 0 0,-25 0 0,0 0 0,0 0 0,25 0 0,-25 0 0,0 25 15,0-25 1,0 0-16,25 0 0,-25 0 0,0 0 0,25 0 0,-25 0 0,0 0 16,24 0-16,-24 0 0,0 0 0,25 0 0,-25 0 0,0 0 15,25 0-15,-25 0 0,0 0 0,25 0 0,-25 0 0,0 0 0,0 0 16,0 0-1,0 0-15,0 0 0,0 0 0,0 0 0,0 0 16,0 0-16,0 0 0,0 0 0,0 0 0,0 0 0,0 0 0,0 0 0,0 0 16,0 0-16,0 0 0,0 0 0,0 0 0,0 0 0,0 0 0,0 0 15,0 0-15,0 0 16,0 0-16,0 0 0,0 0 0,0 0 0,0 0 15,0 0-15,0 0 0,-25 0 0,25 0 0,0 0 0,0 0 0,0 0 16,0 0-16</inkml:trace>
  <inkml:trace contextRef="#ctx0" brushRef="#br0" timeOffset="154624.8439">9451 7169 0,'0'0'15,"0"0"-15,0 0 0,0 0 0,0 0 0,0 0 0,0 0 0,0 0 0,0-25 0,0 25 0,0 0 0,0 0 0,0 0 16,0 0-1,0 0-15,0 0 0,0 0 0,0 0 0,0 0 16,0 0-16,0 0 0,0 0 0,0 0 0,0 0 0,0 0 0,0 0 16,0-25-16,0 25 0,0 0 0,0 0 0,0 0 0,0 0 15,0 0-15,0 0 0,0 0 0,0 0 0,0 0 0,0 0 0,0 0 16,-25 0-16,25 0 0,0 0 0,0 0 0,0 0 0,0 0 15,0 0-15,0 0 0,0-25 0,0 25 16,0 0-16,0 0 16,0 0-16,0 0 0,0 0 0,0 0 0,0 0 0,0 0 0,-25 0 62,25 0-62,0 0 0,0 0 0,0 0 0,0 0 0,0 0 0,0 0 0,0 0 0,0-25 0,0 25 0,0 0 0,0 0 0,0 0 0,0 0 0,0 0 0,-25 0 0,25 0 0,0 0 16,0 0-16,0 0 0,0 25 0,0-25 0,0 0 0,0 0 0,0 0 0,-25 0 0,25 0 0,0 0 0,0 0 0,0 0 15,0 0-15,0 0 0,-24 0 0,24 0 0,0 0 0,0 0 16,0 0-1,0 0-15,0 0 0,0 0 0,0 0 0,0 0 0,-25 0 16,25 0-16,0 0 0,0 0 0,0 25 0,0-25 0,0 0 16,0 0-16,0 0 0,0 0 0,0 0 0,0 0 0,0 0 15,-25 0-15,25 0 0,0 0 0,0 25 0,0-25 0,0 0 0,0 0 16,0 0-16,-25 25 0,25-25 0,0 0 0,0 0 15,0 24-15,0-24 16,0 0-16,0 0 0,0 25 0,-25-25 0,25 0 0,0 0 0,0 25 16,0-25-16,0 0 0,0 0 0,0 25 0,0-25 0,0 0 15,0 0-15,0 0 0,0 25 0,0-25 0,0 0 16,0 0-16,0 0 15,0 0-15,0 24 16,0-24-16,0 0 0,0 0 0,0 0 0,0 0 0,0 0 0,0 0 16,0 0-16,0 25 0,0-25 0,25 0 0,-25 0 0,0 0 0,0 0 0,0 25 0,0-25 0,0 0 0,0 0 0,0 0 0,0 0 0,25 0 15,-25 0-15,0 0 16,0 0-16,0 0 0,0 0 0,0 0 15,0 0-15,25 0 0,-25 0 0,0 0 0,0 0 0,0 0 0,0 0 16,25 0-16,-25 0 0,0 0 0,0 0 0,0 25 0,24-25 16,-24 0-16,0 0 0,0 0 0,0 0 0,0 0 0,0 0 0,0 0 15,0-25-15,0 25 0,0 0 0,25 0 0,-25 0 0,0 0 31,0 0-31,0 0 0,0 0 0,0 0 0,25 0 0,-25-25 0,0 25 0,0 0 47,0 0-47,0 0 0,0-25 16,0 25-16,0 0 0,25 0 0,-25-24 0,0 24 0,0 0 0,0 0 0,0-25 0,0 25 0,0 0 0,25 0 0,-25 0 0,0 0 0,0 0 0,0-25 0,0 25 0,0 0 0,0 0 0,0 0 0,0 0 15,0 0-15,0 0 0,0 0 0,0 0 0,0 0 78,0 0-78,0 0 0,0-25 0,0 25 0,0 0 0,0 0 32,0 0-32,0 0 0,0 0 0,0 0 0,0-25 0,0 25 0,0 0 0,0 0 0,0 0 0,0 0 15,0-24-15,0 24 0,0 0 0,0 0 0,0 0 0,0 0 0,0 0 0,0 0 0,0-25 0,0 25 0,0 0 0,0 0 0,0 0 0,0 0 0,0 0 0,0 0 0,0 0 0,0 0 0,0 0 0,0 0 0,0 0 0,0 0 0,0 0 0,0 0 0,0 0 0,0 0 0,0 0 0,0 0 16,0 0-16,0 0 15,0 0-15,0 0 0,0 0 0,0 0 0,0 0 0,0 25 0,0-25 16,0 0-16,0 0 0,0 0 0,0 0 0,0 0 0,0 0 0,0 24 16,0-24-16,0 0 0,0 0 0,0 25 0,0-25 0,0 0 15,0 0-15,0 25 16,0-25-16,0 0 0,0 0 0,0 25 0,0-25 0,0 0 15,0 0-15,0 25 0,0-25 0,0 0 0,0 0 0,0 24 0,0-24 16,0 0-16,24 0 0,-24 25 0,0-25 0,0 0 0,0 0 16,0 0-16,0 0 0,0 25 0,0-25 0,0 0 0,0 0 0,0 0 15,0 0-15,0 0 0,25 0 0,-25 0 0,0 0 0,0 25 484</inkml:trace>
  <inkml:trace contextRef="#ctx0" brushRef="#br0" timeOffset="155997.9226">9723 7144 0,'0'0'0,"0"0"0,0 0 0,0 0 0,0 0 16,0 0-16,0-25 0,0 25 0,0 0 0,0 0 0,0 0 0,0 0 0,0 0 0,0 0 0,0 0 0,0 0 0,0 0 0,0 0 0,0 0 0,0 0 0,0 0 0,0 0 0,0 0 16,0 0-16,0 0 0,0 0 0,0 0 0,0 0 0,-24 0 0,24 0 15,0 0-15,0 0 0,0 0 0,0 0 0,0 0 0,0 0 16,0 0-16,0 0 0,0 0 0,-25 0 0,25 0 0,0 0 31,0 0-31,0 0 0,0 0 0,0 0 0,0 0 0,0 0 0,0 0 16,0 0-16,0 0 0,0 0 0,0 0 0,0 0 0,0 0 0,0 0 0,0 0 0,0 0 15,-25 0 1,25 0-16,0 25 0,0-25 0,0 0 0,0 0 0,-25 0 0,25 25 15,0-25-15,0 0 0,0 0 0,0 0 0,0 24 0,0-24 0,0 0 16,-25 0-16,25 0 0,0 25 0,0-25 0,0 0 0,0 0 16,0 25-16,0-25 0,0 0 0,0 0 0,0 25 0,0-25 15,0 0-15,0 0 16,0 25-16,0-25 0,0 0 0,0 0 0,0 0 15,0 0-15,0 24 0,0-24 0,0 0 0,0 0 0,0 0 0,0 0 16,0 25-16,0-25 0,0 0 0,0 0 0,0 0 0,0 25 0,0-25 16,25 0-16,-25 0 0,0 0 0,0 0 0,0 0 0,0 25 15,0-25-15,0 0 16,0 0-16,25 0 0,-25 0 0,0 25 0,0-25 15,0 0-15,0 0 0,0 0 0,0 0 0,25 0 0,-25 0 16,0 0-16,0 0 0,0 24 0,0-24 0,0 0 0,25 0 0,-25 0 16,0 0-16,0 0 0,0 0 0,0 0 0,0 0 0,0 25 0,0-25 15,24 0-15,-24 0 0,0 0 16,0 0-16,0 0 0,25-25 0,-25 25 15,0 0-15,0 0 0,0 0 0,0 0 0,25 0 0,-25 0 16,0 0-16,0 0 0,0-24 0,25 24 0,-25 0 0,0 0 0,0 0 31,0 0-31,0-25 0,25 25 0,-25 0 0,0 0 0,0 0 0,0 0 0,0-25 0,24 25 0,-24 0 0,0 0 0,0 0 16,0-25-16,0 25 0,0 0 0,0 0 0,0 0 0,25 0 15,-25-25-15,0 25 0,0 0 0,0 0 0,0 0 16,0 0-16,0-24 16,0 24-16,0 0 0,0 0 0,0-25 0,0 25 0,0 0 15,0 0-15,0-25 0,0 25 0,0 0 0,0 0 0,0-25 16,0 25-16,0 0 0,0 0 0,0-25 0,0 25 0,0 0 15,0 0-15,-25-24 0,25 24 0,0 0 0,0 0 16,0 0-16,0-25 0,-24 25 0,24 0 0,0 0 0,0 0 0,-25 0 0,25 0 16,0-25-16,0 25 0,0 0 15,-25 0-15,25 0 0,0 0 16,0 0-16,0 0 0,-25 0 0,25 0 0,0 0 0,0 0 0,0 0 93,-25-25-93,25 25 0,0 0 0,0 0 0,0 0 0,0 0 0,0 0 0,0 0 0,0 0 0,0 0 0,0 0 0,0 0 0,0 0 0,0 0 0,-24 0 0,24 0 0,0 0 16,0 0-16,0 0 0,0 0 0,0 0 0,0 0 0,0 0 0,0 0 0,0 0 0,0 0 0,0 0 0,0 25 0,0-25 0</inkml:trace>
  <inkml:trace contextRef="#ctx0" brushRef="#br0" timeOffset="157734.0219">9798 6648 0</inkml:trace>
  <inkml:trace contextRef="#ctx0" brushRef="#br0" timeOffset="159371.1155">9723 6573 0,'100'0'0,"-100"0"0,0 25 0,0-25 0,0 0 0,0 0 0,0 25 0,0-25 0,0 0 0,0 25 0,0-25 0,0 0 0,0 24 0,0-24 0,0 0 0,0 0 0,-25 25 0,25-25 0,0 0 0,0 0 0,0 25 0,0-25 0,0 0 0,0 0 16,-25 0-16,25 25 0,0-25 0,0 0 0,0 0 0,0 0 0,-25 0 0,25 25 0,0-25 0,0 0 0,0 0 0,0 0 0,0 0 0,0 0 0,-25 0 15,25 0-15,0 0 0,0 0 0,0 0 0,0 0 0,-24 0 0,24 0 16,0 0-16,0 0 0,0 0 0,-25 0 16,25 0-16,0 0 0,0 0 0,0 0 15,0 0-15,-25 0 0,25 0 0,0 0 0,0 0 16,0 0-16,0 0 0,0 0 0,0 0 0,-25 0 0,25 0 0,0 0 15,0 0-15,0 0 0,0 0 0,0 0 0,0 0 0,0 0 0,0 0 16,0 0-16,0 0 0,0 0 62,0 0-62,0 0 0,0 0 0,0 0 0,0 0 0,0 0 0,0 0 0,25 0 0,-25 0 0,0 0 0,0 0 16,0 0-16,0 0 16,0 0-16,0 0 0,0 0 0,0 0 0,0 0 0,25 0 0,-25 0 0,0 0 0,0-25 0,0 25 0,25 0 15</inkml:trace>
  <inkml:trace contextRef="#ctx0" brushRef="#br0" timeOffset="160245.1655">10517 7045 0,'0'0'0,"0"0"15,0 0-15,0 0 0,0 0 0,0 0 0,0 0 16,0 0-16,0-25 0,0 25 0,0 0 0,0 0 0,0 0 0,0 0 15,0 0-15,0 0 0,0 0 0,0 0 0,0 0 0,0 0 0,0 0 16,0 0-16,0 0 0,0 0 0,0 0 16,0 0-16,0 0 0,0 0 15,0 0-15,0 0 0,0 0 0,0 0 0,0 0 0,0 0 16,0 0-16,0 0 0,0 0 0</inkml:trace>
  <inkml:trace contextRef="#ctx0" brushRef="#br0" timeOffset="165897.4888">10567 7417 0,'0'0'0,"25"0"0,-25 0 16,0 0-16,0 0 0,0 0 0,0 0 0,0 0 0,0 0 0,0 0 0,0 0 0,0 0 0,0 0 31,0-25-16,0 25 1,0 0-16,0 0 0,0 0 0,0 0 0,0 0 16,0 0-16,0 0 0,0 0 0,0 0 0,0 0 0,0 0 0,-25 0 0,25 0 0,0 0 0,0 0 0,0 0 15,0 0-15,0 0 0,0 0 0,0 0 0,0 0 0,0 0 0,0 25 16,0-25-16,0 0 15,25 0 48</inkml:trace>
  <inkml:trace contextRef="#ctx0" brushRef="#br0" timeOffset="166848.5432">11708 6896 0,'0'0'15,"0"0"-15,0 0 0,0 0 0,0 0 16,0 0-16,0 0 0,0 0 16,0 0-16,0 0 0,0 0 0,0 0 0,0 0 0,0 0 0,0 0 15,0 0-15,0 0 0,0 0 0,0 0 0,0 0 0,0 0 16,-25 0-16,25 0 0,0 0 0,0 0 0,0 0 47,0 0-47,0 0 0,0 0 0,0 0 0,0 0 0,0 0 0,0 0 0,0 0 0,0 0 0,0 0 0,0 0 0,-25 0 0,25 0 0,0 0 0,0 0 0,0 0 0,0 0 15,-25 0-15,25 0 0,0 0 0,0 0 0,-24 25 16,24-25-16,0 0 0,0 0 0,0 0 0,-25 0 0,25 0 0,0 24 15,0-24 1,0 0-16,-25 0 0,25 0 0,0 25 0,0-25 0,-25 0 0,25 0 0,0 0 16,0 25-16,-25-25 0,25 0 0,0 25 0,0-25 0,-24 0 15,24 0-15,0 25 0,0-25 0,-25 0 0,25 24 0,0-24 16,0 0-16,-25 25 0,25-25 0,0 0 0,-25 25 0,25-25 31,0 0-31,-25 25 0,25-25 0,0 0 0,-24 25 0,24-25 0,0 0 16,0 0-16,0 24 0,0-24 0,-25 0 0,25 25 0,0-25 0,0 0 15,-25 25-15,25-25 0,0 0 0,0 0 0,-25 25 0,25-25 0,0 0 63,0 0-63,0 0 0,0 0 0,0 0 0,0 25 0,0-25 0,0 0 0,0 0 0,0 0 0,0 0 0,0 0 0,0 0 0,0 0 0,0 0 0,0 0 0,0 0 0,0 0 0,0 0 15,0 0-15,0 0 0,0 0 0,0 0 0,0 0 0,0 0 0,0-25 0,0 25 0,0 0 0,0 0 16,0 0-16,0 0 0,25 0 15,-25 0-15,0 0 0,0 0 0,0-25 16,25 25-16,-25 0 0,0-25 0,0 25 0,25 0 0,-25-25 0,0 25 0</inkml:trace>
  <inkml:trace contextRef="#ctx0" brushRef="#br0" timeOffset="167416.5757">11708 6921 0,'0'0'0,"0"0"16,0 0-16,0 0 0,0 0 0,0 0 0,0 0 0,0 0 15,0 0-15,0 0 0,0 0 0,0 0 0,0 0 0,0 0 47,0 0-47,0 0 0,0 0 0,0 0 0,0 0 0,0 0 0,0 0 0,0 0 0,0 0 0,0 0 0,0 0 16,0 0-16,0 0 0,0 0 0,0 0 0,0 0 0,0 0 0,0 0 0,25 0 0,-25 0 0,0 0 0,0 0 15,0 0-15,0 0 0,0 0 0,0 0 0,0 0 0,0 24 16,0-24-16,0 0 0,0 0 0,0 0 0,0 0 0,0 25 15,0-25-15,0 0 16,0 25-16,0-25 0,0 0 0,0 25 0,24-25 0,-24 0 16,0 25-16,0-25 0,0 0 0,0 24 0,0-24 0,0 0 0,0 25 15,0-25-15,25 25 0,-25-25 0,0 0 0,0 25 0,0-25 0,0 0 16,0 25-16,0-25 15,0 0-15,0 24 0,0-24 0,0 0 0,25 25 0,-25-25 16,0 0-16,0 25 0,0-25 0,0 0 0,0 25 0,0-25 0,0 0 16,0 25-16,0-25 0,0 0 0,0 24 0,25-24 0,-25 0 15,0 0-15,0 25 0,0-25 0,0 0 16,0 0-16,0 25 0,0-25 0,0 0 78,0 0-78,0 25 15,0-25-15,0 0 0,0 0 0,0 0 0,0 0 0,0 25 0,0-25 0,0 0 0,0 0 0,0 0 0,0 0 0,0 0 16,0 0-16,0 0 0,0 0 0,0 0 16,0 0-16,0 0 0,0 0 0,0 0 0,0 0 0,0 0 0,0 0 0,0 0 0,0 0 0,0 0 0,0-25 0,0 25 0,0 0 0,0 0 0,0 0 0,0 0 0,0 0 0,0 0 0,0 0 0,0 0 0,0-25 0,-25 25 0,25 0 0,0 0 0,0 0 0,0 0 0,0 0 0,-25-25 0</inkml:trace>
  <inkml:trace contextRef="#ctx0" brushRef="#br0" timeOffset="168209.6209">11410 7119 0,'0'0'16,"0"0"-16,0 0 0,0 0 0,0 0 0,0 0 0,0 0 0,0 0 15,0 0-15,-25 0 0,25 0 0,0 0 0,0 0 0,0 0 31,0 0-31,0 0 0,0 0 0,0 0 0,0 0 16,0 0-16,0 0 0,0 0 16,0 0-16,0 0 0,0 0 0,0 0 0,0 0 0,0 0 0,0 0 0,0 0 15,0 0-15,0 0 0,0 0 0,0 0 0,0 0 0,0 0 0,0 0 0,0 0 0,0 0 16,0 0-16,0 0 0,0 0 0,0 0 0,0 0 15,0 0-15,0 0 0,0 0 0,0 0 16,0 0-16,0 0 0,0 0 0,0 0 0,0 0 0,0 0 16,0 0-16,25 0 0,-25 0 0,0 0 0,0 0 0,0 0 0,0 0 15,0 0-15,0 0 0,25 0 0,-25 0 0,0 0 16,0 0-16,0 0 0,0 0 0,25 0 0,-25 0 0,0 0 0,25 0 0,-25 0 15,0 0-15,24 0 0,-24 0 0,25 0 0,-25 0 16,25 0-16,-25 0 47,25 0-47,-25 0 0,25 0 0,-25 0 0,24 0 0,-24 0 0,25 0 0,-25 0 0,25 0 0,-25 0 0,25 0 0,-25 0 0,0 0 0,25 0 15,-25-25-15,0 25 0,24 0 0,-24 0 0,0 0 0,0 0 0,0 0 0,0 0 16,0 0-16,0 0 0,0 0 0,0 0 0,0 0 0,0 0 0,0 0 16,0 0-16,0 0 0,0 0 0,0 0 0,0 0 0,0 0 15,0 0-15,0 0 0,0 0 0,0 0 0,0 0 0,0 0 31,0 0-15,0 0-16,-24 0 0,24 0 0,0 0 16,0 0-16,0 0 0,0 0 0,0 0 15,0 0-15,0 0 0,0 0 0,0 0 0</inkml:trace>
  <inkml:trace contextRef="#ctx0" brushRef="#br0" timeOffset="169062.6698">11857 6524 0,'0'0'0,"0"0"0,-25 0 0,25 0 0,0 0 0,0 0 0,0 0 0,0 0 0,0 0 0,0 0 0,0 0 0,-25 0 0,25 0 0,0 0 0,0 0 0,0 0 15,0 0-15,0 0 0,0 0 0,0 0 16,0 0-16,0 0 0,0 0 0,0 0 0,0 0 0,0 0 0,0 0 0,0 0 0,0 0 0,0 0 15,0 0-15,0 0 0,0 0 0,0 0 0,0 0 0,0 0 0,0 0 0,0 0 0,0 0 0,0 0 0,0 0 0,0 0 0,0 0 16,0 0-16,0 0 0,0 0 0,0 0 0,0 0 0,0 0 0,0 0 47,0 0-47,0 0 0,0 0 0,0 0 0,25 0 0,-25 0 0,0 0 0,0 0 0,25 0 0,-25 0 0,0 0 0,0 0 0,24 0 0,-24 0 0,0 0 0,25 0 15,-25 0-15,0 0 0,0 0 0,25 0 0,-25 0 0,0 0 16,25 0 0,-25 0-16,0 0 0,0 0 0,25 0 0,-25 0 0,0 0 0,0 0 15,0 0-15,0 0 0,0 0 0,0 0 0,24 0 0,-24 0 16,0 0-16,0 0 0,0 0 0,0 0 0,0 0 0,0 0 15,0 0-15,0 0 0,0 0 0,-24 0 0,24 0 0,0 0 16,0 0-16,0 0 0,0 0 16,0 0-16,0 0 0,0 0 0,0 0 0,0 0 15,0 0-15,0 0 0,0 0 0,0 0 0,0 0 0,0 0 16,0 0-16</inkml:trace>
  <inkml:trace contextRef="#ctx0" brushRef="#br0" timeOffset="170070.7275">12229 6548 0,'0'0'16,"0"0"-16,0 0 0,0 0 0,0 0 0,0 0 0,0 0 16,0 0-16,0 0 0,0 0 0,0 0 0,0 0 0,0 0 0,0 0 15,0 0-15,0 0 0,0 0 0,0 0 0,0 0 0,0 0 16,0-24-16,0 24 0,25 0 0,-25 0 0,0 0 0,0 0 31,0 0-31,0 0 0,0 0 0,0 0 0,0 0 0,0 0 16,0 0-16,0 0 0,0-25 0,0 25 15,0 0-15,0 0 0,24 0 0,-24 0 0,0 0 0,0 0 0,0 0 0,0 0 0,0-25 0,0 25 16,0 0-16,25 0 0,-25 0 0,0 0 0,0-25 0,0 25 15,0 0-15,0 0 0,0-25 16,25 25-16,-25 0 0,0-24 16,0 24-16,0 0 0,0 0 0,0-25 0,0 25 0,0 0 0,25 0 15,-25 0-15,0 0 0,0 0 0,0 0 0,0 0 0,0 0 16,0 0-16,0 0 0,0 0 0,0 0 0,0 0 0,0 0 0,0 0 31,0 0-31,0-25 0,0 25 0,0 0 0,0 0 0,0 0 0,0 0 0,0 0 0,0 0 0,0 0 0,0 0 0,0 0 16,0 0-16,0 0 0,0 0 0,0 0 0,0 0 0,0 0 15,0 0-15,0 0 16,0 0-16,0 0 0,0 0 0,0 0 0,0 0 15,0 0-15,0 0 0,0 0 0,0-25 0,0 25 0,0 0 16,0 0-16,0 0 0,0 0 0,0 0 0,0 0 0,0 0 0,0 0 16,0 25-16,0-25 0,0 0 0,0 0 0,0 0 0,0 0 15,0 0-15,0 0 0,0 0 0,0 0 0,0 25 0,0-25 16,0 0-16,0 0 0,25 0 0,-25 0 15,0 25-15,0-25 47,0 0-47,0 24 0,0-24 0,0 0 0,0 25 0,0-25 0,0 0 0,0 25 0,-25-25 16,25 0-16,0 25 0,0-25 0,0 25 0,0-25 0,0 0 0,25 24 0,-25-24 0,0 0 0,0 25 0,0-25 0,0 25 0,0-25 0,0 0 0,0 25 15,0-25-15,0 0 0,0 25 0,-25-25 0,25 0 0,0 0 16,0 0-16,0 24 0,0-24 0,0 0 0,0 0 0,0 0 0,25 25 16,-25-25-16,0 0 0,0 0 0,0 0 0,0 0 15,0 0-15,-25 0 16,25 0-1,0 25-15,0-25 0,0 0 0,0 0 0,0 0 16,0 0-16,0 0 0,0 0 0,0 0 0,0 0 0,0 0 16,0 0-16,0 0 0,-25 0 0,25 0 15,0 0-15,0 0 0,0 0 0,0 0 16,0 0-16</inkml:trace>
  <inkml:trace contextRef="#ctx0" brushRef="#br0" timeOffset="170722.7648">12254 6772 0,'0'0'577,"198"-25"-577,-173 25 0,-25 0 0,25 0 0,-25 0 0,24 0 0,-24-25 16,25 25-16</inkml:trace>
  <inkml:trace contextRef="#ctx0" brushRef="#br0" timeOffset="179680.2771">3101 8905 0,'0'0'16,"0"0"-16,0 0 0,0 0 0,0 0 0,0 0 0,0 0 0,0 0 15,0 0-15,0 0 0,0 0 16,0 0-16,0 0 0,0-25 0,0 25 16,0 0-16,0 0 0,0 0 0,0 0 0,0 0 0,0 0 0,0 0 15,0 0-15,0 0 0,0 0 0,0 0 0,0 0 0,0 0 0,0 0 94,0 0-94,0 0 0,0 0 0,0 0 15,0 0-15,0 0 0,0 0 0,0 0 0,0 25 16,0-25-16,0 0 0,0 0 0,0 0 0,0 0 0,0 0 0,0 0 0,0 0 0,0 0 0,0 0 0,0 0 0,0 0 0,-25 25 0,25-25 0,0 0 0,0 0 0,0 24 0,0-24 0,0 0 0,0 0 0,0 25 16,0-25-16,0 0 0,0 25 0,25-25 0,-25 0 0,0 0 0,0 25 0,0-25 0,0 0 15,0 0-15,0 25 0,0-25 0,0 0 0,0 0 0,0 0 0,0 0 0,0 25 0,0-25 0,0 0 0,0 0 0,0 0 0,0 0 0,0 0 16,0 0-16,0 0 0,0 24 0,0-24 0,0 0 15,0 0-15,0 0 0,0 0 0,0 0 0,0 0 0,0 0 0,0 0 16,0 25-16,0-25 0,0 0 16,0 0-16,0 25 0,0-25 0,0 0 0,0 0 0,0 25 15,0-25-15,0 0 16,0 0-16,0 25 0,0-25 0,24 0 15,-24 24-15,0-24 0,0 0 0,0 0 0,0 0 16,0 0-16,0 25 0,-24-25 0,24 0 0,0 0 0,0 0 0,0 0 0,0 0 0,24 0 0,-24 0 0,0 0 0,0 25 16,0-25-16,0 0 0,0 0 0,-24 0 0,24 0 0,0 0 15,0 0-15,0 0 0,0 0 0,0 0 0,0 0 0,0 25 0,0-25 390,-25-447-109,25 447-281,0 0 0,0 0 0,0 0 0,0 0 16,0 0-16,0 0 0,0 0 0,0 0 0,0 0 0,0-25 0,0 25 0,0 0 0,0 0 0,0 0 0,0 0 0,0 0 0,0 0 0,0 0 0,0 0 0,0 0 0,0 0 0,0 0 0,0 0 0,0 0 15,0 0-15,0 0 0,0 0 0,0 0 0,0 0 0,0 0 0,0 0 0,0 0 0,0 0 0,0 0 0,0 0 0,0 0 16,0 0-16,0 0 15,0-24-15,0 24 0,0 0 0,0 0 0,0 0 0,0 0 0,0 0 0,0 0 16,0 0-16,0 0 0,0 0 0,0 0 0,0 0 0,0 0 0,0 0 0,0 0 0,0 0 0,0 0 0,0 0 0,0 0 0,0-25 16,0 25-16,0 0 0,0 0 0,0 0 0,0 0 0,0 0 0,0 0 0,0 0 0,0 0 31,0 0-31,0 0 0,0 0 0,0 0 0,0 0 0,0-25 0,0 25 0,0 0 15,0 0-15,0 0 0,0 0 0,0 0 0,0 0 0,0 0 16,0 0-16,0 0 0,0 0 0,0 0 94,0 0-94,0 0 0,0 0 0,0-25 0,0 25 0,0 0 31,0 0-31,0 0 0,0 0 0,0 0 0,0 0 15,0 0-15,0 0 0,0 0 0,0 0 0,0 0 0,0 0 0,0 0 0,0 0 0,0 0 0,0 0 16,0 0-16,0 0 0,0 0 0,25 0 0,-25 0 0,0 0 0,0 0 0,0 0 0,0 0 0,0 0 16,0 0-16,0 0 0,0 0 0,0 0 0,0 0 0,0 0 0,0 0 0,0 0 15,0-25-15,0 25 0,24 0 0,-24 0 0,0 0 0,0 0 0,0 0 0,25 0 0,-25 0 0,0 0 0,0 0 0,0 0 0,25 0 0,-25 0 0,0 0 0,0 0 0,0 0 0,0 0 0,0 0 0,0 0 0,0 0 0,0 0 0,0 0 0,0 0 16,25 0-16,-25 0 0,0 0 15,0 0-15,0 0 0,0 0 0,0 0 0,0 0 0,0 0 0,0 0 0,0 0 16,0 25 0,0-25-16,0 0 0,0 0 0,0 0 0,0 0 0,0 0 0,0 0 62,0 0-62,25 0 0,-25 25 0,0-25 0,0 0 0,0 0 0,0 0 0,0 0 0,0 0 0,0 0 16,0 0-16,0 0 0,0 25 0,0-25 0,24 0 0,-24 0 0,0 0 0,0 0 0,0 0 0,0 0 0,0 0 0,0 25 0,0-25 0,0 0 0,0 0 0,0 0 15,0 0-15,0 0 0,0 24 0,0-24 0,0 0 0,0 0 16,0 0-16,0 0 0,0 25 0,0-25 0,0 0 0,0 0 0,0 0 15,0 25-15,0-25 0,0 0 0,0 0 0,0 0 0,0 0 16,0 0-16,0 25 0,0-25 0,0 0 0,0 0 16,0 0-1,0 0-15,0 0 0,0 0 0,0 0 16,0 0-16,0 25 0,0-25 0,0 0 0,-24 0 0,24 0 0,0 0 0,0 0 0,0 0 0,0 0 15,0 0-15,-25 0 0,25 0 0,0 24 0,0-24 0,0 0 0,0 0 16,0 0-16,0 0 0,0 25 0,0-25 0,0 0 0,0 0 16,0 0-16,0 0 0,0 25 15,-25-25-15,25 0 0,0 0 0,0 0 0,0 0 109,-25 25-109,25-25 0,0 0 0,0 0 16,0 0-16,0 0 0,0 0 0,0 0 0,0 0 16,0 0-16,0 0 0,0 0 0,0 0 0,0 0 0,0 0 0,25 0 0,-25 0 0,0-25 0,0 25 0,0 0 0,0 0 0,0 0 0,0 0 0,0 0 0,0 0 0,0 0 0,0 0 15,0 0-15,0 0 0,0-25 0,25 25 0,-25 0 0,0 0 0,0 0 0,0 0 0,0 0 0,0 0 0,0 0 0,0 0 0,25-25 0,-25 25 0,0 0 0,0 0 0,0 0 16,0 0-16,0 0 0,0 0 0,24 0 0,-24 0 0,0 0 0,0 0 15,0 0-15,0 0 0,0 0 0,0 0 0,0 0 0,0 0 16,25 0-16,-25 0 0,0 0 0,0 0 0,0 0 0,0 0 0,0 0 16,0 0-16,0 0 0,0 0 0,25 0 0,-25 25 0,0-25 0,0 0 15,0 0-15,0 0 0,25 0 0,-25 25 0,0-25 0,0 0 16,0 0-16,0 25 0,25-25 0,-25 0 15,0 0-15,0 25 0,0-25 16,0 0-16,0 0 0,0 0 0,0 25 0,0-25 0,24 0 16,-24 0-16,0 0 0,0 0 0,0 24 0,0-24 0,0 0 0,0 0 15,0 0-15,0 0 0,0 25 0,0-25 0,0 0 0,0 0 453</inkml:trace>
  <inkml:trace contextRef="#ctx0" brushRef="#br0" timeOffset="185330.6003">3373 9103 0,'0'0'0,"0"0"15,0 0-15,0 0 0,0 0 0,0 0 0,0 0 16,0 0-16,0 0 0,0 0 0,0 0 16,0 0-16,0 0 0,0 0 0,0 0 0,0 0 0,0 0 0,0 0 15,0 0-15,0 0 16,0 0-16,0 0 0,0 0 0,0 0 0,0 0 0,0 0 15,0 0-15,0 0 0,0 0 0,0 0 0,0 0 0,0 0 16,0 0-16,0 0 0,0 0 0,0 0 0,0 0 0,0 0 0,0 0 0,0 0 31,0 0-31,0 0 0,0 0 0,0 0 0,0 0 16,0 0-16,0 0 0,0 0 0,25 0 0,-25 0 0,0 0 0,0 0 0,0 0 15,0 0-15,0 0 16,0 0-16,0 0 0,0 0 0,0 0 0,0 0 0,0 0 16,0 0-16,0 0 0,0 0 0,0 0 0,0 0 0,0 0 0,0 0 0,0 0 0,0 0 0,0 0 15,0 0-15,0 0 0,0 0 0,0 0 0,0 0 0,0 0 0,0 0 16,0 0-16,0 0 0,-25 0 0,25 0 0,0 0 0,0 0 31,0 0-31,0 0 0,0 0 0,0 25 0,0-25 0,0 0 0,0 0 0,0 0 0,0 0 16,0 0-16,0 0 0,0 0 0,0 0 0,0 0 0,0 25 0,0-25 15,0 0-15,0 0 0,0 0 0,0 25 16,0-25-16,0 0 0,0 0 0,-24 0 15,24 25-15,0-25 0,0 0 0,0 0 0,0 0 0,0 24 94,0-24-94,0 0 0,0 0 0,0 0 0,0 25 0,-25-25 0,25 0 0,0 0 0,0 0 0,0 0 0,0 0 0,0 25 16,0-25-16,0 0 0,0 0 0,0 0 0,0 0 0,0 0 0,0 0 0,0 0 0,0 0 0,0 0 0,0 0 0,0 25 0,0-25 0,0 0 15,-25 0-15,25 0 0,0 0 0,0 0 0,0 0 0,0 0 0,0 0 0,-25 0 0,25 0 0,0 25 0,0-25 0,0 0 0,0 0 0,-25 0 0,25 0 0,0 0 0,0 0 0,0 0 16,0 0-16,-24 24 0,24-24 0,0 0 0,0 0 0,0 0 15,0 0-15,-25 0 0,25 0 0,0 0 0,0 0 0,0 0 16,0 0-16,0 0 0,0 0 0,0 0 0,-25 0 0,25 0 16,0 0-1,0 0-15,0 0 0,0 0 0,0 0 0,0 0 0,0 0 16,0 0-16,-25 0 0,25 0 0,0 0 0,0 0 0,0 0 15,0 0-15,0 0 0,0 0 0,0 0 0,0 0 0,0 0 0,0 0 0,0 0 16,0 0-16,0 0 16,0 0-16,0 0 0,0 0 0,0 0 0,0 0 0,0 0 15,0 0-15,0 0 0,0 0 0,0 0 0,0 0 0,0 0 0,0 0 0,-25 0 453</inkml:trace>
  <inkml:trace contextRef="#ctx0" brushRef="#br0" timeOffset="187274.7115">3597 9401 0,'0'0'31,"0"0"-31,0 0 0,0 0 0,0 0 0,0 0 0,0 0 15,0 0-15,0 0 0,0 0 0,0 0 0,0 0 0,-25 0 0,25 0 16,0 0-16,0 0 0,0 0 0,0 0 0,0 0 0,0 0 16,0 0-16,0 0 0,0 0 0,0 0 0,0 0 0,0 0 0,0 0 78,0 0-78,0 0 0,0 0 0,0 0 0,0 0 0,0 0 0,0 0 0,0-25 0,0 25 0,25 0 0,-25 0 0,0 0 0,0 0 0,0 0 0,0 0 0,0 0 0,0 0 0,0 0 0,0-25 0,0 25 15,24 0-15,-24 0 0,0 0 0,0-24 0,0 24 0,0 0 0,0 0 0,25-25 0,-25 25 0,0 0 0,0 0 0,0-25 0,0 25 16,0 0-1,0-25-15,25 25 0,-25 0 0,0 0 0,0-25 0,0 25 0,0 0 16,0 0-16,0 0 0,0 0 0,0 0 0,0 0 0,0 0 0,0 0 16,0 0-16,0 0 0,0 0 0,0 0 0,0 0 0,0 0 15,0 0-15,0 0 0,0 0 0,0-24 0,0 24 0,0 0 16,0 0-1,0 0-15,0 0 0,0 0 0,0 0 0,0 0 0,0 0 16,0 0-16,0 0 0,0 0 0,0 0 0,0 0 47,0 0-47,0 0 0,0 0 0,0 0 0,0 0 0,0 0 0,0 0 0,0 0 0,0 0 0,0 0 15,0 0-15,0 0 0,0 0 0,0 0 0,0 0 0,0 0 0,0 0 0,0 0 0,0 0 0,0 0 0,0 0 0,0 0 0,0 0 0,0 0 16,0 0-16,0 0 0,0 0 0,0 0 0,0 0 0,0 0 0,0 0 78,0 0-78,0 0 0,0 0 0,0 0 0,0 0 0,0 0 0,0 24 0,0-24 16,0 0-16,0 0 0,0 0 0,0 0 0,0 0 0,0 0 0,0 0 0,0 0 15,0 0-15,0 0 0,0 0 0,0 25 0,0-25 0,0 0 0,0 0 0,0 25 0,0-25 0,0 0 0,0 0 0,0 25 0,0-25 0,0 0 0,0 25 0,0-25 0,0 0 0,0 24 0,0-24 0,0 0 16,0 25-16,0-25 0,0 0 0,25 25 0,-25-25 0,0 0 0,0 0 15,0 25-15,0-25 0,0 0 0,0 25 0,0-25 16,0 0-16,0 24 0,0-24 0,0 0 16,0 0-16,0 25 0,0-25 0,0 0 15,0 0-15,0 0 0,0 0 0,0 25 0,0-25 0,0 0 16,0 0-16,0 0 0,0 0 0,0 25 0,0-25 0,0 0 15,0 0-15,0 0 0,0 0 0,0 0 0,0 0 0,0 0 16,0 0-16,0 0 0,0 0 0,0 0 0,0 0 0,0 0 0,0 0 0,0 0 31,0 0-31,0 0 0,0 0 0,0 0 0,0 0 0,0 0 0,0 0 47,0 0-47,0 0 47</inkml:trace>
  <inkml:trace contextRef="#ctx0" brushRef="#br0" timeOffset="187912.748">4514 9128 0,'0'0'16,"0"0"-16,0 0 0,0 0 0,0 0 0,-24 0 15,24 0-15,0 0 0,0 0 16,0-25-16,0 25 0,0 0 0,0 0 16,0 0-16,0 0 0,0 0 0,0 0 0,0 0 15,0 0-15,0 0 0,0 0 0,0 0 0,0 0 0,0 0 0,0 0 0,0 0 16,0 0-16,0 0 0,0 0 0,0 0 0,0 0 0,0 0 62,0 0-62,0 0 0,0 0 0,0 0 0,0 0 0,0 0 0,0 0 0,0 0 0,0 0 0,0 0 0,0 0 0,0 0 0,0 0 0,0 0 0,0 0 0,0 0 0,0 0 0,0 0 0,0 0 0,0 0 0,0 0 16</inkml:trace>
  <inkml:trace contextRef="#ctx0" brushRef="#br0" timeOffset="190227.8803">4564 9550 0,'0'-25'31,"0"25"-31,-25 0 0,25 0 0,0 0 0,0 0 0,0 0 0,0 0 15,0 0-15,0 0 0,0 0 0,0 0 0,0 0 0,0 0 0,0 0 16,0 0-16,0 0 0,0 0 0,0 0 0,0 0 0,0 0 0,0 0 16,0 0-16,0 0 0,0 0 0,0 0 0,0 0 0,0 0 31,0 0-31,0 0 0,0 0 0,0 0 0,0 0 0,0 0 0,0 0 0,0 0 0,0 0 15,0 0-15,0 0 0,0 0 0,0 0 0,0 0 0,0 0 0,0 0 16,0 0-16,0 0 0,0-25 16,0 25-16,0 0 0,0 0 0,0 0 15</inkml:trace>
  <inkml:trace contextRef="#ctx0" brushRef="#br0" timeOffset="191565.9569">5779 8756 0,'0'0'0,"0"0"16,0 0-16,0-25 0,0 25 0,0 0 0,0 0 0,0 0 0,0 0 0,0 0 0,0 0 0,0 0 0,0 0 0,0 0 0,0 0 0,0 0 0,0 0 0,0 0 0,0 0 0,0 0 0,0 0 0,0 0 0,0 0 0,0 0 0,0 0 0,0 0 0,0 0 0,-24 0 15,24 0-15,0 0 0,0 0 0,0 0 0,0 0 31,0 0-31,0 0 16,0 0 15,0 0-31,0 0 0,0 0 0,0 0 0,0-25 0,0 25 16,0 0-1,0 0-15,0 0 0,0 0 0,0 0 0,0 0 0,0 0 0,0 0 16,0 0-16,0 0 0,0 0 0,0 0 0,0 0 16,0 0-16,0 0 0,0 0 0,0 0 15,0 0-15,0 0 0,0 0 16,0 0-16,0 0 0,0 0 0,0 0 0,0 0 15,0 0 1,0 0-16,0 0 16,0 0-1,0 0-15,-25 25 16,25-25-1,0 0-15,0 0 0,0 0 16,25 0-16,-25 25 0,0-25 0,-25 0 0,25 0 0,0 25 0,0-25 0,0 0 0,0 25 0,0-25 0,0 0 0,0 24 0,0-24 0,25 25 0,-25-25 0,0 25 0,0-25 0,0 0 0,0 25 0,0-25 0,0 25 0,24-25 0,-24 24 0,0-24 0,0 25 0,0-25 0,0 0 0,-24 25 0,24-25 0,0 25 0,0-25 0,0 0 0,0 25 0,0-25 0,0 0 16,0 25-1,0-25-15,0 0 0,0 24 16,0-24-16,0 0 0,0 25 0,0-25 0,0 0 0,0 25 0,0-25 0,0 0 15,0 0-15,0 25 0,24-25 0,-24 0 0,0 0 0,0 25 0,0-25 16,0 0 0,0 0-1,0 24-15,0-24 0,0 0 0,0 0 0,-24 0 16,24 0-16,0 25 0,24-25 0,-24 0 0,0 0 0,0 0 0,0 0 15,0 0 1,0 0 0,0 0-16,0 25 0,0-25 0,0 0 0,0 0 0,0 0 0,-24 0 0,24 0 0,0 0 0,0 0 0,0 0 0,0 25 0,0-25 0,0 0 0,0 0 0,24 0 0,-24 0 0,0 0 0,0 0 0,0 0 0,0 0 0,-24 0 0,24 0 46,0 0-46,0 0 0,0 0 0,0 0 0,0 0 0,0 0 0,0 0 0,0 0 0,0 0 0,0 0 0,0 0 0,0 0 0,0 0 0,0 0 0,0 0 0,0 0 0,0 0 16,0 0 0,0 0-16,0-25 0,0 25 0,0 0 0,0 0 0,0-25 0,0 25 15,0 0-15,0 0 0,0-25 0,0 25 0</inkml:trace>
  <inkml:trace contextRef="#ctx0" brushRef="#br0" timeOffset="192542.0128">5556 8756 0,'0'0'16,"0"0"-1,0 0-15,0 0 0,0 0 0,0 0 0,0 0 0,0 0 16,0 0-16,0 0 0,0 0 0,0 0 0,0 0 0,0 0 15,0 0-15,0 0 0,0 0 0,0 0 0,0 0 0,0 0 16,0 0-16,0-25 0,0 25 0,0 0 0,0 0 0,0 0 16,0 0-16,0 0 0,0 0 0,0 0 0,0 0 0,0 0 0,0 0 46,0 0-46,0 0 0,0 0 0,0 25 0,0-25 16,0 0-16,0 0 0,0 0 0,0 0 0,0 0 0,0 0 0,0 0 0,0 0 0,0 0 0,25-25 0,-25 25 0,0 0 0,0 0 0,0 0 16,0 0-16,0 0 0,0 0 0,0 0 0,25 0 0,-25 0 0,0 0 0,0 0 15,0 0-15,0 0 0,25 0 0,-25 0 0,0 0 0,0 0 16,0 0-16,24 0 0,-24 0 0,0 0 0,0 0 15,25 0-15,-25 0 16,0 0-16,25-25 0,-25 25 0,0 0 0,0 0 16,25 0-16,-25 0 0,0 0 0,25 0 0,-25 0 0,0 0 46,24 0-46,-24 0 0,0 0 16,0 0-16,0 0 0,25 0 0,-25 0 0,0 0 0,0 0 0,0 0 0,0 0 0,0 0 0,0 0 0,0 0 0,0 0 0,0 0 0,0 0 0,0 0 16,0 0-16,0 0 0,0 0 0,0 0 0,0 0 0,0 0 0,0 0 0,0 0 0,0 0 0,0 0 0,0 0 15,0 0-15,0 0 0,25 0 0,-25 0 0,0 0 0,0 0 0,0 0 16,0 0-16,0 0 0,0 0 0,0 0 0,0 0 15,0 0 48,0 0-48,0 0-15,0 0 0,0 0 0,0 0 0,0 0 0,25 0 0,-25 0 0,0 0 0,0 0 0,0 0 0,0 0 0,0 0 16,0 0-16,0 0 0,0 0 0,0 0 0,0 0 0,0 0 0,0 0 0,0 0 0,0 0 0,0 0 0,0 0 0,-25 0 0,25 0 0,0 0 0,0 0 0,0 0 0</inkml:trace>
  <inkml:trace contextRef="#ctx0" brushRef="#br0" timeOffset="193980.095">6028 9128 0,'0'0'0,"0"0"0,0 0 0,0 0 0,0 0 0,0 0 0,0 0 16,0 0-16,0 0 0,0 0 0,0 0 0,0 0 0,0 0 0,0 0 0,0 0 0,0 0 0,0 0 0,0 0 0,0 0 0,0-25 0,0 25 0,0 0 16,0 0-16,0 0 0,0 0 0,0 0 0,0 0 0,0 0 0,0 0 0,0 0 0,0 0 0,0 0 15,0 0-15,0 0 0,0 0 0,0 0 0,0 0 0,0 0 0,0 25 0,0-25 0,0 0 0,0 0 0,0 0 0,0 0 0,0 0 16,0 0-16,0 0 0,0 0 0,0 0 0,0 0 0,0 0 0,0 0 15,0 0-15,0 0 0,0 0 0,0 25 0,0-25 0,0 0 16,0 0-16,0 0 0,0 25 0,0-25 0,0 0 0,0 25 16,0-25-16,0 0 0,0 24 0,0-24 0,0 0 0,0 25 0,0-25 15,0 0 32,0 0-31,0 25 15,0-25-31,0 25 0,0-25 0,0 0 0,0 25 0,0-25 15,0 0-15,0 24 0,0-24 0,0 0 0,0 25 0,0-25 0,0 0 0,0 0 0,0 0 0,24 25 0,-24-25 0,0 0 0,0 0 0,0 0 0,0 0 0,0 0 0,0 0 16,0 0-16,0 0 0,0 0 0,0 0 0,0 0 0,0 0 16,0 0-16,0 0 0,0 0 0,0 0 0,0 0 0,0 0 0,0 0 0,0 0 0,25 0 0,-25 0 0,0 0 0,0 0 0,0 25 0,0-25 0,0 0 0,0 0 0,25 0 0,-25 0 0,0-25 0,0 25 15,0 0-15,0 0 16,0 0-16,0 0 0,0 0 0,0 0 0,0 0 0,25 0 0,-25 0 0,0 0 0,0 0 15,0 0-15,0 0 16,0 0-16,0 0 0,0 0 0,0 0 0,0 0 0,0 0 16,0 0-16,0 0 0,25 0 0,-25 0 0,0 0 0,0 0 15,0 0-15,0-25 0,0 25 0,0 0 0,0 0 0,0 0 0,24 0 63,-24 0-63,0 0 0,0 0 0,0-25 0,0 25 0,0 0 0,25 0 0,-25 0 0,0 0 0,0 0 0,0 0 15,0 0-15,0 0 0,0 0 0,0 0 0,0 0 0,0 0 0,0 0 0,0-24 0,0 24 0,0 0 0,0 0 0,0 0 0,0 0 0,0 0 0</inkml:trace>
  <inkml:trace contextRef="#ctx0" brushRef="#br0" timeOffset="196004.2108">6251 9128 0,'0'0'0,"0"0"31,0 0-31,0 0 0,0 0 0,0 0 0,0 0 0,0 0 0,0 0 16,0 0-16,0 0 0,0 0 0,0 0 0,0 0 0,0 0 0,0 0 16,0 0-16,0 0 0,0 0 0,0 0 0,0 0 0,0 0 15,0 0-15,0 0 0,0 0 0,0 0 0,0 0 0,0 0 16,0 0-16,0 0 0,0 0 0,0 0 0,0 0 0,0 0 15,0 0-15,0 0 0,0 0 16,0 0-16,0 0 0,0 0 0,0 0 16,0 25-16,0-25 0,0 0 0,0 0 0,0 0 0,0 0 15,0 0-15,0 0 0,0 0 0,0 0 0,0 25 0,0-25 0,0 0 16,0 0-16,0 0 0,0 0 0,0 0 0,0 25 0,0-25 47,25 0-47,-25 0 0,0 0 0,0 0 0,0 0 0,0 0 0,0 24 0,0-24 0,-25 0 0,25 0 0,0 0 0,0 0 0,0 0 0,25 25 0,-25-25 0,0 0 15,0 0-15,0 0 0,0 0 0,0 25 0,0-25 0,0 0 0,0 0 31,0 0-31,0 0 0,0 0 0,0 25 0,0-25 0,0 0 0,0 0 16,0 0-16,0 0 0,0 25 0,0-25 0,0 0 0,0 0 16,0 0-16,0 24 0,0-24 0,0 0 0,0 0 0,0 0 0,0 0 15,0 25-15,0-25 0,0 0 0,0 0 0,0 0 0,0 0 16,0 25-16,0-25 0,0 0 0,0 0 0,0 0 0,0 0 0,0 0 31,0 0-31,0 0 0,0 0 0,0 25 0,0-25 0,0 0 16,24 0-16,-24 0 0,0 0 0,0 0 0,0 0 0,0 0 0,-24 0 15,24 0-15,0 0 0,0 0 0,0 0 0,0 0 0,0 0 94,0 0-94,0 0 0,0 0 0,0 0 0,0 0 0,0 25 0,0-25 0,0 0 0,0 0 0,0 0 0,0 0 0,0 0 0,0 0 0,0 0 15,0 0-15,0 0 0,0 0 0,0 0 0,0 0 0,0 0 0,0-25 0,0 25 0,0 0 0,0 0 0,0 0 0,0 0 0,0 0 0,0 0 0,0 0 0,0 0 0,0-25 0,0 25 16,0 0-16,0 0 0,0 0 0,0-25 0,0 25 0,0 0 0,24 0 0,-24-25 0,0 25 16,0 0-16,0-24 0,0 24 0,0 0 0,0 0 0,0 0 0,0-25 15,0 25-15,0 0 0,0 0 0,0-25 0,0 25 0,0 0 16,0 0-16,0 0 0,0-25 0,0 25 0,0 0 0,0 0 15,0 0-15,0-25 0,0 25 0,25 0 0,-25 0 0,0 0 16,0 0-16,0-24 0,0 24 0,0 0 0,0 0 16,0 0-16,0 0 0,0 0 15,0-25-15,0 25 0,25 0 0,-25 0 0,0 0 16,0 0-16,0 0 0,0 0 0,0-25 0,0 25 0,25 0 0,-25 0 15,0 0-15,0 0 0,0 0 0,0 0 0,0 0 0,0 0 0,0 0 531,124 347-188,-124-347-343,0 0 0,0 25 16,0-25-16,0 0 15,0 0-15,0 0 0,0 0 0,0 0 0,0 0 0,0 0 0,0 0 0,0 0 16,0 0-16,0 0 0,0 0 0,0 0 0,0 0 0,0 0 15,0 0-15,0 0 0,0 0 0,0 0 0,0 0 0,0 0 0,0 0 0,0 0 0,0 0 0,0 0 0,0 0 16,0 0-16,0 0 0,0 0 16,0 0-1,0 0-15,0 0 0,0 0 0,0 0 0,0 0 0,0-25 0,0 25 0,0 0 0,0 0 0,0 0 0,0 0 0,0 0 0,0-25 0,0 25 0,0 0 0,0 0 0,0-24 0,0 24 0,0 0 0,0-25 0,0 25 0,0 0 0,0-25 0</inkml:trace>
  <inkml:trace contextRef="#ctx0" brushRef="#br0" timeOffset="204456.6942">6102 9550 0</inkml:trace>
  <inkml:trace contextRef="#ctx0" brushRef="#br0" timeOffset="228466.0675">6598 9277 0,'0'0'16,"0"0"-16,0 0 0,-25 0 0,25 0 0,0 0 47,0 0-47,0 0 0,0 0 0,0 0 0,0 0 0,25 0 0,-25 0 0,0 0 0,0 0 0,0 0 0,0 0 0,0 0 0,0 0 0,0 0 0,0 0 0,0 0 0,-25 0 0,25 0 0,0 0 0,0 0 15,0 0-15,0 0 16,25 0-16,-25 0 0,0 0 0,0 0 0,0 0 0,0 0 0,0 0 16,0 0-16,0 0 0,0 0 0,-25 0 0,25 0 0,0 0 0,0 0 15,0 0-15,0 0 0,0 0 0,0 0 0,0 0 0,0 0 16,0 0-16,0 0 15,0 0-15,0 0 0,0 0 0,-25 0 16,25 0-16,0 0 0,0 0 0,0 0 0,0 0 0,0 0 0,0 0 16,0 0-16,0 25 0,0-25 0,0 0 0,0 0 0,0 0 31,0 0-31,0 0 0,0 0 0,0 0 0,0 0 0,0 0 0,0 0 0,0 0 0,0 0 0,0-25 15,0 25-15,0 0 0,0 0 0,0 0 0,0 0 0,0 0 0,0-25 0,0 25 0,0 0 16,0 0-16,0 0 16,0 0-16,0 0 0,0 0 0,0 0 0,0 0 0,0 0 0,0 0 15,0 0-15,0 0 0,0 0 0,0 0 0,0 0 0,0 0 16,0 0-16,0 0 0,0 0 0,0 0 0,0 0 0,0 0 15,0 0-15,0 0 0,0 0 0,0 0 0,0 0 0,0 0 16,0 0-16,0 0 0,0 0 16,0 0-16,0 0 0,0 0 0,0-25 15,0 25-15,0 0 0,0 0 0,0 0 0,0-24 0,0 24 16,0 0-16,0 0 0,0 0 0,0-25 0,0 25 0,0 0 0,0 0 15,0 0-15,0 0 0,0-25 0,0 25 0,0 0 0,0 0 63,0 0-63,0 0 0,25 0 0,-25-25 0,0 25 0,0 0 0,0 0 0,0 0 0,0 0 0,25-25 0,-25 25 0,0 0 0,0 0 0,0 0 0,0 0 0,25 0 0,-25 0 0,0 0 0,0 0 0,0 0 0,0-24 0,0 24 0,25 0 15,-25 0-15,0 0 0,0 0 16,0 0-16,0 0 0,0 0 0,24 0 0,-24 0 16,0 0-16,0 0 0,0 0 0,0 0 0,0 0 0,0 0 15,0 0-15,0 24 0,25-24 0,-25 0 0,0 0 0,0 0 16,0 0-16,0 0 0,0 0 0,0 0 0,0 0 0,0 0 0,25 0 15,-25 0-15,0 0 16,0 25-16,0-25 0,0 0 0,0 0 0,0 0 0,0 25 16,0-25-16,25 0 0,-25 0 0,0 25 0,0-25 0,0 0 0,0 25 15,0-25-15,0 0 0,0 24 0,25-24 0,-25 25 0,0-25 16,0 0-16,0 25 0,0-25 0,0 25 0,0-25 0,0 25 15,0-25 1,0 0-16,0 24 0,0-24 0,24 0 0,-24 25 0,0-25 47,0 0-47,0 0 0,0 25 0,0-25 0,0 0 0,0 0 0,0 25 0,0-25 0,0 0 0,0 0 0,0 0 0,25 0 0,-25 0 0,0 25 31,0-25-31,0 0 16,0 0-16,0 0 0,0 0 0,0 0 0,0 0 0,25 0 0,-25 0 0,0 0 0,0 24 0,0-24 0,0 0 0,0 0 0,0 0 0,25 0 0,-25 0 0,0 0 0,0 0 0,0 0 0,0 0 0,0 0 0,25 0 15,-25-24-15,0 24 16,0 0-16,0 0 0,25 0 0,-25-25 15,0 25-15,24-25 0,-24 25 0,25 0 0,-25-25 0,0 25 16,0-25-16,25 1 0,-25 24 0,0-25 0,0 25 0</inkml:trace>
  <inkml:trace contextRef="#ctx0" brushRef="#br0" timeOffset="229078.1025">6052 8954 0,'0'0'0,"0"0"0,0 0 0,0 0 0,0 0 0,0 0 16,0 0-16,0 0 0,0-24 0,0 24 0,0 0 0,0 0 0,0 0 0,0 0 0,0 0 0,0 0 0,0 0 0,0 0 0,0 0 15,0 0-15,0 0 0,0 0 0,0 0 0,0 0 0,0 0 0,0 0 0,0 0 0,0 0 0,0 0 0,0 0 0,0 0 0,0 0 0,0 0 0,0 0 0,0 0 0,0 0 0,0 0 0,0 0 16,0 0-16,0 0 0,0 0 0,0 0 0,0 0 0</inkml:trace>
  <inkml:trace contextRef="#ctx0" brushRef="#br0" timeOffset="229494.1263">6276 8682 0,'0'0'0,"0"0"0,0 0 0,0 0 0,0 0 15,0 0-15,0 0 0,0 0 0,0 0 0,0 0 0,0 0 0,0 0 16,0 0-16,0 0 0,0 0 0,24 0 0,-24 0 0,0 0 0,0 0 15,0 0-15,25 0 0,-25 0 0,0 0 16,25 0-16,-25 0 16,25 0-16,-25 0 0,25 0 0,-25 0 0,24 0 0,-24 0 0,25 0 15,0 0-15,-25 0 0,25 0 0,-25 0 0,25 0 16,-1 0-16,-24 0 0,25 0 0,-25 0 0,0 0 15,0 0-15,0 0 0,0 0 0,0 0 0,0 0 0</inkml:trace>
  <inkml:trace contextRef="#ctx0" brushRef="#br0" timeOffset="239309.6877">10021 8781 0,'-25'0'0,"25"0"0,0 0 15,0 0-15,0 0 0,0 0 16,0 0-16,0 0 0,0-25 0,0 25 0,0 0 16,-25 0-16,25 0 0,0 0 0,0 0 0,0 0 0,0 0 0,0 0 0,0 25 0,0-25 15,0 0-15,0 0 0,0 0 0,0 0 0,0 0 0,-24 0 0,24 0 16,0 0-16,0 0 0,0 0 0,0 0 0,-25 25 0,25-25 15,0 0 63,0 24-78,-25-24 0,25 0 16,0 25-16,0-25 0,0 0 0,-25 25 0,25-25 0,0 0 0,0 25 0,0-25 0,-25 25 0,25-25 16,0 0-1,0 24-15,0-24 0,0 25 0,0-25 0,-24 25 0,24-25 0,0 25 0,0-25 0,0 25 0,24-25 0,-24 25 0,0-25 0,0 24 0,0-24 0,0 25 0,0-25 0,0 25 0,0-25 0,0 25 0,0 0 0,0-25 0,25 24 0,-25-24 0,0 25 0,0-25 0,0 25 0,25-25 0,-25 25 0,0-25 0,0 25 0,25-25 0,-25 24 0,0-24 16,25 0-16,-25 25 0,0-25 0,24 0 0,-24 0 0,0 25 31,25-25-31,-25 0 0,0 0 0,25 0 0,-25 0 0,0 0 0,25 0 16,-25 0-16,0-25 0,0 25 0,25 0 0,-25 0 0,0-25 0,25 25 15,-25 0-15,0 0 0,0-24 0,0 24 0</inkml:trace>
  <inkml:trace contextRef="#ctx0" brushRef="#br0" timeOffset="239930.7232">10443 8830 0,'0'0'15,"0"0"-15,0 0 0,-25 0 0,25 0 0,0 0 0,0 0 16,0 0-16,0 0 0,0 0 0,0 0 0,0 0 0,0 0 0,0 0 16,0 0-16,0 0 0,-25 0 0,25 25 0,0-25 0,0 0 15,0 0-15,0 0 16,0 0-16,0 0 0,-25 25 0,25-25 0,0 0 15,0 0-15,0 25 0,0-25 0,-24 0 0,24 25 0,0-25 0,0 24 16,0-24-16,-25 25 0,25-25 0,0 0 0,0 25 0,-25-25 16,25 25-16,0-25 0,-25 25 46,25-25-46,0 25 0,-25-1 0,25-24 0,0 25 0,0-25 0,-24 0 0,24 25 0,0-25 0,0 25 0,0-25 0,0 0 0,-25 25 0,25-25 0,0 0 0,0 24 0,0-24 16,0 0-16,0 0 0,0 25 0,0-25 0,0 0 16,-25 0-16,25 0 0,0 0 0,0 25 0,0-25 15,0 0-15,0 0 0,0 0 0,0 0 0,0 0 0,0 0 0,0 0 16,0 0-16,0 0 0,0 0 0,25 0 0,-25 0 0,0 0 15,0 0-15,0-25 0,0 25 0,0 0 0,25 0 0,-25-25 16,0 25-16,0-24 0,0 24 16,0-25-16,0 25 0,24-25 0</inkml:trace>
  <inkml:trace contextRef="#ctx0" brushRef="#br0" timeOffset="240312.7451">10393 8905 0,'0'0'15,"0"0"-15,0 0 0,0 0 0,0 0 0,25 0 0,-25 0 16,0 0-16,0 0 0,0 0 0,0 0 0,0 0 0,0 0 0,0 0 31,25 0-31,-25 0 0,0 0 0,0 0 0,0 0 0,25 0 0,-25 0 16,0 0-16,0 0 0,0 0 15,24 25-15,-24-25 0,0 0 0,0 0 0,0 0 0,0 24 0,0-24 0,0 0 0,0 25 0,0-25 0,0 0 16,0 25-16,25-25 0,-25 25 0,0-25 0,0 0 0,0 25 0,0-25 16,0 25-16,0-25 0,25 0 15,-25 24-15,0-24 0,0 25 0,0-25 0,0 25 0,25-25 16,-25 0-16,0 25 0,0-25 0,0 25 0,0-25 0,0 0 0,0 24 15,0-24-15,0 0 0,0 25 0,0-25 0,0 0 0,25 25 16,-25-25-16,0 0 0,0 0 0,0 0 0,0 25 0,0-25 16,0 0-16,0 0 15,0 0-15,24 0 0,-24 0 0,0 0 0,0 25 16,0-25-16,0 0 0,0 0 0,0 0 0,0 0 0,0 0 15,0 0-15,0 0 0,0 0 0,0-25 0,0 25 0,0 0 0,0 0 16,0 0-16,0 0 0,0 0 0,0 0 0,0 0 0,-24 0 0,24-25 16</inkml:trace>
  <inkml:trace contextRef="#ctx0" brushRef="#br0" timeOffset="240568.7597">10170 9153 0,'0'0'0,"0"0"16,0 0-16,0 0 0,0 0 0,0 0 0,0 0 15,0 0-15,0 0 0,25 0 0,-25 0 0,0 0 0,0 0 0,25 0 16,-25 0-16,0 0 0,24 0 0,1 0 0,-25 0 0,25 0 15,-25 0-15,25 25 0,0-25 0,-25 0 0,24 0 0,1 0 0,-25 0 16,25 0-16,-25 0 0,25 0 0,-25 0 0,25-25 16,-25 25-1,24 0-15,-24 0 0,25 0 0,-25 0 0,0 0 0,25 0 0,-25-25 16,0 25-16</inkml:trace>
  <inkml:trace contextRef="#ctx0" brushRef="#br0" timeOffset="240973.7829">10567 8781 0,'0'0'15,"0"0"-15,0 0 16,0 0-16,0 0 0,0 0 0,0 0 0,0 0 16,25 0-16,-25 0 0,0 0 0,0 0 0,0 0 0,24 0 0,-24 0 0,0 25 0,25-25 15,-25 0-15,25 24 16,-25-24-16,0 0 0,25 25 0,-25-25 0,0 25 15,25-25-15,-25 25 0,0-25 0,0 25 0,24-1 0,-24-24 16,0 25-16,0 0 0,25-25 0,-25 25 0,0 0 0,0 0 16,0-25-16,0 24 0,25 1 0,-25-25 0,0 25 0,0 0 0,0-25 15,0 25-15,0-25 0,0 24 0,0 1 0,0-25 0,0 25 0,0 0 16,0-25-16,-25 25 15,25-25-15,0 24 0,0 1 0,-25-25 0,25 25 0,-24-25 16,24 25-16,0-25 0,-25 0 0,25 25 0,-25-25 0,0 0 0,25 24 0</inkml:trace>
  <inkml:trace contextRef="#ctx0" brushRef="#br0" timeOffset="323331.4935">8781 9153 0,'0'0'0,"0"0"16,0 0-16,0 0 0,0 0 0,0 0 0,0 0 15,0 0 1,0 0-16,0 0 0,0 0 0,0 0 0,0 0 15,0 0-15,0 0 0,0 0 0,0 0 0,0 0 0,0 0 0,0 0 0,0 0 0,0 0 16,0 0-16,0 0 0,0 0 0,0 0 0,0 0 0,0 0 16,0 0-1,0 0-15,0 0 0,0 0 0,0 0 0,0 0 0,0 0 0,0 0 16,0 0-16,0 0 0,0-25 0,0 25 0,-25 0 0,25 0 15,0 0-15,0 0 0,0 0 0,0 0 0,0 0 0,0 0 0,0 0 16,0 0-16,0 0 0,-25 0 0,25 0 0,0-25 0,0 25 16,0 0 30,0 0-46,0 0 0,0 0 0,0 0 0,0 0 0,-25 0 0,25 0 0,0 0 0,0 0 0,0 0 0,0 0 0,0 0 0,-24 0 0,24 0 16,0 0 0,0 0-16,0 0 0,0 0 0,0 0 0,0 0 0,-25 0 0,25 0 0,0 0 0,0 0 0,0 0 0,0 0 0,0 0 15,-25 0-15,25 0 0,0 0 0,0 0 0,0 0 0,0 0 0,-25 0 0,25 0 0,0 0 0,0 0 0,-25 0 31,25 0-31,0 0 0,0 0 0,-24 0 0,24 0 0,0 25 0,0-25 32,-25 0-32,25 0 0,0 0 0,0 0 0,0 0 0,-25 0 0,25 25 0,0-25 0,0 0 0,0 0 0,0 0 15,0 0-15,0 0 0,0 0 0,-25 0 0,25 0 0,0 25 16,0-25-16,0 0 0,0 0 0,0 0 0,0 0 0,0 0 0,0 0 0,0 0 31,0 25-31,-25-25 0,25 0 0,0 0 0,0 0 0,0 0 0,0 24 16,0-24-16,0 0 0,0 0 0,0 25 0,0-25 0,0 0 46,0 0-46,0 0 0,0 25 0,0-25 0,0 0 0,0 0 16,0 0-16,0 0 0,0 0 0,0 25 0,0-25 0,0 0 0,0 0 0,0 0 0,0 0 0,0 0 0,0 25 0,0-25 0,0 0 0,0 0 0,0 0 0,0 0 0,0 0 16,0 24-16,0-24 0,0 0 15,0 0-15,0 0 0,0 0 0,0 25 0,0-25 0,25 0 16,-25 0-16,0 0 0,0 25 0,0-25 0,0 0 0,0 0 0,0 0 47,25 0-47,-25 0 0,0 0 0,0 25 0,0-25 0,0 0 0,0 0 0,0 0 0,25 0 0,-25 0 0,0 0 0,0 25 0,0-25 0,0 0 0,0 0 0,0 0 0,0 0 15,0 0-15,0 0 0,25 0 0,-25 0 0,0 0 0,0 0 0,0 0 16,0 0-1,0 0-15,0 0 0,0 0 0,24 0 0,-24 0 0,0 0 0,0 0 16,0 0-16,0 0 0,0 0 0,25 0 0,-25 0 0,0 0 0,0 0 0,0 0 31,0 0-31,25 0 0,-25 0 0,0 0 0,0 0 0,0 0 0,0 0 0,0 0 0,25 0 16,-25 0-16,0 0 0,0 0 0,0 0 0,0 0 0,0 0 0,25 0 15,-25 0-15,0 24 16,0-24-16,0 0 0,0 0 0,0 0 0,0 0 16,0 0-16,0 0 0,24 0 0,-24 0 0,0 0 0,0 0 0,0 0 15,0 0-15,0 0 0,0 0 0,0 0 0,0 0 0,0 0 0,0 0 31,0 0-31,25 0 0,-25-24 0,0 24 0,0 0 0,0 0 0,0 0 0,0 0 0,0-25 16,0 25-16,0 0 0,0 0 0,0-25 0,0 25 0,0 0 234,50-1042 499</inkml:trace>
  <inkml:trace contextRef="#ctx0" brushRef="#br0" timeOffset="327352.7235">8806 8558 0,'0'0'0,"0"0"15,0 0-15,0 0 0,0 0 0,0 0 0,0 0 0,0 0 0,0 0 32,0 0-32,0 0 0,0 0 0,0 0 0,0 0 0,0 0 0,0 0 0,0 0 15,0 0-15,0 0 0,0 0 0,0 0 0,0 0 0,0 0 0,0 0 16,0 0-16,0 0 0,0 0 0,0 0 0,0 0 0,0 0 31,0 0-31,0 0 0,0 0 0,0 0 0,0 0 0,0 0 0,0 0 0,0 0 16,0 0-16,0 0 0,0 0 0,0 0 0,0 0 0,0 0 0,0 0 15,0 0-15,0 0 0,0 0 0,0 0 0,0 0 0,0 0 0,0 0 437,0 124-437,0-50 265,0 75-265,0-149 0,24 0 0,-24 0 0,0 0 0,0 0 0,0 0 0,0 0 16,0 0-16,0 25 0,0-25 31,0 0-31,-24 24 16,24-24-16,0 0 0,0 0 0,0 0 0,0 0 0,0 0 0,0 25 0,0-25 0,0 0 0,0 50 78,0-25-78,0-25 0,0 0 0,0 0 0,0 25 15,24-25 16,-24 24-31,0-24 0,0 0 0,0 0 0,0 0 0,0 0 0,0 0 0,0 25 0,0-25 16,0 0-16,0 0 0,0 0 0,0 0 0,0 0 0,0 25 0,0-25 0,0 0 0,0 0 0,0 0 0,0 0 0,0 25 0,0-25 0,0 0 16,0 0-16,0 0 0,0 25 0,0-25 0,0 0 0,0 0 0,0 0 0,0 0 0,0 24 31,0-24-16,0 0-15,0 0 0,25 0 16,-25 25 0,0-25-16,0 0 0,0 0 0,0 0 0,0 0 0,0 25 0,0-25 0,0 0 0,0 0 0,0 0 0,0 0 0,0 0 0,0 0 0,0 0 0,0 25 0,0-25 0,0 0 0,0 0 0,0 0 0,0 0 0,0 0 0,0 0 0,0 0 0,0 0 0,0 0 0,0 0 0,0 0 15,0 0-15,0 25 0,0-25 16,0 0-16,0 0 0,0 0 0,0 0 0,0 0 0,0 0 0,0 0 0,0 24 0,0-24 0,0 0 0,0 0 0,0 0 0,0 0 0,0 0 15,0 0-15,0 0 0,0 0 0,0 0 0,0 25 0,0-25 47,0 0-31,0 0-1,0 0 17,0 0-32,0 0 0,0 0 0,0 0 0,0 0 0,0 25 0,0-25 0,0 0 15,0 0 1,0 25-1,0-25-15,0 0 0,25 0 0,-25 0 0,0 0 0,0 0 0,0 0 0,0 25 0,0-25 0,0 0 0,0 0 0,0 0 0,0 0 0,0 0 0,0 0 0,0 0 0,0 0 0,0 0 0,0 0 0,0 0 0,0 0 16,0 0-16,0 0 0,25 0 0,-25 24 0,0-24 16,0 0-16,0 0 0,0 0 0,0 0 0,0 0 0,0 0 0,0 0 0,0 0 0,25 0 0,-25 0 0,0 0 15,0 0-15,0 0 0,0 0 0,0 0 0,0 0 0,0 0 0,0 0 0,0 0 0,0 0 0,0 0 16,0 0-16,0 0 0,0 0 0,0 0 0,0 0 0,0 0 0,24 0 0,-24 0 0,0 0 15,0 0 32,0 0-47,0 0 0,0 0 0,0 0 0,0 0 0,0 0 0,0 0 0,0 0 16,0 0-16,0 0 15,0 0-15,0 0 0,0 0 0,0 0 0,0 0 0,25 0 0,-25 0 0,0 0 0,0 0 16,0 0-16,0 0 0,0 0 0,0 0 0,0 0 0,0 0 0,0 0 0,25 0 0,-25 0 0,0 0 0,0 0 0,0 0 16,0 0-16,0 0 0,0 0 0,0 0 0,25 0 0,-25 0 0,0 0 0,0-24 0,0 24 0,0 0 15,0 0 16,25 0-15,-25 0-16,0 0 0,0 0 47,0 0-47,0 0 0,0 0 0,0 0 0,0 0 15,0 0 1,0 0-16,0 0 0,0 0 0,0 0 0,0 0 0,25 0 0,-25 0 0,0-25 0,0 25 16,0 0-16,0 0 0,0 0 0,0 0 0,0 0 0,0 0 0,24-25 0,-24 25 0,0 0 0,0 0 0,0 0 0,0 0 0,0 0 0,0 0 0,0 0 15,0 0-15,0-25 47,0 25-47,0 0 0,0 0 0,0 0 0,0 0 0,0 0 0,0 0 0,25 0 16,-25-25-16,0 25 0,0 0 0,0 0 0,0 0 0,0 0 0,0 0 0,0 0 0,0 0 0,25-24 0,-25 24 0,0 0 0,0 0 0,0 0 0,0 0 0,0 0 0,0-25 0,0 25 0,0 0 0,0 0 0,0 0 0,0 0 0,0 0 0,0 0 0,0 0 0,0-25 0,0 25 0,0 0 0,0 0 15,0 0-15,0 0 0,0 0 0,0-25 0,0 25 0,0 0 16,0 0-16,0 0 31,0 0-31,0 0 0,0 0 0,0 0 0,0-25 0,0 25 0,0 0 0,0 0 0,0 0 0,0 0 0,0 0 0,0-24 0,0 24 16,0 0-16,0 0 0,0 0 0,-25 0 0,25 0 0,0 0 0,0 0 0,0-25 0,0 25 0,0 0 0,0 0 15,0 0 1,0 0-16,0 0 0,0 0 0,0 0 0,0 0 0,0 0 780,50 273-765,-50-273-15,0 0 0,0 0 0,0 0 0,0 0 0,0 0 0,0 0 0,0 0 0,0 0 0,0 0 0,0 0 0,0 0 0,0 0 0,0 0 0,0 0 0,0 0 0,0 0 0,0 24 0,0-24 0,0 0 0,0 0 0,0 0 0,0 0 0,0 0 0,0 0 0,25 0 16,-25 0 0,0 0-16,0 0 0,0 0 0,0 0 0,0 0 0,0 0 15,0 0-15,0 0 0,0 0 0,0 0 0,0 0 0,0 0 0,0 0 0,0 0 0,24 0 0,-24 0 0,0-24 0,0 24 0,0 0 0,0 0 0,0 0 0,25 0 47,-25 0-47,0-25 0,0 25 0,0 0 0,0 0 0,0 0 0</inkml:trace>
  <inkml:trace contextRef="#ctx0" brushRef="#br0" timeOffset="377939.6166">9103 9302 0,'0'0'0,"0"0"16,0 0-16,0 0 0,0 0 0,0 0 0,0 0 0,0 0 16,-24 0-16,24 0 0,0 0 0,0 0 0,0 0 0,0 0 15,0 0-15,0 0 0,0 0 0,0 0 0,0 0 16,0 0-16,0 0 0,0 0 0,0 0 0,24 0 15,-24 0-15,0 0 0,0 0 0,0 0 0,0 0 0,0 0 16,0 0-16,0 0 0,0 0 0,0 0 0,0 0 16,0 0-16,0 0 0,0 0 0,0 0 0,0 0 0,0 0 15,0 0-15,0 0 0,0 0 0,0 0 0,0 0 16,0 0-16,0 0 0,0 0 0,0 0 0,25 0 0,-25 0 15,0 0-15,0 0 0,0 0 0,0 0 0,0 0 16,0 0-16,25 0 0,-25 0 0,0 0 0,0-25 16,0 25-16,0 0 0,0 0 0,25 0 0,-25 0 0,0 0 15,0 0-15,0-25 0,25 25 0,-25 0 0,0 0 16,0 0-16,0 0 0,24-25 0,-24 25 0,0 0 15,0 0-15,0 0 0,0 0 0,25 0 0,-25-24 0,0 24 16,0 0-16,0 0 0,0 0 0,0 0 16,0 0-16,25 0 0,-25 0 0,0 0 0,0 0 0,0 0 0,0-25 15,0 25-15,25 0 0,-25 0 0,0 0 0,0 0 16,0-25-16,0 25 0,0 0 0,0 0 0,0 0 0,0 0 15,0-25-15,0 25 0,0 0 0,0 0 0,0 0 16,0 0-16,25 0 0,-25 0 0,0-25 0,0 25 16,0 0-16,0 0 0,0 0 0,0 0 0,0-24 0,0 24 15,0 0-15,0 0 0,0 0 0,0 0 0,0 0 16,0 0-16,0 0 0,0 0 0,0 0 0,0 0 0,0 0 15,0 0-15,0 0 0,0 0 0,0-25 0,0 25 16,-25 0-16,25 0 0,0 0 0,0 0 0,0 0 16,0 0-16,0 0 0,0 0 0,-25 0 0,25 0 0,0 0 15,0 0-15,0 0 0,0 0 0,0 0 0,0 0 16,-25 0-16,25 0 0,0 0 0,0 0 0,0 0 0,0 0 15,0 0-15,0 0 0,0 0 0,0 0 0,-25 0 16,25 0-16,0 0 0,0 0 0,0 0 0,0 0 16,0 0-16,0 0 0,0 0 0,0 0 0,0 0 0,0 0 15,0 0-15,-24 0 0,24 0 0,0 0 0,0 0 16,0 0-16,0 0 0,0 0 0,0 0 0,0 0 0,0 0 15,0 0-15,-25 0 0,25 0 0,0 0 0,0 25 16,0-25-16,0 0 0,0 0 0,0 0 0,0 0 0,0 0 16,0 24-16,0-24 0,0 0 0,0 0 0,0 0 15,0 0-15,0 0 0,0 0 0,0 0 0,0 0 16,-25 0-16,25 25 0,0-25 0,0 0 0,0 0 0,0 0 15,0 0-15,0 25 0,0-25 0,0 0 0,0 0 16,0 0-16,0 25 0,0-25 0,0 0 0,0 0 16,0 25-16,0-25 0,0 0 0,0 24 0,0-24 0,0 0 15,0 0-15,0 25 0,0-25 0,0 0 0,0 25 16,0-25-16,0 0 0,0 25 0,0-25 0,0 0 0,0 25 15,0-25-15,25 0 0,-25 0 0,0 24 0,0-24 16,0 0-16,0 25 0,0-25 0,0 0 0,0 25 0,0-25 16,0 0-16,0 25 0,25-25 0,-25 0 0,0 25 15,0-25-15,0 0 0,0 0 0,24 24 0,-24-24 16,0 0-16,0 0 0,0 0 0,0 0 0,0 25 0,25-25 15,-25 0-15,0 0 0,0 0 0,0 0 0,0 0 16,0 0-16,0-25 0,0 25 0,0 0 0,25 0 0,-25-24 16,0 24-16,0 0 0,0 0 0,25-25 0</inkml:trace>
  <inkml:trace contextRef="#ctx0" brushRef="#br0" timeOffset="378782.6651">9500 8706 0,'0'0'0,"0"0"16,0 0-16,0 0 0,0 0 0,0 0 0,0 0 0,0 0 15,0 0-15,0 0 0,0 0 0,25 0 0,-25 0 16,0 0-16,0 25 0,0-25 0,0 0 0,0 0 16,0 0-16,0 25 0,0-25 0,0 0 0,0 0 0,-25 25 15,25-25-15,0 0 0,0 25 0,0-25 0,25 24 16,-25-24-16,0 0 0,0 25 0,0-25 0,0 0 0,0 25 15,0-25-15,0 0 0,0 0 0,0 25 0,0-25 16,0 25-16,0-25 0,0 24 0,-25-24 0,25 25 0,0-25 16,0 25-16,0 0 0,0-25 0,0 25 0,0-25 15,0 25-15,0-25 0,0 24 0,-25-24 0,25 25 16,0 0-16,0-25 0,0 25 0,0-25 0,0 25 0,0-25 15,0 24-15,0 1 0,0-25 0,0 25 0,0-25 16,0 0-16,0 25 0,0-25 0,25 25 0,-25-25 16,0 0-16,0 24 0,0-24 0,0 25 0,0-25 0,0 0 15,0 25-15,0-25 0,0 0 0,0 0 0,0 25 16,0-25-16,0 0 0,0 0 0,0 0 0,0 25 0,25-25 15,-25 0-15,0 0 0,0 0 0,0 24 0,0-24 16,0 0-16,0 0 0,0 0 0,0 0 0,0 0 0,0 25 16,0-25-16,0 0 0,0 0 0,0 0 0,0 0 15,0 0-15,0 0 0,0 0 0,0 0 0,0 0 16,0 0-16,0 0 0,0 0 0,0 0 0,0 25 0,0-25 15,0 0-15,0 0 0,0 0 0,0 0 0,0 0 16,0 0-16,25 0 0,-25 0 0,0 0 0,0 0 0,0 0 16,0-25-16,0 25 0,25 0 0,-25 0 0,0 0 15,0 0-15,0 0 0,0-25 0,24 25 0,-24 0 0,0 0 16,0 0-16,0 0 0,0 0 0,0 0 0,0-24 15,0 24-15,0 0 0,0 0 0,25 0 0,-25-25 16,0 25-16,0 0 0,0-25 0,0 25 0,0 0 0</inkml:trace>
  <inkml:trace contextRef="#ctx0" brushRef="#br0" timeOffset="379324.6961">9426 8930 0,'0'0'0,"0"0"0,0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0,0 0 0,0 0 15,0 0-15,-25 0 0,25 0 0,0 0 0,0 0 0,0 0 16,0 0-16,0 0 0,0 0 0,0 0 0,0 0 15,0 0-15,-25 0 0,25-25 0,0 25 0,0 0 0,0 0 16,0 0-16,0 0 0,0 0 0,0 0 0,0 0 16,0 0-16,0 0 0,0 0 0,0 0 0,0 0 15,25 0-15,-25 25 0,0-25 0,0 0 0,0 0 0,0 0 16,0 0-16,0 0 0,0 0 0,0 0 0,0 0 0,0 0 15,0 0-15,0 0 0,0 0 0,0 0 0,25 0 16,-25 0-16,0 0 0,25 0 0,-25 0 0,0 0 16,24 0-16,-24 0 0,0 0 0,25 0 0,-25 0 0,25 0 15,-25 0-15,25 0 0,-25 0 0,25 0 0,-1 0 16,-24 0-16,25 0 0,0 0 0,0-25 0,-25 25 0,25 0 15,-1 0-15,-24 0 0,25 0 0,-25 0 0,25 0 16,-25 0-16,0 0 0,25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2T00:37:30.29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19893 15974 0</inkml:trace>
  <inkml:trace contextRef="#ctx0" brushRef="#br0" timeOffset="7330.4193">3026 10244 0,'0'0'0,"0"0"0,0 0 16,0 0-16,0 25 0,0-25 0,0 0 0,0 0 15,0 0-15,0 0 0,0 0 0,0 0 0,0 0 0,0 0 0,0 0 16,0-25-16,0 25 0,0 0 0,0 0 0,0 0 15,0 0-15,0 0 0,0 0 0,0 0 0,0 0 16,0 0-16,0 0 0,0 0 0,0 0 0,0 0 0,0 0 16,0 0-16,0 0 0,0 0 0,0 0 0,0 25 0,0-25 0,0 0 15,0 0-15,0 0 16,0 0-16,0 0 0,0 25 0,0-25 0,0 0 0,25 25 15,-25-25-15,0 25 0,0-25 0,0 24 0,0 1 0,0-25 0,-25 25 16,25 0-16,0-25 0,0 25 0,0-1 0,0 1 16,0-25-16,0 25 0,0 0 0,0 0 0,0-1 15,0-24-15,0 25 0,0 0 0,0 0 0,0-25 0,0 25 0,0-1 16,0-24-16,0 25 0,0-25 0,0 25 0,0-25 15,0 25-15,0-25 0,0 25 0,0-25 0,0 0 16,0 0-16,0 24 0,0-24 0,0 0 0,0 0 16,0 0-16,0 0 0,0 25 0,25-25 0,-25 0 0,0 0 0,0 0 15,0 0-15,0-25 0,0 25 0,0 0 0,0 0 0,0 0 16,0 0-16,0 0 0,0-24 0,0 24 15,-25 0-15,25 0 0,0 0 0</inkml:trace>
  <inkml:trace contextRef="#ctx0" brushRef="#br0" timeOffset="8122.4646">3026 10393 0,'0'-25'0,"0"25"16,0 0-16,0 0 0,0 0 0,0 0 15,0 0-15,0 0 0,0 0 0,0-24 0,0 24 0,0 0 16,0 0-16,0 0 0,0 0 0,0 0 0,0 0 0,0-25 16,0 25-16,0 0 0,0 0 0,0 0 0,0-25 15,25 25-15,-25 0 0,0 0 0,0 0 0,0 0 16,0 0-16,0 0 0,0 0 0,0 0 0,0 0 0,0 0 15,0 0-15,25 0 0,-25 0 0,0 0 0,0 0 0,0 0 0,0 0 16,25 0-16,-25 0 0,0 0 0,0 25 0,0-25 16,24 0-16,-24 0 0,0 25 0,0-25 15,25 0-15,-25 0 0,0 24 0,0-24 0,25 0 0,-25 25 16,0-25-16,0 25 0,0-25 0,0 0 0,0 25 0,0-25 0,0 25 15,0-25-15,0 24 0,0-24 16,0 25-16,0 0 0,0-25 0,0 25 0,0-25 0,0 25 16,0-25-16,0 24 0,-25-24 0,25 0 0,0 25 0,0-25 0,0 0 15,0 25-15,0-25 0,0 0 0,0 0 0,0 0 16,0 0-16,0 0 0,0 0 0,0 25 15,0-25-15,0 0 0,0 0 0,0-25 0,0 25 0,-25 0 0,25 0 16,0 0-16,0 0 0,0 0 0,0-25 0,0 25 16,0 0-16,0 0 0,0-25 0,0 25 15,0 0-15,0 0 0,0-24 0,0 24 0,25 0 0,-25 0 0,0 0 16,0 0-16,0 0 0,0-25 0,0 25 0,25 0 0,-25 0 15,0 0-15,0 0 0,25 0 0,-25 0 0,0 0 0,0 0 16,25 0-16,-25 0 0,0 25 0,0-25 16,0 0-16,24 0 0,-24 24 0,0-24 0,0 0 0,0 25 0,0-25 15,0 25-15,25-25 0,-25 0 0,0 25 16,0-25-16,0 25 0,0-25 0,0 24 15,25-24-15,-25 25 0,0-25 0,0 0 0,0 25 0,0-25 0,0 25 16,0-25-16,0 25 0,0-25 0,0 24 0,-25-24 0,25 0 16,0 25-16,0-25 0,0 0 0,0 0 15,-25 25-15,25-25 0,0 0 0,0 0 0,-24 0 0,24 0 0,0 0 16,-25 0-16,25 0 0,0 0 15,-25 0-15,25 25 0,0-25 0,-25 0 0,25 0 0,0 0 0,0 0 16,-25 0-16,25 0 0,0 0 0,0 0 0,0 0 0,0 0 0,-24 0 16,24 0-16,0 0 0,0 0 0,0 0 15,0 0-15,0 0 0,0 0 0,0 0 0,0 0 16,0 0-16,0 0 0,0 0 0,0 0 0,0 0 0,0 0 15,0 0-15,24 0 0,-24 0 0,0-25 0,0 25 0,0 0 0,0 0 16</inkml:trace>
  <inkml:trace contextRef="#ctx0" brushRef="#br0" timeOffset="8813.5041">3448 10468 0,'0'0'0,"0"0"0,0 0 0,0 0 16,0-25-16,-25 25 0,25 0 0,0 0 15,0 0-15,0 0 0,0 0 0,0-25 0,0 25 0,0 0 0,0 0 16,0 0-16,0 0 0,-25 0 0,25-25 0,0 25 0,0 0 16,0 0-16,0 0 0,0-25 0,0 25 0,0 0 0,0 0 15,0-24-15,0 24 0,0 0 0,0-25 16,0 25-16,0 0 0,25 0 0,-25-25 0,0 25 0,0 0 0,0 0 15,0 0-15,0-25 16,25 25-16,-25 0 0,0 0 0,0 0 0,0 0 0,25 0 16,-25 0-16,0 0 0,24 25 0,-24-25 0,0 0 0,25 25 15,-25-25-15,0 0 0,25 25 0,-25-25 0,0 24 0,25-24 16,-25 25-16,0 0 0,0-25 0,0 25 0,25-25 15,-25 25-15,0-1 0,0-24 0,0 25 0,0 0 0,0-25 16,0 25-16,0 0 0,0-25 0,0 24 0,0 1 16,0-25-16,-25 25 0,25-25 0,0 25 0,0-25 15,0 25-15,0-25 0,-25 24 0,25-24 0,0 25 0,0-25 0,-25 0 16,25 25-16,0-25 0,0 0 0,-25 25 15,25-25-15,0 0 0,0 0 0,0 0 0,-24 0 0,24 0 16,0 0-16,0 0 0,0 0 0,0 0 0,0-25 0,0 25 16,0 0-16,0 0 0,0 0 0,0-25 0,0 25 15,0 0-15,0 0 0,0-25 0,0 25 0,0 0 0,0 0 16,0-24-16,0 24 0,0 0 0,0 0 15,0 0-15,0 0 0,24 0 0,-24 0 0,0 0 16,0 0-16,0 0 0,0 0 0,0 0 0,25 0 0,-25 0 0,0 0 16,0 0-16,25 24 0,-25-24 0,0 0 0,0 25 15,25-25-15,-25 25 0,0-25 0,0 25 0,25-25 16,-25 0-16,0 25 0,24-25 0,-24 24 0,0-24 15,25 0-15,-25 25 0,0-25 0,0 0 0,25 25 0,-25-25 0,0 0 16,0 0-16,25 0 0,-25 0 16,0 0-16,0 0 0,25 0 0,-25 0 0,0 0 0,0 0 0,25 0 15,-25-25-15,0 25 0,0 0 0,0-25 0,0 25 0,0-24 16,0 24-16,0-25 0,0 25 0,0 0 0,0-25 15,0 25-15</inkml:trace>
  <inkml:trace contextRef="#ctx0" brushRef="#br0" timeOffset="9191.5257">3125 11237 0,'0'24'0,"0"-24"16,-24 0-16,24 0 0,0 0 0,0 0 0,0 0 0,0 0 15,0 0-15,0 0 0,0 0 0,0 0 0,0 0 0,0 0 0,0 0 16,24 0-16,-24 0 0,0 0 0,0 0 15,25 0-15,-25 25 0,0-25 0,25 0 0,-25 0 0,0 0 16,25 0-16,-25 0 0,25 0 0,-25 0 0,24 0 0,-24 25 16,25-25-16,-25 0 0,25 0 0,0 0 0,-25 0 15,25 0-15,-1 0 0,-24 0 0,25 0 16,0 0-16,0 0 0,-25 0 0,25 0 0,-1 0 0,-24 0 0,25 0 15,0 0-15,0 0 0,0 0 0,-25 0 0,24 0 16,1 0-16,-25 0 0,25 0 0,0 0 0,-25 0 16,25 0-16,-25 0 0,0 0 0,25 0 0,-25 0 0,24 0 15,-24 0-15,0 0 0,25-25 0,-25 25 0,0 0 0,0 0 16,25 0-16,-25-25 0</inkml:trace>
  <inkml:trace contextRef="#ctx0" brushRef="#br0" timeOffset="9432.5395">4118 10517 0,'0'0'0,"0"0"15,0 0-15,0 0 0,0 0 0,0 0 0,0 0 0,0 0 16,0 0-16,0 0 0,0 0 0,0 0 16,0 0-16,0 0 0,0 0 0,0 0 0,0 0 15,0 0-15,0 0 0,0 0 0,0 0 0,0 0 0,0 0 16,0 25-16,0-25 0,0 0 0,0 0 0,0 0 0,0 25 15</inkml:trace>
  <inkml:trace contextRef="#ctx0" brushRef="#br0" timeOffset="9600.5491">4192 10815 0,'0'0'0,"0"0"0,-25 25 0,25-25 16,0 0 0,0 0-16,0 0 0,0 0 0,0 0 0,0 0 0,0 0 0,0 0 0,0 0 0,0 0 15,0 0-15,0 0 0,0 0 0,0 0 16,0 0-16,0 0 0,0 0 0,-25 0 0,25 24 0,0-24 15,0 0-15,0 0 0,0 0 0,0 0 0,0 0 0</inkml:trace>
  <inkml:trace contextRef="#ctx0" brushRef="#br0" timeOffset="12473.7135">5457 10319 0,'0'25'0,"0"-25"15,0 0-15,0 0 0,0 0 0,0 0 0,0 0 16,0 0-16,0 0 0,0 0 0,0 0 0,0 0 15,0 0-15,0 24 0,0-24 0,0 0 0,0 0 16,0 0-16,0 0 0,0 0 0,0 25 0,0-25 0,25 0 0,-25 0 16,0 0-16,0 0 0,0 25 15,0-25-15,0 0 0,0 0 0,0 0 0,0 0 0,0 0 16,0 0-16,0 0 0,0 0 0,0 0 0,0 0 15,0 25-15,0-25 0,0 0 0,0 0 0,0 25 0,0-25 0,0 24 16,0-24-16,0 0 0,0 25 0,0-25 16,0 25-16,0 0 0,0-25 0,0 25 0,0-25 0,0 24 0,0-24 15,0 25-15,0-25 0,0 25 0,0-25 16,0 25-16,0 0 0,0-25 0,0 24 0,0-24 15,0 25-15,0-25 0,0 25 0,0-25 0,25 0 0,-25 25 0,0-25 16,0 0-16,0 25 0,0-25 0,0 0 0,0 24 16,0-24-16,0 0 0,0 0 0,0 0 0,0 25 15,0-25-15,0 0 0,0 0 0,0 0 0,0 0 0,0 0 16,0 0-16,0 0 0,0 0 0,0 0 0,0 0 0</inkml:trace>
  <inkml:trace contextRef="#ctx0" brushRef="#br0" timeOffset="12759.7298">5259 10319 0,'0'0'16,"0"0"-16,0-25 0,0 25 0,0 0 0,0 0 0,0 0 0,0-25 16,0 25-16,0 0 0,0 0 0,0 0 0,0-25 0,24 25 15,-24 0-15,0 0 0,0 0 0,25-24 16,-25 24-16,25 0 0,-25 0 0,0 0 0,25 0 0,-25-25 15,25 25-15,-25 0 0,24 0 0,-24 0 0,0 0 0,25 0 16,-25 0-16,25 0 0,-25 0 0,0 0 16,0 25-16,25-25 0,-25 0 0,25 0 0,-25 24 0,0-24 15,24 0-15</inkml:trace>
  <inkml:trace contextRef="#ctx0" brushRef="#br0" timeOffset="13591.7774">5680 10567 0,'0'0'16,"0"0"-16,0 0 0,0 0 0,0 0 0,0 0 0,0 0 0,0 0 16,0 0-16,0 0 0,0 0 0,0 0 0,0 0 0,0 0 15,0 0-15,-25 0 0,50 0 0,-25 0 16,0 0-16,0 0 0,0 25 0,0-25 0,0 0 0,25 0 15,-25 24-15,0-24 0,0 0 0,0 25 0,0-25 0,0 25 16,25-25-16,-25 0 0,0 25 0,0-25 0,0 25 16,0-1-16,0-24 0,0 25 0,0-25 0,0 25 15,0 0-15,0-25 0,0 25 0,0-1 0,0-24 0,0 25 16,0-25-16,25 25 0,-25-25 0,0 25 0,0-25 0,0 0 15,0 0-15,0 25 0,0-25 0,24 0 0,-24 0 16,0 0-16,0 0 0,0 0 0,0 0 0,0 0 16,25 0-16,-25-25 0,0 25 0,0 0 0,0 0 0,25-25 15,-25 25-15,0 0 0,0-25 0,25 25 0,-25-25 0,0 25 16,0 0-16,0-24 0,0 24 0,0-25 15,0 25-15,0 0 0,0-25 0,0 25 0,0-25 0,0 25 16,0 0-16,0-25 0,0 25 0,0 0 0,0-24 0,0 24 16,0-25-16,0 25 0,0 0 0,0-25 15,0 25-15,0 0 0,0 0 0,0-25 0,0 25 0,0 0 16,0 0-16,0 0 0,0 0 0,25 0 0,-25 0 0,0 0 0,0 0 15,0 0-15,0 0 16,0 0-16,0 0 0,0 0 0,0 0 0,0 0 0,0 0 0,0 0 16,0 0-16,0 25 0,0-25 0,0 0 0,0 0 0,0 0 15,0 25-15,25-25 0,-25 0 0,0 25 0,0-25 0,0 24 16,0-24-16,0 0 0,0 25 0,0-25 15,0 25-15,0-25 0,0 25 0,0-25 0,24 25 0,-24-25 16,0 24-16,0-24 0,0 0 0,0 25 0,0-25 0,0 0 16,0 25-16,0-25 0,0 0 0,0 0 15,0 0-15,0 25 0,0-25 0,0 0 0,0 0 0,0 0 16,0 0-16,0 0 0,0-25 0,25 25 0,-25 0 0,0 0 15,0 0-15,0-25 0,0 25 0,0 0 0,0-25 0,0 25 16,0-24-16,0 24 0,0 0 0,25-25 16,-25 25-16,0 0 0,0-25 0,0 25 0,0 0 0,0 0 0,25 0 15,-25 0-15,0 0 0,0 0 0,0 0 16,0 0-16,0 0 0,0 0 0,0 0 0,0 0 15,0 0-15,0 0 0,0 0 0,0 0 0,25 0 0,-25 0 16,0 0-16,0 0 0,0 25 0,0-25 0,24 0 0,-24 0 16,0 25-16,0-25 0,0 0 0,25 24 0,-25-24 15,0 25-15,0-25 0,0 25 0,0-25 0,25 0 16,-25 25-16,0-25 0,0 0 0,0 0 0,25 25 0,-25-25 15,0 0-15,0 0 0,0 0 0,0 0 0,0 0 0,25 0 16,-25 0-16,0-25 0,0 25 16,0 0-16,24 0 0</inkml:trace>
  <inkml:trace contextRef="#ctx0" brushRef="#br0" timeOffset="14228.8138">6201 10740 0,'0'0'0,"0"0"16,0 0-16,0 0 0,0 0 0,0 0 0,0 0 0,0-24 15,0 24-15,0 0 0,25 0 0,-25-25 16,0 25-16,0-25 0,0 25 0,25 0 0,-25-25 0,0 25 15,25-25-15,-25 1 0,0 24 0,24-25 0,-24 25 0,25-25 16,-25 0-16,0 25 0,25-25 0,-25 1 16,0 24-16,25-25 0,-25 0 0,0 25 0,0-25 0,25 25 15,-25-25-15,0 25 0,0-24 0,24 24 0,-24 0 0,0-25 16,0 25-16,0 0 0,0-25 0,0 25 15,0 0-15,0-25 0,0 25 0,-24 0 0,24 0 0,0-25 0,0 25 0,-25 0 16,25 0-16,0 0 0,0 0 0,-25 0 16,25-24-16,0 24 0,0 0 0,0 0 0,-25 0 0,25 0 15,0 0-15,0 0 0,0 0 16,-25 0-16,25 0 0,0 0 0,0 24 0,0-24 0,0 0 0,0 0 15,0 0-15,0 0 0,0 0 0,0 0 0,0 0 0,0 0 16,0 25-16,0-25 0,0 0 0,0 0 0,0 25 0,0-25 16,0 25-16,0-25 0,0 25 0,0-1 15,25-24-15,-25 25 0,0 0 0,0-25 0,0 25 0,0 0 16,0-1-16,0-24 0,0 25 0,0 0 0,0 0 15,0 0-15,25-25 0,-25 24 0,0 1 0,0-25 0,0 25 16,0-25-16,0 25 0,0-25 0,0 25 0,0-25 16,0 24-16,0-24 0,0 0 0,0 0 0,0 25 15,0-25-15,0 0 0,0 0 0,0 0 0,0 0 0,0 0 16,25 0-16,-25 0 0,0 0 0,0 0 0,0 0 0,0-25 15,25 25-15,-25 0 16,0-24-16,0 24 0,0 0 0,0-25 0,0 25 0,24 0 0,-24 0 0,0 0 0,0-25 16,0 25-16,0 0 0,0 0 0,25 0 0,-25 0 15,0 0-15,0 0 0,0 0 0,0 25 16,0-25-16,25 0 0,-25 0 0,0 25 0,0-25 0,0 0 0,0 24 15,0-24-15,0 0 0,25 25 0,-25-25 0,0 25 0,0-25 16,0 0-16,0 25 0,0-25 0,0 0 0,0 0 16,0 25-16,0-25 0,0 0 0,0 0 15,0 0-15,0 24 0,0-24 0,0 0 0,-25 0 0,25 0 16,0 0-16,0 0 0</inkml:trace>
  <inkml:trace contextRef="#ctx0" brushRef="#br0" timeOffset="14446.8263">6003 10120 0,'-25'0'0,"25"-24"0,0 24 16,0 0-16,0 0 0,0 0 0,-25 0 0,25 0 15,0 0-15,0 0 0,0 0 0,0 24 0,0-24 0,0 0 0,0 25 16,25-25-16,-25 25 0,0 0 0,0 0 16,0-1-16,0-24 0,0 25 0,0 0 0,0 0 0,0 0 0,0-1 15,0-24-15,0 25 0,0 0 0</inkml:trace>
  <inkml:trace contextRef="#ctx0" brushRef="#br0" timeOffset="15253.8725">7913 10269 0,'0'0'0,"0"0"0,0 0 0,0-25 0,0 25 16,-25 0-16,25 0 0,0 0 0,0 0 0,0 0 0,0 0 16,-25 0-16,25 0 0,0-24 15,0 24-15,-25 0 0,25 0 0,0 0 0,0 0 0,-25 0 16,25 0-16,0 0 0,0 0 0,-24 0 0,24 0 0,0 0 0,0 0 15,0 24-15,-25-24 0,25 0 0,0 0 16,-25 25-16,25-25 0,0 25 0,-25-25 0,25 25 0,-25-25 16,25 25-16,-24-25 0,24 24 0,0 1 0,0 0 15,-25-25-15,25 25 0,0 0 0,0-1 0,0 1 16,0-25-16,0 25 0,0 0 0,25 0 0,-25-1 0,0 1 0,0-25 15,24 25-15,-24 0 0,0 0 0,25-25 16,-25 24-16,25-24 0,-25 25 0,25 0 0,-25-25 0,25 0 0,-25 25 16,24-25-16,-24 0 0,0 25 0,25-25 15,-25 0-15,25 0 0,-25 0 0,25 24 0,-25-24 0,0 0 0,25 0 16,-25 0-16,0 0 0,24 0 0,-24-24 0,0 24 15,0 0-15,0 0 0,25 0 0,-25-25 16,0 25-16,0 0 0,0-25 0,25 25 0,-25 0 16,0-25-16,0 25 0,0 0 0,0-25 0,0 25 0,0 0 0,0 0 15,0-24-15,0 24 0,0 0 0,0 0 0,0 0 0,0-25 16,0 25-16,0 0 0,0 0 0,0 0 15,25 0-15,-25-25 0,0 25 0,0 0 0,0 0 0,0 0 16,0 0-16,0 0 0,0 0 0,0 0 0,0 0 0,0 0 16,0 0-16,0 0 0,0 0 15,0 0-15,0 0 0,0 0 0,0 0 0,0 0 0,0 0 0,0 0 16,0 25-16,0-25 0,0 0 0,0 25 0,25-25 0,-25 0 15,0 24-15,0 1 0,0-25 0,0 25 0,0-25 16,0 0-16,0 25 0,0-25 0,0 25 0,0-25 16,0 24-16,25-24 0,-25 0 0,0 0 0,0 25 0,0-25 15,0 0-15,0 0 0,0 0 0,0 0 0,0 0 0,0 0 16,0 0-16,0-25 0,0 25 15,0 0-15,0-24 0,0 24 0</inkml:trace>
  <inkml:trace contextRef="#ctx0" brushRef="#br0" timeOffset="15413.8816">8086 10542 0,'0'0'0,"0"0"16,0 0-16,0 0 0,0 0 0,0 0 0,0 0 16,0 0-16,0 0 0,0 0 0,0 0 0,0 0 0,0 0 0,0 0 15,-24 0-15,24 0 0,24 0 16,-24 0-16,0 0 0,0 25 0,0-25 0,0 0 0,0 0 0,0 0 15,0 0-15,0 25 0,0-25 0</inkml:trace>
  <inkml:trace contextRef="#ctx0" brushRef="#br0" timeOffset="15844.9063">8359 10740 0,'0'0'0,"0"0"16,0 0-16,-25 0 0,25 0 0,0 0 0,0 0 0,0 0 16,0 0-16,0 0 0,0 0 0,0 0 15,0 0-15,0 0 0,25 0 0,-25 25 0,0-25 0,0 0 16,0 0-16,0 0 0,0 0 0,0 25 15,0-25-15,0 0 0,0 25 0,0-25 0,25 0 16,-25 25-16,0-25 0,0 24 0,0 1 0,0-25 0,25 25 0,-25-25 16,0 25-16,0 0 0,0-25 0,0 24 15,0-24-15,0 25 0,0-25 0,25 25 0,-25-25 0,0 25 16,0-25-16,0 25 0,0-25 0,0 24 0,0-24 15,0 0-15,24 25 0,-24-25 0,0 0 0,0 25 16,0-25-16,0 0 0,0 25 0,0-25 0,0 0 0,0 0 16,0 0-16,0 25 0,0-25 0,0 0 0,0 0 0,0 0 15,0 25-15,-24-25 0,24 0 0,0 0 0,0 0 0,0 0 16,0 0-16,-25 0 0,25 0 0,0 0 0,0 0 15,-25 0-15,25 0 0,0 0 0,-25 0 0,25 0 0,0 0 16,0-25-16,-25 25 0,25 0 0,0 0 0,0-25 0,-24 25 16,24 0-16,0-25 0,0 25 15,-25 0-15,25-25 0,0 25 0</inkml:trace>
  <inkml:trace contextRef="#ctx0" brushRef="#br0" timeOffset="16030.9168">8359 10567 0,'0'0'0,"0"0"16,-25 0-16,25 0 0,0 0 0,0 0 0,-24 0 0,24-25 0,0 25 16,0 0-16,0 0 0,0 0 0,0 0 15,0 0-15,0 0 0,0 25 0,0-25 0,0 0 0,0 0 16,0 0-16,0 0 0,0 0 0,0 0 0,24 0 0,-24 0 15</inkml:trace>
  <inkml:trace contextRef="#ctx0" brushRef="#br0" timeOffset="16358.9357">9575 10567 0,'0'0'0,"0"0"0,-25 0 0,25 0 0,0 0 16,0 0-16,0 0 0,0 0 15,0 0-15,0 0 0,25 0 0,-25 0 0,0 0 0,0 0 0,0 0 16,24 0-16,-24 0 0,0 0 0,25 0 0,-25 0 0,25 0 16,-25 0-16,25 0 0,-25 0 15,25 0-15,-25 0 0,24 0 0,-24 25 0,25-25 0,-25 0 0,25 0 16,-25 0-16,0 24 0,0-24 0,25 0 0,-25 0 0,0 0 15,0 0-15,25 25 0,-25-25 16,0 0-16,0 0 0,0 0 0</inkml:trace>
  <inkml:trace contextRef="#ctx0" brushRef="#br0" timeOffset="16574.948">9575 10914 0,'-25'0'0,"25"0"0,0 0 0,0 0 0,0 0 0,0 0 16,0 0-16,0 0 0,0 0 0,0 0 15,0 0-15,25 0 0,-25 0 0,0 0 0,24 0 16,-24 0-16,0 0 0,25 0 0,-25 0 0,25 0 0,-25 0 0,25 0 16,-25 0-16,25 0 0,-25 0 0,24 0 0,1 0 15,0 0-15,-25 0 0,25 0 0,0 0 0,-1 0 16,1 0-16,0 0 0,0 0 0,-25 0 0,25 0 0</inkml:trace>
  <inkml:trace contextRef="#ctx0" brushRef="#br0" timeOffset="16909.9672">11013 10592 0,'-25'-25'0,"25"25"0,0 0 0,0 0 0,0 0 15,0 0-15,0 0 0,0 0 0,0 0 0,0 0 16,0 0-16,0 0 0,0 0 0,0 0 16,0 0-16,0 0 0,25 0 0,-25 0 0,0 0 0,25 0 15,-25 0-15,25 0 0,0 0 0,-25 0 0,24 0 0,1 25 0,-25-25 16,25 0-16,0 0 0,0 0 0,0 0 15,-1 0-15,-24 0 0,25 0 0,0 0 0,-25 0 0,25 0 16,0 0-16,-25 0 0</inkml:trace>
  <inkml:trace contextRef="#ctx0" brushRef="#br0" timeOffset="17339.9918">11584 10815 0,'0'0'0,"0"0"0,0 0 0,0 0 15,0 0-15,0 0 0,0 0 0,0 0 16,0 0-16,0 0 0,0 0 0,0 0 0,0-25 0,0 25 16,0 0-16,0 0 0,0-25 0,25 25 0,-25-25 0,0 25 15,0-24-15,0 24 0,0 0 0,24-25 16,-24 0-16,0 25 0,0-25 0,0 25 0,25-25 0,-25 25 0,0-24 15,0-1-15,0 25 0,0-25 0,0 25 0,0-25 0,0 25 16,0-25-16,0 25 0,0 0 16,0-24-16,0 24 0,0 0 0,0-25 0,0 25 0,0 0 15,0 0-15,0 0 0,0 0 0,0 0 0,0 0 0,0 0 0,0 0 16,0 0-16,0 0 0,0 0 0,0 0 15,0 0-15,0 0 0,0 25 0,0-25 0,0 0 16,0 0-16,0 24 0,25-24 0,-25 25 0,0-25 0,0 25 16,25-25-16,-25 25 0,0-25 0,0 25 0,0-25 0,0 24 0,0 1 15,0-25-15,0 25 0,25 0 16,-25-25-16,0 25 0,0-25 0,0 24 0,0 1 0,0-25 0,0 25 15,0-25-15,0 25 0,0-25 0,0 25 0,0-25 0,0 0 16,0 24-16,0-24 0,0 0 0,0 0 16,0 0-16,0 0 0,0 0 0,0 0 0,0 0 0,0 0 15,0 0-15,0 0 0,0 0 0,0 0 0,0-24 0,0 24 16</inkml:trace>
  <inkml:trace contextRef="#ctx0" brushRef="#br0" timeOffset="17808.0186">11832 10269 0,'0'0'0,"0"0"0,0 0 0,0 0 0,0 0 16,0 0-16,0 0 0,25 0 0,-25 0 15,0 0-15,0 0 0,0 0 0,24 0 0,-24 0 16,0 0-16,25 0 0,-25 25 0,0-25 0,25 0 0,-25 25 16,25-25-16,-25 25 0,25-25 0,-25 24 0,0-24 0,24 25 0,-24 0 15,25-25-15,-25 25 0,0 0 0,25-25 16,-25 24-16,25 1 0,-25 0 0,0-25 0,25 25 0,-25 0 15,0-25-15,0 24 0,0 1 0,0 0 0,0-25 0,0 25 16,0 0-16,0-25 0,0 24 0,-25 1 0,25 0 0,-25 0 16,25-25-16,0 25 0,-25-1 0,25 1 15,-25 0-15,25-25 0,-24 25 0,24 0 0,-25-1 0,0-24 16</inkml:trace>
  <inkml:trace contextRef="#ctx0" brushRef="#br0" timeOffset="18286.0459">10964 10244 0,'-25'0'0,"25"0"0,0 0 0,-25 0 0,25 0 15,0 0-15,-25 25 0,25-25 16,-25 0-16,25 0 0,0 25 0,-24-25 0,24 0 0,-25 25 0,25-25 16,0 25-16,-25-25 0,25 24 0,0 1 0,0-25 0,-25 25 15,25 0-15,0 0 0,-25-25 0,25 24 0,0 1 0,0 0 16,-24 0-16,24 0 0,0-1 0,0 1 15,0 0-15,0 0 0,0 0 0,24-1 0,-24 1 0,0 0 0,25 0 16,-25 0-16,25-1 0,-25 1 16,25 0-16,-25-25 0,25 25 0,-1 0 0,-24-1 0,25-24 15,0 25-15,0-25 0,0 25 0,-1-25 0,1 0 0,0 25 0,0-25 16,0 0-16,-1 0 0,1 0 0</inkml:trace>
  <inkml:trace contextRef="#ctx0" brushRef="#br0" timeOffset="18832.0771">12154 9922 0,'0'0'0,"0"0"15,0 0-15,0 0 0,0 0 0,-25 0 0,25 0 0,0 0 16,0 0-16,0 0 0,0 25 0,0-25 16,0 0-16,0 0 0,0 24 0,25-24 0,-25 25 0,0-25 15,0 0-15,0 25 0,0-25 0,0 25 16,0-25-16,0 25 0,0-25 0,0 25 0,0-25 0,0 24 15,0-24-15,0 25 0,0-25 0,0 0 0,0 25 16,0-25-16,0 25 0,0-25 0,0 25 0,25-25 0,-25 0 16,0 24-16,0-24 0,0 0 0,0 0 0,0 25 15,0-25-15,0 0 0,0 0 0,0 0 0,0 0 0,0 0 16,0 0-16,0 0 0,0 0 0,0 0 0,0-25 0</inkml:trace>
  <inkml:trace contextRef="#ctx0" brushRef="#br0" timeOffset="19011.0874">12204 9872 0,'0'0'16,"0"0"-16,0 0 0,-25 0 0,25-25 0,0 25 0,0 0 15,0 0-15,0 0 0,0 0 0,0 0 0,0 0 16,0 0-16,0 0 0,0 0 0,0 0 0,25 0 0,-25 0 15,0 0-15,0 0 0,0 0 0,0 0 0,25 25 16</inkml:trace>
  <inkml:trace contextRef="#ctx0" brushRef="#br0" timeOffset="19259.1014">12353 10046 0,'0'0'0,"0"0"0,0 0 0,0 0 0,0 0 16,0 0-16,0 0 0,0 0 0,0 0 0,25 0 16,-25 0-16,0 0 0,0 0 0,24 0 0,-24 0 0,25 0 15,-25 0-15,0 0 0,25 0 0,-25 0 0,25 0 16,-25 0-16,25 0 0,-25 0 0,24 0 0,-24 0 15,25 0-15,-25 0 0,25 0 0,-25 0 0,25 0 0,-25 0 16,0 0-16,25 0 0,-25 0 0,0 0 0,0 0 0,0 0 16,0 0-16</inkml:trace>
  <inkml:trace contextRef="#ctx0" brushRef="#br0" timeOffset="19494.1148">12477 9947 0,'0'0'15,"0"0"-15,0 0 0,0 0 0,0 0 0,0 24 0,0-24 16,0 0-16,0 0 0,0 0 0,0 0 16,0 25-16,0-25 0,0 0 0,0 0 0,0 25 0,0-25 15,25 0-15,-25 25 0,0-25 0,0 25 16,0-25-16,0 25 0,0-25 0,0 24 0,0-24 0,24 25 15,-24-25-15,0 25 0,0-25 0,0 25 0,0-25 0,0 25 16,0-25-16,0 0 0,0 24 0,0-24 0,0 0 0,0 25 0</inkml:trace>
  <inkml:trace contextRef="#ctx0" brushRef="#br0" timeOffset="19961.1417">12898 9847 0,'0'0'0,"0"-24"15,0 24-15,0 0 0,0 0 0,0 0 0,0 0 0,0 24 16,0-24-16,0 0 0,0 0 16,0 0-16,0 0 0,0 0 0,0 0 0,0 0 0,0 0 0,0 25 15,0-25-15,0 0 0,0 25 0,0-25 16,0 25-16,0-25 0,0 0 0,0 25 0,0-25 0,0 0 15,25 24-15,-25-24 0,0 0 0,0 25 0,0-25 0,0 0 16,0 25-16,0-25 0,25 25 0,-25-25 0,0 0 0,0 25 16,0-25-16,0 25 0,25-25 0,-25 24 15,0-24-15,0 0 0,0 25 0,0-25 0,25 25 0,-25-25 16,0 0-16,0 25 0,0-25 0,0 0 0,0 0 15,0 25-15,0-25 0,0 0 0,0 0 16,0 24-16,0-24 0,0 0 0,0 0 0,0 0 0,0 25 16,0-25-16,0 0 0,0 0 0,0 0 0,-25 25 0,25-25 0,0 0 15,0 0-15,0 0 0,-25 0 0,25 0 0,0 0 16,0 0-16,-25 25 0,25-25 0,0 0 0,0 0 15,-25 0-15,25 0 0,0-25 0,0 25 0,-24 0 0,24 0 16,0-25-16,0 25 0,0 0 0,0-25 0,0 25 0</inkml:trace>
  <inkml:trace contextRef="#ctx0" brushRef="#br0" timeOffset="20135.1517">12923 9624 0,'0'0'0,"0"0"0,0 0 0,0 0 0,0 0 16,0 0-16,0 0 0,0 0 0,0 0 15,0 0-15,0 0 0,0 0 0,0 0 0,0 0 0,0 0 16,0 0-16,0 0 0,0 0 0,0 0 0,0 25 0,0-25 0,0 0 16,0 0-16,0 0 0,0 0 0,0 0 0,0 0 0</inkml:trace>
  <inkml:trace contextRef="#ctx0" brushRef="#br0" timeOffset="20755.1871">13692 10616 0,'0'0'0,"0"0"0,-25-24 0,25 24 0,0 0 16,0 0-16,0 0 0,0 0 0,0 0 0,0 0 0,-24 0 16,24-25-16,0 25 0,0 0 0,0 0 15,-25 0-15,25 0 0,0 0 0,-25 0 0,25 0 16,0 0-16,0 0 0,-25 0 0,25 0 0,0 0 0,-25 0 15,25-25-15,0 25 0,0 25 0,-24-25 0,24 0 0,-25 0 0,25 0 16,0 0-16,-25 0 0,25 25 16,-25-25-16,25 0 0,0 24 0,-25-24 0,25 0 0,-24 25 0,24-25 15,0 25-15,0-25 0,-25 25 0,25-25 0,0 0 0,0 25 16,0-25-16,0 24 0,0-24 15,0 25-15,0-25 0,0 25 0,0-25 0,0 25 0,25-25 0,-25 25 16,0-25-16,0 0 0,0 24 0,24-24 0,-24 0 0,0 25 16,0-25-16,25 0 0,-25 0 0,0 0 0,0 0 0,25 0 15,-25 0-15,0 0 0,0 0 0,25 0 16,-25 0-16,0 0 0,0 0 0,25 0 0,-25 0 0,0 0 15,0 0-15,24 0 0,-24 0 0,0-25 0,25 25 16,-25 0-16,0 0 0,0 0 0,0-24 16,25 24-16,-25-25 0,0 25 0,0 0 0,0-25 0,0 25 0,25-25 15</inkml:trace>
  <inkml:trace contextRef="#ctx0" brushRef="#br0" timeOffset="21451.2269">13643 10269 0,'0'-25'15,"0"25"-15,0 0 0,0 0 0,0 0 0,0 0 0,0 0 0,0 0 16,0 25-16,0-25 0,0 0 0,0 0 0,0 25 0,0-25 0,0 0 16,0 25-16,24-25 0,-24 25 15,0-25-15,0 24 0,0 1 0,0-25 0,0 25 0,0 0 16,25-25-16,-25 25 0,0-1 0,0 1 0,0-25 0,0 25 0,0 0 15,0 0-15,0-25 0,0 24 16,25 1-16,-25 0 0,0-25 0,0 25 0,0 0 0,0-1 16,0-24-16,0 25 0,0-25 0,25 25 0,-25 0 0,0-25 0,0 25 15,0-25-15,0 24 0,0-24 0,0 25 0,0-25 0,0 25 16,25-25-16,-25 0 0,0 25 15,0-25-15,0 0 0,0 25 0,24-25 0,-24 0 0,0 0 0,0 0 16,0 24-16,0-24 0,0 0 0,0 0 16,25 0-16,-25 0 0,0 0 0,0 0 0,0 0 0,0 0 15,25-24-15,-25 24 0,0 0 0,0 0 0,25 0 0,-25-25 0,0 25 16,0 0-16,0 0 0,25-25 0,-25 25 15,0 0-15,0 0 0,0-25 0,24 25 0,-24 0 0,0-25 16,0 25-16,0 0 0,25-24 0,-25 24 16,0 0-16,0-25 0,0 25 0,0-25 0,0 25 0,0 0 0,25-25 15,-25 25-15,0 0 0,0-25 0,0 25 16,0 0-16,0-24 0,0 24 0,0 0 0,0-25 0,0 25 15,0 0-15,0-25 0,0 25 0,-25 0 0,25 0 0,0 0 16,0-25-16,0 25 0,0 0 0,-25 0 0,25 0 16,0 0-16,0 0 0,0-25 0,0 25 0,-24 0 15,24 0-15,0 0 0,0 0 0,0 0 0,0 0 0,0 0 16,-25 0-16,25 25 0,0-25 0,0 0 0,0 0 15,0 0-15,0 0 0,0 0 0,0 25 16,0-25-16,0 0 0,0 25 0,0-25 0,0 0 0,0 25 0,0-25 16,0 24-16,0-24 0,0 0 0,0 25 0,0-25 0,0 25 0,0-25 15,0 25-15,25-25 0,-25 25 0,0-25 0,0 24 16,0-24-16,0 0 0,24 25 0,-24-25 15,0 25-15,0-25 0,0 0 0,25 0 0,-25 25 0,0-25 16,0 0-16,0 0 0,25 0 16,-25 0-16,0 25 0,0-25 0,0 0 0,25 0 0,-25 0 0,0 0 15,0 0-15,25 0 0,-25-25 0,0 25 0,24 0 0,-24 0 0,0 0 16,25 0-16,-25 0 0,0-25 0,25 25 15,-25 0-15,0 0 0,25-25 0,-25 25 0,25-25 0,-25 25 0,24-24 16,-24 24-16,25-25 0,-25 25 0,25-25 16,-25 25-16,25-25 0</inkml:trace>
  <inkml:trace contextRef="#ctx0" brushRef="#br0" timeOffset="21736.2432">14312 10294 0,'0'0'0,"-25"0"0,25 0 0,0 0 16,0 0-16,0 0 0,0 0 0,0 0 15,0 0-15,0 0 0,0 0 0,0 0 0,0 0 0,0 0 16,0 25-16,0-25 0,0 25 16,0-25-16,25 24 0,-25-24 0,0 25 0,0 0 0,0-25 0,0 25 15,0 0-15,0-1 0,0 1 0,25 0 0,-25-25 0,0 25 16,0 0-16,0-1 0,0 1 0,0-25 0,0 25 0,0 0 15,0-25-15,0 25 0,0-1 0,0-24 0,0 25 0,0-25 16,0 25-16,0 0 0,0-25 0,0 25 16,-25-25-16,25 24 0,0-24 0,0 25 0,0-25 15,0 25-15,0-25 0,0 0 0,0 0 0,0 25 0,0-25 16,0 0-16,0 0 0,0 0 0,0 0 0,0 0 0,0 0 0,0 0 15,0 0-15,0-25 0,-25 25 16</inkml:trace>
  <inkml:trace contextRef="#ctx0" brushRef="#br0" timeOffset="21903.2528">14139 10666 0,'0'0'0,"0"0"16,0 0-16,0 0 0,0 0 0,24 0 16,-24 0-16,0 0 0,0 0 0,25 0 15,-25 0-15,0 0 0,25 0 0,-25 0 0,0-25 0,25 25 0,-25 0 16,25 0-16,-25 0 0,24 0 0,1 0 0,-25 0 0,25-25 15,0 25-15,-25 0 0,25 0 0,0 0 0,-25 0 16,24 0-16,-24 0 0,25 0 0</inkml:trace>
  <inkml:trace contextRef="#ctx0" brushRef="#br0" timeOffset="22436.2833">14908 10443 0,'0'0'0,"0"0"16,0 0-16,0 0 0,0 0 0,0 0 0,0 0 0,0 0 15,0 0-15,0 0 0,0 0 0,0 25 0,0-25 0,0 0 16,0 0-16,0 0 0,0 24 0,0-24 16,0 25-16,0-25 0,0 25 0,0-25 0,0 25 0,24-25 15,-24 25-15,0-1 0,0-24 0,0 25 0,0 0 16,0-25-16,0 25 0,0 0 0,0-1 0,0-24 15,0 25-15,0 0 0,0-25 0,0 25 0,0 0 0,0-25 16,0 24-16,25 1 0,-25-25 0,0 25 0,0-25 0,0 25 0,0-25 16,0 25-16,0-25 0,0 0 0,0 24 15,0-24-15,0 0 0,0 0 0,0 0 0,0 0 16,0 0-16,0 0 0,0 0 0,0 0 0,0 0 0,0 0 0,0 0 15,0 0-15,-25-24 0,25 24 16,0-25-16</inkml:trace>
  <inkml:trace contextRef="#ctx0" brushRef="#br0" timeOffset="23073.3189">14957 10393 0,'0'0'0,"0"-25"0,0 25 0,0 0 0,0 0 16,0 0-16,0 0 0,0 0 0,25 0 0,-25 0 0,0 0 15,0-24-15,0 24 0,25 0 0,-25 0 16,0 24-16,0-24 0,0 0 0,25 0 0,-25 0 16,0 0-16,0 25 0,0-25 0,0 25 0,24-25 0,-24 0 0,0 25 15,0-25-15,25 25 0,-25-25 0,0 24 16,0-24-16,0 25 0,0 0 0,0-25 0,0 25 0,0 0 15,25-25-15,-25 24 0,0-24 0,0 25 0,0 0 0,0-25 16,0 25-16,0-25 0,0 25 16,25-25-16,-25 24 0,0-24 0,0 25 0,0-25 0,0 0 0,0 25 15,0-25-15,0 0 0,0 0 0,25 25 0,-25-25 0,0 0 16,0 0-16,0 0 0,0 0 0,24 0 15,-24 0-15,0 0 0,0 0 0,0 0 0,25 0 0,-25 0 16,0 0-16,0 0 0,0 0 0,25 0 0,-25 0 0,0 0 0,0-25 16,25 25-16,-25 0 0,0 0 0,0 0 15,0-25-15,0 25 0,25 0 0,-25 0 0,0 0 16,0-25-16,0 25 0,0 0 0,0-24 0,0 24 0,24 0 15,-24-25-15,0 25 0,0-25 0,0 25 0,0 0 0,0-25 0,0 25 16,0-25-16,0 25 0,0-24 16,25 24-16,-25-25 0,0 25 0,0-25 0,0 25 0,0-25 0,0 25 15,25 0-15,-25 0 0,0-25 0,0 25 0,0 0 0,0 0 16,0 0-16,0 0 0,0 0 0,0 0 15,0 0-15,0 25 0,0-25 0,0 0 0,0 0 16,0 0-16,0 25 0,0-25 0,0 0 0,0 25 0,0-25 16,0 25-16,0-25 0,0 24 0,0-24 0,0 25 0,0-25 15,25 25-15,-25-25 0,0 25 0,0-25 0,0 25 16,0-1-16,0-24 0,0 25 0,0 0 0,0-25 0,0 25 15,0 0-15,25-25 0,-25 24 0,0-24 0,0 25 16,0 0-16,0-25 0,0 25 0,0-25 0,0 0 16,0 25-16,25-25 0,-25 0 0,0 24 0,0-24 0,0 0 15,0 0-15,0 0 0,24 0 0,-24 25 16,0-25-16,0 0 0,0 0 0,0 0 0,0 0 0,0 0 15,25-25-15,-25 25 0,0 0 0,0 0 0,0 0 0,25-24 16,-25 24-16,0 0 0,0-25 0</inkml:trace>
  <inkml:trace contextRef="#ctx0" brushRef="#br0" timeOffset="23379.3371">15677 10840 0,'0'0'0,"0"0"0,0 0 16,0 0-16,0 0 0,0 0 0,0 0 0,0 0 15,0 0-15,0 0 0,0 0 0,0 0 0,0 0 0,0 0 16,0 0-16,0 0 0,0 0 0,0 0 0,0 0 0,0 24 16,0-24-16,0 0 15,0 0-15,0 25 0,0-25 0,0 0 0,0 0 0,0 25 0,0-25 0,0 0 0,0 25 16,0-25-16,0 0 0,0 25 0,0-25 0,0 24 15,0-24-15,0 0 0,0 25 0,24-25 16,-24 0-16,0 0 0,0 0 0,0 25 0,0-25 0,0 0 16,0 0-16,0 0 0,0 0 0,0 0 0,0 0 0,0 0 15,25 0-15,-25 0 0,0 0 0,0 0 16,25-25-16,-25 25 0,0 0 0,0-25 0,25 25 0,-25-24 0,0 24 15,25-25-15,-25 25 0,0-25 0,24 0 0,-24 0 16,0 25-16</inkml:trace>
  <inkml:trace contextRef="#ctx0" brushRef="#br0" timeOffset="23521.3454">15850 10641 0,'0'0'16,"-25"0"-16,25 0 0,0 0 0,0 0 0,0 0 0,0 0 16,0 0-16,0 0 0,0 0 0,0 0 15,0 0-15,0-25 0,0 25 0,0 0 0,0 0 0,0 0 0,25 0 16,-25 0-16,0 0 0,0 0 0,0 0 15,0 25-15</inkml:trace>
  <inkml:trace contextRef="#ctx0" brushRef="#br0" timeOffset="23971.3711">16049 10889 0,'0'0'16,"0"0"-16,0 0 0,-25 0 0,25 0 0,0 0 0,0 0 0,0 0 15,0 25-15,0-25 0,-25 0 0,25 0 16,0 0-16,0 25 0,0-25 0,0 0 0,0 25 0,0-25 15,0 0-15,0 24 0,0-24 0,0 25 0,0-25 0,0 0 16,0 25-16,0-25 0,0 25 16,0-25-16,0 0 0,0 25 0,0-25 0,0 24 0,25-24 0,-25 0 15,0 25-15,0-25 0,0 25 0,0-25 0,0 25 0,0-25 16,0 0-16,0 25 0,0-25 0,0 25 0,0-25 0,0 24 15,0-24-15,25 0 0,-25 25 0,0-25 16,0 25-16,0-25 0,0 25 0,0-25 0,0 0 0,-25 25 16,25-25-16,0 0 0,0 0 0,0 24 0,0-24 0,0 0 15,0 0-15,0 0 0,0 25 16,-25-25-16,25 0 0,0 0 0,0 0 0,0 0 0,0 0 0,-25 0 15,25 0-15,0 0 0,0 0 0,0 0 0,0 0 0,0 0 16,-25 0-16,25 0 0,0-25 0,0 25 0,0 0 0,-24-24 16,24 24-16,0-25 0,0 25 0,-25-25 15,25 25-15,0-25 0,0 0 0,0 25 0,0-24 0,0-1 16,0 25-16</inkml:trace>
  <inkml:trace contextRef="#ctx0" brushRef="#br0" timeOffset="24373.3941">16173 10616 0,'0'0'0,"0"0"0,0 0 0,-25 0 0,25 0 15,0 0-15,0 0 0,0 0 0,0 0 16,0 0-16,0 0 0,0 0 0,0 0 0,0 0 15,0 0-15,0 0 0,0 0 0,0 0 0,0 0 0,0 0 0,0 0 16,0 0-16,0 0 0,0 0 0,0 0 0,0 0 0,0 0 16,0 0-16,0 0 0,0 0 0,25 0 15,-25 0-15,0 0 0,0 0 0,0 0 0,0 25 0,0-25 16,0 0-16,0 0 0,0 0 0,0 0 0,0 0 0,0 0 15,0 0-15,0 0 0,0 0 16,0 0-16,0 0 0,0 0 0,0 0 0,0 0 0,0-25 16,0 25-16,0 0 0,0 0 0,0 0 0,0 0 0,0 0 15,0 0-15,0 0 0,0 0 0,0 0 0,0 0 0,0-24 16,0 24-16,0 0 0,0 0 0,0 0 15,0 0-15,0 0 0,0 0 0,0 0 0,0 0 0,0 0 16,0 0-16,0 0 0,0 0 0,0 0 0,0 0 0,0 0 0,0 0 16,0 0-16,0 0 0,0 0 0,-25 0 0,25 0 15,0 0-15,0 0 0,0 0 0,0 0 16,-25 0-16,25 0 0,0 0 0,0 0 0,-25 24 0</inkml:trace>
  <inkml:trace contextRef="#ctx0" brushRef="#br0" timeOffset="25772.4741">3175 12229 0,'0'0'16,"0"0"-16,0 0 0,-25 0 0,25 0 16,0 0-16,0 0 0,0 0 0,0 0 0,25 0 0,-25 0 15,0 0-15,0 0 0,0 0 0,0 0 0,0 0 0,25 25 16,-25-25-16,0 0 0,0 0 0,0 0 0,25 24 0,-25-24 15,0 0-15,24 0 0,-24 25 0,0-25 16,25 0-16,-25 25 0,0-25 0,0 25 0,25-25 0,-25 25 0,0-1 16,0-24-16,0 25 0,25 0 0,-25-25 15,0 25-15,0 0 0,0-25 0,0 24 0,0 1 16,25 0-16,-25-25 0,0 25 0,0-25 0,0 25 0,0-25 0,0 24 15,0-24-15,0 25 0,0-25 0,0 25 0,0-25 0,0 25 16,0-25-16,0 0 0,0 25 16,0-25-16,0 0 0,0 24 0,24-24 0,-24 0 0,0 0 0,0 0 15,0 25-15,0-25 0,0 0 0,0 0 0,0 0 0,0 0 16,0 0-16,0 0 0,0 0 0</inkml:trace>
  <inkml:trace contextRef="#ctx0" brushRef="#br0" timeOffset="26324.5057">3349 12328 0,'0'0'15,"0"0"-15,0 0 0,0 0 0,0-25 0,0 25 0,0 0 16,0 0-16,0 0 0,0 0 0,0 0 16,0 0-16,0-25 0,0 25 0,0 0 0,0 0 0,0 0 0,0 0 15,24 0-15,-24-24 16,0 24-16,0 0 0,0 0 0,25 0 0,-25 0 0,0 0 0,0 0 15,25 0-15,-25 0 0,0 24 0,25-24 0,-25 0 0,0 0 16,0 25-16,0-25 0,25 0 0,-25 25 0,0-25 0,0 0 16,0 25-16,0-25 0,0 25 0,0-25 0,0 24 15,0 1-15,0-25 0,0 25 0,0 0 0,0-25 0,0 25 16,0-25-16,-25 24 0,25 1 0,0-25 0,0 25 0,0-25 15,0 25-15,0-25 0,0 0 16,0 25-16,-25-25 0,25 0 0,0 24 0,0-24 0,0 0 16,0 0-16,0 0 0,0 0 0,0 0 0,25 25 0,-25-25 0,0 0 15,0 0-15,0 0 0,25 0 0,-25 0 0,0 0 16,0 0-16,24 0 0,-24 0 0,0 0 15,25 0-15,-25 0 0,0 25 0,25-25 0,-25 0 0,0 0 0,0 0 16,25 25-16,-25-25 0,0 0 16,0 25-16,25-25 0,-25 0 0,0 24 0,0-24 0,0 0 15,0 25-15,0-25 0,0 0 0,0 0 0,0 25 0,0-25 0,0 0 16,0 25-16,0-25 0,0 0 0,-25 25 0,25-25 0,0 0 15,0 0-15,-25 24 0,25-24 0,0 0 16,-25 0-16,25 0 0,0 25 0,0-25 0,-25 0 0,25 0 16,0 0-16,0 0 0,-24 0 0,24 0 0,0-25 0,0 25 15,0 0-15,-25 0 0,25-24 0,0 24 16,0 0-16,0-25 0,0 25 0,0-25 0,0 25 0,0 0 15,25-25-15</inkml:trace>
  <inkml:trace contextRef="#ctx0" brushRef="#br0" timeOffset="26845.5355">3770 12576 0,'0'0'16,"0"-25"-16,0 25 0,-24 0 0,24-25 0,0 25 0,0 0 0,0-24 16,0 24-16,0 0 0,0 0 0,0-25 15,0 25-15,0 0 0,0 0 0,0-25 0,24 25 0,-24 0 16,0 0-16,0 0 0,0 0 0,0 0 0,25 0 0,-25 0 15,0 0-15,0 0 0,0 0 16,25 0-16,-25 0 0,0 0 0,0 25 0,0-25 0,25 0 0,-25 25 16,0-25-16,0 24 0,0-24 0,0 0 0,0 25 0,0-25 15,0 25-15,0-25 0,0 0 0,-25 25 16,25-25-16,0 25 0,0-25 0,0 24 0,0-24 0,0 25 15,0-25-15,0 0 0,0 25 0,0-25 0,0 0 0,0 0 16,0 25-16,0-25 0,0 0 16,0 0-16,0 0 0,0 0 0,0 0 0,0 0 0,0 0 0,25 0 15,-25 0-15,0-25 0,0 25 0,25 0 0,-25 0 16,0 0-16,24 0 0,-24-25 0,0 25 0,0 0 0,25 0 0,-25 0 15,0 0-15,0 0 0,25 0 0,-25 0 16,0 0-16,0 25 0,25-25 0,-25 0 0,0 0 0,0 25 16,0-25-16,0 0 0,0 25 0,0-25 0,0 24 0,0-24 15,0 0-15,0 25 0,0-25 0,0 0 16,-25 25-16,25-25 0,0 25 0,0-25 0,0 0 0,-25 25 0,25-25 15,0 24-15,0-24 0,0 25 0,0-25 16,0 0-16,-25 25 0,25-25 0,0 25 0,-24-25 0,24 0 0,0 25 16,0-25-16,-25 0 0,25 0 0,0 24 15,-25-24-15</inkml:trace>
  <inkml:trace contextRef="#ctx0" brushRef="#br0" timeOffset="27139.5523">3423 13146 0,'0'0'0,"0"0"0,-25 0 0,25 0 16,0 0-16,0 0 0,0 0 0,0 0 0,0 0 0,0 0 15,0 0-15,0 0 0,25 0 0,-25 0 16,0 0-16,0 0 0,25 0 0,-25 0 0,0 0 0,25 0 15,-25 0-15,24 0 0,-24 0 16,25 0-16,0 0 0,-25 0 0,25 0 0,0 0 0,-1 0 16,1 0-16,0 0 0,0 0 0,-25 0 0,25 0 0,0 0 0,-1 0 15,1 0-15,0 0 0,0 0 0,0 0 0,-1 0 0,1 0 16,-25 0-16,25 0 0,0 0 0,0 0 15,-25 0-15,24 0 0,-24 0 0,25 0 0,-25 0 0,25 0 16,-25 0-16,25 0 0,-25 0 0,0 0 0,0-24 0,25 24 16,-25 0-16</inkml:trace>
  <inkml:trace contextRef="#ctx0" brushRef="#br0" timeOffset="27333.5634">4564 12750 0,'25'0'0,"-25"0"0,0 0 0,0 0 0,0 0 15,0 0-15,0 0 0,0-25 0,0 25 0,0 0 0,0 0 16,0 0-16,0 0 0,0 0 16,0 0-16,0 0 0,0 0 0,0 0 0,0 0 0,0 0 15,0 0-15,0 0 0,0 0 0,0 0 0,25 0 0,-25 25 16,0-25-16,0 0 0,0 0 0,0 0 0,0 24 0</inkml:trace>
  <inkml:trace contextRef="#ctx0" brushRef="#br0" timeOffset="27468.5711">4638 12948 0,'0'0'0,"25"0"0,-25 0 0,0 0 15,0 0-15,0 0 0,0 0 0,0 0 0,0 0 0,0 0 16,0 0-16,0 0 0,0 0 0,0 0 0,0 0 0,0 0 16,0 0-16,0 0 0,0 0 0,0 0 0,0 0 0,0 0 15,0 0-15</inkml:trace>
  <inkml:trace contextRef="#ctx0" brushRef="#br0" timeOffset="27928.5974">5655 12427 0,'0'0'0,"0"0"0,0 0 0,0 0 16,0 0-16,-24 0 0,24 25 0,0-25 0,0 0 0,0 0 0,0 0 15,0 0-15,24 25 0,-24-25 16,0 25-16,0-25 0,25 0 0,-25 24 0,0 1 0,25-25 0,-25 25 15,25-25-15,-25 25 0,0-25 0,25 25 0,-25-1 0,24-24 16,-24 25-16,0 0 0,25-25 0,-25 25 16,0-25-16,25 25 0,-25-25 0,0 24 0,0-24 0,25 0 0,-25 25 15,0-25-15,0 0 0,0 0 0,0 0 0,0 0 16,25 0-16,-25 0 0,0 0 0,0 0 15,0 0-15,0 0 0,0 0 0,0 0 0,0-25 0,0 25 16,0 0-16,0-24 0,0 24 0,0-25 0,0 25 0,0-25 16,0 0-16,0 25 0,0-25 0,0 1 0,0-1 15,0 0-15,0 25 0,0-25 0,0 0 0,0 1 0,0 24 16,0-25-16,0 25 0,25-25 0,-25 25 15,0 0-15,0 0 0,0 0 0,0 0 0,0 0 0,0 0 0,0 0 16,0 0-16,0 0 0,0 0 0,0 0 16,0 0-16,0 0 0,0 0 0,0 0 0</inkml:trace>
  <inkml:trace contextRef="#ctx0" brushRef="#br0" timeOffset="28689.641">6201 12576 0,'0'0'16,"0"0"-16,0 0 0,0 0 0,0 0 15,0 0-15,0 0 0,0 0 0,0 0 0,0 0 0,0 25 16,-25-25-16,25 0 0,0 0 0,0 0 0,0 25 0,25-25 15,-25 0-15,0 24 0,0-24 16,0 0-16,0 25 0,0-25 0,0 25 0,25-25 0,-25 25 0,0-25 16,0 25-16,0-25 0,25 24 0,-25-24 0,0 0 0,0 25 15,0-25-15,0 25 0,25-25 0,-25 0 0,0 0 0,0 25 16,0-25-16,0 0 0,24 0 0,-24 0 15,0 0-15,25 0 0,-25 0 0,0 0 0,0 0 0,25 0 16,-25 0-16,0 0 0,25 0 0,-25 0 0,0-25 16,0 25-16,25 0 0,-25-25 0,24 25 0,-24 0 15,0-25-15,25 25 0,-25-24 0,0 24 0,25 0 0,-25-25 0,0 25 16,0-25-16,0 25 0,25 0 0,-25-25 0,0 25 0,0-25 15,0 25-15,0 0 0,0 0 16,0-24-16,0 24 0,0 0 0,-25 0 0,25-25 0,0 25 0,0 0 16,0 0-16,0 0 0,-25 0 0,25 0 0,0-25 0,0 25 15,-25 0-15,25 0 0,0 0 0,0 0 16,0 0-16,0 0 0,-24 0 0,24 0 0,0 25 0,0-25 15,0 0-15,0 0 0,0 0 0,0 0 16,0 25-16,0-25 0,0 0 0,0 24 0,0-24 0,0 0 0,0 25 16,0-25-16,0 0 0,0 25 0,24-25 15,-24 0-15,0 0 0,0 25 0,25-25 0,-25 0 0,0 25 0,0-25 16,25 0-16,-25 24 0,0-24 0,25 0 15,-25 25-15,0-25 0,0 0 0,25 0 0,-25 25 0,0-25 0,24 0 16,-24 0-16,0 0 0,25 0 16,-25 0-16,0 0 0,25 0 0,-25 0 0,0 0 0,25-25 0,-25 25 15,0 0-15,0 0 0,25-25 0,-25 25 0,0 0 0,24 0 16,-24-24-16,0 24 0,0 0 0,25-25 15,-25 25-15,0-25 0,25 25 0,-25-25 0,0 25 0,0 0 0,0-25 16,25 25-16,-25-24 0,0 24 0</inkml:trace>
  <inkml:trace contextRef="#ctx0" brushRef="#br0" timeOffset="28982.6577">6796 12328 0,'0'0'0,"0"0"0,0-25 0,0 25 15,0 0-15,0 0 0,0 0 0,-24 0 0,24 0 0,0 0 16,0 0-16,0 0 0,0 0 0,0 0 0,0 0 0,0 0 15,24 0-15,-24 0 0,0 0 0,0 25 0,0-25 16,0 0-16,0 25 0,0-25 0,0 0 0,0 25 16,25-25-16,-25 24 0,0 1 0,0-25 0,0 25 0,0 0 15,25-25-15,-25 25 0,0-1 0,0-24 0,0 25 0,0 0 16,25-25-16,-25 25 0,0 0 0,0-25 15,0 24-15,0-24 0,25 25 0,-25 0 0,0-25 0,0 25 0,0-25 16,0 25-16,0-25 0,0 0 0,25 24 0,-25-24 16,0 0-16,0 0 0,0 25 0,0-25 15,0 0-15,0 0 0,0 0 0,0 0 0,-25 0 0,25 0 16,0 0-16,0 0 0,0-25 0,0 25 0,0 0 0,-25 0 15,25 0-15</inkml:trace>
  <inkml:trace contextRef="#ctx0" brushRef="#br0" timeOffset="29164.6681">6846 12725 0,'0'0'0,"0"0"0,0 0 0,0 0 15,0 0-15,0 0 0,0 0 0,0 0 0,0 0 0,0 0 16,0-25-16,0 25 0,0 0 0,0 0 0,0 0 0,25 0 16,-25 0-16,0 0 0,0 0 0,25 0 0,-25-25 0,0 25 15,25 0-15,-25 0 0,0 0 0,24 0 16,-24-25-16,0 25 0,0 0 0,25 0 0,-25 0 0,0-24 15,0 24-15,0 0 0,0 0 0,0-25 0,0 25 0,0 0 16,0 0-16,0-25 0,0 25 0</inkml:trace>
  <inkml:trace contextRef="#ctx0" brushRef="#br0" timeOffset="29424.683">6424 12452 0,'0'0'15,"0"0"-15,-24 0 0,24 0 0,0-25 0,0 25 0,0 0 0,0 0 16,0 0-16,0-25 0,0 25 0,0 0 0,0 0 0,0 0 16,0-24-16,24 24 0,-24 0 0,0 0 15,0-25-15,25 25 0,-25 0 0,0 0 0,25 0 0,-25 0 0,0 0 16,25 0-16,-25 0 0,0 0 0,0 0 15,25 0-15,-25 0 0,0 0 0,24 0 0,-24 25 16,0-25-16,0 0 0,25 0 0,-25 0 0,0 24 0,0-24 16,25 0-16,-25 0 0,0 25 0,0-25 0,0 0 0,25 0 15,-25 0-15,0 0 0,0 0 0</inkml:trace>
  <inkml:trace contextRef="#ctx0" brushRef="#br0" timeOffset="29608.6935">6772 12005 0,'0'0'0,"0"0"0,0 0 0,0 0 16,0 0-16,0 0 0,0 25 0,-25-25 16,25 0-16,0 25 0,0-25 0,0 0 0,0 25 0,0-25 15,0 25-15,0-25 0,-25 24 0,25-24 0,0 0 0,0 25 16,0-25-16,-25 25 0,25-25 0,0 25 15,0-25-15</inkml:trace>
  <inkml:trace contextRef="#ctx0" brushRef="#br0" timeOffset="29775.7031">6375 12303 0,'0'0'0,"0"0"0,0 0 0,0 0 16,-25 0-16,25 0 0,0 0 0,0 0 0,0 0 0,-25 0 0,25 0 15,0 0-15,0 0 0,0 0 0,0 0 16,0 0-16,0 0 0,0 0 0,25 0 0,-25 0 15,0 0-15,0 0 0,0 0 0,25 0 0,-25 0 16,0 25-16,0-25 0</inkml:trace>
  <inkml:trace contextRef="#ctx0" brushRef="#br0" timeOffset="30741.7583">8136 12353 0,'0'0'16,"0"0"-16,0-25 0,0 25 0,0 0 15,0 0-15,0 0 0,0 25 0,0-25 0,0 0 0,0 0 0,0 0 16,0 25-16,0-25 0,0 24 0,0-24 0,0 25 0,0-25 16,0 25-16,0-25 0,0 25 15,0 0-15,0-25 0,0 24 0,0 1 0,0-25 0,25 25 16,-25 0-16,0-25 0,0 25 0,0-1 0,0-24 0,0 25 0,0 0 15,0-25-15,0 25 0,0 0 0,0-25 16,25 24-16,-25-24 0,0 0 0,0 25 0,0-25 0,0 0 16,0 25-16,0-25 0,0 0 0,0 0 0,0 0 0,0 0 15,0 0-15,0 0 0,0 0 0,0 0 0,-25 0 16,25 0-16,0 0 0,0 0 0,0 0 15,-25-25-15,25 25 0,0 0 0,0-25 0,0 25 0,0-24 16,0 24-16,-25-25 0,25 25 0,0-25 0,0 25 16,0-25-16,25 25 0,-25-25 0,0 25 0,0-24 0,0-1 15,0 25-15,25-25 0,-25 25 0,0-25 16,0 25-16,25-25 0,-25 25 0,0-24 0,24 24 0,-24-25 0,0 25 0,25 0 15,-25-25-15,0 25 0,25 0 16,-25-25-16,0 25 0,0 0 0,25 0 0,-25 0 0,0 0 0,25 0 16,-25 0-16,0 0 0,0 0 0,24 25 15,-24-25-15,0 0 0,0 25 0,0-25 0,25 25 0,-25-25 0,0 24 16,0-24-16,0 25 0,0-25 0,0 25 0,0-25 0,25 25 15,-25-25-15,0 25 0,0-25 0,0 24 0,0-24 16,0 25-16,0-25 0,0 25 0,0-25 0,0 25 0,0-25 16,0 25-16,0-25 0,0 0 15,0 24-15,0-24 0,0 0 0,0 0 0,0 0 0,0 0 0,0 0 16,0 0-16,0 0 0,0 0 0,0 0 15,0 0-15,0 0 0,0 0 0,0-24 0,0 24 0,0 0 0,0-25 16,0 25-16,0 0 0,0-25 0,0 25 16,0-25-16,0 0 0,0 25 0,0-24 0,0 24 0,0-25 15,25 25-15,-25-25 0,0 25 0,0-25 0,0 25 0,25 0 0,-25-25 16,0 25-16,0 0 0,24 0 0,-24 0 15,0 0-15,0 0 0,25 0 0,-25 0 0,0 0 16,25 0-16,-25 0 0,0 0 0,25 0 0,-25 25 0,0-25 16,25 0-16,-25 0 0,0 25 0,0-25 0,24 25 0,-24-25 15,0 25-15,0-25 0,0 24 0,0-24 16,0 25-16,0-25 0,25 0 0,-25 25 0,0-25 0,0 25 0,0-25 15,0 0-15,0 25 0,0-25 0,0 0 16,0 0-16,0 24 0,0-24 0,0 0 0,0 0 16,0 0-16,0 0 0,25 0 0,-25 0 0,0 0 0,0 0 0,25-24 15,-25 24-15</inkml:trace>
  <inkml:trace contextRef="#ctx0" brushRef="#br0" timeOffset="31243.787">8979 12526 0,'0'-24'0,"0"24"0,0 0 15,0 0-15,0 0 0,0 0 0,-25-25 0,25 25 16,0 0-16,0 0 0,-24 0 0,24-25 0,0 25 0,0 0 16,-25 0-16,25 0 0,-25 0 0,25 0 0,0 0 0,-25 0 15,25 0-15,0 0 0,0 0 0,-25 0 16,25 0-16,0 0 0,0 0 0,0 0 0,0 25 0,0-25 0,0 0 15,-24 25-15,24-25 0,0 24 0,0-24 0,0 25 0,0-25 16,0 25-16,0 0 0,0-25 0,0 25 16,0-25-16,0 24 0,0 1 0,0-25 0,0 25 15,0-25-15,0 0 0,24 25 0,-24-25 0,0 0 0,0 25 16,25-25-16,-25 0 0,0 0 0,0 0 0,25 0 0,-25 24 15,0-24-15,0 0 0,25 0 0,-25 0 0,0-24 16,0 24-16,0 0 0,0 0 0,25 0 0,-25 0 16,0 0-16,0 0 0,0-25 0,24 25 0,-24 0 0,0-25 15,0 25-15,25 0 0,-25-25 0,0 25 16,0-25-16,0 25 0,0-24 0,0 24 0,0-25 0,0 25 15,0 0-15,0-25 0,0 25 0,0 0 0,0-25 0,0 25 0,0 0 16,0 0-16,0 0 0,0 0 0,0 0 16,0 0-16,0 0 0,0 0 0,0 0 0,0 0 15,0 0-15,0 25 0,0-25 0,0 0 0,0 0 0,0 25 0,0-25 16,0 0-16,0 25 0,0-25 0,0 24 15,0-24-15,0 25 0,0-25 0,0 25 0,0-25 16,0 0-16,25 25 0,-25-25 0,0 25 0,0-25 0,0 0 0,25 0 16,-25 0-16,0 24 0,0-24 0,25 0 0,-25 0 15,0 0-15,0 0 0,0 0 0,0 0 0,25 0 0,-25 0 16,0 0-16,0 0 0,0 0 0,24 0 0,-24-24 15,0 24-15,0 0 0</inkml:trace>
  <inkml:trace contextRef="#ctx0" brushRef="#br0" timeOffset="31863.8225">10269 12254 0,'-25'-25'0,"25"25"0,0 0 0,0 0 0,0 0 16,0 0-16,0 0 0,0 0 15,0 0-15,0-25 0,0 25 0,-24 0 0,24 0 0,0 0 0,0 0 0,0 0 16,0 0-16,0 0 0,0 0 0,0 0 0,0 0 15,0 25-15,0-25 0,0 0 0,0 25 0,0-25 0,0 24 16,0 1-16,0 0 0,24-25 0,-24 25 0,0 0 16,0-1-16,0 26 0,0-25 0,0 0 0,0-1 0,0 1 15,0-25-15,0 25 0,25 0 0,-25 0 16,0-1-16,0 1 0,0-25 0,0 25 0,0 0 15,0-25-15,0 25 0,0-1 0,0-24 0,0 25 0,0-25 0,0 0 16,0 25-16,0-25 0,0 0 0,0 25 0,0-25 0,0 0 16,0 0-16,0 0 0,0 25 15,0-25-15,0 0 0,0 0 0,0 0 0,0-25 0,-25 25 0,25 0 16,0 0-16,0-25 0,-24 25 0,24 0 0,0-25 0</inkml:trace>
  <inkml:trace contextRef="#ctx0" brushRef="#br0" timeOffset="32031.8321">10071 12601 0,'0'0'0,"0"0"0,0-25 0,0 25 16,25 0-16,-25 0 0,0 0 0,24 0 15,-24-25-15,0 25 0,25 0 0,-25 0 0,25 0 0,-25 0 0,25 0 16,-25 0-16,25 0 0,-25 0 0,24 0 0,-24 0 15,25 0-15,-25 0 0,25 0 0</inkml:trace>
  <inkml:trace contextRef="#ctx0" brushRef="#br0" timeOffset="32348.8503">10468 12849 0,'0'0'0,"0"0"16,0 0-16,0 0 0,0-25 0,0 25 15,0 0-15,0 0 0,0-25 0,-25 25 0,25 0 16,0-25-16,0 25 0,0-24 0,0 24 0,0-25 0,25 25 15,-25-25-15,0 25 0,0 0 0,0-25 0,0 25 0,0-25 16,24 25-16,-24 0 0,0 0 0,0-24 0,25 24 0,-25 0 16,0 0-16,25-25 0,-25 25 0,0 0 15,25 0-15,-25 0 0,0 0 0,25 0 0,-25 0 0,0 0 16,24 0-16,-24 0 0,0 0 0,25 0 0,-25 25 0,0-25 0,25 0 15,-25 24-15,0-24 0,0 25 16,0-25-16,25 0 0,-25 25 0,0-25 0,0 25 16,0 0-16,0-25 0,0 24 0,0-24 0,0 0 0,0 25 0,0-25 0,0 25 15,0-25-15,0 0 0,0 25 16,0-25-16,0 0 0,0 0 0,25 0 0,-25 0 0,0 25 0,0-25 15,0-25-15,24 25 0,-24 0 0,0 0 0,0 0 16,25 0-16,-25-25 0</inkml:trace>
  <inkml:trace contextRef="#ctx0" brushRef="#br0" timeOffset="32899.8818">11013 12650 0,'0'-24'16,"0"24"-16,0 0 0,0 0 0,0-25 0,-25 25 0,25 0 0,0 0 15,0-25-15,-24 25 0,24 0 0,0-25 16,-25 25-16,25 0 0,0 0 15,0 0-15,-25-25 0,25 25 0,0 0 0,0 0 0,-25 0 0,25 0 0,0 0 0,0 0 16,-25 0-16,25 0 0,0 0 0,0 0 16,0 0-16,0 25 0,-24-25 0,24 0 0,0 0 0,0 25 15,0-25-15,0 0 0,0 25 0,0-25 0,0 0 16,0 25-16,0-25 0,0 24 0,0-24 0,0 25 0,0-25 15,24 25-15,-24-25 0,0 25 0,0 0 0,25-25 0,-25 24 16,0-24-16,0 25 0,25-25 0,-25 0 0,0 25 16,0-25-16,25 0 0,-25 25 0,0-25 15,0 0-15,0 0 0,25 0 0,-25 0 0,0 0 0,0 0 16,0 0-16,24 0 0,-24 0 0,0 0 0,0 0 0,0-25 0,25 25 15,-25 0-15,0-25 0,0 25 0,25 0 16,-25-25-16,0 25 0,0-24 0,0 24 0,25-25 0,-25 25 16,0 0-16,0-25 0,0 25 0,0-25 0,0 25 0,0 0 15,0-25-15,0 25 0,0 0 0,0-24 0,0 24 16,0 0-16,0 0 0,-25-25 0,25 25 15,0 0-15,0 0 0,0 0 0,0-25 0,0 25 0,0 0 16,0 0-16,0 0 0,0 0 0,0 0 0,0 0 0,0 25 16,0-25-16,0 0 0,0 0 0,0 0 15,0 0-15,0 25 0,0-25 0,0 0 0,0 24 0,0-24 16,0 0-16,0 25 0,0-25 0,0 25 0,0-25 0,0 0 0,0 25 15,0-25-15,0 25 0,25-25 16,-25 0-16,0 24 0,0-24 0,0 25 0,0-25 0,0 0 0,0 25 0,25-25 16,-25 0-16,0 25 0,0-25 0,0 0 0,0 0 15,24 0-15,-24 0 0,0 25 0,0-25 0,0 0 16,0 0-16,0 0 0,25 0 0,-25 0 0,0-25 0,0 25 15,0 0-15,25-25 0,-25 25 0,0 0 16,0-25-16,25 25 0,-25-25 0</inkml:trace>
  <inkml:trace contextRef="#ctx0" brushRef="#br0" timeOffset="33305.905">11237 12576 0,'0'0'0,"0"0"0,0 0 0,0 0 16,0 0-16,0 25 0,0-25 0,-25 0 15,25 0-15,0 0 0,0 25 0,0-25 0,0 0 0,0 24 16,0-24-16,25 25 0,-25-25 0,0 25 0,0-25 0,0 25 15,0-25-15,0 25 0,0-25 0,0 24 0,0-24 16,0 0-16,0 25 0,0-25 0,0 25 0,0-25 16,0 0-16,0 0 0,24 25 0,-24-25 0,0 0 0,0 0 15,0 0-15,0 0 0,0 0 0,0 0 0,0 0 0,0 0 16,0 0-16,25 0 0,-25 0 0,0 0 0,0-25 15,0 25-15,0 0 0,25-25 0,-25 25 0,0-25 16,0 25-16,25-24 0,-25 24 0,0-25 0,0 25 0,25-25 16,-25 25-16,0-25 0,0 25 15,24 0-15,-24-25 0,0 25 0,0 0 0,0 0 0,25 0 0,-25 0 16,0 0-16,0 0 0,0 0 0,25 0 0,-25 0 0,0 0 15,0 0-15,0 0 0,0 25 0,0-25 0,0 0 16,0 0-16,0 25 0,0-25 0,25 25 0,-25-25 0,0 0 16,0 25-16,0-25 0,0 24 0,0-24 0,0 0 15,0 25-15,0-25 0,0 0 0,0 25 0,0-25 0,0 0 16,0 0-16,25 25 0,-25-25 0,0 0 15,0 0-15,0 0 0,0 0 0,0 0 0,0 0 16,0 0-16,0 0 0,0 0 0,0 0 0,0 0 16,0-25-16,0 25 0,0 0 0</inkml:trace>
  <inkml:trace contextRef="#ctx0" brushRef="#br0" timeOffset="33570.9202">10840 12328 0,'0'0'0,"0"0"0,0 0 0,0 0 0,0-25 15,0 25-15,0 0 0,0 0 0,0 0 0,0 0 0,0 0 16,0-25-16,24 25 0,-24 0 0,0 0 15,0 0-15,25 0 0,-25 0 0,25 0 0,-25 0 0,0 0 16,25 0-16,-25 0 0,25 0 0,-25 25 0,24-25 16,-24 0-16,25 25 0,-25-25 0,25 25 0,-25-25 0,25 25 15,-25-1-15,25-24 0,-25 25 0,0 0 0,24-25 16,-24 25-16,25 0 0</inkml:trace>
  <inkml:trace contextRef="#ctx0" brushRef="#br0" timeOffset="33731.9292">11162 13146 0,'0'0'15,"0"25"-15,0-25 0,0 0 0,0 0 0,0 25 0,0-25 0,0 0 16,0 0-16,-25 0 0,25 0 0,0 0 0,0 0 0,0 0 16,0 0-16,25 0 0,-25 0 0,0 0 15,0 0-15,0 0 0,0 0 0,0 0 0,0 0 16,0 0-16,0-25 0,0 25 0,0 0 15,0 0-15,0 0 0</inkml:trace>
  <inkml:trace contextRef="#ctx0" brushRef="#br0" timeOffset="52638.0107">12998 12229 0,'0'0'0,"0"0"16,0 0-16,0 0 0,0 0 15,0 0-15,0 0 0,0 0 0,0 0 0,0 0 0,0 0 16,-25 0-16,25 0 0,0-25 0,0 25 0,0 0 0,0 0 0,0 0 15,0 0-15,0 0 0,0 0 16,0 0-16,0 0 0,0 0 0,0 0 0,0 0 0,0 0 16,0 0-16,0 0 0,0 0 0,0 0 0,-25 0 0,25 0 15,0-25-15,0 25 0,0 0 0,0 0 0,-25 0 16,25 0-16,0 0 0,0 0 0,0 0 0,0 0 0,0 0 15,0 0-15,-25 0 0,25 0 0,0 0 0,0 0 0,0 0 16,-24 0-16,24 0 0,0 0 0,0 0 0,0 0 16,0 0-16,-25 0 0,25 0 0,0 0 15,0 25-15,0-25 0,0 0 0,-25 0 0,25 0 0,0 0 0,0 0 16,0 0-16,0 0 0,0 0 0,0 25 0,-25-25 0,25 0 15,0 0-15,0 0 0,0 0 0,0 25 16,0-25-16,0 0 0,-25 0 0,25 0 0,0 24 0,0-24 16,0 0-16,0 0 0,0 25 0,0-25 0,-24 0 0,24 25 15,0-25-15,0 0 0,0 25 16,0-25-16,0 0 0,-25 25 0,25-25 0,0 24 0,0-24 0,0 0 15,0 25-15,0-25 0,0 25 0,-25-25 0,25 0 0,0 25 16,0-25-16,0 0 0,0 25 0,0-25 0,0 0 16,0 24-16,25-24 0,-25 25 0,0-25 0,0 0 15,0 25-15,0-25 0,0 25 0,0-25 0,0 25 0,0-25 16,25 0-16,-25 24 0,0-24 15,0 0-15,0 25 0,24-25 0,-24 25 0,0-25 0,0 0 0,0 25 16,25-25-16,-25 25 0,0-25 0,0 0 0,0 24 0,25-24 16,-25 0-16,0 0 0,0 25 0,25-25 0,-25 0 0,0 0 15,0 0-15,0 25 0,25-25 0,-25 0 0,0 0 16,0 0-16,24-25 0,-24 25 0,0 0 0,25 0 15,-25-25-15,0 25 0,25 0 0,-25-24 0,0 24 0,25-25 16,-25 25-16,0-25 0,0 25 0,0 0 16,0-25-16,25 25 0,-25 0 0,0 0 0,0 0 0,0 0 0,0 0 15,0 0-15,0 0 0</inkml:trace>
  <inkml:trace contextRef="#ctx0" brushRef="#br0" timeOffset="54391.111">15354 12303 0,'0'0'0,"0"0"0,0 0 0,0 0 16,0 0-16,0 0 0,0 0 0,0 0 0,0 0 0,0 0 0,25 0 15,-25 0-15,0 0 0,0 0 0,0 0 0,25 0 0,-25 0 16,0-25-16,25 25 0,-25 0 47,24 0-47,-24 0 0,25 0 0,-25 0 0,25 0 0,0 0 0,-25 0 0,25 0 0,-25 0 0,24 0 0,-24 0 0,25 25 0,-25-25 0,0 0 0,25 0 15,-25 0-15,0 0 0,0 0 0,0 0 0,0 25 0,0-25 0</inkml:trace>
  <inkml:trace contextRef="#ctx0" brushRef="#br0" timeOffset="54592.1225">15453 12626 0,'0'24'0,"0"-24"0,0 0 0,0 0 15,0 0-15,0 0 0,-24 0 0,24 0 0,0 0 0,0 0 16,24-24-16,-24 24 0,0 0 0,0 0 0,0 0 0,25 0 0,-25 0 15,0 0-15,25 0 0,-25 0 47,25 0-47,-25 0 0,25 0 0,-25 0 0,24 0 0,-24 0 0,25 0 0,-25 0 0,25 0 0,0 0 0,-25 0 0,25 0 0,-1 0 0,1 0 0,0-25 0</inkml:trace>
  <inkml:trace contextRef="#ctx0" brushRef="#br0" timeOffset="54972.1442">17264 12005 0,'0'0'16,"-25"0"-16,25 0 16,-25 0-16,25 0 0,-24 25 0,24-25 0,-25 25 0,25-25 0,0 25 0,-25-25 0,25 25 15,0-25-15,-25 24 0,25 1 0,0 0 16,0 0-16,0 0 0,-25-25 0,25 25 0,0-1 0,25 1 15,-25 0-15,0 0 0,0 0 0,0-1 0,0-24 0,25 25 16,-25 0-16,0-25 0,25 25 0,-25 0 0,25-25 0,-25 0 16,24 24-16,-24-24 0,0 0 0,25 25 15,0-25-15,-25 0 0,25 0 0</inkml:trace>
  <inkml:trace contextRef="#ctx0" brushRef="#br0" timeOffset="55545.177">17835 12328 0,'0'0'0,"0"-25"0,0 25 0,0 0 0,0 0 16,-25-25-16,25 25 0,0 0 31,0 0-31,0 0 0,0 0 0,-25 0 0,25-24 16,0 24-16,0 0 0,0 0 0,0 0 0,0 0 0,-25 0 0,25 0 0,0 0 0,0 0 0,0 24 0,0-24 0,0 0 0,-25 0 15,25 0-15,0 0 0,0 0 0,0 25 0,0-25 0,0 0 0,0 0 16,0 25-16,0-25 0,0 0 0,0 25 16,0-25-16,0 25 0,0-25 0,0 0 0,0 24 0,0-24 15,0 25-15,0-25 0,0 25 0,0-25 0,25 25 0,-25-25 16,0 25-16,0-25 0,25 24 0,-25-24 15,0 0-15,0 0 0,25 25 47,-25-25-47,0 0 0,0 0 0,0 0 0,25 0 0,-25 0 0,0 0 0,0 0 0,0 0 0,0 0 0,24 0 0,-24 0 0,0 0 0,0 0 0,0-25 0,25 25 0,-25 0 0,0 0 0,25-24 0,-25 24 16,0 0-16,0-25 0,25 25 0,-25 0 15,0-25-15,0 25 0,25 0 0,-25-25 0,0 25 0,0 0 0,0-25 16,0 25-16,24 0 0,-24 0 47,0 0-47,0 0 0,0-24 0,0 24 0,0 0 0,0 0 0,0 0 0,0 24 0,0-24 0,0 0 15,0 0-15,0 0 0,0 0 0,0 0 0,-24 0 0,24 25 0,0-25 0,0 0 0,0 0 0,0 25 0,0-25 0,0 0 0,0 0 0,0 25 16,0-25-16,0 0 0,0 25 0,0-25 16,0 0-16,0 0 0,0 24 0,0-24 0,0 0 0,0 0 15,0 0-15,0 0 0,0 0 16,0 0-16,0 0 0,0 0 0,0 0 0,0 0 0,0 0 0,24 0 0,-24 0 0,0 0 15,0 0-15</inkml:trace>
  <inkml:trace contextRef="#ctx0" brushRef="#br0" timeOffset="55734.1878">18157 12179 0,'0'0'0,"-25"0"0,25 0 0,0 0 16,0 0-16,0 0 0,0 0 0,0 0 15,0 0-15,0 0 0,0 0 0,0 0 0,0 0 0,0 0 47,0 0-47,25 0 0,-25 0 0,0 0 0,0 25 0,0-25 0,25 0 0</inkml:trace>
  <inkml:trace contextRef="#ctx0" brushRef="#br0" timeOffset="56112.2093">18355 12427 0,'0'0'0,"0"0"0,0 0 0,-24 25 16,24-25-16,0 0 0,0 0 0,0 0 0,0 0 0,0 0 15,0 0-15,0 0 0,0 25 0,0-25 0,0 0 0,0 0 16,0 0-16,0 25 0,0-25 0,0 0 15,0 24-15,0-24 0,0 0 0,0 25 0,0-25 0,0 25 16,0-25-16,0 0 0,24 25 0,-24-25 0,0 25 0,0-25 16,0 0-16,0 24 0,0-24 15,0 25-15,0-25 0,0 0 0,0 25 0,25-25 0,-25 0 16,0 25-16,0-25 0,0 0 0,0 0 0,0 25 0,0-25 0,0 0 15,0 0-15,0 24 0,0-24 0,0 0 0,-25 0 0,25 0 16,0 0-16,0 0 0,0 0 16,0 0-16,-24 0 0,24 0 0,0 0 0,-25 0 0,25 0 15,0 0-15,-25 0 0,25 0 0,0 0 0,-25 0 0,25 0 0,0 0 16,-25 0-16,25-24 0,0 24 15,-24 0-15,24 0 0,0-25 0,0 25 0,-25 0 0,25-25 0,0 25 16,0-25-16</inkml:trace>
  <inkml:trace contextRef="#ctx0" brushRef="#br0" timeOffset="56268.2184">18405 12179 0,'0'0'0,"0"0"15,0 0-15,0 0 0,0 25 0,0-25 0,0 0 16,-25 0-16,25 0 0,0 0 0,0 0 15,0 0-15,0 0 0,0 0 0,0 0 0,0 0 0,25 0 16,-25 0-16,0 0 0,0 0 0,0 0 0</inkml:trace>
  <inkml:trace contextRef="#ctx0" brushRef="#br0" timeOffset="56555.2348">18752 12030 0,'0'0'0,"25"0"0,-25 0 0,0 25 0,25-25 15,-25 0-15,25 0 0,-25 25 0,25-25 0,-25 25 16,0-25-16,24 24 0,-24 1 0,25-25 0,-25 25 15,0 0-15,25-25 0,-25 25 0,0 0 0,0-1 0,0-24 0,0 25 16,0 0-16,0 0 0,0 0 0,-25-25 16,25 24-16,0 1 0,-25-25 0,25 25 0,-24 0 0,24-25 0,-25 25 15,25-1-15,-25-24 0,0 25 0,25-25 16,-25 25-16,25-25 0,-24 0 0,24 25 0</inkml:trace>
  <inkml:trace contextRef="#ctx0" brushRef="#br0" timeOffset="57132.2678">19124 12526 0,'0'0'0,"0"0"0,0 0 16,0 0-16,0 0 0,0 0 0,0 0 16,0 0-16,0 25 0,0-25 0,0 0 0,0 0 0,0 25 0,0-25 15,0 0-15,0 25 0,0-25 0,0 25 0,0-25 0,0 0 0,25 24 16,-25-24-16,0 0 0,0 25 15,0-25-15,0 0 0,0 25 0,0-25 0,0 0 0,0 25 0,0-25 16,0 0-16,0 0 0,0 0 0,0 25 16,0-25-16,0 0 0,0 0 0,0 0 0,0 0 15,0 0-15,0 0 0,0 0 0,0 0 0,0 0 16,0 0-16,0-25 0,0 25 0,25 0 0,-25 0 0,0-25 0,0 25 0,0-25 15,0 25-15,25 0 0,-25-25 0,0 25 0,0-24 16,0 24-16,25-25 0,-25 25 0,0-25 16,0 25-16,24-25 0,-24 25 0,0 0 0,0-25 0,25 25 0,-25 0 15,0 0-15,25 0 0,-25-24 0,0 24 16,0 0-16,0 24 0,25-24 0,-25 0 0,0 0 15,0 0-15,0 0 0,0 25 0,0-25 0,25 0 0,-25 25 0,0-25 16,0 25-16,0-25 0,0 0 0,0 25 16,0-25-16,0 24 0,-25-24 0,25 25 0,0-25 0,0 25 15,0-25-15,0 0 0,0 25 0,0-25 0,0 0 0,0 25 16,0-25-16,0 0 0,0 0 0,0 0 0,0 0 15,0 0-15,0 0 0,0 0 0,0 0 0,25 0 16,-25 0-16,0 0 0,24 0 0,-24 0 0</inkml:trace>
  <inkml:trace contextRef="#ctx0" brushRef="#br0" timeOffset="57412.2838">19993 12551 0,'0'0'0,"0"0"0,0 0 0,0 0 0,0 0 16,0 0-16,0 0 0,-25 0 0,25 0 0,0 0 0,0 0 15,0 0-15,0 0 0,0 0 16,-25 25-16,25-25 0,0 0 0,0 25 0,0-25 0,0 0 0,-25 25 15,25-25-15,0 0 0,0 24 0,0-24 0,0 25 0,-25-25 16,25 25-16,0-25 0,0 0 0,0 25 16,0-25-16,-24 0 0,24 25 0,0-25 0,0 0 0,0 0 15,0 24-15,0-24 0,0 0 0,-25 0 0,25 0 0,0 0 0,0 0 16,0 0-16,0 0 0,-25 0 0</inkml:trace>
  <inkml:trace contextRef="#ctx0" brushRef="#br0" timeOffset="57616.2948">19769 12576 0,'0'0'0,"0"0"0,0 0 0,0 0 16,0 0-16,0 0 0,0 0 0,0 0 16,0 0-16,0 0 0,0 0 0,0 0 0,0 25 0,25-25 15,-25 0-15,0 0 0,0 25 0,25-25 0,-25 0 0,0 24 16,25-24-16,-25 0 0,0 25 15,25-25-15,-25 0 0,0 0 0,24 25 0,-24-25 16,25 0-16,-25 25 0,25-25 0,-25 0 0,25 0 0,-25 25 0,0-25 0,25 0 16,-25 0-16,0 0 0,24 0 0,-24 0 15,0 0-15</inkml:trace>
  <inkml:trace contextRef="#ctx0" brushRef="#br0" timeOffset="58029.3191">20315 12576 0,'0'0'0,"0"0"0,0 0 0,0 0 16,0 0-16,0 0 0,0 0 0,0 0 16,0 0-16,0 0 0,0 0 0,0 25 0,0-25 0,0 0 15,0 0-15,0 0 0,0 25 0,0-25 0,0 0 0,0 24 16,0-24-16,0 25 0,0-25 0,0 0 0,0 25 0,0-25 15,0 0-15,0 0 0,0 25 0,0-25 0,0 0 16,0 25-16,0-25 0,0 0 0,0 0 0,0 24 0,0-24 16,0 0-16,0 0 0,0 0 0,0 0 0,0 0 15,0 0-15,0 0 0,25 0 0,-25 0 16,0 0-16,0-24 0,0 24 0,0 0 0,0 0 0,0-25 15,0 25-15,25 0 0,-25-25 0,0 25 0,0-25 0,24 25 16,-24-25-16,0 25 0,25 0 0,-25-24 0,0 24 16,25 0-16,-25-25 0,0 25 0,25 0 0,-25 0 0,0 0 0,25-25 15,-25 25-15,0 25 0,24-25 0,-24 0 16,0 0-16,25 0 0,-25 0 0,0 25 0,0-25 0,0 0 15,25 24-15,-25-24 0,0 0 0,0 25 16,0-25-16,0 0 16,0 0-16,25 25 0,-25-25 0,0 0 0,0 25 0,0-25 0,0 0 0,0 0 0,0 0 0,0 25 0,0-25 15,0 0-15,0 0 0,0 0 0,0 0 16,0 0-16,0 24 0</inkml:trace>
  <inkml:trace contextRef="#ctx0" brushRef="#br0" timeOffset="59163.384">3448 14635 0,'0'0'0,"0"25"16,-25-25-16,25 0 0,0 0 0,0 24 0,0-24 0,0 0 0,0 25 0,0-25 15,25 25-15,-25-25 0,0 25 0,0-25 0,0 25 0,25-25 16,-25 24-16,0-24 0,0 25 16,0 0-16,24-25 0,-24 25 0,0 0 0,0-25 0,0 24 0,25-24 15,-25 25-15,0 0 0,0-25 0,0 25 0,0-25 0,0 25 16,0-25-16,0 24 0,0-24 0,0 0 15,0 25-15,0-25 0,0 0 0,0 25 0,0-25 0,0 0 16,0 0-16,0 0 0,0 0 0,0 0 0,0 0 0</inkml:trace>
  <inkml:trace contextRef="#ctx0" brushRef="#br0" timeOffset="59671.413">3522 14635 0,'0'0'16,"0"-25"-16,25 25 0,-25 0 0,0-25 16,0 25-16,0 0 0,0 0 0,0-25 0,0 25 0,0 0 0,25 0 15,-25 0-15,0 0 0,0 0 0,25 0 0,-25 0 16,0 0-16,0 25 0,24-25 0,-24 0 15,0 0-15,25 25 0,-25-25 0,0 25 0,0-25 0,0 25 0,25-25 16,-25 24-16,0-24 0,0 25 0,0-25 0,0 25 16,0-25-16,0 25 0,0 0 0,0-25 0,0 24 0,0 1 15,0-25-15,0 25 0,0-25 0,0 25 16,-25-25-16,25 25 0,0-25 0,0 24 0,0-24 0,0 0 0,0 25 15,0-25-15,0 0 0,0 0 0,0 0 16,0 0-16,0 25 0,0-25 0,0 0 0,0 0 16,0 0-16,0 0 0,0 0 0,0 0 0,0 0 0,0 0 0,0 0 15,25 0-15,-25 0 0,0 0 0,0 0 0,0 0 16,25 0-16,-25 0 0,0 25 0,0-25 15,0 0-15,25 0 0,-25 0 0,0 25 0,25-25 0,-25 24 0,0-24 16,0 0-16,0 25 0,24-25 0,-24 25 0,0-25 0,0 25 16,0-25-16,0 25 0,0-25 0,0 0 15,0 24-15,0-24 0,0 25 0,0-25 0,0 25 16,0-25-16,0 25 0,-24-25 0,24 0 0,0 25 0,0-25 0,0 0 15,0 24-15,-25-24 0,25 0 0,0 0 0,0 0 0,0 0 16,0 0-16,-25 0 0,25 0 0,0 0 16,0 0-16,0 0 0,-25 0 0,25 0 0,0-24 0,0 24 15,0 0-15,0-25 0,0 25 0,-25 0 16,25-25-16,0 25 0,0-25 0,0 25 0,0 0 0</inkml:trace>
  <inkml:trace contextRef="#ctx0" brushRef="#br0" timeOffset="60080.4364">4043 14833 0,'0'0'16,"0"0"-16,0 0 0,0 0 0,0 0 0,0 0 0,0 0 15,0 0-15,0 0 0,0 0 0,0 0 0,0 0 0,0 0 16,0 0-16,0 0 0,0 0 0,0 0 16,0 25-16,0-25 0,0 0 0,0 0 0,0 0 0,0 25 15,0-25-15,-25 0 0,25 25 16,0-25-16,0 24 0,0-24 0,-24 0 0,24 25 0,0-25 0,0 0 15,0 25-15,-25-25 0,25 25 0,0-25 0,0 0 0,0 25 0,0-25 16,0 0-16,0 24 0,0-24 0,0 0 16,0 25-16,0-25 0,0 0 0,0 0 0,0 0 15,0 0-15,0 25 0,0-25 0,0 0 0,0 0 0,0 0 0,0 0 31,25 0-31,-25 0 0,0 0 0,0 0 0,24 0 0,-24-25 0,0 25 0,25 0 0,-25 0 0,0 0 16,25 0-16,-25 0 0,25 0 0,-25 0 16,25 0-16,-25 0 0,24 0 0,-24 0 0,25 0 0,-25 0 15,25 0-15,-25 0 0,0 0 0,25 0 0,-25 0 0,0 0 16,25 0-16,-25 0 0,0 0 0,24 0 0,-24 0 0,0 0 15,25 0-15,-25 0 0,0 0 0,0 0 0,0-25 16</inkml:trace>
  <inkml:trace contextRef="#ctx0" brushRef="#br0" timeOffset="60328.4506">4242 14784 0,'-25'0'0,"25"0"0,0 0 0,0 0 0,0 0 16,0 0-16,0 24 0,0-24 0,0 0 0,0 0 15,0 25-15,0-25 0,0 25 0,0-25 16,0 25-16,25-25 0,-25 25 0,0-25 0,0 24 0,0-24 0,0 25 16,0 0-16,0-25 0,24 25 0,-24 0 0,0-25 0,0 24 15,0 1-15,0 0 0,0-25 16,0 25-16,0-25 0,25 25 0,-25-1 0,0-24 0,0 25 0,0-25 15,0 25-15,0-25 0,0 0 0,0 25 0,0-25 0,0 0 16,0 25-16,-25-25 0</inkml:trace>
  <inkml:trace contextRef="#ctx0" brushRef="#br0" timeOffset="60672.4703">3671 15677 0,'0'0'15,"0"24"-15,0-24 0,-25 0 0,25 0 0,0 0 0,0 0 16,0 0-16,0 0 0,0 0 0,0 0 15,0 0-15,0 0 0,0 0 0,0 0 0,25 0 0,-25 0 0,0 0 16,25 0-16,-25 0 0,25 0 0,-25 25 16,25-25-16,-25 0 0,24 0 0,-24 0 0,25 0 15,-25 0-15,25 0 0,0 0 0,-25 25 0,25-25 0,-1 0 16,1 0-16,-25 0 0,25 0 0,0 0 0,0-25 0,-1 25 15,1 0-15,0 0 0,0 0 0,0 0 0,-1 0 0,1 0 0,0-25 16,-25 25-16,25 0 0,0 0 16,-1 0-16,1 0 0,-25 0 0,25 0 0,0 0 0,-25 0 0,25-24 15,-1 24-15,-24 0 0,25 0 16</inkml:trace>
  <inkml:trace contextRef="#ctx0" brushRef="#br0" timeOffset="60873.4818">4862 15081 0,'0'0'16,"0"0"-16,0 0 0,0-25 0,0 25 0,0 0 0,0 0 15,0 0-15,-25 25 0,25-25 0,0 0 0,0 0 0,0 0 0,0 0 16,0 0-16,0 0 0,0 25 0,0-25 15,0 0-15,0 0 0,0 0 0,25 25 0,-25-25 16,0 0-16,0 0 0</inkml:trace>
  <inkml:trace contextRef="#ctx0" brushRef="#br0" timeOffset="61031.4908">4961 15354 0,'0'25'0,"0"-25"0,0 0 0,0 0 16,0 0-16,0 0 0,-25 0 0,25 0 0,0 0 0,0 0 15,0 0-15,0 0 0,0 0 0,0 0 0,0 0 16,0 0-16,0 0 0,0 0 0,0 0 0,0 0 0,0 0 15,0 0-15,0 0 0,0 0 0,25 0 0,-25 0 0,0 0 16,0 0-16,25 0 0</inkml:trace>
  <inkml:trace contextRef="#ctx0" brushRef="#br0" timeOffset="61505.5179">6524 14858 0,'0'0'0,"0"-25"0,-25 25 0,25 0 0,0 0 15,0 0-15,0 0 0,0 0 0,0 0 0,0 0 0,0 0 16,0 25-16,25-25 0,-25 0 0,0 0 16,0 0-16,0 25 0,24-25 0,-24 25 0,0-25 15,0 24-15,25-24 0,-25 25 0,0-25 0,25 25 0,-25 0 0,25-25 16,-25 25-16,25-25 0,-25 24 0,0 1 0,24-25 15,-24 25-15,25-25 0,-25 25 0,25-25 0,-25 25 0,0-25 16,0 24-16,25-24 0,-25 0 0,0 25 0,25-25 0,-25 0 16,0 0-16,0 0 0,0 0 15,24 0-15,-24 0 0,0 0 0,0 0 0,0 0 0,0 0 16,0 0-16,0 0 0,0-25 0,0 25 0,25-24 0,-25 24 0,0-25 15,0 25-15,0-25 0,0 0 16,0 25-16,0-25 0,0 1 0,0-1 0,0 25 0,0-25 0,0 0 16,0 0-16,-25 25 0,25-24 0,0 24 0,0-25 0,0 25 15,0 0-15,0-25 0,0 25 0,0 0 0,0 0 0,0 0 16,25 0-16,-25 0 15,0 0-15,0 0 0,0 0 0,0 0 0,0 0 0,0 0 0,0 0 16,0 0-16,0 0 0,25 0 0,-25 0 0,0 0 0,0 0 0</inkml:trace>
  <inkml:trace contextRef="#ctx0" brushRef="#br0" timeOffset="62116.5529">6995 14982 0,'0'0'0,"0"-25"16,0 25-16,0 0 0,0 0 0,0 0 0,0 0 0,-25 0 16,25 0-16,0 0 0,0 0 0,0 0 0,0 0 0,0 0 0,0 0 15,0 0-15,0 0 0,0 0 0,0 0 0,0 25 0,0-25 16,25 0-16,-25 0 0,0 25 15,0-25-15,0 0 0,0 25 0,0-25 0,0 0 0,0 24 0,0-24 16,0 25-16,0 0 0,0-25 0,25 25 0,-25-25 0,0 25 16,0-1-16,0-24 0,0 25 0,0-25 15,25 25-15,-25-25 0,0 25 0,0-25 0,0 25 0,24-25 16,-24 0-16,0 0 0,0 24 0,25-24 0,-25 0 0,0 0 15,0 0-15,0 0 0,25 0 0,-25 0 0,0 0 16,0 0-16,25 0 0,-25 0 0,0 0 0,0 0 16,25 0-16,-25-24 0,0 24 0,24 0 0,-24 0 0,25-25 15,-25 25-15,0 0 0,25 0 16,-25-25-16,25 25 0,-25 0 0,0-25 0,25 25 0,-25 0 0,0-25 15,24 25-15,-24 0 0,0-24 0,0 24 0,25 0 0,-25-25 16,0 25-16,0 0 0,0-25 0,0 25 0,0 0 0,0-25 16,0 25-16,0 0 0,-25-25 0,25 25 0,0 0 15,0 0-15,0-24 0,0 24 0,-24 0 0,24 0 16,0-25-16,0 25 0,0 0 0,-25 0 0,25 0 0,0 0 15,0 0-15,0 0 0,-25 0 16,25 0-16,0 0 0,0 0 0,0 0 0,0 0 0,0 25 0,0-25 16,0 0-16,0 0 0,0 24 0,0-24 0,0 0 0,0 25 15,0-25-15,0 25 0,0-25 0,0 25 0,0-25 0,0 25 16,25-25-16,-25 24 0,0-24 0,0 25 15,25-25-15,-25 0 0,0 25 0,24-25 0,-24 25 0,0-25 0,0 25 16,25-25-16,-25 0 0,0 24 16,25-24-16,-25 0 0,0 0 0,0 0 0,0 0 0,25 0 0,-25 0 15,0 0-15,0 0 0,0 0 0,25 0 16,-25 0-16,0 0 0,24-24 0,-24 24 0,0 0 0,25-25 15,-25 0-15,0 25 0,25-25 0,-25 25 0,25-25 0,-25 1 16,0-1-16</inkml:trace>
  <inkml:trace contextRef="#ctx0" brushRef="#br0" timeOffset="62358.5667">7590 14784 0,'0'0'0,"0"0"0,0 0 0,0 0 16,0 0-16,0 0 0,0 0 0,0 0 0,0 0 0,-25 0 15,25 0-15,0 0 0,0 24 0,0-24 0,25 25 0,-25-25 16,0 25-16,0-25 0,0 25 0,0-25 15,0 25-15,25-1 0,-25 1 0,0-25 0,0 25 0,0 0 0,0 0 16,0-1-16,0-24 0,25 25 16,-25 0-16,0 0 0,0 0 0,0-25 0,0 24 0,0 1 0,0-25 15,0 25-15,25 0 0,-25-25 0,0 25 0,0-25 16,0 0-16,0 24 0,0-24 0,-25 0 0,25 25 0,0-25 15,0 0-15,0 0 0,0 0 0,0 0 0,0 0 0,0 0 16,0 0-16,-25 0 0,25 0 0,0 0 16,0-25-16</inkml:trace>
  <inkml:trace contextRef="#ctx0" brushRef="#br0" timeOffset="62519.5759">7541 15205 0,'0'0'0,"0"0"16,0 0-16,0 0 0,0 0 0,0 0 0,0 0 0,0-25 16,24 25-16,-24 0 0,0 0 0,0 0 0,0 0 0,0 0 15,0 0-15,25-24 0,-25 24 0,0 0 0,0 0 16,25-25-16,-25 25 0,0 0 0,25-25 0,-25 25 15,0 0-15,0-25 0,25 25 0,-25-25 0,0 25 0,0 0 16,0-24-16,0 24 0,0-25 0,0 25 16,0 0-16,0-25 0,0 25 0</inkml:trace>
  <inkml:trace contextRef="#ctx0" brushRef="#br0" timeOffset="62768.5902">7169 14808 0,'0'0'15,"0"0"-15,0-24 0,0 24 0,0 0 0,0-25 0,0 25 0,0 0 16,0-25-16,0 25 0,0 0 0,0-25 0,0 25 0,0 0 16,0-25-16,24 25 0,-24 0 15,0 0-15,0-24 0,25 24 0,-25 0 0,0 0 0,25 0 0,-25 0 16,0-25-16,25 25 0,-25 0 0,0 0 0,0 0 15,25 0-15,-25 0 0,0 0 0,24 0 0,-24 0 16,0 0-16,0 25 0,25-25 0,-25 0 0,0 0 0,0 24 16,0-24-16,0 0 0,0 0 0,0 25 0,0-25 0</inkml:trace>
  <inkml:trace contextRef="#ctx0" brushRef="#br0" timeOffset="62947.6004">7565 14362 0,'0'0'15,"0"25"-15,0-25 0,0 0 0,-24 0 0,24 0 0,0 25 16,0-25-16,0 0 0,0 24 0,0-24 16,0 25-16,0 0 0,0-25 0,0 25 0,-25-25 0,25 25 15,0-25-15,0 24 0,-25-24 0,25 25 0,0-25 0,-25 25 16,25-25-16,-25 25 0</inkml:trace>
  <inkml:trace contextRef="#ctx0" brushRef="#br0" timeOffset="63082.6081">6970 14709 0,'0'0'16,"0"0"-16,0 0 0,0 0 0,0 0 0,0 0 0,0 0 0,0 0 15,0 0-15</inkml:trace>
  <inkml:trace contextRef="#ctx0" brushRef="#br0" timeOffset="63635.6398">9128 14610 0,'0'0'16,"0"0"-16,0 0 0,0 0 0,0 25 0,0-25 0,0 25 0,0-25 15,0 24-15,0-24 0,0 25 0,0 0 0,0-25 0,0 25 16,0 0-16,0-1 0,0-24 0,0 25 15,25 0-15,-25 0 0,0-25 0,0 25 0,0-1 0,0 1 0,0-25 16,0 25-16,25 0 0,-25-25 0,0 25 0,0-1 16,0-24-16,0 25 0,0 0 0,0-25 15,0 25-15,0-25 0,0 25 0,0-25 0,0 24 0,0-24 16,0 25-16,0-25 0,0 0 0,-25 25 0,25-25 0,0 0 0,0 25 15,0-25-15,0 0 0,0 0 0,-25 0 16,25 0-16,0 0 0,0 0 0,0 0 0,0 0 16,0 0-16,0-25 0,0 25 0,0 0 0,-25-25 0,25 25 15,0-25-15,0 1 0,0 24 16,0-25-16,0 0 0</inkml:trace>
  <inkml:trace contextRef="#ctx0" brushRef="#br0" timeOffset="64079.6652">9203 14833 0,'0'0'15,"0"0"-15,0 0 0,24-25 0,-24 25 0,0 0 0,0 0 16,0-24-16,0 24 0,25 0 0,-25 0 0,0 0 0,0 0 15,0 0-15,0 0 0,25 0 0,-25 0 0,0 24 16,0-24-16,25 0 0,-25 0 0,0 25 0,0-25 0,25 25 16,-25-25-16,0 0 0,0 25 15,24-25-15,-24 25 0,0-25 0,0 24 0,0-24 0,25 25 16,-25-25-16,0 25 0,0-25 0,0 25 0,25-25 0,-25 25 0,0-25 15,0 24-15,0-24 0,0 25 16,25-25-16,-25 25 0,0-25 0,0 25 0,0-25 0,0 0 0,25 25 16,-25-25-16,0 0 0,0 0 0,0 0 0,0 0 0,0 0 15,0 0-15,24 0 0,-24 0 0,0 0 0,0 0 16,0 0-16,0-25 0,25 25 15,-25 0-15,0-25 0,0 25 0,25-25 0,-25 25 0,0-25 0,0 25 16,0-24-16,25-1 0,-25 0 0,0 25 0,0-25 0,0 0 0,0 25 16,25-24-16,-25-1 0,0 25 0,0-25 15,0 25-15,0-25 0,0 25 0,24-25 0,-24 25 0,0 0 16,0-24-16,0 24 0,0 0 0,0 0 0,0 0 0,25 24 15,-25-24-15,0 0 0,0 0 16,0 25-16,0-25 0,0 0 0,0 25 0,0-25 0,0 25 16,0-25-16,25 25 0,-25-25 0,0 24 0,0 1 0,0-25 0,0 25 15,0 0-15,0-25 0,0 25 0,0-25 0,0 24 16,25-24-16,-25 25 0,0 0 0,0-25 0,0 25 15,0-25-15,0 25 0,0-25 0,0 24 0,0-24 0,0 25 16,0-25-16,0 0 0,0 25 0,0-25 0,-25 0 0,25 25 16,0-25-16</inkml:trace>
  <inkml:trace contextRef="#ctx0" brushRef="#br0" timeOffset="64670.6989">10220 15131 0,'0'-25'0,"0"25"0,-25 0 0,25 0 16,0-25-16,0 25 0,-25 0 0,25 0 15,0-25-15,-25 25 0,25 0 0,0-24 0,-25 24 0,25 0 16,0 0-16,-24-25 0,24 25 0,0 0 0,-25 0 0,25-25 16,0 25-16,-25 0 0,25 0 0,0 0 0,0 0 0,0 0 15,-25 0-15,25 0 0,0 0 0,0 0 0,0 0 16,-25 25-16,25-25 0,0 0 0,0 25 0,0-25 0,0 0 15,0 24-15,0-24 0,0 25 0,0-25 16,0 25-16,0-25 0,0 25 0,0-25 0,0 25 16,0-1-16,25-24 0,-25 25 0,0-25 0,0 25 0,25-25 15,-25 25-15,0-25 0,0 0 0,0 25 0,25-25 0,-25 0 0,0 24 16,0-24-16,0 0 0,0 25 15,25-25-15,-25 0 0,0 0 0,0 0 0,0 25 0,24-25 0,-24 0 16,0 0-16,0 0 0,0 0 0,0 0 0,25-25 16,-25 25-16,0 0 0,0 0 0,0 0 15,0-25-15,25 25 0,-25 0 0,0-24 0,0 24 0,0-25 0,0 25 16,0-25-16,0 25 0,0-25 0,0 25 0,0 0 0,0-25 15,0 25-15,0 0 0,25-24 0,-25 24 0,0 0 16,0 0-16,0 0 0,0 0 0,0 0 0,0 0 16,0 0-16,0 0 0,0 0 0,0 0 0,0 0 0,0 0 15,0 0-15,0 0 0,0 0 0,0 0 0,0 24 0,0-24 16,0 0-16,0 25 0,0-25 15,0 25-15,0-25 0,0 0 0,0 25 0,0-25 0,0 25 16,25-25-16,-25 0 0,0 24 0,0-24 0,0 0 0,0 0 0,24 25 16,-24-25-16,0 0 0,0 0 0,0 0 0,0 0 0,25 0 15,-25 0-15,0 0 0,0 0 0,25 0 16,-25 0-16,0 0 0,25 0 0,0-25 0,-25 25 0,24 0 0</inkml:trace>
  <inkml:trace contextRef="#ctx0" brushRef="#br0" timeOffset="65030.7196">11237 14560 0,'0'0'0,"-25"0"15,25 0-15,0 0 0,0 25 0,-25-25 0,25 0 16,0 25-16,0-25 0,0 25 0,0 0 0,0-25 15,0 24-15,0 1 0,0 0 0,0 0 0,0-25 0,0 25 16,25-1-16,-25 1 0,0 0 16,0-25-16,25 25 0,-25 0 0,0-1 0,0 1 0,0 0 15,0-25-15,24 25 0,-24 0 0,0-1 0,0 1 0,0-25 0,0 25 16,0 0-16,0 0 0,0-25 0,0 24 0,25-24 0,-25 25 15,0-25-15,0 25 0,-25-25 16,25 25-16,0-25 0,0 0 0,0 25 0,0-25 0,0 0 0,-24 0 16,24 0-16,0 0 0,-25 24 0,25-24 0,0 0 0,-25-24 15,25 24-15</inkml:trace>
  <inkml:trace contextRef="#ctx0" brushRef="#br0" timeOffset="65175.727">11088 15131 0,'0'0'0,"0"-25"16,24 25-16,-24 0 0,0 0 15,0 0-15,0-25 0,0 25 0,25 0 0,-25-25 0,0 25 0,0 0 16,25 0-16,-25-24 0,25 24 0,-25 0 0,25-25 0,-25 25 15,25 0-15,-25 0 0,24 0 16,-24 0-16,25 0 0,-25 0 0,25 0 0,0 0 0,-25 0 16,0 0-16,25 0 0</inkml:trace>
  <inkml:trace contextRef="#ctx0" brushRef="#br0" timeOffset="65450.7436">11485 15329 0,'0'0'15,"0"0"-15,0 0 0,0 0 0,0 0 0,0-25 0,0 25 16,0 0-16,24-24 0,-24 24 0,0 0 0,0-25 0,0 25 0,0-25 15,0 0-15,0 25 0,25-25 16,-25 25-16,0-24 0,0 24 0,0-25 0,25 25 0,-25 0 0,0-25 16,0 25-16,0 0 0,0 0 0,0 0 0,25 0 0,-25 0 15,0 0-15,0 0 0,0 0 0,0 0 16,0 0-16,0 25 0,25-25 0,-25 0 0,0 25 0,0-25 15,0 24-15,0-24 0,0 25 0,0-25 0,0 25 0,0-25 16,0 25-16,24-25 0,-24 25 16,0-25-16,0 24 0,0-24 0,0 25 0,0-25 0,0 25 0,0 0 15,0-25-15,0 0 0,0 25 0,0-25 0,0 25 0,0-25 16,25 0-16,-25 0 0,0 0 0,0 0 0,0 0 0</inkml:trace>
  <inkml:trace contextRef="#ctx0" brushRef="#br0" timeOffset="65980.7739">12005 15180 0,'0'0'0,"0"-24"0,0 24 0,-24 0 15,24 0-15,0 0 0,0-25 0,-25 25 0,25 0 0,0-25 0,-25 25 16,25 0-16,-25 0 0,25-25 0,0 25 15,-25 0-15,25 0 0,0-25 0,-24 25 0,24 0 0,0 0 16,0 0-16,0 0 0,0 0 0,0 0 0,0 0 0,0 25 16,0-25-16,0 0 0,0 25 15,0-25-15,0 0 0,0 25 0,0-25 0,0 25 0,0-1 16,0-24-16,0 25 0,0-25 0,0 25 0,0-25 0,0 25 0,0-25 0,0 25 15,0-25-15,0 24 0,24-24 16,-24 25-16,0-25 0,0 25 0,25-25 0,-25 0 0,0 25 0,0-25 16,25 0-16,-25 0 0,0 0 0,0 0 15,25 0-15,-25 0 0,0 0 0,0 0 0,0 0 0,25 0 16,-25 0-16,0 0 0,0-25 0,24 25 0,-24 0 0,0-25 15,0 25-15,25-25 0,-25 25 0,0-24 16,0 24-16,25-25 0,-25 25 0,0-25 0,0 25 0,0-25 16,0 0-16,0 25 0,0-24 0,0 24 0,0-25 15,0 25-15,0 0 0,0-25 0,0 25 0,0 0 0,0 0 16,0-25-16,0 25 0,0 0 0,0 0 0,0 0 15,0 0-15,0 0 0,0 0 0,0 25 0,0-25 0,0 0 0,0 0 16,0 25-16,0-25 0,0 25 16,0-25-16,0 0 0,0 24 0,25-24 0,-25 25 0,0-25 31,0 25-31,0-25 0,0 0 0,0 25 0,0-25 0,25 25 15,-25-25-15,0 0 0,0 24 0,0-24 0,0 0 0,0 25 0,24-25 0,-24 0 0,0 0 0,0 25 0,0-25 16,25 0-16,-25 0 0,0 0 0,0 0 0,0 0 0,25 0 16,-25 0-16,0-25 0,0 25 0,0 0 0,25 0 15,-25-25-15,0 25 0,0-24 0,25 24 0,-25-25 0</inkml:trace>
  <inkml:trace contextRef="#ctx0" brushRef="#br0" timeOffset="66356.7954">12303 15056 0,'0'0'15,"0"0"-15,0 0 0,0 0 0,0 25 0,-25-25 16,25 0-16,0 0 0,0 0 0,0 25 0,0-25 0,0 0 15,0 25-15,0-25 0,25 0 0,-25 25 0,0-25 0,0 24 16,0-24-16,0 0 0,0 25 16,0-25-16,0 0 0,0 25 0,0-25 0,0 0 0,0 25 0,0-25 15,0 0-15,0 0 0,0 25 0,0-25 0,0 0 0,0 0 16,0 0-16,0 0 0,0 0 0,0 0 0,0 0 0,25 0 15,-25-25-15,0 25 0,0 0 0,0 0 16,0 0-16,0-25 0,0 25 0,0-25 0,0 25 0,25-25 16,-25 25-16,0-24 0,0 24 0,25-25 0,-25 25 0,0-25 15,24 25-15,-24-25 0,0 25 0,0 0 16,25 0-16,-25 0 0,0 0 0,0 0 15,25 0-15,-25 0 0,0 25 0,0-25 0,0 0 0,25 25 16,-25-25-16,0 25 0,0-25 0,0 24 0,25 1 0,-25-25 0,0 25 16,0-25-16,0 25 0,0 0 0,24-25 15,-24 24-15,0-24 0,0 25 0,0 0 0,0-25 0,0 25 16,0-25-16,0 25 0,0-25 0,0 0 0,0 25 15,0-25-15,0 0 0,0 24 0,0-24 0,0 0 16,0 0-16,0 0 0,0 0 0,0 0 0,0 0 0,-24 0 16,24-24-16,0 24 0,0 0 0,0-25 0,-25 25 0,25 0 0</inkml:trace>
  <inkml:trace contextRef="#ctx0" brushRef="#br0" timeOffset="66574.8079">11931 14957 0,'0'0'0,"0"0"0,0-25 0,0 25 15,0 0-15,-25 0 0,25-24 0,0 24 16,0 0-16,0-25 0,25 25 0,-25 0 0,0-25 0,0 25 16,25 0-16,-25 0 0,0-25 0,25 25 15,-25 0-15,24 0 0,-24 0 0,25 0 0,-25 0 0,25 0 16,0 0-16,-25 0 0,25 0 0,-1 25 0,-24-25 0,25 25 0,0-25 15,-25 25-15,25-1 0,-25-24 16,0 25-16,25 0 0,-25 0 0,0 0 0,0-1 0</inkml:trace>
  <inkml:trace contextRef="#ctx0" brushRef="#br0" timeOffset="66723.8164">12229 15751 0,'0'25'0,"0"-25"0,0 0 0,0 25 15,0-25-15,0 0 0,0 0 16,-25 24-16,25-24 0,0 0 0,0 0 0,0 0 0,0 0 0,0 0 15,0 0-15,0 0 0,0 0 0,0 0 0,0 0 0,0-24 16,0 24-16,25 0 0,-25-25 0</inkml:trace>
  <inkml:trace contextRef="#ctx0" brushRef="#br0" timeOffset="67300.8494">14560 14957 0,'0'0'16,"0"0"-16,0 0 0,0 0 0,0 0 0,0 0 0,0-25 15,0 25-15,0 0 0,0 0 0,0 0 0,-24 0 0,24 0 0,0-24 16,0 24-16,0 0 0,-25 0 0,25 0 0,0-25 15,0 25-15,0 0 0,-25 0 0,25 0 0,0-25 16,0 25-16,0 0 0,-25 0 0,25 0 0,0 0 16,0 0-16,-25 0 0,25 0 0,0 0 15,-24 0-15,24 25 0,0-25 0,-25 0 0,25 0 0,0 0 16,0 25-16,-25-25 0,25 24 0,0-24 0,0 25 0,0-25 0,-25 25 15,25 0-15,0 0 0,0-1 0,0-24 0,0 25 0,0 0 16,0 0-16,0 0 0,0-1 0,0 1 16,0 0-16,0 0 0,0 0 0,25-1 0,-25-24 0,0 25 0,25 0 15,-25-25-15,0 25 0,25 0 0,-25-25 0,24 0 16,-24 25-16,0-25 0,25 0 0,-25 0 0,25 0 0,0 0 15,-25 0-15,25 24 0,-25-24 16,24-24-16,-24 24 0,25 0 0,-25 0 0,25 0 0,0 0 0,-25 0 16,25 0-16,-25 0 0,24 0 0,-24 0 0,25 0 0,-25-25 15,25 25-15,-25 0 0,0 0 0</inkml:trace>
  <inkml:trace contextRef="#ctx0" brushRef="#br0" timeOffset="84764.8483">14883 14213 0,'0'0'0,"0"0"0,0 25 0,0-25 0,0 0 16,0 0-16,0 0 0,0 0 0,0 0 0,0 0 0,0 0 16,0 0-16,0 0 0,0 0 15,0 0-15,0 0 0,0 0 0,0 0 0,0 0 0,0 0 16,0 0-16,0 0 0,0 0 0,0 0 0,0 0 0,0 0 15,0 0-15,0 0 0,0 0 0,0 0 0,0 0 0,0 0 16,0 0-16,0 0 0,0 0 0,0 0 0,0 0 0,0 0 16,0 0-16,0 0 0,0 0 0,0 0 15,0 0-15,0 0 0,0 0 0,0 0 0,0 0 0,0 0 0,0 0 16,0 0-16,0 0 0,0 0 0,0 0 0,0 0 15,0 0-15,0 0 0,0 0 0,0 0 16,0 0-16,0 0 0,0 0 0,0 0 0,0 25 0,0-25 16,0 0-16,0 0 0,0 24 0,0-24 0,0 0 0,0 0 15,0 25-15,-25-25 0,25 25 0,0-25 16,0 0-16,0 25 0,0-25 0,0 25 0,0-25 0,0 25 0,0-25 15,0 24-15,0-24 0,0 25 0,0 0 16,0-25-16,0 25 0,0 0 0,0-25 0,0 24 16,0 1-16,0-25 0,0 25 0,0-25 0,0 25 0,0-25 15,0 0-15,0 25 0,0-25 0,0 0 0,0 0 0,25 0 16,-25 24-16,0-24 0,0 0 0,0 0 0,25 0 0,-25 0 0,0 0 15,0 0-15,24 0 0,-24 0 16,0 0-16,0-24 0,25 24 0,-25 0 0,0 0 0,0 0 0,25 0 16,-25 0-16,0 0 0,0 0 0,0 0 15,25 0-15,-25-25 0,0 25 0,0 0 0,0 0 16,0 0-16,0-25 0,0 25 0,25 0 0,-25 0 0,0-25 15,0 25-15</inkml:trace>
  <inkml:trace contextRef="#ctx0" brushRef="#br0" timeOffset="85382.8836">14784 14287 0,'0'0'0,"0"0"16,0 0-16,0 0 0,0 0 0,0 0 0,0 0 0,0 0 15,0 0-15,0 0 0,0 0 0,0 0 0,0 0 16,0 0-16,0 0 0,0 0 0,0 0 0,0 0 16,0 0-16,0 0 0,0 0 0,0 0 0,0 0 0,0 0 0,0 0 15,0 0-15,0 0 0,0 0 0,0 0 0,0 0 16,0 0-16,0 0 0,0 25 0</inkml:trace>
  <inkml:trace contextRef="#ctx0" brushRef="#br0" timeOffset="85712.9019">14709 14412 0,'0'0'0,"0"0"15,0 0-15,0 0 0,0 0 0,0 0 0,0 0 16,0 0-16,0 0 0,0 0 0,0 0 0,0 0 0,0 0 0,0 0 16,0 0-16,0 0 0,0 0 0,0 0 0,0 0 0,0 0 15,0 0-15,0 0 0,0 0 0,0 0 16,0 0-16,0 0 0,0 0 0,25 0 15,-25 0-15,0 0 0,0 0 0,25 0 0,-25 0 0,0 0 0,25 0 0,-25 0 16,24 0-16,-24 0 0,25 0 0,-25 24 16,25-24-16,-25 0 0,25 0 0,-25 0 0,25 0 0,-1 0 15,-24 0-15,25 0 0,0 0 0,-25 0 0,25-24 0,-25 24 16,25 0-16,-1 0 0,-24 0 0,25 0 15,0-25-15,-25 25 0,25 0 0</inkml:trace>
  <inkml:trace contextRef="#ctx0" brushRef="#br0" timeOffset="87898.0275">3572 16570 0,'-25'0'0,"25"-25"15,0 25-15,0 0 0,-25 0 0,25 0 0,0 25 0,0-25 16,0 0-16,0 0 0,-25 0 0,25 0 0,0 0 0,0 0 16,0 0-16,0 0 0,0 0 0,0 0 0,0 0 0,0 24 15,0-24-15,0 0 0,0 0 0,0 0 16,0 25-16,25-25 0,-25 25 0,0-25 0,0 25 0,0-25 0,25 25 0,-25-1 15,0-24-15,0 25 0,0 0 0,0-25 16,0 25-16,25 0 0,-25-25 0,0 24 0,0 1 0,0-25 16,0 25-16,0-25 0,0 25 0,25-25 0,-25 25 0,0-1 15,0-24-15,0 25 0,0-25 0,0 0 0,0 25 0,0-25 16,0 0-16,0 0 0,0 25 0,0-25 15,0 0-15,0 0 0,0 0 0,0 0 0,0 0 0,0 0 0,0-25 16</inkml:trace>
  <inkml:trace contextRef="#ctx0" brushRef="#br0" timeOffset="88440.0585">3522 16619 0,'0'0'15,"0"0"-15,0 0 0,0-25 0,0 25 0,0 0 0,0 0 0,0 0 16,25-24-16,-25 24 0,0 0 0,0 0 0,0 0 0,0-25 16,0 25-16,25 0 0,-25 0 0,0 0 15,25 0-15,-25 0 0,0 0 0,24 0 0,-24 0 0,0 0 16,0 25-16,0-25 0,25 0 0,-25 0 0,0 24 0,0-24 0,0 0 15,0 25-15,0-25 0,0 25 0,0-25 16,0 25-16,0-25 0,0 25 0,0-25 0,0 24 16,0 1-16,0-25 0,0 25 0,0-25 0,0 25 0,0 0 0,-25-25 15,25 24-15,0-24 0,0 0 0,0 25 0,0-25 16,0 25-16,0-25 0,0 0 0,-24 0 0,24 25 0,0-25 15,0 0-15,0 0 0,24 0 0,-24 0 0,-24 0 16,24 0-16,0 0 0,0 0 0,24 0 0,-24 0 0,0 0 0,0 0 16,0 0-16,0 0 0,25 0 0,-25 0 0,0 0 15,25 0-15,-25 0 0,0 0 0,0 0 16,0 0-16,25 0 0,-25 0 0,0 0 0,0 0 0,25 0 0,-25 25 15,0-25-15,0 0 0,0 24 0,25-24 0,-25 0 0,0 25 16,0-25-16,0 0 0,0 25 0,0-25 0,0 25 16,0-25-16,0 25 0,0-25 0,0 24 0,0-24 0,0 0 15,0 25-15,0-25 0,0 25 0,0-25 16,0 25-16,0-25 0,-25 0 0,25 25 0,0-25 0,0 0 0,-25 24 0,25-24 15,0 0-15,0 0 0,-25 0 0,25 0 16,0 25-16,0-25 0,0 0 0,-25 0 0,25 0 0,0 0 16,-25 0-16,25 0 0,0 0 0,0-25 0,0 25 0,-24 0 0,24 0 15,0 0-15,0 0 0,0 0 0,0-24 16,0 24-16,0 0 0,0 0 0,0 0 0,0-25 0,0 25 15,24 0-15</inkml:trace>
  <inkml:trace contextRef="#ctx0" brushRef="#br0" timeOffset="88866.0827">3919 16793 0,'0'0'15,"-25"0"-15,25 0 0,0 0 0,0 0 0,0 0 0,0 0 16,0 0-16,-24 0 0,24 0 0,0 0 0,0 0 0,0 0 0,0 0 16,0 0-16,0 0 0,0 0 0,24 0 15,-24 0-15,0 0 0,0 25 0,0-25 0,0 0 0,0 0 0,0 0 16,25 0-16,-25 24 0,0-24 0,0 0 0,0 25 15,0-25-15,25 0 0,-25 25 0,0-25 16,0 0-16,25 25 0,-25-25 0,0 25 0,0-25 0,25 0 0,-25 24 16,0-24-16,24 0 0,-24 25 0,0-25 0,25 0 0,-25 25 0,0-25 15,25 0-15,-25 25 0,0-25 0,25 0 16,-25 0-16,0 25 0,25-25 0,-25 0 0,0 0 15,0 24-15,24-24 0,-24 0 0,0 0 0,0 25 0,0-25 0,0 0 16,0 0-16,0 0 0,0 25 0,0-25 0,0 0 0,0 0 16,0 0-16,0 25 0,0-25 15,0 0-15,0 0 0,0 0 0,0 25 0,0-25 0,0 0 0,-24 0 16,24 0-16,0 0 0,0 0 0,0 24 0,-25-24 0,25 0 15,0 0-15,0 0 0,-25 0 0,25 0 0,0 0 16,-25 0-16,25 0 0,0 0 0,-25-24 0,25 24 0,0 0 16,-24 0-16,24 0 0,0 0 0,0-25 0</inkml:trace>
  <inkml:trace contextRef="#ctx0" brushRef="#br0" timeOffset="89091.0957">3919 16743 0,'0'0'15,"0"0"-15,0 0 0,-25 0 0,25 0 0,0 0 0,0-25 16,0 25-16,0 0 0,0 0 0,0 0 0,0 0 0,0 0 0,25-24 16,-25 24-16,0 0 15,25 0-15,-25-25 0,0 25 0,25 0 0,-25 0 0,25-25 0,-25 25 0,24 0 16,-24 0-16,25 0 0,-25 0 0,25 0 15,-25 0-15,25 0 0,-25 0 0,25 0 0,-25 0 0,24 0 0,-24 0 16,0 25-16,25-25 0,-25 0 0,0 0 0,25 25 16,-25-25-16,0 0 0,0 24 0</inkml:trace>
  <inkml:trace contextRef="#ctx0" brushRef="#br0" timeOffset="89461.1167">3646 17636 0,'0'0'16,"0"0"-16,0 0 0,0 0 0,0-25 0,25 25 16,-25 0-16,0 0 0,0 0 0,0 0 0,0 0 0,25 0 15,-25 0-15,0 0 0,0 0 0,0 0 0,25 0 0,-25 0 16,0 0-16,25 0 0,-25 0 0,0 0 15,24 0-15,-24 0 0,25 0 0,0 0 0,-25 0 0,25 0 0,-25 0 16,25 0-16,-1 0 0,1 0 0,-25 0 0,25 0 16,0 0-16,0 0 0,-1-24 0,1 24 0,0 0 0,-25 0 0,25 0 0,0 0 15,-1 0-15,1 0 0,0 0 0,0 0 16,0 0-16,-25 0 0,24-25 0,1 25 0,0 0 0,-25 0 0,25 0 15,0 0-15,-25-25 0,24 25 0,-24 0 0,0 0 16,25 0-16</inkml:trace>
  <inkml:trace contextRef="#ctx0" brushRef="#br0" timeOffset="89661.1283">4762 16991 0,'0'0'16,"-24"0"-16,24-25 0,0 25 0,0 25 0,0-25 16,0 0-16,0 0 0,0 0 0,-25 0 0,25 0 0,0 0 15,0 0-15,0 0 0,0 0 0,0 25 0,0-25 0,0 0 16,0 0-16</inkml:trace>
  <inkml:trace contextRef="#ctx0" brushRef="#br0" timeOffset="89819.1374">4837 17289 0,'0'0'16,"0"0"-16,0 0 0,0 0 0,0 0 0,0 0 16,0 25-16,-25-25 0,25 0 0,0 0 0,0 0 0,0 0 15,0 0-15,0 0 0,0 0 0,0 0 0,0 0 0,0 0 0,0 0 16</inkml:trace>
  <inkml:trace contextRef="#ctx0" brushRef="#br0" timeOffset="91298.222">6995 16520 0,'0'-25'0,"0"25"0,0 0 0,0 0 0,0 0 15,0 0-15,0-25 0,0 25 0,0 0 0,0 0 0,0 0 0,0 0 16,0 0-16,0 0 0,0 0 15,0-24-15,0 24 0,0 0 0,0 0 0,0 0 0,0 0 16,0 0-16,0 0 0,0 0 0,0 0 0,0 0 0,0 0 0,0 0 16,0 0-16,0 0 0,0 0 0,0 0 0,0 0 0,0 0 15,0 24-15,-25-24 0,25 0 0,0 0 16,0 0-16,0 25 0,0-25 0,0 0 0,0 25 0,0-25 15,0 0-15,0 25 0,0-25 0,-25 25 0,25-25 16,0 24-16,0-24 0,0 25 0,0 0 0,0-25 16,0 25-16,0-25 0,0 25 0,-24-1 0,24-24 0,0 25 0,0 0 15,-25-25-15,25 25 0,0 0 0,0-25 0,0 24 0,0-24 16,0 25-16,-25 0 0,25-25 0,0 25 15,0-25-15,0 25 0,0-25 0,0 0 0,0 24 0,0-24 0,0 0 16,0 0-16,0 0 0,0 0 0,0 25 16,0-25-16,0 0 0,0-25 0,25 25 0,-25 0 0,0 0 15,0 0-15,0 0 0,0 0 0,0-24 0,0 24 0,0 0 16,0-25-16</inkml:trace>
  <inkml:trace contextRef="#ctx0" brushRef="#br0" timeOffset="91595.239">6970 16520 0,'0'0'16,"0"0"-16,0 0 0,0 0 0,0 0 0,0 0 0,0 0 0,0 0 15,0 25-15,0-25 0,25 0 0,-25 0 0,0 0 0,0 25 16,0-25-16,0 0 0,25 0 0,-25 24 15,0-24-15,0 0 0,25 25 0,-25-25 0,0 25 0,0-25 0,24 0 16,-24 25-16,0-25 0,0 25 0,25-25 0,-25 24 16,25 1-16,-25-25 0,0 25 0,25-25 0,-25 25 15,25 0-15,-25-25 0,0 24 0,24 1 0,-24-25 0,0 25 0,25-25 16,-25 25-16,0-25 0,25 25 0,-25-25 0,0 24 15,0-24-15,25 0 0,-25 25 0,0-25 0,0 0 0,0 25 16,0-25-16,0 0 0,0 25 0,0-25 0,0 0 16,0 0-16,0 0 0,0 0 0,0 0 0,0 0 0</inkml:trace>
  <inkml:trace contextRef="#ctx0" brushRef="#br0" timeOffset="91809.2512">6945 16892 0,'-24'0'0,"24"0"0,0 0 0,0 0 16,0 0-16,0 0 0,0 0 0,0 0 0,0 0 0,0 0 0,0 0 16,0 0-16,0 0 0,0 0 0,0 0 0,0 0 0,24 0 15,-24 0-15,0 0 0,0 0 16,25 0-16,-25 0 0,0 0 0,25 0 0,-25 0 0,25 0 15,-25 0-15,25 0 0,-25 0 0,24 0 0,-24 0 0,25 0 0,-25 0 16,25 0-16,-25-25 0,0 25 0,25 0 16</inkml:trace>
  <inkml:trace contextRef="#ctx0" brushRef="#br0" timeOffset="92052.2651">7069 16371 0,'0'0'0,"0"-25"15,0 25-15,0 0 0,0 0 0,0 0 0,0 0 0,25-25 0,-25 25 16,0 0-16,0 0 0,25 0 0,-25 0 15,0-24-15,25 24 0,-25 0 0,0 0 0,25 0 0,-25 0 0,24 0 16,-24 0-16,25 0 0,-25 0 16,25 0-16,-25 0 0,0 0 0,25 0 0</inkml:trace>
  <inkml:trace contextRef="#ctx0" brushRef="#br0" timeOffset="92390.2844">7541 16470 0,'0'0'0,"0"0"16,0 0-16,0-24 0,0 24 0,0 0 0,0 0 0,0 0 16,0-25-16,0 25 0,0 0 0,0-25 0,0 25 15,24-25-15,-24 25 0,0-25 0,0 25 0,0-25 0,0 25 16,25 0-16,-25-24 0,0 24 0,0-25 0,0 25 0,0 0 15,0-25-15,0 25 0,0 0 0,0-25 0,0 25 0,0 0 16,0 0-16,0 0 0,0 0 16,0 0-16,0 0 0,0 0 0,0 0 0,0 0 0,0 0 0,0 0 15,0 0-15,0 0 0,0 0 0,0 0 0,25 0 0,-25 0 16,0 25-16,0-25 0,0 25 0,0-25 15,0 25-15,0-25 0,25 24 0,-25-24 0,0 25 0,0 0 16,0-25-16,25 25 0,-25-25 0,0 25 0,0-25 0,24 25 0,-24-1 16,0-24-16,0 25 0,25-25 15,-25 0-15,0 25 0,0-25 0,25 25 0,-25-25 0,0 0 0,0 0 16,25 25-16</inkml:trace>
  <inkml:trace contextRef="#ctx0" brushRef="#br0" timeOffset="92710.3027">8359 16743 0,'0'0'0,"0"0"0,0 0 0,0 0 0,25 0 0,-25 0 15,0 0-15,0 0 0,25 0 16,-25 0-16,0 0 0,25 0 0,-25 0 0,0 0 0,24 0 0,-24-25 16,25 25-16,-25 0 0,25 0 0,-25 0 0,25 0 0,-25 0 15,25 0-15,-1 0 0,-24 0 0,0 25 16,25-25-16,-25 0 0,25 0 0,-25 0 0,0 0 0</inkml:trace>
  <inkml:trace contextRef="#ctx0" brushRef="#br0" timeOffset="92929.3153">8558 17016 0,'0'0'0,"0"0"0,0 0 0,0 0 15,0 0-15,0 0 0,0 0 0,0 0 16,0 0-16,0 0 0,0 0 0,0 0 0,24 0 0,-24 0 0,0-25 0,0 25 15,25 0-15,-25 0 0,0 0 16,25 0-16,-25 0 0,25 0 0,-25 0 0,25 0 0,-1 0 0,-24 0 16,25 0-16,-25 0 0,25 0 0,0 0 0,-25 0 0,25 0 15,-1 0-15</inkml:trace>
  <inkml:trace contextRef="#ctx0" brushRef="#br0" timeOffset="93477.3464">10443 16272 0,'0'0'16,"0"0"-16,0 0 0,0 0 0,0 0 0,0 0 0,0 0 0,0 0 15,0 0-15,0 0 0,25 0 0,-25-25 0,0 25 16,0 0-16,24 0 0,-24-25 0,0 25 0,0 0 15,25-25-15,-25 25 0,0 0 0,25-24 0,-25 24 0,0 0 0,0-25 16,25 25-16,-25-25 0,0 25 0,0 0 0,0-25 16,0 25-16,0 0 0,0 0 0,0-25 15,0 25-15,0 0 0,0 0 0,0 0 0,0 0 0,0 0 16,0 0-16,0 0 0,0 0 0,0 0 0,0 0 0,0 0 15,0 0-15,0 0 0,0 0 0,-25-24 0,25 24 16,0 0-16,0 0 0,0 0 0,0 0 0,0 0 0,0 0 16,0 0-16,0 0 0,0 24 0,0-24 0,0 0 0,0 0 15,0 25-15,0-25 0,0 25 16,25-25-16,-25 25 0,0 0 0,0-25 0,0 24 0,0 1 0,0-25 15,0 25-15,0 0 0,0 0 0,25-25 0,-25 24 0,0-24 16,0 25-16,0 0 0,0-25 0,0 25 0,0-25 16,0 0-16,0 25 0,0-25 0,0 25 0,0-25 0,0 0 15,0 24-15,24-24 0,-24 0 0,0 0 0,0 0 0</inkml:trace>
  <inkml:trace contextRef="#ctx0" brushRef="#br0" timeOffset="93860.3685">10269 16793 0,'0'0'0,"0"0"15,0 0-15,0 0 0,0 0 0,0 0 16,0 0-16,0 0 0,0 0 0,0 0 0,0 0 0,0 0 0,0 0 16,0 0-16,0 0 0,0 0 0,25 0 0,-25 0 15,0 0-15,25 0 0,-25 0 0,0 0 16,25 0-16,-25 0 0,0 0 0,24 0 0,-24 0 0,25 0 15,-25 0-15,25 0 0,0 0 0,-25 0 0,25 0 0,-1 0 0,1 0 16,-25 0-16,25 0 0,0 0 0,0 0 0,-1 0 16,-24 0-16,25 0 0,0 0 0,0 0 0,0 0 0,-1-25 15,1 25-15,0 0 0,0 0 0,0 0 16,-1 0-16,-24 0 0,25 0 0,0 0 0,0 0 0,0 0 0,-1 0 15,-24 0-15,25 0 0,-25 0 0,25 0 16,-25 0-16,25 0 0,-25 0 0,25 0 0,-25 0 0,0 0 16,24 0-16,-24 0 0,0 0 0,0 0 0,0 0 0,0 0 0,0 0 15,0 0-15</inkml:trace>
  <inkml:trace contextRef="#ctx0" brushRef="#br0" timeOffset="94441.4017">10120 17562 0,'0'0'0,"0"0"0,0 0 0,-24 0 0,24-25 16,0 25-16,0 0 0,0 0 0,-25 0 16,25 0-16,0 0 0,0 0 15,0 0-15,0 0 0,0 0 0,-25 0 0,25 0 0,0 0 0,0 0 0,0 0 0,0 0 16,-25 0-16,25 0 0,0 0 0,0 0 0,0 25 0,0-25 0,0 0 0,-25 0 15,25 0-15,0 25 0,0-25 0,0 0 16,0 0-16,0 24 0,0-24 0,0 0 0,-25 0 0,25 25 16,0-25-16,0 0 0,0 25 0,0-25 0,0 25 15,0-25-15,0 0 0,0 25 0,0-25 0,0 0 0,0 24 16,0-24-16,0 0 0,0 25 0,0-25 0,0 0 0,0 0 0,25 25 0,-25-25 15,0 0-15,0 0 0,0 0 0,0 0 16,0 0-16,25 0 0,-25 0 0,0 0 0,0 0 16,0 0-16,0 0 0,25 0 0,-25-25 0,0 25 0,0 0 0,25 0 0,-25-25 15,0 25-15,25-24 0,-25 24 0,0 0 16,24-25-16,-24 25 0,0 0 0,0-25 0,0 25 0,25-25 15</inkml:trace>
  <inkml:trace contextRef="#ctx0" brushRef="#br0" timeOffset="95111.4399">10170 17239 0,'0'0'0,"0"0"0,0 0 0,0 0 16,0 0-16,-25 0 0,25 0 0,0 0 15,0 0-15,0 0 0,0 25 0,0-25 0,0 0 0,0 0 16,0 0-16,0 0 0,0 25 0,0-25 0,0 0 0,0 25 0,25-25 15,-25 24-15,0-24 0,0 0 0,0 25 0,25-25 16,-25 25-16,0-25 0,0 25 0,0-25 0,0 25 16,0-25-16,0 24 0,0-24 0,0 25 0,0-25 0,0 25 15,0 0-15,0-25 0,0 25 0,25-25 0,-25 25 0,0-25 0,0 24 16,0-24-16,0 25 0,0-25 0,0 25 15,24-25-15,-24 0 0,0 25 0,0-25 0,0 0 0,0 25 0,0-25 0,0 0 16,0 24-16,25-24 0,-25 0 16,0 0-16,0 0 0,0 25 0,0-25 0,25 0 0,-25 0 0,0 0 0,0 0 15,0 0-15,25 0 0,-25 0 0,0 25 16,0-25-16,0 0 0,25 0 0,-25 0 0,0 0 0,0-25 0,0 25 0,24 0 15,-24 0-15,0 0 0,0 0 0,0-25 16,25 25-16,-25 0 0,0 0 0,0 0 0,25-24 0,-25 24 0,0 0 16,0-25-16,0 25 0,25 0 0,-25 0 15,0-25-15,0 25 0,0 0 0,0 0 0,25-25 0,-25 25 0,0 0 16,0 0-16,0 0 0,0-25 0,0 25 0,0 0 0,24 0 0,-24 0 15,0 0-15,0-24 0,0 24 0,0 0 16,0 0-16,-24 0 0,24-25 0,0 25 0,0 0 0,0 0 0,0 0 0,0-25 16,0 25-16,0 0 0,-25 0 0,25-25 15,0 25-15,0 0 0,0 0 0,0-25 16,0 25-16,-25 0 0,25 0 0,0 0 0,0 0 0,0 0 0,0 0 0,-25 0 15,25-25-15,0 25 0,0 0 0,0 25 0,0-25 0,0 0 0,0 0 16,0 0-16,0 0 0,-25 0 0,25 0 16,0 0-16,0 0 0,0 0 0,0 0 0,0 25 0,0-25 15,0 0-15,0 0 0,0 0 0,25 25 0,-25-25 0,0 0 16,0 25-16,0-25 0,0 0 0,0 25 0,0-25 0,0 0 15,25 24-15,-25-24 0,0 0 0,0 25 0,0-25 0,25 25 0,-25-25 16,0 0-16,0 25 0,0-25 0,0 0 16,25 25-16,-25-25 0,0 0 0,0 24 0,24-24 0,-24 0 0,0 0 0,25 0 15,-25 25-15,0-25 0,0 0 0,25 0 16,-25 0-16,0 0 0,0 0 0,0-25 0,25 25 0,-25 0 0,0 0 15,25 0-15,-25 0 0,0 0 0,24-24 0,-24 24 16,25 0-16,-25 0 0,0 0 0,25-25 0,-25 25 0,0 0 0,25 0 16,-25 0-16,0-25 0,0 25 15,25 0-15,-25 0 0,0-25 0</inkml:trace>
  <inkml:trace contextRef="#ctx0" brushRef="#br0" timeOffset="95385.4557">10691 17214 0,'0'0'0,"0"0"0,0 0 0,0 25 0,0-25 16,0 0-16,0 25 0,0-25 0,0 0 0,25 25 0,-25-25 15,0 25-15,0-25 0,0 24 0,24-24 16,-24 25-16,0 0 0,0-25 0,25 25 0,-25-25 0,0 25 0,0-1 15,25-24-15,-25 25 0,0-25 0,0 25 0,0-25 16,0 25-16,0 0 0,25-25 0,-25 25 0,0-25 0,0 24 0,0-24 16,0 25-16,0-25 0,0 0 0,0 25 15,0-25-15,0 25 0,0-25 0,0 0 0,0 25 0,0-25 0,0 0 0,0 0 16,0 0-16,0 24 0,0-24 15,0 0-15,0 0 0,-25 0 0,25 0 0,0 0 0,0 0 0,0 0 16,-25-24-16</inkml:trace>
  <inkml:trace contextRef="#ctx0" brushRef="#br0" timeOffset="95555.4654">10666 17562 0,'0'0'0,"0"-25"0,0 25 0,0 0 0,0 0 16,0 0-16,25 0 0,-25 0 0,0 0 0,0 0 0,0 0 0,0 0 15,25 0-15,-25 0 0,0 0 16,0 0-16,24 0 0,-24 0 0,0 0 0,25-25 0,-25 25 0,0 0 0,25 0 15,-25 0-15,0 0 0,25 0 0,-25 0 0,25 0 0,-25 0 16,0-25-16,24 25 0,-24 0 0,25 0 0,-25 0 16,25 0-16</inkml:trace>
  <inkml:trace contextRef="#ctx0" brushRef="#br0" timeOffset="95965.4889">11385 17388 0,'0'-25'0,"0"25"0,0 0 0,-24 0 16,24 0-16,0-25 0,0 25 0,-25 0 16,25 0-16,0 0 0,0 0 0,-25 0 0,25 0 0,0 0 0,-25 0 15,25 0-15,0 0 0,-25 0 0,25 0 16,0 0-16,0 25 0,-24-25 0,24 0 0,0 0 0,0 25 15,0-25-15,-25 0 0,25 25 0,0-25 0,0 25 0,0-25 0,0 24 16,0-24-16,0 25 0,0-25 0,-25 25 16,50-25-16,-25 25 0,0 0 0,0-25 0,0 25 0,0-1 15,0-24-15,0 25 0,25-25 0,-25 25 0,0 0 0,0-25 0,24 25 16,-24-25-16,25 24 0,-25-24 0,0 25 0,25-25 15,-25 0-15,25 25 0,-25-25 0,0 0 0,25 25 0,-25-25 0,0 0 16,24 0-16,-24 0 0,0 0 0,0 0 16,25 0-16,-25 0 0,0-25 0,25 25 0,-25 0 0,0 0 0,25-25 0,-25 25 15</inkml:trace>
  <inkml:trace contextRef="#ctx0" brushRef="#br0" timeOffset="96270.5064">11609 17338 0,'0'0'15,"0"0"-15,0 0 0,-25 0 0,25 0 0,0 0 0,0 0 0,0 25 16,0-25-16,-25 0 0,25 0 0,0 0 0,0 0 0,0 0 16,-25 25-16,25-25 0,0 0 15,0 25-15,0-25 0,0 25 0,-25-25 0,25 0 0,0 24 0,0-24 0,0 25 16,0-25-16,0 25 0,0 0 0,-24-25 0,24 25 15,0-25-15,0 25 0,0-1 0,0-24 0,0 25 0,0-25 0,-25 25 16,25-25-16,0 25 0,0-25 0,0 0 0,0 25 16,0-25-16,0 0 0,0 24 0,0-24 0,0 0 0,0 0 15,0 0-15,0 0 0,0 0 0,0 25 0,0-25 16,0 0-16,0 0 0,0 0 0,0-25 0,0 25 15,-25 0-15,25 0 0,0 0 0,25-24 0,-25 24 0,0 0 0,0-25 16,0 25-16,0 0 0,0-25 0,0 0 0,0 25 0,0-25 16</inkml:trace>
  <inkml:trace contextRef="#ctx0" brushRef="#br0" timeOffset="96478.5183">11509 17363 0,'0'0'0,"25"0"0,-25 0 0,0 0 16,0 0-16,0 0 0,0 0 0,0 0 0,0 0 16,0 0-16,25 0 0,-25 25 0,0-25 0,0 0 0,0 25 0,25-25 15,-25 0-15,0 25 0,0-25 16,25 0-16,-25 24 0,0-24 0,0 25 0,24-25 0,-24 25 0,0-25 0,0 25 15,0-25-15,0 0 0,25 25 0,-25-25 0,0 25 0,0-25 0,0 24 16,0-24-16,25 25 0,-25-25 16,0 25-16,0-25 0,0 0 0,0 25 0,0-25 0,25 25 0,-25-25 0,0 0 15,0 0-15,0 24 0,0-24 0,0 0 16,0 0-16,0 25 0,0-25 0,0 0 0,0 0 0,0 0 15,-25 0-15,25 0 0,0 0 0,-25 0 0,25 0 0,0 0 16</inkml:trace>
  <inkml:trace contextRef="#ctx0" brushRef="#br0" timeOffset="96659.5286">11460 17661 0,'0'0'0,"0"0"0,0 0 0,0 0 0,0 0 16,0-25-16,25 25 0,-25 0 15,0 0-15,0 0 0,24 0 0,-24 0 0,0 0 0,25 0 0,-25 0 0,0 0 16,25 0-16,-25-25 0,25 25 0,-25 0 0,25 0 0,-1 0 15,-24-24-15,25 24 0,-25 0 0,25 0 0,-25 0 16,25-25-16,-25 25 0,25 0 0,-25 0 0,0-25 0,24 25 0,-24 0 16,0 0-16,0-25 0,0 25 0</inkml:trace>
  <inkml:trace contextRef="#ctx0" brushRef="#br0" timeOffset="96929.5441">11757 17264 0,'0'0'15,"0"0"-15,0 0 0,0 0 0,0 0 16,25 0-16,-25 0 0,0 25 0,0-25 0,25 0 0,-25 25 0,0-25 16,25 0-16,-25 24 0,0-24 0,25 25 0,-25-25 0,24 25 15,-24-25-15,0 25 0,25 0 0,-25-25 16,0 24-16,25 1 0,-25-25 0,0 25 0,0 0 0,0-25 0,0 25 15,0 0-15,0-25 0,0 24 0,0 1 0,0-25 0,0 25 16,0 0-16,0-25 0,0 25 0,0-25 0,0 24 16,-25-24-16,25 25 0,0-25 0,0 25 0,0-25 0,-25 0 15,25 0-15,0 25 0,0-25 0,-24 0 0,24 0 16,0-25-16,0 25 0,-25 0 0,25 0 0,-25 0 0,25-25 15</inkml:trace>
  <inkml:trace contextRef="#ctx0" brushRef="#br0" timeOffset="97316.5661">12254 17041 0,'0'0'203</inkml:trace>
  <inkml:trace contextRef="#ctx0" brushRef="#br0" timeOffset="98261.6203">13816 16321 0,'0'0'0,"0"0"0,0-24 0,0 24 15,0 0-15,0 0 0,0 0 0,0 0 16,0 0-16,0 0 0,0 0 0,0 0 0,0 0 0,0 0 16,0 0-16,0 0 0,-25-25 0,25 25 0,0 0 15,0 0-15,0 0 0,0 0 0,0 0 0,-24 0 0,24 0 297</inkml:trace>
  <inkml:trace contextRef="#ctx0" brushRef="#br0" timeOffset="100110.726">13370 16321 0,'-25'0'78,"25"0"-78,0-24 0,0 24 0,0 0 0,0 0 0,0 0 16,0 0-16,0 0 0,0 0 0,0 0 0,0 0 0,0 0 0,0 0 0,0 0 0,0 0 0,0 0 0,0 0 0,0 0 0,0 0 0,0 0 0,0 0 0,0 0 0,0 0 0,0 0 0,0 0 0,0 0 0,0 0 0,0 0 0,0 0 0,0 0 0,0 0 0,0 0 0,0 0 0,0 0 0,0 0 15,0 0-15,0-25 0,-25 25 0,25 0 0,0 0 0,0 0 0,0 0 0,0 0 0,0 0 16,0 0-16,0 0 0,0 0 0,0 0 0,0 0 468,75 521-468,-75-521 0,24 25 0,-24-25 0,0 0 0,0 0 0,0 0 0,0 0 0,0 0 0,0-25 0,0 25 0,25 0 16,-25 0-16,0 0 0,0 0 0,0 0 0,0 0 0,0 0 0,0 0 0,0 0 0,0 0 0,0 0 0,0 0 0,0 0 0,0 0 0,0 0 0,0 0 0,0 0 0,0 0 0,0-25 0,0 25 0,0 0 15,0 0-15,0 0 0,0 0 0,0 0 0,0 0 0,0 0 0,0 0 0,-25 0 0,25-25 0,0 25 0,0 0 16,0 0-16</inkml:trace>
  <inkml:trace contextRef="#ctx0" brushRef="#br0" timeOffset="104530.9788">13767 16421 0,'0'0'0,"0"0"0,0 0 0,0 0 0,0 0 437,-174-100-390,174 100-47,0 0 0,0 0 0,0 0 0,0 0 0,0 0 0,0 0 0,0 0 0,0 0 0,-25 0 0,25 0 15,0 0-15,0 0 0,0 0 0,0 0 0,0 0 0,0 0 0,0 0 0,0 0 0,0 0 0,0 0 0,0-24 0,-25 24 0,25 0 0,0 0 0,0 0 0,0 0 0,0 0 0,-24 0 0,24 0 0,0 0 0,0 0 0,0 0 0,0 0 0,0 0 0,0 0 0,0 0 0,0 0 0,-25 0 0,25 0 16,0 0-16,0-25 0,0 25 0,0 0 15,0 0-15,-25 0 0,25 0 0,0 0 0,0 0 16,0 0-16,0 0 0,0 0 0,0 0 0,0 0 0,0 0 0,0 0 16,0 0-16,0 0 0,0 0 0,0 0 15,0 0-15,0 0 0,0 0 0,0 0 0,0 0 0,0 0 0,0 0 16,0 0-16,-25 0 0,25 0 0,0 0 0,0 0 0,0 0 15,0 0-15,0 0 47,0 0-47,0 0 0,0 0 0,0 0 0,0 0 0,-25 0 0,25 0 0,0 0 0,0 0 0,0 0 0,0 0 0,0 0 0,-24 0 0,24 0 0,0 0 0,0 0 0,0 0 0,0 0 16,0 0-16,-25 0 0,25 0 0,0 0 0,0 0 0,0 0 15,0 0-15,0 0 0,0 0 0,0 0 0,0 0 0,0 0 0,25 0 16,-25 0-16,0 0 0,0 25 0,0-25 16,-25 0-16,25 0 0,0 0 0,0 0 0,0 0 0,0 0 15,0 0-15,0 24 0,0-24 0,0 0 0,0 0 0,0 0 0,0 0 16,0 0-16,0 0 0,0 0 234,0 224-219,0-224-15,0 0 0,0 0 0,0 25 0,0-25 0,0 0 0,0 0 0,0 0 0,0 24 0,0-24 0,0 0 0,0 0 0,0 0 0,0 25 0,0-25 0,0 0 0,0 0 0,0 0 0,0 25 0,0-25 0,0 0 0,0 0 0,0 0 0,0 25 0,0-25 0,0 0 0,25 0 0,-25 25 0,0-25 0,0 0 0,0 0 0,0 0 0,0 24 0,0-24 0,0 0 0,0 0 0,0 25 47,0-25-47,0 0 0,0 0 0,0 0 0,0 25 0,0-25 0,0 0 0,0 0 0,0 0 0,0 25 0,0-25 0,0 0 0,24 0 0,-24 0 0,0 25 0,0-25 0,0 0 16,0 0-16,0 0 0,0 24 0,0-24 15,25 0-15,-25 0 0,0 25 0,0-25 0,0 0 0,0 0 0,0 0 16,0 25-16,0-25 0,0 0 125,25 50-125,-25-50 0,25 0 0,-25 24 0,0-24 0,0 0 0,0 0 0,0 0 0,0 0 0,0 0 0,25 25 0,-25-25 0,0 0 0,0 0 0,0 0 0,0 25 0,0-25 0,0 0 0,24 0 0,-24 0 0,0 0 15,0 25-15,0-25 0,0 0 0,0 0 0,0 0 0,0 0 0,0 0 0,0 0 0,0 25 0,0-25 0,0 0 0,25 0 0,-25 0 0,0 0 0,0 0 0,0 0 0,0 0 0,0 0 0,0 0 0,0 0 16,0 0-16,0 0 0,0 0 0,0 0 0,0 0 16,25 0-16,-25 0 0,0 0 0,0 0 0,0 0 0,0 0 0,0 0 15,0 0-15,0 0 0,0 0 0,25 0 0,-25 0 16,0 0-16,0 0 0,0 0 0,0 0 15,0 0-15,0 0 0,0 0 0,25 0 0,-25 0 0,0 0 0,0 0 47,0 0-47,24 0 0,-24 0 0,0 0 0,0 0 0,0 0 0,0 0 0,25 0 0,-25 0 0,0 0 0,0 0 0,0-25 0,0 25 0,25 0 0,-25 0 0,0 0 0,0 0 16,0 0-16,0 0 0,0 0 0,0 0 0,25 0 0,-25 0 15,0 0-15,0 0 0,0 0 0,0 0 16,0 0-16,0 0 0,0 0 0,0 0 47,0-25 78,49-99 343</inkml:trace>
  <inkml:trace contextRef="#ctx0" brushRef="#br0" timeOffset="108685.2164">14015 15949 0,'0'0'0,"0"0"0,0 0 0,0 0 0,24 0 15,-24 0-15,0 0 0,0 0 0,0 0 16,0 0-16,0 0 0,0 0 0,0 0 0,0 0 16,0 0-16,0 0 0,0 0 0,0 0 0,0 0 0,0 0 0,0 0 0,0 0 15,0 0-15,0 0 0,0 0 0,0 0 0,0 0 16,0 0-16,0 0 0,0 0 0,0 0 0,0 0 15,0 0-15,0 0 0,0 0 0,0 0 0,0 0 0,0 0 16,0 0-16,0 0 0,0 0 0,0 0 0,0 0 0,0 0 16,0 0-16,0 0 0,0 25 15,0-25-15,0 0 0,0 0 0,0 0 0,0 0 0,0 0 0,0 0 16,0 0-16,0 0 0,0 25 0,0-25 0,0 0 0,0 0 15,0 0-15,0 25 0,0-25 0,0 0 16,0 25-16,0-25 0,0 0 0,0 24 0,0-24 0,0 25 16,0-25-16,0 25 0,0-25 0,0 0 0,0 25 0,0-25 15,0 25-15,0-25 0,0 24 0,25 1 16,-25-25-16,0 25 0,0-25 0,0 25 0,0-25 0,0 25 15,0-25-15,0 0 0,0 24 0,0-24 0,0 25 0,0-25 0,0 0 16,0 0-16,0 25 0,0-25 0,0 0 0,0 0 16,0 25-16,25-25 0,-25 0 0,0 0 15,0 0-15,0 25 0,0-25 0,0 0 0,0 0 0,0 0 0,0 0 16,0 0-16,25 25 0,-25-25 0,0 0 0,0 0 0,0 0 15,0 0-15,0 0 16,25 0-16,-25 0 0,0 0 0,0 0 0,0 0 0,0 0 0,0 0 16,24 0-16,-24 0 0,0 0 0,0 0 0,0 0 0,0 0 15,0-25-15,0 25 0,0 0 0,0 0 0,25 0 0,-25 0 0,0 0 16,0-25-16,0 25 0,0 0 0,0 0 15,0 0-15,0-25 0,0 25 0,0 0 0</inkml:trace>
  <inkml:trace contextRef="#ctx0" brushRef="#br0" timeOffset="109143.2424">13841 16148 0,'0'0'0,"-25"0"0,25 0 15,0 0-15,0 0 0,0 0 0,0 0 0,0 0 0,0 0 16,0 0-16,0 0 0,0 0 0,0 0 0,0 0 16,0 0-16,0 0 0,0 0 0,0 0 0,0 0 0,0 0 0,0 0 15,0 0-15,0 0 0,25 0 0,-25 0 16,0 0-16,0 0 0,0 0 0,25 0 0,-25 0 0,0 0 0,0 0 15,25 0-15,-25 0 0,24 0 0,-24-25 0,25 25 0,-25 0 16,25 0-16,-25 0 0,25 0 16,-25 0-16,25 0 0,-1 0 0,-24 0 0,25 0 0,0 0 0,-25 0 15,25-25-15,0 25 0,-25 0 0,24 0 0,-24 0 0,25 0 16,0 0-16,-25 0 0,0 0 0,25-25 15,-25 25-15</inkml:trace>
  <inkml:trace contextRef="#ctx0" brushRef="#br0" timeOffset="290219.5996">15032 14436 0,'0'25'0,"0"-25"0,24 25 16,-24-25-16,0 25 0,0 0 0,0-25 0,0 24 0,0-24 15,0 25-15,0-25 0,0 25 0,0-25 16,0 25-16,0-25 0,0 25 0,0-25 0,25 0 0,-25 24 0,0-24 16,0 0-16</inkml:trace>
  <inkml:trace contextRef="#ctx0" brushRef="#br0" timeOffset="337339.2947">21282 4887 0,'0'0'0,"0"0"16,0 0-16,0 0 0,0 0 0,0 0 0,0 0 0,0 0 16,0 0-16,0 0 0,0 0 0,0 0 0,0 0 15,0 0-15,0 0 0,0 0 0,0 0 0,0 0 0,0 0 16,0 0-16,0 0 0,0 0 0,0 0 15,0 0-15,0 0 0,0 0 47,0 0-47,0 0 0,0 0 0,0 0 0,0 0 0,0 0 0,0 0 0,0 0 0,0 0 0,0 0 0,0 0 0,0 0 0,0 0 0,0 0 16,0 0-16,0 0 0,0 0 0,0 0 0,0 0 0,0 0 0,0 0 0,0 0 0,0 0 0,0 0 0,0 0 15,0 24-15,0-24 0,0 0 0,0 0 0,0 0 0,0 0 16,0 0-16,0 0 0,0 25 0,0-25 0,0 0 16,0 0-16,0 0 0,0 0 0,0 0 0,0 25 0,0-25 15,0 0-15,0 0 0,0 25 0,0-25 16,0 0-16,0 0 0,0 0 0,0 25 0,0-25 0,0 0 15,0 0-15,0 24 0,0-24 0,0 0 0,0 25 16,0-25-16,0 0 0,0 0 0,0 25 0,0-25 0,0 0 16,25 0-16,-25 25 0,0-25 0,0 0 0,0 0 15,0 0-15,0 25 0,0-25 0,0 0 0,0 0 0,0 0 16,0 24-16,0-24 0,0 0 0,0 0 0,0 25 15,0-25-15,0 0 0,0 0 0,0 0 0,0 25 0,0-25 16,0 0-16,0 0 0,0 0 0,0 25 0,0-25 16,0 0-16,0 0 0,0 0 0,0 0 0,0 25 0,0-25 15,0 0-15,0 0 0,0 0 0,0 24 0,0-24 16,0 0-16,0 0 0,0 0 0,0 25 0,0-25 15,0 0-15,0 0 0,0 0 0,0 25 0,0-25 0,0 0 16,0 0-16,0 0 0,0 25 0,0-25 0,0 0 16,0 0-16,0 0 0,0 25 0,0-25 0,0 0 15,0 0-15,0 0 0,0 0 0,0 0 0,0 24 16,0-24-16,0 0 0,0 0 0,0 0 0,0 0 0,0 25 15,0-25-15,0 0 0,0 0 47,0 0-31,0 25-16,0-25 0,0 0 0,0 0 0,0 25 0,0-25 0,0 0 0,0 0 0,0 0 0,0 25 0,0-25 15,0 0-15,0 0 0,0 0 0,0 24 0,0-24 0,0 0 0,0 0 0,-25 0 0,25 25 0,0-25 0,0 0 0,0 0 0,0 25 0,0-25 0,0 0 0,0 0 0,25 0 0,-25 25 16,0-25-16,0 0 0,0 0 0,0 0 0,0 0 16,0 25-16,0-25 0,0 0 0,0 0 0,0 24 15,0-24-15,0 0 0,0 0 0,0 25 0,0-25 0,0 0 16,0 0-16,0 25 0,0-25 0,0 0 0,0 0 0,0 0 15,0 25-15,0-25 0,0 0 0,0 0 0,0 25 16,0-25-16,0 0 0,0 0 0,0 24 0,0-24 16,0 0-16,0 25 0,0-25 0,0 0 0,0 0 0,0 25 15,0-25-15,0 0 0,0 0 0,0 25 0,0-25 16,0 0-16,0 0 0,0 0 0,0 25 0,0-25 15,0 0-15,0 25 0,0-25 0,0 0 0,0 24 0,-25-24 16,25 0-16,0 0 0,0 25 0,0-25 0,0 0 16,0 0-16,0 25 0,0-25 0,0 0 0,0 0 15,0 25-15,0-25 0,0 0 0,0 25 0,0-25 16,0 0-16,0 24 0,0-24 0,0 0 0,0 25 0,0-25 15,0 0-15,0 0 0,0 25 0,0-25 0,0 0 0,0 0 16,0 25-16,0-25 0,0 0 0,0 25 0,0-25 16,0 0-16,0 24 0,0-24 0,0 0 0,-24 25 0,24-25 15,0 0-15,0 25 0,0-25 0,0 0 0,0 25 16,0-25-16,0 0 0,0 0 0,0 25 0,0-25 0,0 24 15,0-24-15,0 0 0,0 25 0,0-25 0,0 25 16,0-25-16,0 0 0,0 25 0,0-25 0,0 0 16,0 25-16,0-25 0,0 0 0,0 24 0,0-24 0,0 0 15,0 25 32,0-25-47,0 25 0,0-25 0,0 0 0,0 25 0,0-25 0,0 25 0,0-25 0,0 24 16,0-24-16,0 0 0,0 25 0,0-25 0,0 0 0,0 25 0,0-25 0,0 0 0,0 25 0,0-25 0,0 0 15,0 25-15,0-25 0,0 0 0,0 24 0,0-24 0,0 25 0,0-25 0,0 25 0,0-25 0,0 25 0,0-25 0,0 25 16,0-25-16,0 24 0,0-24 15,0 0-15,0 25 0,0-25 0,0 25 0,0-25 0,0 0 0,0 25 16,0-25-16,0 25 0,0-25 0,0 25 0,0-25 0,0 24 16,0-24-16,0 25 0,0 0 0,0-25 0,0 25 15,0-25-15,0 25 0,0-25 0,0 24 0,0-24 0,0 25 16,0-25-16,0 25 0,0-25 0,0 0 0,0 25 15,0-25-15,0 25 0,0-25 0,0 24 16,0-24-16,0 0 0,0 25 0,0-25 0,-25 25 0,25-25 16,0 25-16,0-25 0,0 25 0,0-25 0,0 0 0,0 24 15,0-24-15,0 25 0,0-25 0,0 25 0,0-25 0,0 25 16,0-25-16,0 0 0,0 25 0,0-25 0,0 24 15,0-24-15,0 25 0,0-25 0,0 25 0,0-25 16,0 25-16,0-25 0,0 25 0,0-25 0,0 24 0,0-24 16,0 25-16,0-25 0,0 25 15,0-25-15,0 25 0,0 0 0,0-25 0,0 0 0,0 24 0,0-24 16,0 25-16,0-25 0,0 25 0,0-25 0,0 25 0,0-25 15,0 25-15,0-25 0,0 24 0,0-24 0,0 25 0,0-25 16,0 25-16,0-25 0,0 25 0,0-25 16,0 25-16,0-25 0,-25 24 0,25-24 0,0 0 0,0 25 15,0-25-15,0 25 0,0-25 0,0 25 0,0-25 0,0 25 16,0-25-16,0 25 0,0-25 0,0 24 15,0-24-15,0 25 0,0-25 0,0 25 0,0-25 16,0 25-16,0-25 0,0 0 0,0 25 0,0-25 0,0 24 16,0-24-16,0 0 0,0 25 0,0-25 0,0 25 0,0-25 0,0 0 15,0 25-15,0-25 0,0 25 0,-25-25 16,25 0-16,0 24 0,0-24 0,0 25 0,0-25 0,0 25 15,0-25-15,0 0 0,0 25 0,0-25 47,0 25-47,0-25 0,0 24 0,0-24 0,0 25 0,0-25 0,0 25 0,0-25 16,0 0-16,0 25 0,0-25 0,0 25 0,0-25 0,0 24 0,0-24 0,0 0 0,-25 25 0,25-25 0,0 25 0,0-25 0,0 0 0,0 25 0,0-25 15,0 0-15,0 25 0,0-25 0,0 24 0,0-24 0,0 25 16,0-25-16,0 25 0,0-25 0,-24 25 16,24-25-16,0 0 0,0 25 0,0-25 0,0 24 0,0-24 0,0 25 15,0-25-15,0 25 0,0-25 0,0 0 0,0 25 16,0-25-16,0 25 0,0-25 0,0 0 0,0 24 15,0-24-15,0 25 0,0-25 0,0 0 0,-25 25 16,25-25-16,0 25 0,0-25 0,0 25 0,0-25 0,0 25 16,0-25-16,0 24 0,0-24 0,0 25 0,0-25 0,0 25 15,0-25-15,0 25 0,0-25 0,0 25 0,0-25 16,0 24-16,0-24 0,0 25 0,0-25 0,0 25 0,0-25 15,0 25-15,0-25 0,0 25 16,0-25-16,-25 0 0,25 24 0,0-24 0,0 25 0,0-25 0,0 0 16,0 25-16,0-25 0,0 25 0,0-25 0,0 0 0,0 25 15,0-25-15,0 0 0,0 24 0,0-24 0,0 0 16,0 25-16,0-25 0,0 0 0,0 25 0,0-25 15,-25 0-15,25 25 0,0-25 0,0 0 0,0 25 47,0-25-47,0 24 0,0-24 0,0 0 0,0 25 0,0-25 0,0 25 0,0-25 0,0 0 0,0 25 0,0-25 0,0 25 0,0-25 0,0 0 0,0 24 0,0-24 0,0 0 16,0 25-16,0-25 0,0 25 0,0-25 15,0 0-15,0 25 0,0-25 0,0 0 0,0 25 0,0-25 0,0 24 16,0-24-16,0 25 0,0-25 0,0 0 16,0 25-16,0-25 0,0 25 0,0-25 0,0 25 0,0-25 0,0 24 15,0-24-15,0 25 0,-25-25 0,25 25 0,0-25 16,0 25-16,0-25 0,0 25 0,0-25 0,0 25 0,0-25 15,0 24-15,0-24 0,0 25 0,0-25 0,0 25 16,0-25-16,0 25 0,0-25 0,0 25 0,0-25 16,0 24-16,0-24 0,0 25 0,0-25 0,0 25 0,0-25 15,0 25-15,0-25 0,0 25 0,0-25 0,0 24 0,0-24 16,0 0-16,0 25 0,0-25 0,0 25 0,0-25 15,0 25-15,0-25 0,0 25 0,0-25 0,0 24 16,0-24-16,0 0 0,-24 25 94,48 1885 405,-24-1910-499,0 0 0,0 25 0,0-25 0,0 0 0,0 0 0,0 0 0,0 25 0,0-25 0,0 0 0,0 0 0,0 25 0,0-25 0,0 0 0,0 0 0,0 0 0,0 24 0,0-24 0,0 0 0,0 0 0,0 0 0,0 0 109,0 50-109,0-50 0,0 0 0,0 0 0,0 25 0,0-25 0,0 0 0,0 0 0,0 0 0,0 0 0,0 0 0,0 0 0,0 0 0,0 0 0,0 0 0,0 0 0,0 0 0,0 0 0,0 0 0,0 0 0,0 0 0,0 0 0,0 0 0,0 0 0,0 0 0,0 0 0,0 0 0,0 0 16,0 0-16,0 0 0,0 0 0,0 0 0,0 0 0,0 0 0,0 0 0,0 0 0,0 0 0,0 0 0,0 0 0,0 0 0,0 0 0,0 0 15,0 0-15,0 0 0,0 0 0,0 0 0,0 0 0,0 0 16,0 0-16,0 0 0,0 0 0,0 0 0,0 0 15,0 0-15,0 0 0,0 0 0,0 0 0,0 0 16,0 0-16,0 0 0,0 0 0,0 0 0,0 0 0,0 0 16,0 0-16,0 0 0,0 0 0,0 0 15,0 25-15,0-25 0,0 0 0,0 0 0,0 0 16,0 0-16,0 0 0,0 0 0,0 0 0,0 0 0,-24 0 0,24 0 15,0 0-15,0 24 0,0-24 0,0 0 0,0 0 0,0 0 16,0 0-16,0 0 0,0 0 0,0 0 0,0 0 16,0 0-16,0 0 0,0 25 0,0-25 0,0 0 15,0 0-15,0 0 0,0 0 0,0 25 0,0-25 0,0 0 16,0 0-16,0 0 0,0 0 0,0 25 0,0-25 15,0 0-15,0 0 0,0 0 0,0 25 0,0-25 16,0 0-16,0 0 0,0 24 0,0-24 0,0 0 0,0 0 16,0 0-16,0 25 0,0-25 46,0 0-46,0 25 0,0-25 0,0 0 0,0 0 0,0 25 0,0-25 0,0 0 0,0 0 0,0 25 0,0-25 0,0 0 0,0 0 0,0 0 0,0 24 0,0-24 0,0 0 0,0 25 16,0-25-16,0 0 0,0 0 0,0 25 0,0-25 0,0 0 16,0 0-16,0 0 0,0 25 0,0-25 0,0 0 15,0 0-15,0 25 0,0-25 0,0 0 47,0 0-47,0 0 0,0 24 0,0-24 0,0 0 0,0 0 0,0 25 0,0-25 0,0 0 0,0 0 0,0 0 0,0 25 0,0-25 0,0 0 0,0 0 0,0 25 0,0-25 0,0 0 16,0 0-16,0 0 0,0 0 0,0 0 0,0 25 0,0-25 15,0 0-15,0 0 0,0 0 0,0 24 0,0-24 16,0 0-16,0 0 0,0 0 0,0 25 0,0-25 15,0 0-15,0 0 0,0 0 0,0 25 47,0-25-47,0 0 0,0 0 0,0 0 0,0 25 0,0-25 0,0 0 0,0 0 0,0 25 0,0-25 0,0 0 0,0 0 0,0 0 0,0 25 0,0-25 0,0 0 0,0 0 0,0 24 16,0-24-16,0 0 0,0 0 0,0 0 0,0 25 15,0-25-15,0 0 0,0 0 0,0 0 0,0 25 16,0-25-16,0 0 0,0 0 0,0 0 0,0 25 0,0-25 16,0 0-16,0 25 78,0-25-78,0 0 0,0 0 0,0 24 0,0-24 0,0 0 0,0 0 0,0 25 0,0-25 0,0 0 0,0 0 0,0 25 0,0-25 0,0 0 0,0 0 0,0 25 0,0-25 0,0 0 0,0 0 0,0 25 0,0-25 0,0 0 0,0 0 0,0 24 0,0-24 0,0 0 15,0 0-15,0 25 0,0-25 0,0 0 0,0 0 0,0 25 0,0-25 0,0 0 0,0 0 16,0 0-16,0 25 0,0-25 0,0 0 0,0 0 0,0 25 0,0-25 15,0 0-15,0 0 0,0 24 47,0-24-47,0 0 0,0 0 0,0 25 0,0-25 0,0 0 0,24 0 0,-24 25 0,0-25 0,0 0 0,0 25 0,0-25 0,0 0 0,0 0 0,0 25 0,0-25 0,0 0 0,0 0 16,-24 24-16,24-24 0,0 0 0,0 25 0,0-25 0,0 0 15,0 0-15,0 25 0,0-25 0,24 0 0,-24 25 16,0-25-16,0 0 0,0 0 0,0 25 125,0 49-125,0-74 0,0 25 0,0-25 0,0 0 0,0 25 0,0-25 0,0 0 0,0 24 0,0-24 0,0 0 0,0 25 0,0-25 0,0 0 0,0 0 0,0 25 15,0-25-15,0 0 0,0 25 0,0-25 0,0 0 0,0 25 0,0-25 0,0 0 0,0 0 0,0 24 0,0-24 0,0 0 0,0 25 0,0-25 0,0 0 0,0 0 0,0 25 0,0-25 0,0 0 0,0 25 0,0-25 0,0 0 0,0 0 0,0 25 16,0-25-16,0 0 0,0 0 0,0 24 0,0-24 0,0 0 16,0 25-16,0-25 0,0 0 0,-24 25 15,24-25-15,0 0 0,0 0 0,0 25 0,0-25 0,0 0 16,0 25-16,0-25 0,0 0 0,0 25 0,0-25 0,0 0 15,0 24-15,0-24 0,0 0 0,0 0 0,0 25 0,24-25 16,-24 0-16,0 25 0,0-25 16,0 0-16,0 25 0,-24-25 0,24 0 0,0 25 0,0-25 0,0 24 15,0-24-15,0 0 0,0 25 0,0-25 0,0 25 0,0-25 16,0 0-16,0 25 0,0-25 0,0 25 0,0-25 15,0 0-15,0 24 0,0-24 0,0 0 16,0 25-16,0-25 0,0 25 0,0-25 0,0 0 0,0 25 16,0-25-16,0 25 0,0-25 0,0 0 0,0 24 0,0-24 15,0 25-15,0-25 0,0 0 0,0 25 0,0-25 16,0 25-16,0-25 0,0 0 0,0 25 0,0-25 0,0 24 15,0-24-15,-25 0 0,25 25 0,0-25 0,0 25 0,0-25 16,0 25-16,0-25 0,0 25 0,0-25 0,0 0 16,0 24-16,0-24 0,0 25 0,0-25 0,0 25 15,0-25-15,0 0 0,0 25 0,0-25 0,0 25 0,0-25 16,0 0-16,0 24 0,0-24 0,0 25 0,0-25 15,0 0-15,0 25 0,0-25 0,0 25 0,0-25 0,0 25 16,0-25-16,0 0 0,0 24 0,0-24 0,0 25 16,0-25-16,0 0 0,0 25 0,0-25 0,0 25 15,0-25-15,0 25 0,0-25 0,0 0 0,0 25 0,0-25 16,0 24-16,0-24 0,0 0 0,0 25 0,0-25 15,0 0-15,-25 25 0,25-25 0,0 0 0,0 25 0,0-25 16,0 25-16,0-25 0,0 24 0,0-24 16,0 0-16,0 25 0,0-25 0,0 0 0,0 25 0,0-25 15,0 25-15,0-25 0,0 0 0,0 25 0,0-25 0,0 24 16,0-24-16,0 0 0,0 25 0,0-25 0,0 25 15,0-25-15,0 0 0,0 25 0,0-25 0,0 0 16,0 25-16,0-25 0,0 24 0,0-24 0,0 0 0,0 25 16,0-25 15,0 0-31,0 25 15,0-25-15,0 25 0,0-25 0,0 0 0,0 25 0,0-25 0,0 0 0,0 24 0,0-24 0,0 0 0,0 25 0,-25-25 0,25 25 0,0-25 0,0 0 0,0 25 0,0-25 0,0 0 0,0 25 16,0-25-16,0 24 0,0-24 0,0 0 0,0 25 0,0-25 16,0 0-16,0 25 0,0-25 0,0 0 0,0 25 15,25-25-15,-25 0 0,0 25 94,50 1587 717,-75-1562-811,25-50 0,0 0 0,-25-25 0,25 25 0,0 0 0,-25-25 0,25 25 0</inkml:trace>
  <inkml:trace contextRef="#ctx0" brushRef="#br0" timeOffset="339668.4279">22299 3820 0,'0'0'0,"0"0"0,0 0 0,0 0 0,0 0 16,0 0-16,0 0 0,0 0 0,0 0 0,0 0 15,0 0-15,0-25 0,0 25 0,0 0 16,0 0-16,0 0 0,0 0 0,0 25 0,25-25 0,-25 0 0,0 0 15,0 0-15,0 0 0,0 0 0,0 0 0,0 0 16,0 0-16,0 0 0,0 0 0,0 0 0,0 0 0,0 0 16,0 0-16,0 0 0,0 0 0,0 0 0,0 0 15,0 0-15,0 0 0,0 0 0,0 0 0,0 0 16,0 0-16,0 0 0,0 0 0,0 0 125,0 25 46</inkml:trace>
  <inkml:trace contextRef="#ctx0" brushRef="#br0" timeOffset="340943.5009">22349 3919 0,'0'0'16,"0"0"-16,0 0 0,0 0 0,0 0 0,0 0 15,0 0-15,0 0 0,0 0 0,0 0 0,0 0 0,0 0 16,0 0-16,0 0 0,0 0 0,0 0 0,0 0 47,0 0-47,0 0 0,0 0 0,0 0 0,0 0 0,0 0 0,0 0 0,0 0 0,0 0 0,0 0 0,0 0 0,0 0 0,0 0 0,0 0 15,0 0-15,0 0 0,0 0 0,0 0 0,0 0 0,0 0 0,0 0 0,0 0 16,0 0-16,0 0 0,0 0 0,0 0 0,0 0 16,0 0-16,0 0 0,0 0 0,0 0 0,0 0 0,0 0 15,0 0-15,0 0 31,0 0 16,0 0-47,0 0 0,0 0 0,0 0 0,0 0 0,0 0 0,0 0 0,0 0 0,0 0 0,0 0 0,0-25 0,0 25 0,0 0 0,0 0 0,0 0 0,0 0 0,0 0 0,0 0 0,0 0 16,-25-24 93,25 24-109,0 0 0,0 0 0,0 0 16,0 0-16,0 0 0,0 0 0,0 0 0,0 0 0,0 0 0,0 0 0,0 0 0,0 0 0,0 0 0,0 0 0,0 0 0,0 0 0,0 0 0,0 24 15,0-24-15,0 0 0,0 0 0,0 0 0,0 0 0,0 25 0,0-25 0,0 0 0,0 0 0,0 0 0,-25 25 0,25-25 0,0 0 0,0 25 0,0-25 0,0 0 0,0 25 0,-24-25 0,24 24 0,0-24 0,0 25 0,0 0 0,-25-25 0,25 25 0,0-25 16,0 25-16,-25-1 0,25-24 0,0 25 0,0-25 0,-25 25 15,25 0-15,0-25 0,0 25 0,-25-25 0,25 24 16,0-24-16,0 25 0,0-25 0,0 25 0,-24-25 16,24 0-16,0 25 0,0-25 0,0 0 0,-25 25 0,25-25 15,0 24-15,0-24 0,0 0 0,-25 25 0,25-25 16,0 0-16,0 25 0,0-25 0,0 0 0,-25 0 0,25 25 15,0-25-15,0 0 0,0 0 0,0 0 0,0 0 16,0 0-16,0 0 0,0 0 0,0 0 0,0 0 16,0 0-16,0 0 0,0 0 0,0 0 0,0 0 0,0 0 15,-25 0-15,25 0 0,0 0 0,0 0 0,0 0 16,0 0-16,0 0 0,0 0 0,0 0 0,0 0 0,0 0 15,0 0-15,0 0 0,0-25 0,25 25 0,-25 0 16,0 0-16,0 0 0,0 0 0,0-25 0,0 25 16,0-25-16,0 25 0,25 0 0,-25-24 0,0 24 0</inkml:trace>
  <inkml:trace contextRef="#ctx0" brushRef="#br0" timeOffset="341587.5377">22349 3894 0,'0'0'0,"0"0"16,0 0-16,0 0 0,0 0 0,0 0 0,0 0 0,0-24 16,0 24-16,0 0 0,0 0 0,0 0 0,0 0 15,0 0-15,0 0 0,0 0 0,0 0 0,0 0 16,0 0-16,0 0 0,0 0 0,0 0 0,0 0 0,0 0 15,0 0-15,0 0 0,0 0 0,0 0 0,0 0 16,0 0-16,0 0 0,0 0 0,0 0 0,0 0 16,0 0-16,0 0 0,0 0 0,0 0 0,0 0 0,0 0 15,0 0-15,0-25 0,0 25 0,0 0 0,0 0 0,25 0 16,-25 0-16,0 0 0,0 0 0,0 0 0,0 0 15,0 0-15,0 25 0,0-25 0,0 0 0,25 24 16,-25-24-16,0 25 0,0-25 0,0 0 16,0 25-16,0-25 0,24 25 0,-24-25 0,0 25 0,0-25 15,0 24-15,0-24 0,0 25 0,25-25 0,-25 25 0,0 0 16,0-25-16,0 25 0,0-25 0,0 24 0,0-24 0,25 25 15,-25-25-15,0 25 0,0-25 0,0 25 0,0-25 16,0 25-16,25-25 0,-25 24 0,0-24 0,0 25 0,0-25 16,0 25-16,0-25 0,0 25 0,25-25 0,-25 25 15,0-25-15,0 24 0,0-24 0,0 25 0,0-25 0,0 0 16,0 25-16,0-25 0,0 25 0,0-25 15,0 0-15,0 25 0,24-25 0,-24 0 0,0 0 0,0 24 16,0-24-16,0 0 0,0 0 0,0 0 0,0 0 0,0 25 16,0-25-16,0 0 0,0 0 0,0 0 0,0 0 15,0 0-15,0 0 0,0 0 0,0 0 0,0 0 16,0 0-16,0 0 0,0 0 0,0 0 0,0 0 0,0 0 15,0 0-15,0 0 0,0 25 0,0-25 0,0 0 16,0 0-16,0-25 0,0 25 0,0 0 0,-24 0 16,24 0-16,0 0 0,0 0 0,0 0 0,0 0 0,0 0 15,0-25-15,0 25 0,0 0 0,0 0 0,-25-24 0</inkml:trace>
  <inkml:trace contextRef="#ctx0" brushRef="#br0" timeOffset="342056.5645">22175 4242 0,'0'0'0,"0"0"15,0 0-15,0 0 0,0 0 0,0 0 0,0 0 0,0 0 16,0 0-16,0 0 0,0 0 0,0 0 0,0 0 16,0 0-16,0 0 0,0 0 0,0 0 0,0 0 0,0 0 15,0 0-15,0 0 0,0 0 0,0 0 0,0 0 16,0 0-16,0 0 0,0 0 0,0 0 0,0 0 0,0 0 15,0 0-15,0 0 0,25 0 0,-25 0 16,0 0-16,0 0 0,0 0 16,0 0-16,25 0 0,-25 0 0,0 0 0,0 0 0,25 0 0,-25 0 0,0 0 0,25 0 15,-25 24-15,0-24 0,24 0 0,-24 0 0,25 0 16,-25 0-16,0 0 0,25 0 0,-25 0 0,0 0 15,25 0-15,-25 0 0,25 0 0,-25 0 0,0 0 0,24 0 16,-24 0-16,0 0 0,25 0 0,-25 0 0,0 0 16,0 0-16,25 0 0,-25 0 0,0-24 0,0 24 15,25 0-15,-25 0 0,0 0 0,0-25 0,0 25 0</inkml:trace>
  <inkml:trace contextRef="#ctx0" brushRef="#br0" timeOffset="342472.5883">22944 4118 0,'0'0'0,"0"0"16,0 0-16,0 0 0,0 0 0,0 0 0,0 0 15,0 0-15,0 0 0,0 0 0,0 0 0,0 0 16,25 0-16,-25 0 0,0 0 0,0 0 0,25-25 0,-25 25 15,25 0-15,-25 0 0,0 0 0,25 0 0,-25 0 16,24 0-16,-24 0 0,25 0 0,-25 0 0,25 0 16,-25 0-16,25 0 0,-25 0 0,25 0 0,-25 0 0,24-25 15,-24 25-15,25 0 0,-25 25 0,25-25 0,-25 0 16,0 0-16,25 0 0,-25 0 0,0 0 0,0 0 0,0 0 15,0 0-15,0 0 0,0 0 0,0 0 0</inkml:trace>
  <inkml:trace contextRef="#ctx0" brushRef="#br0" timeOffset="342720.6025">22944 4440 0,'0'0'0,"0"0"0,0 0 15,-24 0-15,24 0 0,0 0 0,0 0 0,0 0 16,0 0-16,0 0 0,0 0 0,0 0 0,0 0 16,24 0-16,-24 0 0,0 0 0,0 25 0,25-25 15,-25 0-15,0 0 0,25 0 0,-25-25 0,25 25 0,-25 0 16,25 0-16,-25 0 0,24 0 0,-24 0 0,25 0 0,-25 0 15,0 0-15,25 0 0,-25 0 0,25 0 0,0 0 16,-25 0-16,24 0 0,-24 0 0,25 0 0</inkml:trace>
  <inkml:trace contextRef="#ctx0" brushRef="#br0" timeOffset="343880.6681">24309 3274 0,'-224'1364'0,"224"-1364"0,0 25 0,0-25 0,0 25 0,0-25 0,0 25 0,0-25 0,0 25 0,0-25 0,0 24 0,0-24 0,0 25 0,0-25 0,0 25 0,0-25 0,0 25 0,0-25 0,25 25 0,-25-25 0,0 0 0,0 25 0,0-25 0,0 24 47,0-24-47,0 25 0,0-25 0,0 0 0,0 25 0,0-25 0,0 25 0,0-25 0,0 0 0,0 25 0,0-25 0,0 0 16,0 24-16,0-24 0,0 0 0,0 25 0,0-25 0,0 0 0,0 0 0,0 0 0,0 25 0,0-25 0,0 0 0,0 0 0,0 25 0,0-25 0,0 0 0,0 0 0,0 0 0,0 0 0,0 25 0,0-25 0,0 0 0,0 0 15,0 0-15,0 0 0,0 0 0,0 24 0,0-24 0,0 0 16,0 0-16,0 0 0,0 0 0,0 0 0,0 0 0,0 0 15,0 0-15,0 0 0,0 25 0,0-25 0,0 0 16,0 0-16,0 0 0,0 0 0,0 0 0,0 0 16,0 0-16,0 0 0,0 0 0,0 0 0,0 0 0,0 0 15,0 0-15,0 0 0,0 0 0,0 0 0,0 0 16,0 0-16,0 0 0,0 0 0,0 0 0,0-25 0,0 25 15,0 0-15,-25-24 0,25 24 0,0-25 0,0 25 16</inkml:trace>
  <inkml:trace contextRef="#ctx0" brushRef="#br0" timeOffset="346599.8244">24879 3572 0,'0'0'0,"0"0"0,0 0 0,0 0 15,0 0 16,0 0-31,0 0 0,0 0 0,0 0 0,0 0 0,0 0 0,0 0 0,0 0 0,0 0 0,0 0 0,0 0 0,0 0 0,0 0 0,0 0 0,0 0 0,0 0 0,0 0 16,0 0-16,0 0 0,0 0 0,25 0 0,-25 0 0,0 0 0,0 0 0,0 0 0,0 0 0,0 0 0,0-25 0,0 25 16,0 0-16,0 0 0,0 0 0,0 0 0,0 0 0,0 0 0,0 0 0,25 0 0,-25 0 0,0 0 0,0 0 0,0 0 0,0-25 0,0 25 0,0 0 0,0 0 0,0 0 15,0 0-15,0 0 0,25 0 0,-25 0 0,0 0 16,0-25-16,0 25 0,0 0 0,24 0 0,-24 0 0,0 0 15,0 0-15,25-24 0,-25 24 0,0 0 0,0 0 16,0 0-16,25-25 0,-25 25 0,0 0 0,0 0 16,0 0-16,25-25 0,-25 25 0,0 0 0,0 0 0,0-25 15,25 25-15,-25 0 0,0 0 0,0 0 0,0 0 16,0-25-16,0 25 0,0 0 0,0 0 0,24 0 15,-24 0-15,0 0 0,0 0 0,0-24 0,0 24 16,0 0-16,0 0 0,0 0 0,0 0 0,0-25 0,0 25 16,25 0-16,-25 0 0,0 0 0,0 0 0,0 0 0,0 0 15,0-25-15,0 25 0,0 0 0,0 0 0,0 0 16,0 0-16,0 0 0,-25 25 0,25-25 0,0 0 15,0 0-15,0 0 0,0 0 0,0 0 0,0 0 0,25-25 16,-25 25-16,0 0 0,0 0 0,0 0 0,0 0 0,0 0 16,0 0-16,0 0 0,0 25 0,0-25 15,0 0-15,0 0 0,0 0 0,0 0 0,0 0 0,0 0 16,0 0-16,0 0 0,0 0 0,0 0 0,0 0 0,0 0 15,0 0-15,0 0 0,0 0 0,0 0 0,-25 0 16,25 25-16,0-25 47,0 0-47,0 0 0,0 24 0,0-24 0,0 0 0,0 0 0,0 25 0,0-25 0,0 0 0,0 0 0,0 0 0,0 25 0,0-25 0,0 0 0,0 25 0,0-25 0,0 0 0,0 25 0,0-25 0,0 0 15,0 24-15,0-24 0,0 0 0,0 0 16,0 25-16,0-25 0,0 0 0,0 25 0,0-25 0,0 0 16,0 25-16,0-25 0,0 0 0,0 25 0,0-25 0,0 0 15,0 24-15,0-24 0,0 0 0,0 0 16,-24 25 15,24-25-31,0 0 0,0 0 0,0 0 0,0 25 0,24-25 0,-24 0 0,0 0 0,0 0 0,0 0 0,0 25 16,0-25-16,0 0 0,0 0 0,0 0 0,0 0 0,0 0 0,0 0 0,0 0 0,0 0 0,0 0 0,0 0 15,0 0-15,0 0 0,0 0 0,0 0 0,0 0 16,0 0-16,0 0 0,0 0 0,0 0 0,0 0 0,0 0 47,0 0-16,0 0-31,0 0 15,0 0-15,0 0 0,0 0 0,0 0 0,0 0 0,0 0 0,0 0 0,0 0 0,0 0 0,0-25 0,0 25 0,0 0 0,0 0 0,0-25 0,0 25 0,0 0 0,0-25 0,0 25 0,0 0 0,0 0 0</inkml:trace>
  <inkml:trace contextRef="#ctx0" brushRef="#br0" timeOffset="348525.9346">26467 3373 0,'0'0'16,"0"0"-16,0 0 0,0-24 0,0 24 0,0 0 16,0 0-16,0 0 0,0 0 0,-25 0 0,25 0 0,0 0 15,0 0-15,0 0 0,0 0 0,0 0 0,0 0 16,0-25-16,0 25 0,0 0 0,0 0 0,0 0 0,0 0 15,0 0-15,0 0 0,0 0 0,0 0 0,0 0 16,0 0-16,0 0 0,0 0 0,0 0 0,0 0 0,0 0 16,0 0-16,0 0 0,0 0 0,0 0 0,0-25 15,0 25-15,0 0 0,0 0 0,0 0 0,0 0 0,0 0 16,0 0-16,0 0 0,0 0 0,0 0 0,0 0 15,0 0-15,0 0 0,0 0 0,0 0 0,0 0 16,0 0-16,0-25 0,0 25 0,25 0 0,-25 0 0,0 0 16,0 0-16,0 0 0,0 0 0,0-25 0,24 25 15,-24 0 16,0 0-15,0 0-16,0 0 0,0 0 0,25 0 0,-25 0 0,0 0 0,0 0 0,0 0 0,0 0 0,0 0 0,0 0 0,25 0 0,-25 0 0,0 0 0,0 0 0,0 0 0,0 0 0,0 25 0,0-25 16,0 0-16,0 0 0,0 0 0,25 0 0,-25 0 0,0 0 15,0 0-15,0 0 0,0 0 0,0 0 0,0 0 0,0 0 16,0 0-16,0 25 0,0-25 0,0 0 47,0 0-47,0 0 0,0 0 0,0 0 0,0 25 0,0-25 0,0 0 0,0 0 0,0 0 0,0 25 0,0-25 0,0 0 0,0 0 0,0 24 0,0-24 15,0 0-15,0 0 0,0 25 0,-25-25 0,25 0 0,0 25 0,0-25 0,0 0 16,0 25-16,-25-25 0,25 0 0,0 0 0,0 25 0,-25-25 15,25 0-15,0 0 0,0 0 0,0 24 47,-24-24-47,24 0 0,0 0 0,0 0 0,-25 25 0,25-25 0,0 0 0,0 0 0,0 25 0,-25-25 16,25 0-16,0 0 0,0 0 0,0 25 0,0-25 0,-25 0 0,25 0 0,0 0 0,0 0 0,0 0 0,0 0 0,0 0 15,0 0-15,0 0 0,0 0 0,0 0 0,0 0 0,-25 0 16,25 0-16,0 0 0,0 0 0,0 0 0,0 0 16,0 25-16,0-25 0,0 0 0,0 0 0,0 0 15,0 0-15,0 0 0,0 0 0,0 0 0,0 0 16,0 24-16,0-24 0,0 0 0,0 0 0,0 0 0,0 0 0,0 0 15,0 0-15,0 0 0,0 0 0,0 0 16,0 0-16,0 0 0,0 0 0,0 0 0,0 0 0,0 0 16,0 0-16,0 0 0,0 0 0,0 0 0,0 0 15,0 0-15,0 0 0,25 0 0,-25 0 0,0 0 0,0 0 47,0 0-47,0 0 47,0 0-47,0 0 0,0 25 0,25-25 0,-25 0 0,0 0 0,0 0 0,25 0 0,-25-25 0,0 25 0,0 0 0,25 0 0,-25 0 0,24 0 0,-24 0 0,0 0 0,25 0 0,-25 0 0,25 0 0,-25 0 0,0 0 0,25 0 0,-25 0 0,25 0 15,-25 0-15,0 0 0,24 0 0,-24 0 0,0 0 0,25 0 0,-25 0 0,0 0 0,0-24 0,0 24 0,25 0 0,-25 0 16,0 0-16,0 0 0,0 0 0,0 0 16,0 0-16,0 0 0,0 0 0,0 0 0,0 0 0,0 0 15,0 0-15,0 0 0,0 0 0,0 0 0,0 0 0,0 0 16,0 0-16,0 0 0,0 0 0,0 0 0,0 0 0,0 0 15,0-25-15,0 25 0,0 0 0,-25 0 0,25 0 16,0 0 31,0 0 343</inkml:trace>
  <inkml:trace contextRef="#ctx0" brushRef="#br0" timeOffset="349516.9912">27781 3398 0,'0'0'0,"0"0"0,0 0 15,0 0-15,0 0 0,0 0 0,0 0 0,0 0 16,0 0-16,0 0 0,0 0 0,0 0 0,0 0 0,0 0 15,0 0-15,0 0 0,0 0 0,0 0 0,0 0 16,0 0-16,0 0 0,0 0 0,-25 0 0,25 0 0,0 0 16,0 0-16,0 0 0,0 0 0,0 0 0,0 0 15,0 0-15,0 0 0,0 25 0,25-25 0,-25 0 16,0 0-16,0 0 0,0 0 0,0 0 0,0 0 0,0 0 15,0 0-15,0-25 0,0 25 0,0 0 0,0 0 16,0 0-16,0 0 0,0 0 0,0 0 0,0 0 0,0 0 16,0 0-16,0 0 0,0 0 0,0 0 0,0-25 15,0 25-15,0 0 0,0 25 0,0-25 0,0 0 0,0 0 16,0 0-16,0 0 0,0 0 0,0 0 0,0 0 15,25 0-15,-25 0 0,0 0 0,0 0 0,0 0 16,0 0-16,25 0 0,-25 0 0,0 0 0,0 0 0,0 0 16,25 0-16,-25 0 0,0 0 0,0 0 0,24 0 15,-24 0-15,0 0 0,25 0 0,-25 0 0,0 0 16,25 0-16,-25 0 0,0 0 0,25 0 0,-25 0 0,0 0 15,0 0-15,25 0 0,-25 0 0,0 0 0,24 0 16,-24 0-16,0 0 0,0 0 0,25 0 0,-25 0 16,0 0-16,0 0 0,0 0 0,0 0 0,0 0 0,0 0 0,0 0 15,0 0-15,0 0 0,0 0 0,0 0 0,0 0 16,0-25-16,0 25 0,0 0 0,0 0 15,0 0-15,0 0 0,0 0 0,0 0 0,0 0 0,0 0 16,0 0-16,0 0 0,0 25 0,0-25 0,0 0 0,0 0 16,0 0-16,0 0 0</inkml:trace>
  <inkml:trace contextRef="#ctx0" brushRef="#br0" timeOffset="350462.0453">28352 3448 0,'0'0'0,"0"0"16,0 0-16,0 0 0,0 0 0,0 0 0,0 0 15,0 0-15,0 0 0,0-25 0,0 25 0,0 0 0,0 0 16,0 0-16,0 0 0,0 0 0,0 0 0,25 0 15,-25 0-15,0 0 0,0 0 0,0 0 0,0 0 0,0 0 16,0 0-16,0 0 0,0 0 0,0 0 0,0 0 16,0 0-16,24 0 0,-24-25 0,0 25 0,0 0 15,0 0-15,0 0 0,0 0 0,0-25 0,25 25 0,-25 0 16,0 0-16,0-24 0,0 24 0,0 0 0,25 0 15,-25-25-15,0 25 0,0 0 0,0 0 0,0 0 0,25 0 16,-25-25-16,0 25 0,0 0 0,0 0 0,0-25 16,25 25-16,-25 0 0,0-25 0,0 25 0,0 0 0,0 0 15,0-24-15,0 24 0,0 0 0,0 0 16,0 0-16,0 0 0,0 0 0,0-25 0,0 25 0,0 0 15,0 0-15,0 0 0,0 0 0,0 0 0,0 0 0,0 0 16,24 0-16,-24 0 0,0 0 0,0 0 0,0 0 16,0 0-16,0 0 0,0 0 0,0 0 0,0 0 15,0 0-15,0 0 0,0 0 0,0 0 0,0 0 0,0 0 16,0 0-16,0 0 0,0 0 0,0 0 0,0 0 15,0 0-15,0 0 32,0 0-32,0 0 0,0 0 0,0 0 0,0 25 15,0-25-15,0 0 0,0 0 0,0 0 0,0 0 0,0 0 0,0 24 0,0-24 0,0 0 0,0 0 0,0 25 0,0-25 0,0 0 0,0 25 0,0-25 16,0 0-16,0 25 0,0-25 0,0 0 0,0 25 15,0-25-15,0 24 0,0-24 0,0 0 0,-24 25 0,24-25 16,0 25-16,0-25 0,0 0 0,0 25 0,0-25 16,0 0-16,0 25 0,0-25 0,0 0 0,0 24 0,0-24 15,0 0-15,0 0 0,-25 25 0,25-25 0,0 0 16,0 0-16,0 25 0,0-25 0,0 0 0,0 0 15,0 0-15,0 25 0,0-25 0,0 0 0,0 0 16,0 25-16,0-25 0,0 0 0,0 0 0,-25 0 0,25 0 16,0 0-16,0 0 0,0 0 0,0 0 0,0 0 0,0 0 15,0 0-15,0 0 0,0 0 0,0 0 0,0 0 16,0 0-16,0 0 0,0 0 0,0 0 0,0 0 15,0 0-15,0 0 0,0 0 0,0 0 0,0-25 0,0 25 16,0 0-16,0 0 0,0 0 0,0 0 16,0 0-16,0 0 0,0-25 0,0 25 0,0 0 0</inkml:trace>
  <inkml:trace contextRef="#ctx0" brushRef="#br0" timeOffset="352496.1616">25003 4390 0,'0'0'0,"0"0"16,0 0-16,0 0 0,0 0 0,0 0 0,0 0 15,0 0-15,0 0 0,0 0 0,0 0 0,0 0 16,0 0-16,25 0 0,-25-24 0,0 24 0,0 0 0,0 0 16,0 0-16,0 0 0,0 0 0,0 0 0,0 0 15,0 0-15,0 0 0,0 0 0,0 0 0,0-25 0,0 25 16,0 0-16,0 0 0,0 0 0,0 0 0,0 0 15,0 0-15,0 0 0,0 0 0,0 0 0,25 0 16,-25 0-16,0-25 0,0 25 0,0 0 0,0 0 0,0 0 16,0 0-16,0 0 0,25 0 0,-25 0 0,0-25 15,0 25-15,0 0 0,0 0 0,0 0 0,24 0 0,-24 0 16,0-25-16,0 25 0,0 0 0,25 0 0,-25 0 15,0 0-15,0 0 47,0 0-31,25 0-16,-25 0 0,0 0 0,0 0 0,0 0 0,0 0 0,25 0 0,-25 0 0,0 0 0,0 0 0,0 0 0,0 0 0,0 0 0,0 0 0,0 0 0,25 0 0,-25 0 15,0 0-15,0 0 0,0 25 0,0-25 0,0 0 0,0 0 0,0 0 0,0 0 0,0 25 0,0-25 0,0 0 0,0 0 16,0 0-16,0 0 0,0 25 0,0-25 0,0 0 0,-25 0 16,25 25-16,0-25 0,0 0 0,0 0 0,0 24 15,0-24-15,0 0 0,0 25 0,0-25 0,-25 0 0,25 0 16,0 25-16,0-25 0,0 0 0,0 0 15,0 0-15,0 25 0,-25-25 0,25 0 0,0 0 0,0 0 0,0 0 16,0 25-16,0-25 0,0 0 0,-25 0 0,25 0 16,0 0-16,0 24 0,0-24 0,0 0 0,0 0 15,0 0-15,0 0 0,0 0 0,0 0 0,0 0 0,0 0 16,0 0-16,0 0 0,0 0 0,0 0 0,0 0 15,-24 0-15,24 0 0,0 0 0,0 0 0,0 0 0,0-24 16,0 24-16,24 0 0,-24 0 0,0 0 16,0 0-16,0 0 0,0-25 0,0 25 0,0 0 0,0 0 15,0 0-15,0-25 0,0 25 0,25 0 0,-25 0 0,0 0 16,0 0-16,0-25 0,0 25 0,25 0 0,-25 0 15,0 0-15,0 0 0,0 0 0,0 0 0,0 0 0,25 0 16,-25 0-16,0 0 0,0 25 0,0-25 0,0 0 16,0 0-16,0 0 0,0 0 0,25 0 0,-25 0 0,0 0 15,0 0-15,0 25 0,0-25 0,0 0 0,0 0 16,0 0-16,0 25 0,24-25 0,-24 0 0,0 24 15,0-24-15,0 25 0,0-25 0,0 0 0,-24 25 0,24-25 16,0 0-16,0 25 0,0-25 0,0 25 0,0-25 16,0 0-16,0 24 0,-25-24 0,25 0 0,0 0 0,0 25 15,0-25-15,0 0 0,-25 0 0,25 25 0,0-25 16,0 0-16,0 0 0,-25 0 0,25 0 0,0 25 15,0-25-15,0 0 0,0 0 0,-25 0 0,25 0 0,0 25 16,0-25-16,0 0 0,0 0 0,-24 0 0,24 0 16,0 0-16,0 0 0,0-25 0,0 25 0,0 0 0,-25 0 15,25 0 375</inkml:trace>
  <inkml:trace contextRef="#ctx0" brushRef="#br0" timeOffset="353570.2231">26491 4167 0,'0'0'0,"0"0"0,0 0 0,0 0 0,0 0 0,0 0 0,0 0 0,0 0 0,0 0 0,0 0 0,0 0 0,0 0 0,0 0 0,0 0 0,0 0 0,0 0 0,0 0 0,0 0 0,0 0 15,0 0-15,0 0 0,0 0 0,0 0 0,0 0 0,0 0 16,0 0-16,0 0 0,0 0 0,0 0 0,0 0 15,0 0-15,0 0 0,0 0 0,0 0 0,0 0 0,0 0 16,-24 0-16,24 0 0,0 0 0,0 0 16,0 25-16,0-25 0,0 0 0,0 0 0,0 0 0,-25 25 15,25-25-15,0 0 0,0 25 0,-25-25 0,25 24 0,0 1 16,-25-25-16,25 25 0,-25-25 0,25 25 0,0-25 15,-24 0-15,24 0 0,0 25 0,-25-25 0,25 0 16,0 0-16,0 0 0,0 0 0,0 24 0,0-24 0,0 0 16,0 0-16,-25 0 0,25 0 0,0 0 15,0 0-15,0 25 0,0-25 0,0 0 0,0 0 0,0 0 0,0 0 16,0 0-16,0 0 0,0 0 0,0 0 0,0 0 15,0 0-15,25 0 0,-25 0 0,0 0 0,0 0 0,0 0 16,0 0-16,0 0 0,0 0 0,0 0 0,25 0 16,-25 0-16,0 0 0,0 25 0,0-25 0,0 0 0,0 0 15,24 0-15,-24 0 0,0 0 0,0 0 0,25 0 16,-25-25-16,0 25 0,0 0 0,25 0 0,-25 0 15,0 0-15,25 0 0,-25 0 0,0 0 0,0 0 16,25 0-16,-25 0 0,0 0 0,0 0 0,0 0 0,24 0 16,-24 0-16,0 0 0,0-25 0,0 25 0,0 0 0,25 0 15,-25 0-15,0 0 0,0 0 47,0 0-47,0 0 0,0 0 0,0 0 0,0 0 0,25 0 0,-25 0 0,0 0 0,0 0 0,0 0 0,0 25 0,0-25 0,25 0 0,-25 0 0,0 0 0,0 0 0,0 0 0,0 0 16,0 0-16,25 0 0,-25 0 0,0 0 0,0 0 0,0 0 15,0 0-15,0 0 0,0 0 0,0 0 0,0 0 16,0 0-16,0 0 0,0 0 47,0 0-47,0 0 0,0 0 0,0 0 0,0 0 0,0 0 0,0 0 0,0-25 0,0 25 0,0 0 0</inkml:trace>
  <inkml:trace contextRef="#ctx0" brushRef="#br0" timeOffset="354038.2498">26640 4167 0,'0'0'0,"0"0"0,0 0 0,0 0 0,0 0 0,0 0 16,0 0-16,0 0 0,0 0 0,0 0 0,0 0 15,0 0-15,0 0 0,0 0 0,0 0 0,0 0 0,0 0 0,0 0 16,0 0-16,0 0 0,0 0 0,0 25 15,0-25-15,0 0 0,0 0 0,0 0 0,0 0 0,0 25 16,0-25-16,0 0 0,0 0 0,0 0 0,0 25 0,0-25 16,0 0-16,0 24 0,0-24 0,0 0 15,0 25-15,0-25 0,0 25 203,-49 322-203,49-347 0,0 25 0,0-25 0,0 0 0,0 0 0,0 0 0,0 0 0,0 0 0,0 0 0,0 0 0,0 0 0,0 0 0,0 0 0,0 0 0,0 0 0,0 0 0,0 0 16,0 0-16,0 0 0,0 0 0,0-25 0,0 25 0,0 0 0,0 0 0,0 0 0,0 0 0,0 0 0,0 0 0,0 0 0,0-25 0,0 25 0,0 0 0,0 0 0,0 0 0</inkml:trace>
  <inkml:trace contextRef="#ctx0" brushRef="#br0" timeOffset="356199.3734">28178 4415 0,'0'0'0,"0"25"0,0-25 0,0 0 0,0 0 0,0 0 0,0 0 0,0 0 0,0 0 0,0 0 15,0 0-15,0 0 0,0 0 0,0 0 0,0 0 0,0 0 16,0 0-16,25 0 0,-25 0 0,0-25 0,0 25 15,0 0-15,0 0 0,0 0 0,0 0 0,0 0 16,0 0-16,0 0 0,0 0 47,0 0-47,0 0 0,0 0 0,0 0 0,0 0 0,0 0 0,0 0 78,0 0-78,0 0 0,0 0 0,0 0 0,0 0 0,0 0 0,0 0 0,0 0 15,0 0-15,0 0 0,0 0 0,0-25 0,0 25 0,0 0 0,0 0 0,0 0 0,0 0 0,0 0 0,0 0 0,0 0 0,0 0 0,0 0 0,0 0 0,0-24 0,0 24 0,0 0 0,0 0 0,0 0 0,0 0 0,0 0 0,25 0 0,-25 0 0,0 0 0,0 0 0,0 0 0,0 0 0,0 0 0,0 0 0,0 0 16,0 0-16,0-25 0,0 25 0,0 0 0,0 0 0,25 0 16,-25 0-16,0 0 0,0 0 0,0 0 0,0 0 15,0 0-15,0 0 0,0 0 0,24 0 0,-24 0 16,0 0-16,0 0 0,0 0 0,0 0 0,0 0 0,25 0 15,-25 0-15,0 0 0,0 0 0,0 0 0,0 25 0,0-25 16,25 0-16,-25 0 0,0 0 0,0 0 0,0 0 16,0 0-16,0 0 0,0 0 0,0 0 0,25 0 15,-25 0-15,0 0 0,0 0 0,0 0 0,0 0 0,0 24 16,0-24-16,0 0 0,0 0 0,0 0 0,0 0 15,0 0-15,0 25 0,0-25 0,0 0 0,0 0 0,0 25 16,0-25-16,0 0 0,-25 0 0,25 25 16,0-25-16,0 0 0,0 0 0,0 25 0,0-25 0,0 0 0,0 0 15,-25 24-15,25-24 0,0 0 0,0 0 0,0 25 16,0-25-16,-25 0 0,25 0 0,0 25 0,0-25 15,0 0-15,-24 0 0,24 0 0,0 25 0,0-25 16,0 0-16,-25 0 0,25 0 47,0 25-47,0-25 0,0 0 0,-25 0 0,25 0 0,0 24 0,0-24 0,0 0 0,0 0 0,-25 0 0,25 25 0,0-25 0,0 0 0,0 0 0,-25 0 0,25 25 0,0-25 0,0 0 0,0 0 15,-24 0-15,24 0 0,0 0 0,0 0 0,0 0 16,-25 25-16,25-25 0,0 0 0,0 0 0,0 0 0,0 0 16,0 0-16,-25 25 0,25-25 0,0 0 0,0 0 0,0 0 15,0 0-15,0 0 0,0 0 0,0 0 0,0 0 16,0 0-16,0 0 0,0 0 0,0 0 0,0 0 15,0 0-15,0 0 0,0 0 0,0 0 0,0 0 16,0 0-16,0 0 0,0 0 31,0 0-15,0 0-16,0 0 0,0 0 0,0 0 0,0 0 0,0 0 0,0 0 0,0 0 0,0 0 0,0 0 0,25 0 0,-25 0 0,0 0 0,0 0 0,0 0 0,0 0 0,25 0 0,-25 0 15,0 0-15,0 0 0,24 0 0,-24-25 0,0 25 16,25 0-16,-25 0 0,0 0 0,25 0 0,-25 0 0,25 0 16,-25 0-16,0 0 0,25 0 0,-25 0 0,24 0 0,-24 0 15,0 0-15,25 0 0,-25 0 0,0 0 0,25 0 16,-25 0-16,0 0 0,25 0 0,-25 0 0,0 0 15,25 0-15,-25 0 0,0 0 0,0 0 0,0 0 0,0-25 16,0 25-16,0 0 0,0 0 0,0 0 0,24 0 16,-24 0-16,0 0 0,0 0 0,0 0 0,0 0 0,0 0 15,0 0-15,0 0 0,0 0 0,0 0 0,0 0 16,0 0-16,0 0 0,0 0 0,0 0 0,0 0 0,0 0 15,0 0-15,0 0 0,0 0 0,0 0 0,0 0 16,0 0-16,0 0 0,0 0 0,0 0 0,25 0 16,-25-25-16,0 25 0,0 0 0,0 0 0,-25 0 0</inkml:trace>
  <inkml:trace contextRef="#ctx0" brushRef="#br0" timeOffset="358324.495">25102 4986 0,'0'0'0,"0"0"15,0 0 469,50 347-484,-50-347 0,0 0 0,0 0 0,0 0 0,0 0 0,0 0 0,25 0 0,-25 0 0,0 25 0,0-25 15,0 0-15,0 0 0,0 0 0,0 0 0,0 0 0,0 0 0,0 0 0,25 0 0,-25 0 0,0 0 0,0 0 0,0 25 0,0-25 0,0 0 0,0 0 0,0 0 0,24 0 0,-24 0 0,0 0 0,0 0 0,0 0 0,0 0 0,0 0 0,0 0 0,0 0 0,0 0 0,0 0 16,0 0-16,0 0 0,25 0 0,-25 0 0,0 0 0,0 0 16,0 0-16,0 0 0,0 0 0,0 0 0,0 0 0,0 0 15,0 0-15,25 0 0,-25 0 0,0 0 0,0 0 0,0 0 16,0 0-16,0 0 0,0 0 0,0 0 0,0 0 15,0 0-15,0 0 0,0 0 0,25 0 0,-25 0 16,0 0-16,0 0 0,0 0 0,0 24 0,0-24 0,0 0 16,0 0-16,0 0 0,0-24 0,0 24 0,25 0 15,-25 0-15,0 0 0,0 0 0,0 0 0,0 0 16,0 0-16,0 0 0,0 0 0,0 0 0,0 0 0,0 0 15,24 0-15,-24 0 0,0 0 0,0 0 0,0 0 16,0 0-16,0 0 0,0 0 0,0 0 0,0 0 0,0 0 16,0 0-16,0 0 0,25 0 0,-25 0 0,0-25 78,0 25-78,0 0 0,0 0 0,0 0 0,0 0 0,0 0 0,0 0 0,0 0 0,0-25 15,0 25-15,0 0 0,0 0 0,0 0 0,0 0 0,0 0 0,0 0 0,0 0 0,0 0 0,0 0 0,25 0 0,-25 0 0,0 0 0,0 0 0,0 0 0,0 0 0,0-25 0,0 25 0,0 0 0,0 0 0,0 0 0,0 0 0,0 0 0,0-25 16,0 25-16,0 0 0,-25 0 0,25 0 0,0 0 15,0 0-15,0 0 0,0-24 0,0 24 0,0 0 0,0 0 16,0 0 62,0 0-62,0-25-16,0 25 0,0 0 0,0 0 0,-25 0 0,25 0 0,0 0 0,0-25 0,0 25 0,0 0 0,0 0 0,0 0 0,0 0 0,0 0 0,0 0 0,0-25 0,0 25 0,0 0 0,-24 0 0,24 0 0,0 0 0,0-25 0,0 25 0,0 0 0,0 0 0,0 0 0,0 0 0,0-24 0,0 24 0,0 0 0,0 0 0,-25 0 0,25 0 0,0 0 0,0 0 0,0 0 15,0 0-15,0-25 0,0 25 0,0 0 0,0 0 16,0 0-16,0 0 0,0 0 0,0 0 0,0 0 15,0-25-15,0 25 0,0 0 0,0 0 0,0 0 16,0 0-16,0 0 0,-25 0 0,25 0 0,0-25 0,0 25 16,0 0-16,0 0 0,0 0 0,0 0 0,0 0 0,0 0 15,0 0-15,0 0 0,0 0 0,0 0 16,0 0-16,0 0 0,0 0 0,0 0 0,0 0 47,0 0-47,0 0 0,0 0 0,0 0 78,-25 0-78,25 0 0,0 0 0,0 0 0,0 0 0,0-25 0,0 25 0,0 0 0,0 0 0,0 0 0,0 0 0,0 0 0,0 0 0,-25 0 0,25 0 0,0 0 0,0 0 0,0 0 0,0 0 0,0 0 0,0 0 0,0 0 0,0 0 0,0 0 0,0 0 15,0 0-15,0 0 0,0 0 0,0 0 0,0 0 0,0 0 0,0 0 0,0 0 0,-24 0 0,24 0 0,0 0 0,0 0 0,0 0 0,0 0 0,0 0 0,0 0 16,0 0-16,0 0 0,0 0 0,0 0 0,-25 0 15,25 0-15,0-24 0,0 24 0,0 0 0,0 0 0,0 0 16,0 0 15,0 0-31,0 0 0,0 0 0,0 0 0,0 0 0,0 0 0,0 0 16,0 0-16,0 0 0,0 0 0,0 0 0,0 0 0,0 0 0</inkml:trace>
  <inkml:trace contextRef="#ctx0" brushRef="#br0" timeOffset="361364.6681">26491 4911 0,'0'0'0,"0"0"0,0 0 0,0 0 0,0 0 0,0 0 0,0 0 0,0 0 0,0 0 0,0 0 0,0 0 0,0 0 0,0 0 0,0 0 0,0 0 0,0 0 0,0 0 0,0 0 16,0 0-16,0 0 0,0 0 0,0 0 0,0 0 0,0 0 0,0 0 0,0 0 0,0 0 0,0 0 0,0 0 0,0 0 0,0 0 0,0 0 0,0 0 0,0 0 0,0 0 0,0 0 0,0 0 0,0 0 0,0 0 0,0 0 0,0 0 0,0 0 15,0 0-15,0 0 0,0 0 0,0 0 0,0 0 16,0 0-16,0 0 0,0 0 0,0 0 0,0 0 0,0 0 16,0 0 62,0 0-78,0 0 0,0 0 0,0 0 0,0 0 0,0 0 0,0 0 0,0 0 0,0 0 0,0 0 0,0 0 0,0 0 0,0 0 0,0 0 0,0 0 0,0 0 0,0 0 0,0 0 0,0 0 0,0 0 0,0 0 0,0 0 0,0 0 0,0 0 0,0 0 0,0 0 0,0 0 0,0 0 0,0 0 0,0 0 0,0 0 0,0 0 15,0 0-15,0 0 0,0 0 0,0 0 16,0 0-16,0 0 0,0 0 0,0 0 0,0 0 0,0 0 15,0 0-15,0 0 0,0 0 0,0 0 0,-24 0 16,24 0-16,0 0 0,0 0 0,0 0 0,0 0 16,0 0-16,0 0 0,0 0 0,0 0 0,0 0 0,0 0 15,0 0-15,0 0 0,0 0 0,0 0 0,0 0 0,0 0 16,0 0-16,0 0 0,0 0 0,0 0 0,0 0 0,0 0 15,0 0-15,0 0 0,0 0 0,0 0 0,0 0 16,0 0-16,0 0 0,0 0 0,0 0 0,0 0 16,0 0-16,0 0 0,0 0 0,0 0 0,0 0 0,0 0 15,24 0-15,-24 0 0,0 0 0,0 0 0,0 0 16,0 0-16,0 25 0,0-25 0,-24 0 0,24 0 15,0 0-15,0 0 0,0 0 78,0 0-78,0 0 0,0 0 0,0 0 0,0 0 0,0 0 0,0 0 0,0 0 0,0 0 0,0 0 0,0 0 0,0 0 0,0 0 0,0 0 0,0 0 16,0 0-16,0 0 0,0 0 0,0 0 0,0 0 0,0 0 0,0 0 0,0 0 0,0 0 0,0 0 0,0 0 0,0 0 0,0 0 0,0 0 0,0 0 0,0 0 0,0 0 0,0 0 0,24 0 0,-24 0 16,0 0-16,0 0 0,0 0 0,0 0 0,0 0 0,0 0 15,0 0-15,0 0 0,0 0 0,0 0 359,199 372 31,-199-372-390,0 25 0,0-25 0,0 0 0,0 0 0,0 0 0,0 25 0,0-25 0,0 0 0,0 0 0,0 0 0,0 0 0,0 25 0,0-25 0,0 0 0,0 0 0,0 0 140,-50 124-140,50-124 0,0 24 0,0-24 0,-25 0 0,25 0 0,0 0 0,0 0 0,0 0 0,0 25 0,0-25 0,0 0 0,-24 0 0,24 0 0,0 0 0,0 0 0,0 0 0,0 0 0,0 0 0,0 0 0,-25 25 16,25-25-16,0 0 0,0 0 0,0 0 0,0 0 0,0 0 0,0 0 0,-25 0 0,25 0 0,0 0 0,0 0 0,0 0 0,0 0 0,0 0 0,0 0 0,0 0 0,0 0 0,0 0 0,0 0 0,0 0 16,-25 0-16,25 0 0,0 0 0,0 0 0,0 0 15,-25 0-15,25 0 0,0-25 47,0 25-47,0 0 0,0 0 0,0 0 0,-24 0 0,24 0 0,0 0 0,0 0 0,0 0 0,0 0 0,0 0 0,0 0 0,-25 0 0,25 0 0,0 0 0,0-25 0,0 25 0,0 0 0,0 0 16,0 0-16,0 0 0,0 0 0,0 0 0,0 0 15,0 0-15,0 0 0,0 0 0,0 0 0,0 0 16,0 0-16,0 0 0,0-24 0,0 24 47,0 0-47,0 0 0,0 24 0,0-24 0,0 0 0,0 0 0,0 0 0,0 0 0,0 0 0,0 0 0,0-24 0,0 24 0,0 0 0,0 0 0,0 0 0,0 0 0,0 0 0,0 0 15,0 0-15,25 0 0,-25-25 0,0 25 0,0 0 0</inkml:trace>
  <inkml:trace contextRef="#ctx0" brushRef="#br0" timeOffset="362579.7384">26541 5060 0,'0'0'0,"0"0"0,0 0 0,0 0 0,0 0 0,-25 0 0,25 0 0,0-25 0,0 25 0,0 0 0,0 0 0,0 0 0,0 0 0,0 0 15,0 0-15,0 0 0,0 0 0,0 0 0,0 0 0,0 0 16,0 0-16,0 0 0,0 0 0,0 0 0,0 0 0,0 0 16,0 0-16,0 0 0,0 0 0,25 0 0,-25 0 15,0 0-15,0 0 0,0 0 0,0 0 0,0 0 16,0 0-16,0 0 0,0 0 0,0 0 0,0 0 0,0 0 15,0 0-15,0 0 0,-25-24 0,25 24 0,0 0 16,0 0-16,0 0 0,0 0 0,0 0 0,0 0 16,0 0-16,0 0 0,0 0 0,0 0 0,0 0 0,0-25 15,0 25-15,0 0 0,0 0 0,0 0 0,0 0 0,0 0 16,0 0-16,0 0 0,0 0 0,0 0 15,0 0-15,-25 0 0,25 0 0,0 0 0,0 0 0,0 0 16,0 0-16,0 0 0,0 0 0,0 0 0,0 0 0,25 0 16,-25 0-16,0 0 0,0 0 0,0 0 0,0 0 15,0 0-15,0 0 0,0 0 0,0-25 0,0 25 16,0 0-16,0 0 0,0 0 0,0 0 0,0 0 0,0 0 15,0 0-15,0 0 0,0 0 0,0 0 0,0 0 0,0 0 16,0 0-16,0 0 0,0 0 0,0 0 0,0 0 16,0 0-16,0 0 0,0 0 0,0 0 0,0 0 15,0 0-15,0 0 0,0 0 0,0 0 0,0 0 0,0 0 16,0 25-16,0-25 0,0 0 0,0 0 0,0 0 0,0 0 15,0 0-15,0 0 0,0 0 0,0 0 16,0 0-16,0 0 0,0 0 0,0 0 0,0 0 0,0 0 16,0 0-16,0 0 0,0 0 0,0 0 0,0 0 15,0 0-15,0 0 0,0 0 0,0 0 0,25 0 0,-25 0 16,0 0-16,0 0 0,0 0 0,0 0 0,0 0 0,0 0 15,25 0-15,-25 0 0,0 0 0,0 0 0,0 0 16,0 0-16,25 0 0,-25 0 0,0 0 0,0 0 16,24 0-16,-24 0 0,0 0 0,25 0 0,-25 0 15,0 0-15,0 0 0,0 0 0,25 0 0,-25 0 16,0 0-16,0 0 0,25 0 0,-25 0 0,0 0 0,0 0 0,0 0 15,25 0-15,-25 0 0,0 0 0,0 0 0,0 0 16,0 0-16,24 0 0,-24 0 0,0 0 0,0 0 16,0 0-16,0 0 0,25 0 0,-25 0 0,0 0 15,0 0-15,0 0 0,0 0 0,25 0 0,-25 0 0,0 0 16,0 0-16,0 0 0,0 0 0,25 0 0,-25 0 0,0 0 15,0 0-15,0 0 0,0 0 0,0 0 16,0 0-16,0 0 0,0 0 0,0 0 0,0 0 0,0 0 0,0 0 16,0 0-16,0 0 0,0 0 0,0 0 0,0 0 15,0 0-15,0 0 0,0 0 0,0 0 0,0 0 16,0 0-16,0 0 0,0 0 0,0 0 0,0 0 15,0 0-15,-25 0 0,25 0 0,0 0 0,0 0 0,0 0 16,0 0-16,0 0 0</inkml:trace>
  <inkml:trace contextRef="#ctx0" brushRef="#br0" timeOffset="366132.9416">28451 5308 0,'0'0'0,"0"0"0,0 0 16,0 0-16,0 0 0,0 0 0,0 0 0,0 0 0,0 0 0,0 0 0,0 0 0,0 0 0,0 0 0,0 0 0,0 0 0,0 0 0,0 0 0,0 0 0,0 0 0,0 0 0,0 0 0,0 0 47,0 0-47,0 0 0,0 0 0,0 0 0,0 0 0,0 0 0,0 0 0,0 0 0,0 0 0,0 0 0,0 0 0,0 0 0,0 0 0,0 0 0,0 0 0,0 0 0,0 0 0,0 0 0,0 0 15,0 0-15,0 0 0,0 0 0,0 0 0,0 0 0,0 0 0,0 0 0,0 0 0,0 0 0,0 0 0,0 0 0,0 0 0,0 0 0,0 0 0,0 0 0,0 0 0,0 0 0,0 0 0,0 0 0,0 0 16,0 0-16,0 0 0,0-25 0,0 25 0,0 0 16,0 0-16,0 0 0,0 0 0,0 0 46,0 0-46,0 0 0,0 0 0,0 0 0,0 0 0,0 0 0,0 0 0,0 0 0,0 0 0,0 0 0,0 0 0,0 0 0,0 0 0,0 0 0,0 0 0,0 0 0,0 0 0,0 0 16,0 0-16,0 0 0,0 0 0,0 0 0,0 0 0,0 0 16,0 0-16,0 0 0,0 0 0,0 0 0,0 0 15,0 0-15,0 0 0,0 0 0,0 0 0,0 0 16,0 0-16,0 0 0,0 0 0,0 0 0,0 0 15,0 0-15,0 0 0,0 0 0,0 0 0,0 0 0,0 0 16,0 0-16,0 0 0,0 0 0,0 0 0,0 0 16,0 0-16,0 0 0,0 0 0,0 0 0,0 0 15,0 0-15,0 0 0,0 0 0,0 0 0,0 0 0,0 0 16,0 0-16,0 0 0,0 0 0,0 0 0,0 0 0,0 0 15,0 0-15,0 0 0,0 0 0,0 0 0,0 0 16,0 0-16,0 0 0,0 0 0,0-24 0,0 24 0,0 0 16,0 0-16,0 0 0,0 0 0,0 0 0,0 0 15,0 0 32,0 0-47,0 0 0,0 0 0,0 0 0,0 0 0,0 0 0,0 0 0,0 0 0,0 0 0,0 0 0,0 24 0,0-24 0,0 0 0,0 0 0,0 0 0,0 0 0,0 0 0,0 0 0,0 0 0,0 0 0,0 0 16,0 0-16,0 0 0,0 0 0,0 0 0,0 0 15,0 0-15,0 0 0,0 0 0,0 0 0,0 0 16,0 0-16,0 0 0,0 0 47,0 0-47,0 0 0,0 0 0,0 0 0,0 0 0,0 0 0,0 0 0,0 0 0,0 0 0,0 0 0,0 0 0,0-24 0,0 24 0,0 0 0,0 0 0,0 0 0,0 0 0,0 0 15,0 0-15,0 0 0,0 0 0,0 0 0,0 0 16,0 0-16,0 0 0,0 0 0,-25 0 0,25 0 0,0 0 0,0 0 15,0 0-15,0 0 0,0 0 78,0 0-78,0 0 16,0-25-16,0 25 0,0 0 0,0 0 0,0 0 0,0 0 0,0 0 0,0 0 0,0 0 0,-25 0 0,25 0 0,0 0 0,0 0 0,0 0 0,0 0 0,0 0 0,0 0 0,0 0 0,0 0 0,0 0 0,0 0 0,0 0 0,0-25 0,0 25 0,0 0 0,0 0 0,0 0 0,0 0 0,0 0 0,0 0 0,0 0 0,0 0 16,0 0-16,0 0 0,0 0 0,0 0 0,0 0 0,0 0 15,0 0-15,0 0 0,0 0 0,0 0 0,0 0 16,0 0-16,0 0 0,0 0 0,0 0 0,0 0 47,0 0-47,0 0 0,0-25 15,0 25-15,0 0 0,0 0 156,100-25-156,-100 25 0,24 0 0,-24 0 0,0 0 0,0 0 0,0 0 0,0 0 0,0 0 0,0 0 0,0 0 0,0 0 0,0 0 0,25 0 0,-25 0 0,0 25 0,0-25 0,0 0 0,0 0 0,0 0 0,0 0 0,0 0 0,0 0 0,0 0 0,0 0 0,0 25 16,0-25-16,0 0 0,25 0 0,-25 0 0,0 0 0,0 0 0,0 25 0,0-25 0,0 0 0,0 0 0,0 0 0,0 0 0,0 0 0,0 0 0,0 0 15,0 25-15,0-25 0,0 0 0,0 0 0,0 0 0,0 0 16,0 0-16,0 0 0,0 24 0,0-24 0,0 0 16,0 0-16,0 0 0,0 0 0,0 0 0,0 0 0,0 0 15,0 0-15,0 25 0,0-25 0,0 0 0,0 0 16,0 0-16,-25 25 0,25-25 0,0 0 0,0 0 0,0 0 15,0 0-15,0 25 0,0-25 0,0 0 0,0 0 16,0 0-16,0 0 0,-25 0 0,25 0 0,0 25 0,0-25 16,0 0-16,0 0 0,0 0 0,-24 0 0,24 0 15,0 24-15,0-24 0,0 0 0,0 0 16,0 0-16,-25 0 0,25 0 0,0 0 0,0 0 0,0 0 0,0 0 15,0 0-15,0 0 0,0 0 0,0 0 0,0 0 16,-25 0-16,25 0 0,0 0 0,0 0 0,0 0 0,0 0 16,0 0-16,0 0 0,0 0 0,0 0 0,0 0 15,0 0-15,0 0 0,0 0 0,0 0 0,0 0 0,0 0 16,0 0-16,0 0 0,0 0 15,0 0-15,0 0 0,0 0 0,0 0 0,0 0 0,0 0 0,0 0 16,0 0-16,0 0 0,0 0 0,0 0 0,0 0 0,0 0 94,0 0-94,0 0 0,0 0 0,0 0 0,0 0 0,0 0 0,0 0 0,0 0 0,0 0 0,0 0 0,0 0 0,0 0 0,0 0 0,0 0 0,0 0 0,0 0 0,0 0 0,0 0 0,0 0 0,0 0 0,0 0 0,0 0 0,0 0 0,0 0 0,0 0 0,0 0 0,0 0 0,0 0 0,0 0 0,0 0 15,0 0-15,0 0 0,25 0 0,-25 0 0,0 0 0,0 0 0,0 0 16,0 0-16,0 0 0,0 0 0,0 0 0,0 0 0,25 0 15,-25 0-15,0 0 0,0 0 0,0 0 16,0 0-16,0 0 0,24 0 0,-24 0 0,0 0 125,50-24-125,-50 24 0,0 0 0,25 0 0,-25 0 0,0 0 0,0 0 0,0 0 0,0 0 0,0 0 0,0 0 0,25 0 0,-25 0 0,0 0 15,0 0-15,0 24 0,0-24 0,0 0 0,0 0 0,0 0 0,0 0 0,0 0 0,0 0 0,0 0 0,0 0 0,0 0 0,0 0 0,0 0 0,0 25 0,0-25 0,0 0 0,24 0 0,-24 0 0,0 0 0,0 0 0,0 0 0,0 25 0,0-25 0,0 0 16,0 0-16,0 0 0,0 25 0,0-25 0,0 0 0,0 0 0,0 0 16,0 0-16,0 0 0,0 25 0,0-25 0,0 0 15,0 0 32,0 0-47,0 24 0,0-24 0,0 0 0,0 0 0,0 25 0,0-25 0,0 0 0,-24 0 0,24 0 0,0 25 0,0-25 0,0 0 0,0 0 0,0 0 0,0 25 0,0-25 0,0 0 0,0 0 0,-25 0 0,25 0 16,0 25-16,0-25 0,0 0 0,0 0 0,0 0 15,0 0-15,-25 24 0,25-24 0,0 0 0,0 0 0,0 0 16,0 0-16,0 0 0,0 0 47,0 25-47,-25-25 0,25 0 0,0 0 0,0 0 0,0 0 0,0 0 0,0 0 0,0 0 0,0 0 0,0 0 0,-25 0 0,25 0 0,0 0 0,0 0 0,0 0 0,0 0 0,0 0 15,0 0-15,0 0 0,-24 0 0,24 0 0,0 0 0,0-25 16,0 25-16,0 0 0,-25 0 0,25 0 0,0 0 15,0 0-15,0 0 0,0 0 47,-25-24-16,25 24-31,0 0 0,0 0 0,0 0 0,0 0 0,0 0 0,0 0 0,0 0 0,0 0 0,-25 0 0,25 0 16,0 0-16,0 0 0,0 0 0,0 0 0,0 0 0,0 0 0,0 0 0,0 0 0,0 0 0,0 0 0,0 0 0,0 0 0,0 0 0,0 0 0,0 0 0,0 0 0,0 0 0,0 0 0,0 0 0,25 0 0,-25 0 0,0 0 0,0-25 16,0 25-16,0 0 0,0 0 0,25 0 15,-25-25-15,0 25 0,0 0 0,25 0 0</inkml:trace>
  <inkml:trace contextRef="#ctx0" brushRef="#br0" timeOffset="370495.1911">29195 3497 0,'75'0'0,"-51"0"0,-24 0 0,0 0 0,0 0 0,0 0 0,0 0 0,0 0 0,0 0 0,0 0 0,0 0 0,0 0 0,0 0 0,0 0 0,0 0 0,0 0 0,0 0 0,0 0 0,0 0 0,0 0 0,0 0 0,0 0 0,0 0 0,0 0 0,0 0 0,0 0 0,0 0 16,0 0-16,0 0 0,0 0 0,0 0 0,0 0 0,0 0 0,0 0 0,0 0 0,0 0 0,0 0 0,0 0 0,0 0 0,0 0 0,0 0 0,0 0 16,0 0-16,0 0 0,25 0 0,-25 0 0,0 0 15,0 0-15,0 0 0,0 0 0,0 0 0,0 0 16,0 0-16,0 0 0,0 0 0,0 0 0,0 0 0,0 0 15,0 0-15,0 0 0,0 0 0,0 0 0,0 0 16,0 0-16,0 0 0,0 0 0,25 0 0,-25 0 0,0 0 47,0 0-47,0 25 15,0-25-15,0 0 0,0 0 0,0 0 0,0 0 0,0 0 0,0 0 0,0 0 0,0 0 0,0 0 0,0 0 0,0 0 0,0 0 0,0 0 0,0 0 0,0 0 0,0 0 0,0 0 0,0 0 16,0 0-16,0 0 0,0 0 0,0 0 0,0 0 16,0 0-16,0 0 0,0 0 0,0 0 0,0 0 0,0 0 15,0 0-15,0 0 0,0 0 0,0 0 0,0 0 16,0 0-16,0 0 0,0 0 0,0 0 0,0 0 0,0 0 15,0 0-15,0 0 0,0 0 0,0 0 0,0 0 16,0 0-16,0 0 0,0 0 47,0 0-47,0 0 0,0 0 0,0 0 0,0 0 0,0 0 0,0 0 0,0 0 0,0 0 0,0 0 0,0 0 0,0 0 0,0 0 0,0 0 0,0 0 0,0 0 0,0 0 15,0 0-15,0 0 0,0 0 0,0 0 0,0 0 0,0 0 0,0 0 0,0 0 16,0 0-16,0 0 0,0 0 0,0 0 0,0 0 16,0 0-16,0 0 0,0 0 0,0 0 0,0 0 15,0 25-15,0-25 0,0 0 0,0 0 0,0 0 0,0 0 16,0 0-16,0 25 0,-25-25 0,25 0 0,0 0 15,0 0-15,0 0 0,0 25 0,0-25 0,0 0 16,0 0-16,0 0 0,0 0 0,0 0 0,0 24 0,0-24 16,0 0-16,0 0 0,0 0 0,0 25 0,0-25 15,0 0-15,0 0 0,0 0 0,0 25 0,0-25 16,0 0 265,-74 447-235,74-447 32,-25 124-78,25-100 0,0-24 0,0 0 0,0 0 0,0 25 0,0-25 0,0 0 0,0 0 0,0 25 0,0-25 0,0 0 0,0 0 0,0 0 16,0 25-16,-25-25 0,25 0 0,0 0 0,0 0 0,0 25 0,0-25 0,0 0 0,0 0 0,0 0 0,0 0 0,0 24 0,0-24 0,0 0 0,0 0 0,0 0 0,0 0 0,0 25 0,0-25 0,0 0 78,0 25-78,0-25 0,0 0 0,0 0 0,0 0 0,0 0 0,0 25 0,0-25 0,0 0 16,0 0-16,0 25 0,0-25 0,0 0 0,0 0 0,0 0 0,0 0 0,0 24 0,0-24 0,0 0 0,0 0 0,0 0 0,0 0 0,0 0 0,0 25 0,0-25 0,0 0 0,0 0 0,0 0 0,0 0 0,0 0 0,0 25 0,0-25 0,0 0 0,0 0 0,0 0 0,0 0 0,0 0 0,0 25 0,0-25 15,0 0-15,0 0 0,0 0 0,0 0 0,0 0 16,0 0-16,0 0 0,0 0 0,0 25 0,0-25 15,0 0-15,0 0 0,0 0 0,0 0 0,0 0 0,0 0 16,0 24-16,0-24 0,0 0 0,0 0 0,0 0 16,0 0-16,0 0 0,0 0 0,0 0 0,0 25 0,0-25 15,0 0-15,0 0 0,0 0 0,0 0 0,0 0 16,0 0-16,0 0 0,0 0 0,0 0 0,0 0 15,0 0-15,0 0 0,0 25 0,0-25 0,0 0 0,0 0 16,0 0-16,0 0 0,0 0 47,0 0-47,0 0 0,0 0 0,0 25 0,0-25 0,0 0 0,0 0 0,0 0 0,0 0 0,0 0 0,0 0 0,0 25 0,0-25 0,0 0 0,0 0 0,0 0 0,0 0 0,0 0 0,0 0 15,0 0-15,0 24 0,0-24 0,0 0 16,0 0-16,0 0 0,0 0 0,0 25 0,0-25 0,0 0 0,0 0 16,0 0-16,0 25 0,0-25 0,0 0 0,0 0 15,0 0-15,0 25 0,0-25 0,0 0 0,0 0 16,0 0-16,0 25 0,0-25 0,0 0 0,0 0 15,25 25-15,-25-25 0,0 0 0,0 0 0,0 0 0,0 0 16,0 24-16,0-24 0,0 0 0,0 0 0,0 25 0,0-25 16,0 0-16,0 0 0,0 25 0,0-25 0,0 0 15,0 0-15,0 0 0,0 25 0,0-25 0,0 0 16,0 0 93,0 49-109,0-49 0,0 0 0,0 0 0,0 0 0,0 0 0,0 25 0,0-25 0,0 0 0,0 0 0,0 25 0,0-25 16,0 0-16,0 0 0,0 0 0,0 0 0,0 25 0,0-25 0,0 0 0,0 0 0,0 0 0,0 0 0,0 25 0,0-25 0,0 0 0,0 0 0,0 0 0,0 0 0,0 24 0,0-24 0,0 0 0,0 0 0,0 0 0,-25 0 0,25 0 0,0 25 0,0-25 0,0 0 0,0 0 0,0 0 15,0 0-15,0 25 0,0-25 0,0 0 0,0 0 16,0 0-16,0 0 0,0 25 0,0-25 0,0 0 515,-99 471-157,99-471-358,0 0 16,0 0-16,0 0 0,0 0 0,0 0 0,0 0 0,0 0 0,0 0 0,0 0 0,0 0 0,0 0 0,0 0 0,0 0 0,0 0 0,0 0 0,0 0 0,0 0 0,0 0 0,0 0 0,0 0 0,0 0 0,0 0 0,0 0 0,0 0 0,0 0 0,0 0 0,0 0 0,0 0 0,0 0 0,0 0 0,0 0 0,0 0 0,0 0 0,0 0 0,0 0 0,0 0 0,0 0 16,0 0-16,0 0 0,0 0 0,0 0 0,0 0 0,0 0 15,0 0-15,0 0 0,0 0 0,0 0 0,0 0 16,0 0-16,0 0 0,0 0 47,0 0-47,0 0 31,0 0-31,0 0 0,0 0 0,0 0 0,0 0 0,0 0 0,0 0 0,0 0 0,0 0 0,0 0 0,0 0 0,0 0 0,0 0 0,0 0 0,0 0 0,0 0 0,0 0 0,0 0 0,0 0 15,0 0-15,0 0 0,0 0 0,0 0 0,0 0 0,0 0 0,0 0 0,0 0 0,0 0 0,0 0 0,0 0 0,0 0 0,0 0 0,0 0 16,0 0-16,0 0 0,0 0 0,0 0 0,0 0 16,0 0-16,0 0 0,0 0 0,0 0 0,0 0 0,0 0 15,0-25-15,0 25 0,0 0 0,0 0 0,0 0 16,0 0-16,0 0 0,0 0 0,0 0 0,0 0 0,0 0 15,0 0-15,0 0 0,0 0 0,0 0 0,0 0 16,0 0-16,0 0 31,0 0-31,0 0 0,0 0 0,0 0 0,0 0 0,0 0 0,0 0 0,0 0 0,0 0 16,0 0-16,0 0 0,0 0 0,0 0 0,0 0 0,0 0 0,0 0 0,0 0 0,0 0 0,0 0 15,0 0-15,0 0 0,0 0 0,0 0 0,0 0 0,0 0 0,0 0 16,0 0-16,0 0 0,0 0 0,0 0 0,0 0 16,0 0 15,0 0-31,0 0 0,0 0 0,0 0 0,0 0 15,0 0-15,0 0 0,0 0 0,0 0 0,0 0 0,0 0 0,0 0 0,0 0 0,0 0 0,0 0 0,0 0 0,0 0 0,0 0 0,0 0 0,0 0 16,0 0-16,0 0 0,0 0 0,0 0 0,0 0 0,0 0 16,0 0-16,0 0 0,0 0 0,0 0 0,0 0 15,0 0-15,0 0 0,0 0 0,0 0 0,0 0 0,0 0 16,0 0-16,0 0 0,0 0 0,0 0 0,0 0 15,0 0-15,0 0 0,0 0 0,0 0 0,0 0 0,0 0 16,0 0-16,0 0 0,0 0 0,0 0 562,-248 50-562,248-50 0,0 0 0,0 0 0,0 0 0,0 0 0,0 0 0,0 0 0,0 0 0,0 0 0,0 0 0,0 0 0,0 0 0,0 0 0,0 0 15,0 0-15,0 0 0,0 0 0,0 0 0,0-25 0,25 25 0,-25 0 0,0 0 0,0 0 0,0 0 0,0 0 0,0 0 0,0 0 0,0-25 16,24 25-16,-24 0 0,0 0 0,0 0 0,0-25 0</inkml:trace>
  <inkml:trace contextRef="#ctx0" brushRef="#br0" timeOffset="372720.3184">24358 3349 0,'0'0'0,"0"0"0,0 0 0,0 0 16,0 0-16,0 0 0,0 0 0,0 0 0,0 0 0,0 0 15,0 0-15,0 0 0,0 0 0,0 0 0,0 0 0,0 0 16,0 0-16,0 0 0,0 0 0,0 0 15,0 0-15,0 0 0,0 0 0,0 0 0,0 0 0,0 0 16,0 0-16,0 0 0,0 0 0,0 0 0,0 0 0,0 0 16,0 0-16,0 0 0,0 0 0,0 0 0,0 0 15,0 0-15,0 0 0,0 0 0,0 0 0,0 0 16,0 0-16,0 0 0,0 0 0,0 0 0,0 0 15,0 0-15,0 0 0,0 0 0,0 0 0,0 0 0,0 0 16,0 0-16,0 0 0,0 0 0,0 0 0,0 0 16,0 0-16,0 0 0,0 0 0,0 0 0,0 0 15,0 0-15,0 0 0,0 0 0,0 0 0,0 0 0,0 0 16,0 0-16,0 0 0,0 0 0,0 0 0,0 0 0,0 0 15,0 0-15,0 0 0,0 0 0,0 0 0,0 0 16,0 0-16,0 0 0,0 0 0,0 0 0,0 0 16,0 0-16,0 0 0,0 0 0,0 0 0,0 0 0,0 0 15,0 0 48,0 0-48,0 0-15,0 0 0,0 0 0,0 0 0,0 0 0,0 0 0,0 0 0,0 0 0,0 0 0,0 0 0,0 0 0,0 0 0,0 0 0,0 0 0,0 0 0,0 0 0,0 0 0,0 0 0,25 0 0,-25 0 0,0 0 0,0 0 0,0 0 0,0 0 0,0-25 0,25 25 0,-25 0 16,0 0-16,0 0 0,25 0 0,-25 0 0,0 0 0,0 0 0,24 0 0,-24 0 0,0 0 15,0 0-15,0 0 0,25 0 0,-25 0 0,0-25 16,0 25-16,25 0 0,-25 0 0,0 0 0,0 0 16,0 0-16,25 0 0,-25 0 0,0 0 0,0 0 0,0 0 15,0 0-15,0 0 0,0 0 0,0 0 0,0 0 16,0 0-16,0 0 0,25 0 0,-25 0 0,0 0 0,0 0 15,0 0-15,0 0 0,0 0 0,0 0 0,0 0 0,0 0 16,0 0-16,0 0 0,0 0 0,0 0 0,0 0 16,0 0-16,0 0 0,0 0 0,0 0 0,0 0 15,0 0-15,0 0 0,0 0 0,0 0 0,0 0 16,0 0-16,0 0 0,0 0 0,0 0 0,0 0 0,0 0 15,0 0-15,-25 0 0,25 0 0,0 0 0,0 0 16,0 0-16,0 0 0,-25-25 0,25 25 0,0 0 0</inkml:trace>
  <inkml:trace contextRef="#ctx0" brushRef="#br0" timeOffset="373957.3891">24110 5085 0,'0'0'0,"25"0"15,-25 0-15,0 0 0,0 0 0,0 0 0,0 0 16,0 0-16,0 0 0,0 0 0,0 0 0,0 0 0,0 0 47,0 0-32,0 0-15,0 0 0,0 0 0,0 0 0,0 0 0,0 0 0,0 0 0,0 0 0,0 0 0,0 0 0,0 0 0,0 0 0,0 0 0,0 0 0,0 0 16,0 0-16,0 0 0,0 0 0,0 0 0,0 0 0,0 0 0,0 0 0,0 0 0,0 0 0,0 0 16,0 0-16,0 0 0,0 0 0,0 0 0,0 0 0,0 0 15,0 0-15,0 0 0,0 0 0,0 0 0,0 0 16,0 0-16,0 0 0,0 0 0,0 0 0,0 0 15,0 25-15,0-25 0,0 0 0,0 0 0,0 0 0,0 0 16,0 0-16,0 25 0,0-25 0,0 0 0,0 0 16,0 0-16,0 0 0,0 0 0,0 0 0,0 0 0,0 0 15,25 0-15,-25 0 0,0 0 0,0 24 0,0-24 0,0 0 16,0 0-16,0 25 0,25-25 0,-25 0 0,0 0 15,0 25-15,0-25 0,0 0 0,24 0 0,-24 0 16,0 25-16,0-25 0,0 0 0,0 0 0,25 25 0,-25-25 16,0 0-16,0 0 0,0 24 0,0-24 0,0 0 15,0 0-15,0 0 0,25 25 0,-25-25 0,0 0 16,0 0-16,0 0 0,0 0 0,0 0 0,0 0 0,0 0 15,0 0-15,0 25 0,0-25 0,0 0 0,0 0 16,0 0-16,0 0 0,0 0 0,0 0 0,0 0 0,0 0 16,0 0-16,0 0 0,0 0 0,0 0 0,0 0 15,0 0-15,0 0 0,0 0 0,0 0 0,0 0 0,0-25 16,-25 25-16,25 0 0,0 0 0,0-25 15,0 25-15,0 0 0,0 0 0,-25-24 0,25 24 0</inkml:trace>
  <inkml:trace contextRef="#ctx0" brushRef="#br0" timeOffset="390966.3616">21803 6722 0,'0'0'0,"0"0"0,0 0 0,0 0 0,0 0 0,0 0 0,0 0 0,0 0 0,0 0 0,0 0 0,0 0 0,0 0 0,0 0 0,0 0 0,0 0 0,0 0 0,0 0 0,0 0 0,0 0 0,0 0 0,0 0 0,0 0 0,0 0 0,0 0 0,0 0 0,0 0 0,0 0 0,0 0 0,0 0 0,0 0 0,0 0 0,0 0 16,0 0-16,0 0 0,0 0 0,0 0 0,0 0 0,0 0 0,0 0 0,0 0 0,0 0 0,0 0 15,0 0-15,0 0 0,0 0 0,0 0 0,0 0 16,0 0-16,0 0 0,0 0 0,0 0 0,0 0 15,0 0-15,0 0 0,0 0 0,0 0 0,0 0 16,0 0-16,0 0 0,25 0 0,-25 0 0,0 25 0,0-25 16,0 0-16,0 0 0,0 0 0,0 0 0,0 0 15,25 0-15,-25 0 0,0 0 0,0 0 0,0 0 0,25 0 16,-25 0-16,0 0 0,0 0 0,0 0 0,25 0 15,-25 0-15,0 0 0,0 0 0,0 0 0,24 0 0,-24 0 16,0 0-16,0 0 0,0 0 0,25 0 94,-25 0-94,0 0 0,0 0 0,25 0 0,-25 25 0,0-25 0,0 0 0,0 0 0,25 0 0,-25 0 0,0 0 0,0 0 0,25 0 0,-25 0 0,0 0 15,0 0-15,0 0 0,0 0 0,24 0 0,-24 0 0,0 0 0,0 0 0,25 0 0,-25 0 0,0 0 0,0 0 0,25 0 0,-25 0 0,0 0 0,0 0 0,0 0 0,25 0 0,-25 0 0,0 0 0,0 0 0,0 0 0,0 0 0,0 0 0,0 0 16,25 0-16,-25 0 0,0 0 0,0 0 15,0 0-15,0 0 0,0 0 0,0 0 0,0 0 0,0 0 0,0 0 16,0 0-16,0 0 0,0 0 94,0 0-94,0 0 0,0 0 0,0 0 0,0 0 0,0 0 0,0 0 0,0 0 0,0 0 0,0 0 0,0 0 0,0 0 0,0 0 0,0 0 0,0 0 0,0 0 0,0 0 0,0 0 0,0 0 0,0 0 0,0 0 0,0 0 0,0 0 0,0 0 0,0-25 0,0 25 0,0 0 0,0 0 0,0 0 0,-25 0 0,25 0 0,0 0 0,0 0 0,0 0 15,0 0-15,0-25 0,0 25 0</inkml:trace>
  <inkml:trace contextRef="#ctx0" brushRef="#br0" timeOffset="392264.4362">21927 6921 0</inkml:trace>
  <inkml:trace contextRef="#ctx0" brushRef="#br0" timeOffset="394518.5652">21878 6573 0,'0'0'0,"0"0"0,0 0 16,0-25-16,0 25 0,0 0 0,0 0 0,0 0 15,0 0-15,25 0 0,-25 0 0,0 0 0,0 0 16</inkml:trace>
  <inkml:trace contextRef="#ctx0" brushRef="#br0" timeOffset="395940.6457">21878 6573 0,'0'0'0,"0"0"0,0 0 0,0 0 0,0 0 0,0 0 16,25 0-16,-25 0 0,0-25 0,0 25 0,0 0 16,0 0-16,0 0 0,0 0 0,0 0 15,0 0-15,0 0 0,0 0 0,0 25 0,0-25 0,0 0 0,0 0 16,0 0-16,0 0 0,0 0 0,0 0 0,0 0 15,0 0-15,0 0 78,0 0-78,0 0 0,0 0 0,0 0 0,0 0 0,0 0 0,0 0 0,24 0 0,-24 0 0,0 0 0,0 0 0,0 0 0,0 0 0,0 0 0,0 0 16,0 0-16,0 0 0,0 0 0,0 0 0,0 0 0,0 0 0,0 0 0,0-25 0,0 25 0,0 0 0,0 0 0,25 0 0,-25 0 0,0 0 0,0 0 0,0 0 0,0 0 0,0 0 0,0 0 0,0 0 16,0 0-16,0 0 0,0 0 0,0 0 0,0 0 0,0 0 0,0 0 15,25 0-15,-25 0 0,0 0 0,0 0 0,0 0 16,0 0-16,0 0 0,0 0 0,0 0 0,0 0 15,0 0-15,0 0 0,0 0 0,0 0 0,0 0 16,0 0-16,0 0 0,0 0 0,0 0 0,0 0 0,0 0 16,0 0-16,0 0 0,0 0 0,0 0 0,0 0 0,0 0 15,0 0-15,0 0 0,0 0 0,0 0 0,0 0 16,0 0-16,0 0 0,0 0 0,0 0 0,0 0 0,0 0 15,0 0-15,0 0 0,0 0 0,0 0 0,0 0 16,0 0-16,0 0 0,0 0 0,0 0 0,0 0 16,0 0-16,0 0 0,0 0 0,0 0 0,0 0 15,0 0-15,0 0 0,0 0 0,0 0 0,0 0 0,0 0 16,0 0-16,0 0 0,0 0 0,0 0 0,0 0 15,0 0-15,0 0 0,0 0 0,0 25 0,0-25 0,0 0 16,0 0-16,0 25 0,0-25 0,-25 0 0,25 0 16,0 25-16,0-25 0,0 0 0,0 25 0,0-25 0,0 0 15,0 24-15,0-24 0,0 25 0,0-25 0,0 0 16,0 25-16,-25-25 0,25 0 0,0 25 0,0-25 15,0 0-15,0 0 0,0 25 0,0-25 0,-24 0 16,24 0-16,0 24 0,0-24 47,0 0-47,0 0 0,0 0 0,0 25 0,0-25 0,0 0 0,0 0 0,0 0 0,0 25 0,0-25 0,0 0 0,0 0 0,0 25 0,0-25 0,0 0 0,0 0 0,-25 0 0,25 0 0,0 0 0,0 25 15,0-25-15,0 0 0,0 0 0,0 0 16,0 0-16,0 0 0,0 25 0,0-25 0,0 0 16,0 0-16,0 0 0,0 0 0,0 0 0,0 0 0,0 0 0,0 24 15,0-24-15,0 0 0,0 0 0,0 0 0,0 0 0,0 0 16,0 0-16,0 0 0,0 0 0,0 0 0,0 0 15,0 0-15,0 0 0,0 0 0,0 0 0,0-24 16,0 24-16,0 0 0,0 0 593</inkml:trace>
  <inkml:trace contextRef="#ctx0" brushRef="#br0" timeOffset="399228.8346">22275 6548 0,'0'0'0,"0"0"0,0 0 16,0 0-16,0 0 0,24 0 0,-24 0 0,0 0 0,0 0 16,0 0-16,0 0 0,0 0 0,0 0 0,0 0 15,0 0-15,0 0 0,0 0 0,0 0 0,0 0 16,0 0-16,0 0 0,0 0 0,0 0 0,0 0 0,0 0 15,0 0-15,0 0 0,0 0 16,0 0-16,0 0 0,0 0 0,0 0 0,0 0 0,0 0 0,0 0 0,0 0 16,0 0-16,0 0 0,0 0 0,0 0 0,0 0 15,0 0-15,0 0 0,0 0 0,0 0 0,0 0 0,0 0 16,0 0-16,0 0 0,0 0 0,0 0 0,0 0 0,0 0 15,0 0-15,0 0 0,0 0 0,0 0 16,0 0-16,0 0 0,0 0 0,0 0 0,0 0 0,0 0 0,0 0 16,0 0-16,0 0 0,0 0 0,0 0 0,0 0 46,0 0-46,0 0 0,0 0 0,0 0 0,0 0 0,0 0 0,0 0 0,0 0 0,0 0 16,0 0-16,0 0 0,0 0 0,0 0 0,0 0 0,0 0 0,0 0 0,0 0 0,0 0 0,0 0 0,0 0 0,0 0 16,0 0-16,0 0 0,0 0 0,0 0 0,0 0 0,0 0 15,0 0-15,0 0 0,0 0 0,0 0 0,0 25 16,0-25-16,0 0 1419,273 223-1403,-273-223-16,0 0 0,0 0 0,0 0 0,0 0 0,0 0 0,0 0 0,0 0 0,0 0 0,0 0 0,0 0 0,0 0 0,0 0 0,0 0 0,0 0 0,0 0 0,0 0 0,0 0 0,0 0 0,0 0 0,0 0 16,0 0-16,0 0 0,0 0 0,0 0 0,0 0 0,0 0 0,0 0 0,0 0 0,0 0 0,0 0 0,0 0 0,0 0 0,0 0 0,0 0 0,0 0 0,0 0 0,0 0 0,0 0 0,0 0 0,0 0 0,0 0 0,0 0 15,0 0-15,0 0 0,0 0 0,0 0 0,0 0 16,0 0-16,0 0 0,0 0 0,0 0 15,0 0-15,0 0 0,0 0 0,0 0 0,0 0 0,0 0 16,0 0-16,0 0 0,0 0 0,0 0 0,0 0 0,0 0 16,0 0-16,0 0 0,0 0 0,0 0 0,0 0 15,0 0-15,-25 0 0,25 0 0,0 0 0,0 0 47,0 0-47,0 0 0,0 0 0,0 0 0,0 0 0,0 0 0,0 0 0,0 0 0,0 0 0,0 0 0,0 0 0,0 0 0,0 0 0,0 0 0,0 0 0,0 0 0,0 0 16,0 0-16,0 0 0,0 0 0,0 0 15,0 0-15,0 0 0,0 0 0,0 0 0,0 0 0,0 0 16,0 0-16,0 0 0,0 0 0,0 0 47,0 0-47,0 0 0,0 0 0,0 0 0,0 0 0,0 0 0,0 0 0,0 0 0,0 0 0,0 0 0,0 0 15,0 0-15,0 0 0,0 0 0,0 0 0,0 0 0,0 0 0,0 0 0,0 0 0,0 0 0,0 0 0,0 0 0,0 0 0,0 0 16,0 0-16,0 0 0,0 0 0,0 0 0,0 0 0,0 0 15,0 0-15,0 0 0,0 0 0,0 0 47,0 0-47,0 0 0,0 0 47,0 0-47,0 0 0,0 0 0,0 0 0,0 0 0,0 0 0,0 0 0,0 0 0,0 0 0,0 0 0,0 0 0,0 0 0,0 0 0,0 0 0,0 0 0,0 0 0,0 0 0,0 0 0,0 0 0,0 0 0,0 0 0,0 0 0,0 0 0,0 0 0,0 0 0,0 0 0,0 0 0,0 0 0,0 0 0,0 0 16,0 0-16,0 0 0,0 0 0,0 0 0,0 0 0,-24 0 15,24 0-15,0 0 0,0 0 0,0 0 0,0 0 63,0 0-63,0 0 0,0 0 0,0 0 0,0 0 0,0 0 0,0 0 0,0 0 0,-25 0 0,25 0 0,0 0 0,0 0 0,0 0 0,0 0 0,0 0 0,0 0 0,0 0 0,0 0 0,-25 25 0,25-25 0,0 0 15,0 0-15,0 0 0,0 0 0,0 0 0,0 0 0,0 0 16,-25 0-16,25 0 0,0 0 0,0 0 0,0 0 0,0 0 15,0 25 17,0-25-32,-25 0 0,25 0 0,0 0 15,0 0-15,0 0 0,0 0 0,0 0 0,0 0 0,0 0 0,0 0 0,0 0 0,0 0 0,-24 0 0,24 0 0,0 0 0,0 0 0,0 25 0,0-25 0,-25 0 16,25 0-16,0 0 0,0 0 0,0 0 0,0 0 0,0 0 15,0 0-15,0 25 0,0-25 0,0 0 0,0 0 16,0 0-16,-25 0 0,25 0 0,0 0 0,0 0 250,0 0-250,0 0 0,0 0 0,0 0 0,0 0 0,0 0 0,0 0 0,0 0 0,0 0 0,0 0 0,0 0 0,0 0 0,0 0 0,0 0 15,25-25-15,-25 25 0,0 0 0,0 0 0,0 0 0,0-25 0,25 25 0,-25 0 0,0 0 0</inkml:trace>
  <inkml:trace contextRef="#ctx0" brushRef="#br0" timeOffset="403709.0908">23540 6648 0,'0'0'0,"0"0"0,0 0 0,0 0 0,0 0 16,0 0-16,0 0 0,0 0 0,0 0 0,0 0 0,0 0 16,0 0-16,0 0 0,0 0 0,0 0 0,0 0 15,0 0-15,0 0 0,0 0 0,0 0 0,0 0 0,0 0 265,-50 0-265,50 0 0,0 0 0,0 0 0,0 0 0,0 0 0,0 0 0,0 0 0,0 0 0,0 0 0,0 0 0,0 0 0,0 0 0,0 0 0,-25 0 0,25 0 0,0 0 0,0 0 0,0 0 0,0 0 0,0 0 0,0 0 0,0-25 0,0 25 0,0 0 0,0 0 0,0 0 0,-25 0 16,25 0-16,0 0 0,0 0 0,0 0 0,0 0 0,0 0 0,0 0 0,0 0 0,0 0 0,0 0 0,-24 0 0,24 0 0,0 0 0,0 0 16,0 0-16,0 0 0,0 0 0,0 0 0,0 0 15,0 0-15,0 0 0,-25 0 0,25 0 0,0 0 0,0 0 16,0 0-16,0 0 0,0 0 0,0 0 0,0 0 15,0 0-15,0 0 0,0 0 0,0 0 0,-25 0 0,25 0 16,0 0-16,0-25 0,0 25 0,0 0 0,0 0 16,0 0-16,0 0 0,-25 0 0,25 0 0,0 0 15,0 0-15,0 0 0,0 0 0,0 0 0,0 0 16,0 0-16,-25 0 0,25 0 0,0 25 0,0-25 0,0 0 15,0 0-15,0 0 0,0 0 0,0 0 16,-24 0-16,24 0 0,0 0 0,0 0 0,0 0 0,0 0 0,0 0 16,0 0-16,0 0 0,0 0 0,0 0 0,0 0 15,0 0-15,0 0 0,0 0 0,0 0 0,0 0 16,-25 0-16,25 0 0,0 0 0,0 0 0,0 0 15,0 0-15,0 0 0,0 0 0,0 0 0,0 0 0,0 0 0,0 0 16,0 0-16,0 0 0,0 0 0,0 0 0,0 0 16,0 0-16,0 0 0,0 25 0,0-25 0,0 0 15,0 0-15,0 0 0,0 0 0,0 0 0,0 0 0,0 24 16,0-24-16,0 0 0,0 0 0,0 0 0,0 0 15,0 0-15,0 25 0,0-25 0,0 0 0,0 0 0,0 0 16,0 0-16,25 0 0,-25 0 0,0 25 16,0-25-16,0 0 0,0 0 0,0 0 46,0 0-46,0 0 0,0 0 0,0 0 0,0 25 0,0-25 0,0 0 0,0 0 0,0 0 0,0 0 0,0 0 0,0 0 0,0 0 0,0 25 0,0-25 0,0 0 0,0 0 0,0 0 0,0 0 16,0 0-16,0 0 0,0 0 0,0 0 0,0 0 16,0 0-16,0 24 0,0-24 0,0 0 0,0 0 15,0 0-15,24 0 0,-24 0 0,0 0 0,0 0 0,0 0 936</inkml:trace>
  <inkml:trace contextRef="#ctx0" brushRef="#br0" timeOffset="406635.2582">23515 6672 0,'0'0'0,"0"0"0,0 0 0,0 0 0,0 0 46,0 0-46,0 0 0,0 0 0,0 0 0,0 0 16,0 0-16,0 0 0,0 0 0,0 0 0,0 0 0,0 0 0,0 0 0,0 0 0,0 0 0,0 0 0,0 0 0,0 0 0,0 0 0,0 0 0,0 0 0,0 0 16,0-24-16,0 24 0,0 0 0,0 0 0,0 0 0,0 0 15,0 0-15,0 0 0,0 0 0,0 0 0,0 0 16,0 0-16,0 0 47,0 0-47,0 0 0,0 0 0,0 0 0,0 0 0,0 0 0,0 0 0,0 0 0,0 0 0,0 0 0,0 0 0,0 0 0,-25 0 0,25 0 0,0 0 0,0 0 0,0 0 0,0 0 0,0 0 0,0 0 15,0 0-15,0 0 0,0 0 0,0 0 0,0 0 0,0 0 16,0-25-16,0 25 0,0 0 0,0 0 0,-25 0 15,25 0-15,0 0 0,0 0 0,0 0 0,0 0 32,0 0-32,0 0 0,0 0 0,0 0 0,0 0 0,-25 0 15,25 0-15,0 0 0,0 0 0,0 0 0,0 0 0,0 0 0,0 0 141,-24 0-141,24 0 0,0 0 0,0 0 0,0 0 0,0 0 0,-25 0 0,25 0 0,0 0 0,0 0 0,0 0 0,0 0 0,0 0 0,0 0 0,0 0 0,0 0 0,0 0 0,0 0 0,0 0 0,0 0 0,-25 0 0,25 0 0,0 0 0,0 0 0,0 25 0,0-25 0,0 0 0,0 0 0,0 0 0,0 0 0,0 0 0,0 0 0,0 0 15,0 0-15,0 0 0,0 0 0,0 0 0,-25 0 0,25 0 0,0 0 0,0 24 0,0-24 16,0 0-16,0 0 0,0 0 0,0 0 0,0 0 0,0 0 15,0 0-15,0 0 0,0 25 0,0-25 0,0 0 16,-25 0-16,25 0 0,0 0 0,0 25 0,0-25 0,0 0 16,0 0-16,0 0 0,0 0 0,0 0 0,0 0 15,0 0-15,0 0 0,0 0 0,0 0 0,0 0 0,0 0 16,0 25-16,0-25 0,0 0 0,0 0 0,0 0 15,0 0-15,0 0 0,0 25 0,0-25 0,0 0 16,0 0-16,0 0 0,0 0 0,0 0 0,0 24 0,0-24 47,0 0-47,0 0 0,0 0 0,25 0 0,-25 25 15,0-25-15,0 0 0,0 0 0,0 0 0,0 0 0,0 0 0,0 0 0,0 0 0,0 25 0,0-25 0,0 0 0,0 0 0,0 0 0,0 0 0,0 0 0,0 0 0,0 0 16,0 25-16,0-25 0,25 0 0,-25 0 0,0 0 16,0 0-16,0 0 0,0 0 0,0 0 0,0 25 15,0-25-15,0 0 156,74 25-156,-49-25 0,-25 0 0,0 0 0,0 0 0,0 0 0,0 0 0,25 24 0,-25-24 0,0 0 0,0 0 0,0 0 0,25 0 0,-25 0 0,0 0 0,0-24 0,0 24 0,25 0 0,-25 0 0,0 0 0,0 0 0,0 0 0,0 0 0,24 0 0,-24 0 0,0 0 0,0 0 0,0 0 0,0 0 0,25 0 0,-25 0 0,0 0 0,0-25 0,0 25 0,0 0 0,0 0 0,25 0 16,-25-25-16,0 25 0,0 0 0,0 0 0,0 0 15,0 0-15,25 0 0,-25-25 0,0 25 0,0 0 0,0 0 16,0 0-16,0 0 0,0-25 78,0 25-78,0 0 0,0 0 0,0 0 0,0-25 0,0 25 0,0 0 0,0 0 0,0 0 0,0-24 0,0 24 0,0 0 16,0 0-16,-25-25 0,25 25 0,0 0 0,0 0 0,0 0 0,0 0 0,0-25 0,0 25 0,0 0 0,0 0 0,0 0 0,0 0 0,0-25 0,0 25 0,0 0 0,0 0 0,0 0 0,0 0 0,0 0 0,0 0 0,0 0 0,0 0 15,0 0-15,0 0 0,0-25 0,0 25 16,0 0-16,0 0 0,0 0 0,0 0 0,0 0 0,0 0 15,0 0-15,0-24 0,-25 24 0,25 0 0,0 0 0,0 0 16,0 0-16,0 0 0,0 0 0,0 0 0,0 0 16,0 0-16,0 0 0,-25 0 0,25 0 0,0-25 15,0 25-15,0 0 109</inkml:trace>
  <inkml:trace contextRef="#ctx0" brushRef="#br0" timeOffset="409072.3976">23713 6102 0,'0'0'0,"0"0"16,0 0-16,0 0 0,0 0 0,0 0 0,0 0 0,0 0 16,0 0-16,0 0 0,0 0 0,0 0 0,0 0 0,0 0 15,0 0-15,0 0 0,0 0 0,0 0 0,0 0 16,0 0-16,0 0 0,0 0 0,0 0 0,0 0 15,0 0-15,0 0 0,0 0 0,0 0 0,0 0 0,-25 0 16,25 0-16,0 0 0,0 0 0,0 0 0,0 0 16,0 0-16,0 0 0,0 0 0,0 0 0,0 0 15,0 0-15,0 0 0,0 0 0,0 0 0,0 0 0,0 0 16,0 0-16,0 0 0,0 0 0,0 0 0,0 0 15,0 0-15,0 0 0,0 0 0,0 0 0,0 0 0,0 0 16,0 25-16,0-25 0,0 0 0,0 0 0,0 0 16,0 0-16,0 0 0,0 25 0,0-25 0,0 0 0,0 0 15,0 0-15,0 0 0,0 24 0,0-24 0,0 0 16,0 0-16,0 25 0,0-25 0,0 0 0,0 0 15,0 25-15,0-25 0,0 25 0,0-25 0,0 0 0,0 25 16,0-25-16,0 0 0,0 24 0,0-24 16,25 0-16,-25 0 0,0 0 0,0 25 0,0-25 0,0 0 15,0 0-15,0 0 0,0 0 0,0 25 0,0-25 0,0 0 16,0 0-16,0 25 0,0-25 0,0 0 0,0 0 15,0 0-15,0 25 0,0-25 0,0 0 0,0 0 0,0 0 16,0 24-16,0-24 0,0 0 0,0 0 0,0 0 16,0 25-16,0-25 0,0 0 0,0 0 0,0 0 0,-25 0 15,25 25-15,0-25 0,0 0 0,0 0 0,0 0 16,0 0-16,0 25 0,0-25 0,0 0 0,0 0 15,0 0-15,0 25 0,0-25 0,0 0 0,0 0 0,0 0 16,0 0-16,0 24 0,0-24 0,0 0 0,0 0 16,0 0-16,0 25 15,0-25-15,0 0 0,0 0 0,0 0 0,0 25 0,0-25 0,0 0 0,0 0 0,0 0 16,0 0-16,0 0 0,0 25 0,0-25 0,0 0 0,0 0 15,0 0-15,0 0 0,0 25 0,0-25 0,0 0 16,0 0-16,0 0 0,0 0 0,0 0 0,0 0 16,0 0-16,0 0 0,0 24 0,0-24 0,-24 0 0,24 0 15,0 0-15,0 25 0,0-25 0,0 0 0,0 0 16,0 25-16,0-25 0,0 0 0,0 0 0,0 0 0,0 0 15,0 25-15,0-25 0,0 0 0,0 0 0,0 0 16,0 0-16,0 25 0,0-25 0,0 0 0,0 0 0,0 0 16,0 0-16,0 0 0,0 0 0,0 0 15,0 0-15,0 0 0,0 0 0,0 24 0,0-24 0,0 0 16,0 0-16,0 0 0,0 0 0,0 25 0,0-25 0,0 0 15,0 0-15,0 0 0,0 25 0,0-25 0,0 0 0,0 0 16,0 0-16,0 0 0,0 25 0,0-25 0,0 0 16,0 0-16,0 0 0,0 0 0,24 0 0,-24 0 15,0 25-15,0-25 0,0 0 0,0 0 0,0 0 16,0 25-16,0-25 0,0 0 0,0 0 0,0 0 15,0 0-15,0 0 0,25 0 0,-25 0 0,0 0 0,0 0 16,0 24-16,0-24 0,0 0 0,0 0 0,0 0 0,0 0 16,0 0-16,0 0 0,0-24 0,25 24 0,-25 0 15,0 0-15,0 0 0,0 0 0,0 0 0,25 0 16,-25 0-16,0 0 0,0-25 0,0 25 0,25 0 0,-25 0 15,0 0-15,0 0 0,0 0 0,24 0 0,-24 0 0,0 0 16,0 0-16,0-25 0,0 25 0,25 0 0,-25 0 16,0 0-16,0 0 0,0 0 0,0 0 0,0 0 15,0 0-15,0 0 0,0 0 0,25-25 0,-25 25 0,0 0 531</inkml:trace>
  <inkml:trace contextRef="#ctx0" brushRef="#br0" timeOffset="411190.5186">23986 6846 0,'0'0'0,"0"0"0,0 0 0,0 0 0,0 0 15,0 0-15,0 0 0,0 0 0,0 0 16,0 0-16,0 0 0,0 0 0,0 0 0,0 0 0,0 0 0,0 0 16,0 0-16,0 0 0,0 0 0,0 0 0,0 0 15,0 0-15,0 0 109,0 0-109,0 0 16,0 0-16,0 0 0,0 0 0,0 0 0,0 0 0,0 0 0,0 0 0,0 0 0,0 0 0,0 0 16,0 0-16,0 0 0,0 0 0,0 0 0,0 0 0,0 0 0,0 0 0,0 0 0,0 0 0,0 0 0,0 0 0,0 0 0,0 0 0,0 0 0,0 0 0,0 0 0,0 0 0,25 0 0,-25 0 0,0 0 0,0 0 0,0 0 0,0 0 0,0 0 0,0 0 0,0 0 0,0 0 0,0 0 0,0 0 0,0 0 0,25 0 0,-25 0 15,0 0-15,0 0 0,0 0 0,0 0 0,0 0 16,0 0-16,25 0 0,-25 0 0,0 0 0,0 0 0,0 0 15,24 0-15,-24 0 0,0 0 0,0 0 0,0 0 16,25 0-16,-25 0 0,0 0 0,0 0 0,0 0 0,25 0 16,-25 0-16,0 0 0,0 0 0,0 0 0,25 0 15,-25 0-15,0 0 0,0 0 0,0 0 47,25 0-47,-25 0 0,0 0 0,0 0 0,0 0 0,0 0 0,0 0 0,0 0 0,24 0 0,-24 0 0,0 0 0,0 0 0,0 0 0,0 0 0,0 0 0,0 0 0,0 0 0,0 0 16,0 0-16,0 0 0,0 0 0,25 0 0,-25 0 15,0 0-15,0 0 0,0 0 0,0-25 0,0 25 16,0 0-16,0 0 0,0 0 0,0 0 0,0 0 47,25 0-47,-25 0 0,0 0 0,0 0 0,0 0 0,0-25 0,0 25 0,0 0 0,0 0 0,0 0 0,0 0 0,0 0 0,0 0 0,0 0 0,0 0 0,0 0 0,0 0 15,25 0-15,-25 0 0,0 0 0,0 0 0,0 0 16,0-24-16,0 24 0,0 0 0,0 0 0,0 0 0,0 0 15,0 0-15,0 0 0,0 0 0,0 0 47,0 0-47,0 0 0,0 0 0,0-25 0,0 25 0,0 0 0,0 0 0,0 0 0,0 0 0,0 0 16,-25 0-16,25 0 0,0-25 0,0 25 0,0 0 0,0 0 0,0 0 0,0 0 0,0 0 0,0 0 0,0 0 0,0 0 0,0-25 15,-25 25-15,25 0 0,0 0 0,0 0 0,0 0 16,0 0-16,0 0 0,0 0 0,0 0 0,-25 0 452,-148 199-452,173-199 0,0 25 0,0-25 0,25 0 0,-25 0 0,0 0 0,0 0 0,0 0 0,0 24 0,0-24 78,49 50-31,-49-25-47,0-25 0,25 0 0,-25 0 0,0 0 0,0 0 0,0 0 0,0 0 0,0 0 0,0 0 0,0 0 0,0 0 16,0 0-16,0 0 0,0 0 0,0 0 0,0 0 0,0 0 0,0 0 0,0 0 0,0 0 0,0 0 0,0 0 0,0 0 0,0 0 0,0 0 0,0 0 0,0 0 0,0 0 0,0 0 0,0 0 0,0 0 0,0 0 0,0 0 0,0 0 0,0 0 0,0 0 0,0 0 15,0 0-15,0 0 0,0 0 0,0 0 0,0 0 0,0 0 16,0 0-16,0 0 0,0 0 0,0 0 16,0 0-16,0 0 0,0-25 0,0 25 0,0 0 0,0 0 15,25 0-15,-25 0 0,0-25 0,0 25 0,0 0 0,0 0 16,0 0-16,0 0 0,0-25 0</inkml:trace>
  <inkml:trace contextRef="#ctx0" brushRef="#br0" timeOffset="413714.6631">24507 6400 0,'0'0'0,"0"0"0,0 24 15,0-24-15,0 25 0,0-25 0,0 0 0,0 25 0,0-25 0,0 0 0,0 25 0,0-25 0,0 25 0,0-25 0,0 0 0,0 24 0,0-24 0,0 0 0,0 25 0,0-25 0,0 25 0,-25-25 0,25 0 0,0 25 0,0-25 0,0 0 0,0 25 0,0-25 0,0 0 0,0 24 0,0-24 0,0 0 0,0 0 0,0 25 0,-25-25 0,25 0 0,0 0 0,0 25 16,0-25-16,0 0 0,0 0 0,0 0 0,0 25 16,0-25-16,0 0 0,0 0 0,0 25 0,0-25 0,0 0 15,0 0-15,0 0 0,0 24 0,0-24 0,0 0 16,0 0-16,0 0 0,0 0 0,0 0 0,0 0 15,0 0-15,0 0 0,0 0 0,0 25 0,0-25 16,0 0-16,0 0 0,0 0 0,0 0 0,0 0 0,0 0 0,0 0 16,0 0-16,0 0 0,0 0 0,0 0 0,0 0 15,0 0-15,0 0 0,0 0 0,0 0 0,0 0 16,0 0-16,0 0 0,0 0 0,25 0 0,-25 25 0,0-25 15,0 0-15,0 0 0,0 0 0,0 0 0,0 0 16,0 0-16,0 0 0,0 0 0,0 0 0,0 0 16,0 0-16,0 0 0,0 0 0,0 0 0,0 0 0,0 0 15,0 0-15,0 0 31,0 0-31,0 0 16,0 0-16,0 0 0,0 0 0,0 0 0,0 0 0,0 0 0,0 0 0,0 0 0,0 0 0,0 0 0,0 0 0,0 0 0,0 0 0,0 0 0,0 0 0,0 0 0,0 0 0,0 0 16,0 0-16,0 0 0,0 0 0,0 0 15,0 0-15,0 0 0,0 0 0,25 0 0,-25 0 0,0 0 16,0 0-16,0 0 0,0 0 0,0 0 0,0 0 0,0 0 15,0 0 110,0 25-125,0-25 0,0 0 0,0 0 0,0 0 0,0 0 0,0 0 0,0 0 0,0 0 0,0 0 0,0 0 0,0 0 0,0 0 0,0 0 0,25 0 0,-25 0 0,0 0 0,0 0 0,0 0 0,0 0 0,0 0 0,0 0 0,0 0 0,0 0 0,25 0 0,-25 0 0,0 0 0,0 0 0,0 0 0,0 0 0,0 0 0,24 0 0,-24-25 0,0 25 0,0 0 0,0 0 0,0 0 16,25 0-16,-25-25 0,0 25 0,0 0 0,0 0 0,0 0 15,25-25-15,-25 25 0,0 0 0,0 0 0,0 0 16,0-24-16,0 24 0,0 0 78,25 0-78</inkml:trace>
  <inkml:trace contextRef="#ctx0" brushRef="#br0" timeOffset="415791.7819">24309 6573 0,'0'0'0,"0"0"16,24 25-16,-24-25 0,0 0 0,0 0 0,0 0 0,0 0 15,0 0-15,0 0 0,0 0 0,0 0 16,0 0-16,0 0 0,0 0 0,0 0 0,0 0 0,0 0 16,0 0-16,0 0 0,0 0 0,0 0 0,0 0 0,0 0 15,0 0-15,0 0 0,0 0 0,0 0 0,0 0 16,0 0-16,0 0 0,0 0 0,0 0 0,0 0 15,0 0-15,0 0 0,0 0 0,0 0 0,0 0 0,0 0 16,0 0-16,0 0 0,25 0 0,-25 0 0,0 0 16,0 0-16,0 0 0,0 0 0,0 0 0,0 0 15,25 25-15,-25-25 0,0 0 0,0 0 0,25 0 0,-25 0 16,0 0-16,25 0 0,-25 0 0,0 0 0,24 0 0,-24 0 15,0 0-15,25 0 0,-25 0 0,0 25 0,25-25 16,-25 0-16,0 0 0,25 0 0,-25-25 16,0 25-16,0 0 0,25 0 0,-25 0 0,0 0 0,0 0 0,0 0 15,0 0-15,0 0 0,0 0 0,-25 0 0,25 0 16,0 0-16,0 0 0,0-25 0,-25 25 0</inkml:trace>
  <inkml:trace contextRef="#ctx0" brushRef="#br0" timeOffset="416918.8464">25127 6524 0,'0'0'15,"0"0"-15,0 0 0,0 0 0,-25 0 0,25 0 16,0 0-16,0 0 0,0 0 0,0 0 0,0 0 0,0 0 16,0 0-16,0 0 0,0 0 0,0 0 0,0 0 0,0 0 15,0 0-15,0 0 0,0 0 0,0 0 0,0 0 16,0 0-16,0 0 0,0 0 0,0 0 0,0 0 15,0 0-15,0 0 0,0 0 0,0 0 0,0 0 0,0 0 16,0 0-16,0 0 0,0 0 0,0 0 0,0 24 16,0-24-16,0 0 0,0 0 0,0 0 0,0 0 15,0 0-15,0 0 0,0 0 0,0 0 0,0 0 16,0 0-16,0 0 0,0-24 0,0 24 0,0 24 156,-49 1-156,49 0 0,0-25 0,0 0 0,0 0 0,0 0 0,0 25 0,-25-25 0,25 0 0,0 0 0,0 0 0,0 25 0,0-25 0,0 0 0,0 0 0,0 24 0,0-24 0,0 0 0,0 25 15,-25-25-15,25 0 0,0 25 0,0-25 0,0 0 0,0 0 0,0 25 0,0-25 0,0 0 0,0 25 0,0-25 0,0 24 0,0-24 0,0 0 0,0 25 0,0-25 0,0 0 0,0 25 0,0-25 0,0 25 0,0-25 0,0 0 0,25 25 16,-25-25-16,0 25 0,0-25 0,0 0 0,0 24 16,0-24-16,0 0 0,25 25 0,-25-25 0,0 0 0,0 25 15,0-25-15,0 0 0,0 0 0,25 0 0,-25 25 16,0-25-16,0 0 0,0 0 0,0 0 0,24 0 0,-24 0 15,0 0-15,0 0 0,0 0 0,0 0 0,25 0 16,-25 0-16,0 0 0,0 0 0,0 0 0,0 0 0</inkml:trace>
  <inkml:trace contextRef="#ctx0" brushRef="#br0" timeOffset="417898.9025">25623 6623 0,'0'0'0,"0"0"0,0 0 0,0 0 16,0 0-16,0 0 0,0 0 0,0 0 0,0 0 15,0 0-15,0 0 0,0 0 0,0 0 0,0 0 0,0 0 16,0 0-16,0 0 0,0 0 0,0 0 0,0 0 0,0 0 15,0 0-15,0-25 0,0 25 0,0 0 0,0 0 16,0 0-16,0 0 0,0 0 0,0 0 0,0 0 16,0 0-16,0 0 0,0 0 0,0 0 15,0 0-15,0 0 0,0 0 0,-25 0 0,25 0 0,0 0 16,0 0-16,0 0 0,0 0 0,0 0 0,0 0 0,0 0 15,0 0-15,0 0 0,0 0 0,0 0 0,0 0 0,0 0 16,0 0 15,0 0-31,0 0 0,0 0 0,-24 0 0,24 0 16,0 0-16,0 0 0,0 25 0,0-25 0,0 0 0,0 0 0,-25 0 0,25 0 0,0 25 0,0-25 0,0 0 0,-25 0 0,25 0 0,0 24 0,0-24 0,-25 0 15,25 0-15,0 25 0,-25-25 0,25 0 16,0 0-16,0 25 0,-24-25 0,24 0 0,0 0 0,0 25 0,-25-25 16,25 0-16,0 25 0,0-25 0,-25 0 0,25 0 46,0 24-46,0-24 0,0 0 0,-25 25 0,25-25 0,0 0 0,0 0 0,0 25 0,0-25 0,-25 0 0,25 0 0,0 0 0,0 25 16,0-25-16,0 0 0,0 0 0,0 0 0,0 0 0,-24 0 0,24 25 0,0-25 0,0 0 16,0 0-16,0 0 0,0 0 0,0 0 0,0 0 15,0 0-15,0 0 0,0 0 0,0 0 0,0 0 16,0 0-16,0 0 0,0 0 0,0 0 0,0 0 0,0 0 15,0 0-15,0 0 0,0 0 0,0 0 0,0 0 16,0 0-16,0 0 0,0 0 0,0 0 0,0 0 16,24 0-16,-24 0 0,0-25 0,0 25 0,0 0 15,0 0-15,0 0 0,25 0 0,-25 0 0,0-25 0,0 25 16,0 0-16,25 0 0,-25-25 0,0 25 0,0 0 0</inkml:trace>
  <inkml:trace contextRef="#ctx0" brushRef="#br0" timeOffset="418505.9372">25673 6623 0,'0'0'0,"0"0"0,0 0 0,0 0 0,0 0 0,0 0 0,0 0 47,0 0-47,0 0 0,0 0 16,0 0-16,0 0 0,0 0 0,0 0 0,0 0 0,0 0 0,0 0 0,0 0 0,0 0 0,0 0 0,0 0 0,0 0 0,0 0 0,0 0 15,0 0-15,0 0 0,0 0 0,0 0 0,0 0 0,0 0 0,0 0 0,0 0 0,0 0 0,0 0 0,0 0 0,0 0 0,0 0 0,0 0 0,25 0 0,-25 0 0,0 25 0,0-25 0,0 0 0,0 0 0,0 0 0,0 0 0,0 0 0,0 0 16,0 0-16,0 0 0,0 0 0,0 24 0,0-24 16,0 0-16,0 0 0,0 0 0,24 0 0,-24 25 15,0-25-15,0 0 0,0 0 0,0 25 0,0-25 0,0 0 16,0 0-16,0 25 0,0-25 0,25 0 0,-25 25 15,0-25-15,0 0 0,0 0 0,0 24 0,0-24 16,0 0-16,0 0 0,0 25 0,0-25 0,0 0 16,0 0-16,0 25 0,0-25 0,25 0 0,-25 0 0,0 0 15,0 25-15,0-25 0,0 0 0,0 0 0,0 0 0,0 25 16,0-25-16,0 0 0,0 0 0,0 0 0,0 0 15,0 0-15,0 25 0,0-25 0,0 0 0,0 0 16,0 0-16,0 0 0,0 24 0,0-24 0,0 0 0,0 0 16,0 0-16,0 0 0,0 0 0,0 0 15,0 0-15,0 0 0,0 0 0,0 0 0,0 0 0,0 0 0,0 0 16,0 0-16,0 0 0,0 0 0,0 0 0,0 0 15,0 0-15,0 0 0,0 0 0,0 0 0,0 0 16,0 0-16,0 0 0,0 0 0,0 0 0,0 0 0,-25-24 16,25 24-16,0 0 0,0 0 0,0 0 0,0 0 15,-25 0-15,25 0 0,0 0 0,0 0 0</inkml:trace>
  <inkml:trace contextRef="#ctx0" brushRef="#br0" timeOffset="418828.9557">25450 6722 0,'0'0'0,"0"0"15,0 0-15,0 0 0,0 0 0,0 0 0,0 0 16,0 0-16,0 0 0,0 0 0,0 0 0,0 0 0,0 0 16,0 0-16,0 0 0,0 0 0,0 0 0,0 0 15,24 0-15,-24 0 0,0 0 0,0 0 0,0 0 0,25 0 16,-25 0-16,0 0 0,0 0 0,25 0 0,-25 0 15,0 0-15,0 0 0,25 0 0,-25 0 0,0 0 0,0 0 16,0 0-16,25 0 0,-25 0 0,0 0 0,0 0 16,24 0-16,-24 0 0,0 0 0,0 0 0,0 0 0,0 0 15,0 0-15,0 0 0,25 0 0,-25 0 16,0 0-16,0 0 0,0 0 0</inkml:trace>
  <inkml:trace contextRef="#ctx0" brushRef="#br0" timeOffset="419813.0119">25971 6474 0,'0'0'0,"0"0"0,0 0 0,0 0 0,0 0 16,0 0-16,0 0 0,0 0 0,0 0 0,0 0 15,0 0-15,0 0 0,0 0 0,0 0 0,0 0 0,0 0 16,0 0-16,0 0 0,0 0 0,0 0 16,0 0-16,0 0 0,0 0 0,0 25 0,0-25 0,24 0 15,-24 0-15,0 0 0,0 0 0,0 0 0,0 0 0,0 0 16,0 0-16,0 25 0,0-25 0,0 0 0,0 0 16,0 0-16,0 0 0,0 0 0,0 0 0,0 24 15,0-24-15,0 0 0,25 0 0,-25 0 0,0 0 0,0 0 16,0 25-16,0-25 0,0 0 0,0 0 0,0 0 15,0 0-15,0 0 0,0 25 0,0-25 0,0 0 16,0 0-16,0 0 0,0 0 0,0 25 0,25-25 0,-25 0 16,0 0-16,0 0 0,0 0 0,0 25 0,0-25 0,0 0 15,0 0-15,0 0 0,0 0 0,0 0 0,0 0 16,0 24-16,0-24 0,0 0 0,0 0 0,25 0 15,-25 0-15,0 25 0,0-25 0,0 0 0,0 0 0,0 25 16,0-25-16,0 0 0,0 0 0,0 25 0,0-25 16,0 0-16,0 0 0,0 25 0,0-25 0,0 0 0,0 24 15,0-24-15,0 0 0,0 25 0,0-25 0,0 25 16,0-25-16,0 25 0,0-25 0,0 0 0,-25 25 15,25-25-15,0 0 0,0 25 0,0-25 0,0 0 0,0 24 16,-25-24-16,25 0 0,0 0 0,0 0 0,0 0 16,-25 25-16,25-25 0,0 0 0,0 0 15,0 0-15,-24 25 0,24-25 0,0 0 0,0 0 0,0 0 16,-25 0-16,25 0 0,0 0 0,0 25 0,0-25 0,0 0 15,0 0-15,-25 0 0,25 0 0,0 0 0,0 0 0,0 0 16,0 0-16,0 0 0,0 0 0,0 0 0,0 0 16,0 0-16,0-25 0,0 25 0,0 0 0,0 0 0,0 0 62,0 0-62,0 0 0,0-25 0,0 25 0,0 0 47,25 0-47,-25-25 0,0 25 0,0 0 0,0 0 0</inkml:trace>
  <inkml:trace contextRef="#ctx0" brushRef="#br0" timeOffset="420577.0556">26591 6747 0,'0'0'0,"0"0"0,0 0 0,0 0 0,0 0 16,0 0-16,0 0 0,0 0 0,0 0 0,0 0 15,0 0-15,0 0 0,0 0 0,0 0 0,0 0 0,0 0 16,0 0-16,0 0 0,0 0 0,0 0 0,0 0 16,0 0-16,0 0 0,0 0 0,0 0 0,0 0 0,0 0 15,0 0-15,0 0 0,0 0 0,0 0 0,0 0 16,0 0-16,0 0 0,0 0 0,24 0 0,-24 0 0,0 0 15,0 0-15,0 0 156,149 0-156,-149 0 0,25 0 203</inkml:trace>
  <inkml:trace contextRef="#ctx0" brushRef="#br0" timeOffset="421141.0879">26442 7020 0,'0'0'0,"0"0"0,0 0 0,0 0 0,0 0 0,0 0 0,0 0 0,0 0 0,0 0 0,0 0 0,0 0 0,0 0 16,0 0-16,0 0 0,0 0 0,0 0 0,0 0 0,0 0 0,0 0 0,0 0 0,0 0 0,0 0 0,0 0 0,0 0 0,0 0 0,0 0 0,0 0 0,0 0 0,0 0 0,0 0 0,0 0 0,0 0 0,0 0 0,0 0 0,0 0 0,0 0 0,0 0 0,0 0 16,0 0-16,0 0 0,0 0 0,0 0 0,0 0 0,0 0 15,0 0-15,0 0 0,0 0 0,0 0 0,0 0 0,0 0 16,0 0-16,0 0 0,0 0 0,0 0 0,0 0 15,0 0-15,0 0 0,0 0 0,0 0 0,0 0 0,0 0 16,0 0-16,0 0 0,25 0 0,-25 0 16,0 0-16,0 0 0,0 0 0,0 0 0,0 0 0,0 0 15,0 0-15,0 0 0,0 0 0,24 0 0,-24 0 16,0 25-16,0-25 0,0 0 0,0 0 0,25 0 0,-25 0 15,0 0-15,0 0 0,0 0 0,25 0 0,-25 0 47,0 0-47,0 0 0,0 0 0,25 0 0,-25 0 0,0 0 0,25 0 0,-25 0 0,0 0 0,24 0 0,-24 0 0,0 0 0,0 0 0,25 0 0,-25 0 0,0 0 0,0 0 16,25 0-16,-25 0 0,0 0 0,0 0 0,0 0 15,25 0-15,-25 0 0,0 0 0,0 0 0,0 0 16,0 0-16,25 0 0,-25 0 0,0-25 0,0 25 0,0 0 47,0 0-47,24 0 0,-24-25 0,0 25 0,0 0 0</inkml:trace>
  <inkml:trace contextRef="#ctx0" brushRef="#br0" timeOffset="422655.1745">27260 6846 0,'0'0'0,"0"0"0,0 0 0,0 0 0,0 0 16,0 0-16,0 0 0,0 0 0,0 0 0,0 0 15,0 0-15,0 0 0,0 0 0,0 0 0,0 0 0,0 0 16,0 0-16,0 0 0,0 0 0,0 0 0,0 0 15,0 0-15,0 0 0,0 0 0,0 0 0,0 0 0,0 0 16,0 0-16,25 0 0</inkml:trace>
  <inkml:trace contextRef="#ctx0" brushRef="#br0" timeOffset="423284.2105">27285 6896 0,'0'0'0,"0"0"15,0 0-15,0 0 0,-25 0 0,25 0 0,0 0 0,0 0 16,0 0-16,0 0 0,0 0 0,0 0 0,0 0 15,0 0-15,0 0 0,0 0 0,0 0 0,0 0 16,0 0-16,0 0 0,0 0 0,0 0 0,0 0 0,0 0 16,0 0-16,0 0 0,0 0 0,0 0 0,0 0 0,0 0 15,0 0-15,0 0 0,0 0 0,0 0 16,0 0-16,0 0 0,0 0 0,0 0 0,0 0 0,0 0 15,0 0-15,0 0 0,25 0 0,-25 0 0,0 0 0,0 25 16,0-25-16,0 0 0,0 0 0,0 0 0,0 0 16,0 0-16,0 0 0,0 0 0,0 0 0,0 0 0,0 0 15,0 0-15,0 0 0,0 0 0,0 0 0,0 0 16,25 0-16,-25 0 0,0 0 0,0 0 15,0 0-15,25 0 0,-25 0 0,0 0 0,25 0 0,-25 0 16,0 0-16,0 0 0,24 0 0,-24 0 0,0 0 0,25 0 16,-25 0-16,0 0 0,25 0 0,-25 0 0,0 0 0,25 0 15,-25 24-15,0-24 0,0 0 0,25 0 16,-25 0-16,0 0 0,0 0 0,0 0 0,24 0 0,-24 0 62,0 0-62,0-24 0,0 24 0,0 0 0,0 0 0,0 0 0,0 0 0,0 0 0,0 0 0,0 0 0,0 0 0,0 0 0,0 0 0,0 0 0,0 0 0,0 0 0,0 0 0,0 0 0,0 0 0,0 0 0,0 0 0,0 0 16,0 0-16,0 0 0,0 0 0,0 0 0,0 0 0,0 0 15,0 0-15,0 0 0,0 0 0,0 0 0,0 0 16,0 0-16,0 0 0,0 0 0,25 0 0</inkml:trace>
  <inkml:trace contextRef="#ctx0" brushRef="#br0" timeOffset="424524.2814">27806 6846 0,'0'0'0,"0"0"0,0 0 0,0 0 15,0 0-15,0 0 0,0 0 0,0 0 0,0 0 0,0 0 16,0 0-16,0 0 0,0 0 0,0 0 0,0 0 16,0 0-16,0 0 0,0 0 0,0 0 0,0 0 0,0-25 15,0 25-15,0 0 0,0 0 0,0 0 0,0 0 16,0 0-16,0 0 0,0 0 0,0 0 0,0 0 0,0 0 15,0 0-15,0 0 0,0 0 0,0 0 0,0 0 16,0 0-16,0 0 0,0 0 0,0 0 0,0-25 16,0 25-16,0 0 0,0 0 0,0 0 0,0 0 15,0 0-15,0 0 0,0 0 0,0-24 0,0 24 0,0 0 16,0 0-16,0 0 0,25 0 15,-25 0-15,0 0 0,0 0 0,0 0 0,0 0 0,25 0 0,-25 0 0,0 0 16,0 0-16,0 0 0,0 0 0,24-25 0,-24 25 16,0 0-16,0 25 0,0-25 0,0 0 0,0 0 15,0 0-15,25 0 0,-25 0 0,0 0 0,0 0 16,0 0-16,0 0 0,0-25 0,0 25 0,0 0 0,0 0 0,0 0 15,25 0-15,-25 0 0,0 0 0,0 25 0,0-25 16,0 0-16,0 0 0,0 24 0,0-24 16,0 0-16,0 0 0,0 25 0,0-25 0,-25 0 0,25 25 0,0-25 15,0 0-15,0 0 0,0 25 0,0-25 16,0 0-16,0 0 0,0 0 0,-25 25 0,25-25 0,0 0 15,0 0-15,0 25 0,0-25 0,0 0 0,-24 0 0,24 0 16,0 24-16,0-24 0,0 0 0,0 0 0,0 0 16,0 25-16,0-25 0,-25 0 0,25 0 0,0 0 15,0 0-15,0 0 0,0 0 0,0 0 0,0 0 0,0 0 16,0 0-16,0 0 0,0 0 0,0 0 0,0 0 15,0 0-15,0 0 0,0 0 0,0 0 0,0 0 0,0 0 16,0 0-16,0 0 0,0 0 0,0 0 0,0 0 16,0 0-16,0 0 0,0 0 0,0 0 0,0 0 0,0 0 15,0 0-15,0 0 0,0 0 0,0 0 0,0 0 16,0 0-16,0 0 0,0 0 0,0 0 0,0 0 0,0 0 15,25 0-15,-25 0 0,0 0 0,0 0 0,0 0 16,0 0-16,0 0 0,0 0 0,0 0 0,24 0 16,-24-25-16,0 25 0,0 0 0,0 0 0,25 0 0,-25 0 15,0 0-15,0 0 0,25 0 0,-25 0 0,0 0 16,0 0-16,0 0 0,0 0 0,0 0 0,25 0 15,-25 0-15,0 0 0,0 0 0,0 0 0,0 25 0,0-25 16,0 0-16,0 0 0,25 0 0,-25 0 0,0 0 16,0 0-16,0 0 0,0 25 0,0-25 0,0 0 15,0 0-15,0 0 0,0 25 0,0-25 0,0 0 0,0 0 16,0 0-16,0 0 0,0 25 0,24-25 0,-24 0 0,0 0 15,0 0-15,0 0 0,0 24 0,0-24 0,0 0 16,0 25-16,0-25 0,-24 0 0,24 0 172,-100 75-172,100-75 0,0 0 0,-24 0 15,24 0-15,0 0 0,0 0 0,-25 0 0,25 0 0,0 0 0,0 0 0,-25 0 0,25 0 0,0 0 0,0 0 0,-25 0 0,25 0 0,0 0 0,0 0 0,0 0 0,0 0 0,0-25 0,0 25 0,0 0 0,-25 0 0,25 0 0,0 0 0,0 0 0,0 0 0,0 0 0,0 0 0,0-25 0,0 25 0,0 0 0,0 0 0,0 0 0,25 0 0,-25 0 0,0 0 16,0-25-16,0 25 0,0 0 0,0 0 0,25 0 0,-25 0 15,0 0-15,0 0 0,0 0 0,25-25 0,-25 25 16,0 0-16,0 0 0</inkml:trace>
  <inkml:trace contextRef="#ctx0" brushRef="#br0" timeOffset="425575.3415">28327 6995 0,'0'0'15,"-25"0"-15,25 0 0,0 0 0,0 0 0,0 0 16,0 0-16,0 0 0,0 0 0,0 0 0,0 0 0,0 0 16,0 0-16,0 0 0,0 0 0,0 0 0,0 0 0,0 0 15,0 0-15,0 0 0,25 0 0,-25 0 16,0 0-16,0-25 0,0 25 0,0 0 0,0 0 0,0 0 15,0 0-15,25 0 0,-25 0 0,0 0 0,0 0 16,25-25-16,-25 25 0,0 0 0,0 0 0,24 0 0,-24 0 47,0 0-47,0-24 0,25 24 0,-25 0 0,0 0 0,0-25 0,25 25 0,-25 0 0,0 0 0,0-25 0,25 25 0,-25 0 0,0-25 0,0 25 0,25 0 0,-25-25 15,0 25-15,0 0 0,0-25 0,0 25 0,24 0 0,-24-24 16,0 24-16,0 0 0,0-25 0,0 25 0,0 0 16,0 0-16,0-25 0,0 25 0,0 0 0,0 0 0,0-25 15,0 25-15,0 0 0,0 0 0,0 0 0,0 0 16,0 0-16,0 0 0,0 0 0,0 0 0,0 0 15,0 0-15,0 0 0,0 0 0,0 0 0,0 0 0,0 0 16,0 0-16,0 0 0,0 0 0,0 0 16,0 0-16,0 0 0,0 0 31,0 0 16,0 0-47,0 25 0,0-25 0,0 0 0,0 0 0,0 0 0,0 0 0,0 0 0,0 0 0,0 0 0,0 25 0,0-25 0,0 0 15,0 0-15,0 0 0,0 25 0,0-25 0,0 0 0,0 24 0,0-24 0,0 0 0,0 0 0,0 25 0,0-25 0,0 25 0,0-25 0,0 25 0,0-25 0,0 0 0,0 25 47,0-25-47,0 25 16,0-25-16,0 24 0,0-24 0,0 0 0,0 25 0,0-25 0,0 25 0,0-25 0,0 0 0,0 25 0,0-25 0,0 25 0,-24-25 0,24 0 0,0 24 0,0-24 0,0 25 0,0-25 0,0 0 0,0 0 0,0 25 0,0-25 0,0 0 0,0 25 0,0-25 15,0 0-15,0 0 0,0 25 0,0-25 0,0 0 16,0 0-16,0 0 0,0 24 0,0-24 0,0 0 15,0 0-15,0 0 0,0-24 0,0 24 0,0 0 0,0 0 16,0 0-16,0 0 0,0 0 0,0 0 0,0 0 16,-25 0-16,25 0 0,0 0 0,0 0 0,-25-25 15,25 25-15,0 0 0,-25 0 0,25-25 0</inkml:trace>
  <inkml:trace contextRef="#ctx0" brushRef="#br0" timeOffset="428618.5156">21754 8260 0,'273'25'0,"-273"-25"0,0 0 0,0 0 0,0 0 0,0 0 0,0 0 0,0 0 0,-25 0 0,25 0 0,0 0 0,0 0 15,0-25-15,0 25 0,0 0 0,0 0 0,0 0 0</inkml:trace>
  <inkml:trace contextRef="#ctx0" brushRef="#br0" timeOffset="430029.5963">21952 8136 0,'0'0'0,"0"-25"0,0 25 0,0 0 0,0 0 0,0 0 0,0 0 0,25 0 0,-25 0 0,0 0 16,0 0-16,0 0 0,0 0 0,0 0 0,0 0 0,0 0 0,0 0 0,0 0 0,0 0 0,0 0 0,0 0 0,0 0 0,0 0 15,0 0-15,0 0 0,0 0 0,0 0 0,0 0 16,0 0-16,0 0 0,0 0 0,0 0 0,0 0 0,0 0 15,0 0-15,0 0 0,0 0 0,0 0 0,0 0 16,0 0-16,0 0 0,0 0 0,0 0 16,0 0-16,0 0 0,0 0 0,0 0 0,0 0 0,0 0 0,0 0 15,0 0-15,0 0 0,0 0 0,0 0 0,0 0 16,0 0-16,0 0 0,0-25 0,0 25 0,0 0 0,0 0 15,0 0-15,0 0 0,0 0 0,0 0 0,0 0 16,0 0-16,0 0 0,0 0 0,0 0 0,0 0 0,0 0 16,0 0-16,0 0 46,0 0-46,0 0 0,0 0 0,0 0 0,0 0 0,0 0 0,0 0 0,0 0 0,0 0 0,0 0 0,0 0 0,0 0 0,0 0 0,0 25 0,0-25 0,0 0 0,0 0 0,0 0 0,0 0 16,0 0-16,0 0 0,0 0 0,0 0 0,0 25 0,0-25 16,0 0-16,0 0 0,0 25 0,0-25 0,0 0 15,0 0-15,0 25 0,0-25 0,0 0 0,0 24 47,0-24-47,0 0 0,0 25 0,0-25 0,0 0 0,0 25 0,0-25 0,0 25 0,0-25 0,0 0 0,0 25 0,0-25 0,0 0 0,0 24 0,0-24 0,-25 0 0,25 0 16,0 25-16,0-25 0,0 0 0,0 25 0,0-25 15,0 0-15,0 0 0,0 25 0,0-25 0,0 0 16,0 0-16,0 25 0,0-25 0,0 0 0,0 0 0,0 0 468</inkml:trace>
  <inkml:trace contextRef="#ctx0" brushRef="#br0" timeOffset="432006.7094">22324 8086 0,'0'0'0,"0"0"0,0 0 0,0 0 0,0 0 0,0 0 0,0 0 0,0 0 0,0 0 0,0 0 0,0 0 0,0 0 0,0 0 0,0 0 0,0 0 0,0 0 0,0 0 0,0 0 0,0 0 0,0 0 0,0 0 0,0 0 0,0 0 0,0 0 0,0 0 0,0 0 0,0 0 0,25 0 0,-25 0 0,0 25 0,0-25 0,0 0 0,0 0 0,0 0 0,0 0 0,25 0 0,-25 0 16,0 25-16,0-25 0,0 0 0,0 0 0,0 0 16,0 0-16,25 0 0,-25 25 0,0-25 0,0 0 0,0 0 15,0 0-15,0 0 0,24 0 0,-24 25 47,0-25-47,0 0 0,0 0 0,0 0 0,0 0 0,0 24 0,0-24 0,25 0 0,-25 0 0,0 0 0,0 0 0,0 0 0,0 0 0,0 0 0,0 25 0,0-25 0,25 0 16,-25 0-16,0 0 0,0 0 0,0 0 0,0 0 0,0 0 15,0 0-15,0 0 0,0 0 0,0 0 0,0 0 16,0 0-16,0 0 0,0 0 0,0 0 0,25 0 0,-25 0 47,0 0-47,0 0 15,0 0-15,0 0 0,0 0 0,0 0 0,0 0 0,0 0 0,0 0 0,0 0 0,0 0 0,0 0 0,0 0 0,0 0 0,0 0 0,0 0 0,0 0 0,0 0 0,0 0 0,0 0 0,0 0 16,0 0-16,0 0 0,0 0 0,0 0 0,0 0 0,0 0 15,0 0-15,0 0 0,0 0 16,0 0-16,0 0 0,0 0 0,0 0 0,0 0 0,0 0 0,0 0 16,0 0-16,0 0 46,0 0 32,-50 50-78,50-25 0,0-25 0,-25 0 0,25 24 0,0-24 0,0 0 0,-24 0 0,24 25 0,0-25 0,-25 0 0,25 25 0,0-25 0,0 0 0,-25 0 16,25 25-16,0-25 0,0 0 0,-25 0 0,25 25 0,0-25 0,0 0 0,0 0 0,0 0 0,-25 24 0,25-24 0,0 0 0,0 0 0,0 0 0,0 0 0,0 0 0,0 0 0,0 25 0,0-25 0,-24 0 0,24 0 0,0 0 0,0 0 0,0 0 0,0 0 0,0 0 16,0 0-16,0 0 0,0 0 0,0 0 0,0 0 15,0 0-15,0 0 0,0 25 0,0-25 16,0 0-16,0 0 0,0 0 0,0 0 0,0 0 0,0 0 15,0 0-15,0 0 0,0 0 0,0-25 0,0 25 0,0 0 16,0 0-16,0 0 0,0 0 0,0 0 0,0 0 0,0 0 16,0 0-16,0 0 0,0 0 0,0-25 0,24 25 15,-24 0-15,0 0 655</inkml:trace>
  <inkml:trace contextRef="#ctx0" brushRef="#br0" timeOffset="446811.5562">23416 7987 0,'0'0'0,"0"0"0,0 0 0,0 0 0,0 0 15,0 0-15,0 0 0,0 0 0,0 0 0,0 0 16,0 0-16,0 0 0,0 0 0,0 0 0,0 0 0,0 0 16,0 0-16,0 0 0,0 0 0,0 0 0,0 0 15,0 0-15,0 0 0,0 0 0,0 0 0,0 0 16,0 0-16,0 0 0,0 0 0,0 0 0,0 0 0,0 0 15,0 0-15,0 0 0,0 0 0,0 0 0,0 0 0,0 0 16,0 0-16,0 0 0,0 0 0,0 0 16,0 0-16,0 0 0,0 0 0,0 0 0,0 0 15,0 0-15,0 0 0,0 0 0,0 0 0,0-25 0,0 25 0,0 0 16,0 0-16,0 0 0,0 0 0,0 0 0,0 0 15,0 0-15,0 0 0,0 0 0,0 0 0,0 0 16,0 0 31,0 0-47,0 0 0,0 0 0,0 0 0,0 0 0,0 0 0,0 0 0,0-25 0,-25 25 0,25 0 0,0 0 0,0 0 0,0 0 0,0 0 0,0 0 0,0 0 0,0 0 0,0 0 15,0 0-15,0 0 0,0 0 0,0 0 0,0 0 0,0-24 0,-25 24 0,25 0 0,0 0 16,0 0-16,0 0 0,0 0 0,0 0 16,0 0-16,0 0 0,0 0 0,0 0 0,-25 0 0,25 0 15,0 0-15,0 0 0,0 0 297,-248 99-48,174 149-249,74-248 0,0 0 0,0 0 0,0 0 0,0 0 0,0 25 16,0-25-16,0 0 0,25 0 0,-25 0 0,0 0 0,0 0 0,0 25 0,0-25 0,0 0 0,0 0 0,0 0 0,0 0 15,0 24-15,0-24 0,0 0 0,0 0 0,0 0 0,0 0 0,0 0 0,0 25 0,0-25 0,0 0 0,0 0 0,0 0 0,0 0 0,24 0 0,-24 0 0,0 0 0,0 0 0,0 25 0,0-25 0,0 0 0,0 0 0,0 0 0,0 0 0,0 0 0,0 0 0,0 0 16,25 0-16,-25 0 0,0 0 0,0 0 0,0 0 16,0 0-16,0 0 0,0 0 0,25 0 0,-25 0 0,0 25 15,0-25-15,0 0 0,0 0 16,0 0-16,0 0 0,0 0 0,0 0 0,25 0 0,-25 0 0,0 0 0,0 0 15,0 0-15,0 0 0,0 0 0,25 0 0,-25 0 16,0 0-16,0 0 0,0 0 0,0 0 0,0 0 16,0 0-16,0 0 0,0 0 0,0 0 0,24 0 0,-24 0 15,0 0-15,0 0 0,0 0 0,0 0 0,0 0 16,0 0-16,0 0 0,0 0 0,0 0 0,0 0 0,0 0 15,0 0-15,0 0 0,0 0 0,0 0 0,0 0 16,0 0-16,0 0 0,0 0 0,0 0 0,0 0 0,0 0 16,0 0-16,0 0 0,0 0 0,0 0 0,0 0 15,0 0-15,0 0 0,25-25 0,-25 25 0,0 0 16,0 0-16,0 0 0,0 0 0,0 0 0,0 0 15,0 0-15,0 0 0,0 0 0,25 0 0,-25 0 0,0 0 16,0 0-16,0 0 0,0-25 0,0 25 0,0 0 0,25 0 16,-25 0-16,0 0 0,0 0 0,0 0 0,0-25 15,0 25 32,0 0 639</inkml:trace>
  <inkml:trace contextRef="#ctx0" brushRef="#br0" timeOffset="448467.6506">23465 8533 0,'0'0'0,"0"0"0,0 0 0,0 0 0,0 0 16,-25 0-16,25 0 0,0 0 0,0 0 15,0 0-15,0 0 0,0 0 0,0 0 0,0 0 0,0 0 47,0 0-47,0 0 31,0 0-31,0 0 16,0 0-16,0 0 0,0 0 0,0 0 0,0 0 0,0 0 0,0 0 0,0 0 0,0 0 0,0 0 0,0 0 0,0 0 0,0 0 0,0 0 0,0 0 0,0 0 0,0 0 0,0 0 0,0 0 0,0 0 0,0 0 0,0 0 0,0 0 0,0 0 0,0 0 0,0 0 0,0 0 0,0 0 0,0 0 15,0 0-15,0 0 0,0 0 0,0 0 0,0 0 0,0 0 16,0 0-16,0 0 0,25 0 0,-25 0 0,0 0 16,0 0-16,0 0 0,0-25 0,0 25 0,0 0 0,0 0 15,0 0-15,25-25 0,-25 25 0,0 0 0,0 0 16,0 0-16,0-25 0,0 25 0,0 0 0,0 0 15,25 0-15,-25 0 0,0-24 0,0 24 0,0 0 0,0 0 16,25 0-16,-25 0 0,0-25 0,0 25 0,0 0 16,0 0-16,0 0 0,0 0 0,0 0 0,0 0 15,0 0-15,0 0 0,0-25 0,0 25 0,24 0 687</inkml:trace>
  <inkml:trace contextRef="#ctx0" brushRef="#br0" timeOffset="449690.7208">23639 8458 0</inkml:trace>
  <inkml:trace contextRef="#ctx0" brushRef="#br0" timeOffset="451566.8282">23589 8359 0,'0'0'0,"0"0"0,0 0 0,0 0 0,0 0 0,-25 0 0,25 0 0,0 0 0,0 0 0,0 0 0,0 0 0,0 0 15,0 0-15,0 0 0,0 0 0,0 0 0,0 0 0,0 0 0,0-25 0,0 25 0,0 0 0,0 0 0,0 0 0,0 0 16,0 0-16,0 0 0,0 0 0,-24 0 0,24 0 0,0 0 0,0 0 0,0 0 0,0 0 0,0 0 0,0 0 0,0 0 0,0 0 0,0 0 0,0 0 0,0 0 0,0 0 0,0 0 0,0 0 0,0 0 0,0 0 16,0 0-16,0 0 0,0 0 0,0 0 0,0 0 0,0 0 15,0 0-15,0 0 0,0 0 0,0 0 0,0 0 0,0 0 16,0 0-16,0 0 0,0 0 0,0 0 0,0 0 15,0 0-15,0 0 0,0 0 0,0 0 0,0 0 16,0 0-16,0 0 0,0 0 0,0 0 0,0 0 0,0 0 16,0 0-16,0 0 0,0 0 0,0 0 15,0 0-15,0 0 0,0 0 0,0 0 0,0 0 0,0 0 16,0 0-16,0 0 0,0 0 0,0 0 0,0 0 0,0 0 15,0 0-15,0 0 0,0 0 0,0 0 47,0 0-47,0 0 0,0 0 0,0 0 0,0 0 0,0 0 0,0 0 0,0 0 0,0 0 0,0 0 0,0 0 0,0 0 0,0 0 0,0 0 0,0 0 0,0 0 0,0 0 16,0 0-16,0 0 0,0 0 0,0 25 0,0-25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15,0 0-15,0 0 0,0 0 0,0 0 0,0 0 0,0 0 16,0 0-16,0 0 0,0 0 0,0 0 0,0 0 15,0 0-15,0 0 0,0 0 0,0 0 0,0 0 0,0 0 16,0 0-16,0 0 0,0 0 0,0 0 0,0 0 16,0 0-16,0 0 46,0 0 32,0 0-78,0 0 0,0 0 0,0 0 0,0 0 0,0 0 0,0 0 0,0 0 0,0 0 0,0 0 0,0 0 0,0 0 0,0 0 0,0 0 0,0 0 0,0 0 0,0 0 0,0 0 0,0 0 0,0 0 0,0 0 16,0 0-16,0 0 0,0 0 0,0 0 0,0 0 0,0 0 0,0 0 0,0 0 0,0 0 0,0 25 0,0-25 0,0 0 0,0 0 0,0 0 0,0 0 0,0 25 0,0-25 0,0 0 0,0 0 0,0 0 16,0 25-16,0-25 0,24 0 0,-24 0 0,0 0 15,0 24-15,0-24 0,-24 0 0,24 0 0,0 25 0,0-25 47,0 0-47,0 0 0,0 25 0,0-25 0,0 0 0,0 25 0,0-25 0,0 0 0,0 0 0,0 25 0,0-25 0,0 0 0,0 0 0,0 0 0,0 24 16,0-24-16,0 0 0,0 0 0,0 0 0,0 25 0,0-25 15,0 0-15,0 0 0,-25 0 0,25 0 0,0 0 0,0 0 16,0 0-16,0 0 0,0 0 0,0 0 0,0 0 15,0 0-15,0 0 0,0 0 0,0 0 0,0 0 16,0 0-16,0 0 0,0 0 0,0 0 0,0 0 0,0 0 16,0 0-16,0 0 0,0 0 0,0 0 0,0 0 0,0 0 15,0 0-15,0 0 0,0 0 0,0 0 0,0 0 16,0 0-16,0 0 0,0 0 0,0 0 0,0 0 15,0 0-15,25-25 0,-25 25 0,0 0 0,0 0 0,0 0 16,0 0-16,0-24 0,0 24 0,0 0 0,0 0 0</inkml:trace>
  <inkml:trace contextRef="#ctx0" brushRef="#br0" timeOffset="452962.908">23738 8558 0,'0'0'0,"0"0"0,0 0 0,0 0 0,0 0 15,0 0-15,0 0 0,0 0 0,0 0 16,0 0-16,0 0 0,0 0 0,0 0 0,0 0 0,0 0 0,0 0 15,0 0-15,0 0 0,0 0 0,0 0 0,0 0 16,0 0-16,0 0 0,0 0 0,0 0 0,0 0 16,0 0-16,0 0 0,0 0 0,0 0 0,0 0 15,0 0-15,0-25 0,0 25 0,0 0 0,0 0 0,0 0 16,0 0-16,0 0 0,0 0 0,0 0 0,0 25 15,0-25-15,0 0 0,0 0 0,0 0 0,0 0 0,0 0 16,0 0-16,0 0 0,0 0 0,0 0 0,0 0 16,0 0-16,0 0 0,0 0 0,0 0 0,0 0 0,0 0 15,0 0-15,0 0 0,0 0 0,0 0 0,0 0 16,0 0-16,0 0 0,0 0 0,0 0 0,0 0 0,0 0 15,0 0-15,0 0 0,0 0 0,0 0 0,0 0 16,0 0-16,0 0 0,0 0 0,0-25 0,0 25 16,0 0-16,0 0 0,0 0 0,0 0 0,0 0 0,25 0 15,-25 0 16,0 0-15,0 0-16,0 0 0,0 0 0,0-25 0,0 25 0,0 0 0,0 0 0,0 0 0,25 0 0,-25-25 0,0 25 0,0 0 0,0 0 0,24 0 0,-24-25 0,0 25 0,0 0 0,0 0 0,0 0 0,25-24 16,-25 24-16,0 0 0,0 0 0,0 0 0,0 0 15,25 0-15,-25-25 0,0 25 0,0 0 0,0 0 16,0 0-16,0 0 0,0 0 0,0 0 0,0 0 15,0 0-15,25-25 0,-25 25 0,0 0 0,0 0 0,0 0 16,0 0-16,0 0 0,0 0 0,0 0 0,0 0 0,0 0 16,0 0-16,0 0 0,0 0 0,0 0 0,0 0 15,0 0-15,0 0 0,0 0 0,0 0 0,0 0 0,0 0 16,0 0-16,0 0 0,0 0 0,0 0 0,0 0 15,0 0-15,0 0 0,0 0 0,0 0 0,0 0 16,0 0-16,0 0 0,0 0 0,0 0 0,0 0 16,0 0-16,0 0 0,0 0 0,0 0 0,0 0 0,0 0 15,0 0-15,0 0 0,0 0 0,0 0 0,0 0 0,0 0 16,0 0-16,0 0 0,0 0 0,0 0 0,0 0 15,0 0-15,0 25 0,0-25 0,0 0 0,0 0 0,0 0 16,0 0-16,0 25 0,0-25 0,0 0 0,-25 0 16,25 0-16,0 24 0,0-24 0,0 0 0,0 0 15,0 25-15,0-25 0,0 0 0,0 0 0,0 25 47,0-25-47,0 0 0,0 25 0,0-25 0,0 0 0,0 25 0,0-25 0,0 0 0,0 24 0,0-24 0,-25 0 0,25 0 0,0 25 0,0-25 0,0 0 16,0 0-16,0 0 0,0 25 0,0-25 0,0 0 0,0 0 0,0 0 15,0 0-15,0 25 0,0-25 0,0 0 0,0 0 0,0 0 16,0 0-16,0 0 0,0 0 0,0 0 0,0 0 15,0 0-15,0 25 0,0-25 0,0 0 0,0 0 16,0 0-16,0 0 0,0 0 0,0 0 0,0 0 0,0 0 16,0 0-16,0 0 0,0 0 0,0 0 0,0 0 15,0 0-15,0 0 0,0 0 0,0 0 0,0 0 0,0 0 16,0 0-16,0-25 0,0 25 0,0 0 15,0 0-15,0 0 0,25-25 0,-25 25 0,0 0 16,0 0-16,0-25 0,0 25 0,0 0 0</inkml:trace>
  <inkml:trace contextRef="#ctx0" brushRef="#br0" timeOffset="454401.9903">24383 8062 0,'0'0'0,"0"0"16,0 0-16,0 0 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0,25 0 0,-25 0 15,0 0-15,0 0 0,0 0 0,0 0 0,0 0 0,0 0 16,0 0-16,25 0 0,-25 0 0,0 0 0,0 0 0,24 0 15,-24 0-15,0 0 0,0 0 0,25 0 16,-25 0-16,0 0 0,25 0 0,-25 0 0,25 0 0,-25 0 16,0 0-16,25 0 0,-25 0 0,0 0 0,24 0 0,-24 0 15,0 0-15,0 24 0,25-24 0,-25 0 16,0 0-16,0 0 0,0 0 0,25 0 0,-25 0 0,0 0 15,0 0-15,0 0 0,0 0 0,0 0 0,0 0 0,0 0 16,0 0-16,0 0 0,0 0 0,0 0 0,0 0 0,0 0 16,0 0-16,0 0 0,0 0 0,0 0 0,0 0 93,0 0-93,0 0 0,0 0 0,0 0 0,0 0 0,0 0 0</inkml:trace>
  <inkml:trace contextRef="#ctx0" brushRef="#br0" timeOffset="454995.0242">24358 8260 0,'0'0'0,"0"0"0,0 0 0,0 0 0,0 0 0,0 0 15,0 0-15,0 0 0,0 0 0,0 0 16,0 0-16,0 0 0,0 0 0,0 0 0,0 0 0,0 0 15,0 0-15,0 0 0,0 0 0,0 0 0,25 0 0,-25 0 16,0 0-16,0 0 0,0 0 0,0 0 0,0 25 16,0-25-16,0 0 0,0 0 0,0 0 0,0 0 15,0 0-15,0 0 0,0 0 0,0 0 0,0 0 0,25 0 16,-25 0-16,0 0 0,0 0 0,0 0 0,0 0 15,0 0-15,0 0 0,0 0 0,0 0 0,0 0 0,25 0 16,-25 0-16,0 0 0,0 0 0,0 0 0,24 0 16,-24 0-16,0 0 0,0 0 0,25 0 0,-25 0 0,0 0 15,0 0-15,25 0 0,-25 0 0,0 0 16,0 0-16,25 0 0,-25 0 0,0 0 0,25 0 0,-25 0 15,0 0-15,0 0 0,24 0 0,-24 0 0,0 0 0,0 0 16,25 0-16,-25 0 0,0 0 0,0 0 0,0 0 16,0 0-16,0 0 0,0 0 0,0 0 0,0 0 15,0 0-15,0 0 0,0 0 0,0 0 0,0 0 0,0 0 16,0 0-16,0 0 0,0 0 0,0 0 0,0 0 0,0 0 15,0 0-15,0 0 0,0 0 0,25 0 16,-25-25-16,0 25 0,0 0 0,0 0 0,0 0 0</inkml:trace>
  <inkml:trace contextRef="#ctx0" brushRef="#br0" timeOffset="458607.2308">25226 8186 0,'0'-25'0,"0"25"0,0 0 0,0 0 0,0 0 0,0 0 15,0 0-15,0 0 0,0 0 0,0 0 0,0 0 16,0 0-16,0 0 0,0-25 0,0 25 0,0 0 16,0 0-16,0 0 0,0 0 0,0 0 0,0 0 15,0 0-15,0 0 0,0 0 0,0 25 0,0-25 0,0 0 0,0 0 16,0 0-16,0 0 0,0-25 0,0 25 0,0 0 15,0 0-15,-24 0 344,222 25-344,-198-25 0,0 0 0,0 0 15,0 0-15,0 0 0,0 0 0,-25 0 0,25 0 0,0 0 0</inkml:trace>
  <inkml:trace contextRef="#ctx0" brushRef="#br0" timeOffset="459863.3026">25524 8235 0,'0'0'0,"0"0"0,0 0 0,0 0 0,0 0 0,0 0 15,0 0-15,25 0 0,-25 0 0,0 0 0,0 0 16,0 0-16,0 0 0,0 0 0,0 0 0,0 0 0,0 0 15,0-25-15,0 25 0,0 0 0,0 0 16,0 0-16,0 0 0,0 0 0,0 0 0,0 0 0,0 0 0,0 0 16,0 0-16,0 0 0,25 0 0,-25 0 0,0-24 15,0 24-15,0 0 0,0 0 0,0 0 0,0 0 16,0 0-16,24 0 0,-24 0 0,0 0 0,0 0 15,0-25-15,0 25 0,0 0 0,0 0 0,25 0 0,-25 0 0,0-25 16,0 25-16,0 0 0,0 0 0,0 0 16,25 0-16,-25-25 0,0 25 0,0 0 0,0 0 0,0 0 15,0 0-15,25-25 0,-25 25 0,0 0 0,0 0 16,0-24-16,0 24 0,0 0 0,0 0 0,0 0 0,0 0 15,0 0-15,0 0 0,0 0 0,0 0 0,0 0 16,0 0-16,0 0 0,0 0 0,0 0 0,0 0 16,0 0-16,0 0 0,0 0 0,0 0 0,0 0 0,0 0 15,0 0-15,0 0 0,0 0 0,0 0 0,0 0 16,0 0-16,0 0 0,0 0 0,0 0 0,0 0 0,0 0 15,0 0-15,0 0 0,0 0 0,0 0 0,0 0 0,0 0 16,0 0-16,0 0 0,0 0 0,0 0 0,0 0 16,0 0-16,0 0 0,0 0 0,0 0 0,0 0 15,0 0-15,0 0 0,0 0 0,0 24 0,0-24 0,0 0 16,0 0-16,0 0 0,0 25 0,0-25 0,0 0 15,0 25-15,0-25 0,0 0 0,0 0 0,0 25 0,0-25 16,0 0 78,0 0-94,0 25 0,0-25 0,0 0 0,-25 0 0,25 24 0,0-24 0,0 0 0,0 25 0,0-25 0,0 0 0,0 25 0,0-25 0,0 0 0,0 0 0,0 25 0,0-25 0,0 0 0,0 0 0,0 25 0,0-25 0,0 0 0,-25 0 0,25 0 0,0 24 0,0-24 0,0 0 0,0 0 0,0 0 0,0 0 0,0 0 0,0 0 0,0 25 15,0-25-15,0 0 0,0 0 0,0 0 0,0 0 0,0 0 0,0 0 0,0 0 0,0 0 16,0 0-16,0 0 0,0 0 0,0 0 0,0 0 15,0 0-15,0 0 47,0 0-47,0 0 0,0 0 0,0 0 0,0 0 0,0 0 0,0 0 0,0-25 0,0 25 0,0 0 0,0 0 0,0 0 0,0-24 0,0 24 0,0 0 0,0 0 0</inkml:trace>
  <inkml:trace contextRef="#ctx0" brushRef="#br0" timeOffset="460981.3666">25846 7962 0,'0'0'0,"0"0"0,0 0 0,0 0 0,0 0 0,0 0 0,0 0 0,0 0 0,0 0 0,0 0 0,0 0 0,0 0 0,0 0 0,0 0 0,0 0 171,0 0-171,0 0 0,0 0 0,0 0 0,0 0 0,0 0 0,0 0 0,0 0 0,0 0 0,0 0 0,0 0 0,0 0 0,25 0 0,-25 25 0,0-25 0,0 0 0,0 0 16,0 0-16,0 0 0,0 0 0,0 0 0,0 0 0,0 0 0,0 25 0,0-25 0,25 0 0,-25 0 0,0 0 0,0 0 0,0 25 0,0-25 0,0 0 0,0 0 0,0 0 0,0 25 0,25-25 0,-25 0 0,0 0 0,0 0 0,0 0 0,0 24 15,0-24-15,0 0 0,0 0 0,0 0 16,0 0-16,25 0 0,-25 25 0,0-25 0,0 0 0,0 0 47,0 0-47,0 0 15,0 0-15,0 25 0,0-25 0,0 0 0,0 0 0,0 0 0,0 0 0,0 0 0,0 25 0,0-25 0,0 0 0,0 0 0,0 0 0,0 0 0,0 25 0,0-25 0,0 0 0,0 0 0,0 24 0,0-24 16,0 0-16,-25 0 0,25 25 0,0-25 16,0 0-16,0 0 0,0 0 0,0 25 0,0-25 0,0 0 0,0 0 15,0 0-15,-25 25 0,25-25 0,0 0 0,0 0 16,0 0-16,0 25 0,0-25 0,0 0 0,-25 0 15,25 0-15,0 0 0,0 24 0,0-24 0,0 0 0,0 0 16,0 0-16,0 0 0,0 0 0,-25 0 0,25 25 16,0-25-16,0 0 0,0 0 0,0 0 0,0 0 0,0 0 15,0 0-15,-24 0 0,24 0 0,0 0 16,0 0-16,0-25 0,0 25 0,0 0 0,0 0 0,0 0 15,0 0-15,0-24 0,0 24 0</inkml:trace>
  <inkml:trace contextRef="#ctx0" brushRef="#br0" timeOffset="462188.4357">25127 7913 0,'0'0'0,"0"0"15,0 0-15,0 0 0,0 0 0,0 0 0,0 0 0,0 0 16,0 0-16,0 0 0,0 0 0,0 0 16,0 0-16,0 0 0,0 0 46,0 0-46,0 0 0,0 0 0,0 0 0,0 0 0,0 0 0,0 0 0,0 0 0,0 0 0,0 0 0,0 0 0,0 0 0,0 0 0,0 0 0,0 0 0,0 0 0,0 0 0,0 0 0,0 0 16,0 0-16,0 0 0,0 0 0,0 0 0,0 0 0,0 0 16,0 0-16,0 0 0,0 0 0,0 0 0,0 0 0,0 0 15,0 0-15,0 0 0,0 24 94,-198 249 62,198-273 47</inkml:trace>
  <inkml:trace contextRef="#ctx0" brushRef="#br0" timeOffset="463881.5325">25102 7987 0,'0'0'0,"0"0"0,0 0 0,0 0 0,0 0 15,0 0-15,0 0 0,0 0 0,0 0 0,0 0 16,0 0-16,0 0 0,0 0 0,0 0 0,0 0 0,0 0 15,0 0-15,0 0 0,0 0 0,0 0 0,0 0 16,0 0-16,0 0 0,0 0 0,0 0 0,0 0 0,0 0 16,0 0-16,0 0 0,0 0 124,0 0-124,0 0 0,0 0 0,0 0 0,0 0 0,0 25 16,0-25-16,0 0 0,0 0 0,0 0 0,0 0 0,0 0 0,0 0 0,0 0 0,0 0 0,0 0 0,0 0 0,0 0 0,0 0 0,0 0 0,0 0 0,0 0 0,0 0 0,0 0 0,0 0 16,0 0-16,0 0 0,0 0 0,-24 0 0,24 0 0,0 0 0,0 0 0,0 0 0,0 0 0,0 0 0,0 0 0,0 0 0,0 0 0,0 25 0,0-25 0,0 0 0,-25 0 0,25 0 0,0 0 0,0 0 0,0 0 15,0 0-15,0 0 0,0 0 0,0 0 16,-25 0-16,25 0 0,0 0 0,0 25 0,0-25 0,0 0 0,0 0 47,-25 0-47,25 0 0,0 0 0,0 24 15,0-24-15,0 0 0,-25 0 0,25 0 0,0 25 0,0-25 0,0 0 0,0 0 0,-24 25 0,24-25 0,0 0 0,0 0 0,0 0 0,0 25 0,0-25 0,0 0 0,-25 0 16,25 25-16,0-25 0,0 0 0,0 0 0,0 24 15,0-24-15,0 0 0,0 0 0,0 25 0,0-25 0,0 0 16,0 25-16,0-25 0,0 0 0,0 25 0,0-25 0,0 0 16,0 0-16,0 25 0,0-25 0,0 0 0,0 24 15,0-24-15,0 0 0,0 0 0,0 0 0,25 25 0,-25-25 16,0 0-16,0 0 0,0 0 0,0 25 0,0-25 15,24 0-15,-24 0 0,0 0 0,0 0 0,0 0 16,0 0-16,0 0 0,25 25 0,-25-25 0,0 0 16,0 0-16,0 0 0,0 0 0,0 0 0,0 0 0,25 0 0,-25 0 15,0 0-15,0 0 0,0 0 0,0 0 0,0 0 16,0-25-16,0 25 0,0 0 0,0 0 0,0 0 15,0 0-15,0 0 0,0 0 0,0 0 16,0 0-16,0 0 0,25 0 0</inkml:trace>
  <inkml:trace contextRef="#ctx0" brushRef="#br0" timeOffset="466194.6648">25946 7640 0,'0'0'0,"0"0"0,0 0 0,0 0 0,0 0 0,0-25 15,0 25-15,0 0 0,0 0 0,0 0 0,0 0 16,0 0-16,0 0 0,0 0 0,0 0 0,0 0 15,0 0-15,0 0 0,0 0 0,0 0 0,0 0 16,0 0-16,0 0 0,0 0 0,0 0 0,0 0 0,0 0 16,0 0-16,0 0 0,0 0 0,0 0 0,0 0 0,0 0 15,0 0-15,0 0 0,0 0 0,0 0 0,0 0 16,0 0-16,0 0 0,0 0 0,0 0 0,0 0 15,0 0-15,0 0 0,0 0 0,0 0 0,0 0 0,0 0 250</inkml:trace>
  <inkml:trace contextRef="#ctx0" brushRef="#br0" timeOffset="467817.7577">25995 7689 0,'0'0'0,"0"0"16,0 0-16,0 0 0,0 0 0,0 0 0,0 0 15,0 0-15,0 0 0,0 0 0,0 0 0,0 0 16,0 0-16,0 0 0,0 0 0,0 0 0,0 0 0,0 0 15,0 0-15,0 0 0,0 0 0,0 0 0,0 0 16,0 0-16,0 0 0,0 0 0,0 0 0,0 0 0,0 0 16,0 0-16,0 0 0,0 0 0,0 0 0,0 0 15,0 0-15,0 0 0,0 0 0,0 0 0,0 0 0,0 25 16,0-25-16,25 0 0,-25 0 0,0 0 15,0 0-15,0-25 0,0 25 0,0 0 0,0 0 0,0 0 16,0 0-16,0 0 0,0 0 0,0 0 0,0 0 0,0 0 16,0 0-16,0 0 0,25 0 0,-25-24 0,0 24 15,0 0-15,0 0 0,0 0 0,0 0 0,0 0 16,0 0-16,25 0 0,-25-25 0,0 25 0,0 0 15,0 0-15,0 0 0,25 0 0,-25 0 0,0 0 0,0 0 16,0 0-16,24 0 0,-24-25 0,0 25 0,0 0 16,0 0-16,0 0 0,0 0 0,25 0 0,-25 0 0,0 0 15,0-25-15,0 25 78</inkml:trace>
  <inkml:trace contextRef="#ctx0" brushRef="#br0" timeOffset="469275.841">26219 7615 0,'0'-25'0,"0"25"0,0-25 0,0 25 0,0 0 0,0 0 0,0 0 0,0 0 0,0 0 0,0 0 0,0 0 0,0 0 0,0 0 0,0 0 0,0 0 15,0-24 63,24-1-78,-24 25 0,0 0 0,0 0 0,0 0 0,0 0 0,0 0 0,0 0 0,0 0 0,0 0 0,0 0 0,0 0 0,0 0 0,0 0 0,0 0 0,0 0 0,0 0 0,0 0 16,0 0-16,0 0 0,0 0 0,0 0 0,0 0 0,0 0 0,0 0 0,0 0 0,0 0 0,-24 0 0,24 0 0,0 0 0,0 0 0,0 0 0,0 0 0,0 0 0,0 0 0,0 0 0,0 0 0,0 0 0,0 0 15,0 0-15,0 0 0,0 0 0,0 0 0,0 25 16,0-25-16,0 0 0,0 0 0,0 0 0,0 0 0,0 0 16,0 0-16,0 0 0,0 0 0,0 0 0,0 0 15,0 0-15,0 0 0,0 0 0,24 0 0,-24 0 16,0-25-16,0 25 0,-24 0 0,24 0 0,0 0 0,0 0 15,0 0-15,0 0 0,0 0 0,0 0 0,0 0 16,0 0-16,0 0 0,0 0 0,0 0 0,0 0 0,0 0 16,0 0-16,0 0 0,0 0 0,0 0 0,0 0 15,0 0-15,0 0 0,0 0 0,0 0 0,0 0 0,0 0 16,0 0-16,0 0 0,0 0 0,0 0 0,0 25 15,0-25-15,0 0 0,0 0 0,0 0 0,0 0 16,0 0-16,0 0 0,-25 24 0,25-24 0,0 0 16,0 0-16,0 0 0,0 0 0,0 25 0,0-25 15,0 0-15,0 0 0,0 0 0,-25 0 0,25 25 0,0-25 16,0 0-16,0 0 0,0 0 0,0 25 0,0-25 0,0 0 15,0 0-15,0 0 0,0 25 0,-25-25 0,25 0 16,0 0-16,0 0 0,0 24 0,0-24 0,0 0 0,0 0 16,0 0-16,0 25 0,0-25 0,0 0 0,0 0 15,0 0-15,0 25 0,0-25 0,0 0 0,0 0 0,0 0 16,0 25-16,0-25 0,0 0 0,0 0 0,0 0 15,0 0-15,0 0 0,0 25 0,0-25 0,0 0 16,0 0-16,0 0 0,-25 0 0,25 0 0,0 24 16,0-24-16,0 0 0,0 0 0,0 0 0,0 0 0,0 0 15,0 0-15,0 0 0,0 0 0,0 0 0,0 0 16,0 0-16,0 0 0,0 0 0,0 0 0,0 0 15,0 0-15,0 0 0,0 0 0,0 0 0,0 0 0,0 0 16,0 0-16,0 0 0,0 0 0,0 0 0,0 0 0,0 0 16,0 0-16,0 0 0,0 0 0,0 0 0,0 0 15,0 0-15,0 0 0,0 0 0,0 0 0,0 0 16,0 0-16,25 0 0,-25 0 0,0-24 0,0 24 0,0 0 15,0 0-15,0 0 0,25 0 0,-25-25 0,0 25 16,0 0-16,0 0 0,0 0 0,25-25 0,-25 25 0,0 0 16,0 0-16</inkml:trace>
  <inkml:trace contextRef="#ctx0" brushRef="#br0" timeOffset="470141.8906">26343 7689 0,'0'0'0,"0"0"0,0 0 0,0 0 0,0 0 0,0 0 0,0 0 0,0 0 15,24 0-15,-24 0 0,0 0 0,0 0 0,0 0 0,0 0 0,0 0 0,0 0 0,0 0 0,0 0 0,0 0 0,0 0 0,0 0 0,0 0 0,0 0 0,0 0 0,0 0 0,0 0 0,0 0 0,0 0 0,0 0 0,0 0 0,0 0 0,0 0 0,0 0 0,0 0 0,0 0 0,0 0 0,0 0 0,0 0 0,0 0 16,0 0-16,0 0 0,0 0 0,25 25 0,-25-25 0,0 0 0,0 0 15,25 0-15,-25 0 0,0 0 0,0 0 16,25 0-16,-25 0 0,0 0 0,25 0 0,-25 0 0,24 0 0,-24 0 16,0 0-16,25 0 0,-25 0 0,0 0 0,25 0 15,-25 0-15,0 0 0,25 0 0,-25 0 0,0 0 0,0 0 16,25 0-16,-25 0 0,0 0 0,0 0 0,0 0 0,0 0 15,0 0-15,0 0 0,0 0 0,0 0 16,0 0-16,0 0 0,0 0 0,0 0 0,0 0 0,0 0 16,0 0-16,0 0 0,0 0 0,0 0 0,0 0 15,0 0-15,0 0 0,0 0 0,0 0 16,0 0-16,0 0 0,0 0 0,0 0 0,0 0 0,0 0 0,0 0 15,0 0-15,0 0 0,0 0 0,0 0 0,0 0 0,0 0 16,-25 0-16,25 0 0,0 0 0,0 0 0,0 0 16,0 0-16,-25 0 0,25 0 0,0-25 0</inkml:trace>
  <inkml:trace contextRef="#ctx0" brushRef="#br0" timeOffset="470677.9212">26442 7615 0,'0'0'0,"0"0"15,0 0-15,0 0 0,0 0 0,0 0 0,0 0 16,0 0-16,0 0 0,0 0 0,0 0 0,0 0 16,0 0-16,0 0 0,0 0 0,0 0 0,0 0 0,0 0 46,0 0-46,0 0 0,0 0 0,0 0 0,0 0 0,0 0 0,0 0 0,0 0 0,0 0 0,0 0 0,0 0 0,0 0 0,0 0 0,0 0 0,0 0 0,0 0 16,0 0-16,0 0 0,0 0 0,0 0 0,25 0 0,-25 0 16,0 0-16,0 0 0,0 0 0,0 0 15,0 25-15,0-25 0,0 0 0,0 0 0,0 0 0,0 0 16,0 25-16,0-25 0,0 0 0,0 0 0,0 0 0,0 24 15,0-24-15,0 0 0,0 25 0,0-25 0,0 0 16,0 25-16,0-25 0,0 0 0,-25 25 0,25-25 16,0 0-16,0 25 0,0-25 0,0 0 0,0 0 0,0 24 15,0-24-15,0 0 0,0 25 0,0-25 0,0 0 0,0 0 16,0 0-16,0 25 0,0-25 0,0 0 0,0 0 15,0 0-15,-25 0 0,25 0 0,0 0 0,0 0 16,0 0-16,0 25 0,0-25 0,0 0 0,0 0 16,0 0-16,0 0 0,0 0 0,0 0 0,0 0 0,0 0 15,0 0-15,0 0 0,0 0 0,0 0 0,0 0 47,0 0-47,0 0 0,0 0 0,0 0 0,0 0 0,0 0 0,0 0 0,0 0 0,0 0 0,0 0 0,0 0 0,0-25 0,0 25 0,0 0 0,25 0 0,-25 0 0,0-25 16</inkml:trace>
  <inkml:trace contextRef="#ctx0" brushRef="#br0" timeOffset="471850.9883">26888 7739 0,'0'0'0,"0"0"15,0 0-15,0 0 0,0 0 0,0 0 0,0 0 0,0 0 16,0 0-16,0 0 0,0 0 0,0 0 0,0 0 15,0 0-15,0 0 0,25 0 0,-25 0 0,0 0 16,0 0-16,0 0 0,0 0 0,0 0 0,0 0 0,0 0 0,0 0 16,0 0-16,0 0 0,0 0 0,0-25 0,0 25 15,0 0-15,0 0 0,25 0 0,-25 0 0,0 0 16,0-25-16,0 25 0,0 0 0,0 0 0,25 0 15,-25-24-15,0 24 0,0 0 0,0 0 0,24 0 0,-24-25 16,0 25-16,0 0 0,0 0 0,0 0 0,0-25 16,0 25-16,0 0 0,25 0 0,-25 0 0,0 0 0,0 0 15,0 0-15,0 0 0,0 0 0,0 0 0,0 0 16,0-25-16,0 25 0,0 0 0,0 0 15,0 0-15,0 0 0,0 0 0,0 0 0,0 0 0,0 25 0,0-25 16,0 0-16,0 0 0,0 0 0,0 0 0,0 0 16,0 0-16,0 0 0,0 0 0,0 0 0,0 0 0,0 0 15,0 0-15,0 0 0,0 0 0,0 0 0,0 0 0,0 0 16,0 0-16,0 0 0,0 0 0,0-25 15,0 25-15,0 0 0,0 0 0,0 0 0,0 0 0,0 0 16,0 0-16,0 0 0,0 0 0,0 0 0,0 0 0,0 0 16,0 0-16,0 0 0,0 25 0,0-25 15,0 0-15,0 0 0,0 0 0,0 0 0,0 0 0,0 0 16,0 0-16,0 0 0,0 0 0,0 0 0,0 0 0,0 0 15,-25 0-15,25 0 0,0 0 0,0 0 0,0 0 16,0 0-16,0 0 0,0 25 0,0-25 0,0 0 16,0 25-16,0-25 0,0 0 0,0 24 0,0-24 0,-24 0 15,24 25-15,0-25 0,0 0 0,0 25 0,0-25 0,0 0 16,0 25-16,0-25 0,0 0 0,0 25 15,-25-25-15,25 0 0,0 24 0,0-24 0,0 0 0,0 0 16,0 25-16,0-25 0,0 0 0,0 0 0,0 25 0,0-25 16,0 0-16,0 25 0,0-25 0,0 0 0,-25 0 15,25 25-15,0-25 0,0 0 0,0 0 0,0 24 16,0-24-16,0 0 0,0 0 0,0 0 0,0 25 15,0-25-15,0 0 0,0 0 0,0 0 0,0 0 0,0 0 16,0 0-16,0 0 0,0 0 0,0 0 0,0 25 0,0-25 16,0 0-16,0 0 0,0 0 0,0 0 0,0 0 15,0 0-15,0 0 0,0 0 0,0 0 0,0 0 0,0 0 16,0 0-16,0-25 0,0 25 0,0 0 0,0 0 15,0 0-15,0 0 0,0 0 0,0 0 0,-25 0 16,25 0-16,0-25 0,0 25 0,0 0 0,0 0 0,0 0 16,0 0-16</inkml:trace>
  <inkml:trace contextRef="#ctx0" brushRef="#br0" timeOffset="474923.1641">27508 7665 0,'0'0'0,"0"0"0,0 0 0,0 0 0,0 0 16,0 0-16,0 0 0,0 0 0,0 0 0,0 0 0,0 0 15,0 0-15,0 0 0,0 0 0,0 0 0,0 0 0,0 0 16,0 0-16,0 0 0,0 0 0,0 0 0,0 0 16,0 0-16,0 0 0,0 0 0,0 0 15,0 0-15,0 0 0,0 0 0,0 0 0,0 0 0,0 0 0,0 0 16,0 0-16,0 0 0,0 0 0,0 0 0,0 0 15,0 0-15,0 0 0,0 0 0,0 0 0,0 0 0,0 0 16,0 0 31,0 0-47,0 0 0,0 0 0,0 0 0,0 0 0,0 0 0,0 0 15,0 0-15,0 0 0,0 0 0,-24 0 0,24 0 0,0 0 0,0 0 0,0 0 0,0 0 0,0 0 0,0 0 0,0 0 0,0 0 0,0 24 0,0-24 0,0 0 0,0 0 0,0 0 0,0 0 16,0 0-16,0 0 0,0 0 0,0 0 0,0 0 16,0 0-16,0 0 0,0 0 0,0 0 0,0 0 15,0 0-15,0 0 0,0 0 0,0 0 0,0 0 0,0 0 47,0 0-47,0 25 0,0-25 0,0 0 0,0 0 0,-25 0 0,25 0 0,0 0 0,0 0 0,0 25 16,0-25-16,0 0 0,0 0 0,0 0 0,0 0 0,0 0 0,0 0 0,0 25 0,0-25 0,0 0 0,0 0 0,0 0 15,0 0-15,0 0 0,0 0 0,0 25 0,0-25 16,-25 0-16,25 0 0,0 0 0,0 0 0,0 24 0,0-24 15,0 0-15,0 0 47,0 0-47,0 0 0,0 0 0,0 0 0,0 25 0,-25-25 0,25 0 0,0 0 0,0 0 0,0 0 0,0 25 0,0-25 0,0 0 0,0 0 0,0 0 0,0 0 0,0 0 0,0 25 0,0-25 16,0 0-16,0 0 0,-25 0 0,25 0 0,0 0 15,0 25-15,0-25 0,0 0 0,0 0 0,0 0 0,0 0 16,0 0-16,0 0 0,0 24 0,0-24 0,0 0 0,0 0 16,0 0-16,0 0 0,0 0 0,0 25 15,0-25 32,0 0-47,0 0 0,0 0 0,-24 0 0,24 25 0,0-25 0,0 0 0,0 0 0,0 0 94,0 25-94,0 0 0,-25-25 0,25 0 0,0 0 0,0 0 0,0 0 0,0 25 0,0-25 0,0 0 0,0 0 0,0 0 0,0 0 0,0 24 0,0-24 0,0 0 0,0 0 0,0 0 0,0 0 15,0 25-15,0-25 0,0 0 0,0 0 0,0 0 0,0 0 0,0 0 0,0 0 0,0 25 0,0-25 0,0 0 0,-25 0 0,25 0 0,0 0 0,0 0 0,0 25 0,0-25 0,0 0 0,0 0 0,0 0 0,0 0 0,0 0 0,0 25 16,0-25-16,0 0 0,0 0 0,0 0 15,0 0-15,0 24 0,0-24 0,0 0 0,0 0 0,0 0 16,0 0-16,0 0 0,0 0 0,0 0 16,0 0-16,0 0 0,0 0 0,0 25 0,0-25 0,-25 0 0,25 0 15,0 0-15,0 0 0,0 0 0,0 0 0,0 0 0,0 25 16,0-25-16,0 0 0,0 0 0,0 0 15,0 0-15,0 0 0,0 25 0,0-25 0,0 0 0,0 0 16,0 0-16,0 0 0,0 25 0,0-25 0,0 0 0,0 0 16,0 0-16,0 0 0,0 0 0,0 24 0,0-24 15,-25 0-15,25 0 0,0 0 0,0 0 0,0 25 16,0-25-16,0 0 0,0 0 0,0 0 0,0 25 0,0-25 15,0 0-15,0 0 0,0 0 0,0 0 16,0 0-16,0 0 0,0 25 0,0-25 0,0 0 0,0 0 0,0 0 16,0 0-16,0 0 0,0 0 0,-24 25 15,24-25-15,0 0 0,0 0 0,0 0 0,0 0 0,0 0 0,0 24 16,0-24-16,0 0 0,0 0 0,0 0 15,0 0-15,0 0 0,0 0 0,0 0 0,0 0 0,0 0 16,0 0-16,0 25 0,0-25 0,0 0 0,0 0 0,0 0 16,0 0-16,0 0 0,0 0 0,0 0 0,0 0 15,0 0-15,0 0 0,0 0 0,0 0 0,0 0 0,0 0 16,0 0-16,0 0 0,0 0 0,0 0 0,0 0 15,0 0-15,0 25 0,0-25 0,0 0 0,0 0 0,0 0 16,0 0-16,0 0 0,0 0 0,0 0 0,0 0 16,0 0-16,0 0 0,0 0 0,0 0 15,0 0-15,0 0 0,0 0 0,0 0 0,0 0 0,0 0 0,0 0 16,0 0-16,0 0 0,0 0 0,0 0 0,0 0 15,0 0-15,-25 0 0,25 25 0,0-25 0,0 0 16,0 0-16,0 0 0,0 0 0,0 0 0,0 0 0,0 0 16,0 0-16,0 25 0,0-25 0,0 0 0,0 0 15,0 0-15,0 0 0,0 0 0,0 0 0,0 0 0,0 24 16,0-24-16,0 0 0,0 0 0,0 0 15,0 0-15,0 0 0,0 0 0,0 0 0,0 0 0,0 0 0,0 0 16,-25 25-16,25-25 0,0 0 0,0 0 0,0 0 16,0 0-16,0 0 0,0 0 0,0 0 0,0 0 0,0 0 15,0 0-15,0 0 0,0 0 0,0 0 0,0 0 16,0 0-16,0 0 0,0 0 0,0 25 0,0-25 31,0 0-31,0 0 0,0 0 0,0 0 0,0 0 0,0 0 0,0 0 0,0 0 0,0 0 0,0 0 0,0 0 16,0 0-16,0 0 0,0 0 0,0 0 0,0 0 15,0 0-15,0 0 0,0 0 0,0 0 0,0 25 0,0-25 16,0 0-16,0 0 0,0 0 0,0 0 0,0 0 15,0 0-15,0 0 0,0 0 0,0 0 0,0 0 0,0 0 16,0 0-16,0 0 0,0 0 0,0 0 0,0 0 16,0 0-16,0 0 0,0 0 0,0 0 0,0 0 15,0 0-15,0 0 0,0 0 0,0 0 0,0 0 0,0 0 16,0 0-16,0 0 0,0 0 0,-25 25 15,25-25-15,0 0 0,0 0 0,0 0 0,0 0 0,0 0 0,0 0 16,0-25-16,25 25 0,-25 0 0,0 0 0,0 0 16,0 0-16,0-25 0,0 25 0,0 0 0,0 0 0,0-25 15,0 25-15,25-25 0,-25 25 0,0 0 0,0-24 16</inkml:trace>
  <inkml:trace contextRef="#ctx0" brushRef="#br0" timeOffset="485688.7798">28277 7640 0,'0'0'15,"0"0"-15,0 0 0,0 0 0,0 0 0,0 0 0,0 0 16,0 0-16,0 0 0,0 0 0,0 0 0,0 0 0,0 0 15,0 0-15,0 0 0,0 0 0,0 0 0,0 0 16,0 0-16,0 0 0,0 0 0,0 0 0,0 0 0,0 0 16,0 0-16,0 0 0,0 0 0,0 0 0,0 0 15,0 0-15,0 0 0,0 0 0,0 0 0,0 0 16,0 0-16,0 0 0,0 0 0,0 0 0,0 0 0,0 0 15,0 0-15,0 0 0,0 0 0,0 0 16,0 0-16,0 0 0,0 0 0,0 0 0,0 0 0,0 0 16,0 0-16,0 0 0,0 0 0,0 0 0,0 0 0,0 0 15,0 0-15,0 0 0,0 0 0,0 0 0,0 0 16,0 0-16,0 0 0,0 0 0,0 0 0,0 0 15,0 0-15,0 25 0,-24-25 0,24 0 0,0 0 0,0 0 16,0 24-16,-25-24 0,25 0 0,0 0 0,0 0 0,-25 25 16,25-25-16,0 0 0,0 0 0,-25 25 0,25-25 15,0 0-15,0 0 0,-25 25 0,25-25 0,0 0 16,0 0-16,-24 25 0,24-25 0,0 0 0,0 0 0,0 0 15,-25 24-15,25-24 0,0 0 0,0 0 16,0 0-16,0 0 0,-25 0 0,25 0 0,0 25 0,0-25 16,0 0-16,0 0 0,0 0 0,0 0 0,0 0 0,-25 0 15,25 0-15,0 0 0,0 25 0,0-25 0,0 0 0,0 0 16,0 0-16,0 0 0,0 0 0,0 0 0,0 0 15,0 0-15,0 0 0,0 0 0,0 0 0,0 0 16,0 0-16,0 0 0,0 0 0,0 0 0,0 0 0,0 0 16,0 0-16,0 0 0,0 0 0,0 0 0,0 0 15,0 0-15,0 0 0,0 0 0,0 0 0,0 0 16,0 0-16,0 0 0,0 0 0,0 0 0,0 0 15,0 0-15,0 0 0,0 0 0,0 0 0,0 0 0,0 0 16,0 0-16,25 0 0,-25 0 0,0 0 0,0 0 0,0 0 16,0 0-16,0 0 0,0 0 0,0 0 0,0 0 15,25 0-15,-25 0 0,0 0 0,0 0 0,0 0 0,25 0 16,-25 0-16,0 0 0,0 0 15,24 0-15,-24 0 0,0 0 0,25 0 0,-25 0 0,25 0 0,-25 0 16,0 0-16,0 0 0,25 0 0,-25 0 0,0 0 0,0 0 16,0 0-16,0 0 0,25 0 0,-25 0 15,0 0-15,0 0 0,0 0 0,0 0 0,0 0 0,0 0 0,0 0 16,0 0-16,0 0 0,0 0 0,24 0 0,-24 0 15,0 0-15,0 0 0,0 0 0,25 0 0,-25 0 0,0 0 16,0 0-16,25 0 0,-25 0 0,0 0 16,25 0-16,-25 0 0,0 0 0,0 0 0,25 0 15,-25 0-15,0 0 0,0 0 0,24 0 0,-24 0 0,0 0 16,0 0-16,0 25 0,0-25 0,0 0 0,0 0 0,0 0 0,0 0 15,0 0-15,0 0 0,0-25 0,0 25 16,0 0-16,0 0 0,0 0 0,0 0 0,0 0 0,0 0 16,0 0-16,0 0 0,0 0 0,0 0 0,0 0 15,0 0-15,0 0 0,0 0 0,0 0 0,0 0 0,0 0 16,0 0-16,0 0 0,0 0 0,0-25 0,0 25 0,0 0 15,0 0-15,-24 0 0,24 0 0,0-25 16</inkml:trace>
  <inkml:trace contextRef="#ctx0" brushRef="#br0" timeOffset="486162.8069">28377 7665 0,'0'0'0,"0"0"0,0 0 16,0 0-16,0 0 0,0 0 0,0 0 0,0 0 15,0 0-15,0 0 0,0 0 0,0 0 0,0 0 0,0 0 16,0 0-16,0 0 0,0 0 0,0 0 0,0 0 16,0 0-16,0 0 0,0 0 0,0 0 0,0 0 15,0 0-15,0 0 0,0 0 0,0 0 0,0 24 0,0-24 16,0 0-16,0 0 0,0 0 0,0 25 0,0-25 0,0 0 15,0 0-15,0 25 0,0-25 0,0 0 16,0 25-16,0-25 0,0 0 0,0 25 0,0-25 0,0 0 16,0 24-16,-25-24 0,25 0 0,0 25 0,0-25 0,0 0 15,0 25-15,0-25 0,0 0 0,0 25 0,0-25 16,0 0-16,0 0 0,0 25 0,0-25 0,0 0 15,0 24-15,0-24 0,0 0 0,-25 0 0,25 25 16,0-25-16,0 0 0,0 0 0,0 25 0,0-25 16,0 0-16,0 0 0,0 0 0,0 0 0,0 25 0,0-25 15,0 0-15,0 0 0,0 0 0,0 0 0,0 0 0,0 25 16,0-25-16,0 0 0,0 0 0,0 0 0,0 0 0,0 0 15,0 0-15,0 0 0,0 25 0,0-25 16,0 0-16,0 0 0,0 0 0,0 0 0,0 0 0,0 0 16,0 0-16,0 0 0,0 0 62,0 0-62,0 0 0,0-25 0,0 25 0,0 0 0,0 0 0,0 0 0,0 0 0,0 0 0,0 0 0,0-25 0,0 25 0,0 0 0,0 0 0,0-25 0,0 25 0,0 0 0,0 0 0</inkml:trace>
  <inkml:trace contextRef="#ctx0" brushRef="#br0" timeOffset="488814.9586">29245 7764 0,'0'0'16,"-25"0"-16,25 0 0,0 0 0,0 0 0,0 0 16,0 0-16,0 0 0,0 0 0,0 0 0,0 0 0,0 0 15,0 0-15,0 0 0,0 0 0,-25 0 0,25 0 16,0 0-16,0 0 0,0-25 0,0 25 0,0 0 15,0 0-15,0 0 0,0 0 0,0 0 0,0 0 0,0 0 16,0 0-16,0 0 0,0 0 0,0 0 0,0 0 16,0 0-16,0 0 0,0 0 0,0 0 0,0 0 514,-74 223-482,74-223-32,0 0 0,0 0 0,0 0 15,0 0-15,0 0 0,0 0 0,0 0 0,0 0 0,0 0 0,0 0 0,0 0 0,0 0 0,0 0 0,0 0 0,0 0 0,0 0 0,0 0 78,0 0-78,0 0 16,0 0-16,0 0 0,0 0 0,0 0 0,0 0 0,0 0 0,0 0 0,0 0 0,0 0 0,0 0 0,0 0 0,0 0 0,0 0 0,0 0 0,0 0 0,0 0 0,0 0 0,0 0 0,0 0 0,0 0 0,0 0 0,0 0 0,0 0 0,0 0 15,0 0-15,0 0 0,0 0 0,0 0 0,0 0 0,0 0 0,0 0 0,0 0 0,0 0 0,0 0 0,0 0 0,0 0 0,0 0 0,0 0 0,0 0 0,0 0 0,0 0 16,0 0-16,0 0 0,0 0 0,0 0 0,0 0 16,0 0-16,0 0 0,0 0 0,0 0 0,0 0 0,0 0 15,0 0-15,0 0 0,0 0 0,0 0 0,0 0 0,0 0 16,0 0-16,0 0 0,0 0 0,0 0 0,0 0 15,0 0-15,0 0 0,0 0 0,0 0 0,0 0 141,0 0-141,0 0 0,0 0 0,0 0 0,0 0 0,0 0 0,0 0 0,0 0 0,0 0 0,0 0 0,0 0 0,0 0 0,0 0 0,0 0 0,0 0 0,0 0 0,0 0 0,0 0 0,0 0 0,0 0 0,0 0 0,0 0 0,0 0 0,0 0 0,0 0 0,0 0 0,0 0 0,0 0 0,0 0 0,0 0 0,0 0 0,0 0 0,0 0 0,0 0 0,0 0 0,0 0 0,0 0 0,0 0 15,0 0-15,0 0 0,0 0 0,0 0 0,0 0 0,0 0 16,0 0-16,0 0 0,0 0 47,0 0 31,0 0-78,0 0 0,0 0 15,0 0-15,0 0 0,0 0 0,0 0 0,0 0 0,0 0 0,0 0 0,0 0 0,0 0 0,0 0 0,0 0 0,25 0 0,-25 0 0,0 0 0,0 0 0,0 0 0,0 0 0,0 0 0,0 0 0,0 0 0,0 0 0,0 0 0,0 0 0,0 0 0,0 0 0,0 0 0,0 0 0,0 0 0,0 0 0,0 0 0,0 0 0,0 0 0,0 0 0,0 0 0,0 0 0,0 0 16,24 0-16,-24 0 0,0 0 0,0 0 0,0 0 16,0 0-16,25 0 0,-25 0 0,0 0 0,0 0 0,0 0 15,25 0-15,-25 0 577</inkml:trace>
  <inkml:trace contextRef="#ctx0" brushRef="#br0" timeOffset="492098.1464">29146 7640 0,'0'0'0,"0"0"0,0 0 0,0 0 0,0 0 0,0 0 0,0 0 0,0 0 15,0 0-15,0 0 0,0 0 0,0 0 0,0 0 0,0 0 16,0 0-16,0 0 0,0 0 0,0 0 0,0 0 0,0 0 15,0 0-15,0 0 0,0 0 0,0 0 0,0 0 0,0 0 16,0 0-16,0 0 0,0 0 0,0 0 0,0 0 16,0 0-16,0 0 0,0 0 0,0 0 0,0 0 15,0 0-15,0 0 0,0 0 0,0 0 0,0 0 0,0 0 16,0 0-16,0 0 0,0 0 0,0 0 0,0 0 15,0 0-15,0 0 0,0 0 0,0 0 0,0 0 0,0 0 16,0 0-16,0 0 0,0 0 0,0 0 47,0 0-47,0 0 0,0 0 0,0 0 0,0 0 0,0 0 0,0 0 0,0 0 0,0 0 0,0 0 0,0 0 15,0 0-15,0 0 0,0 0 0,0 0 0,0 0 0,0 0 0,0 0 0,0 0 0,-25 0 0,25 0 0,0 0 0,0 0 16,0 0-16,0 0 0,0 0 0,0 0 16,0-25-16,0 25 0,0 0 0,0 0 0,0 0 0,0 0 15,0 0-15,-25 0 0,25 0 0,0 0 0,0 0 0,0 0 16,0 0-16,0 0 0,0 0 0,0 0 0,0 0 15,0 0-15,0 0 0,0 0 0,0 0 0,0 0 0,0 0 16,0 0-16,0 0 0,0 0 0,0 0 0,0 0 16,0 0-16,0 0 124,-25 0-124,25 0 0,0 0 0,0 0 0,0 0 0,0 0 0,0 0 0,0 0 0,0 0 0,0 0 0,0-25 0,0 25 0,0 0 0,0 0 0,0 0 0,0 0 0,0 0 0,0 0 0,0 0 16,0 0-16,0 0 0,0 0 0,0 0 0,0 0 0,0 0 0,0 0 0,0 0 0,0 0 0,0 0 0,0 0 0,0 0 0,0 0 0,0 0 0,0 0 0,0 0 0,0 0 0,0 0 0,0 0 0,25 0 0,-25 0 0,0 0 16,0 0-16,0 0 0,0 0 0,0 0 0,0 0 0,0 0 15,0 0-15,0 0 0,0 0 0,0-25 0,25 25 16,-25 0 873</inkml:trace>
  <inkml:trace contextRef="#ctx0" brushRef="#br0" timeOffset="494626.291">29170 7615 0,'0'0'0,"0"0"0,0 0 0,25 0 0,-25 0 0,0 0 0,0 0 0,0 0 0,0 0 0,0 0 0,0 0 0,0 0 0,0 0 0,0 0 0,0 0 0,0 0 0,0 0 0,0 0 0,0 0 0,0 0 0,25 0 0,-25 0 16,0 0-16,0 0 0,0 0 0,0 0 0,0 0 0,0 0 0,0 0 0,0 0 0,0 0 0,0 0 0,0 0 0,0 0 0,0 0 0,0 0 0,0 0 0,0 0 0,25 0 0,-25 0 0,0 0 15,0 0-15,0 0 0,0 0 0,0 0 16,0 0-16,0 0 0,0 0 0,0 0 0,0 0 0,0 0 15,0 0-15,0 0 0,25 0 0,-25 0 0,0 0 0,0 0 125,0 0-125,0 0 0,0 0 0,0 0 0,0 0 0,0 0 0,0 0 0,0 0 0,0 0 0,0 0 0,0 0 0,0 0 0,0 0 0,0 0 0,0 0 0,0 0 0,0 0 0,0 0 0,0 0 0,0 0 0,0 0 0,0 0 0,0 0 0,0 0 0,0 0 0,0 0 16,0 0-16,0 0 0,0 0 0,0 25 0,0-25 0,0 0 0,0 0 0,0 0 0,0 0 0,0 0 0,0 0 0,0 0 0,0 0 0,0 0 0,0 0 15,0 0-15,0 0 0,0 0 0,0 0 0,0 0 0,0 0 16,0 0-16,0 0 0,0 0 0,0 0 0,0 0 16,0 0-16,0 0 0,0 0 0,0 25 140,-25-1-140,25-24 0,0 0 0,0 0 0,0 0 31,-25 50-31,25-50 0,0 0 0,0 0 0,0 25 0,0-25 0,0 0 0,0 0 0,0 0 0,-25 0 0,25 25 0,0-25 0,0 0 0,0 0 16,0 0-16,0 0 0,0 24 0,0-24 0,0 0 0,0 0 0,0 0 0,-25 0 0,25 0 0,0 0 0,0 0 0,0 25 0,0-25 0,0 0 0,0 0 0,0 0 0,0 0 0,0 0 0,0 0 0,0 0 0,0 0 0,0 0 0,-24 25 0,24-25 0,0 0 15,0 0-15,0 0 0,0 0 0,0 0 0,0 0 16,0 0-16,0 0 0,0 0 0,-25 25 0,25-25 0,0 0 16,0 0 62,0 0-78,0 0 0,0 0 0,0 0 0,0 0 0,0 0 0,0 0 0,0 25 0,0-25 0,-25 0 0,25 0 0,0 0 0,0 0 0,0 0 0,0 0 0,0 0 0,0 0 0,0 0 0,0 0 0,0 0 0,-25 24 0,25-24 0,0 0 0,0 0 0,0 0 0,0 0 0,0 0 0,0 0 0,0 0 0,0 0 0,0 25 0,-25-25 15,25 0-15,0 0 0,0 0 0,0 0 0,0 0 0,0 0 16,0 0-16,0 0 0,0 0 0,0 0 0,0 0 15,0 0-15,0 0 0,0 0 78,0 0-78,0 0 0,0 0 0,0 0 0,0 0 0,0 0 0,0 0 0,0 0 0,0 0 0,0 0 0,0 0 0,0 0 0,0 0 16,0 0-16,0 0 0,0 0 0,0 0 0,0 0 0,0 0 0,0 0 0,0 0 0,0 0 0,0 0 0,0 0 0,0 0 0,0 0 0,0 0 0,25 0 0,-25 0 0,0 0 0,0 0 0,0 0 0,0 0 0,0 0 0,0 0 16,0 0-16,0 0 0,25 0 0,-25 0 0,0 0 15,0 0-15,0 0 0,0 0 0,0 0 0,25 0 0,-25 0 16,0 0-16,0 0 639</inkml:trace>
  <inkml:trace contextRef="#ctx0" brushRef="#br0" timeOffset="500133.606">28054 8483 0,'0'-25'0,"0"25"0,0 0 15,0 0-15,0 0 0,0 0 0,0 0 0,0 0 0,0 0 16,0 0-16,0 0 0,0 0 0,0 0 0,0 0 0,0 0 15,0 0-15,0 0 0,0 0 0,0 0 0,0 0 16,0 0-16,0 0 0,0 0 0,0 0 0,0 0 16,0 0-16,0 0 0,0 0 0,0 0 0,0 0 0,0 0 15,0 0-15,0 0 0,0 0 0,0 0 0,0 0 16,0 0-16,0 25 0,0-25 0,0 0 0,0 0 15,0 0-15,0 0 0,0 0 0,0 0 0,0 0 0,0 0 16,0 0-16,0 0 0,0 0 0,0 0 0,0 0 16,0 0-16,0 0 0,0 0 0,0 0 0,0 0 0,0 0 15,0 0-15,0 0 0,0 0 0,0 0 0,0 0 16,0 0-16,0 0 0,0 0 0,0 0 0,0 0 0,0 0 15,0 0-15,0 0 0,0 0 0,0 0 16,0 0-16,0 0 0,0 0 0,0 0 0,0 0 0,0 0 16,0 0-16,0 0 0,0 0 0,0 0 0,0 0 0,0 0 15,0 0-15,0 0 0,0 0 0,0 25 0,0-25 16,0 0-16,0 0 0,0 0 0,0 0 0,0 25 0,0-25 15,0 0-15,-25 0 0,25 25 0,0-25 0,0 0 16,0 0-16,0 24 0,0-24 0,0 0 0,0 0 0,0 25 16,0-25-16,0 0 0,0 0 0,0 0 0,0 0 15,0 0-15,0 25 0,0-25 0,0 0 16,0 0-16,-25 0 0,25 0 0,0 0 0,0 0 0,0 0 0,0 0 15,0 0-15,0 0 0,0 0 0,0 0 0,0 0 16,0 0-16,0 0 0,0 0 0,0 0 0,0 0 16,0 0-16,0 0 0,0 0 0,0 0 0,0 0 0,0 0 15,0 0-15,0 0 0,0 0 0,0 0 0,0 0 16,0 0-16,0 0 0,0 0 0,0 0 0,0 0 0,0 0 15,0 0-15,0 0 0,0 0 0,25 0 0,-25 0 16,0 0-16,0 0 0,0 0 0,0 0 0,0 0 0,0 0 16,0 0-16,0 0 0,0 0 0,0 0 0,0 0 15,0 0-15,0 0 0,0 0 0,0 0 0,0 0 0,0 0 16,0 0-16,0 0 0,0 0 0,0 0 0,0 0 15,25 0-15,-25 0 0,0 0 0,0 0 0,0 0 16,0 0-16,0 0 0,0 0 0,0 0 0,25 0 16,-25-25-16,0 25 0,0 0 0,0 0 0,0 0 0,0 0 15,0 0-15,25 0 0,-25 0 0,0 0 0,0 0 0,0 0 16,0 0-16,0 0 0,0 0 0,0 0 0,0 0 15,0 0-15,25 0 0,-25 0 0,0 0 0,0 0 0,0 0 16,0 0-16,0 0 0,0 0 0,0 0 0,0 0 16,0 0-16,0 0 0,0 0 0,0 0 0,0 0 15,0 25-15,0-25 0,0 0 0,0 0 0,0 0 16,0 0-16,0 0 0,0 0 0,0 0 0,0 0 0,0 25 15,0-25-15,0 0 0,0 0 0,0 25 0,0-25 16,0 0-16,0 0 0,0 0 0,0 0 0,0 24 0,0-24 16,0 0-16,0 0 0,0 0 0,0 0 0,0 25 15,0-25-15,0 0 0,0 0 0,0 0 0,0 0 0,0 25 16,0-25-16,0 0 0,0 0 0,0 0 0,0 0 15,0 25-15,0-25 32,0 0-32,0 0 15,0 0-15,0 0 0,0 0 0,0 0 0,0 25 0,0-25 0,0 0 0,0 0 0,0 0 0,0 0 0,-25 0 0,25 0 0,0 0 0,0 0 0,0 24 0,0-24 0,0 0 0,0 0 16,0 0-16,0 0 0,0 0 0,0 0 0,0 0 0,0 0 15,0 25-15,0-25 0,0 0 0,0 0 0,-25 0 16,25 0-16,0 0 0,0 0 47,0 0-47,0 0 0,-99-25 171,99 25-171,0 0 0,0 0 0,0 0 0,0-24 0,0 24 0,0 0 0,0 0 0,0 0 0,0 0 0,0 0 0,-25 0 0,25 0 0,0 0 0,0 0 0,0 0 0,0 0 0,0 0 0,0 0 0,0 0 0,0 0 0,0 0 0,0 0 0,0 0 0,0 0 0,0 0 0,0-25 0,0 25 16,0 0-16,0 0 0,0 0 0,0 0 0,25 0 0,-25 0 0,0 0 0,0 0 0,0 0 0,0 0 0,0-25 0,0 25 0,0 0 0,24 0 16,-24 0-16</inkml:trace>
  <inkml:trace contextRef="#ctx0" brushRef="#br0" timeOffset="501084.6604">28129 8409 0,'0'0'0,"0"0"15,0 0-15,0 0 0,0 0 0,0 0 0,0 0 16,0 0-16,0 0 0,0 0 0,0 0 0,0 0 0,0 0 16,0 0-16,0 0 0,0 0 0,0 0 0,0 0 15,0 0-15,0 0 0,0 0 0,0 0 0,0 0 0,0 0 16,0 0-16,0 0 0,0 0 0,0 0 0,0 0 15,0 0-15,0 0 0,0 0 0,0 0 0,0 0 16,0 0-16,0 0 0,0 0 0,0 0 47,0 0-47,0 0 0,0 0 0,0 0 0,0 0 0,0 0 0,0 0 0,0 0 0,0 0 0,0 0 0,0 0 0,0 0 0,0 0 0,0 0 0,0 0 0,0 0 0,0 0 0,0 0 15,0 0-15,0 0 0,0 0 0,0 0 0,0 0 16,0 0-16,0 0 0,0 0 0,0 0 0,0 0 16,0 0-16,0 0 0,0 0 0,0 0 0,0 0 0,0 0 0,0 0 15,0 0-15,0 0 0,0 0 47,0 0-47,0 0 16,0 0-16,0 0 0,0 0 0,24 0 0,-24 0 0,0 0 0,0 0 0,0 0 0,0 0 0,0 0 0,25 0 0,-25 0 0,0 0 0,0 0 0,0 0 0,25 0 93,-25 0-93,0 0 0,25 0 0,-25 0 0,0 0 0,0 0 0,25 0 0,-25 0 0,0 0 0,0 0 0,24 0 0,-24 0 0,0 0 0,25 0 0,-25 0 0,0 0 0,0 0 0,25 0 0,-25 0 0,0 0 0,0-25 0,0 25 0,25 0 0,-25 0 0,0 0 0,0 0 0,25 0 16,-25 0-16,0 0 0,0 0 0,0 0 0,0 0 0,0 0 0,24 0 0,-24 0 0,0 0 0,0 0 0,0 0 0,0 0 0,0 0 0,0 0 0,0 0 15,0 0-15,0 0 0,0 0 0,0 0 0,0 0 0,0 0 16,0-25-16,-24 25 0,24 0 0,0 0 0,0 0 16,0 0-16,0 0 0,0 0 0,0 0 0,0 0 0,0 0 15,0 0-15</inkml:trace>
  <inkml:trace contextRef="#ctx0" brushRef="#br0" timeOffset="506000.9416">29121 8434 0</inkml:trace>
  <inkml:trace contextRef="#ctx0" brushRef="#br0" timeOffset="516571.5462">29270 8731 0</inkml:trace>
  <inkml:trace contextRef="#ctx0" brushRef="#br0" timeOffset="551613.5505">29294 8582 0,'0'0'15,"0"0"-15,0 0 0,0 0 0,0 0 0,0 0 0,0 0 0,0 0 16,0 0-16,0 0 0,0 0 0,0 0 0,0 0 15,0 0-15,0 0 0,0 0 0,0 0 0,0 0 16,0 0-16,0 0 47,0 0-47,0 0 0,0 0 0,0 0 0,0 0 0,0 0 0,0 0 0,0 0 0,0 0 0,0 0 0,0 0 0,0 0 0,0 0 0,0 0 0,0 0 0,0 0 0,0 0 0,0 0 0,0 0 0,0 0 15,0 0-15,0 0 0,0 0 0,0 0 0,0 0 16,0 0-16,0 0 0,0 0 0,0 0 0,0 0 16,0 0-16,0 0 0,0 0 0,0 0 0,0 0 0,0 0 15,0 0-15,0 0 0,0 0 0,0 0 0,0 0 16,0 0-16,0 0 0,0 0 0,0 0 0,0 0 0,0 0 15,0 0-15,0 0 0,0 0 0,-24 0 0,24 0 16,0 0-16,0 0 0,0 0 0,0 0 0,0 0 0,0 0 94,0 0-94,0 0 0,0 0 0,0 0 0,0 0 0,0 0 0,0 0 0,0 0 0,0 0 0,0 0 0,0 0 0,-25 0 0,25 0 0,0 0 0,0 0 0,0 0 0,0 0 0,0 0 0,0-24 0,0 24 0,0 0 0,0 0 0,-25 0 0,25 0 0,0 0 0,0 0 0,0 0 0,0 0 15,0 0-15,0 0 0,0 0 0,0 0 0,0 0 0,0 0 0,0 0 0,-25 0 0,25 0 0,0 0 16,0 0-16,0 0 0,0 0 0,0-25 0,0 25 15,0 0-15,-25 0 0,25 0 63,0 0-32,0 0-15,0 0-16,0 0 0,-24 0 0,24-25 0,0 25 0,0 0 0,0 0 0,0 0 0,0 0 0,0 0 0,0 0 0,0 0 0,-25 0 0,25 0 0,0 0 0,0 0 0,0 0 0,0 0 0,0 0 0,0 0 0,0 0 0,0 0 0,0 0 0,0 0 0,0-25 0,0 25 0,0 0 0,0 0 0,0 0 0,0 0 0,0 0 0,0 0 0,0 0 0,0 0 0,0 0 0,0 0 0,0 0 46,0 0-46,0 0 0,0 0 47,0 0-47,0 0 0,0 0 0,0 0 0,0 0 0,0 0 0,25 0 0,-25 0 0,0 0 0,0 0 0,0-25 0,0 25 0,0 0 0,0 0 0,0 0 0,0 0 0,0 0 0,0 0 0,24 0 0,-24 0 0,0-24 0,0 24 0,0 0 0,25 0 0,-25 0 0,0 0 0,0 0 16,0 0-16,25 0 0,-25 0 0,0 0 0,0 0 0,25 0 0,-25 0 15,0-25-15,0 25 0,25 0 0,-25 0 0,0 0 0,0 0 16,24 0-16,-24 0 0,0 0 0,0 0 0,0 0 16,25 0-16,-25 0 0,0 0 0,25 49 124,-25-24-124,0-25 0,0 0 0,0 0 0,0 0 0,0 25 0,0-25 0,0 0 0,0 0 0,0 0 0,0 0 0,0 25 0,0-25 0,0 0 0,0 0 0,0 0 0,0 0 16,0 25-16,0-25 0,0 0 0,0 0 0,0 0 0,0 0 0,0 24 0,-25-24 0,25 0 0,0 0 0,0 0 0,0 0 0,0 25 0,0-25 0,-25 0 0,25 0 0,0 0 0,0 0 0,0 25 0,-24-25 0,24 0 16,0 0-16,0 0 0,0 0 0,0 0 0,-25 0 0,25 0 15,0 0-15,0 0 0,-25 25 0,25-25 0,0 0 0,0 0 172,-124 25-172,124-25 0,0 0 0,0 0 0,0 24 0,0-24 0,0 0 0,0 0 0,0 0 0,-25 0 0,25 0 0,0 0 0,0 0 0,0 0 0,0 0 0,0 0 0,0 0 0,0 0 0,0 0 0,0 0 0,0 0 0,0 0 15,0 0-15,0 25 0,0-25 0,0 0 0,0 0 0,0 0 0,0 0 0,0 0 0,0-25 0,0 25 0,25 0 0,-25 0 0,0 0 0,0 0 0,0 0 0,0 0 0,0 0 0,0 0 0,0 0 16,0 0-16,0 0 0,0 0 0,25 0 0,-25 0 16,0 0-16,0 0 0,0 0 0,0 0 0,25 0 46,-25 0-46,0 0 0,0 0 0,24 0 0,-24 0 0,0-24 0,0 24 0,25 0 0,-25 0 0,0 0 0,0 0 0,25 0 0,-25 0 0,0 0 16,0 0-16,0 0 0,0 0 0,0 0 0,25 0 0,-25 0 0,0 0 0,0 0 16,0 0-16,0 0 0,0 0 0,0 0 0,0 0 0,25 0 15,-25 0-15,0 0 0,0 0 47</inkml:trace>
  <inkml:trace contextRef="#ctx0" brushRef="#br0" timeOffset="553708.6699">29146 8806 0,'0'0'0,"0"0"0,0 0 0,0 0 0,0 0 0,0 0 16,0 0-16,0 0 0,0 0 0,0 0 0,0 0 0,0 0 16,0 0-16,0 0 0,0 0 0,0 0 15,0 0-15,0 0 0,0 0 0,0 0 0,0 0 0,0 0 16,0 0-16,0 0 0,0 0 0,0 0 0,0-25 0,0 25 15,0 0-15,0 0 0,0 0 0,0 0 0,0 0 16,0 0-16,0 0 0,0 0 0,0 0 0,0 0 16,0 0-16,0 0 0,0 0 0,0 0 0,0 0 0,0 0 15,0 0-15,0 0 0,0 0 0,0 0 0,0 0 16,0 0-16,0 0 0,0 0 47,0 0-47,0 0 0,0 0 0,0 0 0,0 0 0,0 0 0,0 0 0,0 0 0,0 0 0,0 0 0,0-25 0,0 25 0,0 0 0,0 0 0,0 0 0,0 0 46,0 0-46,0 0 0,0 0 0,0 0 0,0 0 16,0 0-16,0 0 0,0 0 0,0 0 0,0 0 0,0 0 0,0 0 0,0 0 0,0 0 0,0 0 0,0 0 0,0 0 0,0 0 0,0 0 0,0 0 0,0 0 0,24 0 0,-24 0 0,0-25 0,0 25 16,0 0-16,0 0 0,0 0 0,0 0 15,0 0-15,0 0 0,0 0 0,0 0 0,0 0 0,0 0 0,0 0 16,0 0-16,0 0 0,0 25 0,0-25 0,0 0 15,0 0-15,0 0 0,0 0 0,0 0 0,0 0 16,0 0-16,0 0 0,0 0 0,0 0 0,0 0 0,0 0 16,0 0-16,0 0 0,0 0 0,0 0 0,0 0 15,0 0-15,0 0 0,0 0 0,0 0 0,0 0 16,0 0-16,25 0 0,-25 0 0,0 0 0,0 0 15,0 0-15,0 0 0,0 0 0,0 0 0,0 0 0,0 0 16,25 0-16,-25 0 0,0 0 0,0 0 0,0 0 0,0 0 16,0 0-16,25 0 0,-25 0 0,0 0 0,0 0 15,0 0-15,0 0 0,0 0 0,25 0 0,-25 0 0,0 0 16,0 0-16,0 0 0,0 0 0,0 0 0,0 0 15,24 0-15,-24 0 0,0 0 0,0 0 16,0 0-16,0 0 0,0 0 0,0 0 0,0 0 0,0 0 16,0 0-16,25 0 0,-25 25 0,0-25 0,0 0 0,0 0 0,0 0 15,0 0-15,0 0 0,0 0 0,0 0 0,25 0 16,-25 0-16,0 0 0,0 0 0,0 0 0,0 0 47,0 0-47,0 25 0,0-25 0,0 0 0,0 0 0,0 0 0,0 0 0,25 0 0,-25 0 0,0 0 0,0 0 15,0 24-15,0-24 0,0 0 0,0 0 0,0 0 0,0 0 0,0 0 0,0 25 0,0-25 0,0 0 0,0 0 16,0 0-16,0 0 0,0 0 0,0 0 0,0 0 15,0 25-15,0-25 0,0 0 0,0 0 0,0 0 16,0 0-16,0 0 0,0 0 0,0 25 0,0-25 0,-25 0 16,25 0-16,0 0 0,0 0 0,0 25 0,0-25 15,0 0-15,0 0 0,0 0 0,-25 0 0,25 0 0,0 0 16,0 0-16,0 24 0,0-24 0,0 0 0,0 0 15,-25 0-15,25 0 0,0 0 0,0 25 0,0-25 0,-24 0 16,24 0-16,0 0 0,0 0 0,-25 0 16,25 0-16,0 0 0,0 0 0,0 0 0,-25 0 0,25 0 15,0 0-15,0 0 0,0 0 0,-25 0 0,25 0 0,0 0 16,0 0-16,-25 0 0,25 0 0,0 0 0,0 0 0,0 0 15,-24 0-15,24 0 0,0 0 0,0 0 16,0 0-16,0 0 0,0 0 0,-25 0 0,25 0 0,0 0 16,0 0-16,0 0 0,0 0 0,0 0 0,0 0 15,0 0-15,0 0 0,0 0 0,0 0 0,0 0 0,0 0 16,0 0-16,0 0 0,0 0 0,0 0 0,0 0 15,0 0-15,0 0 0,0 0 0,0 0 0,0 0 16,0 0-16,0 0 0,0 0 0,0-25 0,0 25 0,0 0 16,0 0-16,0 0 0,0 0 0,0 0 0,0 0 15,25 0-15,-25 25 0,0-25 0,0 0 0,0 0 0,0-25 16,0 25-16,0 0 0,0 0 0,0 0 0,24 0 0,-24 0 15,0-24-15</inkml:trace>
  <inkml:trace contextRef="#ctx0" brushRef="#br0" timeOffset="554996.7439">30038 7739 0,'0'0'0,"0"0"16,0 0-16,0 0 0,25 0 0,-25 0 16,0 0-16,0 0 0,0 0 0,0 0 0,0 0 249,-25 149-249,25-149 0,0 0 0,-24 0 16,24 25-16,0-25 0,0 0 0,0 24 0,0-24 0,0 0 0,0 25 0,0-25 0,0 0 0,0 25 0,0-25 0,0 0 0,0 25 0,0-25 0,0 0 0,-25 25 0,25-25 0,0 0 0,0 25 0,0-25 0,0 0 0,0 24 0,0-24 0,0 25 0,0-25 0,-25 25 0,25-25 0,0 25 0,0-25 0,0 0 0,0 25 0,0-25 15,0 24-15,-25-24 0,25 0 0,0 25 0,0-25 0,0 0 0,0 25 0,0-25 0,0 0 16,0 25-16,0-25 0,0 0 0,0 0 0,-25 25 16,25-25-16,0 0 0,0 0 46,0 24-46,0-24 0,0 0 0,0 25 0,0-25 0,0 0 0,0 0 0,0 25 0,0-25 16,0 0-16,0 25 0,0-25 0,-24 0 0,24 25 0,0-25 0,0 0 0,0 24 0,0-24 0,0 25 0,0-25 0,0 0 0,-25 25 0,25-25 0,0 25 16,0-25-16,0 25 0,0-25 0,0 0 0,0 24 15,0-24-15,-25 25 0,25-25 0,0 0 0,0 25 0,0-25 16,0 0-16,0 25 0,0-25 0,0 0 0,0 25 15,0-25-15,0 0 0,-25 24 0,25-24 0,0 0 0,0 25 16,0-25-16,0 0 0,0 0 0,0 25 0,0-25 0,0 0 16,0 0-16,0 25 0,0-25 0,0 0 15,0 25-15,0-25 0,0 0 0,0 0 0,0 0 0,-25 24 16,25-24-16,0 0 0,0 0 0,0 0 0,0 0 0,0 25 15,0-25-15,0 0 0,0 0 0,0 0 0,0 25 16,0-25-16,0 0 156,-24 74-156,24-74 0,0 0 0,0 0 0,0 0 0,24 0 16,-24 0-16,0 0 0,0 0 0,0 0 0,0 0 0,0 0 0,0 0 0,0 0 0,0-24 0,0 24 0,0 0 0,0 0 0,0 0 0,-24 0 0,24 0 0,0 0 0,0-25 0,0 25 0,0 0 0,0 0 0,0-25 0,0 25 15,0-25-15,0 25 0,0 0 0,0-25 0</inkml:trace>
  <inkml:trace contextRef="#ctx0" brushRef="#br0" timeOffset="558305.9333">29121 7516 0,'0'0'0,"25"0"0,-25 0 0,0 0 0,0 0 0,0-25 0,0 25 0,0 0 0,24 0 0,-24 0 0,0 0 0,0 0 0,0 0 0,0 0 0,25 0 0,-25 0 15,0 0 204,124 50-219,-124-50 0,0 0 0,0 0 0,0 0 0,0 0 0,0 0 0,0 0 0,0 0 0,0 0 0,0 0 0,0 0 0,0 0 0,0 0 0,0 0 0,0 0 0,0 0 0,0 0 0,0 0 0,0 0 0,0 0 0,0 0 0,0 0 0,0 0 0,0 0 0,0 0 0,0 0 0,0 0 0,0 0 0,25 0 0,-25 0 0,0 0 0,0 0 0,0 0 0,0 0 0,0 0 0,0 0 0,0 0 15,0 24-15,0-24 0,0 0 0,0 0 0,0 0 16,0 0-16,0 0 0,0 0 0,0 0 0,0 25 0,0-25 16,0 0-16,0 0 0,0 0 124,0 25-124,0 0 0,0-25 0,0 0 0,0 0 0,0 0 0,0 0 0,0 0 0,0 0 0,0 25 0,0-25 0,0 0 0,0 0 0,0 0 0,0 0 0,0 0 0,0 24 0,0-24 0,0 0 0,0 0 0,0 0 0,0 0 0,0 0 0,0 0 16,0 25-16,0-25 0,0 0 0,-25 0 0,25 0 0,0 0 0,0 0 0,0 0 0,0 0 0,0 25 0,0-25 0,0 0 0,0 0 0,0 0 0,0 0 0,0 0 0,0 0 16,0 0-16,0 0 0,0 0 0,0 0 0,0 0 15,0 0-15,0 0 0,0 25 0,0-25 0,0 0 16,0 0-16,0 0 0,0 0 0,0 0 0,-25 0 0,25 0 15,0 0-15,0 0 47,0 0-47,0 0 0,0 0 0,0 0 0,0 0 0,0 0 0,0 25 0,-24-25 0,24 0 16,0 0-16,0 0 0,0 0 0,0 0 0,0 0 0,-25 0 0,25 0 0,0 0 0,0 24 0,0-24 0,0 0 0,0 0 0,0 0 0,-25 0 0,25 0 15,0 0-15,0 25 0,0-25 0,-25 0 0,25 0 0,0 0 0,0 0 16,0 0-16,0 25 0,-25-25 0,25 0 0,0 0 16,0 0-16,0 0 0,0 25 0,-24-25 0,24 0 15,0 0-15,0 0 0,0 0 0,0 0 0,0 0 0,0 25 16,-25-25-16,25 0 0,0 0 0,0 0 0,0 0 15,0 0-15,0 0 0,0 0 0,0 0 16,0 0-16,0 0 0,0 0 0,0 0 0,-25 0 0,25 0 0,0 0 16,0 24-16,0-24 0,0 0 0,0 0 0,0 0 171,-199-74 344,323-50-515,-124 124 16,0 0-16,0 0 0,0 0 0,0 0 0,25 0 0,-25 0 0,0 0 0,0 0 0,0 0 0,0 0 0,0 0 0,0 0 0,0 0 0,0 0 0,0 0 0,0 0 0,25 0 0,-25 0 0,0 0 0,0 0 0,0 0 0,0 0 0,0 0 0,0 0 0,0 0 0,25 0 0,-25 0 0,0 0 0,0 0 0,0 0 0,0 0 0,0 0 0,0 0 0,0 0 0,0 0 0,0 0 15,0 0-15,0 0 0,0 0 0,0 0 0,0 0 16,0 0-16,25 0 0,-25 0 0,0 0 0,0 0 0,0 0 15,0 0-15,0 0 0,0 0 141,25 25-141,-25-25 0,0 25 0,0-25 0,0 0 0,0 0 0,0 0 0,0 0 0,0 0 0,0 0 0,0 0 0,0 0 0,0 0 0,0 0 0,0 0 0,0 0 0,0 24 0,0-24 0,0 0 0,0 0 0,0 0 0,0 0 0,0 0 0,0 0 0,0 0 0,0 0 0,24 0 0,-24 0 0,0 0 0,0 25 0,0-25 0,0 0 0,0 0 0,0 0 15,0 0-15,0 0 0,0 0 0,0 0 0,0 0 0,0 0 0,0 0 0,0 0 0,0 25 16,0-25-16,0 0 0,0 0 0,0 0 16,0 0-16,0 0 0,0 0 0,25 0 93,-25 0-93,0 0 0,0 0 0,0 0 0,0 0 0,0 0 0,0 0 0,0 0 0,0 0 0,0 25 0,0-25 0,0 0 0,0 0 0,0 0 0,0 0 0,0 0 0,0 0 0,0 0 0,0 25 0,0-25 0,0 0 0,0 0 0,0 0 0,0 0 0,0 0 0,0 0 0,0 24 0,0-24 0,0 0 0,0 0 0,0 0 0,0 0 0,0 0 0,0 25 0,0-25 16,0 0-16,0 0 0,0 0 0,0 0 0,0 0 15,25 25-15,-25-25 0,0 0 0,0 0 0,0 0 16,0 0-16,0 0 0,0 0 47,0 0-47,0 0 31,0 0-31,0 0 0,0 0 0,0 0 0,0 0 0,0 0 0,0 0 16,0 0-16,0 0 0,0 0 0,0 0 0,0 0 0,0 0 0,0 0 0,0 25 0,0-25 0,0 0 0,0 0 0,25 0 0,-25 0 0,0 0 0,0 0 0,0 0 0,0 0 0,0 0 0,0 0 0,0 0 0,0 0 0,0 0 0,0 0 0,0 0 0,0 0 0,0 0 15,0 0-15,0 0 0,0 0 0,0 0 0,25 0 0,-25 0 16,0 0-16,0 0 0,0 0 0,0 0 0,0 0 15,0 0-15,0 0 0,0 0 0,0 0 32,0 0-32,0 0 0,0 0 0,0 0 0,0 0 0,0 0 0,24 0 0,-24 0 0,0 0 0,0 0 0,0 0 0,0 0 15,25 0-15,-25 0 0,0 0 0,0 0 0,0 0 0,0 0 16,25 0-16,-25 0 0,0 0 0,0 0 0,0 0 15,0 0-15,0-25 0,25 25 0,-25 0 0,0 0 16,0 0-16,0 0 0,0 0 0,0 0 0,0 0 0,25 0 16,-1-25 108,-24 25-124,0 0 0,0 0 0,0 0 0,0 0 0,0 0 0,0 0 0,0 0 0,0 0 0,0 0 0,0 0 16,0 0-16,0 0 0,0 0 0,25 0 0,-25 0 0,0 0 0,0 0 0,0-25 0,0 25 0,0 0 0,0 0 0,0 0 0,0 0 0,0 0 0,0 0 0,25 0 0,-25 0 0,0 0 0,0 0 0,0-24 0,0 24 0,0 0 0,0 0 0,0 0 0,0 0 0,0 0 0,0 0 0,0 0 0,0 0 16,0 0-16,0 0 0,0 0 0,0 0 15,0 0-15,0 0 0,0 0 0,0 0 0,0 0 0,0 0 0,0 0 16,0 0-16,0 0 0,0 0 0,0 0 0,0 0 15,0 0-15</inkml:trace>
  <inkml:trace contextRef="#ctx0" brushRef="#br0" timeOffset="580745.2167">30386 8260 0,'0'0'0,"0"0"0,0 0 0,0 0 0,0 0 16,0 0-16,0 0 0,0 0 0,0 0 0,0 0 47,0 0-47,0 0 0,0 0 0,0 0 0,0 0 0,0 0 15,0 0-15,0 0 0,0 0 0,0 0 0,0 0 0,0 0 0,0 0 0,0 0 0,0 0 0,0 0 0,0 0 0,0 0 0,0 0 0,0 0 0,0 0 0,0 0 16,0 0-16,0 0 0,0 0 0,0 0 0,0 0 15,0 0-15,0 0 0,0 0 0,0 0 0,0 0 16,0 0-16,0 0 0,0 0 0,0 0 920</inkml:trace>
  <inkml:trace contextRef="#ctx0" brushRef="#br0" timeOffset="582993.3453">30361 8359 0,'0'0'0,"0"0"0,0 0 0,0 0 0,0 0 0,0 0 16,25 0-16,-25 0 0,0 0 0,0 0 0,0 0 15,0 0-15,0 0 0,0 0 0,0 0 16,0 0-16,0 0 0,0 0 0,0 0 0,0 0 0,0 0 15,0 0-15,0 0 0,0 0 0,0 0 0,0 0 0,0 0 16,0 0-16,0-25 0,0 25 0,0 0 0,0 0 16,0 0-16,0 0 0,0 0 0,0 0 0,0 25 0,0-25 15,0 0-15,0 0 0,0 0 0,0 0 0,0 0 16,0 0-16,0 0 0,0 0 0,0 0 0,0 0 0,0 0 15,0 0-15,0 0 0,0 0 0,0 0 0,0 0 16,0 0-16,0 0 0,0 0 0,0 0 0,0 0 16,0 0-16,0 0 0,25 0 0,-25 0 0,0 0 0,0 0 15,0 0-15,0 0 0,0 0 0,0 0 0,0 0 16,0 0-16,0 0 0,0 0 0,0 0 0,0 0 0,0 0 15,0 0-15,0 0 0,0 0 0,0 0 0,0 0 16,0 0 171,0 0-187,0 0 359</inkml:trace>
  <inkml:trace contextRef="#ctx0" brushRef="#br0" timeOffset="588679.6706">30187 8136 0,'0'0'32,"0"0"-32,0 0 15,0 0-15,25 25 0,-25-25 0,0 0 0,0 0 0,0 0 0,0 0 0,0 0 0,0 0 0,0 0 0,0 0 0,0 0 0,0 0 0,0 0 0,0 0 0,0 25 0,0-25 0,0 0 0,0 0 0,0 0 0,0 0 0,0 0 0,0 0 0,0 0 0,0 0 0,0 0 16,0 0-16,0 0 0,0 0 0,0 0 0,0 0 0,0 0 0,0 0 0,0 0 0,0 0 0,0 0 0,0 0 0,0 0 0,0 0 0,0 0 15,0 0-15,0 0 0,0 0 0,0 0 0,0 0 0,0 0 16,0 0-16,0 0 0,0 0 0,0 0 0,0 0 16,0 0-16,0 0 46,0 24-46,0-24 0,0 0 0,0 0 0,0 0 0,25 0 0,-25 0 0,0 0 0,0 0 0,0-24 0,0 24 0,0 0 0,0 0 0,0 0 0,0 0 0,0 0 0,0 24 0,0-24 0,0 0 0,0 0 16,0 0-16,0 0 0,0 0 0,0 0 0,0 0 16,0 0-16,0 0 0,0 0 0,0 0 0,0 0 0,0 0 15,0 0-15,0 0 0,0 0 0,0 0 0,0 0 16,0 0-16,0 0 0,0 0 0,0 0 93,0 0-93,0 0 0,0 0 0,0 0 0,0 0 0,0 0 0,0 0 0,0 0 0,0 0 0,0 0 0,0 0 16,0 0-16,0 0 0,0 0 0,0 0 0,0 0 0,0 0 0,0 0 0,0 0 0,0 0 0,0 0 0,25 0 0,-25 0 0,0 0 0,0 0 0,0 0 0,0 0 0,0 0 0,0 0 0,0 0 0,0 0 0,0 0 0,0 0 0,0 0 0,0 0 0,0 0 16,25 0-16,-25 0 0,0 0 0,0 0 0,0 0 0,0 25 0,0-25 0,24 0 0,-24 0 15,0 0-15,0 0 0,0 0 0,25 0 0,-25 0 0,0 0 16,0 0-16,0 0 0,25 0 0,-25 0 0,0 0 15,0 0-15,25 0 0,-25 0 0,0 0 0,0 0 16,0 0-16,25 0 0,-25 0 0,0-25 0,0 25 0,0 0 16,0 0 155,124 0-171,-124-24 0,0 24 0,0 0 0,0 0 0,0 0 0,0 0 0,0 0 0,0 0 0,0 0 0,0 0 0,0 0 0,0 0 0,0 0 16,0 0-16,0 0 0,0 0 0,0 0 0,0 0 0,0 0 0,0 0 0</inkml:trace>
  <inkml:trace contextRef="#ctx0" brushRef="#br0" timeOffset="589894.74">30113 8508 0,'0'0'0,"0"25"0,0-25 16,0 0-16,0 0 0,0 0 0,0 0 0,0 0 0,0 0 15,0 0-15,0 0 0,0 0 0,0 0 0,0 0 16,0 0-16,0 0 0,0 0 0,0 0 0,0 0 0,0 0 15,0 0-15,0 0 0,0 0 0,0 0 0,0 0 16,0 0-16,0 0 0,0 0 0,0 0 0,0 0 0,0 0 16,0 0-16,0 0 0,0 0 0,0 0 15,25 0-15,-25 0 0,0 0 0,0 0 0,0 0 0,0 0 16,0 0-16,0 0 218,0 0-218,0 0 0,0 0 0,0 0 0,0 0 297,347 25-251,-347-25-46,0 0 0,25 0 0,-25 0 0,0 0 0,0 0 0,0 0 0,0 0 0,0 0 0,0 0 0,0 0 16,0 0-16,0 0 0,0 0 0,0 0 0,0 0 0,-25 0 0,25 0 0,0 0 0,0 0 0,0 0 0,0 0 0,0-25 0,0 25 0,0 0 0,0 0 0,0 0 0,0 0 0,0 0 0,0 0 0,25 0 0,-25 0 0,0 0 0</inkml:trace>
  <inkml:trace contextRef="#ctx0" brushRef="#br0" timeOffset="593004.9179">31031 8161 0,'0'0'0,"0"0"0,0 0 0,0 0 15,0 0-15,0 0 0,0 0 0,0 0 0,-25 0 655,248 49-655,-223-49 0,0 0 0,0 0 0,0 25 0,0-25 16,0 0-16,0 0 0,0 0 0,0 0 0,0 25 0,0-25 0,0 0 0,0 0 0,0 0 0,-25 0 0,25 25 0,0-25 0,0 0 16,0 0-16,0 0 0,0 0 0,0 0 0,0 25 0,0-25 0,0 0 0,0 0 0,-25 0 0,25 0 0,0 24 0,0-24 0,0 0 0,0 0 0,0 0 0,0 0 0,0 0 0,0 0 0,0 0 0,-24 0 0,24 25 0,0-25 0,0 0 0,0 0 0,0 0 0,0 0 0,-25 0 15,25 25-15,0-25 0,0 0 0,0 0 0,0 0 16,0 0-16,0 0 0,-25 0 0,25 0 0,0 25 0,0-25 15,0 0-15,0 0 0,0 0 0,0 0 0,0 0 16,0 0-16,0 0 0,0 0 0,0 0 0,0 0 0,-25 0 16,25 0-16,0 0 0,0 0 0,0 0 0,0 0 15,0 0-15,0 0 0,0 0 0,0 0 0,0 0 0,0 0 16,0 0 140,-49 25-156,49-25 0,0 0 0,0 0 0,0 0 0,0 0 0,0 0 0,0 0 0,0 0 0,-25 0 0,25 0 0,0 0 0,0 0 0,0 0 0,0 0 0,0 0 0,0 0 0,0 0 0,0 0 0,0 0 0,-25 0 0,25 0 0,0 0 0,0 0 0,0 0 0,0 0 0,0 0 0,0 0 0,-25 0 0,25 0 0,0 0 0,0 0 0,0 0 0,0 0 0,-25 0 0,25 0 0,0 0 15,0 0-15,0 0 0,0 0 0,-24 0 0,24 0 16,0 0-16,0 0 0,0 0 0,0 0 0,0 0 0,-25 0 0,25 0 16,0 0-16,0 0 0,0 0 0,0 0 0,0 0 15,0 0-15,0 0 0,-25 0 0,25 0 0,0 0 16,0 0-16,0 0 0,0 0 0,0 0 0,0 0 0,0 0 15,0 0-15,-25-25 0,25 25 0,0 0 0,0 0 0,0 0 16,0 0-16,0 0 0,0 0 0,0 0 0,0 0 16,0 0-16,-25 0 46,25 0 95,0 0-141,0 0 0,0 0 0,0 0 0,0 0 0,0 0 0,0 0 0,0 0 0,0 0 0,0 0 0,0 0 0,25 0 0,-25 0 0,0 0 0,0 0 0,0 0 0,0 0 0,0 0 0,25 0 0,-25 0 0,0 0 0,0 0 0,0 0 0,0 0 0,0 0 0,25 0 0,-25 0 0,0 0 0,0 0 0,0 0 0,0 0 15,25 0-15,-25 0 0,0 0 0,0 0 0,0 25 0,0-25 0,0 0 0,0 0 0,0 0 0,0 0 16,0 0-16,0 0 0,0 0 0,24 0 0,-24 0 0,0 0 16,0 0-16,0 0 0,0 0 46,0 0-46,0 24 0,0-24 0,0 0 0,0 0 0,0 0 0,0 0 0,0 0 0,0 0 0,0 0 0,0 25 0,0-25 0,25 0 0,-25 0 0,0 0 0,0 25 0,0-25 0,0 0 0,0 0 16,0 25-16,0-25 0,0 0 0,0 0 0,0 0 16,0 25-16,0-25 0,0 0 920</inkml:trace>
  <inkml:trace contextRef="#ctx0" brushRef="#br0" timeOffset="599217.2725">21630 9327 0,'0'0'0,"0"0"16,0 0-16,0 0 0,0 0 0,24 0 0,-24 0 0,0 0 15,0 0-15,0 0 0,0 0 0,0 0 0,0 0 0,0 0 16,0 0-16,0 0 0,0 0 0,0 0 0,0 0 0,0 0 15,0 0-15,0 0 0,0 0 0,0 0 0,0 0 0,25 0 16,-25 0-16,0 0 0,0 0 0,0 0 0,0 0 0,0 24 16,0-24-16,0 0 0,0 0 0,0 0 0,0 0 0,0 0 15,0 0-15,0 0 0,0 0 0,0 0 0,0 0 0,0 0 16,0 0-16,0 0 0,0 0 0,0 0 0,0 0 15,0 0-15,0 0 16,0 0-16,0 0 0,0 0 0,0 0 0,0 0 16,0 0-16,0 0 0,0 0 0,0 0 0,0 0 0,0 0 0,0 0 15,0 0-15,0 0 0,0 0 0,0 0 0,0 0 0,0 0 16,0 0-16,0 0 0,0 0 0,0 0 0,0 0 0,0 0 0,0 0 15,0 0 17,0 0-32,0 0 0,0 0 0,0 0 0,0 0 0,0 0 0,0 0 0,0 0 0,0 0 0,0 0 0,0 0 0,0 0 15,0 0-15,0 0 0,0 0 0,0 0 0,0 0 0,0 0 0,0 0 0,0 0 0,0 0 16,0 0-16,0 0 0,0 0 15,0 0-15,0 0 0,0 0 0,0 0 0,0 0 0,0 0 16,0 0-16,0 0 0,0 0 0,0 0 16,0 0-16,0 0 0,0 0 0,0 0 0,0 0 0,0 0 15,0 0-15,0 0 0,0 0 0,0 0 0,0 0 0,0 0 16,0 0-16,0 0 0,0 0 0,0 0 0,0 0 0,0 0 0,0 0 15,0 0-15,0 0 0,0 0 0,0 0 0,0 0 0,0 0 16,0 0-16,0 0 0,0 0 0,0 0 0,0 0 16,0 0-16,0 0 0,0 0 0,0 0 0,0 0 15,0 0-15,0 0 0,0 0 0,0-24 0,25 24 0,-25 0 16,0 0-16,0 0 15,0 0-15,0 0 0,0 0 0,0 0 0,0 0 0,0 0 0,0 0 16,0 0-16,0-25 0,0 25 0,0 0 0,0 0 0,0 0 16,0 0-16,0 0 0,0 0 0,25 0 0,-25 0 15,0 0-15,0 0 0,0 0 0,0 0 0,0 0 0,0 0 0,0 0 16,0 0-16,0 0 15,0 0-15,0 0 0,0 0 0,0 0 0,0 0 0,0 0 16,0 0-16,0 0 0,0 0 0,0 0 0,0 0 0,0 0 16,0 0-16,0 0 0,0 0 0,0 0 0,0 0 0,-25 0 0,25 0 0,0 0 15,0 0-15,0 0 0,0 0 0,0 0 0,0-25 16,0 25-16,0 0 0,0 0 15,0 0-15,0 0 0,-25 0 0,25 0 0,0 0 16,0 0-16,0 0 0,0 0 0,0 0 0,0 0 16,0-25-16,-25 25 0,25 0 0,0 0 0,0 0 0,0 0 31,0 0-31,0 0 0,0 0 0,0 0 0,0 0 0,0 0 0,-24 0 0,24 0 0,0 0 0,0 0 0,0 0 15,0 0 1,0 0-16,0 0 0,0 0 0,0 0 0,0 0 0,0 0 0,0 0 0,0 0 0,0 0 0,0 0 0,-25 0 16,25 0-16,0 0 0,0 0 0,0 0 0,0 0 0,0 0 15,0 0-15,0 0 0,0 0 0,0 0 0,0 0 0,-25 0 16,25 0-16,0 0 0,0 0 0,0 0 0,0 0 0,0 0 15,0 0-15,0 0 0,0 0 0,0 0 0,-25 0 16,25 0-16,0 0 0,0 0 16,0 0-16,0 0 0,0 0 0,0 0 0,0 0 15,0 0-15,0 0 0,0 0 0,0 0 0,0 0 0,0 25 16,0-25-16,0 0 0,-25 0 0,25 0 0,0 0 0,0 0 0,0 0 15,0 0-15,0 0 0,0 0 0,0 0 0,0 0 0,0 25 16,0-25-16,-24 0 0,24 0 0,0 0 0,0 0 16,0 0-16,0 0 0,0 0 0,0 0 0,0 25 0,0-25 15,0 0-15,-25 0 0,25 0 0,0 0 0,0 0 16,0 0-16,0 0 0,0 24 0,0-24 0,0 0 15,-25 0-15,25 0 0,0 0 47,0 25-47,0-25 0,0 0 0,0 0 0,0 0 0,0 0 0,0 0 0,0 25 0,0-25 0,0 0 0,0 0 0,0 0 0,0 0 0,0 0 0,0 0 0,0 25 0,0-25 0,0 0 0,0 0 0,0 0 16,0 0-16,0 0 0,0 25 0,0-25 0,-25 0 15,25 0-15,0 0 0,0 0 0,0 0 0,0 24 16,0-24-16,0 0 0,0 0 0,0 0 16,0 25-16,0-25 0,0 0 0,0 0 0,0 0 15,0 25-15,25-25 0,-25 0 0,0 0 0,0 0 0,0 25 0,0-25 16,0 0-16,0 0 0,0 25 0,0-25 0,0 0 0,0 0 15,0 0-15,0 24 0,0-24 0,0 0 0,0 0 16,0 0-16,0 0 0,0 25 16,0-25-16,25 0 0,-25 0 0,0 0 0,0 25 15,0-25-15,0 0 0,0 0 0,25 0 0,-25 0 0,0 25 16,0-25-16,0 0 0,0 0 0,0 0 0,0 0 0,24 0 0,-24 0 15,0 25-15,0-25 0,0 0 0,0 0 0,0 0 0,25 0 16,-25 0-16,0 0 16,0 0-16,0 0 0,0 0 0,0 0 0,0 0 0,0 0 0,25 0 0,-25 0 15,0 0-15,0 0 0,0 0 0,25 0 0,-25 24 0,0-24 0,0 0 16,0-24-16,25 24 0,-25 0 0,0 0 0,0 0 15,0 0-15,0 0 0,24 0 0,-24 0 0,0 0 0,0 0 16,0 0-16,0 0 16,0 0-16,25 0 0,-25 0 0,0-25 0,0 25 0,0 0 15,0 0-15,25 0 0,-25 0 0,0 0 0,0 0 0,0 0 16,0 0-16,0 0 0,25-25 0,-25 25 0,0 0 0,0 0 0,0 0 15,0 0-15,0-25 0,25 25 0,-25 0 0,0 0 16,0 0-16,0 0 0,0 0 0,25-25 16,-25 25-16,0 0 0,0 0 0,0 0 0,0 0 0,0 0 0,0 0 15,0-24-15,0 24 0,24 0 16,-24 0-16,0 0 0,0 0 0,0 0 0,0 0 15,0 0-15,0 0 0,0 0 0,0 0 0,0 0 0,0 0 0,0 0 16,0 0-16,0 0 0,0 0 0,0 0 0,0 0 0,0 0 16,0 0-16,0 0 0,0 0 0,-24 0 0,24 0 15,0 0-15,0 0 0,0 0 0,0 0 0,0 0 0,0 0 0</inkml:trace>
  <inkml:trace contextRef="#ctx0" brushRef="#br0" timeOffset="606724.7026">21903 9847 0,'0'0'0,"0"0"0,0 0 0,0 0 0,0 0 0,0 0 0,0 0 0,0 0 0,0 0 0,0 0 0,0 0 0,0 0 0,0 0 0,0 0 0,0 0 0,0 0 0,0 0 0,0 0 0,0 0 0,0 0 47,0 0-47,0 0 0,0 0 0,0 0 0,0 0 0,0 0 0,0 0 16,0 0-16,0 0 0,0 0 0,0 0 0,0 0 0,24 0 0,-24 0 0,0 0 0,0 0 0,0 0 0,0 0 0,0-24 0,0 24 0,0 0 0,25 0 0,-25 0 0,0 0 0,0 0 0,0 0 0,0 0 0,25 0 0,-25-25 0,0 25 0,0 0 0,0 0 0,0 0 0,25 0 0,-25 0 15,0 0-15,0-25 0,0 25 0,0 0 0,0 0 0,25 0 0,-25 0 16,0 0-16,0 0 0,0 0 0,0-25 0,0 25 0,0 0 0,0 0 16,0 0-16,24 0 0,-24 0 0,0 0 0,0 0 0,0-25 15,0 25-15,0 0 0,0 0 0,0 0 0,0 0 0,0 0 16,25 0-16,-25 0 0,0-24 0,0 24 0,0 0 15,0 0-15,0 0 0,0 0 0,0 0 0,0 0 16,0 0-16,0 0 0,0 0 0,0 0 0,0 0 0,0 0 16,0 0-16,0 0 0,0 0 0,0 0 0,0-25 0,0 25 15,0 0-15,0 0 0,0 0 0,0 0 0,0 0 16,0 0-16,0 0 0,0 0 0,0 0 0,0 0 15,0 0-15,0 0 0,0 0 0,0 0 0,0 0 0,0 0 16,0 0-16,0 0 0,0 0 0,0 0 0,0 0 16,0 0-16,0 0 15,0 0-15,0 0 0,0 0 0,0 0 0,0 0 0,0 0 16,0 0-16,0 0 0,0 0 0,0 0 0,0 0 0,0 0 15,0 0-15,0 0 0,0 0 0,0 0 0,0 0 16,0 0-16,0 0 0,0 0 0,0 0 0,0 0 0,0 0 0,0 0 62,0 0-62,0 0 0,0 0 0,0 0 0,0 0 0,0 0 0,0 0 0,0 0 0,0 0 0,0 0 0,0 0 0,0 0 0,0 0 0,0 0 0,0 25 0,0-25 0,0 0 16,0 0-16,0 0 0,0 0 0,0 0 0,0 0 0,0 0 0,0 0 0,0 24 0,0-24 0,0 0 0,0 0 16,0 0-16,0 0 0,0 0 0,0 0 0,0 0 0,0 25 15,0-25-15,0 0 0,0 0 0,0 0 16,0 25-16,0-25 0,0 0 156,-25 124-156,25-124 0,0 0 0,0 25 0,0-25 0,0 0 0,0 0 0,0 0 0,0 0 16,0 0-16,0 0 0,0 25 0,0-25 0,0 0 0,0 0 0,0 0 0,0 0 0,0 0 0,0 0 0,0 0 0,0 0 0,0 0 0,0 24 0,0-24 0,0 0 0,0 0 0,0 0 0,0 0 0,0 0 0,0 0 0,0 0 0,0 0 0,0 0 0,0 0 0,0 0 0,0 0 0,0 0 0,0 0 0,0 0 15,0 0-15,0 0 0,0 0 0,0 0 0,0-24 16,0 24-16,0 0 0,0 0 0,0 0 0,0 0 0,0 0 15,0 0-15,0 0 0,0 0 0,0 0 0,0 0 16,0-25-16,0 25 0,0 0 0,-24 0 0,24 0 0,0-25 16,0 25-16,0 0 0,0 0 0,0 0 15</inkml:trace>
  <inkml:trace contextRef="#ctx0" brushRef="#br0" timeOffset="610826.9373">22324 9773 0,'0'0'0,"0"0"16,0 0-16,0 0 0,0 0 0,0 0 0,0 0 0,0 0 15,0 0-15,0 0 0,0 0 0,0 0 0,0 0 0,0 0 16,-25 0-16,25 0 0,0 0 0,0 0 0,0 0 94,0 0-94,0 0 0,0 0 0,0 0 0,0 0 0,0 0 0,0 0 0,0 0 0,0 0 0,0 0 0,0 0 0,0 0 0,0 0 0,0 0 0,0 0 0,0 0 0,0 0 0,0 0 0,0 0 0,0 0 0,0 0 0,0 0 0,0 0 0,0 0 0,0 0 0,0 0 0,0 0 0,0 0 0,0 0 0,0 0 0,0 0 0,0 0 15,0 0-15,0 0 0,0 0 0,0 0 0,0 0 0,0 0 0,0 0 0,0 0 16,0 0-16,0 0 0,0 0 0,0 0 0,0 0 15,0 0-15,0 0 0,0 0 0,0 0 0,0 0 0,0 0 16,0 0-16,0 0 0,0 0 0,0 0 0,0 0 16,0 0-16,0 0 0,0 0 0,0 0 15,0 0-15,0 0 0,-24 0 0,24 0 0,0 0 0,0 0 16,0 0-16,0 0 0,0 0 0,0 0 0,0 0 0,0 0 15,0 0-15,0 0 0,0 0 0,0 0 0,0 0 0,0 0 16,0 0-16,0 0 0,0-25 0,0 25 0,0 0 16,0 0-16,0 0 0,0 0 0,0 0 0,0 0 15,0 0-15,0 0 0,0 0 1451,74 174-1357,-74-174-94,0 0 0,0 0 0,0 0 0,0-25 0,0 25 0,0 0 0,0 0 0,0 0 0,0 0 0,0 0 0,0 0 0,0 0 0,0 0 0,0 0 0,0 0 0,0 0 0,0 0 0,0 0 0,0 0 0,0 0 15,25 0-15,-25 0 0,0 0 0,0 0 0,0 0 0,0 0 0,0 0 0,0 0 0,0 0 0,0 0 0,0 0 0,0 0 0,0 0 0,0 0 0,0 0 0,0 0 16,0 0-16,0 0 0,0 0 0,0 0 0,0 0 0,0 0 0,0-25 15,0 25-15,0 0 0,0 0 0,0 0 0,0 0 16,0 0-16,25 0 0,-25 0 0,0 0 0,0 0 0,0 0 16,0 0-16,0 0 0,0 0 0,0 0 0,0 0 0,0 0 15,0 0-15,0 0 0,24 0 0,-24 0 0,0 0 0,0 0 0,0 0 16,0 0-16,0 0 0,0 0 0,0 0 0,0 0 15,0-25-15,0 25 0,0 0 0,25 0 0,-25 0 0,0 0 16,0 0-16,0 0 0,0 0 0,0 0 0,0 0 16,0 0-16,0 0 0,0 0 0,0 0 0,25 0 15,-25 0-15,0 0 0,0 0 0,0 0 0,0 0 0,0 0 16,0 0-16,0 0 15,0 0-15,0 0 0,0 0 0,0 0 0,0 0 0,0 0 16,0 0-16,0 0 0,0 0 0,0 0 0,0 0 0,0 0 16,0 0-16,0 0 0,0 0 0,0 0 0,0 0 0,0 0 15,0 0-15,0 0 0,0 0 0,25 0 0,-25 0 0,0 0 16,0 0-16,0 0 0,0 0 0,0 0 0,0 0 0,0 0 15,0 0-15,0 0 0,0 0 0,0 0 0,0 0 0,0 0 16,0 0-16,0 0 0,0 0 0,25 0 0,-25 0 0,0 0 16,0 0-16,0 0 0,0 0 0,0 0 0,0 0 15,0 0-15,0 0 0,0 0 0,0 0 0,0 0 16,0 0-16,0 0 0,0 0 15,0 0-15,0 0 0,0 0 0,0 0 0,0 0 16,0 0-16,0 0 0,0 0 0,0 0 0,0 0 0,0 0 0,0 0 16,24 0-16,-24 0 0,0 0 0,0 0 0,0 0 15,0 0-15,0 0 0,0 0 0,0 0 0,0 0 0,0 0 16,0 0-16,0 0 0,0 0 0,0 0 0,0 0 0,0 0 15,0 0-15,0 0 0,0 0 0,0 0 0,0 0 0,0 0 16,0 0-16,0 0 0,0 0 0,0 0 0,0 0 0,0 0 16,0 0-16,0 0 0,0 0 15,0 0-15,0 0 0,0 0 0,0 0 0,0 0 16,0 0-16,0 0 0,0 0 0,0 0 0,0 0 0,0 0 15,0 0-15,0 0 0,0 0 0,0 0 0,0 0 0,0 0 16,0 0-16,0 0 0,0 0 0,0 0 0,0 0 0,0 0 16,0 0-16,0 0 0,0 0 0,0 0 0,0 0 0,0 0 15,0 0-15,0 0 0,0-24 0,0 24 0,-24 0 16,24 0-16,0 0 0,0 0 0,0 0 0,0 0 0,0 0 15</inkml:trace>
  <inkml:trace contextRef="#ctx0" brushRef="#br0" timeOffset="613288.078">22175 9922 0,'0'0'0,"0"25"0,0-25 0,0 0 0,0 0 0,0 0 16,0 0-16,0 0 0,25 0 0,-25 0 15,0 0-15,0 0 0,0 0 16,0 0-16,0 0 0,0 0 0,0 0 0,0 0 0,0 0 16,0 0-16,0 0 0,0 0 0,0 0 0,0 0 0,0 0 0,0 0 15,0 0-15,0 0 0,0 0 0,0 0 0,0 0 0,0 0 16,0 0-16,0 0 0,0 0 0,0 0 0,0 0 0,0 0 15,0 0-15,0 0 0,0 0 0,0 0 0,0 0 0,0 0 16,0 0-16,25 0 0,-25 0 0,0 0 0,0 0 0,0 0 16,0 0-16,0 0 15,0 0-15,0 0 0,0 0 0,0 0 0,0 0 0,0 0 16,25 0-16,-25 0 0,0-25 0,0 25 93,0 0-93,0 0 0,0 0 0,0 0 0,0 0 0,0 0 0,0 0 0,0 0 0,0 0 0,0 0 0,25 0 0,-25 0 0,0 0 0,0 0 0,0 0 0,0 0 0,0 0 0,0 0 0,0 0 0,0 0 0,0 0 0,0 0 0,0 0 0,0 0 16,0 0-16,0 0 0,0 0 0,0 0 0,0 0 0,24 0 0,-24 0 0,0 0 0,0 0 0,0 0 0,0 0 0,0 0 0,0 0 0,0 0 0,0 0 0,0 0 16,0 0-16,25 0 0,-25 0 0,0 0 0,0 0 15,0 0-15,0 0 0,0 0 0,0 0 0,0 0 0,0 0 16,0 0-16,0 0 0,0 0 0,0 0 0,0 0 0,0 0 15,0 0-15,0 0 0,0 0 0,0 0 0,0 0 0,0 0 16,0 0-16,0 0 0,0 0 0,0 0 0,0 0 0,0 0 16,0 0-16,0 0 0,0 0 0,0 0 0,0 0 15,0 0-15,0 0 0,0 0 0,0 0 0,0 0 0,0 0 16,0 0-1,0 0-15,0 0 0,0 0 0,0 0 0,0 0 0,0 0 16,0 0-16,0 0 0,0 0 0,0 0 0,0 0 0,0 0 0,0 0 16,0 0-16,0 0 0,0 0 0,0 0 15,0 0-15,0 0 0,0 0 0,0 0 0,0 0 0,0 0 0,0 0 16,0 0-16,0 0 0,0 0 0,0 0 0,0 0 0,0 0 0,-25 0 15,25 0-15,0 0 0,0 0 0,0 0 0,0 0 16,0 0-16,0 0 0,0 0 0,0 0 0,0 0 16,0 0-16,0 0 0,0 0 0,0-25 0,0 25 0,0 0 15,0 0-15,0 0 0,0 0 0,0 0 0,0 0 16,0 0-16,0 0 0,0 0 0,0 0 0,0 0 0,0 0 15,0 0-15,0-25 0,0 25 0,0 0 16,0 0-16,0 0 0,0 0 920,273 99-904,-273-99-16,0 0 0,0 25 0,0-25 0,0 0 0,-25 0 0,25 0 0,0 0 0,0 0 0,0 0 0,0 0 0,0 0 0,0 0 0,0 25 0,0-25 0,0 0 0,0 0 0,0 0 0,0 0 0,0 0 0,0 0 0,0 0 0,0 0 0,-24 0 94,24 25-94,0-25 15,-25 0-15,25 0 0,0 0 0,0 0 0,0 0 0,0 0 0,0 0 0,0 0 0,0 0 0,0 0 0,0 0 0,0 0 0,0 0 0,0 0 0,0 0 0,0 25 0,0-25 0,-25 0 0,25 0 0,0 0 0,0 0 0,0 0 0,0 0 0,0 0 0,0 0 0,0 0 0,0 0 0,0 0 0,0 0 0,0 0 0,0 25 0,0-25 0,0 0 0,0 0 0,0 0 0,0 0 0,0 0 16,-25 0-16,25 0 0,0 0 0,0 0 0,0 0 15,0 0-15,0 0 0,0 0 0,0 0 0,0 0 0,0 0 16,0 0 0,0 0-16,0 0 0,0 0 0,0 24 0,0-24 0,0 0 0,0 0 15,0 0-15,0 0 0,0 0 0,25 0 0,-25 0 0,0 0 0,0 0 16,0 0-16,0 0 0,0 0 0,0 0 0,0 0 0,0 0 15,0 0-15,0 0 0,0 0 0,0 0 0,25 0 0,-25 0 16,0 0-16,0 0 0,0 0 0,0 0 0,0 0 16,0 0-16,0 0 0,0 0 0,0 0 0,0 0 0,25 0 15,-25 0-15,0 0 0,0 0 0,0 0 0,0 0 16,0 0-16,0 0 0,0 0 0,0 0 15,24 0-15,-24 0 0,0 0 16,0 0-16,0 0 0,0 0 0,0 0 0,0 0 0,25 0 0,-25 0 16,0 0-16,0 0 0,0 0 0,0 0 0,0 0 0,25 0 0,-25 0 15,0-24-15,0 24 0,0 0 0,0 0 0,0 0 0,0 0 16,0 0-16,0 0 0,0 0 0,0 0 0,0 0 15,0 0-15,0 0 0,25 0 0,-25 0 0,0 0 0,0 0 16,0 0 31,0 0-47,0 0 0,0 0 0,0 0 0,0 0 0,0 0 0,25 0 0,-25 0 0,0 0 0,0 0 0,0 0 0,0 0 0,0 0 0,0 0 0,0 0 0,0 0 0,0 0 0,0 0 0,0 24 0,0-24 0,0 0 15,24 0-15,-24 0 0,0 0 0,0 0 0,0 0 16,0 0-16,0 0 0,0 0 0,0 0 0,0 0 16,0 0-16,0 0 15,0 0-15,0 0 0,0 0 0,0 0 0,0 0 0,0 0 16,25 0-16,-25 0 0,0 0 0,0 0 0,0 0 0,0 0 0,0 0 15,0 0-15,0 0 0,0 0 0,0 0 0,0 0 0,0-24 16,0 24-16,-25 0 0,25 0 0,0 0 0,0 0 0,0 0 16,-24-25-16,24 25 15,0 0-15,0 0 0,-25 0 0,25-25 0</inkml:trace>
  <inkml:trace contextRef="#ctx0" brushRef="#br0" timeOffset="618585.3811">22473 9674 0,'0'0'0,"0"0"15,0 0-15,0 0 0,0 0 0,0 0 0,0 0 16,0 0-16,0 0 0,0 0 0,0 0 0,0 0 15,0 0-15,0 0 0,0 0 0,0 0 0,0 0 0,0 0 16,0 0-16,0 0 16,0 0-16,0 0 0,0 0 0,0 0 0,0 0 0,0 0 0,0 0 15,0 0-15,0 0 0,0 0 0,0 0 0,0 0 16,0 0-16,0 0 0,0 0 0,0 0 15,0 0-15,0 0 0,0 0 0,0 0 0,0 0 0,0 0 16,0 0-16,0 0 0,0 0 0,0 0 0,0 0 0,0 0 16,0 0-16,0 0 0,0 0 0,0 0 0,0-25 0,0 25 15,0 0-15,0 0 0,0 0 0,0 0 0,0 0 0,0 0 1607</inkml:trace>
  <inkml:trace contextRef="#ctx0" brushRef="#br0" timeOffset="648466.09">22324 9699 0,'0'-25'31,"0"25"-31,0 0 0,-25 0 0,25 0 0,0 0 0,0 0 0,0 0 0,0 0 0,0 0 0,0 0 16,0 0-16,0 0 16,0-25-16,0 25 0,0 0 0,0 0 0,-24 0 0,24 0 15,0 0-15,0 0 0,0 0 0,0 0 0,0 0 0,0 0 0,0 0 16,0 0-16,0-25 0,24 25 0,-24 0 0,0 0 0,0 0 0,0 0 15,0 0 1,0 0-16,0 0 0,0 0 0,0 0 0,0 0 0,0 0 0,0 0 0,0 0 0,0 0 0,0 0 31,0 0-31,0 0 0,0 0 0,0 0 0,25-25 0,-25 25 0,0 0 0,0 0 16,0 0-16,0 0 0,0 0 0,25 0 0,-25-24 0,0 24 0,0 0 15,25 0 1,-25 0-16,0 0 0,0 0 0,0 0 0,25 0 0,-25-25 0,0 25 0,0 0 0,24 0 16,-24 0-16,0 0 0,0 0 0,25 0 0,-25 0 0,0 0 0,0 0 15,25 0 1,-25 0-16,0 0 0,0 0 0,0 0 0,25 25 0,-25-25 0,0 0 0,0 0 15,0 0-15,0 0 0,25 0 0,-25 0 0,0 0 0,0 0 0,0 24 0,24-24 32,-24 0-32,0 0 0,0 0 0,0 0 0,0 0 0,0 25 0,0-25 0,0 0 0,0 0 0,0 25 15,0-25-15,0 0 0,0 25 0,0-25 0,0 25 0,0-25 16,0 0-16,0 24 0,0-24 15,0 25-15,-24-25 0,24 0 0,0 25 0,0-25 16,0 25-16,0-25 0,-25 25 0,25-25 0,0 0 0,0 24 0,0-24 0,0 25 31,-25-25-31,25 0 0,0 25 0,0-25 0,0 0 0,-25 25 0,25-25 0,0 0 0,0 0 16,0 25-16,-25-25 0,25 0 0,0 24 0,0-24 0,-24 0 0,24 0 15,0 0 1,0 25-16,-25-25 0,25 0 0,0 0 0,0 0 0,-25 0 0,25 25 0,0-25 31,0 0-31,-25 0 0,25 0 0,0 0 0,0 0 0,-25 0 0,25 0 0,0 0 0,0 0 0,0 0 0,0-25 0,0 25 0,-24 0 16,24 0-1,0 0-15,0 0 0,0 0 0,0 0 0,0 0 0,0 0 0,0-25 0,0 25 0,0 0 16,0 0-16,0 0 16,0 0-16,0 0 0,0 0 0,0 0 0,0 0 0,0 0 15,0 0-15,0 0 0,0 0 0,0 0 0,0-24 0,0 24 0,24 0 0,-24 0 16,0 0-16,0 0 0,0 0 0,0 0 0,0 0 15,0 0-15,0 0 0,0 0 0,0 0 16,0 0-16,25 0 0,-25 0 0,0 0 0,0 0 0,0 0 0,0 0 0,0 0 31,0 0-31,25 0 0,-25 0 0,0 0 0,0 24 0,0-24 0,0 0 0,25 0 0,-25 0 0,0 25 0,0-25 16,0 0-16,25 0 15,-25 25-15,0-25 0,0 0 0,24 25 0,-24-25 0,0 0 0,0 0 16,0 25-16,25-25 0,-25 0 0,0 0 0,0 0 0,0 25 16,25-25-16,-25 0 0,0 0 0,0 0 0,0 0 0,25 24 15,-25-24-15,0 0 0,0 0 0,25 0 0,-25 0 16,0 0-16,0 0 0,0 0 0,24 0 15,-24 0-15,0 0 0,0 0 0,0 0 0,25 0 0,-25 0 0,0 0 0,0 0 32,0 0-32,25-24 15,-25 24-15,0 0 0,0 0 0,0 0 0,0 0 0,0 0 16,0-25-16,0 25 0,0 0 0,25-25 0,-25 25 0,0 0 0,0-25 0,0 25 0,0 0 0,0-25 0,0 25 15,0 0-15</inkml:trace>
  <inkml:trace contextRef="#ctx0" brushRef="#br0" timeOffset="649089.1258">23267 9674 0,'0'0'0,"0"0"0,0 0 16,0 0-16,0 0 0,0 0 0,0 0 0,0 0 0,0 0 15,0 0 1,0 0-16,0 0 0,0 0 0,0 0 0,0 0 0,0 0 0,0 0 0,0 0 15,0 0-15,0 0 0,0 0 0,0 0 0,0 0 0,0 0 0,0 0 0,25 0 47,-25 0-47,0 0 0,0 0 0,24 0 0,-24 0 0,0 0 0,0 0 0,25 0 0,-25 0 0,25 0 0,-25 0 0,0 0 0,25 25 0,-25-25 31,25 0-31,-25 0 0,0 0 0,24 0 0,-24 0 0,25 0 0,-25 0 0,0 0 0,25 0 0,-25 0 0,0 0 0,25 0 32,-25 0-32,0 0 0,25 0 0,-25 0 0,0 0 0,0 0 0,0 0 0,0 0 0,24 0 0,-24 0 15,0 0-15,0 0 0,0 0 0,0 0 0,0 0 0,0 0 0,0 0 31,0 0-31,0 24 0,-24-24 0,24 0 0</inkml:trace>
  <inkml:trace contextRef="#ctx0" brushRef="#br0" timeOffset="649438.1457">23316 9971 0,'0'25'0,"0"-25"16,0 0-16,0 0 0,0 0 0,0 0 0,0 0 0,0 0 15,0 0-15,0 0 16,0 0-16,0 0 0,0 0 0,0 0 0,0 0 0,0 0 0,0 0 0,0 0 0,0 0 15,25 0-15,-25 0 0,0 0 0,0 0 0,25 0 16,-25 0-16,0 0 16,25 0-16,-25 0 0,0 0 0,25 0 0,-25 0 0,24 0 0,-24 0 0,0 0 0,25 0 15,-25 0-15,0 0 16,25 0-16,-25 0 0,25 0 15,-25 0-15,25 0 0,-25 0 0,24 0 0,-24 0 0,25 0 0,0 0 0,-25 0 0,25 0 16,-25 0-16,25 0 0,-25 0 0,0 0 0,24 0 0,-24 0 0,0 0 0,0 0 31,0 0-31,0 0 0</inkml:trace>
  <inkml:trace contextRef="#ctx0" brushRef="#br0" timeOffset="652543.3234">24259 9748 0,'0'0'31,"0"0"-31,0 0 0,0 0 0,0 0 0,0 25 0,0-25 0,0 0 0,-25 0 0,25 0 0,0 0 0,0 0 16,0 0-16,0 0 0,0 0 15,0 0-15,25 0 0,-25 0 0,0 0 0,0 0 16,0 0-16,0 0 0,0 0 0,0 0 0,0 0 0,0 0 0,0 0 15,0 0-15,0 0 0,25 0 16,-25 0-16,0 0 0,0 0 0,0 0 0,25 0 0,-25 0 0,0 0 0,24 0 16,-24 0-16,0 0 0,25 0 0,-25 0 0,25 0 0,-25 0 0,25 0 31,-25 0-31,25 0 0,-25 0 0,24 0 0,-24 0 0,0 0 0,25 0 0,-25 0 0,25 0 0,-25 0 15,0 0-15,25 0 0,-25 0 0,0 0 0,0 0 0,25 0 16,-25 0 0,0 0-16,0 0 0,0 0 0,0 0 0,0 0 0</inkml:trace>
  <inkml:trace contextRef="#ctx0" brushRef="#br0" timeOffset="653099.3552">24631 9922 0,'0'0'0,"0"0"16,0 0-16,0 0 0,0-25 0,0 25 0,0 0 0,0 0 0,25 0 16,-25 0-16,0-25 0,0 25 15,0 0-15,0 0 0,25-25 0,-25 25 0,0 0 0,0 0 16,24-24-16,-24 24 15,0 0-15,0-25 0,25 25 0,-25-25 0,0 25 0,25 0 0,-25-25 0,0 25 0,0 0 0,0-25 16,25 25-16,-25 0 0,0-24 0,0 24 0,0 0 0,25-25 0,-25 25 16,0 0-16,0 0 15,0 0-15,0-25 0,0 25 0,0 0 0,0 0 0,0 0 16,0 0-16,0 0 0,0 0 0,0 0 0,0 0 0,0 0 0,0 0 0,0 0 15,0 0-15,0 0 16,0 0-16,0 0 0,0 0 0,0 0 0,0 0 0,0 0 0,0 0 0,0 0 16,0 0-16,0 0 0,0 25 0,0-25 0,0 0 0,0 0 15,0 25-15,0-25 0,0 24 16,0-24-16,0 0 0,-25 25 0,25-25 0,0 25 0,0-25 15,0 25-15,0-25 0,0 25 0,0-25 16,0 24-16,0-24 0,0 25 0,-25-25 0,25 0 0,0 25 0,0-25 0,0 25 16,0-25-16,0 25 0,0-25 0,0 0 0,0 24 0,0-24 15,0 0-15,0 25 0,0-25 16,0 0-16,0 0 0,0 25 0,0-25 0,0 0 0,0 0 0,0 0 0,0 0 31,0 0-31,0 0 0,0 0 0,0 0 0,0 0 0,0 0 0,0 0 0,0 0 0,-25 0 0,25 0 16,0 0-16,0 0 0,0-25 0,0 25 0</inkml:trace>
  <inkml:trace contextRef="#ctx0" brushRef="#br0" timeOffset="653528.3796">25003 9525 0,'0'0'0,"0"0"32,0 0-32,0 0 0,0 0 0,0 0 0,0 0 0,0 0 0,0 0 0,0 0 15,25-25-15,-25 25 0,0 0 0,0 0 0,0 0 0,0 0 0,0 0 0,0 25 16,0-25-16,25 0 0,-25 0 15,0 0-15,0 0 0,0 0 0,25 0 0,-25 0 16,0 25-16,0-25 0,0 0 0,24 25 0,-24-25 0,0 0 0,0 24 0,25-24 16,-25 25-16,0-25 0,0 0 15,25 25-15,-25-25 0,0 25 31,0-25-31,0 25 0,0-25 0,0 24 0,0-24 0,0 25 0,0 0 0,0-25 0,0 25 0,0-25 0,0 25 0,0-25 0,0 0 0,0 24 0,0-24 0,-25 25 16,25-25 0,0 25-16,0-25 0,-25 0 0,25 25 0,0-25 0,-24 25 0,24-25 0,0 0 0,-25 24 0,25-24 15,0 0-15,-25 0 0,25 25 16,-25-25-16,25 0 0,-25 25 0,25-25 15,-24 0-15,-1 0 0,25 25 0</inkml:trace>
  <inkml:trace contextRef="#ctx0" brushRef="#br0" timeOffset="654108.4129">24110 9426 0,'0'0'0,"0"0"16,0 0-16,0 0 0,0 0 0,0 0 0,0 0 0,0 0 0,-25 0 0,25 25 16,0-25-16,0 0 31,0 0-31,0 0 0,0 0 0,-24 24 0,24-24 0,0 0 0,0 0 0,0 25 0,-25-25 0,25 0 0,0 25 0,0-25 0,0 25 0,-25-25 15,25 25-15,0-1 0,0-24 0,0 25 0,0 0 0,-25-25 0,25 25 32,0 0-32,0-1 0,0-24 0,0 25 0,0 0 0,-25 0 0,25 0 0,0-25 31,0 24-31,0 1 0,0 0 0,0-25 0,0 25 0,25 0 0,-25-25 0,0 24 0,25 1 0,-25-25 0,25 25 0,-25-25 0,25 25 15,-25-25-15,24 0 16,1 25-16,0-25 0,0 0 0,0 25 0,-25-25 0,24 0 0,1 0 16,0 0-16,0 0 0,0 0 0,-1 0 0</inkml:trace>
  <inkml:trace contextRef="#ctx0" brushRef="#br0" timeOffset="654967.462">25127 9252 0,'0'0'0,"0"0"15,0 0-15,0 0 0,0 0 16,25 0-16,-25 0 0,0 0 0,0 0 0,0 0 0,0 0 0,0 0 0,0-25 0,25 25 15,-25 0-15,0 0 0,0 0 0,0-24 0,25 24 0,-25 0 0,0 0 0,24 0 32,-24-25-32,0 25 0,0 0 0,25-25 0,-25 25 0,0 0 0,0 0 0,0 0 0,25-25 0,-25 25 15,0 0 1,0 0-16,0 0 0,0-25 0,0 25 0,0 0 0,0 0 0,0 0 15,0 0-15,0 0 0,0-24 0,0 24 0,0 0 0,0 0 0,0 0 0,0 0 16,0 0-16,0 0 0,0 0 0,0 0 16,0 0-16,0 0 0,0 0 0,0 0 15,0 0-15,0 0 0,0 0 0,0 0 0,0 0 0,0 0 0,0 24 0,0-24 16,0 0-16,0 0 0,0 0 0,0 25 0,0-25 0,0 0 15,0 25-15,0-25 16,0 25-16,0-25 0,0 0 0,0 25 0,0-25 0,0 24 0,0-24 0,-25 25 0,25-25 16,0 0-1,0 25-15,0-25 0,0 0 0,0 25 0,0-25 0,0 0 0,0 0 16,0 25-16,0-25 0,-25 0 0,25 24 0,0-24 0,0 0 0,0 0 15,0 25-15,0-25 0,0 0 0,0 0 0,0 0 16,0 0-16,0 0 0,0 0 0,0 25 0,0-25 16,0 0-16</inkml:trace>
  <inkml:trace contextRef="#ctx0" brushRef="#br0" timeOffset="655218.4764">25375 9302 0,'0'0'0,"0"0"0,25 0 0,-25 0 0,0 0 0,0 0 0,0 0 15,0 0-15,25 0 0,-25 0 0,0 0 0,0 0 16,25 0-16,-25 0 0,0 0 15,24 0-15,-24 0 0,0 0 0,25 0 0,-25 0 0,0 0 0,0 0 0,25 0 0,-25 0 16,0 0 0,0 0-16,25 0 0,-25 0 0,0 0 0,0 0 0,0 0 0,0 0 15,0 0-15,0 0 0,0 0 0,0 0 0,0 0 0</inkml:trace>
  <inkml:trace contextRef="#ctx0" brushRef="#br0" timeOffset="655507.4929">25549 9203 0,'0'0'0,"0"0"0,0 0 0,0 0 0,0 24 0,0-24 16,0 0-16,0 0 0,0 0 0,-25 0 15,25 0-15,0 0 0,0 0 0,0 0 0,0 0 16,0 0-16,0 25 0,0-25 0,0 0 0,0 0 0,0 25 0,0-25 15,0 0-15,0 0 0,0 25 0,0-25 0,0 0 0,0 25 0,0-25 16,0 0 0,0 24-16,0-24 0,0 0 0,-25 25 0,25-25 0,0 0 0,0 0 0,0 25 0,0-25 15,0 0 1,0 25-16,-25-25 0,25 0 0,0 25 0,0-25 0,0 0 0,0 0 0,0 24 15,0-24-15,0 0 0,0 0 0,-24 0 0,24 25 0</inkml:trace>
  <inkml:trace contextRef="#ctx0" brushRef="#br0" timeOffset="656155.53">25797 9128 0,'0'0'0,"0"0"32,0-25-32,0 25 0,0 0 0,0 0 0,0 0 0,0 0 0,0 0 0,0-24 0,0 24 15,0 0-15,0 0 0,0 0 0,0 0 0,0 0 0,0 0 0,0 0 31,0 0-31,0 0 0,0 0 0,0 0 0,0 0 0,25 0 0,-25 0 0,0 0 16,0 0-16,0 0 0,0 0 0,24 0 0,-24 0 0,0 0 0,0 0 0,0 0 16,25 0-16,-25 0 15,0 0-15,0 0 0,0 0 0,0 0 0,25 0 0,-25 0 0,0 0 47,0 0-47,0 24 0,0-24 0,0 0 0,0 0 0,0 0 0,0 0 0,0 25 0,0-25 0,0 0 0,0 0 0,0 25 0,0-25 0,0 0 0,0 0 0,0 25 0,-25-25 0,25 0 16,0 25-1,0-25-15,0 0 0,-25 24 0,25-24 0,0 25 0,-24-25 0,24 0 0,0 25 16,-25-25-16,25 0 0,0 25 0,-25-25 0,25 0 0,0 25 0,0-25 15,-25 0-15,25 0 16,0 24-16,0-24 0,0 0 0,0 0 0,0 0 0,0 0 0,0 0 16,0 0-16,0 25 0,0-25 0,0 0 0,0 0 0,0 0 0,0 0 0,0 0 15,0 0-15,0 0 16,0 0-16,25 0 0,-25 0 0,0 0 0,0 0 0,25 0 15,-25 0-15,0 0 0,25 0 0,-25 0 0,24 0 0,-24 0 0,0 0 0,25 0 16,-25-25-16,25 25 0,-25 0 0,25 0 16,-25 0-16,25 0 0,-25 0 0,0 0 0,25 0 0,-25 0 0,0 0 15</inkml:trace>
  <inkml:trace contextRef="#ctx0" brushRef="#br0" timeOffset="657020.5789">26293 9277 0,'0'0'0,"0"0"15,0 0-15,0 0 0,0 0 0,0 0 0,0 0 0,0 0 0,0 0 0,0 0 16,0 0-16,0 0 0,0 0 0,0 0 0,0 0 0,0 0 0,0 0 15,0 0 1,0 0-16,0 0 0,0 0 0,0 0 0,0 0 0,0 0 0,0 25 0,0-25 16,25 0-16,-25 0 0,0 0 0,0 0 0,0 25 0,0-25 0,0 0 31,0 0-31,0 24 0,0-24 0,0 0 0,-25 25 0,25-25 0,0 0 0,0 25 0,0-25 0,0 0 15,0 25-15,0-25 16,0 25-16,0-25 0,0 24 0,0-24 0,0 25 0,0-25 0,-25 25 16,25-25-16,0 25 0,0-25 0,0 25 0,0-25 15,0 24-15,0-24 0,0 25 0,0-25 0,0 25 0,0-25 0,0 25 16,0-25-16,0 25 0,-25-25 0,25 24 15,0 1-15,0-25 0,0 25 0,0-25 0,0 25 0,0-25 16,0 25-16,-24-1 0,24-24 0,0 25 0,0-25 0,0 25 0,0 0 16,0-25-16,0 25 0,-25-25 0,25 24 0,0-24 0,0 25 15,0 0-15,0-25 16,-25 25-16,25-25 0,0 25 0,0-25 0,0 0 0,0 25 0,0-25 0,-25 24 0,25-24 15,0 0 1,0 0-16,0 0 0,0 25 0,0-25 0,0 0 0,0 0 0,0 0 16,0 0-16,0 0 0,0 0 0,0 0 0,0 0 0,0 0 0,0 0 0,0 0 31,0 0-31,0 0 0,0 0 0</inkml:trace>
  <inkml:trace contextRef="#ctx0" brushRef="#br0" timeOffset="680962.9489">26789 9426 0,'0'0'0,"0"0"16,0 0-1,0 0-15,0 0 0,0 0 0,0 0 0,0 0 16,0-25-16,-25 25 0,25 0 0,0 0 0,0 0 0,0 0 0,0 0 0,0 0 0,0 0 0,0 0 31,0 0-31,0 0 0,0 0 0,0 0 0,0 0 0,0 0 0,0 0 0,0 0 0,0 0 0,0 0 31,-25 0-31,25 0 0,0 0 0,0 0 0,0 0 0,0 0 0,0 0 0,0 0 0,0 0 0,0 0 16,0 0-16,0 0 0,0 0 0,0 0 0,0 0 0,0 0 0,0 0 31,0 0-31,0 0 0,0 0 0,0 0 0,0 0 0,0 0 0,0 0 0,0 0 0,0 0 16,0 0-16,0 0 0,0 0 0,-24 0 0,24 0 0,0 0 0,0 0 15,0 0 16,0-25-31,0 25 0,0 0 0,0 0 0,-25 0 0,25 0 0,0 0 0,0 0 0,0 0 0,0 0 0,0 0 0,0 0 0,0 0 0,-25 0 0,25 0 0,0-25 32,0 25-32,0 0 0,0 0 0,0 0 0,0 0 0,0 0 0,0 0 0,0 0 0,0 0 15,0 0-15,0 0 0,0 0 0,0 0 0,0 0 0,0 0 0,0 0 31,0 0-31,0 0 0,0 0 0,0 0 0,25 0 0,-25 0 0,0 0 0,0 0 0,0 0 16,0 0-16,0 0 0,0 0 0,0 0 0,0 0 0,0 0 0,0-24 16,25 24-16,-25 0 15,0 0-15,0 0 0,0 0 0,0 0 0,0 0 0,24 0 0,-24 0 16,0 0-16,0 0 0,0 0 0,0-25 0,25 25 0,-25 0 0,0 0 15,0 0-15,0 0 32,0 0-32,25 0 0,-25 0 31,0 0-31,0 0 0,0 0 0,0 0 15,0 0-15,0 0 0,0 0 0,25 0 0,-25 0 0,0 0 0,0 0 0,0 0 0,0 0 0,0 0 0,0 25 0,0-25 0,0 0 0,0 0 0,0 0 0,0 0 0,0 0 0,25 0 0,-25 0 0,0 0 0,0 0 0,0 0 0,0 24 16,0-24-16,0 0 16,0 0-16,0 0 0,0 0 0,0 0 0,0 0 0,0 25 0,0-25 15,0 0-15,0 0 0,0 0 0,0 0 0,0 0 0,0 25 0,0-25 16,0 0-16,0 0 0,-25 0 0,25 25 0,0-25 0,0 0 15,0 0-15,0 0 0,-25 25 16,25-25-16,0 0 0,0 0 0,0 0 0,-25 24 0,25-24 0,0 0 0,0 0 31,0 0-31,-25 0 0,25 25 0,0-25 0,0 0 0,-24 0 0,24 0 0,0 25 0,0-25 16,-25 0-16,25 0 0,0 0 0,0 0 15,0 25-15,0-25 0,-25 0 0,25 0 0,0 0 0,0 0 16,0 0-16,0 0 0,0 0 0,0 0 0,0 0 0,0 0 0,0 0 0,0 0 16,0 0-16,0 0 0,0 0 0,0 0 0,0 0 15,0 0-15,0 0 0,0 0 16,0 0-16,0 0 0,0 0 0,0 0 0,0 0 0,25 0 0,-25 0 0,0 0 15,0 0-15,0 0 0,25-25 0,-25 25 0,0 0 16,0 0-16,24 0 0,-24 0 0,0 0 0,0 0 16,25-25-1,-25 25-15,0 0 0,0 0 0,0 0 0,25 0 0,-25 0 0,0 0 0,0 0 0,0 0 0,0 0 16,25 0-16,-25 0 0,0 0 0,0 0 0,0 0 0,0 25 0,0-25 47,0 0-47,0 0 0,0 0 0,0 25 0,0-25 0,0 0 0,0 0 0,0 0 0,0 25 0,0-25 0,0 0 0,0 0 0,0 24 0,0-24 0,0 0 0,0 0 15,0 25-15,0-25 0,0 0 0,0 25 0,0-25 16,0 0-16,0 25 15,0-25-15,0 0 0,0 0 0,0 25 0,-25-25 0,25 0 0,0 0 16,0 0-16,0 24 0,0-24 0,0 0 0,-25 0 0,25 0 0,0 25 0,0-25 31,0 0-31,0 0 0,-25 0 0,25 0 0,0 25 0,0-25 0,0 0 0,0 0 0,-24 0 0,24 0 16,0 0-16,0 0 15,0 0-15,-25 0 0,25 0 0,0 0 0,0 0 0,0 0 16,0 0-16,-25 0 0,25 0 0,0-25 0,0 25 0,0 0 0,0 0 0,0 0 0,-25 0 16,25 0-16,0 0 0,0 0 0,0 0 0,0 0 15,0 0 16,-25 0-31,25 0 0,0 0 0,0 0 0,0 0 0,0 0 0,0 0 0,0 0 0,0 0 0,0 0 0,0 0 0,0 0 0,0 0 0,0 0 0,0 0 16,0 0-16,25 0 0,-25 0 0,0 0 0,0 0 62,25 0-62,-25-25 0,0 25 0,25 0 0,-25 0 0,0 0 0</inkml:trace>
  <inkml:trace contextRef="#ctx0" brushRef="#br0" timeOffset="682154.017">27608 9525 0,'0'0'0,"0"0"0,0 0 15,0 0-15,0 0 16,0 0-16,0 0 0,0 0 0,0 0 0,0 0 0,0 0 15,0 0-15,0 0 0,0 0 0,0 0 0,0 0 0,0 0 0,0 0 0,0 0 16,0 0 0,0 0-16,-25 0 0,25 0 0,0 0 0,0-25 0,0 25 15,0 0-15,0 0 0,0 0 0,0 0 0,0 0 0,0 0 0,0 0 0,0 0 0,25 0 31,-25 0-31,0 0 0,0-25 0,0 25 0,0 0 0,0 0 0,0 0 0,0 0 0,0 0 16,0 0-16,0-24 0,0 24 0,24 0 0,-24 0 0,0 0 0,0 0 0,0 0 16,0-25-16,25 25 15,-25 0-15,0 0 0,0 0 0,0 0 0,25 0 0,-25 0 0,0 0 0,0 0 31,0-25-31,25 25 0,-25 0 0,0 0 0,0 0 0,25 0 0,-25 0 0,0 0 16,0 0-16,0 0 0,0 0 0,24 0 0,-24 0 0,0 0 0,0 0 0,0 0 47,25 0-47,-25 0 15,0 0-15,0 0 0,0 0 0,0 0 0,0 25 0,0-25 0,0 0 0,0 0 0,0 0 0,0 0 0,0 0 0,0 25 0,0-25 0,0 0 0,0 0 0,0 0 0,-25 24 0,25-24 0,0 0 0,0 25 16,0-25-16,-24 0 0,24 25 0,0-25 0,0 0 0,-25 25 16,25-25-1,0 0-15,0 25 0,-25-25 0,25 0 0,0 24 0,0-24 0,-25 0 0,25 25 0,0-25 16,-25 0-16,25 0 15,0 25-15,0-25 0,-24 0 0,24 25 0,0-25 0,-25 0 16,25 0-16,0 0 0,-25 25 0,25-25 0,0 0 0,-25 0 0,25 0 0,0 0 0,-25 0 31,25 24-31,0-24 0,0 0 0,0 0 0,-24 0 0,24 0 0,0 0 0,0 0 0,0 0 16,0 0-16,0 0 0,0 0 0,0 0 0,0 0 0,0 0 15,-25 0 1,25 0-16,0 0 0,0 0 0,0 0 0,0 0 0,0 0 0,0 0 0,0-24 0,0 24 31,0 0-31,25 0 0,-25 0 0,0 0 0,0 0 0,0 0 0,0-25 0,0 25 0,24 0 0,-24 0 0,0 0 0,0 0 16,25 0-1,-25 0-15,0 0 0,0 0 0,0 0 0,25 0 0,-25 0 0,0 0 0,0 0 0,0 0 16,0 0-16,25 0 0,-25 0 0,0 0 0,0 0 0,0 0 0,0 25 31,0-25-31,0 0 0,0 0 0,0 0 0,0 0 0,0 24 0,0-24 0,0 0 16,0 0-16,0 25 0,0-25 0,0 0 0,0 25 0,25-25 15,-25 0-15,0 0 0,0 25 16,0-25-16,0 0 0,0 0 0,0 25 0,0-25 0,0 0 0,0 0 16,24 24-16,-24-24 0,0 0 0,0 0 0,0 0 0,0 0 0,0 0 15,25 0-15,-25 0 0,0 0 0,0 0 16,0 0-16,25 0 0,-25 0 0,0 0 0,0 0 0,25 0 0,-25 0 0,0 0 15,0-24-15,25 24 16,-25 0-16,0 0 0,0 0 0,0 0 0,24-25 0,-24 25 0,0 0 0,0 0 16,0 0-16,0 0 0,0-25 0,25 25 0,-25 0 0,0 0 15,0 0-15,0 0 16,0 0-16,0-25 0,0 25 0,0 0 0,0 0 0,0 0 0,0 0 0,0 0 15,0 0 1,0 0-16,-25 0 0,25 0 0,0 0 0,0 0 16,0-25-16</inkml:trace>
  <inkml:trace contextRef="#ctx0" brushRef="#br0" timeOffset="683650.1026">26863 10096 0,'0'-25'0,"0"25"0,0 0 16,0 0-16,0 0 0,0 0 0,0 0 0,0 0 0,0 0 0,0 0 15,0 0-15,0 0 16,0 0-16,0 0 0,0 0 0,0 0 0,0 0 0,0 0 0,0 0 0,0 0 16,0 0-16,0 0 0,0 0 0,0 0 0,0-25 0,0 25 0,-24 0 15,24 0-15,0 0 16,0 0-16,0 0 0,0 0 0,0 0 0,0 0 0,0 0 15,-25 0-15,25 0 0,0 0 0,0 0 0,0 0 0,0 25 0,-25-25 0,25 0 0,0 0 47,0 0-47,0 0 0,-25 0 0,25 0 0,0 25 0,0-25 0,-25 0 0,25 0 0,0 0 16,0 24-16,-24-24 0,24 0 0,0 0 0,0 25 0,0-25 0,-25 0 0,25 0 0,0 25 15,0-25-15,0 0 0,0 25 0,0-25 0,0 0 0,0 25 0,0-25 0,0 24 32,0-24-32,0 0 0,0 25 0,0-25 0,0 25 0,0-25 0,0 0 0,0 25 0,0-25 0,0 0 15,25 25-15,-25-25 0,0 0 0,0 0 0,0 0 0,0 24 0,24-24 31,-24 0-31,0 0 0,0 0 0,0 0 0,25 0 0,-25 25 0,0-25 0,0 0 0,0 0 16,25 0-16,-25 0 0,0 0 0,25 0 0,-25 0 0,0-25 0,25 25 16,-25 0-16,0 0 0,24 0 15,-24-24-15,0 24 0,25 0 0,-25-25 0,0 25 0,0 0 0,25-25 31,-25 25-31,0-25 0,25 25 0,-25-25 0,0 25 0,0-24 0,0 24 0,25-25 0,-25 25 0,0-25 0,0 25 0,0-25 16,0 25-16,0 0 0,0-25 16,0 25-16,0 0 0,0-24 0,0 24 0,0 0 0,0-25 0,0 25 0,-25 0 31,25 0-31,0 0 0,0 0 0,0-25 0,0 25 0,0 0 0,-25 0 0,25 0 15,0 0-15,0 0 0,0 0 0,0 0 0,0-25 0,0 25 16,0 0-16,0 0 0,0 0 0,0 0 0,0 0 0,0 0 0,0 0 16,0 0-1,0 0-15,0 0 0,0 0 0</inkml:trace>
  <inkml:trace contextRef="#ctx0" brushRef="#br0" timeOffset="684884.1723">27682 10269 0,'0'0'0,"0"0"31,0 0-31,0 0 0,0 0 0,-25 0 0,25 0 0,0 0 0,0 0 0,0 0 16,0 0-16,0 0 0,0 0 0,0 0 0,0-25 0,0 25 31,0 0-31,0 0 0,0 0 0,0 0 0,0 0 0,0 0 0,0 0 16,0 0-16,0 0 0,0 0 0,0 0 0,0 0 0,0 0 0,25 0 0,-25 0 0,0 0 15,0 0-15,0-24 0,0 24 0,0 0 0,0 0 0,0 0 0,0 0 0,0 0 16,0 0 0,0 0-16,0-25 0,0 25 0,0 0 0,25 0 0,-25 0 0,0 0 0,0 0 15,0 0-15,0 0 0,0-25 0,0 25 0,0 0 0,25 0 0,-25 0 16,0 0-1,0 0-15,0 0 0,0 0 0,0 0 0,0 0 0,24 0 0,-24 0 0,0 0 16,0 0-16,0 0 16,0 0-16,25 0 0,-25 0 0,0 0 0,0 0 0,0 0 0,0 0 0,0 0 15,0 0-15,0 0 0,25 0 0,-25 0 0,0 0 0,0 0 0,0 0 0,0 0 31,0 0-31,0 0 0,0 25 0,0-25 0,0 0 0,0 0 0,0 0 0,0 0 0,0 25 0,0-25 16,0 0-16,0 0 0,0 0 16,0 24-16,0-24 0,0 0 0,0 0 0,-25 0 0,25 25 0,0-25 0,0 0 15,0 0-15,0 0 0,-25 25 0,25-25 0,0 0 0,0 0 16,0 25-16,0-25 15,-24 0-15,24 0 0,0 0 0,0 0 0,0 0 0,0 0 0,0 0 0,0 25 16,0-25-16,-25 0 16,25 0-16,0 0 0,0 0 0,0 0 0,0 0 0,0 0 0,0 0 0,0 0 0,0 0 15,0 0-15,0 0 0,0 0 0,0 0 0,0 0 0,0 0 16,0 0-1,25 0-15,-25 0 0,0 0 0,0 0 0,0 0 0,0-25 0,0 25 0,24 0 16,-24 0-16,0 0 0,0 0 0,0 0 0,0 0 0,25 0 0,-25 0 16,0 0-16,0 0 15,0 0-15,25 0 0,-25 0 0,0 0 0,0 0 0,0 0 0,0 0 0,25 0 16,-25 0-16,0 0 0,0 0 0,0 0 0,0 0 0,0 0 15,0 0-15,0 0 16,25 0-16,-25 0 0,0 25 0,0-25 0,0 0 0,0 0 0,0 0 0,0 24 0,0-24 16,0 0-16,0 0 15,0 0-15,0 25 0,0-25 0,0 0 0,-25 25 0,25-25 16,0 0-16,0 0 15,0 25-15,0-25 0,0 0 0,0 25 0,0-25 0,-25 0 0,25 0 0,0 24 0,0-24 0,0 0 0,0 0 16,-25 0-16,25 0 0,0 25 0,0-25 0,0 0 0,0 0 16,0 0-1,-25 0-15,25 0 0,0 0 0,0 0 0,0 0 0,-24 0 0,24 0 0,0 0 0,0 0 16,0 0-16,0 0 0,-25 0 0,25 0 0,0 0 0,0 0 15,0 0 1,0 0-16,0 0 0,0 0 0,0 0 31,-25 0-15,25 0-16,0 0 0,0 0 0,0 0 0,0 0 0,0 0 0,0 0 0,0-25 0,0 25 15,0 0-15,0 0 0,0 0 0,0 0 0,0 0 0,0 0 0,0-24 0,0 24 0,25 0 0,-25 0 0,0 0 0,0 0 0,0-25 0,25 25 0,-25 0 0,0 0 0,24-25 0</inkml:trace>
  <inkml:trace contextRef="#ctx0" brushRef="#br0" timeOffset="685693.2189">28302 9599 0,'0'0'15,"0"0"-15,0 0 16,0 0-16,0 0 0,0 0 0,0 0 0,0 0 16,0 0-16,0 0 0,0 0 0,0 0 0,0 0 0,0 0 15,0 0-15,0 0 0,0 0 0,0 0 0,0 0 0,0 0 16,0 0-16,25 0 0,-25 0 0,0 0 0,0 0 0,0 0 0,0 0 0,0 0 15,0 0 1,0 0-16,0 0 0,0 0 0,0 0 0,0 0 0,0 0 0,0 0 0,0 0 0,0 0 0,0 0 16,0 0-16,0 0 0,0 25 0,0-25 0,0 0 15,0 0-15,0 0 16,0 0-16,0 0 0,0 0 0,0 25 0,0-25 0,0 0 0,0 0 0,0 25 15,0-25-15,0 0 0,0 25 0,0-25 0,0 0 0,0 24 16,0-24-16,0 25 0,-25-25 0,25 25 0,0-25 0,0 25 16,0-25-16,0 25 0,0-25 0,0 24 0,0-24 0,0 25 15,0-25-15,0 25 0,0 0 0,0-25 0,-25 25 16,25-25-1,0 24-15,0-24 0,0 25 0,0-25 0,0 25 0,0-25 0,0 25 0,-24-25 0,24 25 0,0 0 16,0-25-16,0 24 0,0-24 0,0 25 0,0-25 16,-25 25-16,25-25 15,0 0-15,0 25 0,0-25 0,0 25 0,0-25 0,-25 0 0,25 24 0,0-24 31,0 25-31,0-25 0,0 0 0,0 25 16,0-25-16,0 0 0,-25 25 0,25-25 0,0 0 0,0 0 0,0 25 0,0-25 0,0 0 0,0 0 0,0 24 47,0-24-47,0 0 0,0 0 0,0 25 0,0-25 0,0 0 0,0 0 0,0 0 0,0 0 0,0 25 0,0-25 0,0 0 0,0 0 0,0 0 0,0 0 0,0 0 0,0 0 0,0 0 15,0 0-15,0 0 0,0 0 16,0 0-16,0-25 0,0 25 0,0 0 0,0 0 0,0 0 16,0-25-16,0 25 0,0 0 0,0-24 15,0 24 1,0 0-16</inkml:trace>
  <inkml:trace contextRef="#ctx0" brushRef="#br0" timeOffset="686181.2472">28724 9798 0,'0'0'0,"0"0"16,0 0-16,0 0 0,0 0 0,0 0 0,0 0 0,25 0 0,-25 0 15,0 0 1,0 0-16,0 0 0,0 0 0,0 0 0,0 0 0,0 0 0,24 0 0,-24 0 16,0 0-16,0 0 0,0 0 0,25 0 0,-25 0 0,0 0 0,25 0 15,-25 0-15,0 0 0,0 0 16,25 0-16,-25 0 0,0 0 0,25 0 0,-25 0 0,24 0 0,-24-25 0,0 25 15,0 0-15,25 0 0,-25 0 0,0 0 0,25 0 16,-25 0-16,0 0 0,25 0 16,-25 0-16,0 0 0,0 0 0,0 0 0,0 0 0,0 0 0,25 0 0,-25 0 15,0 0-15,0 0 0,0 0 0,0 0 0,0 0 16,0 0-16,0 0 0,-25 0 0,25 0 0</inkml:trace>
  <inkml:trace contextRef="#ctx0" brushRef="#br0" timeOffset="686503.2657">28724 10046 0,'0'0'0,"0"0"0,0 0 16,0 0-16,0 0 0,0 0 0,0 0 0,0 0 0,0 0 0,0 0 0,0 0 15,0 0-15,0 0 0,25 0 0,-25 0 0,0 0 0,0 0 16,24 0-16,-24 0 0,25 0 15,-25 0-15,0 0 0,25 0 0,-25 0 0,25 0 0,-25 0 0,25 0 16,-25 0-16,24 0 0,-24 0 16,25 0-16,-25 0 0,25 0 0,-25 0 31,25 0-31,-25 0 0,0 0 15,25 0-15,-25 0 0,0 0 0,24 0 0,-24 0 16,0 0-16</inkml:trace>
  <inkml:trace contextRef="#ctx0" brushRef="#br0" timeOffset="693118.644">29468 9823 0,'0'0'0,"0"0"0,0 0 16,0 0-16,0 0 0,0 0 0,0 0 0,0 0 0,0 0 0,0 0 15,0 0-15,0 0 0,0 0 0,0 0 0,0 0 0,0 0 16,0 0-16,0 0 0,0 0 16,0 0-16,0 0 0,0 0 0,0 0 0,0 0 0,0 0 0,0 0 0,0 0 15,0 0-15,0 0 0,0 0 0,0 0 0,0 0 0,0 0 16,0 0-1,0 0-15,0 0 0,0 0 0,0 0 0,0 0 0,0 0 0,0 0 0,0 0 0,0 0 0,0 0 32,0 0-32,0 0 0,0 0 0,0 0 0,0 0 0,0 0 0,0 0 0,0 0 15,0 0-15,0 0 0,0 0 0,0 0 0,0 0 0,0 0 0,0 0 16,0 0-16,0 0 0,0 0 0,0 0 0,0 0 0,0 0 0,0 0 15,0 0-15,0 0 0,0 0 16,0 0-16,0 0 0,0 0 0,0 0 0,0 0 0,0 0 0,0 0 31,0 0-31,0 0 0,0 0 0,0 0 0,0 0 0,0 0 0,0 0 0,25 0 0,-25 0 16,0 0-16,0 0 0,0 0 0,0 0 0,0 0 0,25 0 15,-25 0-15,0 0 0,0 0 16,0 0-16,24 0 0,-24 0 0,0 0 0,25 0 0,-25 0 0,0 0 16,25 0-16,-25 0 0,0 0 0,0 0 0,25 0 0,-25 0 0,0 0 15,25 0 1,-25 0-16,0 0 0,24 0 0,-24 0 0,0 0 0,0 0 0,25 0 0,-25 0 0,25 0 15,-25 0-15,0 0 0,25 0 0,-25 0 0,0 0 0,25 0 0,-25 0 16,0 0 0,24 0-16,-24 0 0,0-25 0,0 25 0,0 0 0,25 0 0,-25 0 0,0 0 15,0 0-15,0 0 0,0 0 0,0 0 0,0 0 0,25 0 0,-25 0 16,0 0-16,0 0 15,0 0-15,0 0 0,0 0 0,0 0 0,0-25 0,0 25 0,0 0 16,0 0-16,0 0 0,0 0 0,0 0 0,0 0 16,0 0-16,0 0 0,0 0 0,0 0 0,0 0 15,-25 0-15,25-25 0,0 25 0,0 0 0,0 0 0,0 0 0,0 0 0</inkml:trace>
  <inkml:trace contextRef="#ctx0" brushRef="#br0" timeOffset="694520.7239">30435 9773 0,'0'0'0,"0"0"16,0 0-1,0 0-15,0 0 0,0 0 0,25 0 0,-25 0 0,0 0 0,0 0 0,0 0 16,0 0-16,0 0 0,0 0 0,0 0 0,0 0 0,0 0 0,0 0 0,0 0 31,0-25-31,0 25 0,0 0 0,0 0 0,0 0 0,0 0 0,0 0 16,0 0-16,0 0 0,0 0 0,0 0 0,0 0 15,0 0-15,0 0 0,0-25 0,0 25 0,0 0 0,0 0 0,0 0 16,-25 0-16,25 0 0,0 0 0,0 0 0,0 0 0,0 0 0,0-24 0,0 24 15,0 0 1,-24 0-16,24 0 0,0 0 0,0 0 0,0-25 0,0 25 0,-25 0 16,25 0-16,0 0 0,0 0 0,0 0 0,-25 0 0,25 0 0,0 0 0,0-25 15,0 25-15,0 0 16,-25 0-16,25 0 0,0 0 0,0 0 0,0 0 0,0 0 15,-25 0-15,25 0 0,0 0 0,0 0 0,0 0 0,0 0 0,0 0 0,0 0 16,0 0-16,-24 0 0,24 0 0,0 0 16,0 0-16,0 0 0,0 0 0,0 0 0,-25 0 0,25 25 0,0-25 15,0 0 1,0 0-16,0 0 0,-25 0 0,25 25 0,0-25 0,0 0 0,0 0 15,-25 0 1,25 0-16,0 24 0,0-24 0,0 0 0,0 0 0,-25 0 0,25 25 0,0-25 0,0 0 0,0 0 16,0 0-16,0 25 0,0-25 0,-25 0 0,25 0 0,0 0 0,0 25 0,0-25 15,0 0-15,0 0 0,0 0 16,0 25-16,0-25 0,0 0 0,0 0 0,0 0 0,0 24 15,0-24-15,0 0 0,0 0 0,0 0 0,25 0 0,-25 25 0,0-25 16,0 0-16,0 0 0,25 0 0,-25 0 16,0 0-16,0 25 0,0-25 0,25 0 15,-25 0-15,0 0 0,0 0 0,25 0 0,-25 0 0,0 0 0,25 0 0,-25 0 0,0 0 16,0 0-1,24 0-15,-24 0 0,0 0 0,0 0 0,25 0 0,-25 0 0,0 0 16,0 0-16,25-25 0,-25 25 0,0 0 0,0 0 0,25 0 0,-25 0 16,0 0-16,0 0 0,25 0 0,-25 0 0,0 0 0,24 0 0,-24 0 15,0 0 1,0 0-16,25-25 0,-25 25 0,0 0 0,0 0 0,0 0 0,25 0 0,-25-24 0,0 24 15,0 0-15,0 0 16,0 0-16,25-25 0,-25 25 0,0 0 16,0 0-16,0 0 0,0-25 0,0 25 0,0 0 0,25 0 0,-25 0 0,0-25 0,0 25 31,0 0-31,0 0 0,0 0 0,0 0 0,0-25 0,0 25 0,0 0 0,0 0 0,0 0 0,0 0 0,0 0 0,0 0 31,0 0-31,0 0 0,0 0 0,0 0 0,0 0 0,0 0 0,0 0 0,0 0 0,0 0 0,0 0 0,0 0 0,0 0 16,0 0-16,0 0 0,0 0 0,0 0 15,0 0-15,0 0 0,0 0 0,0 0 0,0 0 0,0 0 0,0 0 16,0 0-1,0 0-15,0 0 0,0 25 0,0-25 0,-25 0 0,25 0 0,0 25 16,0-25-16,0 0 0,0 0 0,0 25 0,0-25 0,0 0 0,-25 0 0,25 25 16,0-25-16,0 0 0,0 24 15,0-24-15,0 0 0,0 25 0,0-25 0,0 0 0,0 25 0,-25-25 0,25 0 16,0 0-16,0 25 0,0-25 0,0 0 0,0 25 0,0-25 15,0 0-15,0 24 0,0-24 0,0 0 0,0 0 0,-25 25 16,25-25-16,0 0 0,0 25 0,0-25 0,0 0 16,0 0-16,0 25 15,0-25-15,0 0 0,0 0 0,0 25 0,0-25 0,-24 0 0,24 0 0,0 0 16,0 25-16,0-25 0,0 0 0,-25 0 0,25 0 0,0 24 0,0-24 31,0 0-31,-25 0 0,25 0 0,0 25 0,0-25 0,-25 0 0,25 0 0,0 0 0,0 0 0,0 25 16,-25-25-16,25 0 0,0 0 0,0 0 15,0 0-15,-24 0 0,24 0 0,0 0 0,0 0 0,0 0 0,-25 0 16,25 0-1,0 0-15,0 0 0,0-25 0,0 25 0,-25 0 0,25 0 0,0 0 0,0 0 16,0 0-16,0-25 0,0 25 0,0 0 0,0 0 0,0 0 16,0 0-16,0-24 0,0 24 15,0 0-15,0 0 0,0 0 0,0-25 0,0 25 0,0 0 0,0-25 16,0 25-16,0 0 0,0 0 0,0 0 0,0-25 0,0 25 0,0 0 31,0 0-31,0 0 0,0 0 0,0 0 0,0 0 0,0 0 0,0 0 0,0 0 0,0 0 16,0 0-16,0 0 0,0 0 0,0 0 0,0 0 0,0 0 0,0 0 0,0 0 15,0 25-15</inkml:trace>
  <inkml:trace contextRef="#ctx0" brushRef="#br0" timeOffset="696873.8589">21605 10691 0,'0'0'0,"0"0"15,0-25-15,0 25 16,0 0-16,0 0 0,0 0 0,0 0 16,0 0-16,0-25 0,0 25 0,0 0 0,0 0 0,0 0 0,0 0 0,0 0 15,0 0-15,0 0 0,0 0 0,0 0 0,0 0 0,0 0 0,0-25 16,0 25-16,0 0 15,0 0-15,0 0 0,0 0 0,0 0 0,0 0 0,-25 0 0,25 0 0,0 0 16,0-24-16,0 24 0,0 0 0,0 0 0,0 0 0,0 0 0,-25 0 16,25 0-16,0 0 0,0 0 0,0 0 15,-25 0-15,25 0 0,0 0 0,0-25 16,0 25-16,0 0 0,-24 0 0,24 0 0,0 0 0,0 0 0,0 0 0,0 25 15,-25-25-15,25 0 0,0 0 16,0 0-16,0 0 0,0 0 0,0 0 0,0 0 0,-25 0 0,25 0 0,0 0 16,0 0-1,0 24-15,0-24 0,-25 0 0,25 0 0,0 0 0,0 25 0,0-25 0,0 0 16,0 0-16,-25 25 0,25-25 0,0 25 0,0-25 0,0 0 0,0 25 31,-24-25-31,24 24 0,0-24 0,0 25 0,0-25 0,0 25 0,0-25 0,0 0 0,0 25 16,0-25-16,0 25 0,0-25 0,0 0 0,0 24 0,0-24 15,0 0-15,0 25 0,24-25 16,-24 0-16,0 0 0,0 25 0,0-25 0,25 0 0,-25 0 0,0 25 0,0-25 15,25 0-15,-25 0 0,0 0 0,0 0 0,25 0 0,-25 0 0,0 25 16,0-25-16,25 0 0,-25 0 16,0 0-16,24 0 0,-24-25 0,0 25 0,25 0 0,-25 0 0,0 0 0,25-25 15,-25 25 1,25 0-16,-25 0 0,0-25 0,0 25 0,25 0 0,-25 0 0,0 0 0,0 0 15,0-25-15</inkml:trace>
  <inkml:trace contextRef="#ctx0" brushRef="#br0" timeOffset="697321.8844">21679 11038 0,'0'0'15,"0"0"-15,-25 0 0,25 0 16,0-25-16,25 25 0,-25 0 0,0 0 0,0 0 0,0 0 0,0 0 16,0 0-16,0-25 0,0 25 0,25 0 0,-25 0 0,0 0 15,0-24-15,25 24 0,-25 0 0,0 0 16,0 0-16,0-25 0,25 25 0,-25 0 0,0 0 0,0-25 0,0 25 31,25 0-31,-25 0 0,0 0 0,0-25 0,0 25 0,0 0 0,0 0 0,24-25 16,-24 25-16,0 0 0,0 0 0,0-24 0,0 24 15,0 0-15,0 0 0,0 0 0,0-25 0,0 25 0,0 0 0,0 0 0,0 0 0,0 0 16,0 0-16,0 0 0,0 0 0,0 0 0,0 0 0,0 0 15,0 25-15,0-25 0,0 0 16,0 0-16,0 24 0,0-24 0,0 0 0,0 0 0,0 25 0,0-25 0,0 25 31,0-25-31,0 0 0,0 25 0,0-25 0,0 0 0,-24 25 0,24-25 0,0 0 0,0 24 0,0-24 0,0 0 16,0 25-16,0-25 0,0 0 0,0 25 15,-25-25-15,25 0 0,0 25 16,0-25-16,0 0 0,0 25 0,0-25 0,0 0 0,0 0 0,0 0 0,0 24 0,-25-24 16,25 0-1,0 0-15,0 0 0,0 0 0,0 0 0,0 0 0,0 0 0,0 0 16,0 0-16,0 0 0,0 0 0</inkml:trace>
  <inkml:trace contextRef="#ctx0" brushRef="#br0" timeOffset="698082.9281">22002 10790 0,'0'0'0,"0"0"0,0 0 15,0-25-15,0 25 0,0 0 0,25 0 0,-25 0 16,0 0-16,0-25 0,0 25 15,0 0-15,24 0 0,-24 0 0,0 0 0,0 0 0,0 0 0,0-24 0,25 24 16,-25 0-16,0 0 0,0 0 16,0 0-16,0 0 0,0 0 0,25 0 0,-25 24 31,0-24-31,0 0 0,0 0 0,0 0 0,0 0 0,0 25 0,0-25 0,0 0 0,0 0 0,0 25 0,0-25 15,0 0-15,0 25 0,0-25 0,0 0 0,0 0 0,0 25 0,-25-25 0,25 0 16,0 24-16,0-24 0,0 0 0,0 0 16,-25 25-16,25-25 0,0 0 15,0 0-15,0 25 0,-24-25 0,24 0 0,0 0 16,0 25-16,0-25 0,0 0 0,0 0 0,-25 0 0,25 0 0,0 25 15,0-25-15,0 0 0,0 0 0,0 0 0,0 0 0,0 0 0,0 0 0,0 0 16,25 0 0,-25 0-16,0 0 0,0 0 0,0 0 0,0 0 0,24 0 0,-24 0 15,0 0-15,0 0 0,25-25 0,-25 25 0,0 0 0,0 0 0,25 0 0,-25 0 0,0 0 16,0 0-16,0 25 15,25-25-15,-25 0 0,0 0 0,0 0 0,0 0 0,0 0 0,25 0 32,-25 0-32,0 24 0,0-24 0,0 0 0,0 0 0,0 25 0,0-25 0,0 0 0,0 0 0,0 25 0,0-25 0,0 0 15,0 0-15,0 25 0,0-25 0,0 0 0,-25 25 16,25-25-16,0 0 15,0 0-15,0 24 0,-25-24 0,25 0 0,0 0 0,0 25 0,-25-25 0,25 0 16,0 0-16,-25 25 0,25-25 0,0 0 0,0 0 0,-24 0 0,24 0 16,0 0-1,0 0-15,-25 0 0,25 0 0,0 0 0,0 0 0,0 0 0,-25 0 0,25 0 0,0 0 16,0 0-16,0 0 0,0 0 0,0 0 15,0-25-15,0 25 0,0 0 0,0 0 0,0 0 16,0 0-16,0 0 0,0-25 0,0 25 0,0 0 0,0 0 0,0 0 0,0-24 16,25 24-1,-25 0-15,0 0 0,0 0 0,0 0 0</inkml:trace>
  <inkml:trace contextRef="#ctx0" brushRef="#br0" timeOffset="698458.9496">22771 10988 0,'0'0'0,"0"0"15,0 0 1,0 0-16,0 0 0,0 0 0,0 0 0,0 0 0,0 0 0,25 0 15,-25 0-15,0 0 0,0 0 0,24 0 0,-24 0 0,0 0 0,25 0 0,-25 0 16,25 0-16,-25 0 16,25 0-16,-25 0 0,25 0 0,-25 0 0,24 0 0,-24 0 0,25 0 31,-25 0-31,25 0 15,-25 0-15,25 0 0,-25 0 0,0 0 0,25 0 0,-25 0 0,0 0 0,24 0 0,-24 0 0,0 0 0,0 0 0,0 0 0,0 0 0,0 0 0</inkml:trace>
  <inkml:trace contextRef="#ctx0" brushRef="#br0" timeOffset="698660.9611">22920 11187 0,'0'0'0,"0"0"0,0 0 0,0 0 0,0 0 0,0 0 0,0 0 15,0 0-15,0 0 0,24 0 0,-24 0 0,0-25 0,0 25 16,25 0-16,-25 0 16,0 0-16,25 0 0,-25 0 0,25 0 0,-25 0 0,25 0 0,-25 0 0,24 0 0,-24 0 15,25 0-15,0 0 0,-25 0 0,25 0 16,0 0-16,-25 0 0,24 0 0,1 0 15,-25 0-15</inkml:trace>
  <inkml:trace contextRef="#ctx0" brushRef="#br0" timeOffset="699239.9942">23961 11063 0,'0'0'0,"0"0"15,0 0-15,0 0 0,0 0 0,0 0 0,0 0 0,0 0 0,0 0 16,0 0-1,25 0-15,-25 0 0,0 0 0,0 0 0,25 0 0,-25 0 0,25 0 0,-25 0 0,25 0 0,-25 0 16,24 0-16,1 0 0,-25 0 0,25 0 0,-25 0 0,25 0 16,0 0-1,-25 0-15,24 0 0,-24 0 0,25 0 0,-25 0 0,0 0 0,25 0 0,-25 0 16,0 25-16,25-25 0</inkml:trace>
  <inkml:trace contextRef="#ctx0" brushRef="#br0" timeOffset="699622.0161">24333 11237 0,'0'0'0,"0"0"0,0 0 0,0 0 0,0-25 0,0 25 0,0 0 0,0 0 0,25 0 0,-25 0 0,0 0 0,0 0 0,0-25 0,0 25 0,0 0 0,0 0 0,25 0 0,-25-25 0,0 25 0,0 0 16,25 0-16,-25-25 0,0 25 0,0 0 0,25-25 0,-25 25 0,0-24 16,24 24-16,-24 0 15,0-25-15,25 25 0,-25 0 0,0-25 0,0 25 0,25-25 0,-25 25 16,0 0-16,0-25 0,0 25 0,0-24 15,25 24-15,-25 0 0,0 0 0,0 0 0,0-25 16,0 25-16,0 0 0,0 0 0,0 0 0,0 0 0,0 0 0,0 0 0,0 0 0,0 25 16,0-25-16,0 0 0,0 0 0,0 24 0,-25-24 15,25 0-15,0 25 16,0-25-16,0 0 0,0 25 0,0-25 0,0 0 0,0 25 0,0-25 0,-25 25 15,25-25-15,0 24 0,0-24 0,0 0 0,0 25 0,0-25 16,0 25-16,0-25 0,0 0 0,-25 25 16,25-25-16,0 25 0,0-25 0,0 0 0,0 25 0,0-25 0,0 0 31,0 0-31,0 0 0,0 24 0,0-24 0,0 0 0,0 0 0,-24 0 0,24 0 0,0 0 15,0 0-15,0 0 0,0 0 0,0 0 0,0 0 0,0 0 0,0 0 16,0 0 0</inkml:trace>
  <inkml:trace contextRef="#ctx0" brushRef="#br0" timeOffset="700001.0378">24705 10815 0,'0'0'0,"0"0"15,0 0-15,0 0 0,0 0 0,0 0 0,25 0 0,-25 0 0,0 0 0,0 0 16,0 25-16,0-25 0,25 0 0,-25 0 0,0 0 0,0 0 15,0 24-15,25-24 0,-25 0 16,0 0-16,0 25 0,0-25 0,25 0 0,-25 0 0,0 25 0,0-25 0,0 0 31,24 25-31,-24-25 0,0 0 0,0 25 0,0-25 0,0 24 0,25-24 0,-25 0 0,0 25 16,0-25-16,0 25 0,0-25 0,0 25 0,0-25 0,0 25 0,0-25 15,-25 0 1,25 24-16,0-24 0,0 25 0,-24-25 0,24 25 0,0-25 0,0 25 0,-25-25 16,25 25-16,0-25 0,-25 25 0,25-25 0,0 0 0,-25 24 0,25-24 15,0 0 1,-25 25-16,25-25 0,0 0 0,-24 25 0,24-25 0,0 0 0,-25 25 0,25-25 0,0 0 0,-25 0 15,25 0-15,0 25 16,-25-25-16,25 0 0,0 0 0</inkml:trace>
  <inkml:trace contextRef="#ctx0" brushRef="#br0" timeOffset="700535.0683">24061 10716 0,'0'0'0,"-25"0"0,25 24 16,0-24-16,0 0 0,0 0 0,-25 0 0,25 0 0,0 0 16,0 25-1,-25-25-15,25 0 0,0 0 0,0 25 0,-25-25 0,25 0 0,0 0 0,-24 25 16,24-25-16,0 25 0,-25-25 0,25 0 0,0 24 0,-25-24 0,25 25 15,0-25-15,-25 25 0,25 0 16,0-25-16,0 25 0,-25-25 0,25 24 0,0-24 0,0 25 16,0-25-16,0 25 0,-25-25 0,25 25 0,0-25 0,0 25 0,0-25 0,0 24 15,0-24 1,0 25-16,0-25 0,0 25 0,25-25 0,-25 25 0,0-25 0,0 25 0,25-25 15,-25 25-15,0-25 0,25 0 0,-25 24 0,25-24 0,-25 25 16,25-25-16,-25 0 0,24 0 16,1 25-16</inkml:trace>
  <inkml:trace contextRef="#ctx0" brushRef="#br0" timeOffset="701097.1004">25028 10517 0,'0'0'0,"0"25"31,0-25-31,0 0 0,0 0 0,0 0 0,-25 0 0,25 25 0,0-25 0,0 0 15,0 0-15,0 0 0,0 25 0,0-25 0,0 0 0,-25 24 0,25-24 0,0 0 32,0 25-32,0-25 0,0 0 0,0 25 0,0-25 0,0 0 0,0 25 0,-24-25 0,24 0 0,0 25 0,0-25 31,0 0-31,0 0 0,0 24 0,0-24 0,0 0 0,-25 25 0,25-25 15,0 0-15,0 0 16,0 25-16,0-25 0,0 0 0,0 0 16,0 0-16,0 0 0,-25 25 0,25-25 0,0 0 0,0 0 0,0 0 0,0 0 0,0 0 0,0 0 0,0 0 15,0 0-15,0 0 0</inkml:trace>
  <inkml:trace contextRef="#ctx0" brushRef="#br0" timeOffset="701393.1174">25177 10691 0,'25'0'0,"-25"0"15,0 0 1,0 0-16,0 0 0,0 0 0,0 0 0,24 0 0,-24 0 0,0 0 0,0 0 0,25 0 16,-25 0-16,0 25 0,25-25 0,-25 0 0,0 0 0,25 0 0,-25 0 15,0 0 1,0 0-16,25 0 0,-25 0 0,0 0 0,24 0 0,-24 0 0,0 0 0,0 0 15,0 0-15,0 0 0,0 0 0,0 0 0,25 0 0,-25 0 0,0-25 16</inkml:trace>
  <inkml:trace contextRef="#ctx0" brushRef="#br0" timeOffset="701633.1311">25326 10592 0,'0'24'0,"-25"-24"0,25 0 15,0 0-15,0 0 0,0 0 0,0 0 0,0 0 16,0 0-16,0 0 0,0 0 0,0 25 0,0-25 15,0 0 1,0 0-16,0 25 0,0-25 0,0 0 0,0 0 0,0 25 0,0-25 0,0 0 0,0 25 16,-25-25-16,25 0 0,0 0 0,0 24 0,0-24 0,0 0 0,0 0 15,0 25-15,-25-25 0,25 0 16,0 0-16,0 25 0,0-25 0,0 0 0,0 0 15,0 25-15,0-25 0,0 0 0,0 0 0,0 0 0,0 0 0,0 0 0</inkml:trace>
  <inkml:trace contextRef="#ctx0" brushRef="#br0" timeOffset="702113.1586">25524 10641 0,'0'0'16,"0"0"-16,0 0 0,0 0 15,0 0-15,0 0 0,0 0 0,0 0 0,25-25 31,-25 25-31,0 0 0,0 0 0,0 0 0,0 0 0,25 0 0,-25 0 0,0 0 0,0 0 0,0 25 0,24-25 0,-24 0 0,0 0 16,0 0-16,0 0 0,0 0 0,25 0 16,-25 0-16,0 0 0,0 0 0,0 0 15,0 0-15,0 0 0,0 0 0,0 0 0,0 25 0,0-25 0,0 0 0,0 0 16,0 0-16,-25 0 0,25 25 0,0-25 15,0 0-15,0 0 0,-24 25 0,24-25 0,0 0 16,0 0-16,-25 24 0,25-24 0,0 0 0,-25 0 0,25 0 0,0 0 0,0 0 16,0 25-16,0-25 15,0 0-15,-25 0 0,25 0 0,0 0 0,0 0 0,0 0 0,0 25 16,0-25-16,0 0 0,0 0 0,0 0 0,0 0 0,0 0 0,25 0 0,-25 0 15,0 0 1,0 25-16,0-25 0,0 0 0,0 0 0,0 25 0,0-25 0,25 0 0,-25 0 16,0 24-16,0-24 0,0 0 0,0 0 0,0 25 0,0-25 0,0 0 15,25 0 1,-25 0-16,0 25 0,0-25 0,0 0 0,0 0 0,0 0 0,-25 0 0,25 25 0,0-25 15,0 0-15,0 0 0,0 0 0,-25 0 0,25 0 0,0 0 32,0 0-32,-25 0 0,25 0 0,0 0 0,-25-25 0,25 25 0,0 0 0,-24 0 0,24 0 15,0 0-15,0 0 0</inkml:trace>
  <inkml:trace contextRef="#ctx0" brushRef="#br0" timeOffset="702932.2054">26219 10815 0,'0'-25'0,"0"25"0,0 0 16,0 0-16,-25 0 0,25 0 0,0 0 0,0 0 0,0 0 15,0 0 1,0 0-16,0 0 0,0 0 0,0 0 0,0 0 0,0 0 0,0 0 0,0 0 0,0 0 15,0 0-15,0 0 0,0 0 0,0 0 0,0 0 0,0 0 16,0 0 0,0 0-16,0 0 0,0 0 0,0 0 0,0 0 0,0 0 0,0 0 15,25 0-15,-25 0 0,0 25 0,0-25 0,0 0 0,0 0 0,0 25 0,0-25 16,0 24-16,0-24 0,0 0 0,0 25 15,0-25-15,0 25 0,0-25 0,0 25 0,0-25 16,0 0-16,-25 25 0,25-25 0,0 24 0,0-24 0,0 25 0,0-25 0,0 25 31,0-25-31,0 25 0,0-25 0,-25 25 0,25-25 0,0 24 0,0 1 0,0-25 16,0 25-16,-25-25 0,25 25 0,0 0 0,0-25 0,0 25 0,0-25 0,-25 24 15,25-24 1,0 25-16,0-25 0,0 0 0,0 25 0,0-25 0,0 25 0,-24-25 0,24 0 0,0 25 16,0-25-1,0 0-15,0 0 0,0 0 0,0 24 0,0-24 0,0 0 0,0 0 0,0 0 0,0 0 0,0 0 16,0 0-16,0 25 0,0-25 0,0 0 0,0 0 0,0 0 15,0 0 1,0 0-16,0 0 0,0 25 0,0-25 0,-25 0 0,25 0 0,0 0 0,0 25 16,0-25-16,0 0 0,0 0 0,0 0 0,0 25 0,0-25 0,0 0 15,0 0-15,-25 0 16,25 0-16,0 0 0,0 0 0,0 0 0,0 0 0,0 0 0,0 0 0,0 0 15,0 0-15,0-25 16,25 25-16,-25 0 0</inkml:trace>
  <inkml:trace contextRef="#ctx0" brushRef="#br0" timeOffset="705994.3806">26591 10864 0,'0'0'0,"0"0"16,0 0 0,0 0-16,0 25 0,0-25 0,0 0 0,0 0 0,0 0 0,0 0 0,0 0 0,0 0 15,0-25 1,0 25-16,0 0 0,0 0 0,0 0 0,0 0 0,0 0 0,0 0 0,0 0 15,0 0-15,0 0 0,0 0 0,0 0 0,0 0 0,0 0 16,0 0-16,0 0 0,-25 0 0,25 0 0,0 0 0,0 0 16,0 0-16,0 0 0,0 0 0,0 0 0,0 0 0,0 0 0,0 0 31,0 0-31,0 0 0,0 0 0,0 0 0,0 0 0,0 0 0,0 0 0,0-24 0,0 24 15,0 0-15,0 0 0,0 0 0,0 0 0,0 0 0,0 0 0,0 0 16,0 0-16,25 0 16,-25 0-16,0-25 0,0 25 0,0 0 0,0 0 0,0 0 0,0 0 0,0 0 15,0 0-15,0 0 0,24 0 0,-24 0 0,0 0 0,0 0 16,0 0-1,0-25-15,25 25 0,-25 0 0,0 0 0,0 0 0,0 0 0,25 0 0,-25 0 0,0 0 16,0 0-16,25 0 0,-25 0 16,0 25-16,0-25 0,25 0 0,-25 0 0,0 0 0,24 0 15,-24 0-15,0 0 0,0 0 0,0 0 0,0 0 0,0 0 0,0 0 0,25 25 0,-25-25 31,0 0-31,0 0 0,-25 0 0,25 0 0,0 0 0,0 24 0,0-24 0,0 0 16,0 0-16,-24 25 0,24-25 0,0 0 16,0 0-16,0 25 0,-25-25 0,25 0 0,0 0 0,0 25 0,-25-25 15,25 0-15,0 0 0,0 0 0,-25 25 0,25-25 0,0 0 0,0 0 16,-25 0-1,25 0-15,0 0 0,0 24 0,0-24 0,0 0 0,0 0 0,-24 0 0,24 0 16,0 0-16,0 0 0,0 0 0,0 0 0,0 0 0,0 0 0,0 0 0,0 0 16,0 0-16,0 0 0,0 0 0,24 0 0,-24 0 15,0 0-15,0 0 16,0 0-16,0 0 0,25 0 0,-25 0 0,0 0 0,0 0 0,25 0 0,-25 0 15,0 0-15,0 0 0,25 0 0,-25 0 0,0 0 0,0 0 0,0 0 16,25 0-16,-25 0 0,0 0 0,0 0 0,0 0 16,0 0-16,0 0 0,0 0 0,0 25 0,0-25 0,0 0 15,0 0-15,0 0 0,0 25 0,0-25 0,0 0 16,0 25-16,0-25 0,0 0 0,0 0 0,0 25 15,0-25-15,0 0 0,0 24 0,0-24 0,-25 0 0,25 25 16,0-25-16,0 0 0,0 0 0,0 25 0,-25-25 16,25 0-16,0 25 0,0-25 0,-25 0 0,25 0 15,0 0-15,0 0 16,0 25-16,-25-25 0,25 0 0,0 0 0,0 0 0,0 0 0,0 0 0,-24 0 0,24 0 15,0 0 1,0-25-16,0 25 0,0 0 0,-25 0 0,25 0 0,0 0 0,0 0 16,0 0-16,0 0 15,0 0-15,0-25 0,0 25 0,-25 0 0,25 0 0,0 0 0,0 0 0,0 0 0,0 0 16,0 0-16,0 0 0,0 0 0,0 0 0,0 0 0,0 0 0,0 0 15,0 0-15,25 0 0,-25 0 0,0 0 0,0 0 0,0 0 0,0 0 16,25 0 0,-25 0-16,0 0 0,24 0 0,-24 0 0</inkml:trace>
  <inkml:trace contextRef="#ctx0" brushRef="#br0" timeOffset="706900.4324">27707 10914 0,'0'0'0,"0"0"16,0 0-1,0 0-15,0 0 0,0 0 0,0 0 0,0 25 0,0-25 16,-25 0-16,25 0 0,0 0 0,0 0 16,0 0-16,0 0 0,0 0 0,0 0 0,-25 0 0,25 0 15,0 0-15,0 0 0,0 0 0,0 0 0,-25 0 0,25 0 0,0 25 0,0-25 0,0 0 16,-24 0-16,24 0 15,0 0-15,-25 24 0,25-24 0,0 0 0,-25 0 0,25 25 0,0-25 16,-25 0-16,25 0 0,0 0 0,0 25 0,-25-25 0,25 0 0,0 0 0,-24 0 16,24 0-1,0 25-15,0-25 0,0 0 0,0 0 0,0 0 0,0 0 0,0 0 16,-25 0-16,25 0 0,0 0 0,0 25 0,0-25 0,0 0 0,0 0 0,0 0 15,0 0 1,25 0-16,-25 0 0,0 0 0,0 0 0,0 0 0,0 0 0,0 0 16,0 0-16,0 0 15,0 0-15,24 0 0,-24 0 0,0 0 0,0 24 0,0-24 0,25 0 0,-25 0 0,0 0 0,0 0 16,25 0-16,-25 0 0,0 0 0,25 0 0,-25 0 0,0 0 0,25 0 15,-25 0 1,0 0-16,24 0 0,-24 0 0,25 0 0,-25 0 0,0 25 0,25-25 0,-25 0 0,0 0 16,25 0-16,-25 0 0,0 0 0,25 0 0,-25 0 0,0 0 0,0 0 31,24 0-31,-24 0 0,0 0 0,0 0 0,25 0 0,-25 0 0,0 0 0,0 0 0,25 0 15,-25 0-15,0 0 0,0 0 0,0 0 0,25 0 0,-25 0 0,0 0 16,0 0-16,0-25 16,0 25-16,0 0 0,25 0 0,-25 0 0,0 0 0,0 0 0,0 0 0,0 0 15,0 0-15,0 0 0,0 0 16,0 0-16,0 0 0,0-24 0</inkml:trace>
  <inkml:trace contextRef="#ctx0" brushRef="#br0" timeOffset="707160.4473">27856 11013 0,'0'0'0,"0"0"0,0 0 0,0 0 0,0 0 0,0 0 16,0 0-16,0 0 0,0 0 0,0 0 16,-25 0-16,25 0 0,0 0 15,0 0-15,0 0 0,0 0 0,0 25 16,0-25-16,0 0 0,0 0 0,0 25 0,0-25 0,0 0 0,0 25 0,-25-25 0,25 0 0,0 24 15,0-24-15,0 25 0,0-25 0,0 25 0,0-25 0,0 0 0,0 25 16,0-25-16,0 25 16,0-25-16,0 0 0,0 25 0,0-25 0,0 0 0,0 24 0,0-24 0,0 0 0,0 0 15,0 25 1,-25-25-16,25 0 0,0 0 0,0 0 0,0 25 0,0-25 15,0 0-15,0 0 0,-25 0 0,25 0 0,0 0 0,0 0 0,-24 0 0,24 0 16,0 25-16</inkml:trace>
  <inkml:trace contextRef="#ctx0" brushRef="#br0" timeOffset="708005.4956">26715 11435 0,'0'0'0,"0"0"0,0 0 15,0-25 1,0 25-16,0 0 0,0 0 0,0 0 0,0 0 0,0 0 0,0 0 0,0 0 16,-25 0-16,25 0 0,0 0 0,0 0 0,0 0 0,-25 0 0,25-25 15,0 25-15,0 0 16,-25 0-16,25 25 0,0-25 0,0 0 0,-25 0 0,25 0 0,0 0 0,0 0 15,0 0-15,-24 0 0,24 0 0,0 0 0,0 0 0,0 0 0,-25 0 32,25 0-32,0 25 0,0-25 0,0 0 0,-25 0 0,25 25 0,0-25 0,0 0 0,0 25 0,-25-25 15,25 0-15,0 24 0,0-24 0,0 25 16,0-25-16,0 25 0,0-25 0,0 25 15,0-25-15,0 0 0,0 25 0,0-25 0,0 0 0,0 24 0,25-24 0,-25 25 32,0-25-32,0 0 0,0 0 0,25 25 0,-25-25 0,0 0 0,0 0 0,0 0 0,25 25 0,-25-25 15,0 0-15,24 0 0,-24 0 0,0 0 0,25 0 0,-25 0 31,25 0-31,-25 0 0,0 0 0,25-25 0,-25 25 0,0 0 0,25 0 0,-25 0 0,0-25 0,24 25 16,-24 0-16,0 0 0,0-25 0,25 25 0,-25-24 0,0 24 0,0 0 16,0-25-1,0 25-15,25-25 0,-25 25 0,0-25 0,0 25 0,0-25 0,0 25 0,0-24 0,0 24 16,0 0-16,-25-25 0,25 25 15,0-25-15,0 25 0,0 0 0,0-25 0,0 25 0,0 0 16,0 0-16,0 0 0,0-25 0,0 25 0,0 0 0,0 0 0,-25 0 16,25 0-16,0 0 0,0 0 0,0 0 0,0 0 0,-24 0 0,24 0 31,0 0-31,0 0 0,0 0 0,0 0 0,-25 0 0,25 0 0,0 25 0,0-25 0,0 0 0,0 0 15,0 0-15,0 0 16,0 0-16,0 0 0,0 0 0,0 0 0,0 0 0</inkml:trace>
  <inkml:trace contextRef="#ctx0" brushRef="#br0" timeOffset="708797.5409">27558 11485 0,'0'0'0,"0"0"16,0 0-1,0 0-15,0 0 0,0 0 0,0 0 0,0 0 0,0 0 0,25 0 16,-50 0-16,25 0 0,0 0 0,0 0 0,0 0 16,0 24-16,0-24 0,0 0 0,0 0 0,0 25 15,0-25-15,0 0 0,0 25 0,-25-25 0,25 0 0,0 25 0,0-25 16,0 0-16,0 25 0,0-25 0,0 0 0,-25 0 0,25 24 15,0-24-15,0 0 0,0 0 16,0 25-16,0-25 0,0 0 0,0 0 0,0 0 0,0 0 0,0 0 0,0 0 16,0 25-16,0-25 0,0 0 15,25 0-15,-25 0 0,0 0 0,0 0 0,0 0 0,0 0 16,0 0-16,0 0 0,25 0 0,-25 0 0,0 0 0,0 0 0,0 0 0,25 0 15,-25 0 1,0 0-16,0 0 0,25 0 0,-25 0 0,0 0 0,0 25 0,0-25 16,0 0-16,24 0 0,-24 0 0,0 0 0,0 0 0,0 0 0,0 25 0,0-25 0,0 0 31,0 0-31,25 0 0,-25 24 0,0-24 0,0 0 0,0 0 0,0 25 0,0-25 0,0 0 0,0 0 15,0 0-15,0 25 0,0-25 16,0 0-16,0 0 0,0 0 0,0 0 0,-25 25 16,25-25-16,0 0 0,0 0 0,0 0 0,0 0 0,0 0 0,0 0 0,0 0 15,0 25-15,0-25 0,0 0 0,-24 0 0,24 0 16,0 0-16,0 0 0,0 0 0,0 0 15,-25 0-15,25 0 0,0 0 0,0 0 0,0 0 0,-25 0 0,25 0 32,0 0-32,0 0 0,-25 0 0,25 0 0,0 0 0,0 0 0,-25 0 0,25-25 0,0 25 0,0 0 0,0 0 15,-24 0-15,24 0 16,0 0-16,0-25 0,0 25 0,0 0 0,0 0 0,0 0 15,0 0-15,0-25 0,0 25 0,0 0 0,0 0 0,24-25 0,-24 25 0,0 0 16,0-24-16,0 24 0,0 0 16,25-25-16</inkml:trace>
  <inkml:trace contextRef="#ctx0" brushRef="#br0" timeOffset="708995.5522">27657 11559 0,'0'0'0,"0"0"0,0 0 0,0 0 15,0 0-15,0-25 0,25 25 0,-25 0 0,0 0 16,0 0-16,0 0 0,0 0 0,25 0 0,-25 0 15,0 0-15,25 0 0,-25 0 0,0 0 0,24 0 0,-24 0 16,25 0-16,-25 0 0,25 25 0,-25-25 0,0 0 16,25 0-16,-25 0 15,25 0-15,-25 0 0,24 0 0,-24 0 0,25 0 0,-25 0 0,25 0 0,-25 0 16,25 0-16,-25 0 0,0 0 0,25 0 0</inkml:trace>
  <inkml:trace contextRef="#ctx0" brushRef="#br0" timeOffset="709493.5806">28451 11063 0,'0'0'0,"0"0"0,0 0 16,0 0-16,0 0 0,0 0 0,0 0 0,0 0 0,0 0 0,0 0 31,0 0-31,-25 0 0,25 0 0,0 0 0,0 0 0,0 25 0,0-25 0,0 0 0,0 0 16,0 24-16,0-24 0,0 25 0,-25-25 0,25 25 0,0-25 0,0 25 31,0-25-31,0 25 0,-24 0 0,24-25 0,0 24 0,0 1 0,-25 0 0,25-25 31,0 25-31,0 0 0,-25-1 16,25 1-16,0 0 0,-25-25 0,25 25 0,0 0 0,0-1 0,0 1 0,-25 0 0,25-25 0,0 25 0,0 0 0,-24-25 0,24 24 15,0 1-15,0-25 0,0 25 0,-25 0 0,25-25 0,0 25 0,0-25 0,0 0 16,0 24 0,-25-24-16,25 0 0,0 25 0,0-25 0,0 0 0,0 0 0,0 25 0,0-25 0,0 0 15,0 0-15,0 0 0,0 0 0,0 0 0,0 0 16,0 0-16,0 0 0,0 0 15,0 0-15,0-25 0,0 25 0,0 0 0,25 0 0,-25-25 0,0 25 0,0 0 16,0-24-16</inkml:trace>
  <inkml:trace contextRef="#ctx0" brushRef="#br0" timeOffset="709828.5998">28823 11187 0,'0'-25'0,"0"25"0,0 0 16,0 0-16,0 0 0,0 0 0,0 0 0,25 0 0,-25 0 16,0 0-16,0 0 15,0 0-15,25 0 0,-25 0 0,0 0 0,24 0 0,-24 0 0,0 0 0,25 0 0,-25 0 16,25 0-1,-25 0-15,25 0 0,-25 0 0,25 0 0,-25 0 0,24 0 0,-24 0 0,0 0 0,25 0 16,-25 0-16,0 0 0,25 0 0,-25 0 0,0 0 0,0 0 16,0 0-1</inkml:trace>
  <inkml:trace contextRef="#ctx0" brushRef="#br0" timeOffset="710017.6107">28773 11410 0,'0'0'16,"0"0"-16,0 0 0,0 0 15,0 0-15,0 25 0,0-25 0,0 0 0,0 0 0,0 0 0,25 0 0,-25 0 16,25 0-16,-25 0 0,0 0 0,25 0 0,0-25 0,-25 25 16,24 0-16,-24 0 0,25 0 0,0 0 0,0 0 0,-25 0 15,25 0-15,-1 0 16,-24 0-16,25 0 0,-25 0 0,25 0 0,0 0 0,-25 0 15,25 0-15,-25 0 0,25 0 0</inkml:trace>
  <inkml:trace contextRef="#ctx0" brushRef="#br0" timeOffset="712427.7485">29344 11410 0,'0'0'0,"0"0"0,0 0 16,0 0-16,0 0 0,0 0 0,0 0 0,0 0 15,0 0-15,0 0 0,0 0 0,0 0 0,0 0 0,0 0 16,0 0-16,0 0 0,0 0 0,0 0 0,0 0 0,0 0 0,0 0 0,0 0 31,0 0-31,0 0 0,0 0 0,0 0 0,0 0 0,0 0 0,0 0 0,0 0 16,0 0-16,0 0 0,0 0 0,0 0 0,0 0 0,0 0 0,0 0 15,0 0-15,0 0 0,0 0 0,0 0 16,0 0-16,0 0 0,0 25 0,0-25 0,0 0 0,0 0 0,0 0 15,0 0-15,0 0 0,0 0 0,0 0 0,0 0 0,0 0 16,0 0-16,0 0 0,0 0 16,0 0-16,0 0 0,0 0 0,0 0 0,0 0 0,0 0 0,0 0 15,0-25-15,0 25 0,0 0 0,0 0 0,0 0 0,25 0 0,-25 0 16,0 0-1,0 0-15,0 0 0,0 0 0,0 0 0,0-25 0,25 25 0,-25 0 16,0 0-16,0 0 0,24-24 0,-24 24 0,0 0 0,0-25 0,25 25 0,-25 0 16,0-25-1,25 25-15,-25 0 0,0-25 0,25 25 0,-25-25 0,0 25 0,0 0 0,25-24 16,-25 24-16,0 0 0,0-25 0,24 25 0,-24-25 0,0 25 0,0 0 15,0-25 1,25 25-16,-25 0 0,0 0 0,0-25 0,0 25 0,0 0 0,0 0 0,0 0 0,0-25 16,0 25-16,0 0 0,0 0 15,0 0-15,0 0 0,0 0 0,0 0 0,0 0 0,0 0 0,0 0 0,0 0 16,0 0-16,0 0 0,0 0 0,0 0 0,0 0 0,0 0 15,0 0-15,0 0 16,0 0-16,0 0 0,0 0 0,0 0 0,0 0 0,0 0 0,0 0 0,0 0 16,0 0-16,0 0 0,0 0 0,0 0 15,0 0-15,0 0 0,0 25 0,0-25 0,0 0 16,-25 25-16,25-25 0,0 0 0,0 25 0,0-25 0,0 25 0,0-25 15,0 0-15,0 25 0,-24-25 0,24 24 0,0-24 0,0 25 0,0-25 16,0 25 0,0-25-16,0 25 0,-25-25 0,25 25 0,0-25 0,0 0 0,0 24 0,0-24 31,0 0-31,0 25 0,-25-25 0,25 0 0,0 25 0,0-25 0,0 0 0,0 25 0,0-25 0,0 0 0,0 0 15,-25 0-15,25 0 0,0 25 0,0-25 0,0 0 0,0 0 0,0 0 32,0 0-32,0 0 0,0 0 0,0 0 0,0 0 0,0 0 0,0 0 0,0-25 0,25 25 15,-25 0-15,0 0 0,0 0 0,0-25 0,25 25 0,-25 0 0</inkml:trace>
  <inkml:trace contextRef="#ctx0" brushRef="#br0" timeOffset="713228.7938">30038 11063 0,'0'0'0,"0"-25"16,0 25-16,0 0 0,0 0 0,0 0 0,0 0 0,0 0 0,0 0 15,0 0-15,0 0 0,0 0 0,0 0 0,0 0 0,0 0 16,0 0-16,0 0 0,0 0 0,0 0 15,0 0-15,0 0 0,0 0 0,0 0 0,0 0 0,0 0 0,-24 0 16,24 0-16,0 0 0,0 0 16,0 0-16,0 25 0,0-25 0,0 0 15,0 0-15,0 0 16,0 0-16,0 25 0,-25-25 0,25 0 0,0 0 0,0 24 0,0-24 0,0 0 0,-25 0 0,25 25 0,0-25 0,0 0 15,0 0-15,0 0 0,0 25 0,-25-25 16,25 0-16,0 0 0,0 0 0,0 0 0,0 0 16,0 25-16,0-25 0,0 0 0,0 0 0,0 0 0,0 0 0,0 0 15,0 0-15,0 0 0,0 0 0,0 0 0,0 0 0,0 0 0,0 0 16,25 0-1,-25 0-15,0 0 0,0 25 0,0-25 0,0 0 0,25 0 0,-25 0 0,0 0 0,0 0 16,25 0-16,-25 0 0,0 25 0,0-25 0,0 0 0,24 0 16,-24 0-1,0 0-15,0 0 0,25 24 0,-25-24 0,0 0 0,0 0 0,0 0 0,25 0 0,-25 25 16,0-25-16,0 0 15,0 0-15,25 0 0,-25 25 0,0-25 0,0 0 0,0 0 0,0 0 16,0 25-16,25-25 0,-25 0 0,0 0 0,0 25 0,0-25 0,0 0 16,0 0-16,0 0 0,0 0 0,0 24 0,0-24 0,0 0 15,24 0-15,-24 25 16,0-25-16,0 0 0,0 0 0,0 25 0,0-25 0,0 0 0,0 0 0,-24 0 15,24 25-15,0-25 0,0 0 0,0 0 0,0 0 0,0 0 16,0 25-16,0-25 0,0 0 0,0 0 0,0 0 0,0 0 16,0 0-16,-25 24 15,25-24-15,0 0 0,0 0 0,0 0 0,-25 0 0,25 0 0,0 0 0,0 0 16,-25 0-16,25 0 0,0 0 0,0 0 0,0 0 0,-25 0 15,25 0-15,0 0 0,0 0 0,-24 0 16,24 0-16,0 0 0,0 0 0,-25 0 0,25 0 0,0-24 0,0 24 31,0 0-31,0 0 0,0 0 0,-25 0 0,25-25 0,0 25 0,0 0 0,0 0 0,0 0 16,0-25-16,0 25 0,0 0 0,0 0 0,0 0 0,25-25 0,-25 25 0,0 0 31,0 0-31,0 0 0,0-25 0,0 25 0,0 0 0</inkml:trace>
  <inkml:trace contextRef="#ctx0" brushRef="#br0" timeOffset="713486.8091">30162 11112 0,'0'-24'0,"0"24"0,0 0 0,0 0 0,0 0 0,0 0 16,0 0-16,0 0 0,0 0 0,0 0 16,25 0-16,-25 0 15,0 0-15,0 0 0,25 0 0,-25-25 0,25 25 0,-25 0 0,25 0 0,-25 25 0,25-25 0,-1 0 0,-24 0 0,25 0 16,0 0-16,-25 0 0,25 0 0,-25-25 0,25 25 0,-1 0 0,-24 0 15,25 0 1,-25 0-16,25 0 0,-25 0 0,0 0 0,25 0 0,-25 0 0,0 0 0</inkml:trace>
  <inkml:trace contextRef="#ctx0" brushRef="#br0" timeOffset="1.55678E6">21630 12030 0,'0'0'0,"0"0"31,0 0-31,0 0 0,0 0 0,0 0 0,0 0 0,0 0 0,0 0 0,0 0 0,0 0 16,0 0-16,0 0 0,0 0 0,0 0 0,0 0 0,0 0 0,0 0 15,0 0-15,0 0 0,0-25 0,0 25 0,0 0 16,0 0-16,0 0 0,0 0 16,0 0-16,0 0 0,0 0 0,0 0 0,0 0 0,0 0 0,0 0 15,0 0-15,0 0 0,0-24 0,0 24 0,0 0 0,0 0 0,0 0 16,0 0-16,0 0 15,0 0-15,0 0 0,0 0 0,0 0 0,0 0 0,0 0 0,0 0 0,0 0 16,0 0-16,0 0 0,0 0 0,0 0 0,0-25 0,0 25 0,0 0 31,0 0-31,0 0 0,-25 0 0,25 0 0,0 0 0,0 0 0,0 0 0,0-25 16,0 25-16,-25 0 0,25 0 0,0 0 0,0 0 0,0 0 0,0 0 15,-25 0-15,25 0 0,0 0 0,0 0 0,-25 25 16,25-25-16,0 0 0,0 0 0,-24 0 0,24 25 16,0-25-16,-25 0 15,25 24-15,0-24 0,-25 0 0,25 25 0,0-25 0,-25 25 0,25-25 0,0 25 0,-25-25 16,25 25-16,0-25 0,-24 24 0,24-24 0,0 25 0,-25-25 0,25 25 31,0 0-31,0-25 0,0 25 0,0-25 0,0 25 0,-25-25 0,25 24 0,0-24 16,0 0-16,25 25 0,-25-25 0,0 0 0,0 25 0,0-25 0,0 0 0,0 0 15,0 25-15,25-25 16,-25 0-16,0 0 0,0 0 0,24 0 0,-24 0 0,0 0 15,25 0-15,-25 25 0,25-25 0,-25 0 0,25 0 0,-25 0 0,0 0 0,25 0 16,-25 0-16,24-25 0,-24 25 0,0 0 0,25 0 0,-25 0 16,0 0-1,25 0-15,-25 0 0,0 0 0,0 0 0,0 0 0,25 0 0,-25 0 0,0 0 0,0 0 16,0 0-16,0 0 0,0 0 0,0 0 0,0 0 0,0 0 15,0 0-15,0 0 0,0 0 0,0 0 0,0 0 16,0 0-16,0 0 0,0 0 0,25 0 0</inkml:trace>
  <inkml:trace contextRef="#ctx0" brushRef="#br0" timeOffset="1.55754E6">21704 12452 0,'0'0'0,"0"0"16,0 0-16,0 0 0,0 0 0,0 0 0,0 0 0,0 0 15,0 0-15,0 0 16,0 0-16,0-25 0,0 25 0,0 0 0,0 0 0,0 0 0,0 0 0,0 0 16,0 0-16,0 0 0,0 0 0,0 0 0,0 0 0,0 0 15,0 0 1,0 0-16,0 0 0,0 0 0,0 0 0,-25 0 0,25-25 0,0 25 15,0 0-15,0 0 0,0 0 0,0 0 0,0 0 0,25 0 0,-25 0 0,0 0 16,0 0-16,0 0 0,0-24 0,0 24 0,0 0 0,0 0 16,0 0-16,0 0 15,0 0-15,25 0 0,-25-25 0,0 25 0,0 0 0,0 0 0,25 0 0,-25 0 16,0 0-16,0 0 0,0-25 0,25 25 0,-25 0 0,0 0 15,0 0-15,0 0 16,24 0-16,-24 0 0,0 0 0,0 0 0,0 0 0,25 0 0,-25 0 16,0 0-16,0 0 0,0 0 0,0 25 0,0-25 0,25 0 0,-25 0 15,0 0-15,0 25 0,0-25 16,0 0-16,0 0 0,0 0 0,0 24 0,0-24 0,0 0 0,0 25 0,0-25 15,-25 0-15,25 25 0,0-25 16,0 25-16,0-25 0,-25 25 0,25-25 0,0 24 16,-24-24-16,24 0 0,0 25 0,-25-25 0,25 25 0,0-25 0,-25 25 0,25-25 15,0 0-15,-25 25 0,25-25 0,0 0 16,-25 24-16,25-24 0,0 0 0,0 0 15,0 0-15,-25 25 0,25-25 0,0 0 0,0 0 0,0 0 0,0 0 0,0 0 16,0 0-16,0 0 0,0 0 0,0 0 0,0 0 0,0 0 16,0 0-16,0 0 0,0 0 15,0 0-15,0 0 0,0 0 0,0 0 0,0 0 0,0 0 0,0 0 16,0 0-16,0 0 0,0 0 0,25 0 0,-25 0 0,0 0 15,0 0-15,25 0 16,-25 0-16,0 0 0,25 0 0,-25 0 0,0 0 0,25 0 0,-25 0 16,25 0-16,-25 0 0,0 0 0,24 0 0,-24 0 0,0 0 0,25 0 0,-25 0 15,25 0-15,-25 0 16,0 0-16,25 0 0,-25 0 0,25 25 0,-25-25 0,0 0 0,24 0 15,-24 0-15,0 0 16,25 0-16,-25 0 0,0 0 0,0 0 0,25 0 0,-25 0 0,0 0 0,0 0 0,0 0 16,0 0-16</inkml:trace>
  <inkml:trace contextRef="#ctx0" brushRef="#br0" timeOffset="1.55807E6">22076 12750 0,'0'0'0,"0"0"15,0 0-15,0 0 0,0 0 0,0 0 0,0 0 0,0 0 0,0 0 0,0 0 16,0 0-1,0 0-15,0 0 0,0 0 0,0-25 0,25 25 0,-25 0 0,0 0 16,0 0-16,0-25 0,25 25 0,-25 0 0,0-25 0,25 25 0,-25 0 0,0-25 16,24 25-16,-24-24 0,25 24 0,-25 0 0,0-25 0,25 25 15,-25-25-15,0 25 16,25 0-16,-25-25 0,0 25 0,25 0 0,-25-25 0,0 25 0,0 0 0,24 0 15,-24-24-15,0 24 0,0 0 0,0 0 0,0 0 0,0 0 16,0 0-16,0 0 16,0 0-16,0 0 0,0 0 0,0 0 0,0 0 0,0 0 0,0 0 0,0 0 15,0 0-15,0 0 0,0 0 0,0 0 0,0 0 0,0 0 16,0 0-1,0 0-15,0 0 0,0 0 0,0 0 0,0 0 0,0 0 0,0 24 0,0-24 16,0 0-16,0 0 0,0 0 0,0 25 0,0-25 0,0 0 0,-24 25 16,24-25-16,0 0 15,0 25-15,0-25 0,0 0 0,0 25 0,0-25 0,-25 24 0,25-24 31,0 0-31,0 25 0,0-25 0,0 0 0,0 25 0,0-25 0,0 0 0,-25 0 0,25 25 0,0-25 0,0 0 0,0 0 0,0 25 16,0-25-16,0 0 0,0 0 0,0 0 0,0 24 16,0-24-16,0 0 15,0 0-15,-25 0 0,25 0 0,0 25 0,0-25 0,0 0 0,0 0 0,0 0 16,0 0-16,0 25 0,0-25 0,0 0 0,0 0 0,0 0 0,0 0 15,0 0 1,0 0-16,0 0 0,0 0 0,0 0 0</inkml:trace>
  <inkml:trace contextRef="#ctx0" brushRef="#br0" timeOffset="1.55853E6">22820 12328 0,'0'0'15,"0"0"1,0 0-16,0 0 0,0 0 0,0 0 0,0 0 0,0 0 0,0 0 0,0 0 16,0 0-16,0-25 0,0 25 0,25 0 0,-25 0 0,0 0 0,0 0 0,0 0 15,0 0-15,25 0 0,-25 0 0,0 0 0,25 0 16,-25 0-16,0 0 15,0 0-15,25 0 0,-25 0 0,0 0 0,24 0 0,-24 0 0,0 0 0,25-25 16,-25 25-16,0 0 0,25 0 0,-25 0 0,25 0 0,-25 0 16,0 0-16,25 0 15,-25 0-15,0 0 0,0 0 0,24 0 0,-24 25 0,0-25 0,0 0 0,0 0 0,0 0 16,0 0-16,0 0 0,0 0 0,0 0 0,0 25 0,0-25 31,-24 0-31</inkml:trace>
  <inkml:trace contextRef="#ctx0" brushRef="#br0" timeOffset="1.55878E6">22845 12526 0,'0'0'0,"0"0"15,0 0-15,0 0 0,0 0 16,0 0-16,0 0 0,0 0 0,0 0 0,0 0 0,0 0 0,0 0 0,0 0 15,0 0-15,0 0 0,0 0 16,0 0-16,0 0 0,0 0 0,25 0 0,-25 0 0,0 0 16,0 0-16,25 0 0,-25 0 0,0 0 0,25 0 0,-25 0 0,24 0 0,-24 0 15,25 0-15,-25 0 0,25 0 0,0 0 0,-25 0 0,25 0 16,-25 0-1,24 0-15,-24 0 0,25 0 0,0 0 0,-25 0 0,25 0 0,-25 0 0,25 0 0,-25 0 16,0 0-16,24 0 0,-24 0 0</inkml:trace>
  <inkml:trace contextRef="#ctx0" brushRef="#br0" timeOffset="1.56349E6">25648 12427 0,'0'0'0,"0"0"0,0 0 15,25 0-15,-25 0 0,0 0 0,0 0 0,0 0 0,0 0 0,0 0 16,0 0-16,0 0 0,0 0 0,0 0 0,0 0 0,0 0 0,0 0 15,0 0-15,0 0 16,0 0-16,0 0 0,0 0 0,0 0 0,0 0 0,0 0 0,0 0 16,0 0-16,0 0 0,0 0 0,0 0 0,0 0 0,0 0 0,0 0 15,0 0 1,0 0-16,0 0 0,0-25 0,0 25 0,0 0 0,0 0 0,0 0 15,0 0-15,0 0 0,0 0 0,0 0 0,0 0 0,0 0 0,0 0 0,0 0 0,0 0 16,0 0-16,0 0 0,0 0 0,0 0 0,0 0 16,0 0-1,0 25-15,0-25 0,0 0 0,0 0 0,-25 0 0</inkml:trace>
  <inkml:trace contextRef="#ctx0" brushRef="#br0" timeOffset="1.56379E6">25574 12601 0,'0'25'0,"0"-25"0,0 0 31,0 0-31,0 0 0,0 0 0,0 0 0,0 0 0,0 0 0,24 0 15,-24 0-15,0 0 0,0 0 0,0 24 0,0-24 0,0 0 0,0 0 0,0 0 16,0 0-16,25 0 0,-25 25 0,0-25 0,0 0 0,0 0 16,0 0-16,0 0 0,0 25 15,0-25-15,0 0 0,0 0 0,0 25 0,0-25 0,0 0 0,0 0 0,0 25 16,-25-25-16,25 0 15,0 0-15,0 24 0,-24-24 0,24 0 0,0 0 16,-25 25-16,25-25 0,0 0 0,-25 25 0,25-25 0,0 0 0,-25 0 0,25 0 0,0 25 16,0-25-16,0 0 0</inkml:trace>
  <inkml:trace contextRef="#ctx0" brushRef="#br0" timeOffset="1.56459E6">26243 12328 0,'0'-25'0,"0"25"0,0 0 15,0 0-15,0 0 0,0 0 0,0 0 0,0 0 16,0 0-16,0-25 16,0 25-16,0 0 0,0 0 0,0 0 0,0 0 0,0 0 0,0 0 0,0 0 0,0 0 15,0 0-15,0 0 0,0 0 0,0-24 0,0 24 16,0 0-16,0 0 0,0 0 15,0 0-15,0 0 0,0 0 0,0 0 0,0 0 0,0 0 0,0 0 16,0-25-16,-24 25 0,24 0 0,0 0 0,0 0 0,0 0 0,0 0 16,-25 0-16,25 0 0,0 0 15,0 0-15,0 0 0,0 0 0,-25 0 0,25 0 0,0 0 0,0 0 16,-25 0-16,25 0 0,0 25 0,-25-25 0,25 0 0,0 24 15,0-24-15,-24 0 16,24 25-16,0-25 0,-25 0 0,25 25 0,0-25 0,0 25 0,-25-25 0,25 25 0,0-25 16,-25 0-16,25 24 0,0-24 0,0 25 0,0-25 0,-25 25 15,25-25-15,0 0 0,0 25 0,0-25 0,0 0 16,0 25-1,0-25-15,0 0 0,25 24 0,-25-24 0,0 0 0,0 0 0,25 0 16,-25 25-16,25-25 0,-25 0 0,25 0 0,-25 0 0,24 0 0,-24 25 0,25-25 16,-25 0-16,25 0 0,-25 0 0,25 0 0,-25 0 15,25 0-15,-25 0 0,24 0 16,-24 0-16,25 0 0</inkml:trace>
  <inkml:trace contextRef="#ctx0" brushRef="#br0" timeOffset="1.56503E6">26268 12650 0,'0'0'0,"0"-24"15,0 24 1,0 0-16,0 0 0,0 0 0,0 0 0,0 0 0,25 0 0,-25 0 0,0 0 0,0 0 15,0 0-15,0 0 0,0 0 0,0 0 0,25 0 0,-25 0 0,0 0 32,0 0-32,0 0 0,0 0 0,25 0 0,-25 0 0,0-25 0,0 25 0,0 0 0,0 25 0,0-25 15,0 0-15,24 0 0,-24 0 0,0 0 0,0 0 0,0 0 16,0 0-16,0 0 15,0 0-15,0 0 0,-24 0 0,24 24 0,0-24 0,0 0 0,0 0 0,0 25 16,-25-25-16,25 0 0,0 25 0,0-25 0,-25 25 0,25-25 0,-25 0 16,25 25-1,0-25-15,-25 0 0,25 24 0,-24-24 0,24 0 0,0 0 0,-25 25 0,25-25 16,0 0-16,-25 25 0,25-25 0,0 0 0,0 0 0,-25 0 0,25 25 15,0-25 1,0 0-16,0 0 0,0 0 0,0 0 0,0 0 0,0 0 0,0 0 16,0 25-16,0-25 0,0 0 0,0 0 0,0 0 0,0 0 0,0 0 0,25 0 15,-25 0-15,0 0 16,0 0-16,25 0 0,-25 0 0,0 0 0,25 0 0,-25 0 0,24 0 0,-24 0 15,25 0-15,-25 0 0,25 0 0,-25 0 0,25 0 0,-25 0 16,25 0-16,-25 0 16,24 0-16,-24 0 0,25 0 0,-25 0 0,25 0 0</inkml:trace>
  <inkml:trace contextRef="#ctx0" brushRef="#br0" timeOffset="1.56547E6">26491 12725 0,'0'0'0,"0"0"16,0 0-16,25-25 0,-25 25 0,0 0 0,0 0 0,0 0 0,0 0 15,0 0-15,0 0 16,0 0-16,0 0 0,0 0 0,25 0 0,-25 0 0,0 0 0,0 0 0,0 0 15,25 0-15,-25 0 0,0 0 0,0 0 0,0 0 0,25 0 0,-25 0 16,0 0 0,0 0-16,0 0 0,0 0 0,0 0 0,0 0 0,0 0 0,0 0 0,0 0 0,0 0 15,0 0-15,0 0 0,0 0 0,0 25 0,0-25 0,-25 0 16,25 0-1,0 25-15,0-25 0,0 0 0,-25 0 0,25 24 0,0-24 0,-25 0 0,25 0 0,0 25 0,-25-25 16,25 0-16,0 25 16,-24-25-16,24 0 0,0 25 0,-25-25 0,25 0 0,0 0 15,0 25-15,-25-25 0,25 0 0,0 0 0,0 0 0,0 24 0,0-24 16,-25 0-16,25 0 0,0 0 15,0 0-15,0 0 0,0 0 0,0 25 0,0-25 16,0 0-16,0 0 0,0 0 0,0 0 0,25 0 0,-25 0 0,0 0 0,0 0 0,0 0 16,0 0-16,25 0 0,-25 0 15,0 0-15,25 0 0,-25 0 0,24 0 16,-24 0-16,25 0 0,0 0 0,-25 0 0,25 0 0,0 0 0,-1 0 0,-24-25 0,25 25 15,0 0-15,0 0 0,-25 0 0,25-24 0</inkml:trace>
  <inkml:trace contextRef="#ctx0" brushRef="#br0" timeOffset="1.56587E6">26987 12353 0,'0'0'0,"0"0"16,0 0-16,0 0 0,0 0 0,0 0 0,0 0 0,0 0 0,0 0 0,0 0 15,0-25-15,0 25 0,25 0 16,-25 0-16,0 0 0,0 0 0,0 0 0,25 0 0,-25 0 16,0 0-16,25 0 0,-25 0 0,0 0 0,25 0 0,-25 0 0,25 0 15,-25 0-15,24 0 0,-24 0 0,0 0 0,25 0 0,-25 0 0,0 0 16,25 0-1,-25 0-15,0 0 0,25 0 0,-25 0 0,0 0 0,0 0 0,0 0 0</inkml:trace>
  <inkml:trace contextRef="#ctx0" brushRef="#br0" timeOffset="1.56609E6">26938 12526 0,'0'0'0,"0"0"0,0 0 0,0 0 0,0 0 0,25 0 0,-25 0 0,0 0 0,0 0 0,0 0 15,0 0-15,24 0 0,-24 0 0,0 0 0,25 0 16,-25 0-16,0 0 0,25 0 16,-25 0-16,25 0 0,0 25 0,-25-25 0,25 0 0,-1 0 0,-24 0 15,25 0-15,0 0 0,-25 0 0,25 0 0,0 0 0,-1 0 0,-24 0 16,25 0-16,0 0 15,-25 0-15,25 25 0,0-25 0</inkml:trace>
  <inkml:trace contextRef="#ctx0" brushRef="#br0" timeOffset="1.5669E6">29344 12477 0,'0'-25'0,"0"25"16,0 0-16,0 0 0,0 0 0,0 0 0,0 0 0,0 0 0,0 0 15,0 0 1,0 0-16,0 0 0,0 0 0,0 0 0,25 0 0,-25 0 0,0 0 0,0 0 16,0 0-16,0 0 0,0 0 0,0 0 0,0 0 0,0 0 0,0 0 15,0 0 1,0 0-16,0 0 0,0 0 0,0 0 0,0 0 0,0 0 0,0 0 0,0 0 15,0 0-15,0 0 0,0 0 0,0 0 0,0 0 16,0 0-16,0 0 0,0 0 0,0 25 0</inkml:trace>
  <inkml:trace contextRef="#ctx0" brushRef="#br0" timeOffset="1.56713E6">29245 12650 0,'0'25'15,"0"-25"-15,0 0 0,0 0 0,0 0 16,0 0-16,0 0 0,0 0 0,0 0 0,0 0 0,0 0 0,0 0 15,0 0 1,0 0-16,0 25 0,0-25 0,25 0 0,-25 0 0,0 0 0,0 25 0,0-25 16,0 0-16,0 25 0,0-25 0,0 0 0,0 24 0,0-24 0,0 0 15,0 25 1,0-25-16,0 0 0,-25 25 0,25-25 0,0 0 0,0 0 0,0 25 0,-25-25 15,25 0-15,-25 25 0,25-25 0,0 0 0,-25 0 0,25 0 0,-24 0 16,-1 24-16,25-24 16,-25 0-16,25 0 0,-25 0 0</inkml:trace>
  <inkml:trace contextRef="#ctx0" brushRef="#br0" timeOffset="1.56793E6">30038 12254 0,'0'0'0,"0"0"15,0 0-15,0 0 0,0 0 0,0 0 0,0 0 0,0 0 0,0 0 0,0 0 16,0-25-16,0 25 16,0 0-16,0 0 0,0 0 0,0 0 0,0 0 0,0 0 0,0 0 15,0-25-15,0 25 0,0 0 0,0 0 0,0 0 0,0 0 0,0 0 16,0 0-16,0 0 0,0 0 0,0 0 0,0 0 0,0 0 0,-24 0 15,24 0 1,0 0-16,0 0 0,0 0 0,0 0 0,-25 0 0,25 0 0,0 0 0,-25 0 0,25 0 16,0 25-16,-25-25 0,25 0 0,0 0 0,-25 0 15,25 25-15,-24-25 0,24 0 16,0 24-16,-25-24 0,25 25 0,-25-25 0,25 25 0,0-25 0,-25 25 0,25-25 0,-25 25 15,25-25-15,0 24 0,-24-24 0,24 25 0,0-25 16,0 25-16,0-25 0,0 0 0,-25 25 16,25-25-16,0 25 0,0-25 0,25 0 0,-25 24 0,0-24 0,0 0 15,0 0 1,0 25-16,24-25 0,-24 0 0,0 0 0,0 25 0,25-25 0,-25 0 0,0 0 15,25 0-15,-25 0 0,25 0 0,-25 0 0,25 0 0,-1 0 0,-24 0 16,25 0-16,-25 0 16,25 0-16,0 0 0,-25 0 0,25 0 0,-25 0 0,24 0 15,-24 0-15</inkml:trace>
  <inkml:trace contextRef="#ctx0" brushRef="#br0" timeOffset="1.5685E6">30063 12626 0,'0'0'0,"0"0"16,0 0-16,0 0 15,0 0-15,0 0 0,0 0 0,0 0 0,0-25 0,0 25 16,25 0-16,-25 0 0,0 0 0,0 0 0,0 0 0,0 0 0,25 0 0,-25 0 16,0 0-16,0 0 15,0 0-15,25 0 0,-25 0 0,0 0 0,0 0 0,0 0 16,24 0-16,-24 0 0,0 0 0,0 0 0,0 0 0,0 0 0,0 0 0,0 0 15,0 0-15,0 0 16,0 0-16,0 0 0,0 0 0,0 0 0,0 0 0,0 0 0,0 25 16,0-25-16,0 0 0,0 0 15,0 24-15,0-24 0,0 0 0,-24 0 0,24 25 0,0-25 0,0 0 0,-25 0 16,25 25-16,0-25 0,-25 0 0,25 25 0,-25-25 0,25 0 0,0 25 0,-25-25 15,25 0 1,-24 0-16,24 24 0,0-24 0,-25 0 0,25 0 0,0 25 0,0-25 16,-25 0-16,25 0 0,0 0 0,0 0 0,0 0 0,0 0 0,0 0 0,0 0 31,0 0-31,0 25 0,0-25 0,0 0 0,0 0 0,0 0 0,0 0 0,0 0 15,25 0-15,-25 0 0,0 0 0,0 0 0,25 0 0,-25 0 0,0 0 0,24 0 32,-24 0-32,25 0 0,-25 0 0,25 0 0,0 0 0,-25 0 0,25 0 0,-25 0 15,24 0-15,1 0 0,-25 0 0,25 0 0,-25 0 0,25 0 0,0 0 0,-25 0 16,25 0-16,-25 0 15,24 0-15</inkml:trace>
  <inkml:trace contextRef="#ctx0" brushRef="#br0" timeOffset="1.56924E6">30510 12626 0,'0'0'0,"0"0"0,0 0 15,0 0-15,0 0 0,0 0 0,0 0 0,0 0 0,0-25 16,0 25 0,0 0-16,25 0 0,-25 0 0,0 0 0,0 0 0,0 0 0,0 0 0,0 0 0,0 0 15,0 0-15,0 0 0,0 0 0,24 0 0,-24 0 0,0 0 0,0-25 31,0 25-31,0 0 0,0 0 0,0 0 0,25 0 0,-25 0 0,0 0 0,0 0 16,0 0-16,0 0 0,0 0 0,25 0 0,-25 0 0,0 0 0,0 0 0,0 0 16,0 0-16,0 0 15,0 0-15,25 0 0,-25 0 0,0 0 0,0 0 0,0 25 0,0-25 16,0 0-16,0 0 0,0 0 0,0 0 0,0 25 0,0-25 0,0 0 0,0 0 78,-25 0-78,25 24 31,0-24-31,0 0 0,0 0 0,-25 25 0,25-25 0,0 0 16,0 0-16,-25 25 0,25-25 0,0 0 0,-24 0 0,24 25 0,0-25 0,-25 0 0,25 0 0,0 25 0,-25-25 0,25 0 0,0 0 0,0 0 0,-25 0 0,25 24 0,0-24 0,0 0 0,0 0 0,0 0 0,0 0 0,0 0 0,0 0 0,0 0 0,0 0 0,0 0 0,0 0 0,0 0 0,0 25 0,0-25 0,0 0 0,0 0 15,0 0-15,0 0 0,0 0 0,0 0 0,25 0 16,-25 0-16,0 0 0,0 0 0,0 0 0,0 0 0,0 25 0,25-25 0,-25 0 0,0 0 0,0 0 31,0 0-31,0 0 0,0 25 0,0-25 0,0 0 0,0 0 0,0 25 0,0-25 0,0 0 0,0 0 16,0 24-1,0-24-15,0 0 0,0 0 16,0 25-16,-25-25 0,25 0 0,0 0 0,0 25 0,0-25 0,0 0 0,0 0 0,0 0 0,-25 25 0,25-25 0,0 0 31,0 0-31,0 0 0,0 0 0,-25 0 0,25 0 0,0 0 0,0 0 0,-24 0 0,24 0 0,0 0 0,0 0 16,0 0-16,-25 0 0,25 0 0,0 0 0,0 0 0,0 0 15,-25 0 1,25-25-16,0 25 0,0 0 0,0 0 0,0 0 0,0 0 0,0 0 0,0 0 15,0 0 1,0-25-16,0 25 0,0 0 0,0 0 0,0 0 0,0 0 0,0 0 0,0-25 0,25 25 16,-25 0-16,0 0 0,0 0 0,0 0 0,25 0 0</inkml:trace>
  <inkml:trace contextRef="#ctx0" brushRef="#br0" timeOffset="1.56964E6">31031 12353 0,'0'0'0,"0"0"0,0 0 15,0 0-15,0 0 0,0 0 0,0 0 0,0 0 0,0 0 0,0 0 0,0 0 16,0-25-16,24 25 0,-24 0 0,0 0 0,0 0 16,0 0-16,25 0 0,-25 0 15,0 0-15,25 0 0,-25 0 0,0 0 0,25 0 0,-25 0 0,0 0 16,25 0-16,-25 0 0,0 0 0,24 0 0,-24 0 0,0 0 0,25 0 0,-25 0 31,0 0-31,25 0 0,-25 0 0,0 0 0,0 25 0,25-25 0,-25 0 0,0 0 16,25 0-16,-25 0 0,0 0 0,0 0 0,0 0 0,25 25 0,-25-25 0</inkml:trace>
  <inkml:trace contextRef="#ctx0" brushRef="#br0" timeOffset="1.56991E6">30907 12626 0,'0'0'0,"0"0"0,0 0 15,0 0 1,0 0-16,0 0 0,0 0 0,0 0 0,0 0 0,24 0 0,-24 0 15,0 0-15,25 0 0,-25 0 0,0 0 0,0 0 0,25 0 0,-25 0 0,0 0 0,25 0 16,-25 0 0,25 0-16,-25 0 0,0 0 0,24 0 0,-24 0 0,25 0 0,-25 24 15,0-24-15,25 0 0,-25 0 0,0 0 0,25 0 0,-25 25 0,0-25 0,25 0 16,-25 0-1</inkml:trace>
  <inkml:trace contextRef="#ctx0" brushRef="#br0" timeOffset="1.57147E6">21729 13568 0,'25'0'0,"-25"0"0,0 0 16,0 0-16,0 0 0,0 0 0,0 0 0,0 0 0,0 0 0,0 0 15,0 0-15,0 0 0,0 0 0,0 0 0,0 0 0,0 0 16,0 0-16,0 0 16,0 0-16,0 0 0,0-25 0,0 25 0,0 0 0,0 0 0,0 0 0,25 0 15,-25 0-15,0 0 0,0 0 0,0 0 0,0 0 0,0 0 16,0 0-1,0 0-15,0 0 0,0 0 0,0 0 0,0 0 0,0-24 0,24 24 0,-24 0 0,0 0 0,0 0 16,0 0-16,0 0 16,-24 0-16,24-25 0,0 25 0,0 0 0,0 0 0,0 0 0,0 0 15,0 0-15,0-25 0,0 25 0,0 0 0,0 0 0,0 0 0,-25 0 0,25 0 16,0 0-1,0 0-15,0 0 0,0 0 0,0 0 0,0 0 0,0 0 0,0 0 0,0 0 16,-25 0-16,25 0 0,0 0 0,0 0 0,0 0 0,0 0 0,0 0 16,0 0-1,-25 25-15,25-25 0,0 0 0,-25 0 0,25 25 0,0-25 0,-25 0 0,25 24 0,-24-24 16,24 0-16,0 25 0,-25-25 0,25 25 0,-25-25 0,25 25 15,0-25-15,-25 25 16,25-25-16,0 24 0,0-24 0,-25 25 0,25-25 0,0 0 0,0 25 0,0-25 16,0 25-16,0-25 0,0 0 0,0 0 0,0 25 0,0-25 15,0 0-15,0 0 0,0 24 16,0-24-16,0 0 0,0 0 0,25 0 0,-25 25 0,0-25 0,0 0 15,0 0-15,25 0 0,-25 0 0,0 25 0,25-25 0,-25 0 16,25 0-16,-25 0 16,24 0-16,-24 0 0,25 0 0,-25 0 0,25 0 0,-25-25 0,25 25 0,-25 0 0,25 0 15,-25 0-15,25 0 0,-25 0 0,0 0 0,24 0 0,-24-25 16,0 25-1,0 0-15,25 0 0,-25 25 0</inkml:trace>
  <inkml:trace contextRef="#ctx0" brushRef="#br0" timeOffset="1.57223E6">21977 13717 0,'0'0'0,"0"0"16,0 0-16,0 0 15,0 0-15,0 0 0,0-25 0,0 25 0,0 0 0,0 0 16,0 0-16,0 0 0,0 0 0,0 0 0,0 0 0,0 0 0,25 0 0,-25 0 31,0 0-31,0 0 0,0-25 0,0 25 0,0 0 0,0 0 0,0 0 0,0 0 16,0 0-16,0 0 0,25 0 0,-25 0 0,0 0 0,0 0 0,0 0 0,0 0 15,0 0-15,24 0 0,-24 0 16,0 0-16,0 0 0,0 0 0,0 0 0,0 0 0,25 0 16,-25 0-16,0 0 0,0 0 0,0 0 0,0 0 0,0 0 0,0 0 15,0 0-15,0 0 0,0 0 0,0 0 0,0 0 0,0 25 16,0-25-16,0 0 15,0 0 1,0 0-16,0 0 0,0 0 0,0 25 0,0-25 0,0 0 0,0 0 0,0 0 0,0 25 0,-25-25 0,25 0 16,0 0-16,0 25 0,0-25 0,-24 0 0,24 0 0,0 24 0,0-24 15,0 0-15,-25 0 0,25 25 0,0-25 0,0 0 0,0 0 16,-25 0-16,25 0 15,0 25-15,0-25 0,0 0 0,0 0 0,0 0 0,0 0 0,0 0 0,0 0 0,0 0 16,0 0-16,0 0 0,0 0 0,0 0 0,0 0 16,0 0-16,0 0 15,0 0-15,0 0 0,0 0 0,0 0 0,0 0 0,0 0 0,0 0 16,25 0-16,-25 0 0,0 0 0,0 0 0,0 25 0,0-25 0,25 0 15,-25 0 1,0 0-16,0 0 0,0 0 0,0 0 0,24 0 0,-24 0 0,0 25 0,0-25 0,0 0 0,0 0 16,0 0-16,0 0 0,0 24 0,0-24 0,0 0 0,0 0 31,0 25-31,0-25 0,0 0 0,0 0 0,0 0 0,0 0 0,0 25 0,-24-25 15,24 0-15,0 0 0,0 0 0,0 0 0,0 0 0,0 0 0,-25 0 0,25 25 16,0-25-16,0 0 0,0 0 0,0 0 0,-25 0 0,25 0 16,0 0-16,0 0 0,0 0 0,0 0 0,-25 0 15,25 0-15,0 0 0,0 0 0,0 0 0,0 0 16,0 0-16,-25-25 0,25 25 0,0 0 0,0 0 15,0 0-15,0 0 0,0 0 0,0 0 0,0-25 0,0 25 16,0 0-16,25 0 16,-25 0-16,0 0 0,0-25 0,0 25 0,0 0 0,0 0 0,0 0 0,0 0 0,0 0 31,0 0-31,0 0 0,25 0 0</inkml:trace>
  <inkml:trace contextRef="#ctx0" brushRef="#br0" timeOffset="1.57263E6">22250 13965 0,'0'0'0,"0"0"0,0 0 15,0 0-15,0 0 0,0 0 0,0 0 0,0 0 0,0 0 0,0-25 16,0 25-16,0 0 0,0 0 0,0 0 0,25 0 0,-25-25 0,0 25 15,0 0 1,0 0-16,24 0 0,-24-24 0,0 24 0,25 0 0,-25-25 0,0 25 0,25 0 0,-25 0 16,0-25-16,25 25 0,-25 0 15,0-25-15,25 25 0,-25 0 0,0-25 0,24 25 0,-24 0 0,0 0 0,0 0 16,0-24-16,25 24 0,-25 0 0,0 0 0,0 0 15,0 0-15,0 0 0,0 0 16,0 0-16,0 0 0,0 0 0,0 0 0,0 0 0,0 0 0,0 0 16,0 24-16,0-24 0,0 0 0,0 0 0,-25 0 0,25 25 0,0-25 15,0 0 1,0 25-16,0-25 0,0 25 0,0-25 0,-24 0 0,24 25 0,0-25 0,0 24 15,0-24-15,0 0 0,0 25 0,0-25 0,0 0 0,0 25 0,0-25 16,0 0-16,-25 25 16,25-25-16,0 0 0,0 0 0,0 25 0,0-25 0,0 0 0,0 0 15,0 0-15,0 24 0,0-24 0,0 0 0,0 0 0,0 0 0,0 0 0,0 0 16</inkml:trace>
  <inkml:trace contextRef="#ctx0" brushRef="#br0" timeOffset="1.57307E6">22820 13866 0,'0'0'16,"0"0"-1,0 0-15,0 0 0,0 0 0,0 0 0,0 0 0,0 0 0,0 0 0,0 0 16,0 0-16,0 0 0,0 0 0,0 0 0,0 0 0,0 0 0,25 0 16,-25 0-16,0 0 15,0 0-15,25 0 0,-25 0 0,0 0 0,25 0 0,-25 0 0,0 0 16,25 0-16,-25 0 0,0 0 0,24 0 0,-24 0 0,25 0 0,-25 0 15,0 0 1,25 0-16,-25 0 0,25 0 0,-25 25 0,0-25 0,0 0 0,25 0 0,-25 0 0,0 0 16,0 0-16,0 0 0,0 0 0,0 0 0</inkml:trace>
  <inkml:trace contextRef="#ctx0" brushRef="#br0" timeOffset="1.57327E6">22796 14015 0,'0'0'0,"0"0"0,0 0 0,0 0 16,0 0-16,0 0 0,0 0 0,0 0 0,24 0 15,-24 0-15,0 0 0,0 0 16,25 0-16,-25 0 0,0 0 0,25 0 0,-25 0 0,25 0 0,-25 0 16,25 24-16,-25-24 0,24 0 0,1 0 0,-25 0 0,25 0 15,-25 0-15,25 0 0,0 0 16,-25 0-16,24 0 0,-24 0 0,25 0 0,-25 0 0,25 25 0,-25-25 0</inkml:trace>
  <inkml:trace contextRef="#ctx0" brushRef="#br0" timeOffset="1.57401E6">25450 13866 0,'0'0'0,"0"0"0,0 0 16,0-25-16,0 25 0,0 0 0,0 0 0,0 0 0,0 0 0,0 0 31,0 0-31,0 0 0,0 0 0,0 0 0,0 0 0,0 0 0,0 0 0,0 0 0,0 0 16,0 0-16,0 0 0,0 0 0,0 0 0,0 0 0,0 0 16,0 0-1,0 0-15,0 0 0,0 0 0,0 25 0,0-25 0,0 0 0,0 0 0,0 0 0,0 0 0,0 0 0,0 25 16,0-25-1,-25 0-15,25 0 0,0 24 0,0-24 0,0 0 0</inkml:trace>
  <inkml:trace contextRef="#ctx0" brushRef="#br0" timeOffset="1.57425E6">25375 14064 0,'0'0'0,"0"0"0,0 25 0,0-25 0,0 0 0,0 0 16,0 0-16,0 0 0,0 25 0,0-25 0,0 0 15,0 0-15,0 0 16,25 25-16,-25-25 0,0 0 0,0 0 0,0 24 0,0-24 0,0 0 15,0 25-15,25-25 0,-25 0 0,0 25 0,0-25 0,0 0 0,0 25 0,0-25 16,0 0 0,-25 0-16,25 25 0,0-25 0,0 0 0,-25 0 0,25 24 0,0-24 15,-25 0-15,25 0 0,-24 0 0,24 0 0,-25 0 0,25 25 0,-25-25 0</inkml:trace>
  <inkml:trace contextRef="#ctx0" brushRef="#br0" timeOffset="1.57483E6">26169 13717 0,'0'-25'0,"0"25"0,0 0 16,0 0-16,0 0 0,0 0 0,0 0 0,0-25 0,0 25 15,0 0 1,0 0-16,0 0 0,-25 0 0,25 0 0,0 0 0,0 0 0,0 0 0,0-24 0,0 24 15,0 0-15,0 0 0,0 0 0,-25 0 0,25 0 0,0 0 16,0 24 0,0-24-16,-24 0 0,24 0 0,0 0 0,-25 0 0,25 25 0,-25-25 0,25 25 15,-25-25-15,25 25 0,-25-25 0,25 25 0,-24-25 0,24 24 0,-25-24 16,25 25-1,0 0-15,-25-25 0,25 25 0,0-25 0,-25 25 0,25-25 0,0 24 0,0-24 16,0 25-16,0-25 0,0 0 0,0 25 0,0-25 0,0 25 0,0-25 16,0 0-1,0 25-15,0-25 0,0 0 0,25 0 0,-25 24 0,0-24 0,0 0 0,25 0 16,-25 0-16,0 25 0,25-25 0,-25 0 0,0 0 0,24 0 0,-24 0 0,25 0 15,-25 25 1,0-25-16,25 0 0,-25 0 0,25 0 0,-25 0 0,0 0 0,25 0 0,-25 0 16</inkml:trace>
  <inkml:trace contextRef="#ctx0" brushRef="#br0" timeOffset="1.57537E6">26169 14064 0,'0'0'0,"0"0"0,0 0 0,0 0 0,0 0 0,0 0 16,0-25-16,0 25 15,0 0-15,25 0 0,-25 0 0,0 0 0,0 0 0,0 0 0,25 0 0,-25 0 16,0 0-16,0 0 0,24 0 0,-24 0 0,0 0 0,0 0 0,0 0 15,0 0 1,0 0-16,0 0 0,25 0 0,-25 0 0,0 0 0,0 25 0,0-25 0,0 0 16,0 0-16,0 0 0,0 0 0,0 0 0,-25 25 0,25-25 0,0 0 15,0 0 1,0 25-16,-24-25 0,24 0 0,0 0 0,0 25 0,-25-25 0,25 0 0,0 0 15,-25 0-15,25 24 0,0-24 0,-25 0 0,25 0 0,0 25 0,0-25 0,-25 0 16,25 0 0,0 0-16,0 25 0,0-25 0,-24 0 0,24 0 0,0 0 0,0 0 15,0 0-15,24 25 0,-24-25 0,0 0 0,0 0 0,0 0 0,0 0 16,0 0-16,25 0 0,-25 0 0,0 0 0,0 25 0,0-25 15,0 0-15,25 0 16,-25 0-16,0 0 0,0 0 0,0 0 16,0 0-16,0 0 0,0 24 0,0-24 0,0 0 0,0 0 0,0 0 0,0 0 0,0 0 0,0 0 15,0 0-15,0 25 16,0-25-16,0 0 0,0 0 0,0 25 0,0-25 0,0 0 0,-25 0 31,25 0-31,0 0 0,0 0 0,0 25 0,0-25 0,-25 0 0,25 0 0,0 0 0,0 0 0,0 0 0,-24 0 0,24 0 16,0 0-16,0 0 0,0 0 0,-25 0 0,25 0 15,0 0-15,0 0 0,0 0 16,0 0-16,0 0 0,0 0 0,0 0 0,0 0 0,0 0 0,0 0 0,0 0 0,0-25 15,0 25-15,0 0 0,0 0 0,25 0 0,-25-25 0,0 25 16</inkml:trace>
  <inkml:trace contextRef="#ctx0" brushRef="#br0" timeOffset="1.57585E6">26591 14064 0,'0'0'16,"0"0"-1,0 0-15,0 0 0,0 0 0,0 0 0,0 0 0,0 0 0,0 0 16,0 0-16,0 0 0,0 0 0,24 0 0,-24 0 0,0 0 0,0 0 0,0 0 16,25 0-16,-25 0 0,0 0 0,0 0 0,25 25 0,-25-25 15,0 0-15,0 0 16,0 0-16,25 0 0,-25 0 0,0 0 0,0 0 0,0 0 0,0 0 0,0 0 15,0 0-15,0 0 0,0 25 16,0-25-16,0 0 0,0 0 0,0 0 16,0 25-16,-25-25 0,25 0 0,0 0 0,-25 24 0,25-24 0,0 0 0,-25 25 0,25-25 0,0 0 15,-24 25 1,24-25-16,0 0 0,-25 25 0,25-25 0,-25 0 0,25 25 0,0-25 15,-25 0-15,25 0 0,0 24 0,-25-24 0,25 0 0,0 0 0,0 25 0,0-25 16,-24 0 0,24 0-16,0 0 0,0 0 0,0 0 0,0 25 0,0-25 0,0 0 0,0 0 0,0 0 15,0 0-15,0 0 0,0 0 0,0 25 0,0-25 0,0 0 16,0 0-16,24 0 15,-24 0-15,0 0 0,0 0 0,25 0 0,-25 0 0,0 0 0,25 0 16,-25 25-16,25-25 0,-25 0 0,25 0 0,-25-25 0,24 25 0,-24 0 16,25 0-16,0 0 0,-25 0 15,25 0-15,-25 0 0,25-25 0,-1 25 0</inkml:trace>
  <inkml:trace contextRef="#ctx0" brushRef="#br0" timeOffset="1.57618E6">27062 13940 0,'0'-25'0,"0"25"0,0 0 16,0 0-16,0 0 0,0 0 0,0 0 0,0 0 0,0 0 15,0 0 1,0 0-16,0 0 0,25 0 0,-25 0 0,0 0 0,0 0 0,25 0 0,-25 0 15,0 0-15,24 0 0,-24 0 0,0 0 0,25 0 0,-25 0 0,0 0 16,25 0 0,-25 0-16,0 0 0,25 0 0,-25 0 0,0 0 0,25 0 0,-25 25 0,0-25 0,0 0 31,0 0-31,24 0 0,-24 0 0,0 0 0,0 0 0,0 25 0</inkml:trace>
  <inkml:trace contextRef="#ctx0" brushRef="#br0" timeOffset="1.5764E6">27037 14114 0,'0'0'0,"0"0"0,0 0 16,0 0-16,0 0 0,0 0 0,0 0 0,0 0 16,0 0-16,25 0 15,-25 0-15,0 0 0,0 0 0,0 0 0,25 0 0,-25 0 0,0 0 0,25 0 0,-25 0 16,0 0-16,24 0 0,-24 0 0,25 0 15,-25 0-15,25 0 0,-25 25 0,25-25 16,0 0-16,-25 0 0,24 0 0,1 0 0,-25 0 0,25 0 0,0 0 0,-25 0 16,25 0-16,-1 0 0</inkml:trace>
  <inkml:trace contextRef="#ctx0" brushRef="#br0" timeOffset="1.577E6">29220 13940 0,'0'0'0,"0"-25"15,0 25-15,0 0 0,0 0 0,0 0 16,0 0-16,0 0 0,0-24 0,0 24 16,0 0-16,0 0 0,25 0 0,-25 0 0,0 0 0,0 0 0,0 0 0,0 0 0,0 0 31,0 0-31,0 0 0,0 0 0,0 0 0,0 0 0,0 0 0,0 24 0,0-24 15,0 0-15,0 0 0,0 0 0,0 0 0,0 0 0,0 25 0,0-25 16,0 0 0,0 0-16,-25 0 0</inkml:trace>
  <inkml:trace contextRef="#ctx0" brushRef="#br0" timeOffset="1.57723E6">29121 14139 0,'0'0'15,"0"0"-15,0 0 0,0 24 0,0-24 0,0 0 0,0 0 16,0 0-16,25 0 0,-25 0 0,0 25 0,0-25 15,0 0-15,0 0 0,0 25 0,0-25 0,0 0 0,0 0 32,24 25-32,-24-25 0,0 0 0,0 0 0,0 25 0,-24-25 0,24 0 0,0 24 0,0-24 15,0 0-15,0 0 0,-25 25 0,25-25 0,0 0 0,-25 25 16,25-25-1,-25 0-15,25 0 0,-25 0 0,25 25 0,-25-25 0,25 0 0,-24 0 0</inkml:trace>
  <inkml:trace contextRef="#ctx0" brushRef="#br0" timeOffset="1.57786E6">30038 13767 0,'0'0'0,"0"0"0,0 0 16,-24 0-16,24 0 0,0 0 0,0 0 15,-25 0-15,25 0 0,0 0 16,0 0-16,-25 0 0,25 24 0,0-24 0,-25 0 0,25 0 0,-25 0 0,25 25 0,0-25 0,-24 0 16,24 25-16,-25-25 0,25 0 15,0 25-15,-25-25 0,25 0 0,0 25 16,-25-25-16,25 0 0,0 24 0,-25-24 0,25 0 0,0 25 0,0-25 0,0 25 15,-24-25-15,24 0 0,0 25 0,0-25 0,0 0 16,0 25-16,0-25 0,0 0 0,0 0 16,0 24-16,0-24 0,0 0 0,0 0 0,24 25 0,-24-25 0,0 0 15,0 0-15,25 0 0,-25 25 16,0-25-16,25 0 0,-25 0 0,0 0 0,25 0 0,-25 0 15,25 0-15,-25 0 0,24 0 0,-24 0 0,25 0 0,-25 0 0,25 0 0,-25 0 16,25 0 0</inkml:trace>
  <inkml:trace contextRef="#ctx0" brushRef="#br0" timeOffset="1.57851E6">30138 14064 0,'0'-25'0,"0"25"31,0 0-31,0 0 0,0 0 0,24 0 0,-24 0 0,0 0 0,0 0 0,0 0 0,0 0 15,0 0-15,25 0 0,-25 0 0,0-24 0,0 24 0,25 0 0,-25 0 0,0 0 16,0 0 0,0 0-16,25 0 0,-25 0 0,0 0 0,0 0 0,0 0 0,0 0 15,0 24-15,0-24 0,0 0 0,0 0 0,25 0 0,-25 0 0,0 0 0,-25 0 31,25 0-31,0 0 0,0 0 0,0 25 0,0-25 0,0 0 0,0 0 0,-25 0 0,25 25 16,0-25-16,-25 0 0,25 0 0,0 0 0,-25 25 0,25-25 0,0 0 31,-24 0-31,24 25 0,-25-25 0,25 0 0,0 0 0,-25 24 0,25-24 0,0 0 0,0 0 16,-25 0-16,25 0 0,0 25 0,0-25 0,0 0 0,0 0 0,0 0 15,0 0 1,0 0-16,0 25 0,0-25 0,0 0 0,0 0 0,0 0 0,0 0 0,0 0 16,0 25-16,0-25 0,0 0 0,0 0 0,25 0 0,-25 0 0,0 25 0,0-25 31,0 0-31,0 0 0,25 24 0,-25-24 0,0 0 0,0 0 0,0 25 0,0-25 0,0 0 31,0 0-31,0 0 0,0 25 0,0-25 0,0 0 0,0 0 0,0 0 0,0 0 0,0 0 0,-25 25 16,25-25-16,0 0 0,0 0 0,0 0 0,-25 0 0,25 0 0,0 0 0,0 0 15,0 0 1,-25 0-16,25 0 0,0 25 0,0-25 0,-24 0 0,24 0 0,0 0 15,0 0-15,-25 0 0,25 0 0,0 0 0,0-25 0,0 25 0,0 0 0,0 0 16,0 0 0,0 0-16,0 0 0,0 0 0,0 0 0,25 0 0,-25 0 0,0 0 0</inkml:trace>
  <inkml:trace contextRef="#ctx0" brushRef="#br0" timeOffset="1.57922E6">30435 14114 0,'0'0'0,"0"0"16,0 0-16,0 0 0,0 0 0,0 0 0,0 0 0,0 0 0,0 0 16,0 0-16,0 0 0,0 0 0,25 0 0,-25 0 15,0 0-15,0 0 0,0 0 0,0-25 16,0 25-16,25 0 0,-25 0 0,0 0 0,0 0 0,0 0 0,0 0 0,0 0 15,25 0-15,-25 0 16,0 0-16,0 0 0,0 0 0,0 0 0,0 0 0,25 25 16,-25-25-16,0 0 0,0 0 0,0 0 0,0 0 0,0 0 0,0 0 0,0 0 0,24 0 0,-24 25 15,0-25-15,0 0 16,0 0-16,0 0 0,0 0 0,0 0 0,0 24 0,-24-24 15,24 0-15,0 0 0,0 25 0,0-25 0,0 0 0,-25 0 0,25 25 16,0-25 0,0 0-16,-25 0 0,25 25 0,0-25 0,-25 0 0,25 0 0,0 0 0,-25 0 0,25 0 15,0 25-15,-24-25 0,24 0 0,0 0 0,0 0 0,-25 0 0,25 0 31,0 0-31,0 0 0,0 0 0,0 0 0,0 0 0,0 0 0,0 0 0,0 0 16,0 0-16,0 0 0,0 0 0,0 24 0,0-24 0,0 0 0,25 0 0,-25 0 16,0 0-1,0 0-15,0 0 0,0 0 0,24 0 0,-24 0 0,0 25 0,0-25 0,0 0 0,0 0 16,25 0-16,-25 0 0,0 0 0,0 0 0,0 25 0,0-25 15,0 0 1,0 0-16,0 0 0,0 25 0,0-25 0,0 0 0,0 0 0,0 25 0,0-25 0,-25 0 16,25 0-16,0 25 0,0-25 0,0 0 0,0 0 0,-24 0 0,24 24 15,0-24 1,0 0-16,0 0 0,-25 0 0,25 0 0,0 0 0,0 25 0,-25-25 15,25 0-15,0 0 0,-25 0 0,25 0 0,0 0 0,0 0 0,-25 0 0,25 0 16,0 0-16,0 0 16,0-25-16,-24 25 0,24 0 0,0 0 0,0 0 0,0 0 0,0 0 15,0-24-15,0 24 0,0 0 0,0 0 0,0-25 0</inkml:trace>
  <inkml:trace contextRef="#ctx0" brushRef="#br0" timeOffset="1.57965E6">31055 13891 0,'0'-25'0,"0"25"0,0 0 15,0 0-15,0 0 0,0 0 0,0 0 0,0 0 0,0 0 16,0 0-1,25 0-15,-25 0 0,0 0 0,0 0 0,0 0 0,0 0 0,0 0 0,0 0 0,25 0 16,-25 0-16,0 0 0,0 0 0,0 0 0,25 0 0,-25 0 16,25 0-16,-25 0 15,0 0-15,24 0 0,-24 0 0,25 0 0,-25 0 0,25 0 0,-25 25 0,0-25 0,25 0 16,-25 0-16,25 0 0,-25 0 0,0 0 0,25 0 15,-25 0-15,0 24 0,24-24 0,-24 0 16,0 0-16,0 0 0,0 0 0,0 0 0</inkml:trace>
  <inkml:trace contextRef="#ctx0" brushRef="#br0" timeOffset="1.57987E6">31031 14039 0,'0'0'16,"0"0"-16,0 0 0,0 0 0,0 0 0,0 0 0,0 0 0,0 0 0,0 0 15,0 0-15,0 0 0,0 0 0,0 0 0,0 0 0,0 0 0,24 0 16,-24 0-16,0 0 16,25 0-16,-25 0 0,25 25 0,-25-25 0,25 0 0,-25 0 0,25 0 15,-25 0-15,24 0 0,1 0 0,-25 0 0,25 0 0,-25 0 0,25 25 0,0-25 31,-25 0-31,25 0 0,-25 0 0,24 0 0</inkml:trace>
  <inkml:trace contextRef="#ctx0" brushRef="#br0" timeOffset="1.58829E6">23713 12353 0,'0'0'0,"0"0"140,25 0-140,-25 0 0,0 0 0,25 0 0,-25 0 0,0 0 0,0 0 0,0 0 0,0 0 0,0 0 0,0 0 0,0 0 0,0 0 0,0 0 0,0 0 0,0 0 0,0 0 0,0 0 0,0 0 0,0 0 0,0 0 0,0 0 0,0 0 0,0 0 0,0 0 0,0 0 0,0 0 0,0 0 0,0 0 0,0 0 0,0 0 16,0 0-16,0 0 0,0 0 0,0 0 0,0 0 0,25 0 0,-25 0 0,0 0 16,0 0-16,0 0 0,0 0 0,0 0 0,0 0 0,0 0 0,0 0 0,0 0 62,0 0-62,0 0 0,0 0 0,0 0 0,0 0 0,0 0 0,0 0 0,0 0 0,0 0 0,0 0 0,0 0 0,0 0 0,0 0 0,0 0 0,0 0 0,0 0 0,0 0 0,0 0 0,0 0 0,0 0 0,0 0 16,0 0-16,0 0 0,0 0 0,0 0 0,24 0 0,-24 0 0,0 0 15,0 0 110,75 0-78,24 0-47,-99 0 0,25 0 0,-25 0 0,0 0 0,0 0 0,0 0 0,0 0 0,0 0 0,0 0 0,25 0 0,-25 0 0,0 0 0,0 0 0,0 0 0,0 0 0,0 0 0,0 0 0,0 0 0,0 0 15,0 0-15,0 0 0,0 0 0,0 0 0,-25 0 0,25 0 0,0 0 0,0 0 0,0 0 0,0 0 0,0 0 0,0 0 0,0 0 0,-25 0 0,25 0 0,0 0 0</inkml:trace>
  <inkml:trace contextRef="#ctx0" brushRef="#br0" timeOffset="1.59106E6">24309 12378 0,'0'0'0,"0"0"0,0 0 15,0 0-15,0 0 0,0 0 0,0 0 0,0 0 0,0 0 0,0 0 16,0 0-16,0 0 0,0 0 15,0 0-15,0 0 0,0 0 0,0 0 0,0 0 0,0 0 16,0 0-16,0 0 0,0 0 0,0 0 0,0 0 0,0 0 0,0 0 16,0 0-16,0 0 15,0 0-15,0 0 0,0 0 0,0 0 0,0 0 0,0 0 94,0 0-94,0 0 0,0 0 0,0 0 93,0 0-93,0 0 0,0 0 0,0 0 0,0 0 0,0 0 0,0 0 0,0 0 0,24 0 0,-24 0 0,0 0 0,0 0 0,0 0 0,0 0 0,0 0 0,0 0 0,0 0 0,0 0 0,25 0 0,-25 0 0,0-25 0,0 25 0,0 0 0,0 0 0,0 0 0,25 0 0,-25 0 0,0 0 0,0 0 0,0 0 0,25-25 0,-25 25 0,0 0 0,0 0 16,25 0-16,-25 0 0,0-25 0,0 25 0,24 0 16,-24 0-16,0-25 0,0 25 0,0 0 0,25 0 0,-25 0 0,0-24 124,50-26-77,-50 50-47,0 0 0,0 0 0,0 0 0,0 0 0,0 0 0,0 0 0,0 0 0,0 0 0,0 0 0,0 0 0,0 0 0,0 0 0,-25 0 0,25 0 0,0 0 0,0 0 0,0 0 0,0 0 0,0 25 0,0-25 0,0 0 0,-25 0 0,25 25 0,0-25 16,0 0-16,0 0 0,0 24 0,0-24 0,0 0 0,-25 25 15,25-25-15,0 0 0,0 25 0,0-25 0,0 0 0,0 25 0,-24-25 0,24 0 0,0 25 0,0-25 0,0 0 0,0 0 0,0 24 16,0-24-16,0 0 0,0 25 0,-25-25 0,25 0 0,0 0 0,0 25 0,0-25 31,0 0-31,0 0 0,0 25 0,0-25 0,0 0 0,0 0 0,0 0 0,0 25 0,0-25 16,0 0-16,-25 0 0,25 0 0,0 0 47,0 0-47,0 24 0,0-24 0,0 0 0,0 0 0,0 0 0,0 0 0,0 0 0,0 0 0,0 25 0,0-25 15,0 0-15,0 0 0,0 0 0,0 0 0,0 0 0,0 0 0,0 0 0,0 0 0,0 0 0,0 0 0,0 0 0,0 0 0,0 0 0,0 0 16,0 0-16,0 0 0,0 0 0,0 0 0,0 0 15,0 0-15,0 0 125</inkml:trace>
  <inkml:trace contextRef="#ctx0" brushRef="#br0" timeOffset="1.59451E6">24656 12427 0,'0'0'0,"0"0"0,0 0 0,0 0 0,0 0 0,0 0 0,0 0 0,0 0 0,0 0 0,0 0 0,0 0 0,0 0 0,0 0 0,0 0 0,0 0 0,0 0 0,0 0 0,0 0 0,25 0 0,-25 0 0,0-25 0,0 25 0,0 0 0,0 0 0,0 0 0,0 0 0,0 0 0,0 0 0,0 0 0,0 0 0,0 0 0,0 0 0,0 0 0,0 0 0,0 0 0,24 0 0,-24 0 16,0 0-16,0 0 16,0 0-16,0-24 0,0 24 0,25 0 0,-25 0 0,0 0 0,0 0 327,248-174-327,-248 174 0,0 0 0,0 0 0,0 0 0,0 0 0,0 25 0,0-25 0,0 0 0,0 0 16,0 0-16,0 0 15,0 0-15,0 25 0,0-25 0,0 0 0,0 0 0,-24 24 0,24-24 0,0 0 0,0 0 0,0 25 0,0-25 0,0 0 0,0 0 0,0 0 0,0 25 0,0-25 0,0 0 0,0 0 0,0 25 0,0-25 0,0 0 0,0 0 0,-25 0 0,25 25 0,0-25 0,0 0 0,0 0 0,0 0 0,0 0 0,0 0 0,0 24 0,0-24 0,0 0 141,-25 75-141,25-75 0,0 0 0,0 0 0,0 0 0,0 0 0,0 0 0,0 0 0,0 0 0,0 25 0,-25-25 0,25 0 0,0 0 0,0 0 0,0 0 0,0 0 0,0 0 0,0 0 0,0 0 0,0 0 15,0 0-15,0 0 0,0 0 0,0 0 0,0 0 0,0 0 0,0 0 0,0 0 0,0 0 0,0 0 0,0 0 0,0 0 0,0 0 0,0 0 0,0 0 0,0 0 0,0 0 0,0 0 0,0 0 16,0 0-16,0 0 0,0 0 0,0 0 0,0 0 0,0 0 62,0 0-62,0 0 0,0 0 0,0 0 0,0 0 0,0 0 0,25 0 0,-25 0 0,0 0 0,0 0 0,0 0 0,0 0 0,0 0 0,0 0 0,0 0 0,0 0 0,0 0 0,0 0 0,0 0 0,25-25 0,-25 25 0,0 0 0,0 0 16,0 0-16,0 0 0,0 0 16,0 0-16,0 0 0,0 0 0,0 0 0,0 0 15,0 0-15,0 0 0</inkml:trace>
  <inkml:trace contextRef="#ctx0" brushRef="#br0" timeOffset="1.60435E6">27980 12278 0,'0'0'0,"0"0"0,0 0 16,0 0-16,0 0 0,0 0 0,0 0 0,0 0 0,0 0 0,0 0 16,0 0-16,0 0 0,0 0 0,0 0 0,24 0 0,-24 0 15,0 0-15,0 25 0,0-25 16,0 0-16,0 0 0,0 0 0,0 0 0,0 0 0,0 0 0,0 0 15,0 0-15,0 0 0,0 0 0,0 0 16,0 0-16,0 0 0,0 0 0,0 0 16,0 0-16,0 0 0,25 0 0,-25 0 0,0 0 0,0 0 0,0 0 0,0 0 15,0 0-15,0 0 0,0 0 0,0 0 0,0 0 16,0 0-16,0 0 0,0 0 0,0 0 15,0 0-15,0 0 0,0 0 0,0 0 0,0 0 0,0 0 0,0 0 16,0 0-16,0 0 0,0 0 0,0 0 0,0 0 0,0 0 0,0 0 16,0 0-16,0 0 15,0 0-15,0 0 0,0 0 0,0 0 0,0 0 0,0 0 0,0 0 0,0 0 16,-25 0-16,25 0 0,0 0 0,0 0 0,0 0 0,0 0 15,0 0 1,0 0-16,0 0 0,0-25 0,0 25 0,0 0 0,0 0 0,0 0 0,0 0 16,0 0-16,0 0 0,0 0 0,0 0 0,0 0 0,0 0 0,0 0 15,0 0 1,0 0-16,0 0 0,0 0 0,0 0 0,0 0 0,0 0 0,0-24 0,0 24 15,0 0-15,0 0 0,0 0 0,0 0 0,0 0 0,0 0 0,0 0 16,0 0-16,0 0 0,0-25 0,0 25 0,0 0 0,0 0 16,0 0-16,0 0 15,0 0-15,0 0 16,0 0-16,0 0 0,0 0 0,0 0 0,0 0 0,0 0 0,0 0 0,0 0 0,0 0 0,0 0 15,25 0-15,-25-25 0,0 25 0,0 0 0,0 0 0,0 0 0,0 0 16,0 0-16,0 0 0,0 0 16,0 0-16,0 0 0,0 0 0,0-25 0,0 25 0,0 0 0,0 0 15,25 0-15,-25 0 0,0 0 0,0 0 0,0 0 0,0 0 0,0 0 16,0 0-1,0 0-15,25 0 0,-25 0 0,0 0 0,0 0 0,0 0 0,0 0 0,0 0 16,0 0-16,0 0 0,0 0 0,25 0 0,-25 0 0,0 0 0,0 0 16,0 0-1,0 0-15,0 0 0,0 0 0,25 0 0,-25 0 0,0 0 0,0 0 0,0 0 16,0 0-16,0 0 0,0 0 0,0 0 0,0 0 0,0 0 0,24 0 0,-24 0 31,0 0-31,0 0 0,0 0 0,0 0 0,0 25 0,0-25 0,0 0 0,0 0 0,0 0 16,0 0-16,0 0 0,0 0 0,0 25 0,0-25 0,0 0 0,0 0 31,0 0-31,0 0 0,0 0 0,0 0 0,0 0 0,0 0 0,0 25 0,0-25 15,0 0-15,0 0 0,0 0 0,0 0 0,0 0 0,0 0 0,0 0 0,0 24 16,0-24 0,0 0-16,0 0 0,0 0 0,-24 0 0,24 0 0,0 0 0,0 25 15,0-25-15,0 0 0,0 0 0,0 0 0,-25 0 0,25 0 0,0 25 0,0-25 16,0 0-16,0 0 0,-25 0 0,25 0 15,0 25-15,0-25 0,0 0 0,0 0 16,0 0-16,0 0 0,-25 0 0,25 0 0,0 0 0,0 25 0,0-25 0,0 0 16,0 0-16,0 0 0,0 0 0,-25 0 0,25 0 0,0 0 15,0 0-15,0 0 16,0 0-16,0 0 0,0 0 0,0 0 0,0 0 0,0 0 0,0 0 15,0 0-15,0 0 0,0 0 0,0 0 0,0 24 0,0-24 0,-25 0 16,25 0-16,0 0 16,0 0-16,0 0 0,0 0 0,0 0 0,0 0 0,0 0 0,0 0 15,0 0-15,0-24 0,0 24 0,25 0 0,-25 0 0,0 0 0,0 0 16,0 0-16,0 0 0,0 0 15,0 0-15,0 0 0,0 0 0,0 0 0,0 0 0,0 0 16,0 0-16,0 0 0,25 0 0,-25 0 0,0 0 0,0 0 0,0-25 0,0 25 16,25 0-1,-25 0-15,0 0 0,0 0 0,0 0 0,0 0 0,25 0 0,-25 0 16,0 0-16,0 0 0,0 0 0,0 0 0,25 0 0,-25 0 0,0 0 0,0 0 15,0 0 1,0 0-16,24 0 0,-24 25 0,0-25 0,0 0 0,0 0 0,0 0 0,0 0 0,25 0 16,-25 0-16,0 0 0,0 24 0,0-24 0,0 0 0,0 0 15,0 0 1,0 0-16,0 0 0,0 0 0,25 25 0,-25-25 0,0 0 0,0 0 0,0 0 15,0 0-15,0 25 0,0-25 0,0 0 0,0 0 0,0 0 0,0 0 16,0 25-16,0-25 16,0 0-16,0 0 0,0 0 0,0 25 0,0-25 0,0 0 0,0 0 15,0 0-15,0 0 0,0 24 0,0-24 0,0 0 0,0 0 0,-25 25 16,25-25-16,0 0 0,0 0 0,0 0 0,0 0 0,0 25 15,-25-25-15,25 0 16,0 0-16,0 0 0,0 0 0,-24 25 0,24-25 0,0 0 0,0 0 0,0 0 16,-25 0-1,25 0-15,0 25 0,0-25 0,-25 0 0,25 0 0,0 0 0,0 0 0,0 0 16,-25 0-16,25 0 0,0 24 0,0-24 0,0 0 0,-25 0 0,25 0 15,0 0-15,0 0 0,0 0 0,-25 0 0,25 0 0,0 0 0,0 0 16,0 0-16,0 0 16,-24 0-16,24 0 0,0 0 0,0-24 0,0 24 0,0 0 0,-25 0 0,25 0 62,0 0-62,0 0 0,0-25 0,-25 25 0,25 0 0,0 0 0,0 0 0,0 0 0,0 0 0,0 0 0,0 0 0,-25 0 0,25 0 0,0 0 0,0 0 0,0 0 0,0 0 0,0 0 0,0 0 0,0 0 0,0 0 0,0 0 16,0 0-16,25 0 15,-25 0-15,0 0 0,0 0 0,0 0 0,25 0 0,-25 0 0,0 0 16,25 0-16,-25 0 0,24 0 0,-24 0 0,25 0 0,-25 0 0</inkml:trace>
  <inkml:trace contextRef="#ctx0" brushRef="#br0" timeOffset="1.60895E6">31626 12452 0,'0'-25'0,"0"25"0,0 0 16,0 0-16,0 0 0,0 0 0,0 0 0,0 0 0,0 0 0,0 0 0,0 0 15,0 0-15,0 0 0,0 0 0,0 0 16,0 0-16,0 0 0,0 0 0,0 0 0,0 0 0,0 0 16,0 0-16,0 0 0,0 0 0,0 0 0,0 0 0,0 0 0,0 0 15,0 0-15,0 0 0,0 0 16,0 0-16,0 0 0,0 0 0,0 0 0,0 0 15,0 0-15,0 0 0,0 0 0,0 0 0,0 0 0,0 0 0,0 0 0,0 0 0,0 0 0,0 0 16,0 0-16,0 0 0,0 0 0,0 0 0,0 0 16,0 0-16,0 0 15,0 0-15,0 0 0,0 0 0,0 0 0,0 0 0,0 0 0,0 0 0,0 0 0,0 0 16,0 0-16,0 0 0,0 0 0,0 0 0,0 0 15,0 0-15,0 0 16,0 0-16,0 0 0,0 0 0,0 0 0,0 0 0,0 0 0,0 0 0,0 0 0,0 0 16,0 0-16,0 0 0,0 0 0,0 0 0,0 0 0,0 0 0,0 0 15,0 0 1,0 0-16,0 0 0,25 0 0,-25 0 0,0 0 0,0 0 0,0 0 0,0 0 15,0 0-15,25 0 0,-25 0 0,0 0 0,0 0 0,24 0 0,-24 0 16,0 0-16,25 0 16,-25 0-16,0 0 0,25 0 0,-25 0 0,0 0 0,25 0 0,-25 0 15,25 0-15,-25-25 0,0 25 0,0 0 0,24 0 0,-24 0 0,0 0 16,25 0-16,-25 0 0,0 0 0,0 0 0,25 0 0,-25 0 0,0 25 15,0-25 1,0 0-16,0 0 0,0 0 0,25 0 0,-25 0 0,0 0 0,0 0 0,0 0 0,0 0 16,0 0-16,0-25 0,0 25 0,0 0 0,0 0 15,0 0-15,0 0 0,0 0 0,0 0 16,0 0-16,0 0 0,0 0 0,0 0 0,0 0 0,0 0 0,0 0 15,0 0-15,0 0 0,0 0 0,0 0 0,0 0 0,0 0 0,0 0 0,0 0 32,0 0-32,0 0 0,0 0 0,0 0 0,0 0 0</inkml:trace>
  <inkml:trace contextRef="#ctx0" brushRef="#br0" timeOffset="1.61027E6">32147 12105 0,'0'0'0,"0"0"16,-25 0-16,25 0 0,0 0 0,0 0 0,0 0 0,0 0 0,0 0 16,0 0-1,0 0-15,0 0 0,0 0 0,0 0 0,0 0 0,0 0 0,0 0 0,0 0 0,0 0 16,0 0-16,0 0 0,0 0 0,0 0 0,0 0 0,0 0 15,0 0 1,0 0-16,0 0 0,0 0 0,0 0 0,0 0 0,0 0 0,0 0 0,0 0 0,0 0 0,0 0 16,0 0-16,0 0 0,0 0 0,0 0 0,0 0 0,0 0 15,0 0-15,0 0 16,0 0-16,0 0 0,0 0 0,0 0 0,0 0 0,0 0 0,0 0 0,0 0 0,0 0 15,0 0-15,0 0 0,0 0 0,0 0 0,0 0 16,0 0-16,0 0 0,0 0 16,0 0-16,0 0 0,0 0 0,0 0 0,0 0 0,0 24 0,0-24 0,0 0 0,0 0 15,0 0-15,0 0 0,0 0 0,0 0 16,0 0-16,0 0 0,0 0 0,-25 25 15,25-25-15,0 0 0,0 0 0,0 25 0,0-25 0,0 0 0,0 0 0,-25 25 16,25-25-16,0 25 0,0-25 0,0 0 0,0 25 16,0-25-16,0 0 0,-24 24 0,24-24 0,0 0 15,0 0-15,0 25 0,0-25 0,0 0 0,0 0 0,0 25 0,0-25 16,0 0-16,0 0 0,-25 0 0,25 25 0,0-25 15,0 0-15,0 0 0,0 0 16,0 0-16,0 0 0,0 0 0,0 25 0,0-25 0,0 0 0,0 0 0,0 0 16,0 0-16,0 0 0,0 0 0,0 0 0,0 0 0,0 0 0,0 0 15,0 0-15,0 0 16,0 0-16,0 0 0,0 0 0,0 0 0,0 0 0,0 0 0,0 0 0,0-25 15,0 25-15,0 0 0,0 0 0,0 0 0,0 0 0,0 0 0,0 0 16,0 0 0,0 0-16,25 0 0,-25 0 0,0 0 0,0 0 0,0 0 0,0 0 0,0 0 0,0-25 0,0 25 31,0 0-31,24 0 0,-24 0 0,0 0 0,0 0 0,0 0 0,0 0 15,0 0-15,25 0 0,-25 0 0,0 0 0,0 0 0,0 0 0,25 0 0,-25 0 0,0 0 16,0 0-16,0 0 0,25 0 0,-25 0 0,0 0 0,0 0 16,25 0-16,-25 0 0,0 0 0,0 0 0,24 0 15,-24 0-15,0 0 0,0 25 0,25-25 0,-25 0 0,0 0 0,0 0 16,25 0-16,-25 0 0,0 0 0,0 0 0,0 0 0,25 0 15,-25 0-15,0 0 0,0 0 0,0 25 16,0-25-16,0 0 0,0 0 0,0 0 0,0 0 0,0 0 0,0 0 16,0 24-1,0-24-15,0 0 0,0 0 0,0 0 0,0 25 0,0-25 0,0 0 0,0 0 16,0 25-16,0-25 0,0 0 0,0 0 0,0 0 0,0 25 0,0-25 0,0 0 15,0 25-15,0-25 16,0 0-16,0 0 0,-25 0 0,25 24 0,0-24 0,0 0 0,0 0 0,0 0 16,0 25-16,0-25 0,0 0 0,0 0 0,0 0 0,-25 0 0,25 25 15,0-25 1,0 0-16,0 0 0,0 0 0,0 0 0,-25 25 0,25-25 0,0 0 0,0 0 0,0 0 0,-24 0 15,24 0-15,0 0 16,0 0-16,0 0 0,-25 0 0,25 25 0,0-25 0,0 0 0,-25 0 16,25 0-16,0 0 0,0 0 0,-25 0 0,25 0 0,0 0 0,0 0 0,0 0 15,-25 0-15,25 0 0,0 0 0,0 0 0,-24 0 16,24 0-16,0 0 0,0 0 0,-25 0 15,25 0-15,0 0 0,0 0 0,0 0 0,-25 0 0,25 0 0,0 0 0,0 0 32,0 0-32,0 0 0,0 0 0,0 0 0,-25 0 0,25 0 0,0-25 0,0 25 0,0 0 0,0 0 15,0 0-15,0 0 0,0 0 0,0 0 0,0 0 0,0 0 0,0 0 16,0 0-1,0 0-15,0 0 0,0 0 0,0 0 0,0-25 0,0 25 0,0 0 0,0 0 0,0 0 16,25 0-16,-25 0 0,0-25 0,0 25 0</inkml:trace>
  <inkml:trace contextRef="#ctx0" brushRef="#br0" timeOffset="1.61085E6">32122 12154 0,'0'0'0,"0"0"16,0 0 0,0 0-16,0 0 0,0-25 0,0 25 0,0 0 0,0 0 0,0 0 0,0 0 0,0 0 15,0 0-15,25 0 0,-25 0 0,0 0 0,0 0 0,0 0 0,0 0 16,0 0-1,0 0-15,0 0 0,0 0 0,0 0 0,0 0 0,0 0 0,0 0 16,0 0-16,0 0 0,0 0 0,0 0 0,0 0 0,25 0 0,-25 0 0,0 0 16,0 0-16,0 0 0,0 0 15,0 0-15,0 0 0,0 0 0,24-24 0,-24 24 0,0 0 16,0 0-16,0 0 0,0 0 0,25 0 0,-25 0 0,0 0 0,0 0 0,25 0 15,-25 0-15,0 0 0,25 0 0,-25 0 0,0 0 0,0 0 16,25 0-16,-25 0 16,25 0-16,-25 0 0,0 0 0,24 0 0,-24 0 0,0 0 0,25 24 0,-25-24 15,0 0-15,0 0 0,25 0 0,-25 0 0,0 0 0,0 0 0,0 0 0,0 0 16,0 0-16,0 0 15,0 0-15,0 0 0,0 0 0,0 0 0,0 0 0,0 0 0,0 0 16,0 0-16,0 0 0,0 0 0,0 0 0,0 0 0,0 0 0,-25 0 16,25 0-1,0 0-15,0 0 0</inkml:trace>
  <inkml:trace contextRef="#ctx0" brushRef="#br0" timeOffset="1.61729E6">23961 13742 0,'0'0'0,"0"0"0,0 0 16,0 0-16,0 0 0,0 0 0,0 0 0,0 0 0,0 0 0,25 0 15,-25 0 1,0 0-16,0 0 0,0 0 0,0 0 0,0 0 0,0-25 0,0 25 0,0 0 31,0 0-31,0 0 16,0 0-16,0 0 0,0 0 0,0 0 0,0 0 0,0 0 0,0 0 0,0 0 0,0 0 0,0 0 0,0 0 0,0-25 0,0 25 0,0 0 0,0 0 0,0 0 15,0 0-15,0 0 0,0 0 0,0 0 0,0 0 0,0 0 0,0 0 16,0 0 0,0 0-16,0 0 0,0 0 0,0 0 0,0 0 0,0 0 0,0 0 0,0 0 15,0 0-15,0 0 0,0 0 0,0 0 0,0 0 0,0 0 0,0 0 16,0 0-16,0-25 15,0 25-15,0 0 0,0 0 0,0 0 0,0 0 0,0 0 0,0 0 16,0 0-16,0 0 0,-25 0 0,25 0 0,0 0 0,0 0 0,0 0 16,0 0-1,0 0-15,0 0 0,0 0 0,-24 0 0,24 0 0,0 0 0,0 0 0,0 0 0,0 0 16,-25 0-16,25 0 0,0 0 0,0 0 0,0 0 0,0 0 15,0 0-15,-25 25 16,25-25-16,0 0 0,0 0 0,0 0 0,0 0 0,-25 0 0,25 0 16,0 0-16,0 0 0,0 0 0,-25 25 0,25-25 0,0 0 0,0 0 15,0 0 1,0 0-16,0 0 0,0 0 0,0 0 0,0 0 0,-25 0 0,25 25 0,0-25 0,0 0 15,0 0-15,0 0 0,0 0 0,0 0 0,0 0 0,0 0 0,0 25 16,0-25 0,0 0-16,0 0 0,0 0 0,0 0 0,0 24 0,-24-24 0,24 0 0,0 0 15,0 0-15,0 0 0,0 25 0,0-25 0,0 0 0,0 0 0,0 0 16,0 0-1,0 25-15,0-25 0,0 0 0,24 0 0,-24 0 0,0 0 0,0 0 0,0 25 0,0-25 16,0 0-16,0 0 0,25 0 0,-25 0 0,0 0 0,0 25 16,0-25-16,0 0 15,25 0-15,-25 0 0,0 0 0,0 0 0,0 24 0,0-24 0,25 0 0,-25 0 0,0 0 16,0 0-16,0 0 0,0 25 0,25-25 0,-25 0 0,0 0 15,0 0 1,0 0-16,0 25 0,0-25 0,25 0 0,-25 0 0,0 0 0,0 0 0,0 0 16,0 25-16,0-25 0,0 0 0,24 0 0,-24 0 0,0 0 15,0 25-15,0-25 0,0 0 16,0 0-16,0 24 0,0-24 0,0 0 0,0 0 0,0 0 0,0 25 0,0-25 15,0 0-15,0 0 0,0 0 0,0 25 0,0-25 0,0 0 16,0 0-16,0 25 16,0-25-16,0 0 0,0 0 0,0 0 0,0 0 0,0 25 0,0-25 0,0 0 0,0 0 15,0 0-15,0 0 16,0 0-16,0 0 0,0 24 0,0-24 0,0 0 15,0 0-15,0 0 0,0 0 0,0 0 0,0 0 0,0 0 0,0 0 0,0 0 0,0 0 16,-24 0-16,24 0 0,0 0 0,0 0 0,0 0 16,0 0-16,0 0 0,-25 0 15,25 0-15,0 0 0,0 0 0,-25 0 0,25 0 0,0 0 0,0 0 0,-25 0 16,25 0-16,0 0 0,0 0 0,-25 0 15,25 0-15,0 0 0,0 0 0,-25 0 16,25-24-16,0 24 0,0 0 0,0 0 0,0 0 0,0 0 0,0 0 0,0 0 0,-24 0 16,24 0-16,0-25 0,0 25 15,0 0-15,0 0 0,0 0 0,24 0 16,-24-25-16,0 25 0,0 0 0,0 0 0,0-25 0,0 25 0,0 0 0,0 0 0,0 0 15,0-25-15,0 25 16,0 0-16,0 0 0,25-24 0,-25 24 0,0 0 0,0 0 16,0 0-16,0 0 0,0 0 0,25-25 0,-25 25 0,0 0 0,0 0 0,0 0 31,25 0-31,-25 0 0,0 0 0,0-25 0,0 25 0,25 0 0,-25 0 0,0 0 0,25 0 0,-25 0 15,0 0-15,24-25 16,-24 25-16,0 0 0,25 0 0,-25 0 0,0 0 0,25 0 0,-25 0 16,25 0-16,-25-25 0,25 25 0,-25 0 0,0 0 0,24 0 0,-24 0 0,25 0 15,-25 0-15,0-24 16,25 24-16,-25 0 0,0 0 0,25 0 0,-25 0 0,0-25 0,0 25 15,25 0-15,-25 0 0,0 0 0,0 0 0,0-25 0,24 25 0,-24 0 16,0 0-16,0 0 16,0 0-16,0-25 0,0 25 0,0 0 0,0 0 0,0 0 0,25 0 15,-25-25-15,0 25 0,-25 0 0,25 0 0,0 0 0,0 0 0,0 0 0,0 0 31,0 0-31,0 0 0,0 0 0,0 0 0,0 0 0,0-24 0,0 24 0,-24 0 16,24 0-16,0 0 0,0 0 0,0 0 0,0 0 0</inkml:trace>
  <inkml:trace contextRef="#ctx0" brushRef="#br0" timeOffset="1.62273E6">27980 13990 0,'0'0'0,"0"0"0,0 0 16,0 0-16,0 0 0,0 0 0,0 0 0,0 0 0,0 0 0,0 0 31,0-25-31,-25 25 0,25 0 0,0 0 0,0 0 0,0 0 0,0 0 0,0 0 0,0 0 16,0 0-16,0 0 0,0 0 0,0 0 0,0 0 0,0 0 0,0 0 31,0 0-31,0 0 0,0 0 0,0 0 0,0 0 0,0 0 0,0 0 0,0 0 16,0 0-16,0 0 0,0 0 0,0 0 0,0 0 0,0 0 0,0 0 0,0 0 31,0 0-31,0 0 0,0 0 0,0 0 0,0 0 0,0 0 0,0 0 0,0 0 15,0 0-15,0 0 0,0 0 0,0 0 0,0 0 0,0 0 0,0 0 0,0 0 16,0 0-16,0 0 0,0 0 0,0 0 0,0 0 16,0 0-16,0 0 0,0 0 15,0 0-15,0 0 0,0 0 0,0 0 0,0 0 0,0 0 16,0 0-16,0 0 0,0 0 0,0 0 0,0 0 0,0 0 0,0-25 0,0 25 15,0 0 1,0 0-16,0 0 0,0 0 0,0 0 0,0 0 0,0 0 0,0 0 0,25 25 16,-25-25-16,0 0 0,0 0 0,24 0 0,-24 0 0,0 0 0,0 0 31,25 0-31,-25 0 0,0 0 0,25 0 0,-25 0 0,0 0 0,25 0 0,-25 0 0,0 0 0,25 0 15,-25 0-15,0 0 0,25 0 0,-25 0 0,0 0 0,24 0 16,-24 0 0,0 0-16,0 0 0,0 0 0,25 0 0,-25 0 0,0 0 0,0 0 0,0 0 15,0 0-15,0 0 0,0 0 0,0 0 0,0 0 0,0 0 0,0 0 16,0 0-16,0 0 0,0 0 15,0 0-15,0 0 0,0 0 0,0 0 0</inkml:trace>
  <inkml:trace contextRef="#ctx0" brushRef="#br0" timeOffset="1.62401E6">28426 13742 0,'0'0'0,"0"0"15,0 0-15,0 0 0,0-25 0,0 25 0,0 0 0,0 0 0,0 0 0,0 0 16,0 0-16,0 0 0,25 0 0,-25 0 0,0 0 0,0 0 15,0 0-15,0-25 16,0 25-16,0 0 0,0 0 0,0 0 0,0 0 0,0 0 0,0 0 16,0 0-16,0 0 0,0 0 0,0 0 0,0 0 0,0 0 0,0 0 15,0-25 1,0 25-16,0 0 0,0 0 0,0 0 0,0 0 0,0 0 0,0 0 0,0 0 15,0 0 1,0 0-16,0 0 0,0 0 0,0 0 0,0 0 0,0 0 0,0 0 0,0 0 0,0 0 16,0 0-16,0 0 0,0 0 0,0 0 0,0 0 0,0 0 0,0 0 15,0 0 1,0 0-16,0 0 0,0 25 0,0-25 0,0 0 0,0 0 0,0 0 0,0 0 0,0 0 15,0 0-15,0 0 0,0 0 0,0 0 0,0 0 0,0 25 0,0-25 0,-25 0 32,25 0-32,0 0 0,0 25 0,0-25 0,0 0 0,0 0 0,0 25 0,0-25 15,0 0-15,0 0 0,0 0 0,0 24 0,-25-24 0,25 0 0,0 0 0,0 0 16,0 0-1,0 25-15,0-25 0,0 0 0,0 0 0,0 0 0,0 0 0,0 0 16,0 25-16,0-25 0,0 0 0,0 0 0,0 0 0,0 0 0,0 0 0,0 0 31,0 0-31,0 0 0,0 0 0,0 0 0,0 0 0,0 0 0,0 0 0,0 0 0,0 25 0,0-25 16,0 0-16,0 0 0,0 0 0,0 0 0,0 0 0,0 0 0,0 0 31,0 0-31,0 0 0,0 0 0,0 0 0,0-25 0,0 25 0,0 0 0,0 0 16,25 0-16,-25 0 0,0 0 0,0 0 0,0 0 0,25 0 0,-25 0 15,0 0-15,0 0 0,25 0 0,-25 0 0,0 0 0,0 0 16,25 0-16,-25 0 0,0 0 15,0 0-15,24 0 0,-24 0 0,0 0 0,0 0 0,0 0 0,25 0 16,-25 0-16,0 0 0,0 0 0,0 0 0,0 0 0,0 0 16,25 25-16,-25-25 15,0 0-15,0 0 0,0 0 0,0 0 0,0 0 0,0 0 0,0 0 0,0 0 0,0 0 16,0 0-16,0 0 0,0 0 0,25 0 0,-25 0 0,0 0 15,0 0 1,0 25-16,0-25 0,0 0 0,0 0 0,0 0 0,0 0 0,0 0 0,0 24 16,0-24-16,0 0 0,0 0 0,0 0 0,0 0 0,0 0 15,0 25-15,0-25 0,0 0 16,0 0-16,0 0 0,0 25 0,0-25 0,0 0 0,0 0 0,0 25 0,0-25 15,0 0-15,0 0 0,0 25 0,0-25 0,-25 0 0,25 0 16,0 0 0,0 24-16,0-24 0,0 0 0,0 0 0,0 0 0,0 0 0,0 25 0,0-25 0,0 0 15,-25 0-15,25 0 0,0 0 0,0 0 0,0 0 0,0 0 16,0 0-16,0 25 15,0-25-15,0 0 0,-25 0 0,25 0 0,0 0 0,0 0 0,0 0 0,0 0 16,0 0-16,-24 0 0,24 0 0,0 0 16,0 0-16,0 0 0,-25 0 0,25 0 0,0 0 15,0 0-15,0 0 0,-25 0 0,25 0 0,0 0 0,0 25 0,-25-25 0,25 0 16,0 0-16,0 0 0,0 0 0,-25 0 0,25 0 0,0 0 15,0 0-15,-24 0 16,24 0-16,0 0 0,0 0 0,0 0 0,0 0 0,0 0 0,0 0 16,0 0-16,0 0 0,-25 0 0,25 0 0,0 0 0,0 0 0,0-25 15,0 25 1,0 0-16,0 0 0,0 0 0,0 0 0,0 0 0,0 0 0,0 0 0,0 0 0,0-25 15,0 25-15,0 0 0,0 0 0,0 0 0,0 0 0,0-25 16,0 25-16,0 0 16,25 0-16,-25-24 0,0 24 0</inkml:trace>
  <inkml:trace contextRef="#ctx0" brushRef="#br0" timeOffset="1.62456E6">28550 13692 0,'0'-25'0,"0"25"15,0 0 1,0 0-16,0 0 0,0 0 0,0 0 0,0 0 0,0 0 0,0 0 16,0 0-16,0 0 0,0 0 0,0 0 0,0 0 0,0 0 0,0 0 15,0 0-15,0-24 16,0 24-16,0 0 0,0 0 0,0 0 0,0 0 0,0 0 15,0 0-15,0 0 0,0 0 0,0 0 0,0 0 0,0 0 0,0 0 0,0 0 0,0 0 16,0 0 0,0 0-16,0 0 0,0 0 0,0 0 0,0 0 0,0 0 0,0 0 15,0 0-15,25 0 0,-25 0 0,0 0 0,0 0 0,0 0 0,0 0 0,0 0 16,25 0-16,-25 0 0,0 0 0,0 0 0,25 0 0,-25 0 15,0 0 1,24 0-16,-24 0 0,25 0 0,-25 0 0,0 0 0,25 0 0,-25 0 0,25 0 0,-25 0 31,25 0-31,-25 0 0,0 0 0,24 0 0,-24 0 0,0 0 0,25 0 0,-25 0 16,0 0-16,0 0 0,25 0 0,-25 0 0,0 0 0,0 0 0,0 0 0,0 0 15,0 0 1,0 0-16,0 0 0,0 0 0,0 0 0,0 0 0,0 0 0,-25 0 16,25 0-16,0 0 0,0 0 0</inkml:trace>
  <inkml:trace contextRef="#ctx0" brushRef="#br0" timeOffset="1.62885E6">31552 13965 0,'0'0'0,"0"0"0,0 0 16,0 0-16,0 0 0,0 0 0,0 0 0,0 0 0,0 0 0,0 0 16,0 0-1,0 0-15,0 0 0,0 0 0,0 0 0,0 0 0,0 0 0,0 0 0,0 0 0,0 0 16,0 0-16,0 0 0,0 0 0,0 0 0,0 0 0,0 0 0,0 0 31,0 0-31,0 0 0,0 0 0,0 0 0,0 0 0,0 0 0,0 0 0,0 0 16,0 0-16,0 0 0,0 0 0,0 0 0,0 0 0,0 0 0,0 0 0,0 0 15,0 0-15,0 0 0,0 0 16,0 0-16,0 0 0,0 0 0,0 0 0,0 0 0,0 0 15,0 0-15,0 0 0,0 0 0,0 0 0,0 0 0,0 0 0,0 0 0,0 0 16,0 0-16,0 0 0,0 0 0,0-25 16,0 25-16,24 0 0,-24 0 0,0 0 0,0 0 15,0 0-15,25 0 0,-25 0 0,0 0 0,25 0 0,-25 0 0,0 0 0,25 0 0,-25 0 16,25 0-16,-25 0 0,0 0 0,24 0 0,-24 0 15,0 0-15,25 0 16,-25 0-16,0 0 0,25 0 0,-25 0 0,0 0 0,25 0 0,-25 0 0,0 0 16,25 0-16,-25 0 0,0 0 0,0 0 0,0 0 0,24 0 0,-24 0 15,0 0 1,0 0-16,0 0 0,0 0 0,0 0 0,0 0 0,0 0 0,0 0 0,0 0 0,0 0 15,0 0-15,0 0 0,0 0 0,0 0 0,0 0 0,-24 0 16,24 0 0,0 0-16,0 0 0,0-25 0,0 25 0</inkml:trace>
  <inkml:trace contextRef="#ctx0" brushRef="#br0" timeOffset="1.62986E6">32072 13891 0,'0'0'0,"0"-25"15,-24 25-15,24 0 0,0 0 0,0 0 0,0 0 0,0-25 0,0 25 0,0 0 16,0 0-16,0 0 0,0-25 0,0 25 15,0 0-15,0 0 0,0 0 0,0 0 0,0 0 16,0-25-16,0 25 0,0 0 0,0 0 0,0 0 0,0 0 0,0 0 16,0 0-16,24 0 0,-24 0 0,0 0 0,0 0 0,0-24 0,0 24 0,0 0 15,0 0 1,0 0-16,0 0 0,0 0 0,0 0 0,0 0 0,0 0 0,0 0 0,0 0 0,0 0 15,0 0-15,0 0 0,0 0 0,0 0 0,25 0 0,-25 0 16,0 0-16,0-25 16,0 25-16,0 0 0,0 0 0,25 0 0,-25 0 0,0 0 0,0 0 0,0 0 0,0 0 15,0 0-15,25 0 0,-25 0 0,0 0 0,0 0 0,0 0 16,0 0-16,25 0 0,-25 0 15,0 0-15,0 0 0,0 0 0,24 0 0,-24 0 0,0 0 0,0 0 16,0 0-16,0 0 0,25 0 0,-25 25 0,0-25 0,0 0 0,0 0 16,0 0-1,0 0-15,0 0 0,0 0 0,0 0 0,0 0 0,25 0 0,-25 0 0,0 0 0,0 24 16,0-24-16,0 0 0,0 0 0,-25 0 0,25 0 0,0 25 0,0-25 15,0 0-15,0 0 16,0 0-16,0 25 0,-25-25 0,25 0 0,0 0 0,0 0 0,-24 25 16,24-25-16,0 0 0,0 25 0,-25-25 0,25 0 0,0 0 0,-25 24 0,25-24 15,0 0 1,-25 25-16,25-25 0,0 0 0,-25 0 0,25 25 0,0-25 0,-24 0 0,24 25 0,0-25 15,-25 0-15,25 0 0,0 0 0,-25 25 0,25-25 0,0 0 0,0 0 16,-25 24 0,25-24-16,0 0 0,0 0 0,-25 0 0,25 0 0,0 25 0,0-25 0,-24 0 15,24 0-15,0 0 0,0 0 0,0 0 0,0 0 0,0 0 0,0 0 0,0 0 16,0 0-16,0 0 15,0 0-15,0 0 0,0 0 0,0 25 0,0-25 0,0 0 0,0 0 16,0 0-16,0 0 0,0 0 0,0 0 16,0 0-1,0 0-15,0 0 0,0 0 0,0 0 0,0 0 0,0 0 0,0 0 0,0 0 0,24 0 0,-24 0 0,0 0 0,0 0 0,25 0 16,-25 0-16,0 0 0,25 0 0,-25 0 0,0 25 0,25-25 15,-25 0-15,0 0 16,25 0-16,-25 0 0,24 0 0,-24 0 0,25 0 0,-25 25 0,0-25 0,25 0 0,-25 0 16,25 0-16,-25 0 0,25 0 15,-25 0-15,0 0 0,24 24 0,-24-24 0,0 0 0,25 0 16,-25 0-16,0 0 0,0 0 0,25 0 0,-25 0 0,0 0 0,0 0 0,0 0 15,0 0-15,0-24 0,0 24 0,0 0 0,25 0 0,-25 0 0,0 0 16,0 0-16</inkml:trace>
  <inkml:trace contextRef="#ctx0" brushRef="#br0" timeOffset="1.6623E6">21729 15081 0,'0'0'16,"0"0"-16,0 0 0,0 0 0,0 0 0,0 0 0,0 0 0,0 0 0,0 0 0,0 0 15,0 0 1,0 0-16,0 0 0,0 0 0,0 0 0,0 0 0,0 0 0,0 0 0,0 0 0,0 0 15,0 0 1,0 0-16,0 0 0,0 0 0,0 0 0,0 0 0,0 0 0,0 0 0,0 0 0,0 0 16,0 0-16,0 0 0,0 0 0,0 0 0,0 0 0,0 0 0,0 0 31,0 0-31,0 0 0,0 0 0,0 0 0,0 0 0,0 0 0,0 0 0,0 0 15,0 0-15,0 0 0,0 0 0,0 0 0,0 0 0,0 0 0,0 0 0,0 0 16,0 0 0,0 0-16,0 0 0,0 0 0,0 0 0,0 0 0,0 0 0,0 0 0,0 0 15,0 0-15,0 0 0,0 0 0,0 0 0,0 0 0,0 0 0,0 0 63,0 0-63,0 0 0,0 0 0,0 0 0,0 0 0,0 0 0,0 0 0,0 0 0,0 0 0,0 0 0,0 0 0,0 0 0,0 0 15,0 0-15,0 0 0,0 0 0,0 0 0,0 0 0,0 0 0,0 0 0,0 0 0,0 0 0,0 0 0,0 0 16,0 0-16,0-25 0,0 25 0,0 0 0,-25 0 0,25 0 0,0 0 0,0 0 0,0 0 15,0 0-15,0 0 16,0 0-16,0 0 0,0-24 0,0 24 0,0 0 0,0 0 16,0 0-16,0 0 0,0 0 0,-25 0 0,25 0 0,0 0 15,0 0-15,0 0 0,0 0 0,0 0 0,0-25 16,0 25-16,-25 0 0,25 0 0,0 0 0,0 0 0,0 0 0,0 0 15,0 0-15,0 0 0,0 0 16,-24 0-16,24 0 0,0 0 0,0 0 0,0 0 0,0 0 0,0 0 0,0 0 0,-25 0 16,25 0-16,0 0 15,0 0-15,0 0 0,-25 0 0,25 0 0,0 0 16,0 25-16,0-25 0,-25 0 0,25 0 0,0 0 0,0 0 0,0 0 0,0 0 15,-25 0-15,25 0 0,0 0 0,0 0 0,0 0 16,0 0-16,-24 0 0,24 0 0,0 0 16,0 0-16,0 0 0,0 0 0,0 0 0,0 24 0,0-24 0,-25 0 0,25 0 15,0 0-15,0 0 0,0 0 16,0 0-16,0 25 0,0-25 0,-25 0 15,25 0-15,0 0 16,0 0-16,0 25 0,0-25 0,-25 0 0,25 0 0,0 25 0,0-25 0,0 0 0,0 25 0,-25-25 0,25 0 16,0 0-16,0 24 0,0-24 0,0 0 0,0 25 0,0-25 15,0 0-15,-24 25 16,24-25-16,0 0 0,0 0 0,0 25 0,0-25 0,0 0 0,0 25 15,-25-25-15,25 0 0,0 0 0,0 24 0,0-24 0,0 0 0,0 0 16,0 0-16,0 25 0,0-25 16,0 0-16,0 0 0,0 25 0,0-25 15,0 0-15,0 0 0,0 0 0,0 25 16,0-25-16,0 0 0,0 0 0,0 25 0,0-25 0,0 0 0,0 0 0,0 0 0,0 25 0,0-25 15,0 0-15,0 0 0,0 24 0,25-24 0,-25 0 0,0 0 0,0 0 16,0 0-16,0 25 0,0-25 16,24 0-16,-24 0 0,0 25 0,0-25 0,0 0 0,0 0 0,25 0 15,-25 25-15,0-25 0,0 0 0,25 25 0,-25-25 0,0 0 0,0 0 16,25 24-1,-25-24-15,0 0 0,0 0 0,25 25 0,-25-25 0,0 0 0,0 0 0,0 0 0,24 0 16,-24 0-16,0 0 0,0 0 0,25 0 0,-25 0 16,0 0-16,0 0 0,25 0 15,-25 0-15,0 0 0,25 0 0,-25 0 0,0 0 0,25 0 0,-25 0 0,0-25 16,0 25-16,24 0 0,-24 0 0,0 0 0,0 0 15,25 0-15,-25 0 0,0 0 0,0 0 16,0-24-16,25 24 0,-25 0 0,0 0 0,0 0 0,0-25 0,25 25 16,-25 0-1,0 0-15,0 0 0,0 0 0,0-25 0,0 25 0,25 0 0,-25 0 0,0 0 16,0 0-16,0 0 0,0 0 0,0 0 0,0-25 0,0 25 15,0 0-15,0 0 0,0 0 0,0 0 0,0 0 0,0 0 0,0 0 0,0 0 16,0 0 0,0 0-16,0 0 0,-25 0 0,25 0 0,0 0 0,0 0 0</inkml:trace>
  <inkml:trace contextRef="#ctx0" brushRef="#br0" timeOffset="1.6632E6">22448 15255 0,'0'0'0,"0"0"16,0 0-16,0 0 0,0 0 0,0 0 0,0 0 16,-25 0-16,25 0 0,0 0 0,0 0 15,0 0-15,0 0 0,0 0 0,0 0 0,0 0 0,0 0 0,0 0 0,0 0 16,0 0-1,0 0-15,0 0 0,0 0 0,0 0 0,0 0 0,0 0 0,0 0 0,0 0 16,0 0-16,0 0 0,25 0 0,-25 0 0,0 0 0,0 0 0,0 0 0,0 0 16,0 0-1,0 0-15,0 0 0,0 0 0,0 0 0,0 0 0,25 0 31,-25 0-31,0 0 0,0 0 0,0 0 0,25 0 0,-25 0 0,0 0 0,25 0 0,-25 0 0,0 0 0,0 0 0,24 0 0,-24 0 16,0 0-16,25 0 0,-25 0 0,25 0 0,-25 0 0,0 0 31,0 0-31,25 0 0,-25 0 0,0 0 0,25 0 0,-25 0 0,0 0 0,0 0 0,0 0 0,24 0 16,-24 0-16,0 0 0,0 0 0,0 0 0,0 0 0,0 0 15,25 0-15,-25 0 16,0 0-16,0-25 0,0 25 0,0 0 0,0 0 0</inkml:trace>
  <inkml:trace contextRef="#ctx0" brushRef="#br0" timeOffset="1.66367E6">22349 15503 0,'0'0'0,"0"0"0,0 0 15,0 0-15,0 0 0,0 0 0,0 0 0,0 0 0,0 0 0,0 0 16,0 0-16,0 0 0,0 0 0,0 0 16,0 0-16,0-25 0,0 25 0,0 0 0,0 0 15,0 0-15,25 0 0,-25 0 0,0 0 0,0 0 0,0 0 0,25 0 31,-25 0-31,0 0 0,0 0 0,24 0 0,-24 0 0,0 0 0,25 0 0,-25 0 0,0 0 0,25 0 0,-25 0 16,0 0-16,25 0 0,-25 0 0,0 0 16,25 0-16,-25 0 0,24 0 0,-24 0 15,0 0-15,25 0 0,-25 0 0,25-25 0,-25 25 0,25 0 0,0 0 0,-25 0 16,24 0-16,-24 0 0,25 0 0,-25 0 0,0-24 15,25 24-15,-25 0 0,0 0 0,25 0 16,-25 0-16</inkml:trace>
  <inkml:trace contextRef="#ctx0" brushRef="#br0" timeOffset="1.66579E6">23416 14858 0,'0'0'0,"0"0"0,0 0 16,0 0-16,0 0 0,0 0 0,0-25 0,0 25 15,0 0-15,0 0 16,0 0-16,0 0 0,0 0 0,0 0 0,0 0 0,0 0 0,0 0 0,0 0 0,0 0 31,0 0-31,0 0 0,0 0 0,0 0 0,0 0 0,0 0 0,0 0 0,0 0 0,0 0 16,0 0-16,0 0 0,0 0 0,0 0 0,0 0 0,0 0 0,0 0 15,0 0 1,0 0-16,0 0 0,-25 0 0,25 0 0,0 0 0,0 0 0,0 0 0,0 0 15,0 0-15,0 0 0,0 0 0,0 0 0,0 0 0,0 0 0,0 0 16,0 0-16,0 0 0,0 0 16,0 0-16,0 0 0,-25 0 0,25 0 0,0 0 0,0 0 0,0 0 15,0 0-15,0 0 0,0 0 0,0 0 0,0 0 0,0 0 16,0 0-16,0 0 0,0 0 15,-25 0-15,25 0 0,0 0 0,0 0 0,0 0 0,0 0 0,0 0 16,0 0-16,0 0 16,-25 0-16,25 0 0,0 0 0,0 0 0,0 0 0,0 0 0,0 25 15,-24-25-15,24 0 0,0 0 16,0 0-16,0 0 0,0 0 0,-25 0 0,25 0 0,0 0 0,0 0 0,0 0 0,0 0 0,0 0 0,0 0 15,-25 25 1,25-25-16,0 0 0,0 0 0,0 0 0,0 0 16,0 0-16,0 0 0,0 0 0,-25 0 0,25 25 0,0-25 0,0 0 0,0 0 0,0 0 0,0 0 15,0 24-15,-25-24 16,25 0-16,0 0 0,0 0 0,0 25 0,0-25 0,0 0 0,0 0 15,0 25-15,0-25 0,0 0 0,0 0 0,0 25 0,0-25 0,-24 0 0,24 25 16,0-25 0,0 0-16,0 0 0,0 0 0,0 24 0,0-24 0,0 0 0,0 0 15,-25 25-15,25-25 0,0 0 0,0 0 0,0 25 0,0-25 0,0 0 0,0 25 16,0-25-1,0 0-15,0 25 0,0-25 0,0 0 0,0 24 0,-25-24 0,25 0 0,0 25 0,0-25 16,0 0-16,0 0 0,0 25 0,0-25 0,0 0 0,0 25 16,0-25-1,0 0-15,0 25 0,-25-25 0,25 0 0,0 24 0,0-24 0,0 25 0,0-25 16,0 0-16,0 25 0,0-25 0,0 0 0,0 25 15,0-25-15,0 0 0,0 25 0,0-25 0,0 0 16,0 25-16,0-25 0,0 0 0,0 24 0,0-24 0,0 0 16,-25 25-16,25-25 0,0 0 0,0 25 0,0-25 0,0 0 15,0 25-15,0-25 0,0 0 16,0 25-16,0-25 15,0 0-15,0 0 0,0 24 0,0-24 0,0 0 0,0 25 0,0-25 0,0 0 0,0 0 0,0 25 0,0-25 0,0 0 0,0 0 16,0 0-16,0 25 16,0-25-16,0 0 0,0 0 0,0 0 0,0 25 0,0-25 0,0 0 15,0 0-15,0 0 0,0 0 0,0 24 0,0-24 0,0 0 0,25 0 16,-25 0-1,0 25-15,0-25 0,0 0 0,0 0 0,0 0 0,0 0 0,0 0 0,0 25 0,0-25 16,25 0-16,-25 0 0,0 0 0,0 0 0,0 0 0,0 0 16,0 0-1,0 25-15,25-25 0,-25 0 0,0 0 0,0 0 0,0 0 0,0 0 0,0 0 0,0 0 16,0 0-16,25 0 0,-25 25 15,0-25-15,0 0 0,0 0 0,0 0 0,0 0 0,24 0 16,-24 0-16,0 0 0,0 0 0,0 24 0,0-24 0,0 0 0,25 0 0,-25 0 0,0 0 31,0 0-31,0 0 0,0 0 0,25 25 0,-25-25 0,0 0 0,0 0 0,25 0 0,-25 0 0,0 0 16,0 0-16,25 0 0,-25 25 0,0-25 0,24 0 0,-24 0 15,0 0-15,0 0 16,25 0-16,-25 0 0,0 25 0,0-25 0,25 0 0,-25 0 0,0 0 0,0 0 16,0 0-16,25 0 0,-25 0 0,0 0 0,0 0 0,0 0 0,0 0 31,0 0-31,0 0 0,0 0 15,0 0-15,0 0 0,0 0 0,0 0 0,0 0 0,0-25 0,0 25 0,0 0 0,0 0 0,25-25 0,-25 25 0,0-25 0,0 25 0,0-24 16,0 24-16</inkml:trace>
  <inkml:trace contextRef="#ctx0" brushRef="#br0" timeOffset="1.67601E6">23837 14511 0,'0'0'0,"0"25"0,0-25 0,0 0 15,0 0-15,0 0 0,0 0 0,0 0 16,0 0-16,0 0 0,0 0 15,0 0-15,0 0 0,0 0 0,0 0 0,0 0 0,0 0 0,0 0 0,0 0 0,0 0 16,0 0-16,0 0 0,0 0 0,0 0 0,0 0 16,0 0-16,0 0 15,0 0-15,0 0 0,0 0 0,0 0 0,0 0 0,0 0 0,0 0 0,0 0 16,0 0-16,0 0 0,0 0 0,0 0 0,0 0 0,0 0 0,0 0 15,0 0-15,0 24 16,0-24-16,0 0 0,0 0 0,0 0 0,0 0 0,0 0 16,0 0-16,0 0 0,0 0 0,0 0 0,0 0 0,0 0 0,0 0 15,-25 25-15,25-25 16,0 0-16,0 0 0,0 0 0,0 0 0,0 0 0,0 0 0,0 0 0,0 0 0,0 0 0,-24 0 15,24 0 1,0 0-16,0 0 0,0 0 0,0 0 31,0 0-31,0 0 0,0 0 0,0 0 0,-25 0 0,25 0 0,0 0 0,0 0 0,0 0 0,0 0 0,0 0 0,0 25 0,0-25 0,0 0 0,0 0 0,0 0 16,0 0-16,0 0 0,-25-25 0,25 25 0,0 0 15,0 0-15,0 0 0,0 0 16,0 0-16,0 0 0,0 0 0,0 0 0,0 0 0,0 0 0,0 0 0,0 0 0,0 0 31,0 0-31,0 0 0,25-25 0,-25 25 0,0 0 0,0 0 0,0 0 0,0 0 0,0 0 0,0 0 16,0 0-16,0-24 0,0 24 0,0 0 0,25 0 0,-25 0 15,0 0-15,0 0 0,0 0 16,24 0-16,-24-25 0,0 25 0,0 0 0,25 0 0,-25 0 0,0 0 16,0 0-1,0 0-15,0 0 0,0 0 0,25 0 0,-25 0 0,0 0 0,0 0 0,0 0 16,0 0-16,0 0 0,0 0 0,0 0 0,0 0 0,0 0 0,25 0 0,-25 25 15,0-25-15,0 0 16,0 0-16,0 0 0,0 24 0,0-24 0,0 0 0,0 0 16,0 25-16,0-25 0,0 0 0,0 25 0,0-25 0,0 0 0,0 0 0,0 25 15,0-25 1,0 0-16,0 0 0,0 25 0,0-25 0,0 0 0,0 24 0,-25-24 0,25 0 15,0 0-15,0 25 0,0-25 0,0 0 0,-25 0 16,25 25-16,0-25 0,0 0 0,0 0 0,-25 25 0,25-25 0,0 0 0,-24 0 16,24 25-16,0-25 0,-25 0 0,25 24 0,0-24 15,-25 0 16,25 0-31,0 25 0,-25-25 0,25 0 0,0 0 0,0 0 0,-25 25 0,25-25 0,0 0 0,-24 0 0,24 0 0,0 0 0,0 0 0,-25 0 16,25 25-16,0-25 0,0 0 0,-25 0 0,25 0 0,0 0 0,0-25 16,0 25-1,-25 0-15,25 0 0,0 0 0,0 0 0,0 0 0,-25 0 0,25 0 0,0 0 0,0 0 16,0 0-16,0 0 0,0 0 0,0 0 0,0 0 0,-24 0 15,24-25 1,0 25-16,0 0 0,0 0 0,0 0 0,0 0 0,0 0 0,0 0 0,0 0 0,0-25 16,0 25-16,0 0 0,24 0 0,-24 0 0,0 0 0,0 0 15,0 0-15,0 0 16,0-24-16,0 24 0,0 0 0,25 0 0,-25 0 0,0 0 0,0 0 15,0 0-15,0 0 0,25 0 0,-25 0 0,0 0 0,0 0 0,0 0 0,25 0 32,-25 0-32,0 0 0,0 0 0,0 0 0,25 0 0,-25 0 0,0 0 0,0 24 0,24-24 0,-24 0 15,0 0-15,0 0 0,25 0 0,-25 0 0,0 0 0,0 25 16,25-25-16,-25 0 15,0 0-15,0 0 0,0 0 0,0 25 0,0-25 16,25 0-16,-25 0 0,0 25 0,0-25 0,0 0 0,0 0 16,0 25-16,0-25 0,0 0 0,0 0 0,0 0 0,0 24 0,0-24 0,25 0 15,-25 0-15,0 0 0,0 25 16,0-25-16,0 0 0,0 0 0,0 0 0,0 0 0,0 0 15,0 0-15,0 25 0,0-25 0,0 0 0,24 0 0,-24 0 0,0 0 0,0 0 32,0 0-32,0 0 0,0 0 0,0 0 0,25 0 0,-25 0 0,0 0 0,0 0 0,0 0 31,25 0-31,-25 0 0,0-25 0,0 25 0,0 0 0,25 0 0,-25 0 0,0 0 0,0 0 0,25 0 0,-25 0 15,0 0-15,0-25 0,25 25 0,-25 0 0,0 0 0,0 0 0,0 0 16,0 0 0,24 0-16,-24 0 0,0 0 0,0 0 0,0 0 0,0 0 0,0-24 0,0 24 15,0 0-15,0 0 0,0 0 0,0 0 0,0 0 0,0 0 16,0 0-16,0 0 15,0 0-15,0 0 0,0 0 0,0 0 0,0 0 0,0 0 0,0 0 16,0 0-16,0 0 0,0 0 0,0 0 0,0 0 0,0 0 0,0 0 0,0 0 16,0 0-16,0 0 0,0-25 0,0 25 0,0 0 0,0 0 15,0 0-15,0 0 0,0 0 0,0-25 0</inkml:trace>
  <inkml:trace contextRef="#ctx0" brushRef="#br0" timeOffset="1.6779E6">24581 14808 0,'0'0'0,"0"0"16,0 0-16,0 0 0,0 0 0,0 0 0,0 0 0,0 0 0,0 0 0,0 0 15,0 0-15,0 0 0,0 0 16,0 0-16,0 0 0,0 0 0,0 0 0,0 0 0,0 0 15,0 0-15,0 0 0,0 0 0,0 0 0,0 0 0,0 0 0,0 0 0,0 0 16,0 0-16,0-24 0,0 24 0,0 0 0,0 0 0,0 0 16,0 0-16,0 0 15,0 0-15,0 0 0,0 0 0,0 0 0,0 0 0,0 0 0,0 0 0,0 0 0,0 0 16,0 0-1,0 0-15,25 0 0,-25 0 0,0 0 0,0 0 0,0 0 0,25 0 16,-25 0-16,0 0 0,25 0 0,-25 0 0,25 0 0,-25 0 0,0 0 16,24 0-16,-24-25 0,25 25 0,-25 0 15,25 0-15,-25 0 0,25 0 0,-25 0 0,25 0 16,-25 0-16,24 0 0,-24 0 0,25 0 0,-25 0 0,0 0 0,0 0 0,25 0 15,-25 0-15,0 0 0,0 0 0,0 0 0,0 0 0,0 0 16,0 0-16,0 0 0,0 0 0,0 0 16,0 0-16,0 0 0,0 0 0,0 0 0,0 0 0,0 0 15,0 0-15,0 0 16,0 0-16,0 0 0,0 0 0,0 0 0,0 0 0,0 0 0,0 0 15,0 0-15,0 0 0</inkml:trace>
  <inkml:trace contextRef="#ctx0" brushRef="#br0" timeOffset="1.67889E6">25251 14734 0,'25'0'0,"-25"0"15,0-25 1,0 25-16,0 0 0,0 0 0,0 0 0,0 0 0,0 0 0,0 0 15,25 0-15,-25 0 0,0 0 0,0-25 0,0 25 0,0 0 0,0 0 0,0 0 16,0 0-16,0 0 0,0 0 16,0 0-16,0 0 0,0 0 0,0 0 0,0 0 15,0 0-15,0 0 0,-25 0 0,25 0 0,0 0 0,0 0 0,0 0 0,0 0 31,0 0-31,-25-24 16,25 24-16,0 0 16,0 0-16,0 0 0,-25 0 0,25 0 0,0 0 0,0 0 0,-24 0 0,24 0 0,0-25 0,0 25 0,-25 0 0,25 0 0,0 0 15,0 0-15,0 0 0,-25 0 0,25 0 0,0 0 16,0 0-16,0 0 0,0 0 0,0 0 0,-25 25 0,25-25 0,0 0 0,0 0 0,0 0 15,0 0-15,0 0 0,-25 0 0,25 24 0,0-24 0,0 0 0,0 0 16,0 0-16,0 25 16,0-25-16,0 0 0,0 0 0,0 25 0,0-25 0,0 0 0,0 0 0,0 25 15,0-25-15,0 0 0,0 0 0,0 25 0,0-25 0,0 0 16,0 0-16,0 0 15,0 24-15,0-24 0,0 0 0,0 0 0,0 0 0,0 0 0,0 0 0,0 25 16,25-25-16,-25 0 0,0 0 0,0 0 0,0 0 0,25 0 0,-25 0 31,0 0-31,0-25 0,25 25 0,-25 0 0,0 0 0,25 0 0,-25 0 0,0-24 0,24 24 16,-24 0-16,0 0 0,25 0 0,-25 0 0,0-25 0,25 25 0,-25 0 15,0 0 1,0 0-16,0 0 0,25-25 0,-25 25 0,0 0 0,0 0 0,0 0 0,0 0 0,0-25 0,0 25 16,25 0-1,-25 0-15,0 0 0,0 0 0,0 0 0,0 0 0,0 0 0,0-25 16,0 25-16,0 0 0,0 0 0,0 0 0,0 0 0,0 0 0,0 0 15,0 0-15,0 0 16,0 0-16,0 0 0,0 0 0,0 0 0,0 0 0,0 0 0,0 0 16,0 0-16,0 0 0,0 0 0,0 0 0,0 0 15,0 0-15,0 0 0,0 0 0,0 0 0,0 0 0,0 0 0,0 25 16,0-25-16,0 0 0,0 0 0,-25 25 0,25-25 15,0 0-15,0 25 0,0-25 0,0 0 16,0 25-16,0-25 0,0 0 0,-25 24 0,25-24 0,0 25 0,0-25 16,0 0-16,0 25 0,0-25 0,0 25 0,0-25 0,0 0 0,0 25 15,0-25-15,0 0 16,0 24-16,-25-24 0,25 0 0,0 25 0,0-25 0,0 0 0,0 25 0,0-25 0,0 0 15,0 0-15,0 25 0,0-25 0,0 0 16,0 0-16,-25 25 0,25-25 16,0 0-16,0 0 0,0 0 0,0 0 0,0 0 0,0 0 0,0 0 0,0 24 0,0-24 15,-24 0 1,24 0-16,0 0 0,0 0 0,0 0 0,0 0 0,0 0 0,0 0 0,0 0 15,-25 0-15,25 0 0,0 0 0,0 0 0,0-24 0,-25 24 0,25 0 16,0 0-16,0 0 0,0 0 16,0 0-16,0 0 0,-25 0 0,25 0 0,0 0 0,0 0 15,0 0-15,0 0 0,0 0 0,0 0 0,0-25 0,0 25 0,0 0 16,0 0-16,0 0 0,0 0 0,0 0 0,0 0 0,0 0 15,0 0-15,0 0 16,0 0 0,0 0-16,0 0 0,0 0 0,0-25 0,25 25 0,-25 0 0,0 0 0,0 0 0,0 0 0,0 0 0,25 0 0,-25 0 0,0 0 15,0 0-15,0-25 0,0 25 0</inkml:trace>
  <inkml:trace contextRef="#ctx0" brushRef="#br0" timeOffset="1.68126E6">26194 14957 0,'0'0'0,"0"0"31,0 0-31,0 0 0,0 0 0,0 0 0,0 0 0,0 0 0,0 0 0,0 0 16,0 0-16,0 0 0,0 0 0,0 0 0,0 0 0,0 0 0,0 0 0,0 0 15,0 0-15,0 0 16,0 0-16,0 0 0,0 0 0,0 0 0,0 0 0,0 0 15,0 0-15,0 0 0,0 0 0,0 0 0,0 0 0,0 0 0,0 0 0,0 0 16,0 0-16,0 0 0,0 0 16,0 0-16,0 0 0,0 0 0,0 0 15,0 0-15,0-25 0,0 25 0,0 0 0,25 0 0,-25 0 0,0 0 0,0-24 0,0 24 16,24 0-16,-24 0 15,0-25-15,0 25 0,25 0 0,-25 0 0,0-25 16,0 25-16,25 0 0,-25 0 0,0-25 0,0 25 0,25 0 0,-25-25 0,0 25 0,0 0 16,0 0-16,25 0 0,-25-24 0,0 24 0,0 0 0,0 0 15,0 0-15,0 0 0,0 0 16,0-25-16,0 25 0,0 0 0,0 0 0,0 0 0,0 0 0,0 0 15,0 0-15,0 0 0,0 0 0,0 0 0,0 0 32,0 0-32,0 0 0,0 0 0,0 0 0,0 0 0,0 0 0,0 25 0,0-25 0,0 0 15,0 0-15,0 0 0,0 0 0,0 0 0,0 0 0,0 24 0,0-24 0,0 0 16,0 0-16,0 25 15,0-25-15,0 0 0,0 25 0,0-25 0,-25 25 0,25-25 0,0 25 16,0-25-16,0 0 0,0 24 0,0-24 0,0 25 0,0-25 0,0 25 16,0-25-1,0 0-15,-25 25 0,25-25 0,0 0 0,0 25 0,0-25 0,0 0 0,0 24 0,0-24 0,0 0 16,0 0-16,0 25 0,0-25 0,0 0 0,0 0 15,0 0-15,0 0 0,0 0 16,0 0-16,0 0 0,0 0 0,0 0 0,0 0 0,0 0 0,0 0 0,0 0 16,0 0-16,0 0 0,0 0 15,0 0-15,0 0 0,0 0 0,0 0 0,0 0 0,0 0 16,0 0-16,0-25 0,0 25 0,25 0 0,-25 0 0,0-24 0,0 24 15</inkml:trace>
  <inkml:trace contextRef="#ctx0" brushRef="#br0" timeOffset="1.68206E6">26665 14784 0,'0'0'0,"0"0"16,0 0-16,0 0 0,0 0 0,0 0 0,0 0 0,0 0 0,0 0 15,0 0 1,0 0-16,0 0 0,0 0 0,0 0 0,0 0 0,0 0 0,0 0 0,0 0 16,0 0-16,0 0 0,0 0 0,0 0 0,0 0 0,0 0 0,0 0 0,0 0 31,0 0-31,0 0 0,0 0 0,0 0 0,0 0 0,0 0 0,0 0 0,-25 0 15,25 0-15,0 0 0,0 0 0,0 0 0,0 0 0,0 24 0,0-24 0,0 0 16,0 0 0,0 0-16,0 25 0,0-25 0,-25 0 0,25 0 0,0 0 0,0 25 0,0-25 15,0 0-15,0 0 0,0 0 0,0 0 0,0 0 0,0 0 0,0 25 16,0-25-1,0 0-15,0 0 0,0 0 0,0 0 0,-24 0 0,24 0 0,0 0 0,0 0 0,0 0 32,24 0-32,-24 0 0,0 0 0,0 25 0,0-25 0,0 0 0,0 0 0,0 0 0,0 0 0,0 0 15,0 0-15,0 0 0,0 0 16,25 0-16,-25 0 0,0 0 0,0 0 0,0 0 0,25 0 15,-25 0-15,0 0 0,0 0 0,25 0 0,-25 0 0,0 0 0,0 0 0,25 0 16,-25 0-16,0 0 0,0 0 0,0 0 0,24 0 0,-24 0 16,0 0-1,0 0-15,0 0 0,0 0 0,25 0 0,-25 0 0,0 0 0,0 0 0,0 0 0,0 0 0,0 0 16,0 0-16,25 0 0,-25 24 0,0-24 0,0 0 0,0 0 15,0 0 1,0 0-16,0 25 0,0-25 0,0 0 0,0 0 0,0 25 0,0-25 0,0 0 0,0 0 16,0 25-16,0-25 0,0 0 15,0 0-15,0 25 0,0-25 0,0 0 0,0 0 16,0 24-16,0-24 0,0 0 0,0 0 0,0 25 0,0-25 0,0 0 15,0 0-15,0 25 0,0-25 0,0 0 0,0 0 0,0 0 16,0 25 0,0-25-16,0 0 0,0 0 0,0 0 0,0 0 0,0 0 0,-25 25 0,25-25 0,0 0 0,0 0 0,0 0 15,0 0 1,0 0-16,0 0 0,0 0 0,-25 0 0,25 0 0,0 0 0,0 0 15,0 0-15,0 0 0,0 0 0,-24 0 0,24 0 16,0 0-16,0 0 0,0 0 0,-25 0 0,25 0 0,0 0 0,0 0 16,0 0-16,0 0 0,-25 0 0,25 0 0,0 0 0,0 0 0,0 0 15,0 0 1,0 0-16,0 0 0,0 0 0,0 0 0,0 0 0,-25-25 0,25 25 0,0 0 0,0 0 15,0 0-15,0-25 0,25 25 0,-25 0 0,0 0 0,0-25 16,0 25 0</inkml:trace>
  <inkml:trace contextRef="#ctx0" brushRef="#br0" timeOffset="1.68233E6">26764 14759 0,'0'0'0,"0"0"0,0 0 16,0 0-16,0 0 0,0-25 0,0 25 0,0 0 0,0 0 0,25 0 0,-25 0 0,0 0 0,0 0 15,0 0-15,0 0 0,0-25 0,25 25 16,-25 0-16,0 0 0,0 0 15,25 0-15,-25 0 0,24 0 0,-24 0 16,0 0-16,25 0 0,-25 0 0,0 0 0,25 0 0,-25 0 0,25 0 0,-25 0 0,25 0 0,-25 0 0,24 0 16,-24 0-1,0 0-15,25 0 0,-25 0 0,25 0 0,-25-25 0,0 25 0,25 0 0</inkml:trace>
  <inkml:trace contextRef="#ctx0" brushRef="#br0" timeOffset="1.68439E6">23564 15404 0,'0'0'0,"0"0"0,0 0 0,0 0 16,0-25-16,0 25 0,0 0 0,0 0 0,0 0 16,0 0-16,0 0 0,0 0 15,0 0-15,0 0 0,0 0 0,0 0 0,0 0 0,0 0 0,0 0 0,0 0 16,0 0-1,0 0-15,0 0 0,0 0 0,0 0 0,0 0 0,0 0 0,0 0 0,0 0 0,0 0 16,0 0-16,0 0 0,0 0 0,0 0 0,0 0 0,0 0 16,0 0-1,0 0-15,0 0 0,0 0 0,0 0 0,0 0 0,0 0 0,0 0 16,0 0-16,0 0 0,0 0 0,0 0 0,0 0 0,0 0 0,0 0 0,0 0 15,25 0-15,-25 0 16,0 0-16,0 0 0,0 0 0,25 0 0,-25 0 0,0 0 16,25 0-16,-25 0 0,0 0 0,25 0 0,-25 0 0,0 0 0,24 0 0,-24 0 15,0 0-15,25 0 0,-25 0 0,0 0 0,25 0 0,-25 0 16,0 0-16,0 0 15,25 0-15,-25 0 0,0 0 0,0 0 0,0 0 0,0 0 0,0 0 0,0 25 0,0-25 16</inkml:trace>
  <inkml:trace contextRef="#ctx0" brushRef="#br0" timeOffset="1.685E6">23812 15602 0,'0'0'0,"0"0"16,0 0-16,0 0 0,0 0 0,0 0 0,0 0 0,0 0 0,0 0 0,0 0 15,0 0-15,0 0 0,0 0 0,0 0 0,0 0 0,0-25 0,25 25 16,-25 0-1,0 0-15,0 0 0,0 0 0,0 0 0,0 0 0,25 0 0,-25-24 16,0 24-16,0 0 0,0 0 0,0 0 0,25-25 0,-25 25 0,0 0 0,0 0 31,25-25-31,-25 25 0,0 0 0,0-25 0,25 25 0,-25 0 0,0 0 0,0-25 0,0 25 0,24 0 16,-24-24-16,0 24 0,0 0 0,0 0 0,25-25 0,-25 25 15,0 0 1,0 0-16,0-25 0,0 25 0,0 0 0,0 0 0,25 0 0,-25 0 0,0 0 16,0 0-16,0 0 0,0-25 0,0 25 15,0 0-15,0 0 0,0 0 0,0 0 0,0 0 0,0 0 0,0 0 16,0 0-16,0 0 0,0 0 0,0 0 0,0 0 0,0 0 0,0 0 15,0 0 1,0 0-16,0 25 0,0-25 0,0 0 0,0 0 0,0 0 0,0 0 0,0 0 0,0 25 16,0-25-16,0 0 0,0 25 0,-25-25 0,25 0 0,0 24 15,0-24-15,0 0 16,0 25-16,0-25 0,0 0 0,0 25 0,-25-25 0,25 0 0,0 25 31,0-25-31,0 0 0,0 25 0,0-25 0,0 0 0,-24 24 0,24-24 0,0 0 0,0 0 0,0 25 0,0-25 0,0 0 16,0 0-16,0 25 0,0-25 0,0 0 0,-25 0 0,25 0 0,0 0 15,0 25-15,0-25 16,0 0-16,0 0 0,0 0 0,0 0 0,0 0 0,0 0 0,0 0 15,0 0-15,0 0 0</inkml:trace>
  <inkml:trace contextRef="#ctx0" brushRef="#br0" timeOffset="1.68552E6">24036 15677 0,'0'0'0,"0"0"0,0 0 0,0 0 15,0 0-15,0 0 0,0 0 0,0-25 0,0 25 0,0 0 16,25 0 0,-25 0-16,0 0 0,0 0 0,0-25 0,24 25 0,-24 0 0,0 0 0,0 0 15,25-25-15,-25 25 0,0 0 0,25 0 0,-25 0 0,0-25 0,25 25 16,-25 0-1,0 0-15,25-24 0,-25 24 0,0 0 0,24 0 0,-24-25 0,0 25 0,25 0 16,-25 0-16,0-25 0,0 25 0,25 0 0,-25 0 0,0-25 0,0 25 0,0 0 16,0 0-16,25-25 0,-25 25 15,0 0-15,0 0 0,0 0 0,0-24 0,0 24 0,0 0 31,0 0-31,0 0 0,0 0 0,0 0 0,0 0 0,0 0 0,0 0 0,0 0 0,0 0 0,0 0 16,0 0-16,0 0 0,0 0 0,0 0 0,0 0 0,0 0 0,0 0 16,0 0-1,0 0-15,25 0 0,-25 0 0,0 0 0,0 0 0,0 0 0,0 0 0,0 24 16,0-24-16,0 0 0,0 0 0,-25 0 0,25 25 0,0-25 0,0 0 0,0 25 15,0-25-15,0 25 16,0-25-16,0 0 0,0 25 0,0-25 0,0 0 0,0 24 16,-25-24-16,25 25 0,0-25 0,0 0 0,0 25 0,0-25 0,0 0 0,0 25 15,0-25-15,0 0 16,0 25-16,-25-25 0,25 0 0,0 24 0,0-24 0,0 0 0,0 0 0,0 0 0,0 25 15,0-25-15,0 0 0,0 0 16,0 0-16,0 0 0,0 0 0,0 0 0,0 0 16,0 0-16,0 0 0,0 0 0,0 0 0,0 0 0,25 0 0</inkml:trace>
  <inkml:trace contextRef="#ctx0" brushRef="#br0" timeOffset="1.68726E6">25301 15354 0,'-25'0'0,"25"0"0,0 0 15,0 0-15,0 0 0,0-25 0,0 25 0,0 0 0,0 0 0,0 0 31,0 0-31,0 0 0,0 0 0,0 0 0,0 0 0,0 0 0,0 0 0,0 0 0,0 0 16,0 0-16,0 0 0,0 0 0,0 0 0,0 0 0,0 0 0,0 0 16,0 0-16,0 0 15,0 0-15,0 0 0,0 0 0,0 0 0,0 0 0,0 0 16,-25 0-16,25 0 0,0 0 0,0 0 0,0-25 0,0 25 0,0 0 0,0 0 15,0 0 1,0 0-16,0 0 0,0 0 0,0 0 0,0 0 0,0 0 0,0 0 16,0 0-16,0 0 0,0 0 0,0 0 0,0 0 0,0-24 0,0 24 0,0 0 15,0 0-15,0 0 0,0 0 0,0 0 16,0 0-16,0 0 0,0 0 0,0 0 15,0 0-15,0 0 0,0 0 0,0 0 0,0 0 0,0 0 0,0-25 0,0 25 0,25 0 32,-25 0-32,0 0 0,0 0 0,0 0 0,0 0 0,0 0 0,25 0 0,-25 0 15,0 0-15,0 0 0,0 0 0,25 0 0,-25 0 0,0 0 0,0 0 16,0 0-16,24 0 15,-24 0-15,0 0 0,0 0 0,0 0 0,25 0 0,-25 0 0,0 0 0,0 0 0,0 25 0,0-25 32,0 0-32,0 0 0,25 0 0,-25 0 0,0 0 0,0 0 0,0 24 0,0-24 0,0 0 15,0 0-15,0 25 0,-25-25 0,25 0 0,0 25 0,0-25 0,0 0 31,0 0-31,-25 25 0,25-25 0,0 0 0,0 25 0,-24-25 0,24 0 0,0 0 0,0 25 16,0-25-16,-25 0 0,25 0 0,0 24 0,0-24 0,-25 0 0,25 0 16,0 25-1,0-25-15,-25 0 0,25 0 0,0 0 0,0 0 0,-25 25 0,25-25 0,0 0 0,0 0 16,0 0-16,0 0 0,0 0 0,-24 0 0,24 0 0,0 0 15,0 0 1,0 0-16,0 0 0,0 0 0,0 0 0,0 0 0,0 0 0,0 0 0,0 0 0,0 0 16,0 0-16,24 0 0,-24 0 0,0 0 0,0 0 0,0 0 0,0 0 15,25 0 1,-25 0-16,0 0 0,0 0 0,0 0 0,25 0 0,-25-25 0,0 25 0,0 0 15,25 0-15,-25 0 0,0 0 0,0 0 0,25 0 0,-25 0 32,0 0-32,0 0 0,24 0 0,-24 0 0,0 0 0,0 0 0,0 0 0,0 25 0,25-25 0,-25 0 0,0 0 0,0 0 15,0 0 1,0 0-16,25 25 0,-25-25 0,0 0 0,0 0 0,0 0 0,0 25 15,0-25-15,0 0 0,0 24 0,0-24 0,0 0 0,0 0 0,0 25 0,0-25 16,0 0-16,0 25 0,0-25 16,0 0-16,0 0 0,0 25 0,-25-25 0,25 0 15,0 25-15,0-25 0,0 0 0,0 0 0,0 24 0,-25-24 0,25 0 0,0 0 16,0 0-16,0 0 0,0 25 0,-24-25 0,24 0 0,0 0 15,0 0-15,0 0 16,-25 0-16,25 0 0,0 0 0,0 0 0,0 0 0,0 0 0,-25 0 0,25 0 0,0 0 16,0 0-16,0 0 0,0 0 15,-25 0-15,25 0 0,0 0 0,0 0 16,0 0-16,0-25 0,0 25 0,0 0 0,0 0 0,0 0 0,-25 0 0,25 0 15,0 0-15,0 0 0,0 0 0,0 0 0,0 0 0,0 0 0,0 0 16,0 0-16,0 0 16,0 0-16,0 0 0,0 0 0,0-24 0,0 24 0,0 0 0,0 0 0,0 0 15,0 0 1,0 0-16,0 0 0,0 0 0,0 0 0,0 0 0,0 0 0,0 0 0</inkml:trace>
  <inkml:trace contextRef="#ctx0" brushRef="#br0" timeOffset="1.6881E6">26219 15602 0,'0'0'15,"0"0"-15,0 0 16,-25-25-16,25 25 0,0 0 0,0 0 0,0 0 0,0 0 0,0 0 15,0 0-15,0 0 0,0 0 0,0 0 0,0 0 0,0 0 0,0 0 16,0 0 0,0 0-16,0 0 0,0 0 0,25 0 0,-25 0 0,0 0 0,0 0 0,0 0 0,0 0 0,0 0 15,0 0-15,0 0 0,24-24 0,-24 24 0,0 0 0,0 0 16,25 0-16,-25 0 15,0 0-15,25 0 0,-25 0 0,0 0 0,25 0 0,-25 0 0,25 24 16,-25-24-16,0 0 0,24 0 0,-24 0 0,25 0 0,-25 0 0,25 0 16,-25 0-16,0-24 15,25 24-15,-25 0 0,0 0 0,25 0 0,-25 0 0,0 0 0,24 0 16</inkml:trace>
  <inkml:trace contextRef="#ctx0" brushRef="#br0" timeOffset="1.68892E6">26640 15453 0,'0'0'0,"0"0"0,0 0 16,0-24-16,0 24 0,0 0 0,0 0 0,0 0 0,0 0 0,0 0 31,0 0-31,0 0 0,0 0 0,0 0 0,0 0 0,0 0 0,0 0 0,0 0 0,0 0 16,0 0-16,0 0 0,0 0 0,0 0 0,0 0 0,0 24 0,0-24 15,0 0 1,0 0-16,0 0 0,0 0 0,0 0 0,0 25 0,0-25 0,0 0 0,0 0 15,0 0-15,0 25 0,0-25 0,0 0 0,0 0 0,0 0 0,0 25 16,-25-25 0,25 0-16,0 0 0,0 0 0,0 25 0,0-25 0,0 0 0,0 0 0,0 0 0,0 0 15,0 24-15,0-24 0,0 0 0,0 0 0,0 0 0,0 0 16,0 0-16,0 0 15,0 0-15,0 0 0,0 0 32,0 25-32,0-25 0,0 0 0,0 0 0,0 0 0,0 0 0,0 0 0,0 0 0,0 0 0,0 0 0,0 0 0,0 0 0,0 0 0,25-25 0,-25 25 0,0 0 0,0 0 15,0 0-15,0 0 0,25 0 0,-25 0 0,0 0 16,0 0-16,25 0 0,-25 0 0,0 0 0,0 0 0,0 0 15,25 0 1,-25 0-16,0 0 0,0 0 0,0 0 0,24 0 0,-24 0 0,0 0 0,0 0 0,0 0 16,0 0-16,25 0 0,-25 0 0,0 25 0,0-25 0,0 0 15,25 0 1,-25 0-16,0 0 0,0 0 0,0 0 0,0 25 0,0-25 0,0 0 0,25 0 0,-25 0 15,0 25-15,0-25 0,0 0 0,0 0 0,0 0 0,0 25 16,0-25-16,0 0 0,0 0 16,0 0-16,0 24 0,0-24 0,0 0 0,0 0 0,0 0 0,0 25 15,0-25-15,-25 0 0,25 0 0,0 0 0,0 25 0,0-25 0,0 0 16,0 0-1,0 0-15,0 25 0,0-25 0,0 0 0,0 0 0,0 0 0,0 0 0,0 0 0,-25 0 0,25 0 16,0 0-16,0 0 0,0 0 0,0 0 0,0 0 16,0 0-16,0 25 15,0-25-15,-25 0 0,25 0 0,0-25 0,0 25 0,0 0 0,0 0 0,-24 0 16,24 0-16,0 0 0,0 0 0,0 0 0,-25 0 0,25 0 0,0 0 15,0 0-15,0 0 0,0 0 32,-25 0-32,25 0 0,0 0 0,0 0 0,0 0 0,0 0 0,-25 0 0,25 0 0,0 0 0,0 0 0,0-25 0,0 25 15,0 0-15,-25 0 0,25 0 0,0 0 0,0 0 0,0 0 0,0 0 16,0 0-1,0 0-15,0 0 0,0 0 0,0 0 0,0 0 0,0-25 0,25 25 0</inkml:trace>
  <inkml:trace contextRef="#ctx0" brushRef="#br0" timeOffset="1.68918E6">26739 15453 0,'0'0'0,"0"0"16,0 0 0,0 0-16,0 0 0,0-24 0,0 24 0,0 0 0,0 0 0,0 0 15,0 0-15,0 0 0,0 0 0,25 0 0,-25 0 0,0 0 0,0 0 0,25 0 31,-25 0-31,0 0 0,25 0 0,-25 0 0,25 0 0,-25 0 0,0 0 0,24 0 0,-24 0 0,25 0 32,-25 0-32,0 0 0,25 24 0,-25-24 0,0 0 0,25 0 0,-25 0 0,25 0 0,-25 0 0,0 0 0,24 0 0</inkml:trace>
  <inkml:trace contextRef="#ctx0" brushRef="#br0" timeOffset="1.69089E6">23937 16024 0,'0'0'15,"0"0"1,24 0-16,-24 0 0,0-25 0,0 25 0,0 0 0,0 0 0,0 0 0,0 0 16,0 0-16,0 0 0,0 0 0,0-25 0,0 25 0,0 0 0,0 0 0,25 0 31,-25 0-31,0 0 0,0 0 0,0 0 0,0 0 0,0 0 0,0 0 0,0 0 15,0-25-15,0 25 0,0 0 0,0 0 0,-25 0 0,25 0 0,0 0 0,0 0 47,0 0-47,0 0 0,0 0 16,0 0-16,0 0 0,0 0 0,-24 0 0,24 0 0,0 0 0,0 0 0,0 0 0,0 0 0,0 0 0,0 0 0,-25 0 0,25 0 0,0 0 0,0 0 0,0 0 0,0 0 0,-25 0 15,25 0-15,0 0 0,0 0 0,0 0 0,0 0 0,-25 0 16,25 0 0,0 0-16,0 25 0,0-25 0,0 0 0,0 0 0,0 0 15,0 0-15,-25 25 0,25-25 0,0 0 0,0 0 0,0 0 0,0 25 0,0-25 0,0 0 16,0 0-16,0 0 0,0 25 0,25-25 0,-25 0 0,0 0 0,0 24 31,0-24-31,0 0 0,0 0 0,0 25 0,0-25 0,0 0 0,25 25 0,-25-25 0,0 0 0,0 0 16,0 25-16,0-25 0,0 0 0,0 25 0,25-25 0,-25 0 15,0 24 1,0-24-16,0 0 0,0 0 0,0 25 0,0-25 0,0 0 0,25 0 0,-25 25 15,0-25-15,0 0 0,0 25 0,0-25 0,0 0 0,0 0 16,24 25-16,-24-25 0,0 0 0,0 0 16,0 24-16,0-24 0,0 0 0,25 0 0,-25 25 0,0-25 0,0 0 0,0 0 15,0 0-15,0 25 0,0-25 0,0 0 0,0 0 16,0 0-16,0 0 0,0 0 15,0 0-15,0 0 0,0 0 0,-25 25 0,25-25 0,0 0 0,0 0 0,0 0 0,0 0 16,-24 0-16,24 0 0,0 0 0,0 0 16,-25 0-16,25 0 0,0 0 0,0-25 15,-25 25-15,25 0 0,0 0 0,0 0 0,0 0 0,-25 0 0,25 0 16,0 0-16,0 0 0,0-25 0,0 25 0,0 0 0,0 0 0,0-25 15,0 25-15,0 0 0,0 0 0,0 0 16,25-24-16,-25 24 0,0 0 16,0 0-16,0 0 0,25-25 0,-25 25 0,0 0 0,25 0 0,-25-25 0,24 25 0,-24 0 15,25 0-15,-25-25 0,25 25 0,-25 0 0,25-25 0,-25 25 16,25 0-16,-1-24 15,-24 24-15,25 0 0,-25-25 0,25 25 0,-25 0 0,25-25 0,-25 25 0,0-25 0,25 25 16,-25 0-16,0-25 0,0 25 16,0 0-16,24 0 0,-24-24 0,0 24 0,0 0 0,0-25 15,0 25-15,0 0 0,-24 0 0,24-25 0,0 25 0,0 0 0,0 0 0,0 0 31,0-25-31,-25 25 0,25 0 0,0 0 0,0 0 0,0 0 0,-25 0 0,25 0 0,0 0 16,0 0-16,-25 0 0,25 0 0,0 0 0,0 0 0,0 25 0,0-25 16,-25 0-1</inkml:trace>
  <inkml:trace contextRef="#ctx0" brushRef="#br0" timeOffset="1.69183E6">25102 16148 0,'0'0'0,"0"0"31,0 0-31,0 0 0,0 0 0,0 0 0,0 0 0,0 0 0,0 0 0,0 0 16,0 0-16,0 0 0,0 0 0,0 0 0,0 0 0,25 0 0,-25 0 0,0 0 15,0 0 1,0 0-16,25 0 0,-25 0 0,0 0 0,0 0 0,25 0 0,-25 0 0,0 0 15,0 0-15,25 0 0,-25 0 0,0 0 0,24 0 0,-24 0 0,0 0 0,25 0 32,-25 0-32,25 0 0,-25 0 0,0 0 0,25 0 0,-25 0 0,0 0 0,25 0 0,-25 0 15,0 0-15</inkml:trace>
  <inkml:trace contextRef="#ctx0" brushRef="#br0" timeOffset="1.69248E6">25425 16098 0,'0'0'0,"0"0"0,0 0 0,0 0 0,0-25 0,0 25 0,0 0 0,0 0 0,0 0 0,0 0 0,0 0 0,0 0 0,0 0 0,0 0 0,0 0 0,0 0 16,0 0-16,0 0 0,0 0 0,0 25 0,0-25 15,0 0-15,0 0 0,0 0 16,0 0-16,0 0 0,0 0 0,0 25 0,0-25 0,0 0 0,0 0 0,0 0 0,-25 25 16,25-25-1,0 0-15,0 0 0,0 25 0,0-25 0,0 0 0,0 24 16,0-24-16,0 0 0,0 0 0,0 25 0,0-25 0,-25 0 0,25 0 0,0 0 15,0 25-15,0-25 0,0 0 0,0 0 0,0 0 0,0 0 16,0 0-16,0 0 0,0 0 16,25 0-16,-25 0 0,0 25 0,0-25 0,0 0 0,0 0 0,0 0 0,0 0 15,25 0-15,-25 0 0,0 0 0,0 0 0,0 0 16,25 0-16,-25-25 0,0 25 15,0 0-15,24 0 0,-24 0 0,0 0 0,0 0 0,25 0 0,-25 0 0,0 0 16,0 0-16,0 0 0,0 0 0,0 0 0,25 0 0,-25 0 0,0 0 16,0 0-16,0 0 15,0 0-15,0 0 0,0 0 0,0 0 0,0 0 0,25 0 0,-25 25 0,0-25 16,0 0-16,0 0 0,0 0 0,0 0 0,0 0 0,0 25 15,0-25-15,0 0 16,0 0-16,0 0 0,0 24 0,0-24 0,0 0 0,0 0 0,0 0 16,0 25-16,0-25 0,0 0 0,0 0 0,0 25 15,0-25-15,0 0 0,0 0 0,0 25 0,0-25 0,0 0 0,0 0 0,0 0 16,0 25-16,0-25 0,0 0 0,0 0 15,0 0-15,-25 0 0,25 25 0,0-25 16,0 0-16,0 0 0,0 0 0,-25 0 0,25 0 0,0 24 0,0-24 0,0 0 0,-25 0 16,25 0-1,0 0-15,0 0 0,-24 0 0,24 0 0,0 0 0,0 0 0,-25 0 0,25 0 0,0 0 16,-25 0-16,25 0 0,0 0 0,0 0 0,0 0 0,-25-24 0,25 24 15,0 0 1,0 0-16,0 0 0,0 0 0,0 0 0,-25-25 0,25 25 0,0 0 16,0 0-16,0 0 0,0-25 0,25 25 0,-25 0 0,0 0 0,0-25 0,0 25 15,0 0-15,0-25 16,25 25-16,-25 0 0,0-25 0,0 25 0,0 0 0</inkml:trace>
  <inkml:trace contextRef="#ctx0" brushRef="#br0" timeOffset="1.69266E6">25524 16098 0,'0'0'0,"0"0"0,0-25 0,0 25 0,0 0 0,0 0 16,0 0-16,25 0 0,-25 0 0,0 0 0,0 0 15,25 0-15,-25 0 16,0 0-16,24 0 0,-24 0 0,25 0 0,-25 0 0,25 0 0,-25 0 15,25 0-15,-25 0 0,25 0 0,-25 0 0,24 0 0,-24 0 0,25 0 0,-25 0 32,25 25-32,-25-25 0,25 0 0,-25 0 0,25 0 0</inkml:trace>
  <inkml:trace contextRef="#ctx0" brushRef="#br0" timeOffset="1.69337E6">26243 16222 0,'0'0'0,"0"0"16,0 0-16,0 0 0,0 0 0,0 0 0,0 0 15,0 0-15,0 0 0,0 0 0,0 0 16,0 0-16,0 0 0,25 0 0,-25 0 0,0 0 0,0 0 0,0 0 16,25 0-16,-25 0 0,0 0 0,0 0 0,25 0 0,-25 0 0,0 0 15,25 0 1,-25 0-16,0 0 0,0 0 0,24 0 0,-24 0 0,25 0 0,-25 0 0,0 0 15,25 0-15,-25 0 0,0 0 0,25 0 0,-25 0 0,25 0 0,-25 0 16,0 0-16,0 0 16</inkml:trace>
  <inkml:trace contextRef="#ctx0" brushRef="#br0" timeOffset="1.69395E6">26591 16123 0,'0'0'0,"0"0"16,0 0 0,0 0-16,0 0 0,0 0 0,0 0 0,0 0 0,24 0 0,-24 0 0,0 0 15,0 0-15,0-25 0,25 25 0,-25 0 0,0 0 0,25 0 0,-25 0 0,0 0 16,0 0-1,25 0-15,-25 0 0,0 25 0,0-25 0,25 0 0,-25 0 0,0 0 0,0 0 16,0 0-16,0 0 0,0 0 0,0 0 0,0 0 0,0 0 0,0 0 16,0 25-1,0-25-15,0 0 0,0 0 0,0 0 0,0 25 0,0-25 0,0 0 16,0 0-16,0 0 0,0 24 0,-25-24 0,25 0 0,0 25 0,0-25 0,0 0 15,-25 0-15,25 25 0,0-25 0,0 0 16,-25 25-16,25-25 0,0 0 0,-25 25 0,25-25 0,0 0 0,-24 0 0,24 24 16,0-24-16,-25 0 15,25 0-15,0 25 0,0-25 0,0 0 0,-25 0 0,25 0 0,0 25 0,0-25 0,0 0 16,0 0-16,0 0 0,0 0 0,0 0 0,0 0 15,0 25-15,0-25 16,0 0-16,0 0 0,0 0 0,0 0 0,0 0 0,0 0 0,25 0 16,-25 0-16,0 0 0,0 0 0,25 0 0,-25 0 15,24 0-15,-24 0 0,25 0 0,-25-25 0,25 25 0,-25 0 0,25 0 16,0 0-16,-25 0 0,24 0 0,-24 0 0,25 0 0,0 0 0,-25 0 15,25 0-15,-25 0 16,25 0-16,-1 0 0,-24 0 0,25-25 0,-25 25 0,25 0 0,-25 0 0,25 0 0,-25 0 16,25 0-1</inkml:trace>
  <inkml:trace contextRef="#ctx0" brushRef="#br0" timeOffset="1.69533E6">27409 14858 0,'0'0'0,"0"0"0,0 0 0,0 0 0,0 0 0,0 0 0,0 0 0,0 0 0,0 0 0,0 0 0,0 0 0,0 0 0,0 0 0,0 0 31,0 0-31,0 0 0,0 0 0,0 0 0,25 0 0,-25 0 0,0 0 0,0 0 0,0 25 0,0-25 16,0 0-16,0 0 0,0 0 0,0 0 0,0 0 124,25 74-124,-25-74 0,0 25 0,0-25 47,0 99-47,0-99 0,0 25 0,0-25 0,0 25 0,0-25 0,0 0 0,0 25 0,0-25 0,0 0 0,0 24 0,0-24 0,0 25 0,0-25 0,0 0 0,0 25 16,0-25-16,-25 0 0,25 25 0,0-25 0,0 0 0,0 25 0,0-25 0,0 0 0,0 24 0,0-24 0,0 0 0,0 25 0,0-25 0,0 25 0,0-25 0,0 0 0,-25 25 0,25-25 0,0 0 0,0 25 0,0-25 0,0 0 0,0 25 0,0-25 15,0 0-15,0 0 0,0 24 0,0-24 0,0 0 0,0 25 16,0-25 0,0 0-16,0 25 0,0-25 0,0 0 0,0 0 0,0 25 0,0-25 0,0 0 0,0 25 15,0-25-15,0 0 0,0 24 16,0-24-16,0 0 0,0 0 0,0 25 0,0-25 0,0 0 0,0 0 15,0 25-15,0-25 0,0 0 0,0 25 0,0-25 0,0 0 16,0 25-16,0-25 0,0 0 16,0 24-16,0-24 0,0 0 0,0 25 0,0-25 0,0 0 0,0 25 15,0-25-15,0 0 0,-25 25 0,25-25 0,0 0 0,0 25 0,0-25 0,0 24 16,0-24 62,0 0-78,0 25 0,0-25 0,0 0 0,0 25 0,0-25 0,0 25 0,0-25 15,0 0-15,0 25 0,0-25 0,0 0 0,0 24 0,0-24 0,0 25 0,-24-25 0,24 0 0,0 25 0,0-25 0,0 25 0,0-25 0,0 0 0,0 25 0,0-25 0,0 24 0,0-24 0,-25 0 0,25 25 0,0-25 0,0 0 0,0 0 0,0 25 0,0-25 0,0 0 0,0 0 0,0 25 0,-25-25 16,25 0-16,0 0 0,0 0 16,0 0-16,0 25 0,0-25 0,0 0 0,0 0 140,-25 0-140,25 0 0,0 0 0,0 0 0,0 0 0,0 24 0,0-24 0,0 0 0,0 0 0,-25 0 0,25 0 0,0 0 0,0 0 0,0 0 0,0 0 0,0 0 0,0 0 0,0 0 0,0 0 0,-24 0 0,24 0 0,0 0 0,0 0 0,0-24 0,0 24 0</inkml:trace>
  <inkml:trace contextRef="#ctx0" brushRef="#br0" timeOffset="1.69736E6">27608 15304 0</inkml:trace>
  <inkml:trace contextRef="#ctx0" brushRef="#br0" timeOffset="1.69849E6">27335 15429 0,'0'0'16,"0"0"-16,0 0 0,0 0 0,0 0 0,0 0 0,0 0 0,0 0 0,0 0 0,0 0 0,0 0 0,0 0 15,0 0-15,0 0 0,0 0 0,0 0 0,0 0 0,0 0 16,0 0-16,0 0 0,0 0 0,0 0 0,0 0 16,0 0-16,0 0 0,0 0 0,0 0 0,0 0 15,0 0-15,0 0 0,0 0 0,0 0 0,0 0 0,0 0 16,0 0-16,0 0 0,0 0 0,0 0 0,0 0 15,0 0-15,0 0 0,0 0 0,0 0 0,0 0 0,0 0 16,0 0-16,0 0 0,0 0 0,0 0 0,0 0 16,0 0-16,0 0 0,0 0 15,0 0-15,0 0 0,0 0 515</inkml:trace>
  <inkml:trace contextRef="#ctx0" brushRef="#br0" timeOffset="1.70246E6">27583 15602 0,'0'0'0,"0"0"16,0 0-16,0 0 0,0 0 0,0 0 0,0 0 0,0 0 0,0 0 15,0 0 1,0 0-16,0 0 0,0 0 0,0 0 0,0 0 0,0 0 0,0 0 0,0 0 0,0 0 15,0 0-15,0 0 0,0 0 0,0 0 0,0 0 0,0 0 0,0 0 110,0 0-110,0 0 0,0 0 0,0 0 0,0 0 0,0 0 0,25 0 0,-25 0 0,0 0 0,0 0 0,0 0 0,0 0 0,0 0 0,0 0 0,0 0 0,0 0 0,0 0 0,0 0 0,0 0 0,0 0 15,0 0-15,0 0 0,0 0 0,0 0 0,0 0 0,0 0 0,0-25 0,0 25 0,0 0 0,0 0 0,0 0 0,0 0 0,0 0 0,0 0 0,0 0 0,0 0 0,0 0 0,0 0 0,0 0 0,0 0 0,0 0 0,0 0 0,0 0 16,0 0 171,49 0-187,-49 0 0,0 0 0,0 0 0,0 0 0,25 0 0,-25 0 0,0 0 0,0 0 0,25 0 0,-25 0 0,0 0 0,25 0 0,-25 0 0,0 0 0,24 0 0,-24 0 0,0 0 0,25 0 0,-25 0 0,0 0 0,25 0 0,-25 0 0,0 0 0,25 0 0,-25 0 0,0 0 0,25 0 0,-25 0 0,0 0 0,0 0 0,24 0 0,-24 0 0,0 0 0,0 0 0,0 0 0,0 0 16,0 0-16,25 0 15,-25 0-15,0 0 0,0 0 0,0 0 0,0 0 0,0 0 0,0 0 63,25 0-63,-25 0 0,0 0 0,0 0 0,0 0 0,0 0 0,0 0 0,0 0 0,0 0 0,0 0 0,0 0 0,0 0 0,25 0 0,-25 0 0,0 0 0,0 0 0,0 0 0,0 0 0,0 0 0,0 0 0,0 0 0,0 0 0,0 0 0,0 0 15,0 0-15,0 0 16,0 0-16,0 0 0,-25 0 0,25 0 0,0 0 15,0 0-15,0 0 0,0 0 0,0 0 0,0 0 172</inkml:trace>
  <inkml:trace contextRef="#ctx0" brushRef="#br0" timeOffset="1.70427E6">27707 15429 0,'0'0'0,"0"0"0,0 0 0,0 0 0,0 0 0,0 0 0,0 0 0,0 0 0,0 0 0,0 0 0,0 0 0,0 0 0,0 0 0,0 0 0,0 0 0,0 0 0,0 0 0,0 0 0,0 0 0,0 0 0,0 0 0,0 0 31,0 0-31,0 0 0,0 0 0,0 0 0,0 0 0,0 0 0,0 0 0,347 24 1264</inkml:trace>
  <inkml:trace contextRef="#ctx0" brushRef="#br0" timeOffset="1.70852E6">27980 15280 0,'0'0'0,"0"0"0,0 0 0,0 0 16,0 0-16,0 0 0,0 0 0,0 0 0,0 0 0,0 0 0,0 0 16,0 0-16,0 0 15,0 0-15,0 0 0,0 0 0,0 0 0,0 0 0,0 0 0,0 0 16,0 0-16,0 0 0,0 0 0,0 0 0,0 0 0,0 0 0,0 0 0,0 0 31,0 0-31,0 0 0,0 0 0,0 0 0,0 0 0,0 0 0,0 0 0,0 0 0,0 0 16,0 0-16,0 0 0,0 0 0,0 0 0,0 0 0,0 0 0,0 0 31,0 0-31,0 0 0,0 0 0,0 0 0,0 0 0,0 0 0,0 0 0,0 0 15,0 0-15,0 0 0,0 0 0,0 0 0,0 0 0,0 0 0,0 0 0,0 0 32,0 0-32,0 0 0,0 0 0,0 0 0,0 0 0,0 0 0,0 0 0,0 0 0,0 0 15,0 0-15,0 0 0,0 0 0,0 0 0,0 0 0,24 0 0,-24 0 16,0 0-16,0 0 0,0 0 0,0 0 15,0 0-15,0 0 0,0 24 0,0-24 16,25 0-16,-25 0 0,0 0 0,0 0 0,0 0 0,0 0 0,0 25 0,0-25 16,0 0-1,0 0-15,25 0 0,-25 25 0,0-25 0,0 0 0,0 0 0,0 0 0,0 0 16,0 25-16,0-25 0,0 0 0,25 0 0,-25 0 0,0 0 0,0 25 0,0-25 15,0 0 17,0 0-32,0 0 0,0 0 0,0 25 0,0-25 0,0 0 0,0 0 0,0 0 0,25 0 0,-25 24 0,0-24 0,0 0 0,0 0 0,0 0 0,0 0 15,0 0 1,0 25-16,0-25 0,0 0 0,0 0 0,0 0 0,0 0 0,0 0 0,25 0 15,-25 0-15,0 25 0,0-25 0,0 0 0,0 0 0,0 0 0,0 0 16,0 0 0,0 0-16,0 0 0,0 0 0,0 0 0,0 0 0,0 0 0,0 0 0,0 0 15,0 0-15,0 0 0,0 0 0,0 0 0,0 0 0,0 0 0,0 0 16,0 0-16,0 0 0,0 0 0,0 0 0,0 0 0,0 0 15,0 0 1,0 0-16,0 0 0,0 0 0,0 0 0,0 0 0,0 0 0,0 0 0,0 0 0,0 0 16,0 0-16,0 0 0,0 0 0,0 0 15,0 0-15,0 0 0,0 0 0,0 0 16,0 0-16,0 0 0,0 0 0,0 0 0,0 0 0,0 0 0,0 0 0,0 0 15,0 0-15,0 0 0,0 0 0,0 0 0,0 0 16,0 0-16,-25 0 0,25 0 0,0 0 16,0 0-16,0 0 0,0 0 0,0 0 0,0 0 0,0 0 0,0 0 0,0 25 31,0-25-31,0 0 0,-25 0 0,25 0 0,0 0 0,0 0 0,0 0 0,-25 0 0,25 0 0,0 25 15,-25-25-15,25 0 0,0 0 0,-25 24 0,25-24 0,0 0 16,-24 25-16,24-25 16,0 0-16,-25 25 0,25-25 0,-25 0 0,25 0 0,0 25 0,-25-25 0,25 0 15,0 0-15,-25 25 0,25-25 0,0 0 0,0 0 0,-24 0 16,24 24-16,0-24 15,0 0-15,0 0 0,-25 0 0,25 0 0,0 25 0,0-25 0,0 0 0,0 0 16,0 0-16,0 0 0,0 0 0,0 0 0,-25 0 0,25 0 0,0 0 16,0 0-1,0 0-15,0 0 0,0 0 0,0 0 0,0 0 0,0 0 0,0 0 0,0 0 0,0 0 16,0 0-16,0 0 0,0 0 0,0 0 0,0 0 0,0 0 0,0 0 15,0 0 1,0 0-16,0 0 0,0 0 0,0 0 0,0 0 0,0 0 0,0 0 0,0 0 16,0 0-16,0 0 0,0 0 0,0 0 0,0 0 0,0 0 0,0 0 31,0 0-31,0 0 0,0 0 0,0 0 0,25 0 0,-25 0 0,0 0 0,0-25 0,0 25 0,25 0 15,-25 0-15,0 0 0,0-24 0</inkml:trace>
  <inkml:trace contextRef="#ctx0" brushRef="#br0" timeOffset="1.71004E6">28773 15131 0,'0'0'0,"0"0"0,25 0 15,-25 25-15,0-25 0,0 0 0,0 0 0,0 0 0,0 0 0,25 0 16,-25 0-16,0 0 0,0 0 0,0 0 0,0 0 0,0 0 16,0 0-16,25 0 0,-25 0 0,0 0 15,0 0 1,0 0-16,0 0 0,0 0 0,0 0 0,0 0 0,0 0 0,0 0 0,0 0 0,0 0 0,0 0 0,25 0 0,-25 0 31,0 0-31,0 0 0,0 0 0,0 0 0,0 0 0,0 0 0,0 0 0,24 0 16,-24 0-16,0 0 0,0 0 0,0 0 0,0 0 0,0 0 0,0 0 0,0 0 15,0 0 1,0 0-16,0 0 0,0 0 0,0 0 0,0 0 0,0 0 0,0 0 15,0 0-15,0 0 0,0 0 0,25 0 0,-25 0 0,0 0 0,0 0 0,0 0 16,0-25-16,0 25 16,0 0-16,0 0 0,0 0 0,0 0 0,0 0 0,0 0 15,0 0-15,0 0 0,0 0 0,0 0 0,0 0 0,0 0 0,0 0 0,0 0 16,0 0-16,0 0 0,0-25 0,0 25 0,0 0 0,0 0 15,-25 0 1,25 0-16,0 0 0,0 0 0,0 0 0,0 0 0,0-25 0,0 25 0,0 0 0,0 0 16,0 0-1,0 0-15,0 0 0,0 0 0,0 0 0,-24 0 0,24 0 0,0 0 0,0 0 16,0 0-16,0 0 0,0 0 0,0-25 0,0 25 0,0 0 0,0 0 15,0 0-15,0 0 0,0 0 0,-25 0 0,25 0 0,0 0 16,0 0-16,0 0 16,0 0-16,0 0 0,0 0 0,-25 0 0,25 0 0,0 0 0,0 0 0,0 0 15,0 0-15,-25 0 0,25 0 0,0 0 0,0 0 16,0 0-16,-25 0 15,25 0-15,0 0 0,0 0 0,-24 0 0,24 0 0,0 0 0,0 0 0,0 0 16,-25 0-16,25 0 0,0 0 0,0 25 0,-25-25 0,25 0 0,0 0 16,-25 0-1,25 0-15,0 0 0,0 0 0,-25 0 0,25 0 0,0 0 0,0 25 16,-24-25-16,24 0 0,0 0 0,0 0 0,0 0 0,0 0 0,-25 0 0,25 25 0,0-25 15,0 0 1,0 0-16,-25 0 0,25 0 0,0 25 0,0-25 0,0 0 0,0 0 16,-25 24-16,25-24 0,0 0 0,0 0 0,0 0 0,0 25 0,-25-25 15,25 0-15,0 25 0,0-25 0,0 0 0,0 0 0,-24 25 0,24-25 16,0 0-16,0 0 15,0 25-15,0-25 0,-25 0 0,25 24 0,0-24 0,0 0 0,0 25 0,0-25 16,0 0-16,0 25 0,0-25 0,0 0 16,0 0-16,0 25 0,0-25 0,0 0 15,0 25-15,0-25 0,0 0 0,0 25 0,0-25 0,0 0 0,0 24 0,0-24 16,0 0-16,0 25 0,0-25 0,0 0 0,0 25 15,0-25-15,0 0 0,0 25 16,25-25-16,-25 0 0,0 0 0,0 25 0,0-25 0,0 0 0,0 0 0,0 0 16,0 0-16,24 24 0,-24-24 15,0 0-15,0 0 0,0 0 0,0 0 0,25 25 0,-25-25 0,0 0 16,0 0-16,25 0 0,-25 0 0,0 25 0,0-25 0,25 0 0,-25 0 15,0 0 1,0 0-16,25 0 0,-25 0 0,0 0 0,24 0 0,-24 0 0,0 0 0,25 0 16,-25 0-16,25 0 0,-25 0 0,25-25 0,-25 25 0,0 0 15,25 0-15,-25 0 0,0 0 0,24 0 16,-24 0-16,0 0 0,25 0 0,-25 0 0,0-25 0,25 25 0,-25 0 15,0 0-15,0 0 0,25 0 0,-25 0 0,0 0 0,0 0 16,0 0-16,0-24 0,25 24 16,-25 0-16,0 0 0,0 0 0,0 0 0,0 0 0,0 0 0,0-25 0,0 25 15,0 0-15,0 0 0,24 0 0,-24 0 0,0-25 0,0 25 16,0 0-16,0 0 15,0 0-15,0 0 0,0-25 0,0 25 0,-24 0 0,24 0 0,0 0 0,0-25 16,0 25-16,0 0 0,0 0 0,0 0 0,0 0 16,0 0-16,0 0 0</inkml:trace>
  <inkml:trace contextRef="#ctx0" brushRef="#br0" timeOffset="1.71083E6">29245 14808 0,'0'0'0,"0"0"16,0 0-16,0-24 0,0 24 0,0 0 0,0 0 0,0 0 0,0 0 0,0 0 0,0 0 31,25 0-31,-25 0 0,0 0 0,0 0 0,0 0 0,0 0 0,0 0 16,0 0-16,0 0 0,0 0 0,0 0 0,0 0 0,0 0 0,0 0 15,0 0-15,0 0 0,0 0 0,0 0 0,-25 0 0,25 0 0,0 0 16,0 0-16,0 0 15,0 0-15,0 24 0,0-24 0,0 0 0,0 0 0,0 0 0,0 25 0,0-25 0,0 0 16,-25 25-16,25-25 0,0 0 0,0 25 0,0-25 16,0 0-16,0 25 15,0-25-15,0 24 0,-25-24 0,25 0 0,0 25 0,0-25 0,0 25 0,0-25 16,0 0-16,-25 25 0,25-25 0,0 0 0,0 25 0,0-25 15,0 0-15,0 0 16,0 24-16,0-24 0,0 0 0,-24 0 0,24 25 0,0-25 0,0 0 0,0 0 0,0 0 0,0 0 16,0 25-1,0-25-15,0 0 0,0 0 0,0 0 0,0 0 0,0 0 0,0 0 0,0 0 0,0 0 31,0 25-31,0-25 0,0 0 0,0 0 0,0 0 0,0 0 0,0 0 0,0 0 0,0 0 16,-25 0-16,25 0 0,0 0 0,0 0 0,0 0 0,0 0 0,0 0 0,0 0 16,0 0-16,0 0 15,0 0-15,0 0 0,0 0 0,0 0 0</inkml:trace>
  <inkml:trace contextRef="#ctx0" brushRef="#br0" timeOffset="1.71126E6">29096 14858 0,'0'0'0,"0"0"0,0 0 15,0 0-15,0 0 16,0 0-16,0 0 0,0 0 0,0 0 0,0 0 0,0 0 15,0 0-15,0 0 0,0 0 0,0 0 0,0 0 0,0 0 0,0 0 0,25 0 16,-25 0-16,0 0 0,0 0 0,0 0 0,25 0 16,-25 0-16,0 0 0,0 0 0,24 0 0,-24 0 15,0 0-15,0 0 0,25 0 0,-25 0 0,0 0 0,25 0 0,-25 0 31,0 0-31,25 0 0,-25 0 0,0 0 0,25 0 0,-25 0 0,0 0 0,24 0 0,-24 0 16,0 0-16,0 0 0,25 0 0,-25 0 0,0 0 0,0 0 16,0 0-16,25 0 0,-25 0 15,0 0-15,0 0 0,0 25 0,0-25 0,0 0 0,25 0 0,-25 0 16,0 0-16,0 0 0,0 0 0,0 0 0,0 0 0,0 0 0,0 0 15,0 0 1,0 0-16,0 0 0,0 0 0,0 0 0</inkml:trace>
  <inkml:trace contextRef="#ctx0" brushRef="#br0" timeOffset="1.71227E6">29245 15255 0,'0'0'0,"0"0"0,0 0 16,0 0-16,0 0 0,0 0 0,0 0 0,0 0 0,0 0 15,0 0 1,0 0-16,0 0 0,0 0 0,0 0 0,0 0 0,0 0 0,0-25 0,0 25 0,0 0 16,0 0-16,0 0 0,25 0 0,-25 0 0,0 0 0,0 0 15,0 0 1,0 0-16,24 0 0,-24 0 0,0 0 0,0 0 0,25 0 0,-25 0 0,0 0 0,0 25 15,25-25-15,-25 0 16,0 0-16,25 0 0,-25 0 0,0 0 0,25 0 0,-25 0 0,0 0 0,0 0 16,24 0-16,-24 0 0,0 0 0,25 0 0,-25 0 0,0 0 0,0 0 15,0 0-15,25 0 0,-25 0 16,0 25-16,0-25 0,0 0 0,0 0 0,0 0 15,0 0-15,0 0 0,0 0 0</inkml:trace>
  <inkml:trace contextRef="#ctx0" brushRef="#br0" timeOffset="1.71252E6">29245 15404 0,'0'0'0,"0"0"0,0 0 0,0 0 0,0 0 0,0 0 0,0 0 15,0 0-15,25 0 0,-25 0 0,0 0 16,0 0-16,0 0 0,24 0 16,-24 0-16,0 0 0,0 0 0,25 0 0,-25 0 0,25 0 0,-25 0 0,0 0 15,25 0-15,-25 0 0,0 0 0,25 0 0,-25 0 0,24 0 0,-24 0 31,0 0-31,25 0 0,-25 0 0,0 25 0,25-25 0,-25 0 0,0-25 0,25 25 0,-25 0 0,0 0 0,0 0 16,25 0-16,-25 0 16,0 0-16</inkml:trace>
  <inkml:trace contextRef="#ctx0" brushRef="#br0" timeOffset="1.71417E6">30212 14808 0,'0'0'0,"0"0"0,0 0 31,0 0-31,0 0 0,0-24 0,0 24 0,0 0 0,0 0 0,0 0 0,0 0 0,0 0 16,0 0-16,0 0 0,0 0 0,0 0 0,0 0 0,0 0 0,0 0 15,0 0-15,0 0 16,0 0-16,0 0 0,-25 0 0,25 0 0,0 0 0,0 0 15,0 0-15,0 0 0,0 0 0,0 0 0,0 0 0,0 0 0,0 0 0,0 0 16,0 0-16,0 0 16,0 0-16,0 0 0,0 0 0,0 0 0,0 0 0,0 0 15,0 0-15,0 0 0,0 0 0,0 0 0,0 0 0,0 0 0,0 0 0,0 0 16,0 0-16,0 0 0,0 0 0,0 0 15,0 0-15,-25 0 0,25 0 0,0 0 0,0 0 16,0 0-16,0 0 0,0 0 0,0 0 0,-24 0 0,24 0 0,0 0 0,0 0 16,0 24-1,0-24-15,0 0 0,0 0 0,0 0 0,-25 0 0,25 0 0,0 0 16,0 0-16,0 0 0,0 25 0,-25-25 0,25 0 0,0 0 0,0 0 0,0 0 15,0 0 1,-25 25-16,25-25 0,0 0 0,0 0 0,0 0 0,-25 0 0,25 25 0,0-25 16,0 0-16,-24 0 0,24 0 0,0 25 0,0-25 0,0 0 0,-25 0 31,25 0-31,0 0 0,0 24 0,0-24 0,-25 0 0,25 0 0,0 0 0,0 25 0,0-25 0,0 0 0,0 0 15,-25 0-15,25 25 0,0-25 0,0 0 0,0 0 16,0 0-16,0 25 16,-25-25-16,25 0 0,0 0 0,0 0 0,0 25 0,0-25 0,-24 0 0,24 0 15,0 0-15,0 24 0,0-24 0,0 0 0,0 0 16,-25 0-16,25 25 0,0-25 0,0 0 15,0 0-15,0 25 0,-25-25 0,25 0 0,0 0 0,0 25 0,0-25 16,0 0-16,0 0 0,-25 25 0,25-25 0,0 0 0,0 0 0,0 24 16,0-24-1,0 0-15,0 25 0,0-25 0,0 0 0,-25 0 0,25 25 0,0-25 0,0 0 0,0 25 16,0-25-16,0 0 0,0 0 0,0 25 0,0-25 0,0 0 15,0 24 1,0-24-16,0 0 0,-24 25 0,24-25 0,0 0 0,0 0 0,0 25 0,0-25 16,0 0-16,0 25 0,0-25 0,0 0 0,0 25 0,0-25 0,0 0 15,0 25-15,0-25 16,0 24-16,0-24 0,0 0 0,0 25 0,0-25 0,0 0 0,0 25 0,0-25 15,0 0-15,0 25 0,0-25 0,0 0 0,0 25 0,0-25 0,0 0 32,0 24-32,0-24 0,0 0 0,0 25 0,0-25 0,0 0 0,0 25 0,0-25 0,0 25 31,0-25-31,0 0 0,0 25 0,0-25 0,0 0 0,0 24 0,0-24 0,0 0 0,0 25 0,24-25 0,-24 0 0,0 25 0,0-25 31,0 0-31,0 25 0,0-25 0,0 0 0,0 25 0,0-25 0,0 0 0,0 24 0,0-24 16,0 25-16,25-25 0,-25 0 0,0 25 0,0-25 0,0 0 0,0 25 15,25-25-15,-25 0 16,0 0-16,0 25 0,0-25 0,25 0 0,-25 24 0,0-24 0,25 0 0,-25 25 0,0-25 15,24 0-15,-24 0 0,0 25 0,25-25 0,-25 0 0,0 25 16,25-25 0,-25 25-16,0-25 0,25 0 0,-25 24 0,25-24 0,-25 0 0,0 25 0,24-25 15,-24 0-15,25 25 0,-25-25 0,0 0 0,25 25 0,-25-25 0,0 0 16,25 0-16,-25 25 0,0-25 15,25 0-15,-25 0 0,0 0 0,0 0 0,0 0 0,0 0 0,0 0 16,0 24-16,24-24 0,-24 0 0,0 0 0,0 0 0,0 0 0,0 0 16,0 0-16,0-24 15,0 24-15,0 0 0,0 0 0,0 0 0,0 0 0,0 0 0,0 0 0,0 0 16,0 0-16,0 0 0,0 0 0,0 0 0,0 0 0,0 0 15,0-25 1,25 25-16,-25 0 0,0 0 0,0 0 0,0 0 0,0 0 0,0-25 0,0 25 16,0 0-16,0 0 0</inkml:trace>
  <inkml:trace contextRef="#ctx0" brushRef="#br0" timeOffset="1.71741E6">30584 14808 0,'0'0'0,"0"0"16,0 0-1,0 0-15,0 0 0,0 0 0,0 0 0,0 0 0,0 0 0,0 0 16,0 0-16,0 0 0,0 0 0,0 0 0,0 0 0,0 0 0,0 0 0,0 0 15,0 0-15,0 0 16,0 0-16,0 0 0,0 0 0,0 0 0,0 0 0,0 0 0,0 0 0,0 0 16,0 0-16,0 0 0,0 0 0,0 0 0,0 0 0,0 0 0,0 0 15,0 0 1,0 0-16,0 0 0,0 0 0,0 0 0,0 0 0,0 0 0,0 0 0,0 0 0,0 0 15,-25 0-15,25 0 0,0 0 0,0 0 0,0-24 0,0 24 0,0 0 32,0 0-32,0 0 0,0 0 0,0 0 0,0 0 0,-24 0 0,24 0 0,0 0 0,0 0 0,0 0 15,0 0-15,0 0 0,0 0 0,0-25 16,0 25-16,0 0 0,0 0 0,0 0 0,0 0 0,0 0 15,0 0-15,0 0 0,-25 0 0,25 0 0,0 0 0,0 0 0,0 0 32,0 0-32,0 0 0,0 0 0,0 0 0,0 0 0,0 0 0,0 0 0,0 0 0,0 0 15,0 0-15,0 0 0,0 0 0,0 0 0,0 0 0,25 0 0,-25 0 0,0 0 16,0 0-1,0 0-15,0 0 0,0 0 0,0 0 0,0 0 0,0 0 16,0 0-16,24 0 0,-24 0 0,0 0 0,0 0 0,0 0 0,0 0 0,0 0 0,25 0 16,-25 0-1,0 0-15,0 0 0,0 0 0,0 0 0,0 0 0,25 0 0,-25 0 0,0 0 0,0 0 16,0 0-16,0 0 0,0 0 0,0 0 0,25 0 0,-25 0 0,0 0 15,0 0 1,0 0-16,0 0 0,0 0 0,0 0 0,0 0 0,0 0 0,0 0 0,0 0 16,25 0-16,-25 0 0,0 0 0,0 25 15,0-25-15,0 0 0,0 0 0,0 0 0,0 0 0,0 0 16,0 0-16,0 0 0,0 0 0,0 0 0,24 0 0,-24 24 0,0-24 15,0 0-15,0 0 0,0 0 0,0 0 0,0 0 0,0 0 0,0 25 16,0-25 0,0 0-16,0 0 0,0 0 0,0 0 0,0 25 0,0-25 0,0 0 0,0 0 0,-24 0 31,24 0-31,0 25 0,0-25 0,0 0 0,0 0 0,0 0 0,0 25 0,0-25 0,0 0 0,0 0 15,-25 0-15,25 24 0,0-24 0,0 0 0,0 0 0,0 0 0,-25 25 16,25-25-16,0 0 16,0 0-16,-25 0 0,25 25 0,0-25 0,0 0 0,-25 0 0,25 0 0,0 0 15,0 25-15,-24-25 0,24 0 0,0 0 0,0 0 0,-25 0 0,25 25 16,0-25-16,0 0 15,0 0-15,-25 0 0,25 0 0,0 0 0,0 0 0,0 0 0,0 24 0,0-24 16,0 0-16,0 0 0,-25 0 0,25 0 0,0 0 0,0 0 16,0 0-16,0 0 15,0 0-15,0 0 0,0 0 0,0 0 0,0 0 0,0 0 0,0 0 0,0 0 16,0 0-16,0 0 0,0 0 15,0 0-15,0 0 0,0 0 0,0 0 0,0 0 0,0 0 16,0 0-16,0 0 0,0 0 0,0 0 0,0 0 0,25 0 16,-25 0-16,0 0 0,0 0 0,0 0 0,0 0 0,0 0 0,25 0 0,-25 0 31,0 25-31,0-25 0,25 0 0,-25 0 0,0 0 0,0 0 0,24 0 0,-24 0 0,0 0 0,0 0 0,25 0 15,-25 25-15,0-25 16,25 0-16,-25 0 0,0 0 0,0 0 0,25 0 0,-25 0 16,0 0-16,0 0 0,0 0 0,0 0 0,25 0 0,-25 0 0,0 0 0,0 0 15,0 0 1,0 25-16,0-25 0,0 0 0,0 0 0,0 0 0,24 0 0,-24 0 0,0 0 0,0 0 0,0 0 15,0 0-15,0 0 0,0 0 16,0 0-16,0 0 0,0 0 0,0-25 0,0 25 16,0 0-16,0 0 0,0 0 0,0 0 0,0 0 0,0 0 0,0 0 0,0 0 0,0 0 15,0 0-15,0 0 0,0 0 0,0 0 0,0 0 16</inkml:trace>
  <inkml:trace contextRef="#ctx0" brushRef="#br0" timeOffset="1.71825E6">30038 15453 0,'0'0'0,"0"0"15,0 0-15,0 0 0,0 0 0,0 0 0,0 0 0,0 0 0,0-24 0,0 24 32,0 0-32,25 0 0,-25 0 0,0 0 0,0 0 0,0 0 0,0 0 0,0 0 0,0 0 0,0 0 15,0 0-15,0 0 0,0 0 0,0 0 16,0 0-16,0 0 0,0 0 0,0 0 0,0 0 0,0 0 0,0 0 0,0 0 15,0 0-15,0 0 0,0 0 0,0 0 0,0 0 16,0 0-16,0 0 0,0 0 0,0 0 16,0 0-16,0 0 0,0 0 0,0 0 0,0 0 0,0 0 0,0 0 0,0 0 15,0 0 1,0 0-16,0 0 0,0 0 0,0 0 0,0 0 0,0 0 0,25 0 15,-25 0-15,0 0 0,0 0 0,0 0 0,0 0 0,0 0 0,0 0 0,0 0 16,25 0 0,-25 0-16,0 0 0,0 0 0,0 0 0,0 0 0,25 0 0,-25 0 0,0 0 0,0 0 15,24 0-15,-24 0 0,0 0 0,0 0 0,25 0 0,-25 0 0,0 0 31,25 0-31,-25 0 0,0 0 0,25 0 0,-25 0 0,25 0 0,-25 0 0,0 0 16,25 0-16,-25 0 0,0 0 0,0 0 0,24 0 0,-24 0 0,0 0 0,0 0 16,25 0-1,-25 0-15,0 0 0,0 0 0,0 0 0,25 0 0,-25 24 0,0-24 16,0 0-16,0 0 0,0 0 0,0-24 0,0 24 0,25 0 0,-25 0 0,0 0 15,0 0-15,0 0 16,0 0-16,0 0 0,0 0 0,0 0 0,0 0 0,0 0 0,25 0 16,-25 0-16,0-25 0,0 25 0,0 0 0,0 0 0,0 0 0</inkml:trace>
  <inkml:trace contextRef="#ctx0" brushRef="#br0" timeOffset="1.71938E6">30634 15429 0,'0'-25'0,"0"25"16,0 0-1,0 0-15,0 0 0,0 0 0,0 0 0,0 0 0,0 0 0,0 0 16,0 0-16,0 0 0,0 0 0,0 0 0,0 0 0,25-25 0,-25 25 0,0 0 16,-25 0-16,25 0 15,0 0-15,0 0 0,0 0 0,0 0 0,0 0 0,0 0 0,0 0 16,0 0-16,0 0 0,0 0 0,0 0 0,0-25 0,-25 25 0,25 0 0,0 0 15,0 0-15,0 0 16,0 0-16,-25 0 0,25 0 0,0 0 0,0 0 0,-25 0 16,25 0-16,0 0 0,0 0 0,0 0 0,-24 0 0,24 0 0,0 0 0,0 0 0,0 0 15,0 0-15,-25 0 16,25 0-16,0 0 0,0 0 0,0 0 0,0 0 0,0 0 15,-25 0-15,25 0 0,0 25 0,0-25 0,0 0 0,0 0 0,0 0 0,0 0 16,-25 0 0,25 25-16,0-25 0,0 0 0,0 0 0,0 25 0,0-25 0,-25 0 0,25 24 15,0-24-15,0 0 0,0 0 0,0 25 0,0-25 0,0 0 0,0 25 16,-24-25-1,24 0-15,0 0 0,0 25 0,0-25 0,0 0 0,0 0 0,0 0 0,0 0 0,0 25 16,0-25-16,24 0 0,-24 0 0,0 0 0,0 0 0,0 0 16,0 0-16,0 0 0,0 0 15,0 0-15,25 0 0,-25 0 0,0 0 0,0 0 0,0 0 0,25 0 0,-25 0 31,0 0-31,25 0 0,-25 0 0,0 0 0,25 0 0,-25 0 0,0-25 0,0 25 0,24 0 0,-24 0 16,0 0-16,25 0 0,-25 0 0,0 0 0,0-25 0,0 25 0,25 0 16,-25 0-1,0 0-15,0 0 0,0 0 0,0-25 0,0 25 0,0 0 0,0 0 0,25 0 16,-25 0-16,0 0 0,0 0 0,0 0 0,0-25 0,0 25 0,0 0 31,0 0-31,0 0 0,0 0 0,0 0 0,0 0 0,0 0 0,25 0 0,-25-24 0,0 24 0,0 0 16,0 0-16,0 0 0,0 0 0,0 0 0,0 0 0,0 0 0,0 0 15,0 0 1,0 0-16,0 0 0,0 0 0,0 0 0,0 0 0,0 0 0,0 0 0,0 0 15,0 0-15,0 0 0,0 0 0,0 0 0,0 0 0,0 0 0,0 0 0,0 0 16,0 0 0,0 0-16,0 0 0,0 0 0,0 0 0,0 0 0,0 24 0,0-24 0,0 0 15,0 0-15,0 0 0,0 0 0,0 25 0,0-25 0,0 0 0,0 0 16,0 25-16,0-25 15,0 0-15,0 25 0,0-25 0,0 0 0,0 0 0,0 25 0,0-25 0,-25 0 0,25 24 16,0-24-16,0 0 0,0 0 0,0 25 16,0-25-16,0 0 0,0 25 15,-25-25 1,25 0-16,0 25 0,0-25 0,0 0 0,0 0 0,0 25 0,0-25 0,0 0 0,-25 0 0,25 24 0,0-24 0,0 0 0,0 0 0,0 0 15,0 0-15,0 25 16,0-25-16,0 0 0,-25 0 0,25 0 0,0 0 0,0 0 0,0 0 0,0 0 16,0 0-16,0 0 0,-24 0 0,24 0 0,0 0 0,0 25 0,0-25 15,0-25-15,-25 25 16,25 0-16,0 0 0,0 0 0,0 0 0,0 0 0,-25 0 0,25-25 0,0 25 0,0 0 15,0 0-15,0 0 0,0 0 16,-25 0-16,25-24 0,0 24 0,0 0 0,0 0 16,0 0-16,0 0 0,0 0 0,0 0 0,0 0 0,0 0 0,0 0 0,0 0 15,0-25-15,0 25 0,0 0 0,0 0 0,0 0 0,0 0 16,0 0-16,0 0 0,0 0 15,0 0-15,0 0 0,0 0 0,25 0 0,-25 0 0,0 0 0,0 0 16,0 0-16,0 0 0</inkml:trace>
  <inkml:trace contextRef="#ctx0" brushRef="#br0" timeOffset="1.72029E6">30162 16173 0,'0'0'16,"0"-25"-16,0 25 16,0 0-16,0 0 0,0 0 0,0 0 0,0 0 0,0 0 0,0 0 0,0 0 15,0 0-15,25 0 0,-25 0 0,0 0 0,0-25 0,0 25 0,25 0 16,-25 0-1,0 0-15,0 0 0,25 0 0,-25 0 0,0-25 0,0 25 0,25 0 0,-25 0 0,0 0 16,0-25-16,25 25 0,-25 0 0,0-24 0,24 24 0,-24 0 16,0-25-16,0 25 15,25-25-15,-25 25 0,0 0 0,0-25 0,25 25 0,-25-25 0,0 25 0,0-24 16,25 24-16,-25 0 0,0-25 0,0 25 0,0 0 0,0-25 15,25 25-15,-25 0 0,0 0 16,0 0-16,0-25 0,0 25 0,0 0 0,0 0 0,0 0 0,0 0 0,0 0 31,0 0-31,0 0 0,0 0 0,0 0 0,0 0 0,0 0 0,0 0 0,0 0 0,0 0 0,0 0 0,0 0 0,0 0 16,0 0-16,0 0 0,0 0 0,0 0 0,0 25 15,0-25-15,0 0 16,0 0-16,0 0 0,0 0 0,0 0 0,0 0 0,0 25 0,0-25 0,0 0 16,0 0-16,0 0 0,0 25 0,0-25 0,0 0 0,-25 0 15,25 24-15,0-24 0,0 0 16,0 25-16,0-25 0,0 0 0,0 25 0,0-25 0,0 25 0,-25-25 0,25 0 0,0 25 31,0-25-31,0 24 0,0-24 0,0 25 0,-25-25 0,25 0 0,0 25 0,0-25 0,0 0 0,0 25 16,0-25-16,0 0 0,0 25 0,-25-25 0,25 0 0,0 0 15,0 24 1,0-24-16,0 0 0,0 0 0,0 0 0,0 0 0,0 0 0,0 0 0,0 25 0,0-25 15,0 0-15,0 0 0,0 0 0,0 0 0,0 0 0,0 0 0,0 0 16,0 0 0,0 0-16,0 0 0,0 0 0,0 0 0,0 0 0,0 0 0,25-25 0,-25 25 15,0 0-15,0 0 0,0 0 0,25 0 0,-25-24 0</inkml:trace>
  <inkml:trace contextRef="#ctx0" brushRef="#br0" timeOffset="1.72116E6">30634 15949 0,'0'0'0,"0"0"0,0 0 15,0 0 1,0 0-16,0 0 0,0 0 0,0 0 0,0 0 0,0 0 0,0 0 16,0 0-16,0 0 0,0 0 0,0 0 0,0 0 0,0 0 0,0 0 0,0 0 0,0 0 15,0 0-15,0 0 0,0 0 16,0 0-16,0 0 0,0 0 0,0 0 15,0 0-15,0 0 0,0 0 0,0 0 0,0 0 0,0 0 0,-25 0 0,25 0 16,0 25 0,0-25-16,0 0 0,0 0 0,0 0 0,0 0 0,0 25 0,-25-25 0,25 0 0,0 0 15,0 25-15,0-25 0,0 0 0,0 0 0,0 0 0,0 25 0,-25-25 0,25 0 16,0 0-16,0 0 0,0 24 0,0-24 0,0 0 0,0 0 15,0 0-15,0 0 16,0 0-16,0 25 0,0-25 0,0 0 0,-24 0 0,24 0 0,0 0 0,0 0 16,0 0-16,0 0 0,0 0 0,0 0 0,0 0 0,0 0 0,0 0 15,24 0 1,-24 0-16,0 0 0,0 0 0,0 0 0,0 0 0,0 0 0,0 0 31,0 0-31,25 0 0,-25 0 0,0 0 0,0 0 0,0 0 0,0 0 0,25 0 0,-25 0 0,0 0 0,0 0 0,0-25 0,0 25 0,0 0 16,25 0-16,-25 0 15,0 0-15,0 0 0,0 0 0,25 0 0,-25 0 0,0 0 16,0 25-16,0-25 0,24 0 0,-24 0 0,0 0 0,0 0 0,0 0 0,25 0 0,-25 0 15,0 0-15,0 0 16,0 0-16,0 0 0,25 25 0,-25-25 0,0 0 0,0 0 16,0 0-16,0 0 0,0 0 0,0 25 0,0-25 0,0 0 0,0 0 0,0 0 0,0 0 15,0 25-15,25-25 16,-25 0-16,0 0 0,0 24 0,0-24 0,0 0 15,0 0-15,0 0 0,0 25 0,0-25 0,0 0 0,0 25 0,0-25 0,0 0 0,0 0 16,0 25-16,0-25 0,0 0 0,0 25 0,0-25 16,0 0-16,0 0 0,0 0 15,0 24-15,-25-24 0,25 0 0,0 0 0,0 25 0,0-25 0,0 0 0,0 0 16,0 0-16,0 0 0,0 0 0,-25 25 0,25-25 0,0 0 0,0 0 15,0 0-15,0 0 0,0 0 16,0 0-16,-25 0 0,25 0 0,0 25 0,0-25 0,0 0 0,0 0 0,0 0 16,0 0-16,-24 0 0,24 0 0,0 0 0,0 0 15,0-25-15,0 25 0,0 0 16,0 0-16,-25 0 0,25 0 0,0 0 0,0 0 0,0 0 0,0 0 0,0 0 0,0 0 15,0 0-15,0-25 16,-25 25-16,25 0 0,0 0 0,0 0 0,0 0 0,0 0 0,0 0 16,0 0-16,0 0 0,0-25 0,0 25 0,0 0 0,0 0 0,0 0 0,0 0 15,0 0-15,0 0 16,0 0-16,0 0 0,0 0 0,0-24 0,0 24 0,0 0 0,25 0 0</inkml:trace>
  <inkml:trace contextRef="#ctx0" brushRef="#br0" timeOffset="1.72142E6">30708 15999 0,'0'0'15,"0"0"-15,0 0 0,0 0 0,0 0 0,0 0 0,0-25 16,0 25-16,0 0 16,0 0-16,0 0 0,0 0 0,25 0 0,-25 0 0,0 0 0,0 0 0,0 0 15,0 0-15,0 0 0,0 0 0,0 0 0,0 0 16,25 0-16,-25 0 0,0 0 0,25 0 0,-25 0 0,0 0 0,24 0 15,-24 0-15,0-25 16,25 25-16,-25 0 0,25 0 0,-25 0 0,0 0 0,25 0 0,-25 0 16,0 0-16,25 0 0,-25 0 0,0 0 0,24 0 0</inkml:trace>
  <inkml:trace contextRef="#ctx0" brushRef="#br0" timeOffset="1.72325E6">31080 14858 0,'0'0'0,"0"0"0,0 0 16,0 0-16,0 0 0,0 0 0,0 0 0,0 0 16,0 0-16,0 0 15,0 0-15,0 0 0,0 0 0,0 0 0,0 0 0,0 0 0,0 0 0,0 0 0,0 0 16,0 0-16,0 0 0,0 0 0,0 0 0,0 0 0,0 0 15,0 0 1,0 0-16,0 0 0,0 0 0,0 0 0,0 0 0,0 0 0,0 0 0,0 0 16,0 0-16,0 0 0,0 0 0,0 0 0,0 0 0,0 0 0,0 0 15,0 0 1,0 0-16,0 0 0,0 0 0,0 0 0,0 0 0,0 0 0,0 0 0,0 0 0,0 0 0,0 0 15,0 0-15,0 0 0,0 0 0,0 0 0,0 0 16,0 0-16,0 0 0,0 0 16,0 0-16,0 0 0,0 0 0,0 0 0,0 0 0,0 0 0,0 0 0,0 0 0,25 0 15,-25 0-15,0 0 0,0 0 0,0 0 0,0 0 16,0 0-16,0 0 15,0 0-15,0 0 0,0 0 0,0 0 0,0 0 0,0 0 0,0 0 0,0 0 16,0 0-16,0 0 0,0 0 0,0 0 0,25 0 0,-25 0 0,0 0 16,0 0-16,0 0 0,0 0 0,0 0 15,0 0-15,0 0 0,0 0 0,0 0 0,0 0 0,25 0 0,-25 0 31,0 0-31,0 0 0,0 0 0,0 0 0,0 0 0,0 0 0,0 0 0,0 0 0,0 0 16,24 0-16,-24 0 0,0 0 0,0 0 0,0 0 0,0 0 0,25 0 16,-25 0-16,0 25 15,0-25-15,0 0 0,25 0 0,-25 0 0,0 0 0,0 0 0,0 0 0,0 0 16,25 0-16,-25 0 0,0 0 0,0 0 0,0 0 0,0 0 0,0 0 0,25 0 31,-25 0-31,0 0 0,0 0 0,0 25 0,0-25 0,0 0 0,0 0 0,0 0 16,0 0-16,0 0 0,0 0 0,0 0 0,0 0 0,0 0 0,0 0 31,0 0-31,0 0 0,0 0 0,0 0 0,0 0 0,0 0 0</inkml:trace>
  <inkml:trace contextRef="#ctx0" brushRef="#br0" timeOffset="1.72393E6">31279 15056 0,'0'0'16,"0"0"-1,0 0-15,0 0 0,0 0 0,0 0 0,0 0 0,0 0 0,0 0 0,0-24 0,0 24 0,25 0 31,-25 0-31,0 0 0,0 0 0,0 0 0,0 0 0,0 0 0,0 0 0,0 0 16,24-25-16,-24 25 0,0 0 0,0 0 0,0 0 0,0 0 0,25-25 0,-25 25 16,0 0-16,0 0 0,25 0 0,-25-25 0,0 25 0,0 0 15,0 0-15,25-25 0,-25 25 16,0 0-16,0-24 0,0 24 0,25 0 0,-25-25 0,0 25 0,0 0 0,0 0 0,0-25 31,0 25-31,24 0 0,-24 0 0,0-25 0,0 25 0,0 0 0,0 0 0,0 0 16,0 0-16,0 0 0,0 0 0,0-25 0,25 25 0,-25 0 0,0 0 0,0 0 0,0 0 15,0 0 1,0 0-16,0 0 0,0 0 0,0 0 0,0-24 0,0 24 0,0 0 0,0 0 15,0 0-15,0 0 0,0 0 0,0 0 0,0 0 0,0 0 0,0 0 16,0 0 0,0 0-16,0 0 0,0 0 0,0 0 0,0 0 0,0 0 0,0 0 0,0 0 15,0 24-15,0-24 0,0 0 0,0 0 0,0 0 0,0 0 0,0 0 0,0 0 31,0 25-31,0-25 0,0 0 0,0 0 0,0 25 0,0-25 0,-25 0 0,25 0 0,0 25 16,0-25-16,0 0 0,0 25 0,0-25 0,0 0 0,0 24 0,0-24 0,0 25 16,0-25-16,-24 0 15,24 25-15,0-25 0,0 0 0,0 25 0,0-25 0,-25 0 0,25 25 0,0-25 0,0 0 16,0 24-16,0-24 0,-25 0 15,25 25-15,0-25 0,0 0 0,0 25 0,0-25 0,-25 0 0,25 0 16,0 0-16,0 0 0,0 0 0,0 0 0,0 25 0,0-25 0,0 0 16</inkml:trace>
  <inkml:trace contextRef="#ctx0" brushRef="#br0" timeOffset="1.72446E6">31502 15106 0,'0'0'0,"0"0"0,0 0 15,0 0-15,0 0 0,0 0 0,0 0 0,0 0 0,0 0 16,25 0-16,-25-25 16,0 25-16,0 0 0,0 0 0,0 0 0,0 0 0,25 0 0,-25-25 0,0 25 15,0 0-15,24 0 0,-24 0 0,0-24 0,0 24 16,25 0-16,-25-25 0,0 25 0,0 0 15,25-25 1,-25 25-16,0 0 0,0-25 0,0 25 0,25 0 0,-25-25 0,0 25 0,0-24 0,0 24 0,0 0 0,25-25 0,-25 25 0,0 0 16,0 0-16,0 0 0,0-25 0,0 25 0,0 0 0,0 0 0,0 0 31,0 0-31,0 0 0,0 0 0,0 0 0,24 0 0,-24 0 0,0 0 0,0 0 0,0 0 15,0 0-15,0 0 0,0 0 0,0 0 0,0 0 0,0 0 0,0 0 16,0 0 0,0 0-1,0 0-15,0 0 0,0 0 0,0 0 0,0 0 0,0 0 0,-24 0 0,24 0 0,0 25 0,0-25 0,0 0 0,0 0 0,0 25 0,0-25 16,0 0-16,0 24 0,0-24 0,0 0 0,0 25 0,0-25 0,0 25 15,0-25 1,0 0-16,0 25 0,0-25 0,-25 0 0,25 25 0,0-25 0,0 24 0,0-24 0,0 25 16,0-25-16,0 0 0,0 25 0,-25-25 0,25 0 0,0 25 0,0-25 15,0 0-15,0 25 16,0-25-16,0 0 0,-25 24 0,25-24 0,0 0 0,0 0 0,0 25 15,0-25-15,0 0 0,0 0 0,0 0 0,0 0 0,0 0 0,0 0 0</inkml:trace>
  <inkml:trace contextRef="#ctx0" brushRef="#br0" timeOffset="1.72622E6">31378 15404 0,'0'0'0,"0"0"0,0 0 15,0 0 1,0 0-16,0 0 0,0 0 0,0 0 0,0 0 0,0 0 0,0 0 0,0 0 15,0 0-15,0 0 0,0 0 0,0 0 0,0 0 0,0 0 0,0 0 0,0 0 16,0 0-16,0 0 16,0 0-16,0 0 0,0 0 0,0 0 0,0 0 0,0-25 0,0 25 0,0 0 15,0 0-15,0 0 0,0 0 0,0 0 0,0 0 0,0 0 16,0 0-16,0 0 15,0 0-15,0 0 0,0 0 0,0 0 0,0-25 0,0 25 0,0 0 0,0 0 0,0 0 16,25 0-16,-25 0 0,0 0 0,0 0 0,0 0 0,0 0 16,0 0-16,0 0 15,0 0-15,0-25 0,0 25 0,0 0 0,0 0 0,0 0 0,25 0 0,-25 0 0,0 0 16,0 0-16,0 0 0,0 0 0,24 0 0,-24 0 0,0 0 15,0 0-15,0 0 16,0 0-16,25 0 0,-25 0 0,0 0 0,0 0 0,0 0 0,25 0 0,-25 0 16,0 0-16,0 0 0,0 0 0,0 0 0,25 0 0,-25 0 0,0 25 15,0-25-15,0 0 16,0 0-16,0 0 0,0 0 0,0 0 0,25 0 0,-25 25 0,0-25 0,0 0 0,0 0 15,0 0-15,0 0 0,0 0 0,0 25 0,0-25 0,0 0 16,0 0-16,-25 0 16,25 0-16,0 25 0,0-25 0,0 0 0,0 0 0,0 0 0,-25 24 31,25-24-31,0 0 0,0 0 0,0 0 0,0 25 0,-25-25 0,25 0 0,0 0 0,0 0 0,-25 25 0,25-25 0,0 0 0,0 0 15,-24 0 1,24 0-16,0 0 0,0 25 0,0-25 0,-25 0 0,25 0 0,0 0 0,0 0 0,0 0 0,0 0 16,0 0-16,0 0 0,-25 0 0,25 0 0,0 0 0,0 0 15,0 0 1,0 0-16,0 0 0,0 0 0,0 0 0,0 0 0,0 0 0,0 0 0,0 0 0,0 0 15,0 25-15,0-25 0,0 0 0,0 0 0,0 0 0,0 0 16,25 0-16,-25 0 0,0 0 16,0 0-16,0-25 0,0 25 0,25 0 0,-25 0 0,0 0 0,0 0 0,24 0 15,-24 0-15,0 0 0,0 0 0,25 0 0,-25 0 0,0 0 0,0 0 16,0 0-16,0 0 15,0 0-15,25 0 0,-25 0 0,0 0 0,0 0 0,0 0 0,0 0 0,0 0 0,25 0 16,-25 0-16,0 0 0,0 0 0,0 0 0,0 0 0,0 25 16,0-25-1,0 0-15,0 0 0,0 0 0,25 0 0,-25 24 0,0-24 0,0 0 0,0 0 16,0 25-16,0-25 0,0 0 0,-25 25 0,25-25 0,0 0 0,0 25 15,0-25-15,0 0 0,0 25 16,0-25-16,-25 0 0,25 24 0,0-24 0,0 25 0,0-25 0,-25 0 0,25 25 16,0-25-16,0 0 0,0 0 0,-25 25 0,25-25 0,0 0 0,0 0 15,0 0-15,0 0 16,0 0-16,0 25 0,-24-25 0,24 0 0,0 0 0,0 0 0,0 0 0,0 0 0,0 0 15,0 0 1,0 0-16,-25 0 0,25-25 0,0 25 0,0 0 0,0 0 0,0 0 0,0 0 16,0 0-16,0 0 0,0 0 0,0 0 0,0-25 0,0 25 0,0 0 0,0 0 15,0 0-15,0 0 16,0 0-16,0 0 0,-25 0 0,25 0 0,0 0 0,0 0 0,0 0 0,0 0 15,0 0-15,0 0 0,0 0 0,0 0 0,0 0 0,0 0 0,0 0 32,0 0-32,0 0 0,0 0 0,0 0 0,0 0 0,0 0 0,25 0 0,-25 0 15,0 0-15,0 0 0</inkml:trace>
  <inkml:trace contextRef="#ctx0" brushRef="#br0" timeOffset="1.72676E6">31080 16148 0,'0'0'0,"0"0"0,0 0 15,0 0-15,0 0 0,0-25 0,0 25 0,0 0 0,0 0 0,0 0 0,0 0 0,0 0 16,0 0 0,0 0-16,25 0 0,-25 0 0,0 0 0,0 0 0,0 0 0,25 0 0,-25 0 15,0-25-15,0 25 0,0 0 0,25 0 0,-25 0 0,0 0 0,0 0 0,24 25 16,-24-25-1,0 0-15,25 0 0,-25 0 0,0 0 0,25 0 0,-25 0 0,25 0 0,-25 0 0,25 25 0,-25-25 16,0 0-16,25 0 0,-25 0 0,24 0 0,-24 0 0,0 0 16,25 0-1,-25 0-15,0 0 0,0 0 0,25 0 0,-25 0 0,0 0 0,0 0 0,0 0 0</inkml:trace>
  <inkml:trace contextRef="#ctx0" brushRef="#br0" timeOffset="1.72762E6">31527 15999 0,'0'0'0,"0"0"0,0 0 16,0 0-16,0 0 0,0 0 0,0 0 15,0 0-15,0 0 0,0 0 0,0 0 16,0 0-16,0 0 0,0 0 0,0 0 0,0 0 0,0 0 0,0 0 0,0 25 0,0-25 31,0 0-31,0 0 0,0 0 0,0 0 0,-25 0 0,25 0 0,0 0 0,0 0 0,0 25 0,0-25 16,0 0-16,0 0 0,0 0 0,0 0 0,0 24 0,0-24 0,0 0 15,0 0 1,0 25-16,0-25 0,0 0 0,0 0 0,0 25 0,0-25 0,-25 0 0,25 0 16,0 0-16,0 25 0,0-25 0,0 0 0,0 0 0,0 0 0,0 0 0,0 25 15,0-25 1,0 0-16,0 0 0,-25 0 0,25 0 0,0 0 0,0 0 0,0 24 0,0-24 0,0 0 15,0 0-15,0 0 0,0 0 0,0 0 0,0 0 0,0 0 0,0 0 16,0 0 0,0 0-16,0 0 0,0 0 0,0 0 0,0 0 0,0 0 0,0 0 0,0 0 0,0 0 0,0 0 15,0 0-15,0 0 0,0 0 0,0 0 0,0 0 0,25 0 16,-25 0-16,0 0 15,0-24-15,0 24 0,0 0 0,0 0 0,0 0 0,25 0 0,-25 0 0,0 0 0,0 0 0,0 0 16,0 0-16,0 0 0,0 0 16,25 0-16,-25 0 0,0 0 0,0 0 0,0 0 0,0 0 0,0 0 0,25 0 31,-25 0-31,0 0 0,0 0 0,0 0 0,0 0 0,0 0 0,24 0 0,-24 0 0,0 0 0,0 0 0,0 0 15,0 0-15,0 0 16,0 0-16,0 0 0,0 0 0,0 0 0,0 0 0,0 0 0,0 24 16,0-24-16,0 0 0,0 0 0,0 0 0,0 0 0,0 0 0,0 25 0,0-25 15,0 0-15,0 0 16,0 0-16,0 25 0,0-25 0,0 0 0,0 0 0,0 25 0,0-25 15,0 0-15,0 0 0,0 25 0,0-25 0,0 0 0,0 0 0,-24 0 0,24 24 16,0-24-16,0 0 16,0 0-16,0 25 0,0-25 0,0 0 0,0 0 0,0 0 0,-25 25 0,25-25 15,0 0-15,0 0 0,0 0 0,0 0 0,0 0 0,0 0 0,0 0 0,0 0 16,0 25-1,-25-25-15,25 0 0,0 0 0,0 0 0,0 0 0,0 0 0,0 0 0,0 0 16,0 0-16,0 0 0,0 0 0,0 0 0,-25 0 0,25 0 0,0 0 0,0 0 16,0 0-1,0 0-15,0 0 0,-25 0 0,25 0 0,0 0 0,0 0 0,0-25 0,0 25 0,0 0 16,0 0-16,0 0 0,0 0 0,-24 0 0,24 0 0,0 0 0,0 0 15,0 0 1,0 0-16,0 0 0,0 0 0,0 0 0,0 0 0,0 0 0,0 0 0,0 0 0,0 0 0,0 0 16,0 0-16,0 0 0,0-25 0,0 25 15,0 0-15,0 0 0,0-25 0,24 25 0,-24 0 16,0-24-1,0 24-15,0 0 0</inkml:trace>
  <inkml:trace contextRef="#ctx0" brushRef="#br0" timeOffset="1.72782E6">31601 16024 0,'0'-25'0,"0"25"0,0 0 0,0 0 0,0 0 16,0 0-16,0 0 0,0 0 15,0 0-15,25 0 0,-25 0 0,0 0 16,0 0-16,25 0 0,-25 0 0,0 0 0,0 0 0,25 0 0,-25 0 0,0 0 0,24 0 15,-24 0-15,25 0 0,-25 0 0,0 0 0,25 0 16,-25 0-16,25 0 0,-25 0 0,25 0 16,-25 0-16,24 0 0,-24 0 0,25 0 0,-25 0 0</inkml:trace>
  <inkml:trace contextRef="#ctx0" brushRef="#br0" timeOffset="1.72992E6">32345 14883 0,'0'0'0,"0"0"15,0-25-15,0 25 0,0 0 0,0 0 0,0 0 0,0 0 0,0-25 0,0 25 0,0 0 16,25 0-1,-25 0-15,0 0 0,0 0 0,0-25 0,0 25 0,0 0 0,0 0 0,0 0 16,0 0-16,0 0 0,0 0 0,0 0 0,0-24 0,0 24 0,0 0 0,0 0 31,0 0-31,0 0 0,0 0 0,0 0 0,0 0 0,0 0 0,0 0 0,0 0 0,0 0 0,0-25 0,-25 25 0,25 0 16,0 0-16,0 0 15,0 0-15,0 0 0,0 0 0,0 0 0,-24 0 0,24 0 0,0 0 16,0 0-16,0 0 0,0 0 0,0 0 0,-25-25 0,25 25 0,0 0 0,0 0 16,0 25-1,0-25-15,0 0 0,0 0 0,0 0 0,0 0 0,0 0 0,0 0 0,0 0 16,-25 0-16,25 0 0,0 0 0,0 0 0,0 0 0,0 25 0,0-25 0,0 0 15,0 0 1,0 0-16,0 0 0,0 24 0,0-24 0,0 0 0,0 0 0,0 25 0,0-25 0,0 0 16,0 25-16,0-25 0,0 0 0,0 25 0,0-25 0,0 25 0,0-25 15,0 0 1,0 24-16,25-24 0,-25 25 0,0-25 0,0 0 0,0 25 0,0-25 0,0 25 15,0-25-15,0 0 0,0 25 0,0-25 16,0 0-16,0 24 0,25-24 0,-25 0 0,0 0 0,0 25 0,0-25 16,0 0-16,0 0 0,0 0 0,0 25 0,0-25 0,0 0 0,0 0 0,0 0 15,0 25-15,0-25 16,0 0-16,0 0 0,24 0 0,-24 0 0,0 25 0,0-25 0,0 0 0,0 0 0,0 0 0,0 0 15,0 0 1,0 0-16,0 0 0,0 0 0,0 0 0,0 0 0,0 0 0,0 0 0,0 0 16,0 0-16,0 24 0,0-24 0,-24 0 0,24 0 0,0 0 0,0 0 0,0 0 15,0 0 1,0 0-16,0 0 0,0 0 0,0 0 0,0 0 0,0 0 0,-25 0 15,25 0-15,0 0 0,0 0 0,0 25 0,0-25 0,0 0 0,-25-25 0,25 25 16,0 0-16,0 0 0,0 0 0,0 0 0,0 0 0,0 0 16,0 0-16,0 0 15,0 0-15,0 0 0,0 0 0,0 0 0,0 0 0,0 0 0,0 0 0,0 0 0,0 0 0,0 0 16,0 0-16,0 0 0,0 0 15,0-24-15,0 24 0,0 0 0,0 0 0,0 0 0,0-25 16,0 25-16,0 0 0,0 0 0,0 0 0,0 0 0,0 0 0,0-25 0,0 25 16,0 0-16,0 0 0,0 0 15,25 0-15,-25 0 0,0 0 0,0 0 0,0 0 0,0 0 16,25 0-16,-25 0 0,0 0 0,0 0 0,24 0 0,-24 0 0,0-25 0,25 25 31,-25 0-31,0 0 0,25 0 0,-25 0 0,0 0 0,25 0 0,-25 0 0,0 0 0,25 0 16,-25 0-16,0-25 0,0 25 0,24 0 0,-24 0 0,0 0 0,25 0 0,-25 0 15,0-24 1,0 24-16,0 0 0,0 0 0,25 0 0,-25 0 0,0 0 0,0-25 0,0 25 0,0 0 0,0 0 15,0 0-15,0 0 0,0 0 0,0 0 0,0-25 0,0 25 16,0 0-16,0 0 0,-25 0 0,25-25 16,0 25-16,0 0 0,0 0 0,0-25 0,-25 25 0,25 0 0,0 0 0,0 0 15,0-24-15,0 24 16,0 0-16,-24 0 0,24 0 0,0-25 0,0 25 0,0 0 0,0 0 15,0 0-15,0 0 0,0 0 0,0 0 0,0 0 0,0 25 0,0-25 0,0 0 16</inkml:trace>
  <inkml:trace contextRef="#ctx0" brushRef="#br0" timeOffset="1.7312E6">32172 15553 0,'0'0'16,"0"0"-1,0 0-15,0 0 0,0 0 0,0 0 0,0-25 0,0 25 0,0 0 0,0 0 31,0 0-31,0 0 0,0 0 0,0 0 0,0 0 0,0 0 0,0 0 0,0-25 0,0 25 0,0 0 0,0 0 0,0 0 0,0 0 32,0 0-32,0 0 0,0 0 0,0 0 0,0 0 0,0 0 0,0 0 0,0 0 0,0 0 0,0 0 15,0 0-15,0 0 0,0 0 0,0 0 0,0 0 0,0 0 0,0 0 0,0 0 31,0 0-31,0 0 0,0 0 0,0 0 0,0 0 0,0 0 0,0 0 0,0 0 0,24 0 16,-24 0-16,0 0 0,25 0 0,-25 0 0,0 0 0,0 0 0,25 0 0,-25 0 16,0 0-1,25 25-15,-25-25 0,0 0 0,25 0 0,-25 0 0,0 0 0,25 0 16,-25 0-16,0 0 0,0 0 0,24 0 0,-24 25 0,0-25 0,0 0 0,0 0 15,25 0-15,-25 0 0,0 0 0,0 0 0,0 0 0,0 0 0,0 0 16</inkml:trace>
  <inkml:trace contextRef="#ctx0" brushRef="#br0" timeOffset="1.7319E6">32519 15478 0,'0'0'0,"0"0"0,0 0 16,0 0-16,0 0 15,0 0-15,0 0 0,0 0 0,0 0 0,0 0 0,0 0 0,0 0 16,0 0-16,0 0 0,0 0 0,0 0 0,0 0 0,0 0 0,0 0 0,0 0 16,0 0-1,0 0-15,0 25 0,0-25 0,0 0 0,0 0 0,0 0 0,0 0 0,0 0 16,0 0-16,0 0 0,0 25 0,0-25 0,0 0 0,0 0 0,0 0 0,0 0 15,0 0-15,-25 25 16,25-25-16,0 0 0,0 0 0,0 0 0,0 24 0,0-24 0,0 0 0,0 0 16,0 0-16,0 0 0,0 25 0,0-25 0,0 0 0,0 0 0,-25 0 0,25 0 31,0 0-31,0 25 0,0-25 0,0 0 0,0 0 0,0 0 0,0 0 0,0 0 0,0 0 15,0 0-15,0 0 0,0 0 0,0 0 0,0 0 0,0 0 0,0 0 0,0 0 32,0 0-32,25 0 0,-25 0 0,0 0 0,0 0 0,0 0 0,0 0 0,0 0 15,25 0-15,-25 0 0,0 0 0,0 0 0,0 0 0,0 0 0,0 0 0,25 0 0,-25 0 16,0 0-1,0 0-15,0 0 0,0 0 0,0 0 0,25 0 0,-25 0 0,0 0 0,0 0 16,0 0-16,0 0 0,0 0 0,0 25 0,0-25 0,0 0 0,24 0 0,-24 0 16,0 0-16,0 0 15,0 25-15,0-25 0,0 0 0,0 0 0,0 24 0,0-24 0,0 0 0,0 0 0,-24 0 16,24 25-16,0-25 0,0 0 15,0 0-15,0 25 0,0-25 0,0 0 0,0 0 16,0 25-16,0-25 0,-25 0 0,25 0 0,0 0 0,0 0 0,0 0 0,0 25 0,0-25 16,0 0-16,0 0 0,-25 0 0,25 0 0,0 0 0,0 24 0,0-24 15,0 0-15,0 0 16,0 0-16,0 0 0,-25 0 0,25 0 0,0 0 0,0 0 0,0 0 0,0 0 0,0 0 15,0 0-15,-25 0 0,25 0 16,0 0-16,0 0 0,0 0 0,0 0 0,0 0 16,-24 0-16,24 0 0,0 0 0,0 0 0,0 0 0,0 0 0,0 0 0,0 0 0,0 0 0,-25 0 15,25 0 1,0 0-16,0 0 0,0 0 0,0-24 0,0 24 0,0 0 0,0 0 0,0 0 15,0 0 1,0-25-16,0 25 0,0 0 0,0 0 0,0 0 0</inkml:trace>
  <inkml:trace contextRef="#ctx0" brushRef="#br0" timeOffset="1.73211E6">32569 15503 0,'0'0'0,"24"0"0,-24 0 0,0 0 15,0 0-15,0 0 0,0-25 0,0 25 0,0 0 0,25 0 0,-25 0 0,0 25 32,25-25-32,-25 0 0,25 0 0,-25 0 0,0 0 0,25 0 0,-25 0 0,24 0 0,-24 0 15,25 0-15,-25 0 0,0 0 0,25 0 0,-25 25 0,0-25 0,0 0 0,25 0 31</inkml:trace>
  <inkml:trace contextRef="#ctx0" brushRef="#br0" timeOffset="1.73258E6">32122 16247 0,'0'0'0,"0"0"0,0 0 16,0 0-16,0 0 0,0 0 0,0 0 0,0 0 16,0 0-16,0 0 0,0-25 15,0 25-15,0 0 0,0 0 0,0 0 0,0 0 0,0 0 0,0 0 0,0 0 0,0 0 0,0 0 16,0 0-16,25 0 0,-25 0 0,0 0 0,0 0 15,25 0-15,-25 0 0,0 0 16,24 0-16,-24 0 0,25 0 0,-25 0 0,0 0 0,25 0 0,-25 0 0,25 0 0,-25 0 31,0 0-31,25 0 0,-25 0 0,0 0 0,25 0 0,-25 0 0,0 0 0,24 0 0,-24 0 0,0 0 0,0 0 0,0 0 16,0 0-16,25 0 0,-25 0 0</inkml:trace>
  <inkml:trace contextRef="#ctx0" brushRef="#br0" timeOffset="1.73318E6">32469 16123 0,'-24'-25'0,"24"25"0,0 0 16,0 0-16,0 0 0,24 0 0,-24 0 0,0 0 0,0 0 0,0 0 15,0 0 1,0 0-16,0 0 0,0-25 0,0 25 0,0 0 0,25 0 0,-25 0 0,0 0 0,0 0 16,0 0-16,25 0 0,-25 0 0,0 0 0,0 0 0,0 0 0,0 0 31,25 0-31,-25 0 0,0 0 0,0 0 0,0 0 0,0 0 0,25 0 0,-25 0 0,0 0 0,0 0 0,0 25 0,0-25 15,0 0-15,0 0 16,24 0-16,-24 0 0,0 0 0,0 0 0,0 0 0,0 25 0,0-25 0,0 0 0,0 0 16,0 0-16,0 0 0,0 25 15,0-25-15,0 0 0,0 0 0,0 0 0,0 25 0,-24-25 0,24 0 0,0 24 16,0-24-16,0 0 0,0 0 0,0 25 0,-25-25 0,25 0 0,0 25 0,0-25 31,-25 0-31,25 25 0,0-25 0,0 0 0,-25 0 0,25 25 0,0-25 0,0 0 0,-25 0 16,25 24-16,0-24 0,-24 0 0,24 0 0,0 25 0,0-25 0,-25 0 0,25 0 15,0 0-15,0 0 16,0 25-16,-25-25 0,25 0 0,0 0 0,0 0 0,0 0 0,0 0 15,0 0-15,0 0 0,0 0 0,0 0 0,0 0 0,0 0 0,0 0 0,0 0 0,0 25 32,0-25-32,0 0 0,25 0 0,-25 0 0,0 0 0,0 0 0,0 0 0,25 0 0,-25 0 15,0 0-15,0 0 0,24 0 0,-24 0 0,25 0 0,-25 0 0,0 0 0,25 0 31,-25 0-31,25 0 0,0 0 0,-25 0 0,24 0 0,-24 0 0,25 0 0,0 0 0,-25 0 16,25 0-16,-25 0 0,25 0 0,-25 0 0,24-25 0,-24 25 0,25 0 0,-25 0 16,0 0-16</inkml:trace>
  <inkml:trace contextRef="#ctx0" brushRef="#br0" timeOffset="1.73537E6">32841 14709 0,'0'0'0,"0"0"0,0 0 15,-24 0-15,24 0 0,0 0 0,0 0 0,0 0 0,0 0 0,0 0 16,0 0 0,0 0-16,0 0 0,0 25 0,0-25 0,-25 0 0,25 0 0,0 0 0,0 0 0,0-25 15,0 25-15,0 0 0,0 0 0,0 0 0,0 0 0,0 0 0,0 0 0,0 0 16,0 0-1,0 0-15,0 0 0,0 0 0,0 0 0,0 0 0,0 0 0,0 0 0,0 0 16,0 0-16,0 0 0,0 0 0,0 0 16,0 0-16,0 0 0,0 0 0,0 0 0,0 0 0,0 0 15,0 0-15,0 0 0,0 0 0,0 0 0,0 0 0,0 0 0,0 0 0,0 0 16,0 0-16,0 0 0,0 0 0,0 0 0,-25 0 0,25 0 15,0 0-15,0 0 16,0 0-16,0 0 0,0 0 0,0 0 0,0 0 0,0 0 0,0 0 0,0 25 0,0-25 16,0 0-16,0 0 0,0 0 0,0 0 0,0 0 0,0 0 0,0 0 15,0 0 1,0 0-16,0 0 0,0 0 0,0 0 0,0 0 0,0 25 0,0-25 0,0 0 0,0 0 15,0 0-15,0 0 0,0 0 0,0 25 0,0-25 0,0 0 0,0 0 16,0 0-16,0 0 16,0 24-16,0-24 0,0 0 0,25 0 0,-25 25 0,0-25 0,0 0 0,0 0 0,0 25 15,0-25 1,0 0-16,0 0 0,0 0 0,0 25 0,0-25 0,0 0 0,0 0 0,0 0 0,0 25 0,0-25 15,0 0-15,0 0 0,0 0 0,0 24 0,0-24 0,0 0 16,0 0 0,0 25-16,0-25 0,0 0 0,0 0 0,0 0 0,0 25 0,0-25 0,0 0 0,0 0 15,0 25-15,0-25 0,0 0 0,0 0 0,0 0 0,0 25 0,0-25 16,0 0-16,0 0 0,0 24 15,0-24-15,0 0 0,0 0 0,0 0 0,0 25 0,0-25 0,0 0 0,0 0 16,0 0-16,0 25 0,0-25 16,0 0-16,0 0 0,0 0 0,0 25 0,0-25 0,0 0 0,0 0 15,0 0-15,0 25 0,0-25 0,0 0 0,0 0 0,0 0 0,0 24 0,0-24 31,0 0-31,0 0 0,0 0 0,0 25 0,0-25 0,0 0 0,0 0 0,0 25 0,0-25 0,0 0 0,0 0 16,0 25-16,0-25 0,0 0 16,0 0-16,0 25 0,0-25 0,0 0 0,0 0 0,0 0 15,0 24-15,0-24 0,0 0 0,0 0 0,0 0 0,0 25 0,0-25 0,0 0 16,-25 0-16,25 0 0,0 25 0,0-25 0,0 0 0,0 0 15,0 25-15,0-25 16,0 0-16,0 0 0,25 0 0,-25 25 0,0-25 0,0 0 0,0 0 0,0 0 0,0 25 0,0-25 16,0 0-1,0 0-15,0 0 0,0 24 0,0-24 0,0 0 0,0 0 0,0 0 0,0 0 16,0 25-16,0-25 0,0 0 0,0 0 0,0 0 0,0 0 0,0 0 15,0 0-15,0 25 0,0-25 16,0 0-16,0 0 0,0 0 0,0 0 0,0 25 0,0-25 0,0 0 16,0 0-16,0 0 0,0 0 0,0 0 0,0 25 0,0-25 0,0 0 0,0 0 15,0 0 1,0 0-16,0 0 0,0 0 0,0 24 0,0-24 0,0 0 0,0 0 0,0 0 15,0 0-15,0 25 0,0-25 0,0 0 0,0 0 0,0 0 0,0 0 16,0 0-16,0 0 16,0 0-16,0 25 0,0-25 0,0 0 0,0 0 0,0 0 0,0 0 15,0 25-15,0-25 0,0 0 0,0 0 0,0 0 0,0 0 0,0 25 16,0-25-16,0 0 0,0 0 0,0 0 15,0 0 1,0 0-16,0 24 0,0-24 0,0 0 0,0 0 0,0 0 0,0 0 0,0 0 0,0 25 0,0-25 0,0 0 0,0 0 0,0 0 0,0 0 16,0 0-16,0 0 15,0 25-15,0-25 0,0 0 0,0 0 0,0 0 0,0 0 0,0 0 0,0 0 0,0 25 16,0-25-16,0 0 0,0 0 0,0 0 0,0 0 15,0 0-15,0 25 0,0-25 16,0 0-16,0 0 0,0 0 0,0 0 0,0 0 0,0 0 0,0 24 0,0-24 0,0 0 16,0 0-1,0 0-15,0 0 0,0 0 0,0 0 0,0 0 0,0 25 0,25-25 0,-25 0 0,0 0 0,0 0 16,0 0-16,0 0 0,0 25 0,0-25 0,0 0 0,0 0 0,0 0 15,0 0 1,0 0-16,0 0 0,0 25 0,0-25 0,0 0 0,0 0 0,0 0 0,0 0 16,0 0-16,0 0 0,0 25 0,0-25 0,0 0 0,0 0 0,0 0 0,0 0 0,0 0 15,0 0-15,0 24 16,0-24-16,0 0 0,0 0 0,0 0 0,0 0 0,0 0 0,0 0 0,0 25 15,0-25-15,0 0 0,0 0 0,0 0 0,0 0 0,0 0 0,0 25 0,0-25 16,0 0 0,0 0-16,0 0 0,0 25 0,0-25 0,0 0 0,0 0 0,0 0 0,0 25 0,0-25 15,0 0-15,0 0 0,0 0 0,0 24 0,0-24 0,0 0 16,0 0-16,0 0 0,0 25 15,0-25-15,0 0 0,0 0 0,0 0 0,0 25 0,24-25 0,-24 0 0,0 0 32,0 0-32,0 0 0,0 25 0,0-25 0,0 0 0,0 0 0,0 0 0,0 0 15,0 0-15,0 0 0,0 0 0,0 25 0,0-25 0,0 0 0,0 0 0,0 0 0,0 0 0,0 0 0,0 0 16,0 0-1,0 0-15,0 0 0,0 0 0,0 24 0,0-24 0,0 0 0,-24 0 0,24 0 0,0 0 16,0 0 0,0 0-16,0 25 0,0-25 0,0 0 0,0 0 0,0 0 0,0 0 0,0 0 0,0 25 15,0-25-15,0 0 0,0 0 0,0 0 0,0 0 0,0 25 0,0-25 0,-25 0 0,25 0 16,0 0-1,0 25-15,0-25 0,0 0 0,0 0 0,0 0 0,0 24 0,0-24 0,0 0 16,0 0-16,-25 0 0,25 25 0,0-25 0,0 0 0,0 0 0,0 0 0,0 25 16,0-25-1,0 0-15,0 0 0,0 0 0,-25 25 0,25-25 0,0 0 0,0 0 0,0 25 0,0-25 0,0 0 16,0 0-16,0 25 0,0-25 0,-25 0 0,25 0 0,0 24 0,0-24 31,0 0-31,0 0 0,0 0 0,0 25 0,-24-25 0,24 0 0,0 0 0,0 0 0,0 25 0,0-25 16,0 0-16,0 0 0,-25 0 0,25 0 0,0 0 0,0 25 0,0-25 15,0 0-15,0 0 0,-25 0 0,25 0 0,0 0 0,0 0 16,0 0-16,0 25 0,-25-25 0,25 0 0,0 0 15,0 0-15,0 0 0,-25 0 0,25 0 0,0 0 16,-24 0-16,24 0 0,-25 0 0,25 0 0,-25 0 0,25 0 0,-25-25 0,0 25 31,1 0-31</inkml:trace>
  <inkml:trace contextRef="#ctx0" brushRef="#br0" timeOffset="1.73787E6">21555 17338 0,'0'0'0,"0"0"16,0 0-1,0 0-15,0 0 0,0 0 0,0 0 0,0 0 0,0 0 0,0 0 0,0 0 0,0 0 16,0 0-16,0 0 0,0 0 0,0 0 0,0 0 0,0 0 0,0 0 15,0 0-15,0 0 16,0 0-16,0 0 0,0 0 0,0 0 0,-25 25 0,25-25 0,0 0 0,0 0 0,0 0 16,0 0-1,0 0-15,0 0 0,0 0 0,0 0 0,-24 0 0,24 0 0,0 0 0,0 0 0,0 25 0,0-25 16,0 0-16,-25 0 0,25 0 0,0 0 0,0 0 0,0 0 0,-25 25 31,25-25-31,0 0 0,-25 0 0,25 25 0,0-25 0,0 0 0,-25 24 0,25-24 0,-24 0 16,24 25-16,0-25 0,-25 25 0,25-25 0,0 0 0,-25 25 0,25-25 0,0 25 15,-25-25 1,25 0-16,0 25 0,-25-25 0,25 24 0,0-24 0,0 0 0,-24 25 0,24-25 15,0 0-15,0 25 0,0-25 0,0 0 0,-25 0 0,25 25 0,0-25 0,0 0 32,0 0-32,0 0 0,0 0 0,0 0 0,0 25 0,0-25 0,0 0 0,0 0 0,0 0 0,0 0 0,0 0 15,0 0-15,0 0 0,0 0 0,0 0 0,0 0 0,0 0 16,0 0-16,0 0 15,0 0-15,0 0 0,0 0 0,0 0 0,0 0 0,0 0 0,25-25 0,-25 25 16,0 0-16,0 0 0,0-25 16,24 25-16,-24 0 0,0-25 0</inkml:trace>
  <inkml:trace contextRef="#ctx0" brushRef="#br0" timeOffset="1.73825E6">21555 17264 0,'0'0'0,"0"0"16,0 0-16,0 0 0,0-25 0,25 25 16,-25 0-16,0 0 0,0 0 15,0 0-15,0 0 0,0 0 0,0 0 0,0 0 0,0 0 0,0 0 0,0 0 0,0 0 16,0 0-1,0 0-15,0 0 0,0 0 0,0 0 0,25 0 0,-25 25 0,0-25 0,0 0 16,0 0-16,0 25 0,0-25 0,0 0 0,25 25 0,-25-25 0,0 24 0,0-24 16,0 0-16,0 25 15,0-25-15,0 25 0,0-25 0,24 25 0,-24-25 0,0 25 0,0-25 0,0 24 16,0-24-16,0 25 0,0-25 0,0 0 0,0 25 0,0-25 0,0 25 15,0-25 1,0 0-16,0 25 0,0-25 0,0 0 0,0 0 0,0 25 0,0-25 0,0 0 16,0 0-16,0 24 0,0-24 0,0 0 0,0 0 0,0 0 0,0 0 0,0 0 0,0 25 31,0-25-31,0 0 0,0 0 0,0 0 0,0 0 0,0 0 0,0 0 0,0 0 0,0 0 15,0 0-15,0 0 0,0 0 0,0 0 0,0 0 0,0 0 0,0 0 0,0 0 16,0 0-16,0 0 16,0 0-16,0 0 0,0 0 0,0 0 0,0 0 15,0 0-15,0 0 0,0 0 0</inkml:trace>
  <inkml:trace contextRef="#ctx0" brushRef="#br0" timeOffset="1.73852E6">21406 17462 0,'0'-24'16,"0"24"-16,0 0 0,0 0 0,0 0 0,0 0 0,-24 0 15,24 0-15,0 0 0,0 0 16,0 0-16,24 0 0,-24 0 0,0 0 0,0 0 0,0 0 0,0 0 0,0 0 15,0 0 1,25 0-16,-25 0 0,0 0 0,0 0 0,25 0 0,-25 0 0,0 0 0,25 0 0,-25 0 16,25 0-16,-25 0 0,24 0 0,1 24 0,-25-24 0,25 0 0,-25 0 15,25 0-15,-25-24 0,25 24 0,-25 0 0,24 0 16,-24 0-16,25 0 0,-25 0 0,0 0 15,25 0-15</inkml:trace>
  <inkml:trace contextRef="#ctx0" brushRef="#br0" timeOffset="1.7388E6">21679 16991 0,'0'0'0,"0"0"0,0-25 15,0 25-15,0 0 0,0 0 0,0 0 0,0 0 0,0 0 0,0-24 16,0 24-1,25 0-15,-25 0 0,25 0 0,-25 0 0,0 0 0,25-25 0,-25 25 0,25 0 0,-1 0 16,-24 0-16,25 0 0,-25 0 0,25-25 0,-25 25 0,25 0 16,-25 0-16,0 0 15,25 0-15,-25 0 0,24 0 0,-24 0 0,0 0 0</inkml:trace>
  <inkml:trace contextRef="#ctx0" brushRef="#br0" timeOffset="1.7392E6">22002 17016 0,'0'0'15,"0"0"-15,0 0 16,0 0-16,0 0 0,0 0 0,0 0 0,25 0 0,-25 0 0,0 0 0,0 0 0,0 0 15,0-25-15,0 25 0,0 0 16,24 0-16,-24 0 0,0-25 0,0 25 16,25 0-16,-25 0 0,0-24 0,0 24 0,0 0 0,25 0 0,-25-25 0,0 25 0,0 0 15,0 0-15,0-25 0,0 25 0,0 0 0,25 0 0,-25-25 0,0 25 16,0 0-16,0 0 15,0 0-15,0-25 0,0 25 0,0 0 0,0 0 0,0 0 0,0 0 0,0 0 16,0 0-16,0 0 0,0 0 0,0 0 0,0 0 0,0 0 0,0 0 16,0 0-1,0 0-15,0 0 0,0 0 0,0 0 0,0 0 0,0 0 0,0 0 0,0 0 0,0 0 16,0 25-16,0-25 0,0 0 0,0 25 0,0-25 0,0 25 0,0-25 15,0 25 1,0-25-16,0 24 0,0-24 0,0 25 0,0-25 0,0 25 0,0-25 0,0 25 0,0-25 16,0 25-1,0-25-15,0 24 0,0-24 0,0 0 0,0 25 0,0-25 0,0 0 0,0 0 0,0 25 16,0-25-16,0 0 0,0 0 0,0 0 0</inkml:trace>
  <inkml:trace contextRef="#ctx0" brushRef="#br0" timeOffset="1.73963E6">22374 17438 0,'0'0'0,"0"0"15,0 0-15,0 0 0,0 0 0,0 0 16,0 0-16,0 0 0,0 0 0,0 0 0,0 0 0,0 0 15,0 0-15,0 0 0,0 0 0,25 0 0,-25 0 0,0 0 0,0 0 16,0 0-16,24 0 0,-24 0 0,0 0 0,25 0 0,-25 0 16,0 0-16,25 0 0,-25 0 15,0 0-15,25 0 0,-25 0 0,0 0 0,0 0 0,25 0 0,-25 0 0,0 0 0,24 0 16,-24 0-16,0 0 0,0 0 0,25 0 0,-25 0 0,0 0 15,0 0-15,0 0 16,0 0-16,25 0 0,-25 0 0,0 0 0,0 0 0,0 0 0</inkml:trace>
  <inkml:trace contextRef="#ctx0" brushRef="#br0" timeOffset="1.73988E6">22374 17661 0,'-25'0'16,"25"0"-16,0 0 0,0 0 0,0 0 16,0 0-16,0 0 0,0 0 0,0 0 15,0 0-15,0 0 0,0 0 0,0 0 0,25 0 0,-25 0 0,0 0 0,0 0 0,25 0 16,-25-25-16,0 25 0,24 0 0,-24 0 0,25 0 0,-25 0 15,0 0-15,25 0 0,-25 0 16,25 0-16,-25 0 0,0 0 0,25-25 0,-25 25 0,24 0 0,-24 0 0,25 0 16,-25 0-16,0 0 0,25 0 0,-25 0 0,25-24 0,-25 24 0</inkml:trace>
  <inkml:trace contextRef="#ctx0" brushRef="#br0" timeOffset="1.74107E6">23416 16991 0,'0'0'0,"0"0"16,0 0-16,0 0 0,0 0 0,0 0 0,0 0 0,0 0 0,0 0 0,0 0 15,0 0 1,0 0-16,0 0 0,0 0 0,0 0 0,0 0 0,0 0 0,0 0 0,0 0 0,0 0 15,0 0-15,0 0 0,0 0 0,0 0 0,0 0 0,0 0 0,0 0 16,0 0 0,0 0-16,0 0 0,0 0 0,0-25 0,0 25 0,0 0 0,0 0 0,24 0 0,-24 0 0,0-24 15,0 24 1,0 0-16,0 0 0,25-25 0,-25 25 0,0 0 0,0-25 0,0 25 15,25 0-15,-25-25 0,0 25 0,0-25 0,0 25 0,25-24 0,-25 24 0,0 0 16,0-25-16,0 25 16,0-25-16,25 25 0,-25 0 0,0-25 0,0 25 0,0 0 0,0 0 0,0 0 0,0-25 15,0 25-15,0 0 0,0 0 0,0 0 0,0 0 0,0 0 16,0 0-1,0 0-15,0 0 0,0 0 0,0 0 0,0 0 0,0 0 0,0 0 0,0 0 32,0 0-32,0 0 0,0 25 0,-25-25 0,25 0 0,0 0 0,0 0 0,0 25 0,0-25 0,0 0 0,0 25 0,0-25 0,0 25 0,0-25 15,0 0-15,0 24 0,-25-24 0,25 25 0,0-25 16,0 25-16,0-25 0,0 25 15,0-25-15,0 25 0,0-25 0,0 24 0,0-24 0,0 25 0,-25-25 0,25 25 16,0-25-16,0 0 0,0 25 0,0-25 0,0 0 16,0 25-16,0-25 0,0 0 0,0 0 15,0 24-15,0-24 0,0 0 0,0 0 0,0 0 0,0 0 0,0 0 0,0 25 16,0-25-16,0 0 0,0 0 0,0 0 0,0 0 0,0 0 15,0 0-15,0 0 16,0 0-16,0 0 0,0 0 0,0 0 0,25 0 16,-25 0-16,0 0 0,0 0 0,0 0 0,0 0 0,0 0 0,0 0 0,0 0 0,0 0 0,0 0 31,0 0-31</inkml:trace>
  <inkml:trace contextRef="#ctx0" brushRef="#br0" timeOffset="1.74157E6">23242 17413 0,'0'0'0,"0"0"0,-25-25 15,25 25-15,0 0 16,0 0-16,0 0 0,0 0 0,0 0 0,0 0 16,0 0-16,0 0 0,0 0 0,0 0 0,0 0 0,0 0 0,0 0 0,0 0 0,0 0 0,0 0 15,0 0-15,0 0 16,0 0-16,0 0 0,0 0 0,25 0 0,-25 0 31,0 0-31,0 0 0,25 0 0,-25 0 0,0 0 0,25 0 0,-25 0 0,24 25 0,-24-25 0,25 0 0,-25 0 16,25 0-16,-25 0 0,25 0 0,-25 0 0,25 0 0,-1 0 0,-24 0 0,25 0 15,-25 0-15,25 0 0,0 0 0,-25 0 0,25 0 0,-25 0 0,24 0 16,-24 0-1,25 0-15,0 0 0,-25 0 0,25 0 0,-25 0 0,25 0 0,-1 0 0,-24 0 0,25 0 0,-25 0 0,25 0 16,-25 0-16,25 0 0,0 0 0,-25 0 16,24 0-16,-24 0 0,0 0 15,25 0-15,-25 0 0,0 0 0,25 0 0,-25 0 0,0 0 0,0 0 0,0 0 0,0 0 16,25-25-16,-25 25 0,0 0 0,0 0 0,0 0 0,0 0 15,0 0-15,0 25 0,0-25 16,0 0-16,0 0 0,0 0 0,0 0 0,0 0 0,0 0 0,0 0 0,0 0 16,0 0-16,0 0 0,0 0 0,0 0 0,0 0 0,0 0 15,0 0 1,0 0-16,0 0 31,0 0-31,0 0 0,0 0 0,0 0 0,0 0 0,0 0 0,0-25 0,0 25 0</inkml:trace>
  <inkml:trace contextRef="#ctx0" brushRef="#br0" timeOffset="1.74286E6">23292 17735 0,'-25'0'0,"25"0"0,0-24 0,0 24 16,0 0-16,0 0 0,0 0 0,0 0 0,0 0 0,0 0 0,0 0 15,0 0 1,0 0-16,0 0 0,0-25 0,0 25 0,0 0 0,0 0 0,0 0 0,25 0 0,-25 0 16,0 0-16,0 0 0,0 0 0,24 0 0,-24 0 0,25 0 0,-25 0 0,0 0 31,25 0-31,-25 0 0,25 0 0,-25 0 0,25 0 0,-25 0 0,0 0 0,24 0 0,-24 0 15,25 25-15,-25-25 0,25 0 0,-25 0 0,25 0 0,-25 0 0,0 0 0,25 0 16,-25 0-16,0 0 16,24 0-16,-24 0 0,0 0 0,0 0 0,0 0 0,0 0 0,0 0 0</inkml:trace>
  <inkml:trace contextRef="#ctx0" brushRef="#br0" timeOffset="1.74362E6">23713 17711 0,'0'0'0,"0"0"0,0 0 15,0 0-15,0 0 0,0-25 0,0 25 0,0 0 0,0 0 0,0 0 0,0 0 0,0 0 32,0 0-32,0 0 0,0 0 0,0 0 0,0 0 0,0 0 0,0-25 0,0 25 0,0 0 15,0 0-15,25 0 0,-25 0 0,0 0 0,0 0 0,0 0 0,0 0 0,25 0 0,-25 0 16,0 0-1,0 0-15,0 0 0,0 0 0,0 0 0,25 0 0,-25 0 0,0 0 0,0 0 16,0 0-16,0 0 0,0 0 0,0 0 0,0 0 0,0 0 0,0 0 0,0 0 31,0 0-31,0 25 0,0-25 0,0 0 0,0 0 0,0 0 0,0 25 0,0-25 0,0 0 0,0 0 0,0 24 16,0-24-16,0 0 15,0 25-15,-25-25 0,25 0 0,0 0 0,0 25 0,-25-25 0,25 0 0,0 25 0,0-25 0,-25 25 16,25-25-16,0 0 0,0 0 0,-25 24 0,25-24 16,0 0-16,0 25 0,0-25 15,-24 0-15,24 0 0,0 0 0,0 0 0,0 0 0,0 0 0,0 0 0,0 0 0,0 0 47,0 25-31,0-25-16,0 0 0,0 0 0,0 0 0,0 0 0,0 0 0,0-25 0,24 25 0,-24 0 0,0 0 0,0 0 0,0 0 0,0 0 0,0 0 0,0 0 0,0 0 0,25 0 0,-25 0 0,0 0 0,0 0 0,0 0 0,0 0 15,25 0-15,-25 25 0,0-25 0,0 0 0,0 0 0,0 0 0,25 0 31,-25 0-31,0 0 0,0 0 0,0 0 0,0 25 0,25-25 0,-25 0 0,0 0 0,0 0 16,0 25-16,0-25 0,0 0 0,0 0 0,0 24 0,0-24 0,0 0 0,0 0 16,0 0-16,0 0 15,0 25-15,0-25 0,0 0 0,0 0 0,-25 0 0,25 0 0,0 25 0,0-25 0,0 0 16,0 0-16,0 0 0,0 0 0,-25 0 0,25 0 0,0 0 0,0 25 15,0-25 1,0 0-16,-25-25 0,25 25 0,0 0 0,0 0 0,0 0 0,0 0 0,-25 0 0,25 0 0,0 0 31,0 0-31,0 0 0,0 0 0,0 0 0,0 0 0,0-25 0,0 25 0,0 0 0,0 0 16,0 0-16,0 0 0,0 0 0,0 0 0,0 0 0,0 0 0,0-25 0,0 25 0,0 0 15,0 0-15,0 0 16,0 0-16,0 0 0,0 0 0,0 0 0,25 0 0,-25 0 0</inkml:trace>
  <inkml:trace contextRef="#ctx0" brushRef="#br0" timeOffset="1.74418E6">24061 17934 0,'-25'0'0,"25"0"16,0 0-16,0 0 0,0 0 0,0 0 0,0 0 0,0 0 0,0 0 0,0 0 0,0 0 16,0 0-1,0 0-15,0-25 0,25 25 0,-25 0 0,0 0 0,0 0 0,0 0 0,0 0 0,0 0 16,0-25-16,0 25 0,0 0 0,0 0 0,0 0 0,0 0 0,0-25 15,24 25-15,-24 0 16,0 0-16,0-24 0,0 24 0,0 0 0,0-25 0,0 25 0,0 0 0,25-25 0,-25 25 16,0-25-16,0 25 0,0 0 0,0-25 0,0 25 0,0 0 0,0-24 15,0 24 1,25 0-16,-25 0 0,0-25 0,0 25 0,0 0 0,0 0 0,0 0 0,0 0 15,0 0-15,0 0 0,0 0 0,0 0 0,0 0 0,0 0 0,0 0 0,0 0 32,0 0-32,0 0 0,0 0 0,0 0 0,0 0 0,0 0 15,0 0-15,0 25 0,0-25 0,0 0 0,0 0 0,0 0 0,0 0 0,0 24 0,0-24 16,0 0-16,0 0 0,0 25 0,0-25 0,0 0 0,0 25 0,0-25 0,0 25 15,0-25-15,0 25 0,0-25 0,0 24 0,0-24 0,0 0 16,0 25-16,0-25 0,0 25 16,0-25-16,0 0 0,0 25 0,0-25 0,0 0 0,-25 25 0,25-25 0,0 0 0,0 24 15,0-24-15,0 0 16,0 0-16,0 25 0,0-25 0,0 0 0,0 0 0,0 0 15,0 0-15,0 0 0,0 25 0,0-25 0,0 0 0,0 0 0,0 0 0,0 0 0,0 0 16,0 0-16,0 0 16,0 0-16,0 0 0,0 0 0,25 0 0,-25 0 0,0-25 0</inkml:trace>
  <inkml:trace contextRef="#ctx0" brushRef="#br0" timeOffset="1.7453E6">24681 16743 0,'0'0'0,"0"0"16,0 0-16,0 0 0,0-25 0,0 25 0,0 0 0,0 0 16,0 0-1,0 0-15,0 0 0,0 0 0,0 0 0,0 0 0,0 0 0,-25 0 0,25 0 0,0 0 0,0 0 16,0 0-16,0 0 15,0 25-15,-25-25 0,25 0 0,0 0 0,0 0 0,0 0 0,0 25 0,-25-25 0,25 0 16,0 0-16,0 25 16,0-25-16,0 0 0,-25 25 0,25-25 0,0 0 0,0 24 0,0-24 15,0 0-15,-24 25 0,24-25 0,0 25 0,0-25 0,0 25 0,0-25 16,0 0-16,-25 25 0,25-25 0,0 24 15,0-24-15,0 25 0,0-25 0,-25 25 0,25-25 0,0 25 16,0-25-16,0 25 0,0-25 0,0 0 0,-25 24 0,25-24 0,0 25 0,0-25 16,0 25-1,0-25-15,0 25 0,0-25 0,-25 0 0,25 25 0,0-25 0,0 24 0,0-24 0,0 25 0,0-25 16,0 25-16,-24-25 15,24 0-15,0 25 0,0-25 0,0 25 0,0-25 0,0 0 0,0 24 16,-25-24-16,25 0 0,0 25 0,0-25 0,0 0 0,0 25 0,0-25 0,0 0 16,0 25-1,0-25-15,0 0 0,-25 25 0,25-25 0,0 0 0,0 24 0,0-24 0,0 0 0,0 25 0,0-25 16,0 0-16,0 25 0,0-25 0,0 0 0,0 25 0,0-25 0,0 25 15,0-25-15,0 0 16,0 25-16,0-25 0,0 0 0,0 24 0,25-24 0,-25 25 0,0-25 0,0 0 31,0 25-31,0-25 0,0 25 0,0-25 0,25 25 0,-25-25 0,0 0 0,0 24 0,0-24 0,0 25 0,24-25 0,-24 25 16,0-25-16,0 25 0,0-25 0,25 0 0,-25 25 0,0-25 0,0 24 15,0-24-15,25 0 16,-25 25-16,0-25 0,0 0 0,0 25 0,25-25 0,-25 0 0,0 25 0,0-25 0,0 0 0,0 0 16,25 25-16,-25-25 15,0 0-15,0 0 0,0 24 0,0-24 0,0 0 0,0 0 16,24 0-16,-24 25 0,0-25 0,0 0 0,0 0 0,0 0 0,0 0 0,0 0 0,0 25 15,0-25-15,0 0 16,25 0-16,-25 0 0,0 0 0,0 0 0,0 0 0,0 25 16,0-25-16,0 0 0,0 0 0,0 0 0,0 0 0,0 0 0,0 0 15,0 0-15,0 0 0,0 0 0,0 0 0,0 0 16,25 0-16,-25 0 0,0 0 15,0 0-15,0-25 0,0 25 0,0 0 0</inkml:trace>
  <inkml:trace contextRef="#ctx0" brushRef="#br0" timeOffset="1.74718E6">26566 16768 0,'0'0'0,"0"0"15,0 0-15,0 0 0,0-25 0,0 25 0,0 0 0,0 0 0,0 0 32,0 0-32,0-25 0,0 25 0,0 0 0,0 0 0,0 0 0,0 0 0,0 0 0,0-24 0,0 24 15,-25 0-15,25 0 0,0 0 0,0 0 0,0 0 0,0 0 0,0 0 16,0 0-1,0 0-15,0 0 0,0 0 0,0 0 0,0 0 0,0 0 0,0 0 0,0 0 16,0 0-16,0 0 0,0 0 0,0 0 0,0 0 0,0 0 0,0 0 0,0 0 16,0 0-16,0 0 15,0 0-15,0 0 0,25 0 0,-25 0 0,0 0 0,0 0 0,0 0 47,0 0-47,0 0 0,0 0 16,25 0-16,-25 24 0,0-24 0,0 0 0,24 0 0,-24 0 0,0 25 0,0-25 0,25 0 0,-25 0 0,0 25 0,25-25 0,-25 0 0,0 25 0,25-25 0,-25 25 0,0-25 0,25 24 0,-25-24 0,0 0 0,24 25 15,-24-25 1,0 25-16,25-25 0,-25 25 0,0-25 0,25 0 0,-25 25 0,0-25 0,0 24 0,25-24 15,-25 25-15,0-25 0,0 0 0,0 25 0,0-25 16,0 0-16,25 25 0,-25-25 0,0 25 16,0-25-16,0 0 0,0 24 0,0-24 0,0 25 0,0-25 0,0 0 0,0 25 0,0-25 15,0 25-15,-25-25 0,25 0 0,0 25 16,0-25-16,0 24 0,0-24 0,0 0 15,0 25-15,0-25 0,0 25 0,-25-25 0,25 25 0,0-25 0,0 25 0,0-25 0,0 0 0,0 24 16,0-24 0,0 25-16,0-25 0,0 0 0,-25 25 0,25-25 0,0 25 0,0-25 0,0 0 15,0 25-15,0-25 0,0 0 0,0 0 0,0 24 0,0-24 0,-25 0 16,25 25-16,0-25 0,0 25 15,0-25-15,0 0 0,0 25 0,0-25 0,-24 25 0,24-25 0,0 0 0,0 25 16,0-25-16,0 24 0,-25-24 0,25 25 0,0-25 0,0 0 0,0 25 16,-25-25-16,25 25 15,0-25-15,0 0 0,0 25 0,-25-25 0,25 0 0,0 24 0,0-24 0,-25 0 0,25 25 16,0-25-16,0 0 0,0 25 0,-24-25 0,24 0 0,0 25 15,0-25-15,0 0 0,-25 0 16,25 25-16,0-25 0,0 0 0,0 0 0,-25 24 0,25-24 0,0 0 31,0 0-31,-25 0 0,25 0 0,0 25 0,0-25 0,0 0 0,-25 0 0,25 0 0,0 0 0,0 0 0,0 25 0,-24-25 0,24 0 0,0 0 16,0 0-1,0 0-15,0 0 0,0 0 0,0 0 0,-25 0 0,25 0 0,0 0 0,0 0 16,0 0-16,0 0 0,0 0 0,0 0 0,0 0 0,0 0 0,0 0 0,0 0 16,0 0-16,0 0 15,0 0-15,0 0 0,0 0 0,0 0 0,-25 0 0,25 0 0,0 0 0,0 0 0,0 0 16,0 0-16,0 0 0,0 0 0,0 0 0,0 0 15,0 0-15,0 0 0,0 0 0,0 0 16,0 0-16,0 0 0,0 0 0,0 0 0,0 0 0,0 0 0,0 0 0,0 0 0,0 0 16,0 0-16,0 0 0,0 0 15,0 0-15,0 0 0,0 0 0,0 0 0,0 0 0,0 0 16,0 0-16,0 0 0,0 0 0,0 0 0,0 0 0,0 0 0,25-25 15,-25 25-15,0 0 0,0 0 0,0-25 0</inkml:trace>
  <inkml:trace contextRef="#ctx0" brushRef="#br0" timeOffset="1.74792E6">25301 17438 0,'0'0'0,"0"0"0,0-25 15,0 25-15,0 0 0,-25 0 0,25 0 0,0 0 0,0 0 0,0 0 0,0 0 16,0-25 0,0 25-16,0 0 0,0 0 0,0 0 0,0 0 0,0 0 0,0 0 0,0 0 15,0 0-15,0 0 0,0 0 0,0 0 0,0 0 0,0 0 0,0 0 0,0 0 0,0 0 31,0 0-31,25 0 0,-25 0 0,0 0 0,25 0 0,-25 0 0,0 0 0,24 0 0,1 0 16,-25 0-16,25 0 0,0 0 0,0 0 0,-1 0 0,1 25 0,-25-25 0,25 0 16,0 0-1,0 0-15,-1 25 0,1-25 0,0 0 0,-25 0 0,25 0 0,0 24 16,-25-24-16,24 0 0,1 0 0,-25 0 0,0 0 0,25 25 0,-25-25 0,0 0 0,0 0 15,25 0 1,-25 0-16,0 0 0,0 0 0,0 0 0,-25 0 0,25 0 0,0 0 0,0 0 0,-25 0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2T01:09:35.65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1712 1885 0,'0'0'0,"0"0"15,24 0-15,-24-25 0,0 25 0,0 0 0,0 0 0,0 0 0,0-24 0,0 24 16,0 0-1,0 0-15,0 0 0,0 0 0,0 0 0,0 0 0,0 0 0,0 0 0,0 0 0,0 0 16,0 0-16,0 0 0,0 0 0,0 0 0,0 0 0,0 0 0,0 0 16,0 0-16,0 0 0,0 0 0,0 0 15,0 0-15,0 0 0,0 0 0,0 0 0,0 0 16,0 0-16,0 0 0,0 0 0,0 0 0,0 0 0,0 0 0,0 0 0,0 0 15,0 0-15,0 0 0,0 0 16,0 0-16,0 0 0,0 0 0,0 0 0,0 0 0,0 0 0,0 0 0,0 0 16,0 0-16,-24 0 0,24 0 0,0 0 0,0 0 0,0 0 0,0 0 0,0 24 15,0-24 1,0 0-16,-25 0 0,25 25 0,0-25 0,0 25 0,0-25 0,0 0 0,0 25 0,0-25 15,-25 0-15,25 25 0,0-25 0,0 0 0,0 24 0,0-24 0,0 0 16,-25 0-16,25 25 16,0-25-16,0 25 0,0-25 0,0 0 0,-25 25 0,25-25 0,0 0 0,0 0 15,0 25-15,0-25 0,-25 0 0,25 0 0,0 0 0,0 24 0,0-24 16,0 0-16,0 0 0,0 0 31,0 0-31,0 0 0,0 0 0,0 0 0,0 0 0,0 0 0,0 0 0,0 0 0,-24 0 0,24 0 0,0 0 0,0 0 0,0 0 0,0 0 16,0 0-16,0 0 15,0 0-15,0 0 0,0-24 0,0 24 0,24 0 0,-24 0 0,0 0 0</inkml:trace>
  <inkml:trace contextRef="#ctx0" brushRef="#br0" timeOffset="412.0236">1463 1860 0,'0'0'0,"0"0"15,0 0-15,0 0 0,0 0 0,0 0 0,0 0 0,0 0 0,0 0 0,0 0 16,0 0 0,0 0-16,0 0 0,0 0 0,0 0 0,0 0 0,0 0 0,0 0 0,0 0 0,0 0 15,0 0-15,0 25 0,0-25 0,25 0 0,-25 0 0,0 0 0,0 0 0,0 0 0,0 0 31,0 0-31,0 0 0,0 25 0,0-25 0,0 0 0,25 0 0,-25 0 0,0 0 0,0 25 16,0-25-16,0 0 0,25 25 0,-25-25 16,0 24-1,0-24-15,0 0 0,25 0 0,-25 25 0,0-25 0,0 0 0,0 0 0,24 0 0,-24 25 0,0-25 0,0 0 0,0 0 0,0 0 16,0 0-16,25 0 0,-25 0 0,0 0 0,0 0 0,0 25 0,0-25 0,25 0 31,-25 0-31,0 25 0,0-25 0,25 0 0,-25 0 0,0 0 0,0 0 0,0 0 0,25 24 0,-25-24 16,0 0-16,0 0 0,0 0 0,0 0 0,0 0 0,0 0 0,0 0 15,0 0-15,0 0 16,0 0-16,0 0 0,0 0 0,0 0 0,0 0 0,0 0 0,0 0 0,0 0 0,0 0 0,0 0 15,0 0 1,0 0-16</inkml:trace>
  <inkml:trace contextRef="#ctx0" brushRef="#br0" timeOffset="849.0486">1315 2084 0,'0'0'16,"0"0"-16,0 0 15,0-25-15,0 25 0,0 0 0,0 0 0,0 0 0,0 0 0,0 0 0,0 0 16,0 0-16,0 0 0,0 0 0,0 0 0,0 0 0,0 0 0,0 0 0,0 0 0,0 0 31,24 0-31,-24 0 0,0 0 0,0 0 0,25 0 0,-25 0 0,0 0 0,0 0 16,25 0-16,-25 0 0,0 0 0,0 0 0,25 0 0,-25 0 0,0 0 0,0 0 0,25 0 0,-25 0 15,0 0-15,24-25 16,-24 25-16,0 0 0,0 0 0,25 0 0,-25 0 0,0 0 0,25 0 0,-25 0 16,0 0-16,25 0 0,-25 0 0,25 0 0,-25 0 0,0 0 0,0 0 15,24 0-15,-24 0 16,0 0-16,0 0 0,0 0 0,25 0 0,-25 0 0,0 0 0,0 0 0,0 0 0,0 0 0,25 0 15,-25 0-15,0 0 0,0-25 0,25 25 0,-25 0 16,0 0-16,0 0 0,0 0 16,25 25-16,-25-25 0,0 0 0,0 0 0,0 0 0,25 0 0,-25 0 0,0 0 0,0 0 15,24 0-15</inkml:trace>
  <inkml:trace contextRef="#ctx0" brushRef="#br0" timeOffset="1445.0827">2431 1587 0,'0'0'0,"0"0"16,-25-24 0,25 24-16,0 0 0,0 0 0,0 0 0,0 24 0,0-24 0,0 0 15,0 0-15,0 0 0,0 0 0,0 0 0,0 0 0,0 0 0,0 0 0,0 0 0,0 25 0,0-25 31,0 0-31,25 0 0,-25 0 0,0 25 0,0-25 0,0 0 0,0 25 0,0-25 16,0 0-16,0 25 0,0-25 0,0 25 0,0-25 0,0 24 0,0-24 0,0 25 16,0-25-16,0 25 15,0-25-15,0 25 0,0-25 0,0 0 0,0 25 0,0-25 0,0 24 0,0-24 16,0 25-16,0-25 0,0 25 0,0-25 0,0 25 0,0-25 0,0 0 0,0 25 15,25-25 1,-25 0-16,0 24 0,0-24 0,0 0 0,0 0 0,0 25 0,0-25 16,0 0-16,0 0 0,0 0 0,0 25 0,0-25 0,0 0 0,0 0 0,0 0 0,0 0 15,0 0 1,0 0-16,0 0 0,0 0 0,0 0 0,0 0 0,0 0 0,0 0 0,0 0 15,0 0-15,0 0 0,0 0 0,0 0 0,0 0 0,0 0 0,0 0 0,0 0 32,0 0-32,0 0 0,0 0 0</inkml:trace>
  <inkml:trace contextRef="#ctx0" brushRef="#br0" timeOffset="1731.099">2381 1811 0,'0'0'0,"0"0"0,0-25 16,0 25-16,0 0 0,0 0 0,0 0 0,0 0 0,0 0 0,0 0 0,0 0 16,25 0-16,-25 0 15,0 0-15,0 0 0,0 0 0,0 0 0,25 0 0,-25 0 0,0 0 16,25 0-16,-25 0 0,0-25 0,24 25 0,-24 0 0,25 0 0,-25 0 0,0 0 15,25 0-15,-25-25 16,0 25-16,25 0 0,-25 0 0,25-24 0,-25 24 0,0 0 0,24 0 0,-24 0 0,25 0 16,-25 0-16,0 0 0,25 0 0,-25-25 0,25 25 0,-25 0 0,0 0 15,25 0 1,-25 0-16,0-25 0,0 25 0,25 0 0,-25 0 0,0 0 0,24 0 0,-24-25 15,0 25-15,0 0 0</inkml:trace>
  <inkml:trace contextRef="#ctx0" brushRef="#br0" timeOffset="2124.1215">2778 1513 0,'-25'0'16,"25"0"0,0 0-16,0 0 0,0 0 0,-24 0 0,24 0 0,0 0 0,0 0 0,0 0 15,0 0-15,0 0 0,0 0 0,0 0 0,0 0 0,0 0 0,0 0 0,0 0 16,0 0-16,0 0 15,0 0-15,0 0 0,0 0 0,0 0 0,0 25 0,0-25 0,0 0 0,0 0 16,0 0-16,0 0 0,0 25 0,0-25 0,0 0 0,24 24 0,-24-24 16,0 0-1,0 25-15,0-25 0,0 0 0,0 25 0,0-25 0,0 25 0,0-25 0,0 0 0,0 25 0,-24-25 16,24 25-1,0-25-15,0 24 0,24-24 0,-24 25 0,0-25 0,0 25 0,0-25 0,0 25 16,0 0-16,0-25 0,0 24 0,0-24 0,25 25 0,-25-25 0,0 25 0,0-25 16,0 25-16,0-25 15,0 25-15,0-25 0,0 24 0,0-24 0,0 0 0,0 0 0,0 25 0,0-25 16,0 0-16,0 0 0,0 0 0,0 0 0,0 0 0,0 0 0,0 0 0,0 0 31,0 0-31,0 0 0,0 0 0,0 0 0,0 0 0,0 25 0,0-25 0,0 0 0,0 0 0,0 0 16,0 0-16,0 0 0,0 0 0,0 0 0,0 0 0,0 0 0,0 0 15,0 0-15,0 0 16,0 0-16,0 0 0,0 0 0,0 0 0,0 0 0,0 0 0,0 0 0,0 0 15,0 0-15,0 0 0,0-25 0</inkml:trace>
  <inkml:trace contextRef="#ctx0" brushRef="#br0" timeOffset="2823.1615">2902 1910 0,'0'0'0,"0"0"16,0 0-16,0 0 16,0 0-16,0 0 0,0 0 0,0 0 0,0 0 0,0 0 15,0 0-15,25 0 0,-25 0 0,0 0 0,0 0 0,0 0 0,0 0 0,0 0 0,0 0 16,0 0-1,25 0-15,-25 0 0,0 0 0,0 0 0,25-25 0,-25 25 0,0 0 0,0 0 16,24 0-16,-24 0 0,0 0 0,25 0 0,-25 0 0,0-25 0,25 25 16,-25 0-16,0 0 0,25 0 0,-25 0 0,0-24 0,25 24 0,-25 0 15,0 0-15,0-25 0,24 25 0,-24 0 16,0 0-16,0 0 0,0 0 0,0 0 0,0-25 0,0 25 0,25 0 15,-25 0-15,0 0 0,0 0 16,0 0-16,0-25 0,0 25 0,0 0 0,0 0 0,0 0 0,0 0 0,0-25 16,0 25-16,0 0 15,0 0-15,0 0 0,0-24 0,0 24 0,0 0 0,0 0 0,0 0 0,-25 0 16,25 0-16,0 0 0,0 0 0,0 0 0,0 0 0,0 0 0,0 0 0,0 0 15,0 0-15,0 0 16,-24 0-16,24 0 0,0 0 0,0 0 0,0 0 0,0 0 0,0 0 0,-25 0 0,25 0 16,0 0-16,0 0 15,0 0-15,0 24 0,0-24 0,0 0 0,0 0 0,0 0 0,-25 0 16,25 0-16,0 25 0,0-25 0,0 0 0,0 0 0,0 25 0,0-25 0,0 0 15,0 25-15,0-25 16,0 0-16,0 25 0,0-25 0,0 24 0,0-24 0,0 25 0,0-25 0,0 25 16,0-25-16,0 25 0,0-25 0,0 0 0,0 25 0,0-25 0,0 24 15,0-24-15,0 0 0,0 0 16,0 25-16,0-25 0,0 0 0,0 0 0,25 25 0,-25-25 0,0 0 0,0 0 15,0 0-15,0 0 0,0 25 0,25-25 0,-25 0 0,0 0 16,0 0-16,24 0 16,-24 0-16,0 0 0,0 0 0,25 0 0,-25 0 0,0 0 0,25 0 0,-25-25 0,0 25 0,0 0 15,0 0-15,25 0 0,-25 0 0,0 0 0,0-25 16,0 25-16,0 0 15,0 0-15,0-25 0,0 25 0,25 0 0,-25 0 0,0 0 0</inkml:trace>
  <inkml:trace contextRef="#ctx0" brushRef="#br0" timeOffset="3151.1803">2977 1538 0,'0'0'0,"0"0"16,0-25-16,0 25 0,0 0 0,0 0 0,0 0 0,0 0 0,0-25 0,0 25 0,0 0 15,0 0-15,0 0 16,0 0-16,0-25 0,0 25 0,24 0 0,-24 0 0,0 0 0,0-24 15,0 24-15,25 0 0,-25 0 0,0 0 0,0-25 0,25 25 0,-25 0 16,0 0 0,0 0-16,25 0 0,-25 0 0,0 0 0,0-25 0,0 25 0,0 0 0,25 0 0,-25 0 15,0 0-15,0 25 0,0-25 0,24 0 0,-24 0 0,0 0 0,0 25 0,25-25 16,-25 0-16,0 24 0,25-24 15,-25 25-15,0-25 0,0 0 0,0 25 0,25-25 16,-25 0-16,0 0 0,0 0 0,0 0 0,0 25 0,25-25 0</inkml:trace>
  <inkml:trace contextRef="#ctx0" brushRef="#br0" timeOffset="3522.2015">3299 2406 0,'0'0'0,"0"-25"16,0 25-16,0 0 0,0 0 0,0 0 0,0 0 0,0 0 0,0 0 0,0 0 16,0 0-16,0 0 0,0 0 0,0 0 0,0 0 15,0 0-15,0 0 0,0-25 0,0 25 16,0 0-16,0 0 0,0 0 0,0 0 0,0 0 0,0 0 0,0 0 62,0 0-62,0 0 0,0 0 0,0 0 0,0 0 0,0 0 0,0 0 0,0 0 0,0 0 0</inkml:trace>
  <inkml:trace contextRef="#ctx0" brushRef="#br0" timeOffset="4135.2366">4068 1463 0,'-25'0'0,"25"0"0,0 0 16,0 0-16,0 0 0,0 0 0,0 0 0,0 0 0,0 0 0,0 0 31,0 0-31,-25 25 0,25-25 0,0 0 0,0 0 0,0 0 0,0 0 0,0 0 0,0 0 16,0 0-16,0 0 0,0 0 0,25 0 0,-25 25 0,0-25 0,0 0 15,0 0-15,0 25 0,0-25 0,0 0 16,0 0-16,0 25 0,0-25 0,0 24 16,0-24-16,25 25 0,-25-25 0,0 25 0,0 0 0,0 0 0,0-25 0,0 25 0,0-1 15,0-24 1,0 25-16,0 0 0,0-25 0,0 25 0,0-25 0,0 25 0,0-25 0,0 24 31,0-24-31,0 25 0,0-25 0,0 0 0,0 25 0,0-25 0,-25 25 0,25-25 0,0 25 0,0-25 0,0 0 0,25 24 0,-25-24 16,0 0-1,0 25-15,0-25 0,0 0 0,0 0 0,0 0 0,0 0 0,0 0 0,0 0 16,0 0-16,0 0 0,0 0 0,0 0 0,0 0 0,0 0 0,0 0 0,0 0 15,0 0 1,0 25-16,0-25 0,0 0 0,0 0 0,0 0 0,-25 0 0,25 0 0,0-25 16,0 25-16,0 0 0,0 0 0,-25 0 0,25 0 0,0-25 0</inkml:trace>
  <inkml:trace contextRef="#ctx0" brushRef="#br0" timeOffset="4528.259">4043 1463 0,'0'0'0,"25"0"0,-25-24 16,0 24-16,0 0 0,25 0 0,-25 0 0,0 24 0,25-24 16,-25 0-1,0 0-15,0 0 0,24 0 0,-24 0 0,0 0 0,25 0 0,-25 25 0,0-25 0,25 0 16,-25 25-16,0-25 0,0 25 0,25-25 0,-25 25 0,0-25 0,0 0 15,0 0 1,0 0-16,25 0 0,-25 0 0,0 0 0,0 0 0,0 0 0,0 24 0,0-24 16,0 0-16,-25 25 0,25-25 0,0 25 0,0-25 0,0 25 0,0-25 0,0 25 15,0-25 1,0 0-16,0 25 0,-25-25 0,25 0 0,0 0 0,0 0 0,-25 0 0,25 0 0,0 0 47,0 24-47,-25-24 0,25 0 0,0 0 0,0 0 0,0 0 0,0 0 0,-24 0 0,24 0 0,0 0 0,0 0 0,0 0 0,-25 0 0,25 0 0,0 0 0,0 0 15,0 0-15,25 0 0,-25 0 0,0 0 0,0 0 0,0 0 0</inkml:trace>
  <inkml:trace contextRef="#ctx0" brushRef="#br0" timeOffset="4927.2819">4465 1538 0,'0'0'0,"0"0"0,0-25 16,0 25-16,0 0 0,0 0 0,0 0 0,0 0 0,0 0 0,0 0 16,0 0-16,0 0 0,0 0 0,0 0 0,0 0 15,0 25-15,0-25 0,0 0 0,0 0 16,0 0-16,0 0 0,0 25 0,0-25 0,0 24 0,25-24 0,-25 25 0,0-25 0,0 25 15,0-25-15,0 25 16,0-25-16,0 25 0,0-25 0,0 25 0,0-25 0,0 24 0,0-24 0,0 25 16,0-25-16,0 25 0,0-25 0,0 25 0,0 0 0,0-25 15,0 24-15,0-24 16,0 25-16,0-25 0,0 0 0,0 25 0,0-25 0,0 0 0,0 25 0,0-25 0,0 0 15,0 0-15,0 25 0,0-25 0,0 0 0,0 0 16,0 24-16,0-24 0,0 0 0,0 0 16,0 0-16,0 25 0,0-25 0,-25 0 0,25 0 0,0 0 0,0 0 0,0 0 15,0 0 1,0 0-16,0 0 0,0 0 0,0 0 0,0-25 0,0 25 0,0 0 0,0 0 15</inkml:trace>
  <inkml:trace contextRef="#ctx0" brushRef="#br0" timeOffset="5143.2942">4341 1463 0,'0'0'0,"0"0"0,0 0 16,0 0-16,0 0 0,0 0 0,25 0 0,-25 0 0,0-24 0,0 24 0,24 0 0,-24 0 15,0 0 1,25 0-16,-25 0 0,0-25 0,25 25 0,-25 0 0,25 0 0,-25 0 0,25 0 16,-25 0-16,24 0 0,-24 0 0,25 25 0,-25-25 0,25 0 0,-25 0 15,25 0 1,-25 24-16,0-24 0,25 0 0,-25 0 0</inkml:trace>
  <inkml:trace contextRef="#ctx0" brushRef="#br0" timeOffset="5503.3148">4837 1488 0,'0'0'0,"0"0"15,0 0-15,0 0 0,0 0 0,0 0 0,0 0 16,0 25-16,0-25 0,-25 0 15,25 0-15,0 0 0,0 0 0,0 0 0,0 25 0,0-25 0,0 0 0,25 25 0,-25-25 16,0 0-16,0 24 0,0-24 16,0 25-16,0-25 0,25 25 0,-25-25 0,0 25 15,0-25-15,0 0 0,0 25 0,0 0 0,0-25 0,0 24 0,0-24 0,0 25 0,0-25 31,0 25-31,0-25 0,0 25 0,0-25 0,0 25 0,0-25 0,0 24 0,0-24 0,0 25 0,0-25 16,0 0-16,0 25 0,0-25 0,0 25 0,0-25 0,0 0 16,-25 0-1,25 25-15,25-25 0,-25 0 0,0 0 0,-25 24 0,25-24 0,0 0 0,0 0 0,0 0 16,25 0-16,-25 25 0,0-25 0,0 0 0,0 0 0,0 0 0,0 0 15,0 0 1,0 0-16,0 0 0,0 0 0,0 0 0,0 0 0,0 0 0,0 0 0</inkml:trace>
  <inkml:trace contextRef="#ctx0" brushRef="#br0" timeOffset="5715.3269">4638 1463 0,'0'-24'15,"0"24"-15,0 0 16,25 0-16,-25-25 0,0 25 0,0 0 0,25 0 0,-25-25 0,0 25 0,25 0 16,-25 0-16,0 0 0,25 0 0,-25 0 0,0 0 0,0 0 0,24 0 15,-24 0 1,0 0-16,0 0 0,25 0 0,-25 0 0,0 0 0,25 0 0,-25 0 0,0 0 0,25 0 0,-25 0 31,25 25-31,-25-25 0,25 0 0,-25 0 0</inkml:trace>
  <inkml:trace contextRef="#ctx0" brushRef="#br0" timeOffset="6095.3486">5209 1463 0,'0'0'0,"0"0"16,0 0-16,0 25 0,0-25 0,0 0 0,0 0 15,0 0-15,0 0 0,0 0 16,0 0-16,0 25 0,0-25 0,0 0 0,0 25 0,0-25 0,0 0 0,0 25 0,0-25 15,0 24-15,0-24 0,0 25 0,0-25 0,0 25 16,0-25-16,0 25 0,0 0 16,0-25-16,0 25 0,0-1 0,0-24 0,0 25 0,0-25 0,0 25 0,0-25 15,0 25-15,0-25 0,0 25 0,0-25 16,0 0-16,25 0 0,-25 24 0,0-24 0,-25 25 0,25-25 15,0 0-15,0 25 0,0-25 0,0 0 0,0 25 0,0-25 0,0 0 0,0 25 16,0-25-16,0 0 16,0 0-16,0 0 0,0 0 0,0 24 0,0-24 0,0 0 0,0 0 0,0 0 0,0 25 15,0-25-15,0 0 0,0 0 0,0 0 0,-25 0 16,25 0-16,0 0 15,0 0-15,0 0 0,0 0 0,0 0 0,25 0 0,-25 0 0</inkml:trace>
  <inkml:trace contextRef="#ctx0" brushRef="#br0" timeOffset="6326.3619">4986 1488 0,'0'-25'0,"0"25"15,0 0 1,0 0-16,0 0 0,0-24 0,0 24 0,0 0 0,0 0 0,0 0 0,25 0 15,-25 0-15,0 0 0,24 0 0,-24 0 0,25 0 0,-25 0 0,25 0 16,-25 0 0,25 0-16,-25 0 0,25 0 0,-1 0 0,1 0 0,0 0 0,0-25 0,0 25 0,24 0 15,-24 0-15,0 0 0,0 0 0,-1-25 0,1 25 0,0 0 0,0 0 16</inkml:trace>
  <inkml:trace contextRef="#ctx0" brushRef="#br0" timeOffset="30554.7477">2555 3125 0,'0'0'0,"-25"0"16,25 0-1,0 0-15,0-24 0,0 24 0,0 0 0,0 0 0,0 0 0,0 0 16,0 0-16,0 0 0,0-25 0,0 25 0,0 0 0,0 0 0,-25 0 0,25 0 15,0 0 1,0 0-16,0 0 0,0 0 0,0 0 0,0 0 0,0 0 0,0 0 0,0 0 0,0 0 0,0 0 16,0 0-16,0 0 0,0 0 15,0 0-15,0 0 0,0 0 0,0 0 0,0 0 16,0 0-16,0-25 0,0 25 0,0 0 0,0 0 0,0 0 0,0 0 15,0 0-15,0 0 0,0-25 0,0 25 0,0 0 0,0 25 0,0-25 0,0 0 32,0 0-32,0 0 0,0 0 0,0 0 0,0 0 0,0 0 0,0 0 0,0 0 15,0 0-15,0 0 0,0 0 0,-25 0 0,25 0 0,0 0 0,0 0 0,0 0 16,0 0-16,0 0 15,0 0-15,0 0 0,0 0 0,0 0 0,0 0 0,0 0 0,-24 0 16,24 0-16,0 0 0,24 0 0,-24 0 0,0 0 0,0 25 0,0-25 16,0 0-16,0 25 0,0-25 0,0 0 15,0 0-15,0 24 0,0-24 0,0 0 0,0 25 0,0-25 0,0 0 16,0 25-16,0-25 0,25 0 0,-25 25 15,0-25-15,0 0 0,0 25 0,0-25 16,0 24-16,0-24 0,0 0 0,0 0 0,0 25 0,0-25 0,0 0 0,0 25 0,0-25 16,0 0-1,0 25-15,0-25 0,0 0 0,0 0 0,0 0 0,0 0 0,0 0 16,0 0-16,0 0 0,0 0 0,0 0 0,0 25 0,0-25 0,0 0 0,0 0 15,0 0-15,0 0 0,0 0 16,0 0-16,0 24 0,0-24 0,0 0 0,0 0 0,0 0 16,0 0-16,0 0 0,0 0 0,0 0 0,0 0 0,0 0 0,0 0 0,0 0 15,0 0-15,0 0 0,0 0 0,-25 0 0,25 0 0,0 0 16,0 0-1,0 0-15,0 0 0,0 0 0,0 0 0,0 0 0</inkml:trace>
  <inkml:trace contextRef="#ctx0" brushRef="#br0" timeOffset="31506.8021">2505 3051 0,'0'0'0,"0"0"16,0 0 0,0 0-16,0 0 0,0 0 0,0 0 0,0-25 0,0 25 0,0 0 0,0 0 15,0 0-15,0 0 0,0 0 0,0 0 0,0 0 0,0 0 0,0 0 0,0 0 16,0-25-1,0 25-15,25 0 0,-25 0 0,0 0 0,0 0 0,0-24 0,0 24 16,0 0-16,0 0 0,0 0 0,0 0 0,0 0 0,25-25 0,-25 25 0,0 0 31,0 0-31,0 0 0,0 0 0,0 0 0,0 0 0,0 0 0,0 0 0,25 0 0,-25 0 0,0 0 0,0 0 16,0 0-1,24 0-15,-24 0 0,0 0 0,0 0 0,0 0 0,0 25 0,0-25 16,0 0-16,0 0 0,0 0 0,25 0 0,-25 24 0,0-24 0,0 0 16,0 0-1,25 0-15,-25 0 0,0 25 0,25-25 0,-25 0 0,0 0 16,0 25-16,0-25 0,0 0 0,0 25 0,0-25 0,0 0 0,0 0 0,0 25 15,0-25-15,0 0 0,0 24 0,0-24 0,0 0 0,0 0 0,0 25 0,0-25 16,0 0-16,0 0 0,-25 25 16,25-25-16,0 0 0,0 0 0,0 0 0,0 25 0,0-25 15,-25 0-15,25 0 0,0 0 0,0 0 0,0 0 0,0 25 0,0-25 16,0 0-16,0 0 0,0 0 0,-25 0 15,25 0-15,0 0 0,0 0 0,0 0 0,0 0 16,0 0-16,0 0 0,0 24 0,0-24 0,0 0 0,0 0 16,0 0-16,0 0 0,0 0 0,0 0 0,0 0 0,0-24 0,0 24 15,0 0-15,0 0 16,25 0-16,-25 0 0,0 0 0,0 0 0,0 0 0,0-25 0,0 25 0,0 0 0,0 0 15,0 0-15,0 0 0,0 0 0,0 0 0,0-25 0,0 25 0,0 0 16,0 0 0,0 0-16,0 0 0,25 0 0,-25 0 0,0 0 0,0 0 0,0 0 0,0 0 15,0 0-15,25 0 0,-25 0 0,0 0 0,0 0 0,0 0 0,25 0 16,-25 0-16,0 0 15,0 0-15,25 0 0,-25 0 0,0 0 0,0 0 0,24 0 0,-24 25 0,0-25 0,0 0 32,0 25-32,0-25 0,0 0 0,0 0 0,0 24 0,25-24 0,-25 0 0,0 0 0,0 25 0,0-25 0,0 0 15,0 25-15,0-25 0,0 0 0,0 0 16,0 25-16,0-25 0,0 0 0,0 25 15,0-25-15,0 0 0,0 0 0,0 24 0,-25-24 0,25 0 0,0 25 16,0-25-16,0 0 0,0 0 0,-24 0 0,24 0 0,0 25 0,0-25 16,0 0-16,0 0 0,0 0 15,-25 25-15,25-25 0,0 0 0,0 25 0,0-25 0,-25 0 0,25 0 16,0 0-1,-25 0-15,25 0 0,0 0 0,0 0 0,-25 0 0,25 0 0,0-25 0,0 25 0,-25 0 0,25 0 16,0 0-16,0 0 0,0 0 0,-24 0 0,24-25 0,0 25 0,0 0 16,0 0-16,0 25 15,0-25-15,0 0 0,0 0 0,0 0 0,0 0 0,0-25 0,0 25 0,0 0 16,0 0-16,0 0 0,0 0 15,0 0-15,24 0 0,-24 0 0,0 0 0,0 0 0,0 0 16,0 0-16,25 0 0,-25 0 0,0 0 0</inkml:trace>
  <inkml:trace contextRef="#ctx0" brushRef="#br0" timeOffset="32061.8339">2877 3299 0,'0'0'0,"0"0"16,0-25-1,0 25-15,0 0 0,0 0 0,0 0 0,0 0 0,0 0 0,0-25 16,0 25-16,25 0 0,-25 0 0,0-24 0,0 24 0,0 0 0,0 0 0,0-25 15,0 25-15,0 0 0,25 0 16,-25-25-16,0 25 0,0 0 0,0-25 0,0 25 0,0 0 16,0-25-16,25 25 0,-25 0 0,0-24 0,0 24 0,0-25 0,0 25 0,0 0 15,0-25-15,0 25 0,0 0 16,0-25-16,0 25 0,0 0 0,0 0 0,0 0 0,0 0 0,0 0 15,0 0-15,0 0 0,0 0 0,0 0 0,0 0 0,0 0 16,0 0-16,0 0 0,0 0 16,0 0-16,0 0 0,0 0 0,0 0 0,0-25 0,0 25 0,0 25 0,0-25 15,0 0-15,25 0 0,-25 0 0,0 0 0,0 0 0,0 0 16,-25 25-16,25-25 47,0 0-47,0 0 0,0 0 0,0 25 0,0-25 0,25 0 0,-25 25 0,0-25 0,0 0 0,0 24 0,0-24 0,0 0 0,0 25 0,0-25 0,0 25 0,0-25 15,0 0-15,0 25 0,0-25 0,0 0 0,0 25 0,0-25 0,0 0 0,0 24 16,0-24-16,0 0 0,0 0 0,0 25 0,24-25 0,-24 0 0,0 25 15,0-25-15,0 0 0,0 0 0,0 0 16,0 25-16,0-25 0,-24 0 0,24 0 0,0 0 16,0 25-16,0-25 0,0 0 0,0 0 0,0 0 0,0 0 0,24 0 0,-24 24 31,0-24-31,0 0 0,0 0 0,0 0 0,0 0 0,0 0 0,0 0 0,0 0 15,0 0-15,0 0 0,0 0 0,0 25 0,0-25 0,0 0 0,0 0 0</inkml:trace>
  <inkml:trace contextRef="#ctx0" brushRef="#br0" timeOffset="32547.8617">2456 3746 0,'0'0'0,"0"0"0,0 0 16,0 0-16,0 0 0,0 0 0,0 0 0,0 0 0,0 0 0,0 0 15,0 0 1,0 0-16,0-25 0,0 25 0,0 0 0,0 0 0,24 0 0,-24 0 0,0 0 16,0 0-16,25 0 0,-25 0 0,0 0 0,25 0 0,-25 0 0,25 0 0,-25 0 31,0 0-31,25 0 0,-25 0 0,0 0 0,24 0 0,-24 0 0,25 0 15,-25 0-15,0 0 0,25 0 0,0 0 0,-25 0 0,25 0 0,0 0 0,-25 0 0,24-25 0,1 25 16,-25 0-16,25 0 16,-25 0-16,25 0 0,0 0 0,-25 0 0,24 0 0,-24-25 15,25 25-15,-25 0 0,25 0 0,-25 0 0,25 0 0,-25 0 0,0 0 0,0 0 16,25 0-1,-25 0-15,0 0 0,0 0 0,0 0 0,0 0 0,0 0 0,0 0 0,0 0 0,0 0 16,0 0-16,0 0 0,0 0 0,0 0 0,0 0 0,0 0 0,24 0 31,-24 0-31,0 0 0,0-25 0,0 25 0</inkml:trace>
  <inkml:trace contextRef="#ctx0" brushRef="#br0" timeOffset="32788.8755">3349 3274 0,'0'0'0,"0"0"15,0-25-15,0 25 0,0 0 0,0 0 0,0 0 0,0 0 0,0 0 16,0 0-16,0 0 0,0 0 0,0 0 0,0 0 0,0 0 0,0 0 16,0 0-16,0 0 15,0 0-15,0 0 0,0 0 0,0 25 0,0-25 0</inkml:trace>
  <inkml:trace contextRef="#ctx0" brushRef="#br0" timeOffset="32957.8851">3349 3497 0,'0'0'15,"0"0"1,0 0-16,0 0 0,0 0 0,0 0 0,-25 0 0,25 0 0,0 0 0,0 0 0,0 0 16,0 0-16,0 0 0,0 0 0,0 0 0,0 0 0,0 0 0,0 0 31,0 0-31,0 0 0,0 0 0,0 0 0,0 0 0</inkml:trace>
  <inkml:trace contextRef="#ctx0" brushRef="#br0" timeOffset="34059.9482">4514 2977 0,'0'0'0,"0"0"0,0 0 16,0 0 0,0 0-16,0-25 0,0 25 0,0 0 0,0 0 0,0 0 0,0 0 15,0 0-15,0 0 0,0 0 0,0 0 0,0 0 0,0 0 0,0 0 0,0 0 16,0 0-1,25 0-15,-25 0 0,0 0 0,0 0 0,0 25 0,0-25 0,0 0 16,0 24-16,0-24 0,0 0 0,0 25 0,0-25 0,0 25 0,0-25 0,0 25 16,0 0-1,0-25-15,0 24 0,0 1 0,0 0 0,0-25 0,0 25 0,0 0 0,0-1 16,0-24-16,0 25 0,0-25 0,0 25 0,25-25 0,-25 25 0,0-25 15,0 25-15,0-25 16,0 24-16,0-24 0,0 25 0,0-25 0,0 0 0,0 25 0,0-25 16,0 0-16,0 0 0,0 25 0,0-25 0,0 0 0,0 0 15,0 0-15,0 0 0,0 0 0,0 25 16,0-25-16,0 0 0,0 0 0,0 0 0,0 0 0,0 0 0,0 0 0,0 0 15,0 0-15,0 0 0,0 0 0,0 0 0,0 0 0,0 0 16,0 0-16,0 0 16,0 0-16,0 0 0,0 0 0,0 0 0,0 0 0,0 24 0,0-24 0,0 0 15,0 0-15,0 0 0,25 0 0,-25 0 0,0 0 16,0 0-16,0 25 0,0-25 15,0 0-15,0 0 0,0 0 0,0 0 0,0-25 0,25 25 0,-25 0 0,0 0 16,0 0-16,0 0 0,24 0 0,-24 0 0,0 0 0,25 0 16,-25 0-16,0 0 0,25 0 15,-25 0-15,0 0 0,25 0 0,-25 0 0,25 0 0,-25 0 0,0 25 0,0-25 31,24 0-31,-24 0 0</inkml:trace>
  <inkml:trace contextRef="#ctx0" brushRef="#br0" timeOffset="34740.9871">5085 3274 0,'0'0'0,"0"0"16,0 0-16,-25-25 0,25 25 0,0 0 0,0-24 0,0 24 0,-25 0 16,25 0-1,0-25-15,0 25 0,-24 0 0,24 0 0,0 0 0,0 0 0,0 0 0,-25-25 0,25 25 16,0 0-16,0 0 0,0 0 0,0 0 0,0 0 0,-25 0 0,25 0 15,0 0 1,0 0-16,0 0 0,-25 0 0,25 25 0,0-25 0,0 0 0,-25 0 16,25 25-16,0-25 0,0 0 0,0 24 0,-24-24 0,24 0 0,0 25 0,0-25 15,0 0-15,0 25 16,-25-25-16,25 0 0,0 25 0,0-25 0,0 25 0,0-25 15,0 0-15,0 24 0,0-24 0,0 25 0,0-25 0,0 0 0,0 25 0,25-25 32,-25 0-32,0 25 0,0-25 0,0 0 0,24 0 0,-24 25 0,0-25 0,0 0 0,25 0 15,-25 24-15,0-24 0,25 0 0,-25 0 0,0 0 0,25 0 0,-25 0 31,0 0-31,25 0 0,-25 0 0,0 0 0,0 0 0,0 0 0,24 0 0,-24 0 0,0 0 0,0 0 16,0-24-16,0 24 0,0 0 0,25 0 0,-25 0 0,0-25 16,0 25-16,0 0 0,0-25 15,0 25-15,0-25 0,0 25 0,0 0 0,0-25 0,0 25 0,0 0 16,0 0-16,0-24 0,0 24 0,0 0 0,0 0 0,0-25 0,0 25 15,0 0 1,0-25-16,0 25 0,0 0 0,0 0 0,0 0 0,0 0 0,0 0 0,0 0 0,0 0 0,0 0 31,0 0-31,0 0 0,0 0 0,0 0 0,0 0 0,0 0 0,0 0 0,0 0 16,0 0-16,0 0 0,0 25 0,0-25 0,0 0 0,0 25 0,0-25 15,0 0-15,0 24 0,0-24 0,0 25 0,0-25 0,0 25 0,0-25 16,0 25-16,0-25 16,0 0-16,0 25 0,0-25 0,0 0 0,0 24 0,0-24 0,25 0 0,-25 0 15,0 0-15,0 25 0,0-25 0,25 0 0,-25 0 16,0 0-16,0 0 0,0 0 15,25 0-15,-25 0 0,0 0 0,0 0 0,24 0 0,-24 0 0,0-25 0,0 25 16,25 0-16,-25 0 16,0-24-16,0 24 0,0-25 0,0 25 0,25 0 0,-25-25 0,0 25 15</inkml:trace>
  <inkml:trace contextRef="#ctx0" brushRef="#br0" timeOffset="35023.0032">5259 3200 0,'0'0'0,"0"0"15,0 0-15,0 0 0,0 25 0,0-25 0,0 0 0,0 0 16,0 0-16,-25 0 15,25 0-15,0 24 0,0-24 0,0 0 0,25 25 0,-25-25 0,0 0 0,0 25 16,0-25 0,0 0-16,0 25 0,0-25 0,0 25 0,0-1 0,0-24 0,0 25 15,24-25-15,-24 25 0,0-25 0,0 25 0,0 0 0,0-25 0,0 24 0,0-24 16,0 25-16,0 0 0,0-25 0,0 25 0,0-25 0,25 25 15,-25-25-15,0 24 0,0-24 16,0 0-16,0 25 0,0-25 0,0 25 0,0-25 0,0 0 0,0 25 0,0-25 16,0 25-16,0-25 15,0 0-15,0 0 0,0 25 0,0-25 0,0 0 0,0 24 0,0-24 31,0 0-31,0 0 0,0 0 0,0 0 0,0 0 0,0 25 0,0-25 0,0 0 0,0 0 0,0 0 0,0 0 16,0 0-16,0 0 0,0 0 0,0 0 0</inkml:trace>
  <inkml:trace contextRef="#ctx0" brushRef="#br0" timeOffset="35440.0269">5308 3249 0,'0'0'0,"0"-24"15,0 24-15,0 0 0,0 0 0,25 0 0,-25 0 0,0 0 0,0-25 0,25 25 16,-25 0-16,0 25 16,0-25-16,25 0 0,-25 0 0,0 0 0,0 0 0,0 0 0,24 0 15,-24 24-15,0-24 0,0 0 0,0 0 0,25 25 0,-25-25 0,0 0 31,0 0-31,0 25 0,0-25 0,0 0 0,0 25 0,0-25 0,0 25 0,0-25 16,0 24-16,0-24 0,0 25 0,0-25 0,0 0 0,0 25 0,0-25 0,0 0 16,0 0-16,0 25 15,-25-25-15,25 0 0,0 0 0,0 0 0,0 0 0,0 25 16,0-25-16,0 0 0,0 0 0,-24 0 15,24 24-15,0-24 0,0 0 0,0 0 0,-25 0 0,25 0 0,0 0 0,-25 0 0,25 0 0,0 0 16,-25 0-16,25 0 0,0 0 0,-25 0 0,25 0 16,0-24-16,0 24 15</inkml:trace>
  <inkml:trace contextRef="#ctx0" brushRef="#br0" timeOffset="35663.0398">4936 3076 0,'0'0'0,"0"-25"16,0 25-16,0 0 16,0 0-16,0 0 0,0 0 0,0-25 0,0 25 0,0 0 15,25 0-15,-25 0 0,0 0 0,0-25 0,25 25 0,-25 0 0,0 0 0,0 0 16,25-24-16,-25 24 0,0 0 0,24 0 0,-24 0 15,0 0-15,25 0 0,-25 0 16,0 0-16,25 24 0,-25-24 0,0 0 0,0 25 0,0-25 0,25 25 0,-25-25 16,0 25-16,0-25 0,0 25 0</inkml:trace>
  <inkml:trace contextRef="#ctx0" brushRef="#br0" timeOffset="35854.0508">5110 3969 0,'0'0'16,"0"0"0,0 0-16,0 0 0,0 0 0,0 0 0,0 0 0,0 0 0,0 0 0,0 0 15,0 0-15,0 0 0,0 0 0,0 0 0,0 0 0,0 0 0,0 0 0</inkml:trace>
  <inkml:trace contextRef="#ctx0" brushRef="#br0" timeOffset="36659.0968">6176 2877 0,'0'0'0,"-24"0"16,24 0-16,0 0 0,0 0 0,24 0 0,-24 0 0,0 0 15,0 0-15,0 0 16,0 0-16,0 0 0,0 25 0,0-25 0,0 0 0,0 0 0,0 0 0,0 0 16,0 25-16,0-25 0,0 25 0,0-25 0,0 25 0,0-1 0,0-24 15,0 25 1,0 0-16,0 0 0,0 0 0,0-25 0,0 24 0,0 1 0,0 0 0,0 0 15,0 0-15,0-1 0,0 1 0,0 0 0,0 0 0,0 0 0,0-25 16,0 24 0,0 1-16,0-25 0,0 25 0,0-25 0,0 25 0,0-25 0,0 0 0,0 25 0,0-25 0,25 0 15,-25 0-15,0 24 0,0-24 16,0 0-16,0 0 0,0 0 0,0 0 0,-25 0 15,25 0-15,0 0 0,0 0 0,0 0 0,0 0 16,0 0-16,0 0 0,0 0 0,0 0 0,0 0 16,0 0-16,0-24 0,0 24 0,0-25 0,0 25 0,0 0 0,0-25 0,25 25 15,-25-25-15,0 25 0,0 0 16,0 0-16,0-25 0,0 25 0,25 0 0,-25-24 0,0 24 15,0 0-15,0 0 0,0-25 0,0 25 0,0 0 0,25 0 0,-25 0 16,0 0-16,0-25 0,0 25 0,0 0 0,25 0 0,-25 0 16,0 25-16,24-25 15,-24 0-15,0 0 0,0 0 0,25 0 0,-25 25 0,0-25 0,0 0 0,25 0 16,-25 24-16,0-24 0,0 0 0,0 25 0,0-25 0,0 0 0,0 25 15,0-25 1,0 0-16,0 25 0,0-25 0,0 0 0,0 25 0,0-25 0,0 0 16,0 24-16,0-24 0,0 0 0,-25 25 0,25-25 0,0 0 0,0 25 0,-25-25 15,25 0-15,0 0 16,0 25-16,0-25 0,-24 0 0,24 0 0,0 0 0,0 0 0,-25 0 15,25 0-15,0 0 0,-25 0 0,25 0 0,0 0 0,0 0 0,-25 0 16,25 0 0,0 0-16,0 0 0,0 0 0,0-25 0,-25 25 0,25 0 0,0 0 15,0 0-15,0-25 0,0 25 0,0 0 0,0 0 0,0 0 0,25 0 0,-25-25 0,0 25 16,0 0-1,0 0-15,0 0 0,25-24 0,-25 24 0,0 0 0,0 0 0,0 0 0,0 0 16</inkml:trace>
  <inkml:trace contextRef="#ctx0" brushRef="#br0" timeOffset="37319.1346">6623 3299 0,'0'0'0,"0"0"16,0 0-16,0 0 16,0-25-16,-25 25 0,25 0 0,0 0 0,0 0 0,0-25 15,0 25-15,0 0 0,-25 0 0,25 0 0,0 0 0,0 0 0,0 0 0,0 0 0,0 0 16,0 0-1,0 0-15,0 0 0,-25 0 0,25 0 0,0 0 0,0 0 0,0 0 16,0 0-16,-24 0 0,24 0 0,0 25 0,0-25 0,-25 0 0,25 0 16,0 0-16,0 25 0,-25-25 0,25 0 0,0 25 0,0-25 15,0 25-15,0-25 16,-25 24-16,25-24 0,0 0 0,0 25 0,0-25 0,0 25 0,0-25 15,0 0-15,25 25 0,-25-25 0,0 0 0,0 25 16,0-25-16,0 0 0,25 0 0,-25 24 0,0-24 0,0 0 0,25 0 31,-25 0-15,0 0-16,0 0 0,0 0 0,24 0 0,-24 0 0,0 0 0,0 0 0,0 0 0,25 0 0,-25 0 0,0 0 0,0 0 0,25 0 0,-25 0 15,0 0-15,0 0 0,0 0 0,25-24 0,-25 24 0,0 0 0,0 0 0,0-25 32,25 25-32,-25 0 0,0 0 0,0-25 0,0 25 0,0 0 0,0 0 0,0-25 0,0 25 0,24 0 15,-48-25-15,24 25 0,0-24 0,0 24 0,24-25 0,-24 25 16,0 0-16,0-25 15,0 25-15,0 0 0,0 0 0,0 0 0,0-25 0,0 25 0,0 0 0,0 0 16,0 0-16,0 0 16,0 0-16,0 0 0,0 0 0,0 0 0,-24 0 0,24 0 0,0 0 15,0 0-15,0 0 0,0 0 0,0 0 0,0 0 0,0 0 0,0 25 16,24-25-16,-24 0 0,0 25 0,0-25 0,0 0 0,0 0 15,0 25-15,0-25 16,0 24-16,0-24 0,0 0 0,0 25 0,0-25 0,0 25 0,0-25 0,0 25 0,0-25 16,0 25-16,0-25 0,0 24 0,0-24 0,0 25 0,25-25 15,-25 0 1,0 25-16,0-25 0,0 0 0,0 0 0,0 0 0,0 0 0,25 0 0,-25 0 15,0 0-15,0 0 0,25 0 16,-25-25-16,0 25 0,0 0 0,25 0 0,-25 0 0,0 0 0,0 0 16,0 0-16,24 0 0,-24 0 0,0-25 0,0 25 0,0 0 0,25 0 0,-25-24 15,0 24-15</inkml:trace>
  <inkml:trace contextRef="#ctx0" brushRef="#br0" timeOffset="37776.1605">6871 3299 0,'0'0'0,"0"0"0,-25 0 31,25-25-31,0 25 0,0 0 0,0 0 0,0 0 0,0 0 0,25 0 0,-25 0 0,0 0 15,0 0-15,0 0 0,0 0 0,0 0 0,0 0 0,0 25 16,0-25 0,0 0-16,0 0 0,0 0 0,0 25 0,0-25 0,0 0 15,0 25-15,0-25 0,0 0 0,0 24 0,0-24 0,0 25 0,0-25 0,0 0 0,0 25 0,0-25 16,0 25-16,0-25 0,0 0 15,0 25-15,0-25 0,0 0 0,0 0 0,0 24 16,0-24-16,0 0 0,0 25 0,0-25 0,0 0 0,0 0 0,0 25 0,0-25 62,0 0-62,0 0 0,0 0 0,0 0 0,0 0 0,0 0 0,25 0 0,-25 0 0,0 0 0,0 0 0,0-25 0,0 25 0,0 0 0,0 0 0,0 0 0,0 0 0,0-25 0,25 25 0,-25 0 0,0-24 0,0 24 0,0 0 16,24-25 0,-24 25-16,0 0 0,0-25 0,0 25 0,25-25 0,-25 25 0,0 0 0,0-25 0,0 25 15,25 0-15,-25 0 0,0-24 0,0 24 0,0 0 0,25 0 0,-25 0 31,0 0-31,0 0 0,0 0 0,0 0 0,0-25 0,25 25 0,-25 0 0,0 25 16,0-25-16,0 0 0,0 0 0,0 0 0,0 0 0,0 24 0,0-24 16,0 0 30,0 25-46,0-25 0,0 0 0,0 25 0,0-25 0,0 0 0,0 25 0,0-25 0,0 0 0,0 25 0,0-25 0,0 0 0,0 24 0,0-24 0,0 0 0,0 0 0,0 25 0,0-25 0,0 0 0,0 0 0,0 25 16,0-25-16,0 0 0,0 0 0,0 0 0,0 0 0,24 0 16,-24 0-1,0 0-15,0 0 0,25 0 0</inkml:trace>
  <inkml:trace contextRef="#ctx0" brushRef="#br0" timeOffset="38372.1948">7367 3274 0,'-25'0'0,"25"0"16,0 0-16,-25 0 0,25 0 0,0 0 0,0-25 0,-24 25 0,24 0 15,0 25-15,0-25 0,0 0 0,-25 0 0,25 0 0,0 0 0,0 25 16,0-25-16,0 0 15,-25 25-15,25-25 0,0 25 0,0-25 0,0 24 0,0-24 0,0 25 0,0-25 16,0 25-16,0-25 0,0 0 0,0 25 0,0-25 0,25 0 16,-25 25-16,0-25 15,0 0-15,0 24 0,0-24 0,0 0 0,0 0 0,0 0 0,0 25 0,0-25 0,25 0 16,-25 0-16,0 0 15,0 0-15,0 0 0,0 0 0,0 0 0,0 0 16,24 0-16,-24 0 0,0 0 0,0 0 0,25-25 0,-25 25 0,0 0 0,0 0 31,0-24-31,25 24 0,-25-25 0,0 25 0,0-25 0,25 25 0,-25-25 0,0 25 0,0-25 0,0 25 0,0 0 0,0-24 16,0 24-16,25-25 0,-25 25 0,0 0 0,0 0 15,-25-25-15,25 25 16,0 0-16,0 0 0,0 0 0,0 25 0,0-25 0,0 0 0,0 0 16,0 25-16,0-25 0,0 24 0,0-24 0,0 0 0,0 25 0,0-25 0,0 25 15,0 0 1,0-25-16,0 25 0,0-1 0,0-24 0,0 25 0,0 0 0,0-25 15,0 25-15,0 0 0,25-25 0,-25 24 0,0-24 0,0 25 0,0 0 0,0-25 32,0 25-32,0-25 0,0 25 0,0-25 0,0 25 0,0-25 0,0 24 0,0-24 0,0 25 0,0-25 15,0 25-15,0-25 0,0 0 0,0 25 0,0-25 0,0 0 16,0 0-16,0 0 15,0 0-15,0 0 0,0 0 0,0 25 0,0-25 0,0 0 0,0 0 16,0 0-16,0 0 0,0 0 0,0 0 0,0 0 0,-25 0 0,25 0 16,0 0-16,0 0 15,0 0-15,0 0 0,0 0 0,-25-25 0,25 25 0,0 0 0,0 0 0,0-25 16,0 25-16,0 0 0,0-25 0,0 25 0,0-25 0,0 25 15,0-24 1,0 24-16,0-25 0,-25 25 0,25-25 0,0 25 0,0-25 0</inkml:trace>
  <inkml:trace contextRef="#ctx0" brushRef="#br0" timeOffset="38679.2123">7020 2679 0,'0'0'0,"0"0"15,0-25-15,25 25 0,-25 0 0,0 0 0,0 0 0,24 0 0,-24 0 0,0 0 16,25 0-16,-25-25 0,0 25 0,0 0 0,25 0 0,-25 0 0,0 25 16,0-25-1,25 0-15,-25 0 0,0 0 0,0 25 0,0-25 0,0 0 0,0 25 0,0-25 0,0 25 16,-25-25-16,25 24 0,0-24 0,-25 25 0,0-25 0,1 25 15,-1 0-15,0-25 16</inkml:trace>
  <inkml:trace contextRef="#ctx0" brushRef="#br0" timeOffset="40547.3192">9525 3051 0,'0'0'0,"-25"0"0,25 0 0,0 0 15,0 0-15,0 0 0,0 0 0,0 0 0,0 0 0,0 0 0,0 0 16,0 0-16,0 0 0,0 0 0,0 0 16,0 0-16,0 0 0,0 0 0,0 0 0,0 0 15,0 0-15,0 0 0,0 0 0,0 0 0,25 0 0,-25 0 0,0 0 0,0 0 16,-25 0-16,25 25 0,0-25 0,0 0 0,0 0 0,0 25 15,0-25-15,0 24 16,0-24-16,0 0 0,0 25 0,0 0 0,-25-25 0,25 25 0,0-25 0,0 25 0,0-1 16,0-24-1,0 25-15,0-25 0,0 25 0,-24-25 0,24 25 0,0-25 0,0 25 0,0-1 16,0-24-16,0 25 0,0-25 0,0 25 0,0-25 0,0 0 15,0 25-15,0-25 0,0 0 0,0 0 16,0 0-16,0 0 0,0 0 0,0 0 0,0 25 0,0-25 0,0 0 16,24 0-16,-24 0 0,0 0 0,0 0 0,0 0 0,0 0 15,0 0 1,0 0-16,0 0 0,0 0 0,0 0 0,-24 0 0,24 0 0,0 0 0,0 0 0,0-25 0</inkml:trace>
  <inkml:trace contextRef="#ctx0" brushRef="#br0" timeOffset="41161.3543">9500 3150 0,'0'0'0,"0"0"15,0-25-15,0 25 0,25 0 0,-25 0 0,0-24 0,0 24 0,0 0 0,0 0 16,0 0-16,0 0 0,0 0 0,0 0 0,0-25 0,0 25 15,0 0-15,0 0 16,0 0-16,0 0 0,25 0 0,-25 0 0,0 0 0,0 0 0,0 0 0,0 0 16,0 0-1,25 25-15,-25-25 0,0 0 0,0 0 0,0 24 0,24-24 0,-24 0 0,0 25 0,0-25 0,25 0 16,-25 25-16,0-25 0,0 25 0,0-25 0,0 25 0,25-25 0,-25 0 31,0 24-31,0-24 0,0 25 0,25-25 0,-25 0 0,0 25 0,0-25 0,0 0 0,0 0 16,0 25-16,0-25 0,0 0 0,0 0 0,25 0 0,-25 25 0,0-25 31,0 0-31,0 0 0,0 0 0,0 0 0,0 0 0,0 24 0,0-24 0,0 0 0,0 0 15,0-24-15,0 24 0,0 0 0,24 0 0,-24 0 0,0 0 0,0 0 16,0 0-16,0 0 16,0 0-16,25 0 0,-25 0 0,0-25 0,0 25 0,0 0 0,0 0 31,0-25-31,0 25 0,25 0 0,-25 0 0,0-25 0,0 25 0,0 0 0,0-25 0,0 25 0,25 0 0,-25-24 0,0 24 15,0 0-15,0-25 0,0 25 0,0-25 0,25 25 16,-25 0-16,0 0 16,0-25-16,0 25 0,0 0 0,0 0 0,0 0 0,0 0 0,0 0 0,0 0 31,0 0-31,0 0 0,0 0 0,0 0 0,0 0 0,0 0 0,0 0 0,0 0 0,0 0 0,0 0 15,0 0-15,0 25 0,0-25 0,0 0 0,0 0 0,0 25 0,24-25 0,-24 0 32,0 25-32,0-25 0,0 0 0,0 24 0,0-24 0,25 0 0,-25 25 0,0-25 0,0 0 0,0 25 0,0-25 15,0 25-15,0-25 16,0 0-16,0 25 0,0-25 0,0 24 0,0-24 0,0 0 0,0 25 0,0-25 0,0 0 15,0 25-15,0-25 16,0 0-16,0 0 0,0 25 0,0-25 0,0 0 16,0 0-16,0 25 0,0-25 0,0 0 0,0 0 0,0 0 0,0 24 15,0-24-15,0 0 0,0 0 0,0 0 0,0 0 0,0 0 0,0 0 16,0 0-1,0 0-15</inkml:trace>
  <inkml:trace contextRef="#ctx0" brushRef="#br0" timeOffset="41448.3707">10120 3225 0,'0'0'0,"0"0"15,0 0 1,0 0-16,0 0 0,0 0 0,0 0 0,0 0 0,-24 0 0,24 0 0,0 0 15,0 24-15,0-24 0,0 0 0,0 0 0,0 25 0,24-25 0,-24 0 16,0 25-16,0-25 0,0 0 16,0 25-1,0-25-15,0 25 0,0-25 0,0 0 0,0 24 0,0-24 0,0 25 0,0-25 0,0 25 16,0-25-16,0 25 0,0-25 0,0 0 0,0 25 0,0-25 0,0 0 0,0 0 15,0 0-15,0 24 0,0-24 0,0 0 0,0 0 0,0 0 16,0 25-16,0-25 0,0 0 16,0 0-16,0 0 0,0 0 0,0 0 0,0 0 0,0 0 0,0 0 15</inkml:trace>
  <inkml:trace contextRef="#ctx0" brushRef="#br0" timeOffset="41650.3823">10021 3249 0,'0'0'0,"-25"0"15,25 0-15,0 0 0,0 0 0,0 0 0,0 0 0,0 0 0,25 0 32,-25-24-32,0 24 0,0 0 0,25 0 0,-25 0 0,0 0 0,25 0 0,-25 0 0,25 0 0,-25 0 15,24 0-15,-24 0 0,25 0 0,-25 0 0,0 0 0,25 0 0,-25 0 31,25 0-31,-25 0 0,25 0 0,-25 24 0,24-24 0,-24 0 0,25-24 0</inkml:trace>
  <inkml:trace contextRef="#ctx0" brushRef="#br0" timeOffset="41910.3972">10393 3175 0,'0'0'0,"0"0"0,0 0 31,0 0-31,0 0 0,-25 0 0,25 0 0,0 0 0,0 0 0,0 0 15,0 0-15,0 0 0,0 0 0,0 0 0,25 25 0,-25-25 0,0 0 0,0 0 16,0 25-16,0-25 0,0 0 16,0 24-16,0-24 0,0 25 0,0-25 0,0 25 0,0-25 15,0 25-15,0-25 0,0 0 0,0 25 0,25-25 0,-25 24 0,0-24 16,-25 25-16,25-25 0,0 25 15,0-25-15,0 25 0,0-25 0,0 0 0,0 25 16,0-25-16,0 0 0,0 0 0,0 24 0,0-24 0,0 0 0,0 0 0,0 0 0,0 0 16,0 0-16,0 0 0,0 0 0,-25 0 0,25 0 0,0 0 15</inkml:trace>
  <inkml:trace contextRef="#ctx0" brushRef="#br0" timeOffset="42083.407">10393 3349 0,'0'0'0,"0"0"0,0 0 15,0 0 1,0 0-16,25 0 0,-25 0 0,0 0 0,25 0 0,-25-25 16,0 25-16,25 0 0,-25 0 0,24 0 0,-24 0 0,25 0 0,0 0 0,-25 0 15,25 0-15,-25 0 0,25 0 0,-25-25 0,0 25 0,24 0 16,-24 0-16</inkml:trace>
  <inkml:trace contextRef="#ctx0" brushRef="#br0" timeOffset="42386.4243">10691 3200 0,'0'-25'0,"0"25"0,0 0 16,0 0-16,0 0 0,0 0 0,0 0 0,0 0 15,0 0-15,0 0 16,0 0-16,0 0 0,0-25 0,0 25 0,-25 0 0,25 0 0,0 0 0,0 0 16,0 0-16,0 0 0,0 0 0,0 0 0,0 0 0,0 0 0,25 0 15,-25 0-15,0 25 0,0-25 16,0 0-16,0 0 0,0 25 0,0-25 0,0 25 0,0-25 0,0 24 31,0-24-31,0 0 0,0 25 0,0-25 0,0 0 0,0 25 0,0-25 0,0 25 0,0-25 0,0 0 0,0 25 31,0-25-31,0 24 0,0-24 0,0 25 0,0-25 0,0 0 0,0 25 0,0-25 0,0 0 0,0 25 0,0-25 16,0 0-1,0 25-15,0-25 0,0 0 0,0 24 0,0-24 0,0 0 0,0 0 0,0 0 0,0 0 0,0 25 16,0-25 0,0 0-16,0 0 0,0 0 0,0 0 0,0 0 0,0-25 0,0 25 0,0 0 0</inkml:trace>
  <inkml:trace contextRef="#ctx0" brushRef="#br0" timeOffset="42888.4531">11038 3125 0,'0'0'0,"-25"-24"15,25 24-15,0 0 0,0 0 0,0 0 0,0 0 0,0 0 0,0 0 0,0 0 16,0 0-16,0 0 0,0 0 0,-25 0 16,25 0-16,0 0 0,0 0 0,0 0 0,-24 0 0,24 0 0,0 0 0,0 24 15,0-24-15,0 0 0,-25 0 16,25 25-16,0-25 0,0 0 0,0 0 0,0 25 0,0-25 15,0 0 1,0 0-16,0 25 0,0-25 0,0 0 0,0 0 0,0 25 0,0-25 0,0 0 0,0 0 16,0 24-16,0-24 0,25 0 0,-25 0 0,0 25 0,24-25 0,-24 0 0,0 25 15,25-25 1,-25 0-16,0 25 0,25-25 0,-25 0 0,0 25 0,0-25 0,25 0 15,-25 24-15,0-24 0,0 0 0,0 25 0,0-25 0,0 0 0,0 25 0,25-25 16,-25 0-16,0 0 0,0 0 0,0 0 16,0 0-16,0 25 0,0-25 0,0 0 0,0 0 15,0 0-15,0 0 0,0 0 0,0 0 0,0 0 0,0 0 0,-25 0 16,25 25-16,0-25 0,0 0 0,0 0 15,-25 0-15,25 24 0,0-24 0,0 0 16,-25 0-16,25 0 0,0 0 0,0 0 0,0 0 0,-25 0 0,25 0 0,0 0 0,0 0 31,0 0-31,0 0 0,0 0 0,0 0 0,0 0 0,0-24 0,0 24 0,0 0 16,0 0-16,0 0 0,0-25 0,0 25 0,0 0 0,0 0 0,0 0 0,0-25 15,0 25 1</inkml:trace>
  <inkml:trace contextRef="#ctx0" brushRef="#br0" timeOffset="43506.4885">12055 2977 0,'0'0'0,"0"0"0,0 0 15,0 0-15,0 0 0,0 0 16,0 0-16,0 0 0,0 0 0,0 0 15,0 0-15,0 0 0,0 0 0,0 0 0,0 0 0,0 0 0,0 24 0,0-24 16,0 0-16,0 25 0,0-25 0,0 0 16,0 25-16,0-25 0,0 25 0,0-25 15,0 25-15,0-25 0,0 24 0,0 1 0,25-25 0,-25 25 0,0-25 0,0 25 0,0-25 16,0 25-16,0-25 0,0 24 0,0-24 0,0 25 15,0 0-15,0-25 16,0 25-16,0 0 0,0-25 0,0 24 0,0-24 0,0 25 0,0-25 0,0 0 0,0 0 16,0 25-16,25-25 0,-25 0 0,0 0 0,0 25 0,0-25 15,0 0-15,0 25 0,0-25 16,-25 0-16,25 24 0,0-24 0,0 0 0,0 25 0,0-25 15,0 0-15,0 25 0,0-25 0,0 0 0,25 0 0,-25 0 0,0 0 16,0 0 0,0 0-16,0 0 0,-25 0 0,25 0 0,0 0 0,0 0 0,0 25 0,0-25 15,0 0-15,0 0 0,25 0 0,-25 0 0,0 0 0,0 0 0,0 0 16,24 0-16,-24 0 15,0 0-15,0-25 0,0 25 0,0 0 0,0 0 0,0 0 0</inkml:trace>
  <inkml:trace contextRef="#ctx0" brushRef="#br0" timeOffset="44598.5509">13022 3125 0,'0'0'0,"0"0"15,0 0-15,0 0 0,0 0 0,0 0 0,0 0 0,0-24 0,0 24 16,0 0-16,0 0 0,0 0 0,0-25 16,0 25-16,0 0 0,0 0 0,0 0 0,0 0 0,0 0 15,0 0-15,0 0 0,0 0 0,0 0 0,0 0 0,0-25 0,0 25 16,-24 0-1,24 0-15,0 0 0,0 0 0,0-25 0,0 25 0,0 0 0,0 0 0,0 0 16,-25 0-16,25 0 0,0 0 0,0 0 0,-25 0 0,25 0 0,0 0 16,0 0-16,-25 0 15,25-25-15,0 25 0,0 0 0,0 25 0,-25-25 0,25 0 0,0 0 16,0 0-16,-24 25 0,24-25 0,0 0 0,0 25 0,-25-25 0,25 0 0,0 25 31,0-25-31,-25 0 0,25 24 0,0-24 0,0 25 0,0-25 0,0 25 0,0-25 0,0 25 0,0-25 16,0 25-16,25-25 0,-25 24 15,0 1-15,0-25 0,0 25 0,0 0 0,0-25 0,25 25 16,-25-25-16,0 24 0,0-24 0,0 25 0,0-25 0,24 0 0,-24 25 15,0-25-15,0 0 0,0 25 0,25-25 16,-25 0-16,0 0 0,25 25 0,-25-25 0,0 0 16,25 0-16,-25 0 0,0 0 0,25 0 0,-25 0 0,24 0 0,-24 0 15,25-25-15,-25 25 0,0 0 0,25 0 0,-25 0 0,0 0 0,25 0 16,-25 0-1,0-25-15,25 25 0,-25 0 0,0 0 0,0 0 0,24-25 0</inkml:trace>
  <inkml:trace contextRef="#ctx0" brushRef="#br0" timeOffset="44948.5709">13370 3101 0,'0'0'0,"0"0"0,0 0 0,0 0 16,0 24-16,0-24 0,0 0 0,0 0 0,0 0 0,-25 0 0,25 0 15,0 0-15,0 0 16,0 25-16,0-25 0,0 0 0,0 25 0,0-25 0,0 0 0,0 25 15,0-25-15,0 25 0,0-25 0,0 24 0,0-24 0,0 25 0,0-25 16,0 25-16,0 0 0,0-25 16,0 25-16,0-25 0,0 24 0,0-24 0,0 25 15,0-25-15,0 25 0,0-25 0,0 25 0,0-25 0,0 25 0,0-25 0,0 24 0,0-24 16,0 25-1,0-25-15,0 25 0,0-25 0,0 0 0,0 0 0,0 25 0,0-25 16,0 0-16,0 0 0,0 0 0,0 0 0,0 0 0,0 0 0,0 0 0,0 0 16,25 0-1</inkml:trace>
  <inkml:trace contextRef="#ctx0" brushRef="#br0" timeOffset="45284.5902">13444 3076 0,'0'-25'0,"0"25"31,0 0-31,0 0 0,0 0 0,0 0 0,0 0 0,0 0 0,25 0 0,-25 0 15,0 0-15,0 0 0,0 0 0,25 0 0,-25 0 0,0 0 0,25 0 0,-25 0 32,24 0-32,-24 25 0,0-25 0,25 0 0,-25 25 0,25-25 0,-25 0 0,0 24 0,0-24 15,25 25-15,-25-25 0,0 25 0,0-25 0,0 0 0,0 25 0,0-25 31,0 25-31,0-25 0,0 0 0,0 24 0,0-24 0,-25 25 0,25-25 0,0 0 16,-25 25-16,25-25 0,0 0 0,-25 0 0,25 25 0,0-25 0,-24 0 16,24 0-16,-25 0 0,25 0 0,0 0 0,-25 0 15,25 0-15,0 0 0,0 0 0,-25 0 16,25 0-16,0 0 0,0 0 0,0 0 0,0 0 0</inkml:trace>
  <inkml:trace contextRef="#ctx0" brushRef="#br0" timeOffset="45616.6092">13791 3150 0,'0'0'16,"0"0"-1,0 0-15,0 0 0,0 0 0,0 0 0,0 0 0,0 0 0,0 0 0,-24-25 0,24 25 16,0 0-16,0 25 0,24-25 0,-24 0 0,0 0 0,0 25 16,0-25-1,0 0-15,0 25 0,0-25 0,0 0 0,0 25 0,0-25 0,0 24 0,0-24 16,0 25-16,0-25 0,0 25 0,0-25 0,0 25 0,0-25 0,0 25 0,0-25 15,0 24 1,0-24-16,0 25 0,0-25 0,0 25 0,0-25 0,0 25 0,0-25 0,0 0 16,0 25-16,0-25 0,0 0 0,-24 0 0,24 0 0,0 0 0,0 0 15,0 0 1,0 0-16,0 0 0,0 24 0,0-24 0,0 0 0,0 0 0,0 0 0,24 0 0,-24-24 15,0 24-15,0 0 0,0-25 0</inkml:trace>
  <inkml:trace contextRef="#ctx0" brushRef="#br0" timeOffset="46097.6366">13841 3101 0,'0'0'0,"0"0"15,0 0 1,0 0-16,0 0 0,0-25 0,25 25 0,-25 0 0,0 0 0,0 0 15,25 0-15,-25 0 0,0 0 0,24 0 0,-24 0 16,25 0 0,-25 0-16,0 0 0,25 0 0,-25 0 0,0 0 0,25 0 0,-25 25 0,0-25 0,0 0 0,0 24 15,25-24-15,-25 0 0,0 25 0,-25-25 0,25 25 0,0-25 0,0 0 0,0 25 16,0-25-16,-25 25 15,25-25-15,0 0 0,0 24 0,0-24 0,0 25 0,-25-25 0,25 25 0,0-25 16,0 0-16,0 25 0,-25-25 0,25 0 0,0 0 0,0 0 0,0 0 31,0 25-31,-24-25 0,24 0 0,0 0 0,0 0 0,0 0 0,0 0 0,0 0 0,0 24 16,0-24-16,0 0 0,0 0 0,0 0 0,0 0 0,24 0 0,-24 0 15,0 0 1,0 0-16,0 0 0,25 0 0,-25 0 0,0 0 0,0 0 0,25 0 0,-25 0 16,0 0-16,0 0 0,25 0 0,-25 25 0,0-25 0,25 0 0,-25 25 31,0-25-31,0 0 0,24 25 0,-24-25 0,0 25 0,25-25 0,-25 0 0,0 24 15,0-24-15,0 0 0,0 0 0,0 25 0,0-25 0,0 0 0,0 0 0,0 0 16,0 25 0,0-25-16,-25 0 0,25 0 0,0 0 0,0 0 0,0 0 0,-24 25 0,24-25 0,0 0 15,0 0-15,-25 0 0,25 0 0,0 0 16,0 0-16,-25 0 0,25-25 0,0 25 0,0 0 15,0 0-15,0 0 0,-25 0 0,25 0 0,0 0 0,0 0 0,0-25 16,0 25-16,0 0 0,0 0 0,25 0 0</inkml:trace>
  <inkml:trace contextRef="#ctx0" brushRef="#br0" timeOffset="46492.6593">14263 3175 0,'0'0'0,"0"0"16,0 0-16,0 0 0,0 0 0,0 0 0,0 0 0,0 0 0,0 0 15,0 0 1,0 0-16,0 0 0,0 0 0,0 0 0,0 25 0,0-25 0,0 0 0,0 25 0,0-25 15,0 24-15,0-24 0,0 25 0,0-25 0,0 25 0,0-25 0,0 25 16,0-25-16,0 0 0,0 25 0,0-25 16,0 24-16,0-24 0,0 0 0,0 25 0,0-25 0,0 25 15,0-25-15,0 25 16,0-25-16,0 25 0,0-25 0,0 0 0,0 0 0,0 24 0,0-24 0,0 0 15,0 0-15,0 25 0,0-25 0,0 0 0,0 0 0,0 0 16,0 0-16,0 0 16,0 0-16,0 0 0,0 0 0,0 0 0,-25 0 0,25 0 0,0 0 0,0 0 0,0 0 15,25 0-15,-25 0 0,0 0 0,0-25 0,0 25 0,0 0 16,0 0-1,0-24-15,0 24 0,0 0 0,0-25 0,0 25 0</inkml:trace>
  <inkml:trace contextRef="#ctx0" brushRef="#br0" timeOffset="46919.6835">14287 3101 0,'0'0'0,"0"0"0,0 0 15,0 0-15,0 0 0,0 0 0,25-25 0,-25 25 0,0 0 0,0 0 0,0 0 32,0 0-32,25 0 0,-25 0 0,0 0 0,0 0 0,25 0 0,-25 0 0,0 0 0,0 0 0,25 0 0,-25 0 15,0 0-15,0 25 0,25-25 0,-25 0 0,0 0 0,0 0 31,24 0-31,-24 24 0,0-24 0,0 0 0,25 0 0,-25 0 0,0 0 0,0 0 0,25 25 0,-25-25 0,0 0 16,0 25-16,25-25 0,-25 25 0,0-25 0,0 25 16,0-25-16,25 24 15,-25-24-15,0 25 0,0-25 0,0 0 0,24 25 0,-24-25 0,0 25 0,0-25 16,0 0-16,0 25 0,0-25 0,0 24 0,0-24 0,0 25 15,0-25-15,-24 25 0,24-25 16,0 0-16,0 25 0,0-25 0,0 0 0,0 25 0,0-25 0,0 0 0,0 24 16,0-24-16,0 0 0,0 0 15,-25 25-15,25-25 0,0 0 0,0 0 0,0 0 16,0 0-16,-25 0 0,25 0 0,0 25 0,0-25 0,0 0 0,-25 0 0,25 0 15,0 0-15,0 25 0,-25-25 0,25 0 0,0 0 16,0 0-16,-24 0 0,24 0 16,0 0-16,0 0 0,0 0 0,-25 0 0,25 0 0,0 0 0,0 0 15,0 0-15,-25 0 0,25 0 16</inkml:trace>
  <inkml:trace contextRef="#ctx0" brushRef="#br0" timeOffset="47114.6948">14163 3398 0,'0'0'15,"-24"0"-15,24 0 16,0-25-16,0 25 0,0 0 0,0 0 0,0 0 0,0 0 16,0 0-16,0 0 0,24 0 0,-24-24 0,0 24 0,25 0 0,-25 0 0,25 0 15,0 0-15,-25 0 0,25 0 16,-25 0-16,24 0 0,1 0 0,0 0 0,-25 24 0,25-24 15,0 0-15,0 0 0,-1 0 0,1 0 0,0 25 0,-25-25 0,25 0 0</inkml:trace>
  <inkml:trace contextRef="#ctx0" brushRef="#br0" timeOffset="48870.7945">2654 4589 0,'0'0'16,"0"-25"-1,0 25-15,0 0 0,0 0 0,0 25 0,0-25 0,0 0 0,0 0 0,0 0 16,0 0-16,0 0 0,0 0 0,0 0 0,-25 0 0,25 0 0,0 25 15,0-25-15,0 0 0,0 0 16,0 24-16,0-24 0,0 0 0,0 25 0,0-25 0,0 0 0,0 25 0,0-25 31,0 25-31,0-25 0,0 25 0,0-25 0,0 24 0,0-24 0,0 25 16,0-25-16,0 25 0,0-25 0,0 25 0,25 0 0,-25-25 0,0 25 15,0-25-15,0 24 0,0-24 16,0 25-16,0-25 0,0 25 0,0-25 0,0 25 0,0-25 0,0 0 0,0 25 0,0-25 16,0 0-16,0 0 15,0 0-15,0 0 0,0 0 0,0 0 0,0 0 0,0 0 0,25 0 0,-25-25 0,0 25 16</inkml:trace>
  <inkml:trace contextRef="#ctx0" brushRef="#br0" timeOffset="49417.8266">2654 4638 0,'0'0'16,"0"0"-16,0 0 15,25-24-15,-25 24 0,0 0 47,0 0-47,0 0 0,0-25 0,0 25 0,0 0 0,0 0 0,25 0 0,-25 0 0,0 0 0,25 0 0,-25 0 0,0 0 0,0 0 0,24 0 0,-24 0 0,0 0 0,25 25 0,-25-25 0,0 0 0,25 0 0,-25 0 0,0 0 0,0 24 16,0-24-16,25 0 15,-25 25-15,0-25 0,0 25 0,0-25 0,0 25 0,0-25 0,0 25 16,0-25-16,0 24 0,0-24 0,0 0 0,0 25 0,0-25 0,0 0 0,-25 25 62,25-25-62,0 0 0,0 25 0,-25-25 0,25 0 0,0 25 0,0-25 0,0 0 0,-25 0 0,25 25 0,0-25 0,0 0 0,0 0 0,0 0 0,0 0 0,0 0 0,0 0 0,0 0 16,0 0-16,0 0 0,0 0 0,0 0 16,0 0-16,0 0 0,0 0 0,0 0 0,25 0 0,-25 0 0,0 0 0,0 0 0,25 0 15,-25 0-15,0 0 0,25 0 0,-25 0 0,0 0 0,0 24 0,25-24 16,-25 0-16,0 0 15,0 0-15,24 25 0,-24-25 0,0 0 0,0 0 0,0 25 0,0-25 0,0 0 16,0 0-16,0 25 0,0-25 0,0 0 0,0 25 0,0-25 0,0 0 16,0 0-16,0 24 15,0-24-15,0 0 0,-24 0 0,24 25 0,0-25 0,0 0 0,0 0 0,-25 0 0,25 25 16,0-25-16,-25 0 0,25 0 0,0 0 0,0 0 0,-25 0 15,25 0-15,0 0 16,0 0-16,-25 0 0,25 0 0,0 0 0,0 0 0,0 0 0,0 0 0,0 0 16,-24-25-16,24 25 0,0 0 0,0 0 0,0-25 0,0 25 15,0 0-15,0-24 16,24 24-16,-24 0 0,0-25 0</inkml:trace>
  <inkml:trace contextRef="#ctx0" brushRef="#br0" timeOffset="49884.8533">2952 4713 0,'0'0'0,"0"0"0,0 0 15,0 0-15,25 0 0,-25-25 0,0 25 0,0 0 0,0 0 0,24 0 16,-24 0-16,0-25 0,0 25 0,0 0 0,25 0 16,-25 0-16,0 0 0,0 0 0,25 0 0,-25 0 15,0 0-15,0 25 0,25-25 0,-25 0 0,0 0 0,25 0 0,-25 25 0,0-25 31,0 0-31,0 25 0,0-25 0,0 0 0,0 24 0,0-24 0,0 0 0,0 25 0,0-25 16,0 0-16,-25 25 0,25-25 0,0 25 0,0-25 0,0 0 0,0 25 31,0-25-31,-25 25 0,25-25 0,0 0 0,-25 24 0,25-24 0,0 0 0,0 25 0,-25-25 16,25 0-16,0 25 0,0-25 0,0 0 0,0 0 0,0 25 0,0-25 0,0 0 15,0 0 1,0 25-16,0-25 0,0 0 0,-24 0 0,48 0 0,-24 24 0,0-24 0,0 0 0,0 0 16,0 0-16,0 0 0,0 0 0,0 0 15,25 0-15,-25 0 0,0 0 0,0 25 0,0-25 0,25 0 0,-25 0 0,0 0 31,25 25-31,-25-25 0,0 0 0,25 0 0,-25 0 0,24 25 0,-24-25 0,0 0 16,25 0-16,-25 0 0,0 0 0,25 0 0,-25 25 0,0-25 0,0 0 0,0 0 16,25 0-1,-25 0-15,0 0 0,0 0 0</inkml:trace>
  <inkml:trace contextRef="#ctx0" brushRef="#br0" timeOffset="50167.8695">2654 5432 0,'0'0'0,"25"0"15,-25 0-15,0 0 0,0 0 0,0 0 0,0 0 0,25 0 0,-25 0 32,0 0-32,25 0 0,-25 0 0,0 0 0,24 0 0,1 0 0,-25 0 0,25-25 0,-25 25 0,25 0 0,-25 0 15,25 0-15,-1 0 0,-24 0 0,25 0 0,-25 0 0,25 0 16,-25 0 31,25 0-47,0 0 0,-25 0 0,24 0 0,-24 0 0,25 0 0,-25 0 0,25 0 0,-25 0 0,25 0 0,-25 0 0,0 0 0,25 0 0,-25 0 0,0 0 0,24 0 0,-24 0 0,0 0 0</inkml:trace>
  <inkml:trace contextRef="#ctx0" brushRef="#br0" timeOffset="50388.8821">3522 5011 0,'0'0'0,"0"0"0,0-25 15,0 25-15,-25 0 0,25 0 0,0 0 0,0 0 0,0 0 0,0 0 31,0 0-31,0 0 0,0 0 0,0 0 0,0 0 0,25 0 0,-25 25 0,0-25 0,0 0 0,0 0 16,0 24-16</inkml:trace>
  <inkml:trace contextRef="#ctx0" brushRef="#br0" timeOffset="50576.8929">3547 5234 0,'0'0'0,"0"0"0,0 0 15,0 0-15,0 0 0,0 0 0,0 0 0,0 0 0,0 0 0,0-25 63,0 25-63,0 0 0,0 0 0</inkml:trace>
  <inkml:trace contextRef="#ctx0" brushRef="#br0" timeOffset="50989.9165">4564 4614 0,'0'0'0,"0"0"16,0 0 0,0 0-16,0 0 0,0-25 0,0 25 0,0 0 0,0 0 0,0 0 46,0 0-46,0 0 0,0 0 0,0 0 0,0 0 0,0 0 0,0 25 0,0-25 0,0 0 0,0 24 0,0-24 0,0 25 0,0-25 0,0 25 0,0-25 0,0 25 0,25-25 0,-25 25 0,0-25 16,0 24-16,0-24 16,0 25-16,0-25 0,0 25 0,0-25 0,0 25 0,0-25 0,0 25 15,0-25-15,0 0 0,0 25 0,0-25 0,0 24 0,0-24 0,0 0 31,0 0-31,0 25 0,0-25 0,0 0 0,0 0 0,0 25 0,0-25 0,0 0 0,0 0 16,0 0-16,0 0 0,0 0 0,0 0 0,0 0 0,0 0 0,0 0 31,0 0-31,0 0 0,-25 0 0,25 0 0,0 0 16,0-25-16</inkml:trace>
  <inkml:trace contextRef="#ctx0" brushRef="#br0" timeOffset="51330.936">4539 4614 0,'0'0'0,"0"0"0,0 0 31,0-25-31,0 25 0,0 0 0,25 0 0,-25 0 0,0 0 0,0 0 0,0 0 16,0 0-16,25-25 0,-25 25 0,0 0 0,0 0 0,0 0 0,0 0 0,25 0 0,-25 0 31,0 0-31,0 0 0,24 0 0,-24 0 0,0 0 0,25 0 0,-25 0 0,0 25 47,25-25-47,-25 0 0,0 0 0,25 25 0,-25-25 0,0 0 0,25 24 0,-25-24 0,0 25 0,24-25 0,-24 25 0,0-25 0,0 25 0,0 0 0,0-25 0,25 24 0,-25-24 0,0 25 16,0-25-16,0 25 15,0-25-15,0 25 0,0-25 0,0 25 0,0-25 0,0 25 0,0-25 0,0 24 0,0-24 16,0 25-16,-25-25 0,25 0 0,0 25 0,0-25 15,0 25-15,-24-25 16,24 0-16,0 25 0,0-25 0,-25 24 0,25-24 0,0 0 0,0 25 0,-25-25 62,25 0-62,0 0 0,-25 25 0,25-25 0,0 0 0,0 0 0,-25 0 0,25 0 0,0 0 0,-24 0 0,24 0 0</inkml:trace>
  <inkml:trace contextRef="#ctx0" brushRef="#br0" timeOffset="51426.9415">4514 4986 0,'0'0'0,"0"0"15,0 0-15,0 0 0,0 0 0,0-25 0,0 25 0,0 0 31,0 0-31,0 0 0,0 0 0,0 0 0,25 0 0,-25 0 0,0-25 0,0 25 16,25 0-16,-25 0 0,25 0 0,-25 0 0,25 0 0,-25 0 0,0 0 0,24 0 16,-24 0-16,25-25 15,-25 25-15,25 0 0,0 0 0</inkml:trace>
  <inkml:trace contextRef="#ctx0" brushRef="#br0" timeOffset="51893.9682">4911 4787 0,'0'-25'0,"0"25"0,0 0 16,0 0-16,0 0 0,0 0 0,0 0 0,0 0 0,0 0 0,0 0 16,0 0-16,0 0 15,0 0-15,0 0 0,0 25 0,0-25 0,0 0 0,0 25 0,0-25 16,0 25-16,0-25 0,25 0 0,-25 25 0,0-25 0,0 25 0,0-25 15,0 24 1,0-24-16,0 0 0,0 25 0,0-25 16,0 25-16,0-25 0,0 0 0,0 25 0,0-25 15,0 0-15,25 0 0,-25 25 0,0-25 0,0 0 0,0 0 0,0 0 0,0 24 0,0-24 0,25 0 16,-25 0-16,0 0 0,0 0 0,0 0 0,0 0 0,0 0 0,25 0 15,-25 0 1,0 0-16,0 0 0,0 0 0,0-24 0,24 24 0,-24-25 0,0 25 16,0 0-16,0-25 0,0 25 0,0-25 0,25 25 0,-25-25 0,0 25 0,0 0 15,0-24-15,0 24 16,0-25-16,0 25 0,0-25 0,0 25 0,0 0 0,0-25 0,0 25 15,0 0-15,0 0 0,25 0 0,-25 0 0,0 0 0,-25 0 0,25 0 0,0 0 32,0 0-32,0 0 0,0 0 0,0 0 0,0 0 0,25 0 0,-25 25 0,0-25 0,0 0 0,0 0 15,0 0-15,0 0 0,0 25 16,0-25-16,0 0 0,0 25 0,0-25 15,0 24-15,0-24 0,0 0 0,0 25 0,25-25 0,-25 0 0,0 25 16,0-25-16,0 0 0,0 25 0,25-25 0,-25 0 0,0 0 0,0 0 0,24 0 16,-24 0-16,0 0 15,0 0-15</inkml:trace>
  <inkml:trace contextRef="#ctx0" brushRef="#br0" timeOffset="52322.9926">5457 4837 0,'0'0'0,"0"-25"31,0 25-31,0 0 0,-25 0 0,25 0 0,0 0 0,0 0 0,0-25 0,-25 25 16,25 0-16,0 0 0,0 0 0,-24 0 0,24 0 0,0 0 0,0 0 0,0 25 16,-25-25-1,25 0-15,0 0 0,0 0 0,0 0 0,-25 25 0,25-25 0,0 0 0,0 0 16,0 25-16,-25-25 0,25 0 0,0 25 0,0-25 0,0 24 0,0-24 15,0 0-15,0 25 0,0-25 16,0 25-16,0-25 0,0 0 0,25 25 0,-25-25 0,0 25 0,0-25 16,0 0-16,0 0 0,0 24 0,0-24 0,0 0 0,0 0 0,0 0 15,0 0-15,0 0 16,0 0-16,0 0 0,0 0 0,25 0 0,-25 0 0,0 0 0,0 0 15,0-24-15,25 24 0,-25 0 0,0 0 0,0 0 0,0-25 0,24 25 16,-24 0 0,0-25-16,0 25 0,25 0 0,-25-25 0,0 25 0,0 0 0,0-25 0,0 25 15,25 0-15,-25 0 0,0 0 0,0 0 0,0 0 0,0 0 0,0 0 31,0 0-31,0 0 0,0 0 0,0 0 0,0 0 0,0 25 0,0-25 0,0 0 16,0 0-16,0 25 16,0-25-16,0 25 0,0-25 0,0 0 0,0 25 0,0-25 0,0 0 0,0 24 0,0-24 0,0 0 15,0 25-15,0-25 0,-25 0 0,25 0 0,0 25 0,0-25 0</inkml:trace>
  <inkml:trace contextRef="#ctx0" brushRef="#br0" timeOffset="52550.0055">5011 4614 0,'0'0'15,"0"0"1,0 0-16,0 0 0,0 0 0,0-25 0,24 25 0,-24 0 0,0 0 0,0 0 15,0 0-15,0 0 0,0 0 0,25 0 0,-25 0 0,0 0 0,0 0 16,25 0-16,-25 25 16,25-25-16,-25 0 0,0 0 0,25 24 0,-25-24 0,24 0 0,-24 25 15,0 0-15,0-25 0,25 25 0,-25-25 0,0 25 0,0-1 0,0 1 0,0 0 16,0 0-1,0-25-15,-25 25 0</inkml:trace>
  <inkml:trace contextRef="#ctx0" brushRef="#br0" timeOffset="52709.0148">5060 5333 0,'0'0'0,"0"0"15,0 25-15,0-25 0,0 0 16,0 0-16,0 0 0,0 0 0,0 0 0,0 0 16,0 0-16,0 0 0,0 0 0,0 0 0,0-25 0,0 25 0,0 0 0,0 0 15,0 0-15,0 0 0,25 0 0,-25 0 0,0-25 16</inkml:trace>
  <inkml:trace contextRef="#ctx0" brushRef="#br0" timeOffset="53435.0563">6176 4787 0,'0'0'0,"0"0"0,0 0 15,0 0-15,-24 0 0,24 0 0,0 0 0,0 0 0,0 0 0,0 0 0,0 25 16,0-25-16,0 0 0,0 0 0,0 25 15,0-25-15,0 0 0,0 25 0,0-25 16,0 25-16,0-25 0,0 24 0,0-24 0,0 0 0,0 25 0,0-25 0,0 25 31,0-25-31,0 0 0,0 0 0,0 25 0,0-25 0,0 0 0,0 0 0,24 0 0,-24 0 0,0 25 0,0-25 16,0 0-1,-24 0-15,24 0 0,0 0 0,0 0 0,0 0 0,0 0 0,0 0 16,0 0-16,0 0 0,0 0 0,0 0 0,0 0 0,0-25 0,0 25 0,0 0 16,0 0-16,0 0 0,0-25 0,0 25 15,24 0-15,-24-25 0,0 25 0,0 0 16,0-25-16,0 25 0,0-24 0,25-1 0,-25 25 0,0-25 0,0 25 0,0-25 15,25 25-15,-25-25 0,0 25 0,25 0 16,-25-25-16,0 25 0,0 0 0,25 0 0,-25 0 31,0 0-31,0 0 0,24 0 0,-24 0 0,0 0 0,0 25 0,0-25 0,25 0 0,-25 25 0,0-25 0,0 25 16,0-25-16,0 25 0,0-25 0,0 25 0,0-25 0,25 24 0,-25-24 15,0 0-15,0 25 16,0-25-16,0 25 0,-25-25 0,25 0 0,0 25 0,0-25 0,0 0 0,0 0 0,0 25 16,0-25-1,0 0-15,0 0 0,0 0 0,0 24 0,0-24 0,0 0 0,0 0 0,0 0 0,0-24 0,0 24 16,0 0-16,0 0 0,0 0 0,0 0 0,0-25 15,0 25-15,25 0 16,-25-25-16,0 25 0,0-25 0,0 25 0,25-25 0,-25 25 0,0-24 0,0-1 16,25 25-16,-25-25 0,0 25 0,24-25 0,-24 25 0,0 0 0,25-25 15,-25 25-15,0 0 16,25-25-16,-25 25 0,0 0 0,0 0 0,25 0 0,-25 0 0,0 0 0,0 0 15,25 0-15,-25 25 0,0-25 0,0 0 0,0 25 0,0-25 16,24 25-16,-24-25 16,0 0-16,0 25 0,0-25 0,0 25 0,0-25 0,0 24 0,0-24 0,0 0 0,0 25 15,0-25 1,0 25-16,0-25 0,0 25 0,0-25 0,0 0 0,25 0 0,-25 25 15,0-25-15,0 0 0,25 0 0,-25 0 0,25 0 0,-25 0 0,25 0 0,-25 0 16,24 0-16,-24 0 0,25 0 0</inkml:trace>
  <inkml:trace contextRef="#ctx0" brushRef="#br0" timeOffset="53869.0812">6921 4812 0,'0'0'0,"0"0"0,0-25 0,0 25 0,0 0 0,-25-25 0,25 25 0,0 0 0,0-24 0,-25 24 16,25 0-16,0-25 0,-25 25 15,25 0-15,0 0 0,-25-25 0,25 25 0,0 0 0,0 0 0,-25 0 0,25 0 16,0 25-16,0-25 0,0 0 0,-24 0 0,24 25 0,0-25 0,0 0 16,-25 24-1,25-24-15,0 25 0,0 0 0,0-25 0,0 25 0,-25-25 0,25 25 0,25 0 0,-25-25 0,0 24 16,0-24-16,0 25 0,0-25 0,0 25 15,0-25-15,0 25 0,0-25 0,0 0 0,0 25 0,0-25 16,0 0-16,25 0 16,-25 0-16,0 0 0,0 24 0,0-24 0,0 0 0,0 0 0,24 0 15,-24-24-15,0 24 0,0 0 0,0 0 0,25 0 0,-25 0 0,0-25 16,25 25-1,-25 0-15,0-25 0,0 25 0,0-25 0,25 25 0,-25 0 0,0-25 0,0 25 0,0-24 16,0 24-16,0 0 0,0-25 0,25 25 0,-25 0 0,0 0 0,0-25 31,-25 25-31,25 0 0,0 0 0,0 0 0,0 0 0,0 0 0,0 0 0,0 25 0,0-25 16,0 0-16,0 25 0,0-25 0,0 0 0,0 24 0,0-24 0,0 0 15,0 25 1,0-25-16,25 25 0,-25 0 0,0-25 0,0 25 0,0-25 0,0 24 0,0-24 31,0 25-31,0-25 0,25 25 0,-25-25 0,0 25 0,0-25 0,24 0 0,-24 0 0,0 25 0,0-25 0,25 0 0,-25 0 16,0 0-16,25-25 0,-25 25 0,0 0 0</inkml:trace>
  <inkml:trace contextRef="#ctx0" brushRef="#br0" timeOffset="54315.1067">7838 4440 0,'-25'0'0,"25"0"15,0 0-15,-24 0 0,24 0 0,0-25 0,0 25 0,-25 0 0,25 0 0,0 25 32,0-25-32,-25 0 0,25 0 0,0 0 0,0 0 0,0 25 0,0-25 0,0 0 0,0 25 0,0-25 15,0 24-15,0 1 0,0-25 0,-25 25 0,25 0 0,0 0 16,0-25-1,25 24-15,-25 1 0,0 0 0,-25 0 0,25 0 0,25-1 0,-25-24 0,0 25 16,0 0-16,0 0 0,0 0 0,0-25 0,0 25 0,0-25 0,0 24 16,0 1-16,0-25 15,0 25-15,0-25 0,0 25 0,0-25 0,0 25 0,0-25 0,0 0 0,0 24 0,0-24 16,0 0-16,0 0 0,0 0 16,-25 0-16,25 0 0,0 25 0,0-25 0,0 0 0,0 0 0,0-25 15,0 25-15,0 0 0,0 0 0,0 0 16</inkml:trace>
  <inkml:trace contextRef="#ctx0" brushRef="#br0" timeOffset="54478.116">7615 4862 0,'0'0'0,"0"0"0,0 0 0,0-25 0,0 25 16,0 0-16,0 0 0,0 0 0,0-25 0,0 25 0,0 0 15,0 0-15,25 0 0,-25 0 16,0 0-16,0-25 0,25 25 0,-25 0 0,0 0 0,24 0 0,-24 0 16,25 0-16,-25 25 0,0-25 0,0 0 0,25 0 0,-25 0 0,0 25 15,25-25-15,-25 0 16,0 25-16,0-25 0,25 25 0,-25-25 0,0 24 0,0-24 0,0 25 0</inkml:trace>
  <inkml:trace contextRef="#ctx0" brushRef="#br0" timeOffset="54744.1312">7813 5085 0,'0'0'0,"0"0"0,0-25 15,0 25-15,0 0 0,-24 0 0,24-25 0,0 25 0,0-24 0,0 24 32,0 0-32,24-25 0,-24 25 0,0-25 0,0 25 0,0 0 0,25-25 0,-25 25 0,0-25 15,0 25-15,25-24 0,-25 24 0,0 0 0,25 0 0,-25 0 0,0 0 16,0 0-1,0 0-15,25 0 0,-25 0 0,0 0 0,0 0 0,24 0 0,-24 0 16,0 0-16,0 24 0,25-24 0,-25 0 0,0 25 0,25-25 16,-25 0-16,0 25 0,0-25 0,0 0 15,25 25-15,-25-25 0,0 0 0,0 25 0,0-25 0,0 0 0,0 24 0,0-24 16,25 0-16,-25 25 0,0-25 0,0 0 0,0 25 0,0-25 15,0 0 1,0 25-16,0-25 0,0 0 0,0 0 0,0 0 0,0 0 0,25 25 0,-25-25 0,0-25 0,24 25 16</inkml:trace>
  <inkml:trace contextRef="#ctx0" brushRef="#br0" timeOffset="55242.1597">8334 4911 0,'0'-24'0,"-24"24"0,24 0 16,0-25-16,0 25 0,-25 0 0,25-25 0,0 25 0,-25 0 0,25 0 15,0-25 1,-25 25-16,25 0 0,0 0 0,-25 0 0,25 0 0,-24 0 0,24 0 0,0 0 16,0 0-16,-25 0 0,25 0 0,0 0 0,0 25 0,0-25 0,0 0 15,0 0-15,-25 25 16,25-25-16,0 25 0,0-25 0,0 0 0,0 24 0,0-24 0,0 25 15,0-25-15,0 25 0,0-25 0,0 0 0,0 25 0,0-25 0,0 0 0,0 25 32,0-25-32,0 0 0,0 24 0,0-24 0,25 0 0,-25 0 0,0 25 0,0-25 15,0 0-15,0 0 0,0 0 0,25 0 0,-25 0 0,0 0 0,24 0 0,-24 0 16,0 0-16,25 0 15,-25 0-15,0-25 0,25 25 0,-25 0 0,25-24 0,-25 24 32,0 0-32,0-25 0,25 25 0,-25 0 0,0-25 0,24 25 0,-24-25 0,0 25 0,0 0 0,0-25 0,0 25 0,0-24 15,0 24-15,0 0 0,0 0 0,0-25 0,-24 25 16,24 0-16,0 0 0,0 0 0,0 0 0,0 0 0,0 0 0,0 0 15,0 0-15,0 0 0,0 0 0,0 25 0,0-25 0,0 0 16,0 0 0,0 0-16,0 0 0,0 24 0,0-24 0,0 0 0,0 0 0,0 25 0,0-25 0,0 0 15,0 25-15,0-25 0,0 0 0,0 25 0,0-25 16,0 0-16,0 0 0,0 25 0,0-25 15,0 0-15,0 24 0,0-24 0,0 0 0,24 0 0,-24 25 0,0-25 0,0 0 16,0 0-16,25 0 16,-25 0-16,0 0 0,25 0 0,-25 0 0,0 0 0,25 0 15,-25 0-15,0-25 0,0 25 0,25 0 0,-25 0 0</inkml:trace>
  <inkml:trace contextRef="#ctx0" brushRef="#br0" timeOffset="55634.1821">8533 4762 0,'0'0'0,"0"0"16,0 25-16,0-25 0,0 0 0,0 0 0,0 25 0,0-25 0,0 0 15,0 25-15,0-25 0,0 0 16,0 25-16,0-25 0,0 0 0,0 25 0,0-25 0,0 0 0,0 24 16,0-24-16,0 25 15,0-25-15,0 0 0,0 25 0,0-25 0,0 0 0,0 0 0,0 25 16,0-25-1,25 0-15,-25 0 0,0 0 0,0 0 0,0 25 0,0-25 0,0 0 0,0 0 0,0 0 0,0 0 0,0 0 16,24-25-16,-24 25 0,0 0 0,0 0 0,0 0 0,0-25 16,0 25-16,25 0 15,-25-25-15,0 25 0,0 0 0,25-25 0,-25 25 0,0-24 0,25 24 0,-25 0 16,25-25-16,-25 25 0,0 0 0,0-25 0,24 25 0,-24 0 0,0 0 15,0 0-15,25 0 16,-25 0-16,0 0 0,0 0 0,0 0 0,0 0 0,25 0 0,-25 0 16,0 0-16,0 0 0,0 25 0,0-25 0,0 0 0,25 0 0,-25 25 0,0-25 31,0 0-31,0 24 0,0-24 0,0 0 0,0 25 0,0-25 15,25 0-15,-25 0 0,0 25 0,0-25 0,0 0 0,0 0 0,0 25 16,0-25-16,0 0 0,0 0 0,0 0 0,0 0 0,0 0 47,0 0-47,0 0 0,0 0 0,0 0 0</inkml:trace>
  <inkml:trace contextRef="#ctx0" brushRef="#br0" timeOffset="55879.196">8161 4614 0,'0'0'16,"0"0"-16,0-25 15,0 25-15,0 0 0,0 0 0,0-25 0,0 25 0,0 0 0,0 0 16,0-25-16,0 25 0,25 0 0,-25 0 0,0 0 0,24 0 0,-24-25 15,25 25-15,-25 0 16,25 0-16,-25 0 0,25 0 0,0 0 0,-25 0 0,24 0 0,-24 0 16,25 0-16,-25 25 0,0-25 0,25 0 0,-25 25 0,0-25 0,0 25 0,25-25 31,-25 25-31,0-1 0,0 1 0,0 0 0,0-25 0,0 25 0,25 0 0,-25-1 0,-25 1 15</inkml:trace>
  <inkml:trace contextRef="#ctx0" brushRef="#br0" timeOffset="56029.2047">8334 5457 0,'0'0'0,"0"0"0,0 0 16,0 0-16,0 0 0,0 0 0,0 0 0,0 0 16,0 0-16,0 0 15,0 0-15,0 0 0,0 0 0,0 0 0,0 0 0,0-25 0,0 25 0,25 0 0,-25 0 16,0 0-16,0-25 0,0 25 0,0 0 0,0 0 15,0-24-15</inkml:trace>
  <inkml:trace contextRef="#ctx0" brushRef="#br0" timeOffset="57009.2608">9376 4465 0,'0'0'0,"0"0"0,0 0 16,0 0-16,0 0 0,0-25 0,0 25 0,0 0 0,0 0 16,0 0-16,0 0 0,0 0 15,0 0-15,0 25 0,0-25 0,0 0 0,0 25 0,0-25 0,0 24 16,0-24-16,0 25 0,0 0 0,0-25 0,0 25 0,0 0 0,0-1 15,0 1 1,25 0-16,-25 0 0,0-25 0,0 25 0,0-1 0,0 1 0,0 0 0,0-25 0,0 25 16,0 0-16,0-25 0,0 25 0,0-1 0,0 1 0,0-25 15,0 25 1,0-25-16,0 25 0,0-25 0,0 0 0,0 25 0,0-25 0,0 0 0,0 24 15,0-24-15,0 0 0,0 0 0,0 0 0,0 0 0,0 0 0,0 0 16,0 0-16,0 0 16,0 0-16,0-24 0,0 24 0,25 0 0,-25 0 0,0 0 0,0-25 0,0 25 0,0 0 15,25-25-15,-25 25 0,0-25 0,0 25 0,0-25 16,24 25-16,-24-24 0,0 24 15,0-25-15,25 25 0,-25 0 0,0 0 0,25-25 0,-25 25 0,25 0 0,-25 0 16,0-25 0,25 25-16,-25 0 0,24 0 0,-24 0 0,0 0 0,0 0 0,0 0 15,25 0-15,-25 25 0,0-25 0,0 0 0,0 0 0,0 0 0,0 25 0,0-25 31,25 0-31,-25 25 0,0-25 0,0 0 0,0 0 0,0 24 0,0-24 0,0 0 0,25 25 0,-25-25 0,0 0 16,0 25-16,0-25 16,0 0-16,0 25 0,0-25 0,0 0 0,25 25 0,-25-25 15,0 0-15,0 24 0,0-24 0,24 0 0,-24 0 0,0 25 0,0-25 0,0 0 16,25 0-16,-25 0 0,0 0 15,0 0-15,25 0 0,-25 0 0,0 0 0,0 0 0,25 0 16,-25 0-16,0 0 0,0 0 0,25 0 0,-25 0 0,0-25 0,0 25 0,0 0 16,0 0-16,24-24 15,-24 24-15,0 0 0,25-25 0,-25 25 0,0-25 0,25 25 16,-25-25-16,0 25 0,0 0 0,25-25 0,-25 25 0,0-24 0,0 24 0,0-25 15,0 25-15,0 0 0,0-25 16,0 25-16,-25 0 0,25 0 0,0-25 0,0 25 0,0 0 16,0 0-16,0 0 0,0 0 0,0 0 0,0 0 0,0 0 0,0 0 15,0 0 1,0 25-16,0-25 0,0 0 0,0 0 0,-25 0 0,25 25 0,0-25 0,0 0 15,0 0-15,0 25 0,0-25 0,-25 0 0,25 24 0,0-24 0,0 25 0,0-25 16,0 0 0,0 25-16,25-25 0,-25 25 0,0-25 0,0 25 0,0-25 0,0 0 15,25 24-15,-25-24 0,0 0 0,0 25 0,0-25 0,0 0 0,0 0 0,25 0 16,-25 25 15,0-25-31,0 0 0,25 0 0,-25 0 0,0 0 0,24 0 0,-24 0 0,0 0 0,25 0 0,-25 0 0,25 0 0,-25-25 0,0 25 0,25 0 0,-25-25 31,0 25-31,25 0 0,-25-24 0,0 24 0,0-25 0</inkml:trace>
  <inkml:trace contextRef="#ctx0" brushRef="#br0" timeOffset="57209.2722">9947 4614 0,'0'0'0,"0"0"16,0 0-16,0 0 0,0 0 0,24-25 0,-24 25 0,0 0 0,0 0 16,25 0-16,-25 0 0,0 0 0,25 0 0,-25 0 0,25 0 0,-25 0 15,0 0-15,25 0 0,-25 25 16,25-25-16,-25 0 0,0 24 0,24-24 0,-24 25 0,0-25 0,0 25 15,25-25-15,-25 25 16,0 0-16</inkml:trace>
  <inkml:trace contextRef="#ctx0" brushRef="#br0" timeOffset="57397.283">10046 5457 0,'0'0'0,"0"0"15,0 0-15,0 0 0,0 0 0,0 0 0,0 0 0,0 0 0,0 0 16,0 0-1,0 0-15,0 0 0,0 0 0,0 0 0,0 0 0,0 0 0,0 0 0,0 0 16,0 0-16,0 0 0,0-25 0,25 25 0,-25 0 0,0 0 0,0 0 0</inkml:trace>
  <inkml:trace contextRef="#ctx0" brushRef="#br0" timeOffset="57843.3085">10790 4837 0,'0'0'16,"0"-25"-16,0 25 0,0 0 0,-25 0 15,25 0-15,0 0 0,0 0 0,0-25 0,-25 25 0,25 0 0,0 0 16,0 0-16,0 0 0,0 0 0,0 0 0,0 0 16,-24 0-16,24 0 0,0 0 0,0 0 15,0 0-15,24 25 0,-24-25 0,0 0 0,0 0 0,0 25 0,0-25 0,25 25 16,-25-25-16,0 25 0,0-25 0,25 24 0,-25-24 0,0 25 15,25-25-15,-25 25 16,0-25-16,25 25 0,-25-25 0,0 25 0,24-25 0,-24 24 0,0-24 0,0 0 16,0 25-16,25-25 0,-25 0 0,0 25 0,0-25 0,0 0 15,0 0-15,0 25 0,0-25 16,0 0-16,0 0 0,0 25 0,0-25 0,0 0 0,0 0 0,0 0 15,0 0-15,0 0 0,-25 0 0,25 0 0,0 0 16,-24 0-16,24 0 16,0 0-16,-25 0 0,25 0 0,0 0 0,0 0 0,-25 0 0,25 0 0,0 0 15,0 0-15,0 0 0,0 0 0,0 0 0,0 0 0,0 0 0,0-25 16,0 25-16,25 0 15,-25 0-15,0 0 0,0-25 0,25 25 0,-25 0 0,24-25 0</inkml:trace>
  <inkml:trace contextRef="#ctx0" brushRef="#br0" timeOffset="58176.3275">11137 4911 0,'0'-24'0,"0"24"0,0 0 15,0-25-15,0 25 0,0 0 0,0 0 0,0-25 0,0 25 0,0 0 0,0 0 16,-25 0-16,25 0 15,0 0-15,0 0 0,0 0 0,0 0 0,-24 0 0,24 0 0,0 0 16,0 0-16,0 0 0,0 0 0,-25 0 0,25 25 0,0-25 0,0 0 0,0 0 16,0 25-16,-25-25 0,25 0 15,0 24-15,0-24 0,0 0 0,0 25 0,0-25 16,0 25-16,0-25 0,0 25 0,25-25 0,-25 25 0,0-25 0,0 24 0,0-24 62,0 25-62,0-25 0,0 0 0,25 25 0,-25-25 0,0 0 0,0 25 0,0-25 0,0 0 0,0 0 0,24 25 0,-24-25 0,0 0 0,0 0 0,0 0 0,0 0 0,0 0 0,25-25 0,-25 25 0,0 0 0,0 0 0,0 0 16,25-25-1,-25 25-15,0 0 0,0-25 0,0 25 0,0-25 0,0 25 0,0-24 0,0 24 16,0 0-16,0-25 0,0 25 0,0-25 0,0 25 0,0-25 0,0 25 16,-25-25-16,25 25 0,0-24 15</inkml:trace>
  <inkml:trace contextRef="#ctx0" brushRef="#br0" timeOffset="58334.3366">11038 4688 0,'-25'0'0,"25"0"16,0-25-16,0 25 0,0 0 0,25-25 0,-25 25 0,0 0 15,0 0-15,0-24 0,25 24 0,-25 0 0,0 0 0,25 0 0,-25 0 16,0 0-16,24 0 0,-24 0 0,25 0 0,-25 0 0,0 0 0,25 0 15,-25 0 1,25 0-16,-25 24 0,0-24 0,25 0 0,-25 0 0,0 25 0,0-25 0,0 0 0,25 0 16,-25 25-16,0-25 0,0 0 0,24 0 0,-24 0 0</inkml:trace>
  <inkml:trace contextRef="#ctx0" brushRef="#br0" timeOffset="58511.3467">11410 4465 0,'0'0'0,"0"0"0,0 0 16,0 0-16,-25 0 0,25 0 0,0 0 0,0 0 0,0 0 0,0 0 31,0 25-31,0-25 0,-24 0 0,24 24 0,0-24 0,0 25 0,0 0 0,0-25 16,0 25-16,0 0 0,-25-25 0,25 24 0,0 1 0,0 0 0,0-25 0,0 25 15,0 0 1,0-25-16,0 24 0,0-24 0,0 25 0</inkml:trace>
  <inkml:trace contextRef="#ctx0" brushRef="#br0" timeOffset="58938.3711">12229 4762 0,'-25'0'0,"25"0"16,0 0-16,0 0 0,0 0 0,0 0 0,0 0 0,0 0 0,-25 0 0,25 0 16,0 0-16,0 25 0,0-25 0,0 0 0,0 25 0,0-25 15,0 0-15,0 25 0,25-25 16,-25 25-16,0-25 0,0 25 0,0-25 0,0 0 0,25 24 0,-25-24 15,0 25-15,0-25 0,0 0 0,25 25 0,-25-25 0,0 0 0,0 25 16,0-25 0,0 0-16,0 0 0,24 0 0,-24 0 0,0 0 0,0 0 0,0 0 0,25 0 0,-25 0 15,0 0-15,0 0 0,0 0 0,25 0 0,-25-25 0,0 25 16,0 0-1,25-25-15,-25 25 0,0 0 0,25-25 0,-25 25 0,0-24 0,0 24 0,0-25 0,24 25 0,-24-25 16,0 0-16,0 25 16,0-25-16,25 0 0,-25 25 0,0-24 0,0 24 0,0 0 0,0-25 15,25 25-15,-25 0 0,0 0 0,0 0 0,0 0 0,0 0 0,0 0 47,0 0-47,0 25 0,0-25 0,0 0 0,25 0 0,-25 24 0,0-24 0,0 0 0,0 25 0,0-25 0,0 0 0</inkml:trace>
  <inkml:trace contextRef="#ctx0" brushRef="#br0" timeOffset="59323.393">12576 4986 0,'0'0'0,"0"0"31,0 0-31,0 0 0,0 0 0,0 0 0,0-25 0,25 25 0,-25 0 0,0 0 0,0 0 16,25-25-16,-25 25 0,0 0 0,24-25 0,-24 25 0,25 0 0,-25 0 31,0-24-31,25 24 0,-25 0 0,0 0 0,25-25 0,-25 25 0,25 0 0,-25-25 0,0 25 16,24 0-16,-24 0 0,0-25 0,0 25 0,0 0 0,25 0 0,-25-25 15,0 25 1,0 0-16,-25 0 0,25-25 0,0 25 0,0 0 0,0 0 0,0-24 0,-24 24 15,24 0-15,0 0 0,0 0 0,-25-25 16,25 25-16,0 0 0,0 0 0,0 0 0,-25 0 0,25 0 0,0 0 16,0 0-16,0 0 0,0 0 0,0 0 0,-25 25 0,25-25 0,0 0 15,0 24-15,0-24 0,-25 25 0,25-25 0,0 25 0,0-25 16,0 25-1,0-25-15,0 25 0,25-25 0,-25 25 0,0-25 0,0 24 0,0-24 0,0 25 16,0-25-16,0 25 0,0-25 0,25 25 0,-25-25 16,0 0-16,0 25 0,0-25 0,25 0 15,-25 0-15,0 24 0,0-24 0,0 0 0,25 0 0,-25 0 0,0 0 0,0 0 16,0 0-16,24 0 0,-24 0 0,0-24 0,25 24 0,-25 0 15,0 0-15,0-25 16,25 25-16,-25 0 0</inkml:trace>
  <inkml:trace contextRef="#ctx0" brushRef="#br0" timeOffset="59524.4046">12675 4564 0,'-25'0'16,"25"0"-1,0-25-15,-24 25 0,24 0 0,0 0 0,0-25 0,0 25 0,0 0 0,0-24 16,0 24-16,0 0 0,0 0 0,0-25 0,0 25 0,0 0 0,0 0 15,0 0-15,24-25 16,-24 25-16,0 0 0,25 0 0,-25 25 0,0-25 0,25 0 0,-25 0 0,0 25 0,0-25 16,25 24-16,-25-24 15,0 0-15,0 25 0,25-25 0,-25 25 0,0-25 0,0 25 16,24-25-16,-24 0 0,0 0 0</inkml:trace>
  <inkml:trace contextRef="#ctx0" brushRef="#br0" timeOffset="59711.4153">12874 4366 0,'0'0'0,"0"0"16,0 0-16,0 0 0,24 0 0,-24 0 0,0 0 0,0 0 16,25 0-16,-25 0 15,25 0-15,-25 0 0,25 0 0,0 0 0,-25 0 0,24 0 0,1 0 0,0 0 0,-25 0 16,25 0-16,0 0 0,-1 0 0,-24 0 15,25 0-15,0 0 0</inkml:trace>
  <inkml:trace contextRef="#ctx0" brushRef="#br0" timeOffset="60450.4576">14114 4787 0,'-25'0'15,"25"0"-15,0 0 0,0 0 0,-25 0 0,25 0 0,0 0 0,0 0 16,0 0-16,0 0 0,0 0 16,0 25-16,0-25 0,0 0 0,0 0 0,0 25 0,0-25 0,0 25 0,0-25 15,0 25-15,0-25 0,0 24 0,0-24 0,0 25 0,0 0 16,0-25-1,0 25-15,0-25 0,0 25 0,0-25 0,0 24 0,0-24 0,0 25 0,0-25 16,0 0-16,0 25 0,0-25 0,-25 0 0,25 0 0,0 25 0,0-25 0,0 0 16,0 0-1,0 0-15,0 0 0,25 0 0,-25 0 0,0 0 0,0-25 0,0 25 0,0 0 31,0 0-31,0 0 0,0-25 0,0 25 16,0 0-16,0-25 0,0 25 0,0-24 0,25 24 0,-25-25 0,0 0 0,0 25 0,25-25 0,-25 25 0,0-25 0,25 25 0,-25 0 16,0-24-16,24 24 15,-24-25-15,25 25 0,-25 0 0,0 0 0,25 0 0,-25-25 0,0 25 16,25 0-16,-25 0 0,0 0 0,0 25 0,25-25 0,-25 0 0,0 0 15,0 0-15,0 0 16,24 0-16,-24 25 0,0-25 0,0 0 0,0 24 0,0-24 0,0 0 0,0 25 16,0-25-16,0 25 0,-24-25 0,24 0 0,24 0 0,-24 25 15,0-25-15,0 0 16,0 25-16,0-25 0,0 0 0,0 0 0,0 24 0,0-24 0,0 0 0,-24 0 0,24 0 15,0 0-15,0 0 16,0 0-16,0 0 0,0 0 0,0 0 0,0 0 0,0 0 0,0-24 0,24 24 16,-24 0-16,0-25 0,0 25 0,0 0 0,25-25 0,-25 25 15,0-25-15,25 25 0,-25 0 0,0-25 16,25 25-16,-25-24 0,0 24 0,25-25 0,-25 25 0,25 0 0,-25-25 0,0 25 15,24 0-15,-24 0 16,0 0-16,25 0 0,-25 0 0,0 0 0,25 0 16,-25 0-16,0 0 0,0 0 0,25 0 0,-25 25 0,0-25 0,0 0 0,0 25 0,0-25 15,0 0-15,0 24 16,0-24-16,0 0 0,0 25 0,0-25 0,0 0 0,0 25 15,0-25-15,0 0 0,0 25 0,0-25 0,0 0 0,0 25 0,0-25 0,0 0 16,25 24-16,-25-24 16,0 0-16,0 0 0,24 0 0,-24 0 0,25 0 0,-25 0 0,25 0 0,-25 0 15,25 0-15,0 0 0,-25 0 0,24 0 0</inkml:trace>
  <inkml:trace contextRef="#ctx0" brushRef="#br0" timeOffset="60869.4816">14908 4936 0,'0'0'0,"0"0"0,0 0 15,0-25-15,-25 25 0,25 0 0,0-24 0,0 24 16,0 0-16,0-25 15,0 25-15,-25-25 0,25 25 0,0 0 0,0 0 0,0-25 0,-25 25 0,25 0 16,0 0-16,0 0 0,-25 0 0,25 0 0,0 0 0,0 0 0,-24 0 16,24 0-16,0 25 15,0-25-15,-25 0 0,25 25 0,0-25 0,0 0 0,0 25 0,0-25 0,-25 24 16,25-24-16,0 0 0,0 25 0,0-25 0,0 25 0,0-25 15,0 25 1,0-25-16,0 0 0,0 25 0,25-25 0,-25 24 0,0-24 0,0 0 0,0 25 0,0-25 0,0 25 16,0-25-1,0 0-15,25 0 0,-25 25 0,0-25 0,0 0 0,0 0 0,0 0 0,24 0 16,-24-25-1,0 25-15,0 0 0,25 0 0,-25-25 0,0 25 0,25 0 0,-25-25 0,0 25 0,25 0 0,-25-24 16,0 24-16,0-25 0,25 25 0,-25-25 0,0 25 0,0 0 0,0-25 16,0 25-1,0 0-15,0-25 0,0 25 0,0 0 0,0 0 0,0 0 0,0 0 0,0 0 16,0 0-16,0 0 0,0 0 0,0 0 0,0 0 0,0 25 0,0-25 15,0 0 1,0 25-16,0-25 0,0 25 0,0-25 0,0 25 0,0-25 0,0 24 0,0-24 16,0 0-16,0 25 0,0-25 0,0 25 0,24-25 0,-24 0 0,0 0 0,0 25 15,25-25 1,-25 0-16,25 0 0,-25 0 0,25 0 0,-25 0 0,25 0 0,-25 0 0,24 0 15</inkml:trace>
  <inkml:trace contextRef="#ctx0" brushRef="#br0" timeOffset="61365.5099">15801 4390 0,'0'0'0,"0"0"0,0 0 16,0 0-16,0 25 0,0-25 0,0 0 0,0 0 0,0 25 16,0-25-16,0 25 0,0-25 0,-25 25 0,25-25 15,0 24-15,0 1 0,0-25 0,0 25 0,0 0 0,0 0 16,0-1-16,0 1 0,0-25 0,0 25 0,0 0 15,0 0-15,-25-1 0,25 1 0,0-25 0,0 25 16,0 0-16,0-25 0,0 25 0,0-25 16,0 25-16,0-1 0,0-24 0,0 25 0,0-25 0,0 25 0,0-25 0,0 25 31,0-25-31,0 0 0,0 25 0,0-25 0,0 0 0,0 0 0,0 24 0,0-24 0,0 0 15,0 0-15,0 0 16,-25 0-16,25 0 0,0 0 0,0-24 0</inkml:trace>
  <inkml:trace contextRef="#ctx0" brushRef="#br0" timeOffset="61640.5255">15652 4837 0,'0'-25'0,"25"25"32,-25 0-32,0 0 0,0 0 0,0 0 0,0-25 0,24 25 0,-24 0 0,0 0 0,25 0 0,-25 0 15,25 0-15,-25 0 0,25-25 0,-25 25 0,25 0 0,-25 25 0,24-25 16,1 0-1,-25 0-15,25 0 0,-25 25 0,25-25 0,-25 25 0,25-25 0,-25 25 141</inkml:trace>
  <inkml:trace contextRef="#ctx0" brushRef="#br0" timeOffset="61816.5356">15999 5035 0,'-25'0'15,"25"0"-15,0 0 0,0 0 0,0 0 0,0-24 0,0 24 0,0 0 0,0 0 0,0-25 0,0 25 0,0 0 0,0-25 0,0 25 0,0-25 0,25 25 0,-25-25 0,0 25 0,25-24 0,-25 24 0,0-25 0,0 25 0,25 0 16,-25-25-16,0 25 0,0 0 0,24 0 0,-24 0 0,0 0 0,0 0 0,0 0 0,25 0 0,-25 0 0,0 0 0,0 0 0,0 25 0,0-25 16,0 0-16,25 0 0,-25 25 0,0-25 0,0 0 15,0 0-15,0 24 0,0-24 0,0 0 0,0 25 0,0-25 16,0 0-16,0 25 15,0-25-15,0 0 0,0 25 0,0-25 0,25 25 0,-25-25 0,0 0 16,0 24-16,0 1 0,0-25 0,25 25 0,-25 0 0,0-25 0,0 25 78,24-25-78,-24 24 0,25-24 0,-25 0 0,25 0 0,-25 0 0,25 25 0</inkml:trace>
  <inkml:trace contextRef="#ctx0" brushRef="#br0" timeOffset="62319.5645">16570 4986 0,'0'-25'0,"0"25"0,0-25 0,0 25 31,-25-25-31,25 25 0,0-24 0,0 24 0,0 0 0,-25-25 0,25 25 0,0 0 16,0-25-16,-25 25 0,25 0 0,0 0 0,0 0 0,0-25 0,-25 25 15,25 0-15,0 0 0,0 0 16,0 0-16,-24 0 0,24 0 0,0 0 0,0 0 0,-25 25 15,25-25-15,0 0 16,0 0-16,0 0 0,-25 0 0,25 25 0,0-25 0,0 0 0,0 25 0,-25-25 0,25 0 16,0 24-16,0-24 0,0 0 0,0 25 0,0-25 0,0 25 0,0-25 15,0 25-15,0-25 0,0 25 0,0-25 0,0 24 0,0-24 16,0 25-16,0-25 0,0 0 15,0 25 1,0-25-16,0 0 0,0 25 0,0-25 0,25 0 0,-25 25 0,0-25 0,0 0 0,0 0 16,0 0-16,25 0 0,-25 0 0,0 0 0,0 0 0,25 0 0,-25 0 0,24 0 0,-24-25 31,0 25-31,25 0 0,-25 0 0,0-25 0,25 25 0,-25-25 0,0 25 0,0 0 15,25-25-15,-25 25 0,0-24 0,0 24 0,0-25 16,0 25-16,0 0 0,0-25 0,0 25 0,0-25 0,0 25 16,0 0-16,25-25 0,-25 25 0,0 0 15,0 0-15,0-24 0,0 24 0,0 0 0,0 0 0,0 0 0,0 0 0,0 0 16,0 0-16,0 0 0,0 0 0,0 0 0,0 0 0,0 0 0,0 0 15,0 0 1,0 24-16,0-24 0,0 0 0,0 0 16,0 25-16,0-25 0,0 0 0,0 25 0,0-25 0,0 0 15,0 25-15,0-25 0,0 25 0,0-25 0,0 0 0,24 24 0,-24-24 0,0 0 16,0 25-16,0-25 0,0 25 0,0-25 0,0 0 15,0 25-15,25-25 0,-25 0 0,0 0 0,0 0 0,0 0 16,25 0-16,-25 0 0,0 0 0,25 0 0,-25 0 0,0 0 0,25 0 16,-25 0-16,24-25 0,-24 25 15,0 0-15</inkml:trace>
  <inkml:trace contextRef="#ctx0" brushRef="#br0" timeOffset="62725.5877">16793 4837 0,'0'0'0,"0"25"16,0-25-16,-25 0 0,25 0 0,0 0 0,0 25 0,0-25 0,0 0 0,0 0 15,0 24 1,0-24-16,0 0 0,0 25 0,0-25 0,0 0 0,0 25 0,0-25 0,25 25 16,-25-25-16,0 0 0,0 25 0,0-25 0,0 0 0,0 24 0,0-24 15,0 0 1,0 25-16,0-25 0,0 0 0,0 0 0,0 0 0,0 0 0,0 0 0,0 25 15,0-25-15,0-25 0,0 25 0,0 0 0,0 0 0,0 0 0,0 0 0,25 0 16,-25-25-16,0 25 16,0 0-16,0-24 0,0 24 0,0 0 0,24-25 0,-24 25 0,0 0 0,0-25 0,0 25 15,25 0-15,-25-25 16,0 25-16,25 0 0,-25-25 0,25 25 0,-25-24 0,0 24 0,25 0 0,-25 0 31,0 0-31,24-25 0,-24 25 0,0 25 0,0-25 0,0 0 0,0 0 0,0 0 0,0 24 0,25-24 0,-25 0 16,0 0-16,0 25 0,0-25 0,-25 0 0,25 25 0,0-25 15,0 0-15,0 25 16,0-25-16,0 25 0,0-25 0,0 0 0,0 24 0,0-24 0,0 0 0,25 25 62,-25-25-62,0 0 0,0 0 0,0 25 0,0-25 0,0 0 0,0 0 0,0 0 16,0 25-16,0-25 0,25 0 0,-25 0 0,0 0 0,0 0 0,0 0 0,0 0 0,25-25 0,-25 25 0</inkml:trace>
  <inkml:trace contextRef="#ctx0" brushRef="#br0" timeOffset="63011.6041">16594 4614 0,'0'0'0,"0"0"16,0-25-1,0 25-15,0 0 0,0 0 0,0-25 0,0 25 0,0 0 0,0 0 16,25 0-16,-25 0 0,0 0 0,0-25 0,0 25 0,25 0 16,-25 0-16,0 0 0,25 0 0,-25 0 15,0 0-15,0 0 0,25 0 0,-25 0 0,0 0 0,24 0 0,-24 0 0,0 0 16,0 25-16,25-25 0,-25 0 0,0 0 0,25 25 0,-25-25 15,0 25-15,25-25 16,-25 24-16,0-24 0,0 25 0,0-25 0,25 25 0,-25-25 0,0 25 0,0 0 0,0-25 16,0 24-16,0 1 0</inkml:trace>
  <inkml:trace contextRef="#ctx0" brushRef="#br0" timeOffset="63233.6168">16644 5507 0,'0'0'0,"0"0"0,0 0 16,0 0-16,0 0 0,0 0 0,0 0 0,0 0 0,0 0 16,0 0-1,0 0-15,0 0 0,0 0 0,0 0 0,0 0 0,0 0 0,0 0 0,0 0 0,0 0 16,0 0-16,0 0 0,0 0 0,0 0 0,0-25 0,0 25 15,0 0-15,0 0 0</inkml:trace>
  <inkml:trace contextRef="#ctx0" brushRef="#br0" timeOffset="64115.6672">18182 4440 0,'0'0'0,"0"0"15,-25 0-15,25 0 0,0 0 0,0 0 0,0 0 0,0 0 0,0 0 16,0 0-1,0 0-15,0 0 0,0 0 0,0 25 0,0-25 0,0 0 0,0 0 0,0 0 16,0 0-16,0 0 0,0 0 0,0 25 0,0-25 0,0 0 0,0 24 16,0-24-16,0 25 0,-25-25 0,25 25 0,0 0 15,0-25-15,0 25 0,0-1 16,0 1-16,0-25 0,0 25 0,0 0 0,0 0 0,0-25 0,0 24 0,0 1 15,0 0-15,0-25 0,0 25 16,0 0-16,0 0 0,0-25 0,0 24 0,0 1 0,0-25 62,0 25-62,0-25 0,0 25 0,0-25 0,0 0 0,0 0 0,0 25 0,0-25 0,0 0 0,0 0 0,0 0 0,0 0 16,0 0-16,0 0 0,0 0 0,0 0 0,0 0 0,0 0 0,0 0 0,0 0 0,0 0 0,0 0 0,0-25 0,0 25 0,0 0 0,25-25 0,-25 25 0,0 0 0,0-25 0,0 25 16,0 0-16,25-25 0,-25 25 0,0-24 0,0 24 15,0 0-15,25 0 16,-25-25 15,0 25-31,24 0 0,-24 0 0,0 0 0,0 0 0,25 0 0,-25 0 0,0 0 16,25 0-16,-25 0 0,0 0 0,0 0 0,25 0 0,-25 0 0,0 0 0,0 25 0,25-25 15,-25 0-15,0 0 0,0 24 0,24-24 0,-24 25 0,0-25 0,0 0 0,0 25 0,0-25 0,0 25 0,0-25 0,25 25 16,-25-25-16,0 24 0,0-24 0,0 0 0,-25 25 0,25-25 0,0 0 31,0 0-31,0 25 0,0-25 0,0 0 0,-24 0 0,24 0 0,0 0 0,0 0 0,0 0 16,-25 0-16,25 0 0,0 0 0,0 0 0,-25 0 0,25 0 0,0 0 15,0 0 1,-25-25-16,25 25 0,0 0 0,0 0 0,0 0 0,0 0 0,-25 0 15,25-25-15,0 25 0,0 0 0,0 0 0,0 0 0,0 0 0,0 0 0,0 0 16,0 0-16,0 0 16,0 0-16,25 0 0,-25 0 0,0 0 0,0 0 0,25 0 0,-25 25 0</inkml:trace>
  <inkml:trace contextRef="#ctx0" brushRef="#br0" timeOffset="64661.6985">18703 4887 0,'0'0'0,"-25"-25"16,25 25-16,0-25 0,0 25 0,0 0 0,0-25 0,0 25 0,0 0 0,0 0 0,0 0 15,0-25-15,-25 25 0,25 0 0,0 0 16,0 0-16,0 0 0,0 0 15,0 0-15,-25 0 0,25 0 0,0 0 0,0 0 0,0 0 0,0 0 0,0 0 0,-24 25 16,24-25-16,0 0 0,0 0 0,0 0 0,-25 25 16,25-25-16,0 0 15,0 25-15,-25-25 0,25 0 0,0 0 0,0 25 0,-25-25 0,25 0 0,0 0 0,0 24 16,0-24-16,0 0 0,0 25 15,0-25-15,0 0 0,-25 25 0,25-25 0,0 25 0,0-25 0,0 0 0,25 0 16,-25 25-16,0-25 0,0 0 0,0 24 0,0-24 0,0 0 16,0 0-1,0 0-15,25 0 0,-25 0 0,0 0 0,0 0 0,25 0 0,-25 0 0,0 0 16,0 0-16,25 0 0,-25 0 0,0-24 0,0 24 0,24 0 0,-24 0 15,0 0-15,25-25 0,-25 25 16,0 0-16,0 0 0,25-25 0,-25 25 0,0-25 0,0 25 0,25 0 0,-25-25 16,0 25-1,0-24-15,0 24 0,0 0 0,0 0 0,0-25 0,0 25 0,0 0 0,0 0 0,0 0 0,0 0 16,0 0-16,0 0 0,0 0 0,0 0 0,0 0 15,0 0 1,0 25-16,0-25 0,0 0 0,0 0 0,0 0 0,0 24 0,0-24 0,0 0 16,0 0-16,0 25 0,0-25 0,0 0 0,0 25 0,0-25 0,0 0 15,0 25-15,0-25 0,0 0 16,0 0-16,0 25 0,0-25 0,0 0 0,0 24 0,25-24 0,-25 0 15,0 25-15,0-25 0,0 0 0,0 25 0,0-25 0,0 0 16,0 0 0,24 0-16,-24 25 0,0-25 0,0 0 0,25 0 0,-25 0 0,0 0 0,25-25 0,-25 25 15</inkml:trace>
  <inkml:trace contextRef="#ctx0" brushRef="#br0" timeOffset="64978.7166">19075 4837 0,'0'0'16,"0"-25"-16,0 25 0,0 0 16,-25 0-16,25 0 0,0 0 0,0 0 0,0-25 0,0 25 0,0 0 0,-25 0 15,25 0-15,0 0 0,0 25 0,0-25 0,0 0 0,0 0 16,0 0-16,0 0 15,-25 0-15,25 0 0,0 0 0,0 25 0,0-25 0,0 0 0,0 0 16,-24 25-16,24-25 0,0 0 0,0 25 0,0-25 0,0 24 0,0-24 16,0 25-16,0-25 46,0 25-30,0-25-16,0 25 0,0-25 0,0 25 0,0-25 0,0 0 0,24 24 0,-24-24 0,0 0 0,0 25 0,0-25 0,25 0 0,-25 0 0,0 0 0,0 0 0,25 0 0,-25 0 0,0 0 0,0 0 0,25 0 0,-25 0 0,0 0 0,25 0 0,-25 0 16,0-25-1,0 25-15,24 0 0,-24-24 0,0 24 0,0 0 0,0-25 0,0 25 16</inkml:trace>
  <inkml:trace contextRef="#ctx0" brushRef="#br0" timeOffset="65266.7329">18728 4514 0,'0'-24'0,"24"24"16,-24 0-1,0 0-15,0 0 0,0-25 0,0 25 0,0 0 0,25 0 0,-25 0 16,0 0-16,25-25 0,-25 25 0,0 0 0,25 0 0,-25 0 0,0 0 0,25 0 16,-25 0-1,0 0-15,0 0 0,24 0 0,-24 0 0,0 0 0,25 0 16,-25 0-16,0 0 0,0 25 0,25-25 0,-25 0 0,0 0 0,25 25 0,-25-25 0,0 24 0,0-24 15,0 25 1,25-25-16,-25 25 0,0-25 0,0 25 0,0 0 0,0-1 16,0 1-16</inkml:trace>
  <inkml:trace contextRef="#ctx0" brushRef="#br0" timeOffset="65444.7433">18802 5457 0,'0'0'0,"0"0"0,0 0 15,0 0-15,0 0 0,0 0 0,0 0 0,0 0 0,0 0 0,0 0 16,0 0 0,0 0-16,0 0 0,0 0 0,0 0 0,0-25 0,0 25 0,0 0 0,0 0 0,25 0 15,-25-25-15,0 25 0,0 0 0</inkml:trace>
  <inkml:trace contextRef="#ctx0" brushRef="#br0" timeOffset="65986.7743">20092 4638 0,'0'0'0,"0"-24"15,0 24-15,0-25 0,0 25 0,0 0 0,0-25 0,0 25 16,0 0-16,0 0 15,0 0-15,0 0 0,0 0 0,0-25 0,0 25 0,0 0 0,0 0 0,0 0 16,0 0-16,0 0 0,0 0 0,0 0 0,0 0 0,0 0 0,0 0 16,0 0-1,0 0-15,0 25 0,0-25 0,0 0 0,0 25 0,0-25 0,0 25 0,-25-1 0,25-24 16,0 25-16,0 0 0,0 0 0,0-25 0,0 25 0,0-1 15,0 1 1,0 0-16,0-25 0,0 25 0,-25 0 0,25-25 0,0 25 0,0-1 16,0-24-16,0 25 0,0 0 0,0-25 0,0 25 0,0 0 0,0-25 0,0 24 31,0-24-31,0 25 0,0-25 0,-25 25 0,25-25 0,0 25 0,0-25 0,0 0 0,0 25 15,0-25-15,0 0 0,0 0 0,0 0 0,0 0 0,0 0 0,0 0 16,0 0-16,0 0 0,0 0 0,0 0 0,0 0 0,0 0 16,-24 0-16,24-25 15,0 25-15,0 0 0</inkml:trace>
  <inkml:trace contextRef="#ctx0" brushRef="#br0" timeOffset="66138.783">19943 4936 0,'0'0'0,"0"0"0,0 0 0,0 0 0,0 0 0,0 0 0,0 0 0,0 0 0,0 0 0,0 0 0,25 0 0,-25 0 0,0 0 0,25 0 16,-25 0-16,0 0 15,24 0-15,-24 25 0,25-25 0,-25 0 0,25 0 0,0 0 0,-25 0 0,25 0 0,-1 0 16,-24-25-16,25 25 0,0 0 16,0 0-16,-25 0 0,25 0 0,-25 0 0,24-25 15</inkml:trace>
  <inkml:trace contextRef="#ctx0" brushRef="#br0" timeOffset="66599.8093">20414 4564 0,'0'0'0,"0"0"0,0 0 16,0 0-16,0 0 0,0 0 0,0 0 0,0 25 0,0-25 0,0 0 0,0 25 31,0-25-31,-25 24 0,25 1 0,0-25 0,0 25 0,0 0 0,0 0 0,0-25 16,0 24-16,0 1 0,-24-25 0,24 25 0,0 0 0,0 0 0,0-25 15,0 25-15,0-1 16,-25-24-16,25 25 0,0-25 0,0 25 0,0-25 0,0 25 0,0-25 0,0 25 16,-25-25-16,25 24 0,0-24 0,0 0 15,0 0-15,0 25 0,0-25 0,0 0 0,0 0 0,0 0 0,0 0 16,0 0-16,0 0 0,0 0 0,0 0 0,0-25 0,0 25 0,0 0 15,25 0-15,-25-24 16,0 24-16,0 0 0,0-25 0,25 25 0,-25-25 0,0 25 16,0 0-16,24-25 0,-24 25 0,0-25 0,25 25 0,-25 0 0,0 0 0,25-24 15,-25 24 1,0 0-16,0 0 0,25 0 0,-25 0 0,0 0 0,0 0 0,0 0 0,25 0 15,-25 0-15,0 0 0,0 0 0,0 0 0,0 0 0,0 24 0,0-24 0,0 0 32,0 0-32,0 25 0,0-25 0,0 0 0,0 0 0,0 25 0,0-25 0,0 25 15,0-25-15,0 0 0,0 25 0,0-25 0,0 24 0,0-24 0,0 0 0,0 25 16,0-25-1,0 0-15,0 25 0,0-25 0,0 25 0,0-25 0,0 0 0,0 0 16,0 0-16,0 25 0,0-25 0,24 0 0,-24 0 0,0 0 0,25 0 0,-25 0 16,25 0-16,-25 0 0</inkml:trace>
  <inkml:trace contextRef="#ctx0" brushRef="#br0" timeOffset="67128.8396">20960 4911 0,'-25'0'0,"25"0"15,0-24-15,0 24 0,0-25 0,0 25 0,0 0 0,-25-25 0,25 25 0,0-25 16,0 25-16,-24 0 16,24 0-16,0-25 0,0 25 0,-25 0 0,25 0 0,0 0 15,-25 0-15,25 0 0,0 0 0,-25 0 0,25 0 0,0 0 0,0 0 0,-25 0 16,25 0-1,0 0-15,0 25 0,-24-25 0,24 0 0,0 25 0,0-25 0,-25 0 16,25 25-16,0-25 0,0 25 0,0-25 16,0 0-16,-25 24 0,25-24 0,0 25 15,0-25-15,0 25 0,0-25 0,0 25 0,0-25 0,0 25 0,0-25 0,0 24 0,0-24 0,0 25 0,0-25 16,0 0-16,25 0 0,-25 0 0,0 0 0,0 0 15,0 25-15,0-25 16,25 0-16,-25 0 0,0 0 0,0 0 0,0 0 0,24 0 0,-24 0 0,0 0 0,0 0 0,25 0 16,-25-25-1,0 25-15,25 0 0,-25 0 0,0 0 0,0-25 0,25 25 0,-25 0 78,0-24-78,0 24 0,25-25 0,-25 25 0,0 0 0,0-25 0,0 25 0,0-25 0,0 25 0,0-25 0,0 25 0,0 0 0,0-24 0,0 24 0,0-25 16,0 25-16,0 0 0,0 0 0,24 0 0,-24 0 0,0 0 0,0 0 0,0 0 0,0 0 0,0 0 0,0 0 0,0 0 0,0 0 0,0 0 0,-24 25 0,24-25 0,0 0 0,0 0 0,0 24 15,0-24-15,0 25 0,0-25 0,0 0 0,0 25 0,0-25 16,0 25-16,0-25 16,0 0-16,0 25 0,0-25 0,0 0 0,0 24 0,0-24 0,0 25 0,0-25 15,0 0-15,0 25 0,24-25 0,-24 0 0,0 0 0,0 0 16,0 0-16,0 0 15,25 25-15,-25-25 0,0-25 0,25 25 0,-25 0 0,0 0 0,25 0 0,-25 0 16,25-25-16,-25 25 0,24-25 0,-24 25 0,0 0 0</inkml:trace>
  <inkml:trace contextRef="#ctx0" brushRef="#br0" timeOffset="67533.8627">21084 4762 0,'0'0'0,"0"0"0,0 0 0,0 0 0,0 25 0,0-25 16,0 0-1,0 0-15,-25 0 0,25 25 0,0-25 0,0 0 0,0 25 0,0-25 0,0 0 16,0 25-16,0-25 0,0 25 0,0-25 0,0 0 0,0 24 0,0-24 15,0 25 1,0-25-16,0 25 0,0-25 0,-25 0 0,25 25 0,0-25 0,0 25 0,0-25 0,0 0 0,0 0 16,0 24-16,0-24 0,0 0 0,0 0 15,0 0-15,0 0 0,0 0 16,0 25-16,0-25 0,0 0 0,0 0 0,0 0 0,0-25 0,25 25 15,-25 0-15,0 0 16,0 0-16,0-24 0,0 24 0,0 0 0,0-25 0,0 25 0,25 0 0,-25-25 0,0 25 16,0-25-16,0 25 0,25-25 0,-25 25 0,0-24 0,25 24 0,-25 0 15,0-25 1,24 25-16,-24 0 0,0 0 0,25 0 0,-25 0 0,0 0 0,0 0 15,0 0-15,25 0 0,-25 0 0,0 0 0,0 0 0,0 25 0,0-25 0,0 0 16,0 0-16,25 24 0,-25-24 0,0 0 0,0 0 0,0 25 16,0-25-16,0 0 15,0 0-15,0 25 0,-25-25 0,25 0 0,0 0 0,0 25 0,0-25 0,0 0 16,0 0-1,0 25-15,0-25 0,0 0 0,25 24 0,-25-24 0,0 0 0,0 0 0,0 0 16,0 25-16,25-25 0,-25 0 0,24 0 0,-24 0 0,0 0 0,25 0 16</inkml:trace>
  <inkml:trace contextRef="#ctx0" brushRef="#br0" timeOffset="68097.895">21704 4787 0,'0'0'0,"0"0"31,0 0-31,0-25 0,0 25 0,0 0 0,-25 0 0,25 0 0,0 0 0,0 0 0,0 0 16,-25 0-16,25 0 0,0 25 0,-24-25 0,24 0 0,0 0 0,0 25 31,-25-25-31,25 0 0,0 25 0,0-25 0,-25 25 0,25-25 0,0 25 0,0-25 16,0 24-16,0-24 0,0 25 0,0-25 0,0 0 0,0 25 0,0-25 15,0 0-15,0 25 0,0-25 0,0 0 0,0 25 0,25-25 16,-25 0-16,0 0 0,0 0 16,25 0-16,-25 0 0,24 0 0,-24 0 0,0 0 0,25 0 0,-25 0 0,0 0 15,25 0-15,-25-25 0,25 25 0,-25 0 0,0-25 0,25 25 16,-25 0-1,0-25-15,0 25 0,25 0 0,-25-25 0,0 25 0,0 0 0,0-24 0,0 24 0,0 0 16,0-25-16,0 25 0,0 0 0,0-25 0,0 25 16,0 0-16,0 0 0,0 0 15,0 0-15,0 0 0,0 0 0,0 25 0,0-25 0,0 0 0,0 25 0,-25-25 31,25 24-31,0 1 0,0-25 0,0 25 0,0 0 0,0-25 0,0 25 0,0-1 0,0 1 0,0 0 0,-25-25 16,25 25-16,0 0 0,0-1 0,0 1 0,0 0 0,0 0 16,25-25-1,-25 25-15,0-1 0,0 1 0,0 0 0,0 0 0,0-25 0,25 25 0,-25-1 0,0-24 0,0 25 47,0-25-47,0 25 0,0-25 0,24 0 0,-24 25 0,0-25 0,0 0 0,0 0 0,0 0 0,-24 0 0,24 0 0,0 0 0,0 0 0,0 0 0,0 0 16,-25 0-16,25 0 0,0-25 0,-25 25 0,25 0 0,-25 0 15,25-25-15,0 25 0,-25 0 16,25 0-16,0-25 0,0 25 0,0 0 0,0 0 0,0-24 0,0 24 0,0 0 15,0 0-15,0 0 0,0-25 0,0 25 0,0 0 0,25 0 16,-25 0 0,0 0-16,0 0 0,25-25 0,-25 25 0,0 0 0,25 0 0,-25 0 0,0 0 0,25 0 0,-25-25 15,24 25-15,-24 0 0,0 0 0,25 0 0</inkml:trace>
  <inkml:trace contextRef="#ctx0" brushRef="#br0" timeOffset="68807.9356">22151 5110 0,'0'0'15,"0"0"1,0 0-16,0 0 0,0 0 0,0 0 0,0 0 0,0 0 0,0 0 0,0 0 15,0 0-15,0 0 0,0 0 0,24 0 0,-24 0 0,0 0 0,0 0 0,25 0 16,-25 0 0,0 0-16,25 25 0,-25-25 0,0 0 0,25 24 0,-25-24 0,0 0 0,0 25 15,25-25-15,-25 0 0,0 25 0,0-25 0,0 25 0,0-25 0,0 25 16,0-25-1,0 24-15,0-24 0,0 25 0,-25-25 0,25 25 0,0-25 0,-25 0 16,25 25-16,-25-25 0,25 25 0,0-25 0,-25 0 16,25 24-16,0-24 0,0 0 0,-24 0 0,24 25 0,0-25 15,0 0-15,0 0 0,0 0 0,0-25 0</inkml:trace>
  <inkml:trace contextRef="#ctx0" brushRef="#br0" timeOffset="69205.9584">23416 5184 0,'0'0'16,"0"-25"-1,0 25-15,0-24 0,0 24 0,0-25 0,0 25 0,0-25 0,0 0 16,-25 25-16,25 0 0,0-25 0,0 25 0,-25-24 0,25 24 0,0 0 0,-25-25 16,25 25-1,-25 0-15,25-25 0,-24 25 0,24 0 0,-25 0 0,25 0 0,-25 0 0,25 0 16,-25 0-16,25 0 0,-25 0 0,25 0 0,-24 0 0,24 0 0,-25 0 15,25 0 1,-25 25-16,25-25 0,-25 0 0,25 25 0,0-25 0,-25 0 0,25 24 0,0-24 16,0 25-16,0-25 0,0 25 0,0-25 0,0 0 0,0 25 0,0-25 0,0 25 15,25-25 1,-25 0-16,0 24 0,25-24 0,-25 0 0,25 25 0,-25-25 0,25 0 15,-25 0-15,24 0 0,-24 0 0,25 0 0,0 0 0,-25 0 0,25 0 0,0 0 16,-25 0-16,24 0 0,1 0 0,-25-25 0,25 25 16,-25 0-1,25-24-15,-25 24 0,25-25 0,-25 25 0,0-25 0</inkml:trace>
  <inkml:trace contextRef="#ctx0" brushRef="#br0" timeOffset="69409.9701">23540 4638 0,'0'0'0,"0"-24"16,0 24-16,0 0 0,0 0 0,0 0 0,0 0 0,0 0 0,-25 24 0,25-24 0,0 0 15,0 25-15,0-25 0,0 25 0,0-25 0,0 25 0,0 0 0,0-25 32,0 24-32,0 1 0,0 0 0,0-25 0,25 25 0,-25 0 0,0-25 0,0 25 0,0-1 15,0 1-15,0-25 0,0 25 0,0 0 0,0-25 0,0 25 0,0-1 16,0-24-16,0 25 15,24-25-15,-24 25 0,0-25 0,0 25 0,0-25 0,0 0 0,0 0 16,0 0-16,0 0 0,0 0 0,0 0 0,0 0 0,0 0 0,-24 0 16,24 0-1,0 0-15,0-25 0</inkml:trace>
  <inkml:trace contextRef="#ctx0" brushRef="#br0" timeOffset="70221.0159">23416 4911 0,'-25'0'0,"25"-24"16,0 24-16,0 0 0,0 0 0,0-25 0,0 25 0,0 0 0,0 0 16,25 0-16,-25 0 15,0 0-15,0 0 0,24 0 0,-24 0 0,25 0 0,-25 0 0,0 0 16,25 0-16,0 0 0,-25 0 0,25 0 0,-25 0 15,24 25-15,1-25 0,-25 0 0,25 0 0,0 0 0,-25 0 0,25 0 0,-1 24 16,-24-24 0,25 0-16,0 0 0,-25 0 0,25 0 0,0 25 0,-25-25 0,24 0 15,-24 0-15,25 0 0,-25 0 0,0 0 0,0 0 0,25 0 0,-25 0 0,0 0 16,0-25-16,0 25 0,0 0 15,0 0-15,0 0 0,0 0 0,0 0 0,0 0 0,0 0 16,0-24-16,0 24 0,0 0 0,0 0 16,0 0-16,0 0 0,0-25 0,0 25 0,0 0 0,0 0 15,0 0-15,0 0 0,0 0 0,0 0 0,0 0 0,-25 0 0,25 0 0,0 0 16,0 0-16,0 25 0,0-25 15,0 0-15,0 0 0,0 0 0,0 0 0,0 24 16,0-24-16,-25 0 0,25 25 0,0-25 0,0 25 0,25-25 0,-25 0 0,0 25 16,0-25-16,0 25 0,0-25 0,0 24 0,25-24 0,-25 25 15,0-25-15,0 0 16,25 25-16,-25-25 0,0 0 0,0 0 0,25 0 0,-25 25 0,0-25 0,0 0 15,25 0-15,-25 0 0,0 0 0,0 0 0,24 0 0,-24 0 16,0 0-16,0 0 0,0 0 16,25-25-16,-25 25 0,0 0 0,0 0 0,0-25 0,0 25 0,0-25 15,0 25-15,0 0 0,0-24 0,0 24 0,0-25 0,0 25 16,0 0-16,0-25 15,0 25-15,0-25 0,0 25 0,0 0 0,0-25 0,0 25 0,0 0 0,0 0 0,0-24 0,0 24 16,0 0 0,0 0-16,0 0 0,25 0 0,-25 0 0,0 0 0,0 0 0,25 0 0,-25 0 15,0 0-15,25 0 0,-25 0 0,24 0 0,-24 0 0,0 0 0,25 0 16,-25 0-16,0 0 15,25 0-15,-25 24 0,0-24 0,25 0 0,-25 0 0,0 0 0,0 0 0,0 25 16,0-25 0,25 0-16,-25 0 0,0 25 0,0-25 0,0 0 0,0 0 0,0 25 0,0-25 0,0 0 15,0 25-15,-25-25 0,25 0 0,0 0 0,0 0 0,0 0 0,0 24 16,0-24-1,0 0-15,0 0 0,0 0 0,0 0 0,0 25 0,0-25 0,0 0 0,0 0 16,0 0-16,0 0 0,0 0 0,0 0 0,0 0 0,0 0 16,0-25-1,0 25-15,0 0 0,0 0 0,25-24 0,-25 24 0,0 0 0,0-25 0,0 25 0,24 0 31,-24-25-31,0 25 0,0 0 0,0-25 0,25 25 0,-25 0 0,0-25 0,0 25 0,25 0 0,-25 0 0,0 0 0,0-24 0,25 24 16,-25 0 0,0 0-16,0 0 0,0 0 0,25 0 0,-25 24 0,0-24 0,0 0 0,0 0 15,24 0-15,-24 0 0,0 25 0,0-25 0,0 0 0,0 0 0,0 25 16,0-25-16,0 0 15,0 25-15,0-25 0,0 0 0,0 0 0,0 25 0,0-25 0,0 0 0,0 24 16,0-24 0,0 0-16,0 25 0,0-25 0,0 0 0,0 25 0,0-25 0,0 0 0,0 25 0,0-25 15,0 0-15,0 0 0,0 0 0,0 0 0,0 0 0,0-25 0,0 25 31,0 0-31</inkml:trace>
  <inkml:trace contextRef="#ctx0" brushRef="#br0" timeOffset="70715.0447">23837 4638 0,'0'0'0,"0"0"16,0 0-16,0 0 0,0 0 15,0 0-15,0 0 0,0 0 0,0 0 0,0 0 16,0 0-16,0 0 0,0 0 0,0 0 15,0 0-15,0 0 0,0 0 0,0 0 0,0 0 0,0 0 16,0 0-16,0-24 0,0 24 0,25 0 0,-25 0 0,0 0 0,0 0 0,0 0 0,0 0 16,0 0-16,0 0 0,0 0 0,0 0 0,0 0 15,0 0-15,0 0 0,0 0 0,0 0 16,25-25-16,-25 25 0,0 0 0,0 0 0,0 0 0,0 0 15,25 0-15,-25-25 0,0 25 0,0 0 0,25 0 0,-25 0 0,0 0 16,0-25-16,0 25 16,24 0-16,-24 0 0,0 0 0,0-25 0,0 25 0,0 0 0,25 0 0,-25 0 0,0 0 15,0 0-15,0 0 0,0 0 0,0 0 0,0 0 16,0 0-16,25 0 15,-25 0-15,0 0 0,0 0 0,0 0 0,0 0 0,0 0 0,0 0 16,25 0-16,-25 0 16,0 25-16,0-25 0,0 0 15,25 0-15,-25 0 0,0 0 0,24 0 0,-24 25 0,25-25 0,-25 0 0,25 0 0,-25 25 0,25-25 0,0 0 0,-25 0 0,24 25 16,1-25-16,-25 0 0,25 24 0,-25-24 15,25 0-15,-25 0 0,25 0 16,-25 25-16,0-25 0,24 0 0,-24 0 0</inkml:trace>
  <inkml:trace contextRef="#ctx0" brushRef="#br0" timeOffset="71031.0627">24284 4366 0,'0'0'0,"0"0"15,0 0-15,0 0 0,0 0 0,0 0 0,0 0 0,0 0 16,0 0-16,25 0 16,-25 0-16,0 0 0,0 0 0,24 0 0,-24 0 0,0 0 0,25 0 0,-25 0 0,25 0 15,-25 0-15,25 24 0,0-24 0,-25 0 0,24 0 0,-24 25 16,25-25-1,0 25-15,-25-25 0,25 0 0,0 25 0,-25-25 0,24 25 0,1-25 0,-25 24 16,25-24-16</inkml:trace>
  <inkml:trace contextRef="#ctx0" brushRef="#br0" timeOffset="71688.1004">24805 4961 0,'0'0'0,"0"0"16,0 0-16,0 0 0,0 0 0,0-25 0,0 25 0,0 0 0,0 0 0,0 0 16,0-25-16,24 25 0,-24 0 0,0 0 0,0 0 0,0 0 15,0-24-15,0 24 16,0 0-16,0 0 0,0 0 0,0 0 0,0 0 0,0 0 0,-24 0 0,24 0 15,0 0-15,0 0 0,0 0 0,-25 0 0,25 0 0,0 0 0,0 0 16,-25 0 0,25 0-16,0 0 0,-25 0 0,25 0 0,0 24 0,-25-24 0,25 0 0,0 0 15,0 0 1,-24 25-16,24-25 0,0 0 0,0 25 0,0-25 0,0 0 0,-25 25 0,25-25 0,0 25 15,0-25-15,0 0 0,0 24 0,0-24 0,0 0 0,0 0 0,25 0 0,-25 25 32,0-25-32,0 0 0,0 0 0,0 25 0,0-25 0,24 0 0,-24 0 0,0 0 15,0 0-15,25 0 0,-25 0 0,0 0 0,25 0 0,-25 0 0,0 0 0,0 0 31,25-25-31,-25 25 0,0 0 0,25 0 0,-25 0 0,0-25 0,0 25 0,0 0 0,24 0 0,-24-24 16,0 24-16,0 0 0,0-25 16,0 25-16,0-25 0,0 25 0,0 0 0,0 0 0,0-25 0,0 25 0,0 0 15,0 0-15,0 0 0,0 0 16,0 0-16,0 25 0,0-25 0,-24 0 0,24 25 0,0-25 15,0 25-15,0-25 0,0 24 0,0 1 0,0-25 0,-25 25 0,25 0 16,0 0-16,0-1 0,0 1 0,0 0 0,0 0 0,0 0 16,0-1-16,0 1 0,0 0 15,0-25-15,0 25 0,0 0 0,0-1 0,-25 1 0,25-25 0,0 25 0,0 0 16,0-25-16,0 25 0,0-25 15,0 24-15,0-24 0,-25 0 0,25 0 0,0 25 16,0-25-16,0 0 0,0 0 0,-25 0 0,25 0 0,0 0 0,0 0 0,0 0 16,0 0-16,0 0 15,-24-25-15,24 25 0,0 0 0,0 0 0,0-24 0,0 24 0,0 0 16,0 0-16,0-25 0,24 25 0,-24 0 0,0 0 0,0-25 0,0 25 15,25 0-15,-25 0 0,0 0 0,25 0 0,-25 0 0,25-25 16,-25 25-16,25 0 16,-1 0-16,-24 0 0,25 0 0,0 0 0,-25 0 0,25-25 0,0 25 0,-25 0 15,25 0-15,-1-24 16,-24 24-16</inkml:trace>
  <inkml:trace contextRef="#ctx0" brushRef="#br0" timeOffset="72232.1315">25499 4440 0,'0'0'0,"0"25"15,0-25-15,0 0 0,0 0 0,0 0 0,0 0 0,0 25 0,0-25 0,0 0 31,0 24-31,-25-24 0,25 25 0,0-25 0,0 25 0,0 0 0,0-25 16,-24 25-16,24-1 0,0 1 0,0-25 0,0 25 0,-25 0 0,25 0 0,0-1 16,0-24-16,0 25 0,0 0 0,0 0 15,0-25-15,0 25 0,0 0 0,-25-25 0,25 24 16,0-24-16,0 25 0,0-25 0,0 25 0,0-25 0,25 0 0,-25 0 0,0 25 15,0-25-15,0 0 0,0 0 0,0 0 16,0 0-16,0 0 0,0 0 0,0 0 16,0 0-16,-25 0 0,25 0 0,0 0 0,0 0 0,0 0 0,-25-25 0</inkml:trace>
  <inkml:trace contextRef="#ctx0" brushRef="#br0" timeOffset="72361.1389">25226 4812 0,'25'0'0,"-25"0"0,0 0 0,0 0 0,0 0 15,0 0-15,25 0 0,-25 0 0,25 0 0,-25 0 0,25 0 31,-1 0-31,-24-25 0,25 25 0,0 0 0,0 0 0,0 0 0,-1 0 0,-24 0 0,25 0 0,0 0 16,0 0 0,0-25-16,-25 25 0,24 0 0,1 0 0,-25 0 0</inkml:trace>
  <inkml:trace contextRef="#ctx0" brushRef="#br0" timeOffset="72822.1652">25846 4415 0,'0'0'16,"0"0"-1,0 0-15,0 0 0,0 0 0,0 0 0,0 0 0,0 0 0,0 0 0,0 0 0,0 0 16,0 0-16,0 25 0,0-25 0,0 0 0,-24 25 0,24-25 16,0 25-1,0-25-15,0 24 0,0 1 0,0-25 0,0 25 0,0 0 0,-25 0 0,25-1 16,0-24-16,0 25 0,0 0 0,0 0 0,0-25 0,0 25 0,0-25 15,0 24 1,0-24-16,0 25 0,0-25 0,0 25 0,0-25 0,0 25 0,0-25 0,0 25 16,0-25-16,0 0 0,0 0 0,0 25 0,0-25 0,0 0 0,0 0 15,0 0 1,0 0-16,0 0 0,0 0 0,0 0 0,0 0 0,0 0 0,0 0 0,0 0 0,0 0 140,74-125-140,-74 125 0,25 0 0,-25-24 0,0 24 0,25 0 0,-25 0 0,0 0 0,25 0 0,-25 0 0,0 0 0,0 0 0,25 0 0,-25 0 0,0 0 0,0 0 0,0 0 0,0 24 0,0-24 0,24 0 0,-24 0 0,0 25 0,0-25 0,0 25 0,0-25 0,0 0 0,0 25 0,0-25 0,0 25 0,-24-25 0,24 0 0,0 25 0,0-25 0,0 24 0,0-24 0,0 0 0,0 25 31,0-25-31,0 0 0,0 25 0,0-25 0,0 0 0,24 0 0,-24 0 0,0 0 0,0 25 0,25-25 16,-25 0-16,0 0 0,25 0 0,-25 0 0</inkml:trace>
  <inkml:trace contextRef="#ctx0" brushRef="#br0" timeOffset="73379.1971">26293 4738 0,'0'-25'0,"0"25"327,50 25-327,-50-25 0,0 0 0,0-25 0,24 25 0,-24 0 0,0 0 0,0 0 0,25 0 0,-25 0 0,0 0 0,25 0 0,-25 0 0,0 0 0,0 0 0,25 0 0,-25-25 0,0 25 0,25 0 0,-25 0 0,0 0 0,0 0 0,0 0 0,24 25 0,-24-25 0,0 0 0,0 0 0,0 0 0,0 0 0,0 0 0,0 25 0,0-25 0,0 0 0,0 24 0,0-24 0,0 0 0,0 25 16,0-25-16,0 0 0,0 25 0,0-25 0,0 25 0,0-25 15,0 0 1,0 0-16,0 25 0,0-25 0,0 0 0,0 0 0,0 25 0,0-25 0,0 0 0,0 0 16,0 24-1,0-24-15,0 0 0,0 0 16,0 0-16,0 0 0,0 25 0,0-25 0,0 0 0,0 0 0,0 0 0,0 0 0,0 0 0,0 0 0,0 0 0,0 0 15,0 0-15,0 0 0,0 0 0,0 0 0,0 0 16,0 0-16,0 0 0,0 0 0,0 0 16,0 0-16,0 0 0,0 0 0</inkml:trace>
  <inkml:trace contextRef="#ctx0" brushRef="#br0" timeOffset="74601.2662">26442 4762 0,'0'0'0,"0"0"31,0 0-31,0 0 0,0 0 0,0 0 0,0 0 0,0 0 0,0 0 0,0 0 15,0 0-15,0 0 0,0-24 0,0 24 0,0 0 0,0 0 0,0 0 0,0 0 16,0 0 0,0 0-16,0 0 0,0 0 0,0 0 0,0 0 0,0 0 0,0 0 46,0 0-46,0 0 0,-25 0 0,25 0 0,0 0 0,0 0 0,0 0 0,0 0 0,0 0 0,0-25 0,-25 25 0,25 0 0,0 0 0,0 0 0,0 0 0,0 0 0,0 0 0,0 0 0,-25 0 16,25 0-16,0 0 16,0 0-16,0 0 0,0 0 0,0 0 0,0 0 0,-24 0 0,24 0 0,0 0 15,0 0-15,0 0 47,0 0 0,0 0-47,-25 0 0,25 0 0,0 0 0,0 0 0,0 0 0,-25 0 0,25 25 0,0-25 0,0 0 0,0 0 0,0 0 0,0 0 0,-25 0 0,25 0 0,0 24 0,0-24 0,0 0 0,0 0 0,0 0 0,-25 25 0,25-25 0,0 0 0,0 0 0,0 0 0,0 25 0,-24-25 0,24 0 0,0 0 0,0 25 0,0-25 0,0 0 0,0 0 0,0 25 0,0-25 0,0 0 15,0 25-15,0-25 0,0 0 0,0 24 0,0-24 16,0 0-16,0 0 0,49 75 140,-49-75-140,25 0 0,-25 0 0,0 0 0,25 0 0,-25 0 0,0 0 0,25 0 0,-25 0 0,24 0 0,-24 0 0,0 0 0,25 0 0,-25 0 0,0 0 0,25 0 0,-25 0 0,0 0 0,25 0 16,-25 0-16,0 0 0,0 0 0,0 0 0,25 0 0,-25 0 0,0 0 0,0 0 0,0 0 0,0 0 0,0 0 0,0 0 0,24 0 0,-24 0 16,0 0-16,0 0 0,0 0 0,0 0 0,0-25 0,0 25 0,0 0 0,25 0 0,-25 0 0,0 0 0,0-25 0,0 25 15,0 0-15,0 0 0,0-25 16,0 25-16,0 0 0,0-24 0,0 24 93,0 0-93,0-25 0,0 25 0,0-25 0,0 25 0,0-25 16,0 0-16,0 25 0,0-25 0,0 25 0,0 0 0,0-24 0,0 24 0,0 0 0,0 0 0,0 0 0,0-25 0,0 25 16,0 0-16,-25 0 0,25 0 0,0 0 0,0 0 0,0 0 0,0 0 0,0 0 0,0 0 0,0 0 0,0 0 0,0-25 0,0 25 0,0 0 0,0 0 0,0 0 0,0 0 0,0 0 0,0 0 0,0 0 0,0 0 0,0 0 0,0 0 0,0 0 0,0 0 46,-24 0-46,24 0 0,0 0 0,0 0 0,0 0 0,0 0 0,0 0 0,0 0 0,0 0 0,0 0 0,0 0 0,0 0 0,0 0 0</inkml:trace>
  <inkml:trace contextRef="#ctx0" brushRef="#br0" timeOffset="75361.3104">26814 4688 0,'0'0'0,"0"-25"0,0 25 15,0 0-15,0 0 47,0 0-47,0 0 0,0 0 0,0 0 0,0 0 0,0 0 0,0 0 0,0 0 0,0 0 0,0 0 0,0 0 0,0 0 0,0 0 0,0 0 0,0 0 0,0 0 0,0 0 0,0 0 0,0 0 0,0 0 0,0 0 16,0 0-16,0 0 0,0 0 0,0 0 15,-25 25-15,25-25 0,0 0 16,0 0-16,0 0 0,0 25 0,0-25 0,0 0 0,0 25 0,-25-25 0,25 0 47,0 24-47,0-24 0,0 25 0,0-25 0,0 25 15,0-25-15,0 0 0,0 25 0,0-25 0,0 25 0,0-25 0,0 0 0,0 25 0,0-25 0,0 0 0,0 0 0,0 24 0,0-24 0,0 0 0,0 0 0,0 25 0,0-25 0,0 0 16,0 0-1,0 0-15,0 0 0,0 25 0,0-25 0,0 0 0,0 0 16,0 0-16,0 0 0,0 0 0,0 0 0,0 0 0,0 0 0,0 0 0,0-25 31,0 25-31,0 0 0,0 0 0,0 0 0,0-25 0,0 25 0</inkml:trace>
  <inkml:trace contextRef="#ctx0" brushRef="#br0" timeOffset="75535.3204">26888 4539 0,'0'0'16,"0"0"-16,0 0 0,0 0 0,0-25 0,0 25 0,0 0 0,0 0 0,0 0 0,0 0 0,0 0 0,0 0 0,0 0 0,0 0 0,0 0 0,0 0 0,0 0 0,0 0 0,0 0 15,-25 0-15,25 0 0,0 0 0,0 25 0</inkml:trace>
  <inkml:trace contextRef="#ctx0" brushRef="#br0" timeOffset="76352.3671">26318 4539 0,'0'0'31,"0"0"-31,0 0 0,0-25 0,0 25 0,0 0 0,0 0 0,0 0 0,0 0 0,0 0 16,0 0-16,0 0 0,0 0 0,0 0 0,25 0 0,-25 0 0,0 0 15,0 0-15,0 0 47,0 0-47,0 0 0,0 0 0,24 0 0,-24 0 0,0 0 0,0 0 0,0 0 0,0 0 0,0 0 0,0 0 0,0 0 16,0 0-16,0 0 0,0 0 0,0 0 0,25 0 0,-25 0 0,0 0 0,0 25 0,0-25 0,0 0 0,0 0 15,25 25-15,-25-25 0,0 25 0,0-25 0,0 0 0,0 25 0,0-25 0,0 24 47,0-24-47,0 0 0,0 25 0,0-25 0,0 0 0,-25 0 0,25 0 16,0 25-16,0-25 0,0 0 0,0 0 0,-25 25 0,25-25 0,0 0 0,0 0 0,-24 25 0,24-25 0,0 0 0,0 0 15,0 0-15,-25 0 0,25 0 0,0 0 0,0 0 0,-25 0 0,25 0 16,0 0-16</inkml:trace>
  <inkml:trace contextRef="#ctx0" brushRef="#br0" timeOffset="76464.3735">26417 4242 0,'0'0'0,"0"0"0,0 0 0,0 0 0,0 0 0,0 0 0,0 0 0,0 0 0,0 0 0,0-25 0,0 25 0,25 0 15,-25 0-15,25 0 0,-25 0 0,24 0 0,-24 0 16,25 0-16,0 0 0,0 0 47,0 25-47,-1-25 15,1 0-15,0 0 0,-25 0 0,25 24 0,0-24 0,-1 0 0,1 0 0,0 0 0,0 25 0,0-25 0,-25 0 0</inkml:trace>
  <inkml:trace contextRef="#ctx0" brushRef="#br0" timeOffset="77537.4347">27732 4589 0,'0'0'15,"0"0"-15,0 0 0,0 0 0,0 0 0,0-25 0,0 25 0,0 0 16,0 0-16,0 0 16,0 0-16,0-25 0,0 25 0,0 0 0,0 0 0,0 0 0,0-25 0,0 25 15,0 0-15,0 0 0,0 0 0,0 0 0,0 0 0,0 0 16,0 0-16,0 0 15,0 0-15,0 0 0,0 0 0,0 0 0,0 0 0,0 0 0,0 0 0,0 0 16,0 0-16,0 0 0,0 0 0,0 0 0,0 25 0,0-25 16,0 0-1,0 0-15,0 0 0,0 0 0,0 25 0,0-25 0,0 0 0,-25 25 0,25-25 0,0 25 16,0-25-16,0 24 0,0 1 0,0-25 0,0 25 0,0-25 0,-25 25 15,25 0-15,0-25 16,0 24-16,0-24 0,0 25 0,0-25 0,0 25 0,0-25 0,0 25 16,0-25-16,0 25 15,0-25-15,0 25 0,0-25 0,0 24 0,0-24 0,0 0 0,0 25 0,0-25 0,0 25 16,0-25-16,0 0 0,0 25 0,0-25 0,0 0 0,0 0 0,0 0 15,0 25 1,0-25-16,0 0 0,0 0 0,0 0 0,0 0 0,0 0 0,0 0 16,0-25-16,0 25 0,0 0 0,0 0 0,-25 0 0</inkml:trace>
  <inkml:trace contextRef="#ctx0" brushRef="#br0" timeOffset="77677.4421">27508 4837 0,'0'0'0,"0"0"0,25 0 0,-25 0 0,0 0 0,0 0 0,25-25 0,-25 25 16,0 0-16,25 0 0,-25 0 0,25 0 0,-1 0 0,-24 0 15,25 0-15,0 0 16,0 0-16,-25 0 0,25 0 0,-1 0 0,1 0 0,-25 0 0,25 0 0,0 0 16,0 0-16,-25 0 0,24 0 15,1 0-15,-25 0 0</inkml:trace>
  <inkml:trace contextRef="#ctx0" brushRef="#br0" timeOffset="78289.4779">28029 4490 0,'0'0'0,"0"0"16,0 0-16,0 0 0,0-25 0,0 25 0,0 0 0,0 0 0,0 0 0,0 0 15,0 0-15,0 0 0,0 0 16,0 0-16,0 0 0,0 25 0,0-25 0,0 0 0,0 0 15,0 24-15,0-24 0,0 25 16,0-25-16,-25 0 0,25 25 0,0 0 0,0-25 0,0 25 16,0-25-16,0 24 0,0-24 0,0 25 0,0 0 0,0-25 0,0 25 0,0-25 0,0 25 15,0-25-15,0 24 0,0-24 16,0 0-16,0 25 0,0-25 0,0 25 0,0-25 15,0 25-15,0-25 0,0 25 0,0-25 0,0 0 0,0 25 0,0-25 0,0 0 16,0 24-16,-24-24 16,24 0-16,0 0 0,0 25 0,0-25 0,0 0 0,0 0 0,0 0 15,0 0-15,0 0 0,0 0 0,0 25 0,0-25 0,0 0 0,0 0 31,0 0-31,0 0 0,0 0 0,0 0 0,0 0 0,0 0 0,0 0 0,0-25 0,0 25 0,0 0 0,0 0 0,0 0 16,24 0 0,-24 0-16,0 0 0,0 0 0,0-25 0,25 25 0,-25 0 0,0-24 15,25 24-15,-25 0 0,0-25 31,25 25-31,-25 0 0,0-25 0,25 25 0,-25 0 0,0-25 0,25 25 0,-25-25 0,0 25 0,24 0 0,-24 0 0,0-25 0,25 25 0,-25 0 16,0 0-16,0 0 0,0 0 0,25 0 0,-25 0 0,0 0 0,0 25 16,0-25-1,0 0-15,0 0 0,0 0 0,0 0 0,0 25 0,0-25 0,0 0 0,25 0 0,-25 0 0,0 25 16,-25-25-1,25 0-15,0 0 0,0 25 0,0-25 0,0 25 0,0-25 0,0 0 0,0 24 0,0-24 16,0 0-16,0 25 0,0-25 16,-25 0-16,25 25 0,0-25 0,0 0 0,0 25 0,0-25 15,0 0-15,0 25 0,0-25 0,0 0 0,0 0 0,0 24 0,0-24 16,0 0-16,0 0 0,0 0 0,0 0 0,0 0 0,0 0 0,0 0 31,0 0-15,25 0-16</inkml:trace>
  <inkml:trace contextRef="#ctx0" brushRef="#br0" timeOffset="78831.5089">28426 4762 0,'0'0'15,"0"-24"-15,0 24 16,0 0-16,0 0 0,0 0 0,0 0 0,0 0 0,0 0 0,0 0 16,0 0-16,0 0 0,0 0 0,0 0 0,0 0 0,0 0 0,0 24 15,0-24 1,-25 0-16,25 25 0,0-25 0,0 0 0,0 25 0,0-25 0,0 25 0,0-25 0,0 25 0,0-25 15,0 25-15,0-25 16,0 24-16,0-24 0,0 25 0,0-25 0,0 0 0,0 25 0,0-25 0,0 0 16,0 25-16,0-25 15,0 0-15,0 0 0,0 25 0,25-25 0,-25 0 0,0 0 0,0 0 0,0 0 16,25 0-16,-25 0 0,0 0 0,25 0 0,-25-25 0,0 25 0,25 0 15,-25 0 1,0 0-16,24-25 0,-24 25 0,0 0 0,25 0 0,-25-25 0,0 25 0,0 0 16,0-25-16,25 25 0,-25 0 0,0-24 0,0 24 0,0-25 0,0 25 15,0-25-15,0 25 16,0-25-16,0 25 0,0-25 0,0 25 0,0-25 0,0 25 0,0 0 15,0-24-15,0 24 0,0 0 0,0 0 0,0 0 0,0 0 0,0 0 16,0 0 0,0 0-16,0 0 0,0 0 0,0 0 0,0 0 0,0 0 0,0 24 0,0-24 0,0 0 0,0 0 15,0 25-15,0-25 0,0 0 0,0 25 0,0-25 0,0 25 16,0-25-1,0 25-15,-25-25 0,25 0 0,0 25 0,0-25 0,0 0 0,0 24 0,0-24 0,0 0 16,0 25-16,0-25 0,0 0 0,0 25 0,0-25 16,0 0-16,0 0 0,0 25 15,0-25 1,0 0-16,0 0 0,0 0 0,0 0 15,25 0-15,-25 0 0,0 0 0,0 0 0,0 0 0,0 0 0,25 0 0,-25 0 0,0 0 0,0 0 0,25 0 0,-25 0 16,24 0 0,-24 0-16</inkml:trace>
  <inkml:trace contextRef="#ctx0" brushRef="#br0" timeOffset="79111.525">28897 4862 0,'0'-25'0,"0"25"0,0 0 0,0 0 15,0-25-15,-24 25 0,24 0 0,0 0 0,0 0 0,-25 0 0,25 0 16,0 0-1,0 0-15,-25 0 0,25 0 0,0 0 0,-25 0 0,25 0 0,0 0 0,0 0 0,-25 0 16,25 25-16,0-25 0,0 0 0,0 25 0,-24-25 0,24 0 16,0 25-16,0-25 15,0 24-15,0-24 0,0 25 0,0-25 0,0 25 0,0-25 0,0 0 0,0 25 16,0-25-16,0 0 0,0 25 0,24-25 15,-24 0-15,0 24 0,0-24 0,0 25 0,0-25 16,0 0-16,0 0 0,25 0 0,-25 0 0,0 25 0,0-25 0,0 0 0,0-25 16,25 25-1,-25 0-15,0 0 0,0 0 0,0 0 0,25 0 0,-25-25 0,0 25 0,0 0 16</inkml:trace>
  <inkml:trace contextRef="#ctx0" brushRef="#br0" timeOffset="79325.5371">28649 4614 0,'0'-25'0,"0"25"0,0 0 16,0 0-16,0-25 0,0 25 0,0 0 0,25 0 0,-25 0 0,0-25 31,0 25-31,0 0 0,25 0 0,-25 0 0,0 0 0,0 0 0,25 0 0,-25 25 15,0-25-15,0 0 0,25 0 0,-25 0 0,0 25 0,0-25 0,0 0 0,0 25 16,24-25 0,-24 24-16,0-24 0,0 0 0,0 25 0,0-25 0,0 25 0,-24-25 0,24 25 15</inkml:trace>
  <inkml:trace contextRef="#ctx0" brushRef="#br0" timeOffset="79477.5459">28525 5308 0,'0'0'16,"0"0"-1,0 0-15,0 25 0,0-25 0,0 0 0,0 0 0,0 0 0,0 0 0,0 0 16,0 0-16,0 0 0,0 0 0,0 0 0,0 0 0,0 0 0,0 0 16,0 0-1,0 0-15,0 0 0,0 0 0,25 0 0,-25-25 0</inkml:trace>
  <inkml:trace contextRef="#ctx0" brushRef="#br0" timeOffset="80387.5977">29716 4961 0,'25'0'0,"-25"0"0,0 0 16,0 0-16,25-25 0,-25 25 0,24 0 0,-24 0 0,25 0 15,-25-25-15,25 25 16,0 0-16,-25 0 0,25-24 0,-25 24 0,24 0 0,1 0 0,-25-25 0,25 25 16,-25 0-16,25 0 0,-25-25 0,25 25 0,-25 0 0,0-25 15,24 25 1,-24 0-16,0-25 0,25 25 0,-25 0 0,0-25 0,25 25 0,-25-24 0,0 24 15,0-25-15,25 25 0,-25-25 0,0 25 0,0-25 0,0 25 0,0-25 0,0 25 16,0-24 0,0 24-16,0-25 0,0 25 0,0-25 0,-25 25 0,25 0 0,0-25 31,0 25-31,0 0 0,-25 0 0,25-25 0,0 25 0,0 0 0,-25 0 0,25 0 0,0 0 0,-24 0 0,24-24 0,0 24 15,0 0-15,-25 24 0,25-24 0,0 0 0,0 0 0,0 0 0,-25 0 16,25 0 0,0 25-16,0-25 0,0 25 0,0-25 0,-25 25 0,25-25 0,0 25 0,0-25 15,0 24-15,0 1 0,0-25 0,0 25 0,0 0 0,0-25 0,-25 25 16,25-1-16,0-24 15,0 25-15,0 0 0,0-25 0,0 25 0,0-25 0,-24 25 0,24 0 0,0-25 0,0 24 32,0-24-32,0 25 0,0-25 0,0 0 0,-25 25 0,25-25 0,0 0 0,0 0 0,0 25 0,0-25 15,0 0-15,0 0 0,0 0 0,0 0 0,0 0 0,0 0 16,0 25-16,0-25 15,0 0-15,0 0 0,0 0 0,0-25 0,25 25 0,-25 0 0,0 0 16,0 0-16,24 0 0,-24 0 0,0-25 0,25 25 0,-25 0 0,25 0 16,-25-25-16,25 25 15,-25 0-15,25 0 0,-25-25 0,24 25 0,-24 0 0,25 0 0,-25 0 16,0 0-16,0 0 0,25 0 0,-25 0 0,0 0 0,0 0 0,0 0 0,0 0 31,25 0-31,-25 25 0,0-25 0,0 0 0,0 25 0,0-25 0,0 0 16,0 25-16,0-25 0,0 0 0,0 25 0,-25-25 0,25 24 0,0-24 0,0 0 0,0 25 15,0-25-15,0 0 0,0 0 0,0 25 0,0-25 16,0 0-16,25 0 78,-25 25-78,0-25 0,0 0 0,0 0 0,0 0 0,25 0 0,-25 0 0,0 0 0,24 0 0,-24 0 0,0 0 15</inkml:trace>
  <inkml:trace contextRef="#ctx0" brushRef="#br0" timeOffset="80854.6247">30435 4837 0,'0'0'0,"0"0"0,0 0 0,0 0 16,0 0-16,0 0 0,0 0 0,0 0 0,0 0 0,0 0 15,0 0-15,0 0 16,0 0-16,0 0 0,-24 0 0,24 0 0,0 0 0,0 25 0,0-25 16,0 0-16,0 25 0,0-25 0,0 0 0,0 24 0,-25-24 0,25 25 15,0-25 1,0 25-16,0-25 0,0 0 0,0 25 0,0-25 0,0 0 0,0 25 0,0-25 47,0 0-47,0 24 0,25-24 0,-25 0 0,0 25 0,0-25 0,0 0 0,0 0 0,24 0 0,-24 0 0,0 0 0,0 0 0,25 0 0,-25 0 0,0 0 0,25 0 0,-25 0 0,25 0 15,-25 0-15,25 0 0,-25-25 0,0 25 0,24 0 0,-24 0 16,25 0-16,-25-24 0,25 24 15,-25 0-15,25-25 0,-25 25 0,0 0 0,25-25 0,-25 25 0,0-25 0,0 25 16,24 0 0,-24-25-16,0 25 0,0-24 0,0 24 0,0 0 0,0-25 0,0 25 15,0 0-15,0 0 0,0-25 0,0 25 0,0 0 0,0 0 0,0 0 0,0 0 16,-24-25-1,24 25-15,0 0 0,0 0 0,0 0 0,0 0 0,0 0 0,-25 0 0,25 0 16,0 0-16,0 0 0,0 0 0,0 0 0,-25 0 16,25 0-16,0 0 0,0 0 0,0 0 0,0 25 0,-25-25 15,25 0-15,0 25 0,0-25 0,0 0 0,0 25 0,0-25 0,0 0 0,0 24 31,0-24-31,0 25 0,-25-25 0,25 25 0,0-25 0,0 0 0,0 25 0,0-25 0,0 0 47,0 25-47,25-25 0,-25 0 0,0 24 0,0-24 0,0 25 0,0-25 0,0 0 0,0 25 0,0-25 0,25 0 0,-25 0 0,0 25 0,0-25 0,25 0 0,-25 0 0,0 0 0,0 0 16,25 0-1,-25 0-15,24-25 0,-24 25 0,0 0 0,25 0 0,-25-25 0,25 25 16,-25 0-16,25-25 0</inkml:trace>
  <inkml:trace contextRef="#ctx0" brushRef="#br0" timeOffset="81299.6501">30882 4812 0,'0'0'0,"0"0"16,0 25-16,0-25 0,0 0 0,0 0 0,0 0 0,-25 0 0,25 25 0,0-25 15,0 0-15,0 25 0,0-25 16,0 24-16,0-24 0,-25 0 0,25 25 0,0-25 0,0 25 0,0-25 0,0 25 0,0-25 15,0 0-15,0 25 47,0-25-47,0 0 0,0 24 0,0-24 31,0 0-31,0 0 0,0 25 0,0-25 0,0 0 0,0 0 0,0 0 0,0 0 0,0 0 0,0 0 0,0 0 0,0 0 0,0 0 0,0 0 0,0 0 0,0 0 0,0-25 0,0 25 16,0 0-16,25 0 0,-25-24 0,0 24 0,0 0 0,0-25 0,25 25 0,-25-25 0,0 25 16,0 0-16,25-25 0,-25 25 0,0-25 0,24 25 0,-24 0 0,25-24 0,-25 24 0,0 0 0,25-25 0,-25 25 15,0 0 1,0 0-16,25 0 0,-25 0 0,0 0 0,0 0 0,0 0 0,25 0 0,-25 25 0,0-25 15,0 0-15,0 0 0,0 0 0,0 24 0,0-24 0,0 0 0,0 25 16,0-25 0,0 0-16,0 25 0,0-25 0,0 0 0,0 25 0,0-25 0,0 0 0,0 25 15,-25-25-15,25 0 0,0 24 0,0-24 0,0 25 0,0-25 0,0 0 16,0 25-16,0-25 0,0 25 15,0-25-15,0 0 0,25 0 0,-25 25 0,0-25 0,0 0 0,0 0 0,0 0 16,0 24-16,0-24 0,0 0 0,0 0 0,0 0 0,0-24 16,0 24 30,0 0-46,0 0 0</inkml:trace>
  <inkml:trace contextRef="#ctx0" brushRef="#br0" timeOffset="81510.6621">30758 4688 0,'0'0'0,"0"0"0,25-25 16,-25 25-16,0 0 0,0 0 0,0 0 0,24-25 0,-24 25 0,0 0 15,25 0-15,-25 0 16,0 0-16,25 0 0,-25 0 0,25-24 0,-25 24 0,25 0 0,-25 0 0,0 0 15,24 24-15,-24-24 0,0 0 0,25 0 0,-25 0 0,0 25 0,0-25 16,0 0 0,0 25-16,25-25 0,-25 0 0,0 25 0,-25-25 0,25 25 0,0-25 0,0 24 15,0 1-15</inkml:trace>
  <inkml:trace contextRef="#ctx0" brushRef="#br0" timeOffset="81704.6733">30510 5606 0,'0'25'0,"-25"-25"16,25 24-16,0-24 0,-25 0 0,25 0 0,0 25 0,0-25 16,0 0-16,0 0 0,0 0 0,-25 0 15,25 0-15,0 0 0,0 0 0,0 0 0,0 0 0,0 0 0,0 0 16,0 0-16,0-25 0,0 25 15,0 0-15,0 0 0,0-24 16,25 24-16,-25-25 0</inkml:trace>
  <inkml:trace contextRef="#ctx0" brushRef="#br0" timeOffset="81905.6848">30510 4738 0,'0'-25'0,"0"25"0,0 0 16,-25-25-16,25 25 0,0 0 0,0-25 0,0 25 0,0 0 0,0 0 15,0 0-15,0 0 0,0 0 0,0 0 16,0 0-16,0 0 0,0 0 0,0 0 16,0 0-16,0 0 0,0 0 0,-25 0 0,25 0 0</inkml:trace>
  <inkml:trace contextRef="#ctx0" brushRef="#br0" timeOffset="84046.8072">3746 6028 0,'0'0'0,"-25"0"16,25-25-1,0 25-15,0 0 0,0 0 0,0 0 0,0 0 0,0 0 0,0 0 16,0 0-16,0 0 0,0 0 0,0 0 0,0 0 0,0 0 0,0 0 0,0 0 15,0 0-15,0 0 16,0 0-16,0 0 0,0 0 0,0-25 0,0 25 16,0 0-16,0 0 0,0 0 0,0 0 0,0 0 0,0 0 0,0 0 0,0 0 0,0 0 0,0 0 15,0 0-15,0 0 16,0 0-16,0 0 0,0 0 0,0 0 0,0 0 0,0 0 15,0 25-15,0-25 0,0 0 0,0 0 0,0 0 0,0 0 0,0 0 16,0 0-16,0 0 0,0 0 0,0 0 0,0 0 16,0 0-16,0 0 0,0 0 0,0 0 15,0 0-15,0 0 0,0 0 0,0 0 0,0 0 0,0 0 0,0 0 16,0 0-16,0 0 0,0 0 0,0 0 15,0 0-15,0 0 0,0 0 0,0 0 0,0 25 16,0-25-16,25 0 0,-25 0 0,0 0 0,0 24 0,0-24 0,0 0 0,0 0 0,0 25 16,0-25-16,24 0 0,-24 25 0,0-25 0,0 0 15,0 25-15,0-25 16,25 0-16,-25 25 0,0-25 0,0 24 0,0-24 0,0 25 0,0-25 0,0 0 15,0 25-15,25-25 0,-25 25 0,0-25 0,0 25 16,0-25-16,0 24 0,0-24 0,0 0 16,25 25-16,-25-25 0,0 25 0,0-25 0,0 0 0,0 25 0,25-25 0,-25 0 15,0 25 1,0-25-16,0 0 0,0 0 0,0 0 0,0 24 0,24-24 0,-24 0 0,0 0 15,0 0-15,0 0 0,0 0 0,0 0 0,0 0 16,0 0-16,0 0 0,0-24 0,0 24 16,0 0-16,0 0 0,0-25 0,0 25 0,0 0 0,25-25 0,-25 25 0,0-25 15,0 25-15,0-25 0,25 25 0,-25-24 0,0 24 0,0-25 16,0 25-1,0-25-15,25 25 0,-25-25 0,0 0 0,0 25 0,0-24 0,0 24 0,0 0 0,0-25 16,0 25-16,0 0 0,0 0 0,0 0 0,0-25 0,0 25 0,0 0 16,0 0-1,0 0-15,25 25 0,-25-25 0,0 0 0,0 0 0,0 0 0,0 0 0,0 0 16,0 0-16,0 0 0,0 25 0,0-25 0,0 0 0,0 0 15,0 0-15,0 0 0,24 0 16,-24 0-16,0 0 0</inkml:trace>
  <inkml:trace contextRef="#ctx0" brushRef="#br0" timeOffset="84604.8392">4242 6201 0,'0'0'0,"0"0"16,0 0-16,0-25 0,-25 25 0,25 0 0,0 0 0,0 0 0,0-24 15,0 24-15,0 0 0,0 0 0,0 0 0,0 0 0,-25 0 0,25-25 16,0 25-16,0 0 16,0 0-16,0 0 0,0 0 0,0 0 0,0 0 0,-25 0 0,25 0 0,0 0 15,0 0-15,0 0 0,0 0 0,0 25 0,-25-25 0,25 0 16,0 0-16,0 24 15,0-24-15,0 25 0,0-25 0,0 0 0,0 25 0,-24-25 0,24 25 16,0-25-16,24 25 0,-24-25 0,0 24 0,0-24 0,0 25 0,0-25 0,0 25 16,0-25-16,0 25 15,25-25-15,-25 0 0,0 25 0,0-25 0,0 0 0,25 0 0,-25 0 0,0 24 16,0-24-16,25 0 0,-25 0 0,0 0 0,0 0 0,0 0 15,0 0 1,0 0-16,25 0 0,-25 0 0,0 0 0,0-24 0,0 24 0,0 0 0,0 0 0,24 0 0,-24-25 16,0 25-16,0 0 0,0-25 0,0 25 0,0 0 15,0-25-15,0 25 16,0 0-16,0-25 0,0 25 0,0-24 0,0 24 0,0-25 0,0 25 0,0-25 0,0 25 15,0-25 1,0 25-16,0-25 0,0 25 0,25 0 0,-25-24 0,0 24 0,0-25 16,0 25-16,25 0 0,-25 0 0,0 0 0,25-25 15,-25 25-15,0 0 0,25 0 0,-25 0 0,0 0 0,24 0 16,-24 0-16,0 0 0,25 25 0,-25-25 0,0 0 0,25 0 0,-25 0 0,0 25 15,0-25 1,25 0-16,-25 0 0,0 24 0,0-24 0,0 25 0,0-25 0,0 0 0,0 25 16,0-25-16,25 25 0,-25-25 0,0 0 0,0 25 0,0-25 0,0 0 15,0 24-15,0-24 16,0 0-16,0 25 0,0-25 15,0 0-15,0 25 0,0-25 0,0 0 0,0 25 0,0-25 0,0 0 0,0 0 0,0 25 0,0-25 0,0 0 0,0 0 16,0 0-16,0 0 0,0 0 16</inkml:trace>
  <inkml:trace contextRef="#ctx0" brushRef="#br0" timeOffset="84925.8575">4118 5953 0,'0'0'0,"0"0"0,0 0 15,0 0-15,0 0 0,0-25 0,0 25 0,0 0 0,0 0 16,24 0-16,-24 0 16,0 0-16,0 0 0,0 0 0,0 0 0,25 25 0,-25-25 0,0 0 0,25 0 15,-25 0 1,0 25-16,0-25 0,0 0 0,25 25 0,-25-25 0,0 0 0,0 25 0,0-25 47,0 0-47,0 24 0,0-24 0,0 0 0,0 25 0,0-25 0,0 0 0,0 25 0,0-25 0,0 0 0,0 0 0,0 25 0,0-25 0,0 0 0,0 0 0</inkml:trace>
  <inkml:trace contextRef="#ctx0" brushRef="#br0" timeOffset="85113.8683">4341 5730 0,'25'0'15,"-25"0"-15,0 0 0,0 0 0,0 0 0,0 0 0,0 0 0,0 0 0,0 0 0,0 0 16,0 25-16,0-25 0,0 0 0,0 24 16,0-24-16,0 0 0,0 25 0,0-25 0,0 25 0,0-25 15,0 25-15,0-25 16,0 25-16,0-25 0,0 25 0,0-25 0,0 24 0</inkml:trace>
  <inkml:trace contextRef="#ctx0" brushRef="#br0" timeOffset="85574.8946">5308 6176 0,'0'0'0,"-25"0"0,25 0 15,0 0-15,0 0 0,0 0 0,0 0 0,0 0 0,0 0 0,0 0 0,0 0 16,0 25-16,0-25 0,0 0 15,0 0-15,0 25 0,0-25 0,0 25 0,25-25 0,-25 25 16,0-25-16,0 24 0,25-24 0,-25 25 0,0-25 31,0 25-31,0-25 0,25 0 0,-25 25 0,0-25 0,0 0 0,0 0 0,0 25 0,0-25 0,0 0 0,0 0 0,0 0 0,0 0 16,0 24-1,25-24-15,-25 0 0,0 0 0,0 0 0,0 0 0,0 0 0,0 0 16,0 0-16,0 0 0,0 0 0,0 0 0,0 0 0,24 0 0,-24-24 0,0 24 0,0 0 16,0 0-1,0-25-15,0 25 0,25 0 0,-25-25 0,0 25 0,0-25 0,0 25 0,0-25 16,0 25-16,0-24 0,0 24 0,0-25 0,25 25 0,-25-25 0,0 25 16,0 0-16,0 0 15,0 0-15,0-25 0,0 25 0,0 0 0,0 0 0,0 0 0,0 0 0,0 0 16,0 25-16,25-25 0,-25 0 0,0 0 0,0 0 0,0 0 15</inkml:trace>
  <inkml:trace contextRef="#ctx0" brushRef="#br0" timeOffset="85954.9157">5531 6375 0,'0'0'0,"0"0"0,0 0 0,0 0 16,0 0 0,0 0-16,0 0 0,0 0 0,0 0 0,25 0 0,-25 0 0,0-25 0,0 25 0,0 0 31,0 0-31,25 0 0,-25-25 0,0 25 0,25 0 0,-25-25 0,0 25 0,25 0 0,-25-24 0,0 24 0,24 0 15,-24-25-15,0 25 0,0 0 0,0-25 0,0 25 16,0 0-16,0 0 0,25-25 16,-25 25-16,0 0 0,0 0 0,0-25 0,0 25 0,-25 0 0,25 0 0,0 0 31,0 0-31,0 0 0,0 0 0,0 0 0,0 0 0,0 0 0,-24 0 0,24 0 0,0 0 0,0 0 15,0 0-15,0 0 0,-25 0 0,25 0 0,0 0 0,0 0 0,0 0 16,0 0 0,-25 25-16,25-25 0,0 0 0,0 0 0,0 25 0,0-25 0,0 0 0,0 0 0,0 25 15,0-25-15,0 25 0,0-25 0,25 24 0,-25-24 0,0 25 16,0-25-16,0 25 15,0-25-15,25 0 0,-25 25 0,0-25 0,0 25 0,24-25 0,-24 0 0,0 24 16,0-24-16,25 0 0,-25 0 0,0 25 0,0-25 0,0 0 16,0 0-16,25 0 0,-25 0 15,0 0-15,0 0 0,0 0 0,0 0 16,0 0-16,0 0 0,0 0 0,0-25 0,25 25 0,-25 0 0,0 0 15,0-24-15,0 24 0,0-25 0</inkml:trace>
  <inkml:trace contextRef="#ctx0" brushRef="#br0" timeOffset="86167.9286">5556 6052 0,'0'0'0,"0"0"31,-25-24-31,25 24 0,0 0 0,0 0 0,0-25 0,0 25 0,0 0 0,0 0 0,0-25 0,25 25 16,-25 0-16,0 0 0,0 0 0,0 0 0,25 0 0,-25 0 15,0 0 1,25 0-16,-25 0 0,25 0 0,-25 0 0,0 0 0,24 0 0,-24 0 0,0 0 0,25 0 16,-25 25-16,0-25 0,25 0 0,-25 25 0,0-25 0,0 0 0,25 0 15,-25 24-15,0-24 16</inkml:trace>
  <inkml:trace contextRef="#ctx0" brushRef="#br0" timeOffset="86342.9386">5953 5755 0,'0'0'0,"0"0"16,0 0-16,-25 0 16,25 24-16,0-24 0,0 0 0,0 25 0,0-25 0,0 25 0,0-25 15,0 25-15,0-25 0,0 25 0,0 0 0,-24-25 0,24 24 0,0-24 0,0 25 16,0 0-16,0 0 0,0-25 15,0 25-15</inkml:trace>
  <inkml:trace contextRef="#ctx0" brushRef="#br0" timeOffset="86737.9611">6474 6102 0,'0'0'0,"0"0"0,0 0 16,0 0-16,-25 0 0,25 0 0,0 0 0,0 25 0,0-25 15,0 0 1,0 25-16,0-25 0,0 24 0,0-24 0,0 25 0,0-25 0,0 25 0,0 0 0,0 0 0,0-25 16,25 24-16,-25 1 0,0 0 0,0 0 0,0-25 15,0 25-15,0-1 16,0 1-16,25 0 0,-25-25 0,0 25 0,0 0 0,0-25 0,0 24 0,0 1 0,0-25 15,0 25-15,0 0 16,0-25-16,0 25 0,0-25 0,0 24 0,0-24 0,0 25 0,0-25 16,0 25-16,0-25 0,0 0 0,0 25 0,-25-25 0,25 0 0,0 25 15,0-25 1,0 0-16,0 0 0,0 0 0,0 0 0,0 0 0,0 0 0,0 0 0,-25 0 0,25-25 15,0 25-15</inkml:trace>
  <inkml:trace contextRef="#ctx0" brushRef="#br0" timeOffset="87053.9792">6548 6152 0,'0'0'0,"25"0"16,-25 0-16,0 24 0,25-24 0,-25 0 0,0 0 0,25 25 0,-25-25 0,0 25 15,0-25-15,0 0 16,25 25-16,-25-25 0,0 25 0,0-25 0,0 24 0,0-24 0,0 25 0,0-25 31,0 0-31,0 25 0,0-25 0,-25 25 0,25-25 0,0 0 0,0 0 0,-25 25 0,25-25 16,0 0-16,0 24 0,-25-24 0,25 0 0,0 0 0,0 0 0,0 25 15,-25-25-15,25 0 16,0 0-16,0 0 0,0 0 0,-24 0 0,24 0 0,0 0 0,0-25 0</inkml:trace>
  <inkml:trace contextRef="#ctx0" brushRef="#br0" timeOffset="87698.0159">6697 6325 0,'0'0'0,"0"-25"0,0 25 16,0 0-16,0 0 0,0 0 0,25-24 0,-25 24 0,0 0 0,0-25 15,25 25-15,-25 0 0,25-25 0,-25 25 0,24-25 0,-24 0 0,25 25 16,-25-24-16,25-1 16,0 25-16,-25-25 0,25 25 0,-25-25 0,25 0 0,-25 25 0,0-24 0,24-1 46,-24 25-46,0-25 0,0 25 0,25-25 0,-25 25 0,0-25 0,0 25 0,0-24 0,0 24 0,-25 0 0,25-25 0,0 25 0,0 0 0,0 0 0,0-25 16,-24 25-16,24 0 0,0 0 0,0 0 0,-25 0 0,25 0 0,-25 0 16,25 0-16,-25-25 15,25 25-15,-25 0 0,25 25 0,-25-25 0,25 0 0,-24 0 0,24 0 16,-25 0-16,25 0 0,-25 0 0,25 25 0,0-25 0,0 0 0,-25 0 0,25 0 31,0 0-31,0 25 0,0-25 0,0 0 0,0 24 0,0-24 0,0 0 0,25 25 0,-25-25 16,0 25-16,0-25 0,0 25 0,0-25 0,0 25 0,25-1 0,-25-24 31,0 25-31,0 0 0,0-25 0,0 25 0,25 0 0,-25-1 0,0-24 0,0 25 15,0 0-15,0-25 0,0 25 0,0 0 0,0-25 0,0 24 0,0-24 0,24 25 16,-24-25-16,0 25 0,0-25 0,0 0 0,0 25 16,0-25-16,0 0 0,0 25 15,0-25-15,0 0 0,0 24 0,0-24 0,0 0 0,0 0 0,0 0 0,0 25 16,0-25-16,0 0 15,0 0-15,0 0 0,0 0 0,0 0 0,0 0 0,0 0 16,0 0-16,0-25 0,0 25 0,0 0 0,0 0 0,25 0 0,-25-24 0,0 24 16,0 0-16,25-25 15,-25 25-15,0-25 0,25 25 0,-25 0 0,25-25 0,-25 25 0,0 0 16,25-25-16,-25 25 0,24 0 0,-24 0 15,0 0-15,25-24 0,-25 24 0,0 0 0,25 0 0,-25 0 0,0 0 16,0 0-16,0 24 0,0-24 0,0 0 0,25 0 0,-25 25 0,0-25 16,0 0-16,0 25 0,0-25 0,0 0 0,0 25 15,0-25-15,0 0 0,0 25 16,0-25-16,-25 0 0,25 24 0,0-24 0,0 0 0,0 0 0,0 25 0,0-25 0,0 0 15,25 0-15,-25 25 16,0-25-16,0 0 0,0 0 0,0 0 0,0 0 16,25 0-16,-25 0 0,0 0 0,24 0 0</inkml:trace>
  <inkml:trace contextRef="#ctx0" brushRef="#br0" timeOffset="88522.0631">7466 6325 0,'0'-25'0,"-25"25"16,25 0-16,0-24 0,0 24 0,-24 0 0,24-25 0,-25 25 0,25-25 0,0 25 16,-25 0-16,25-25 0,0 25 0,-25 0 0,25 0 15,0-25-15,0 25 0,-25 0 0,25 0 16,0 0-16,0 0 0,-24 25 0,24-25 0,0 0 0,-25 0 0,25 0 0,0 25 15,-25-25 1,25 0-16,0 0 0,-25 25 0,25-25 0,0 0 0,-25 25 0,25-25 0,0 24 0,-24-24 0,24 25 16,-25-25-16,25 25 0,0-25 0,-25 25 15,25-25-15,0 25 0,0-25 16,0 24-16,0-24 0,0 0 0,0 25 0,0-25 0,0 25 0,0-25 0,25 0 15,-25 0-15,0 25 0,25-25 0,-25 0 0,0 0 16,24 25-16,-24-25 0,0 0 0,25 0 16,-25 0-16,0 0 0,25 0 0,-25 0 0,25 0 0,-25-25 0,25 25 15,-25 0-15,24 0 0,-24-25 0,0 25 0,25 0 0,-25-25 0,0 25 16,0 0-1,25-25-15,-25 25 0,0 0 0,0-24 0,25 24 0,-25 0 0,0-25 0,0 25 0,0-25 32,0 25-32,0 0 0,0-25 0,0 25 0,0-25 0,0 25 0,0 0 0,-25-24 0,25 24 0,0 0 0,0 0 15,0-25 1,0 25-16,0 0 0,0 0 0,0 0 0,0 0 0,0 0 0,0 0 0,0 0 0,0 0 15,0 0-15,0 0 0,0 0 0,0 0 0,0 0 0,0 0 0,0 0 16,0 25 0,0-25-16,0 0 0,0 24 0,0-24 0,0 0 0,0 25 0,0-25 0,0 0 0,0 25 31,0-25-31,0 25 0,0-25 0,25 0 0,-25 25 0,0-25 0,0 24 0,0-24 0,0 0 0,0 25 0,0-25 15,25 25 1,-25-25-16,0 0 0,0 25 0,24-25 0,-24 0 0,0 0 0,0 0 0,0 0 16,25 0-16,-25 0 0,0 0 0,0 0 0,25 0 0,-25 0 15,0 0-15,25 0 0,-25-25 0,0 25 0,0 0 0,25-25 0,-25 25 16,0 0-16,24-25 15,-24 25-15,0 0 0,0-24 0,25 24 0,-25-25 0,0 25 0,0 0 0,0-25 0,0 25 16,0-25 0,0 25-16,-25 0 0,25-25 0,0 25 0,0 0 0,0 0 0,0-24 15,0 24-15,0 0 0,0 0 0,0 0 0,0 0 0,0 0 0,0 0 16,0 0-16,0 0 0,0 0 0,0 0 0,0 0 15,0 0-15,0 0 0,0 0 0,0 0 94,0 0-94,0 0 0,0 24 0,0-24 0,0 0 0,0 25 0,0-25 0,0 0 0,0 25 0,0-25 0,0 25 0,0-25 0,0 0 0,0 25 0,0-25 0,25 24 0,-25-24 16,0 0-16,0 0 0,0 25 0,0-25 0,0 0 0,25 0 0,-25 25 0,0-25 0,0 0 0,0 0 0,25 0 0,-25 0 0,0 0 0,0 0 15,0 0-15,25 0 0,-25 0 0,0 0 0,0-25 0,0 25 31,0 0-31,24-25 0,-24 25 0,0 0 0</inkml:trace>
  <inkml:trace contextRef="#ctx0" brushRef="#br0" timeOffset="88754.0765">7640 5829 0,'0'0'0,"0"0"0,0 0 15,0 0-15,0-25 0,0 25 0,0 0 0,25 0 0,-25 0 0,0 0 16,0 0-1,24 0-15,-24 0 0,0 0 0,25 0 0,-25 0 0,25 0 0,-25 0 0,0 25 16,25-25-16,-25 0 0,0 0 0,0 25 0,25-25 0,-25 0 0,-25 25 16,25-25-1,0 0-15,-25 25 0,25-25 0,-25 24 0,0-24 0,1 25 0</inkml:trace>
  <inkml:trace contextRef="#ctx0" brushRef="#br0" timeOffset="90478.1751">3001 7466 0,'0'0'15,"0"0"-15,0 0 16,0 0-16,0 0 0,0 0 0,0 0 0,0 0 0,0 0 0,0 0 16,0 0-16,0 0 0,0 0 0,0 0 0,0 0 15,0 0-15,0 0 0,0 0 0,0 0 0,0 0 16,0 0-16,0 0 0,0 0 0,0 25 0,0-25 0,0 0 0,0 0 0,0 0 15,0 0-15,25 25 0,-25-25 16,0 0-16,0 0 0,0 0 0,0 25 0,0-25 0,0 0 0,0 24 16,0-24-16,0 0 0,0 25 0,0-25 0,0 25 0,0-25 0,0 25 15,0-25 1,0 25-16,0-25 0,0 24 0,0 1 0,0-25 0,0 25 0,-25-25 0,25 25 0,25-25 0,-25 25 15,0-25 1,0 24-16,-25-24 0,25 25 0,25-25 0,-25 0 0,0 25 0,0-25 16,0 0-16,-25 25 0,25-25 0,0 0 0,0 0 0,0 25 0,0-25 15,0 0-15,0 0 0,0 0 0,0 0 16,0 0-16,25 0 0,-25 0 0,0 0 0,0 0 0,0 0 15,0 0-15,0 0 0</inkml:trace>
  <inkml:trace contextRef="#ctx0" brushRef="#br0" timeOffset="91092.2101">2952 7516 0,'0'0'0,"0"0"0,0 0 15,0 0-15,0-25 0,0 25 0,0 0 0,0 0 0,0 0 0,0 0 0,0 0 16,0 0-16,0 0 0,0-25 0,0 25 0,25 0 16,-25 0-16,0 0 0,0 0 0,24-25 15,-24 25 1,25 0-16,-25 0 0,0 0 0,25 0 0,-25 0 0,0 0 0,25 25 0,-25-25 0,0 0 0,0 0 0,25 0 15,-25 25-15,0-25 0,0 25 0,0-25 0,24 0 0,-24 25 0,0-25 0,0 24 32,0-24-32,0 25 0,0-25 0,0 25 0,0-25 0,0 25 15,0-25-15,0 25 0,0-25 0,-24 24 0,24-24 0,0 25 0,0-25 0,-25 25 0,25-25 0,0 0 16,0 25-1,0-25-15,0 0 0,-25 25 0,25-25 0,0 0 0,0 0 0,0 0 0,0 0 16,0 0-16,0 0 0,0 0 0,0 0 0,0 0 0,0 0 0,0 0 16,0 0-16,0 0 15,0 0-15,25 0 0,-25 0 0,0 0 0,0 0 0,0 0 0,0 0 0,0-25 16,25 25-16,-25 0 0,0 0 0,0 0 0,24 0 0,-24 0 0,0 0 15,0 0 1,25 0-16,-25 25 0,0-25 0,0 0 0,0 0 0,0 24 0,25-24 16,-25 25-16,0-25 0,0 0 0,0 25 0,0-25 0,0 25 0,0-25 0,0 0 15,0 25-15,0-25 16,0 24-16,0-24 0,0 0 0,0 25 0,-25-25 0,25 0 0,0 25 15,0-25-15,0 0 0,0 0 0,0 25 0,-25-25 0,25 0 0,0 0 0,0 0 32,0 0-32,-24 0 0,24 0 0,0 0 0,-25 0 0,25 0 0,0 0 0,0 0 0,-25 0 0,25 0 31,0 0-31,0 0 0,0 0 0,0-25 0,0 25 0,-25 0 0,25 0 0,0-25 0,0 25 15,0 0-15,0 0 0,0 0 0,0 0 0,0 0 0,0 0 0,0 0 0,0 0 16,0 0 0,0 0-16,0 0 0,0 0 0,0 0 0,0 0 0,0 0 0,25 0 15</inkml:trace>
  <inkml:trace contextRef="#ctx0" brushRef="#br0" timeOffset="91773.2491">3349 7615 0,'0'0'0,"0"-25"15,0 25-15,0 0 0,-25 0 0,25 0 0,0 0 16,0 0-16,0 0 0,0 0 0,0 0 93,0-25-93,25 25 0,-25 0 0,0 0 0,0 0 0,0 0 0,0 0 0,0 0 0,0 0 0,24 0 0,-24-24 0,0 24 0,0 0 0,0 0 0,25 0 0,-25 0 63,25 24-63,-25-24 0,0 0 0,0 0 0,0 25 0,0-25 0,25 0 0,-25 25 0,0-25 0,0 0 0,0 25 0,0-25 0,0 25 0,0-25 0,0 0 0,0 24 0,0-24 0,0 25 15,0-25-15,0 25 0,0-25 0,0 0 0,0 25 0,0-25 0,0 25 0,0-25 0,0 0 0,0 0 0,0 24 0,-25-24 0,25 0 0,0 0 0,0 0 0,0 25 0,0-25 0,0 0 0,0 0 0,0 0 0,0 0 0,0 0 16,0 0-16,0 0 0,0 0 0,0 0 0,0 0 0,0 0 0,0 0 16,0 0 30,0 0-46,0-25 0,0 25 0,0 0 16,0 0-16,0 0 0,25 0 0,-25 0 0,0 0 0,0 0 0,0-24 0,25 24 0,-25 0 0,0 0 0,0 0 0,24 0 0,-24 0 0,0 0 0,0 24 0,25-24 0,-25 0 0,0 0 0,0 0 0,25 0 0,-25 25 0,0-25 16,0 0-16,0 25 15,0-25-15,0 0 0,25 25 0,-25-25 0,0 0 0,0 25 16,0-25-16,0 0 0,-25 24 0,25-24 0,0 0 0,0 0 0,0 25 218</inkml:trace>
  <inkml:trace contextRef="#ctx0" brushRef="#br0" timeOffset="92073.2659">3076 8285 0,'0'0'0,"0"0"0,0 0 15,0 0-15,0 0 0,0 0 0,0 0 0,0 0 0,0 0 16,0 0-16,0 0 0,0 0 0,0 0 125,25 0-125,-25 0 0,0 0 0,0 0 0,24 0 0,-24 0 0,0 0 0,25 0 0,-25 0 0,25 0 0,-25 0 0,25 0 0,-25 0 0,25 0 0,-25 0 0,24 0 0,-24 0 0,25 0 0,-25 0 0,25 0 0,0 0 15,-25 25-15,25-25 0,-1 0 0,-24 0 0,25 0 0,0 0 0,-25 0 0,25 0 0,0 0 0,-25 0 0,24 0 0,-24 0 0,0 0 0,25 0 0,-25 0 0,0 0 0,0 0 0,0 0 0,25 0 0,-25 0 16,0 0-16,0 0 0,0 0 0,0 0 0,0 0 0,0 0 16,0 0-16,0 0 15,0 0-15,0 0 0,0 0 0,0 0 0,0 0 0,0 0 0,0 0 16,0 0-16,0 0 0,0 0 0,0 0 0,0 0 0,0 0 0,0 0 15,0 0-15,0 0 0,0 0 16,0 0-16,0-25 0,0 25 0,0 0 0,25 0 16,-25 0-16,0 0 0,0 0 0,25-25 0,-25 25 0</inkml:trace>
  <inkml:trace contextRef="#ctx0" brushRef="#br0" timeOffset="92445.2876">4192 7764 0,'0'0'0,"0"0"93,-25-25-77,25 25-16,0 0 0,0 0 0,0 0 0,0 0 0,0 0 0,0 0 0,0 0 0,0 0 0,0 0 0,0 0 0,0 0 0,0 0 0,0 0 31,0 0-31,0 0 0,0 0 0,0 0 0,25 0 0,-25 25 0,0-25 0,0 0 0,0 0 0,0 0 0,0 0 0</inkml:trace>
  <inkml:trace contextRef="#ctx0" brushRef="#br0" timeOffset="92570.2947">4266 8012 0,'0'0'0,"0"0"16,0 0-16,0 0 0,-24 0 0,24 0 0,0 0 0,0 0 0,0 0 16,0 0-16,0 0 15,0 0-15,0 0 0,0 0 0,0 0 0,0 0 0,0 0 0,0 0 0,0 0 0</inkml:trace>
  <inkml:trace contextRef="#ctx0" brushRef="#br0" timeOffset="93200.3308">5259 7590 0,'0'-25'0,"0"25"0,0 0 63,0 0-63,0 0 31,0 0-31,0 0 0,0 0 0,0 0 0,0 0 0,0 0 16,0 0-16,0 0 0,0 0 0,0 0 0,0 0 0,0 0 0,0 0 0,0 0 0,0 0 0,0 25 0,0-25 0,0 0 0,0 0 0,0 25 0,0-25 0,0 0 15,0 25-15,0-25 0,0 25 0,0-1 0,0-24 0,0 25 0,0-25 0,0 25 0,24 0 0,-24-25 0,0 25 0,0-1 0,0-24 0,0 25 0,0-25 0,0 25 16,0-25-16,0 25 0,0-25 0,0 25 0,0-25 0,0 24 15,0-24-15,0 25 0,0-25 0,0 0 0,0 25 0,0-25 0,0 0 16,0 0-16,0 0 0,0 25 0,0-25 16,0 0-16,0 0 0,0 0 0,0 0 15,0 0-15,0 0 0,0 0 0,0 0 0,0 0 0,0-25 0,-24 25 0,24 0 0,0 0 16,0 0-16,0-25 15</inkml:trace>
  <inkml:trace contextRef="#ctx0" brushRef="#br0" timeOffset="93395.3419">5135 7516 0,'0'0'0,"0"0"0,0 0 0,0 0 0,0 0 0,0-25 0,0 25 0,0 0 0,0 0 0,0 0 0,0 0 0,0 0 0,24 0 0,-24-25 0,0 25 0,25 0 0,-25 0 0,25 0 0,-25 0 16,25 0-16,-25-25 0,25 25 0,-25 0 0,24 0 0,-24 0 15,25 0-15,-25 25 0,25-25 0,-25 0 0,25 0 16,-25 0-16,25 0 0,-25 25 0</inkml:trace>
  <inkml:trace contextRef="#ctx0" brushRef="#br0" timeOffset="93861.3686">5383 7689 0,'0'0'0,"0"0"0,0 0 15,-25 0-15,25 0 0,0-24 0,0 24 0,0 0 0,0 0 0,0 0 0,0 0 32,0 0-32,0 0 0,0 0 0,0 0 0,0 0 0,0 0 0,0 0 0,0 0 0,0 0 0,0 0 15,0 0 1,0 0-16,0 0 0,0 0 0,0 0 0,0 0 0,0 0 0,0 0 0,0 0 15,0 0-15,0 0 0,0 0 0,0 0 0,0 0 0,0 0 0,0 0 0,0 24 16,0-24 0,0 0-16,0 0 0,0 25 0,0-25 0,0 25 0,0-25 0,0 25 0,0-25 15,0 25-15,0-25 0,25 24 0,-25-24 0,0 25 0,0-25 0,0 25 16,0-25-16,0 25 0,0-25 0,0 0 15,0 25-15,24-25 0,-24 0 0,0 24 16,0-24-16,0 0 0,0 25 0,0-25 0,0 0 0,25 0 0,-25 0 0,0 25 0,0-25 16,0 0-1,0 0-15,25 0 0,-25 0 0,0 0 0,0 0 0,0 0 16,25 0-16,-25 0 0,0 0 0,0-25 0,25 25 0,-25 0 0,0 0 0,0 0 15,24-25-15,-24 25 0,0 0 0,0-24 0,25 24 0,-25-25 16,0 25-16,0-25 16,0 25-16,25-25 0,-25 25 0,0-25 0,0 25 0</inkml:trace>
  <inkml:trace contextRef="#ctx0" brushRef="#br0" timeOffset="94470.4034">5581 7640 0,'0'0'0,"0"0"0,0 0 16,0 0 0,0 0-16,0 0 0,0 0 0,0 0 0,0 0 0,0 0 0,0 0 0,0 0 0,0 0 15,0 0-15,0 0 0,0 0 0,0 0 16,0 25-16,0-25 0,0 0 0,0 0 0,0 24 0,0-24 0,0 25 15,25-25-15,-25 25 0,0-25 0,0 25 0,0-25 0,0 25 16,0-25-16,0 24 16,25-24-16,-25 25 0,0-25 0,0 0 0,0 25 0,0-25 0,0 25 0,0-25 0,0 0 15,0 25-15,0-25 0,0 0 0,0 0 0,0 0 16,0 0-16,0 24 0,0-24 15,0 0-15,0 0 0,0 0 0,0 0 0,0 0 0,0 0 0,0 0 0,24-24 110,-24 24-110,0 0 0,0 0 0,0 0 0,0-25 0,0 25 0,0 0 0,0-25 0,0 25 0,0 0 0,0-25 0,0 25 0,0 0 0,0-25 0,0 25 0,0-24 0,0 24 0,0 0 0,0-25 0,0 25 0,0 0 0,25 0 0,-25 0 0,0-25 0,0 25 0,0 0 0,0 0 0,25 0 0,-25 0 0,0 0 0,0 0 0,25 0 0,-25 0 0,0 0 0,0 0 0,25 0 0,-25 0 0,0 0 31,24 25-31,-24-25 0,0 0 0,0 0 0,0 25 0,25-25 0,-25 0 31,0 24-31,0-24 0,0 0 0,0 0 0,0 25 0,0-25 0,0 0 0,0 25 0,0-25 0,0 0 0,0 0 0,0 0 0,0 25 16,0-25-16,0 0 0,0 0 0,0 0 0,0 0 0,0 0 15,0 0-15,0 0 172,149-223-172,-149 247 0,25-24 0,-25 0 0,0 0 0,0 0 0,0 25 0,0-25 0,0 25 0,0-25 0,0 25 0,0-25 0,0 0 0,0 25 0,0-25 0,0 24 0,0-24 0,0 25 0,0-25 0,0 0 0,0 25 0,0-25 0,0 0 0,0 25 0,0-25 15,25 0-15,-25 0 0,0 0 0,0 0 0,0 0 0,0 0 0,0 0 0,0 0 0,0 0 0,25-25 0,-25 25 0,0-25 0</inkml:trace>
  <inkml:trace contextRef="#ctx0" brushRef="#br0" timeOffset="94710.4164">5904 7367 0,'24'0'0,"1"0"0,-25 0 0,25 0 0,0 0 0,0 0 0,-1 0 0,1 0 0,0 0 0,0 0 0</inkml:trace>
  <inkml:trace contextRef="#ctx0" brushRef="#br0" timeOffset="95797.4793">6995 7665 0,'0'-25'16,"0"25"-1,0 0-15,0 0 0,0 0 0,0 0 0,0 0 0,0 0 0,0 0 0,0 0 16,0 0-16,0 0 0,0 0 0,0 0 0,0 0 0,0 0 0,0 25 15,0-25-15,0 0 16,0 24-16,0-24 0,0 0 0,0 25 0,0-25 0,0 25 0,0-25 16,0 25-16,0-25 0,25 25 0,-25-25 0,0 24 0,0-24 0,0 25 0,0-25 31,0 0-31,0 25 0,0-25 0,0 25 0,0-25 0,0 0 0,0 0 0,0 25 0,0-25 0,0 0 15,0 0-15,0 0 0,0 0 0,0 0 0,0 0 0,0 0 16,0 0 0,0 0-16,0 0 0,0 0 0,0 0 0,0 0 0,0 0 0,0 0 0,0 0 15,25 0-15,-25-25 0,0 25 0,0 0 0,0 0 0,0-25 16,0 25-16,0-25 0,0 25 15,0-25-15,0 25 0,24-24 0,-24 24 0,0-25 0,0 0 0,0 25 16,0-25-16,25 0 0,-25 25 0,0-24 0,0 24 0,25-25 0,-25 25 16,0-25-1,0 25-15,0-25 0,25 25 0,-25 0 0,0 0 0,0-25 0,25 25 0,-25 0 0,0 0 16,0 0-16,0 0 0,24 0 0,-24 25 0,0-25 0,0 0 15,25 0-15,-25 25 16,0-25-16,0 0 0,25 25 0,-25-25 0,0 25 0,0-25 0,0 0 16,0 24-16,0-24 0,0 25 0,0-25 0,25 25 0,-25-25 0,0 25 15,0-25 1,0 25-16,0-25 0,0 24 0,0-24 0,0 25 0,0-25 0,0 25 0,0-25 0,0 25 15,0-25-15,25 0 0,-25 25 0,0-25 0,0 0 0,0 24 0,0-24 16,0 0 0,0 0-16,0 0 0,0 0 0,0 0 0,24 0 0,-24 25 0,0-25 0,0-25 15,25 25-15,-25 0 0,0 0 0,25 0 0,-25 0 0,25 0 0,-25 0 16,25-24-1,-25 24-15,24 0 0,-24 0 0,0 0 0,25-25 0,-25 25 0,0 0 0,0 0 16,25 0-16,-25 0 0,0-25 0,0 25 0,0 0 0,0 0 0,0 0 16,25 0-1,-25 0-15,-25 0 0,25 0 0,0 0 0,0 0 0,0 0 0,0 0 0,0 0 0,0 0 16,0 0-16,0 0 0,0 0 0,0 0 0,0 0 0,0 0 0,0 0 31,0 0-31,0 0 0,0 0 0,0 0 0,0 25 0,0-25 0,0 0 0,0 0 16,0 25-16,0-25 0,0 0 0,0 24 0,0-24 0,0 25 0,0-25 0,0 25 15,0-25 1,0 0-16,0 25 0,0-25 0,0 25 0,0-25 0,25 0 0,-25 0 0,0 25 15,0-25-15,0 0 0,0 0 0,25 0 0,-25 24 0,0-24 0,0 0 16,24 0 0,-24 0-16,0 0 0,0 0 0,0 0 0,0 0 0,0 0 0,0 0 0,0-24 0,0 24 15,25 0-15,-25 0 0,0-25 0,0 25 0,0 0 0,25-25 16,-25 25-16,0-25 15,0 25-15,0-25 0,0 25 0,0-25 0,0 25 0,0-24 0,0 24 0,0-25 16,0 25-16,0-25 0,0 25 0,0 0 0,-25-25 0,25 25 0,0 0 16,0 0-16,0 0 15,0-25-15,0 25 0,0 0 0,0 0 0,0 0 0,0 0 16,0 0-16,-25 0 0,25 0 0,0 25 0,0-25 0,-24 0 0,24 0 0,0 0 31</inkml:trace>
  <inkml:trace contextRef="#ctx0" brushRef="#br0" timeOffset="166355.515">1736 8806 0,'0'0'31,"0"0"-15,0 0-16,0 0 0,0 0 0,0 0 0,0 0 0,0 0 0,0 0 0,0 0 0,0 0 0,0 0 0,0 0 0,0 0 0,0 0 0,-24 0 15,24-25-15,0 25 0,0 0 0,0 0 0,0 0 0,0 0 0,0 0 16,0 0-16,0 0 0,0 0 0,0 0 0,0 0 0,0 0 0,0 0 16,0 0-16,0 0 0,0 0 0,0 0 15,0 0-15,0 0 0,0 0 0,0 0 0,0 0 16,0 0-16,0 0 0,0 0 0,0 0 0,0 0 0,0 0 0,0 0 0,0 0 0,0 0 15,-25 0-15,25 0 0,0 0 0,0 0 16,0 0-16,0 0 0,0 0 0,0 0 16,0 0-16,0 0 0,0-25 0,0 25 0,-25 0 0,25 0 0,0 0 0,0 0 15,-25 0-15,25 0 0,0 0 0,0 0 0,-25 0 0,25 0 0,0 0 16,0 0-16,0 25 0,-25-25 15,25 0-15,0 0 0,0 0 0,-24 0 0,24 0 0,0 0 0,0 0 16,-25 0-16,25 0 0,0 0 16,0 0-16,-25 25 0,25-25 0,0 0 0,0 0 15,-25 0-15,25 24 0,0-24 0,0 0 0,-25 0 0,25 25 0,0-25 0,-24 0 31,24 25-31,0-25 0,0 0 0,-25 25 0,25-25 0,0 0 0,0 25 0,0-25 0,0 24 0,0-24 0,0 25 16,0-25-16,0 25 0,0-25 0,0 25 0,0-25 0,0 25 0,0-25 0,0 25 16,0-25-1,0 24-15,0-24 0,0 25 0,0-25 0,0 25 0,0-25 0,0 25 0,25-25 0,-25 0 16,0 25-16,0-25 0,0 0 0,0 24 0,24-24 0,-24 0 0,0 0 0,0 25 47,0-25-47,0 0 0,25 0 0,-25 0 0,0 25 0,0-25 0,25 0 15,-25 0-15,0 0 0,0 0 0,25 0 0,-25 0 0,0 0 0,25 0 0,-25 0 0,0 0 0,0 0 0,24 0 0,-24 0 0,0 0 16,25 25-16,-25-25 0,0 0 0,0 0 0,25 0 0,-25 0 0,0 0 15,0 0 1,0 0-16,0 0 0,25 0 0,-25 0 0,0 0 0,0 0 0,0-25 0,0 25 16,25 0-16,-25 0 0,0 0 0,0 0 0,0 0 0,0-25 0,25 25 0,-25 0 15,0 0 1,0-25-16,0 25 0,0 0 0,0 0 0,0 0 0,0-24 0,0 24 15,0 0-15,0 0 0,0 0 0,0 0 0,0 0 0,0 0 0,0 0 16,0 0-16,0 0 0,0 0 0,0 0 16,0 0-16,0-25 0,0 25 0,0 0 0,0 0 0,0 0 0,0 0 15,0 0-15,0 0 0,0 0 0,0 0 0,0 0 0,0 0 0,0 0 0,0 0 16,0 0-1,0 0-15,0 0 0,0 0 0,0 25 0,0-25 0,24 0 0,-24 0 0,0 24 0,0-24 0,0 0 32,0 25-32,0-25 0,0 0 0,0 25 0,0-25 0,0 25 0,0-25 0,0 0 15,0 25-15,0-25 0,0 0 0,0 24 0,0-24 0,0 0 0,0 0 0,0 0 0,0 25 16,0-25-1,0 0-15,0 0 0,0 0 0,0 0 0,0 0 0,0 0 0,0 0 16,0 0-16,0 0 0,0 0 0,0 0 0,0 0 0,0 0 0,0 0 0</inkml:trace>
  <inkml:trace contextRef="#ctx0" brushRef="#br0" timeOffset="166523.5243">1662 9227 0,'0'-24'0,"0"24"0,0 0 16,0 0-16,0 0 0,0 0 15,0 0-15,0 0 0,0 0 0,0 0 0,0 0 16,0 0-16,25 0 0,-25 0 0,0 0 0,0 0 0,0 0 0,0 0 0,25 0 15,-25 0 1,0 0-16,24-25 0,-24 25 0,0 0 0,25 0 0,-25 0 0,0 0 0,0 0 0,25 0 16,-25 0-16,0 0 0,25 0 0,-25 0 0,0 0 0,0 0 0,25 0 31,-25 0-31,0 0 0,0 0 0</inkml:trace>
  <inkml:trace contextRef="#ctx0" brushRef="#br0" timeOffset="166751.5377">1885 9178 0,'0'0'0,"0"0"0,25 0 0,-25 0 0,0 0 0,0 0 15,0 0-15,0 0 0,0 0 0,0 0 0,0 0 16,0 0-16,0 0 0,0 0 0,0 0 0,0 0 0,0 0 0,0 0 15,0 0-15,0 0 0,0 0 16,0 0-16,0 25 0,0-25 0,0 0 0,25 0 0,-25 24 0,0-24 16,0 0-1,0 25-15,0-25 0,0 25 0,0-25 0,0 0 0,0 25 0,0-25 0,0 25 16,0-25-16,0 24 0,0-24 0,0 0 0,0 25 0,0-25 0,0 25 0,0-25 15,0 0 1,0 25-16,0-25 0,0 0 0,0 0 0,0 25 0,0-25 0,0 0 0,0 0 16,0 0-16,0 0 0,0 0 0,0 0 0,0 0 0,0 0 0,0-25 0</inkml:trace>
  <inkml:trace contextRef="#ctx0" brushRef="#br0" timeOffset="166934.5481">2034 9103 0,'0'0'0,"0"0"15,0 0-15,0 0 16,0 0-16,0 0 0,0 0 0,0 0 0,0 0 0,0 0 0,0 0 0,0 0 0,0 0 0,0 0 16,0 0-16,0 0 0,0 0 0,0 0 0,0 0 0,0 25 0,0-25 31,0 0-31,0 0 0,0 0 0,0 0 0</inkml:trace>
  <inkml:trace contextRef="#ctx0" brushRef="#br0" timeOffset="167797.5975">2257 9178 0,'-25'0'0,"25"25"16,0-25-16,0 0 0,0 0 0,0-25 0,0 25 0,0 0 0,0 0 0,0 0 31,-24 0-31,24 0 0,0 0 0,0 0 0,0 0 0,0 0 0,0 0 0,0 0 15,0 0-15,0 0 0,0-25 0,0 25 0,0 0 0,0 0 0,0 0 0,0 0 16,-25 0 0,25 0-16,0 0 0,0 25 0,0-25 0,0 0 0,0 0 0,0 0 0,0 0 0,-25 0 15,25 25-15,0-25 0,0 0 0,0 0 0,0 24 0,0-24 0,0 0 31,0 25-31,0-25 0,0 25 0,0-25 0,0 25 0,0-25 0,0 25 0,0-25 0,0 24 0,0-24 0,0 0 16,0 25-16,0-25 16,0 25-16,0-25 0,0 0 0,0 25 0,25-25 0,-25 0 0,0 25 0,0-25 0,0 0 0,0 0 15,0 0 1,0 0-16,25 24 0,-25-24 0,0 0 0,0 0 0,0 0 0,0 0 0,24 0 15,-24 0-15,0 0 0,0 0 0,0 0 0,0 0 0,0 0 0,0-24 16,25 24-16,-25 0 16,0 0-16,0 0 0,0 0 0,0-25 0,0 25 0,0 0 0,25 0 15,-25-25-15,0 25 0,0 0 0,0 0 0,0-25 0,25 25 0,-25 0 0,0-25 16,0 25-1,0 0-15,0-24 0,0 24 0,0 0 0,0-25 0,0 25 0,0 0 0,0 0 0,0-25 16,0 25-16,0 0 0,0 0 0,0 0 0,-25 0 0,25 0 0,0 0 16,0 0-1,0 0-15,0 0 0,0 0 0,0 0 0,0 0 0,0 0 0,0 0 0,0 0 0,0 0 16,0 0-16,0 0 0,0 0 0,0 0 0,0 0 0,0 0 0,0 0 15,0 0-15,0 25 16,0-25-16,0 0 0,0 0 0,0 25 0,0-25 0,0 24 0,0-24 16,0 0-16,0 25 0,25-25 0,-25 25 0,0-25 0,0 0 0,0 25 0,0-25 31,0 0-31,0 25 0,0-25 0,0 24 0,0-24 0,0 0 0,25 0 0,-25 25 0,0-25 0,0 0 31,0 0-31,0 0 0,0 0 0,0 0 0,-25 25 0,25-25 0,0 0 0,0 0 0,0-25 0,25 25 16,-25 0-16,0 0 0,0 0 0,0 0 0,24 0 0,-24 0 0,0 0 0,0 0 15,25-25 1,-25 25-16,0 0 0,0 0 0,0 0 0,0 0 0,0 0 0,25 0 15,-25 0-15,0 0 0,0-24 0,0 24 0,0 0 0,25 0 0,-25 0 0,0 0 16,0 0 0,0 0-16,0 0 0,0 0 0,0 0 0,0 0 0,0 0 0,0 0 0,0 0 0,0 0 15,0 0-15,0 0 0,0 0 0,0 0 0,0 0 0,0 0 16,0 0-16,0 0 15,0 0-15,0 0 0,0 0 0,0 0 0,0 0 0,0 0 0,0 0 16,0 0-16,0 0 0,0 0 0,0 0 0,0 0 0,0 0 0,0 0 0,0 0 31,0 0-31,0 0 0,0 0 0,0 0 0,0 0 0,0 0 0,0 0 0,0 24 0,0-24 16,25 0-16,-25 0 0,-25 0 0,25 0 0,0 0 0,0 0 0,0 25 0,0-25 31,0 0-31,0 0 0,0 0 0,0 0 0,0 0 0,0 0 0,0 0 0,0 0 16,0 0-16,0 0 0,25 0 0,-25 0 0,0 0 0,0-25 0,0 25 0,0 0 15,24 0 1,-24 0-16,0-24 0,0 24 0,25 0 0,-25-25 0,0 25 0,0 0 0,25-25 15,-25 25-15,0 0 0,0-25 0,0 25 0</inkml:trace>
  <inkml:trace contextRef="#ctx0" brushRef="#br0" timeOffset="168091.6143">2257 8855 0,'0'0'0,"-25"0"0,25 0 15,0 0-15,0 0 0,0 0 0,0 0 0,0 0 0,0 0 0,25 0 16,-25 0-1,0 0-15,0 0 0,0 0 0,0 0 0,25 0 0,-25 0 0,0 0 0,0 0 0,0 0 16,0 0-16,25 0 0,-25 0 0,0 0 0,0 25 0,0-25 0,0 0 31,0 0-31,25 25 0,-25-25 0,0 0 0,-25 25 0,25-25 0,0 0 0,0 24 0,0-24 16,0 0-16,-25 25 0,25-25 0,0 0 0,-25 25 0</inkml:trace>
  <inkml:trace contextRef="#ctx0" brushRef="#br0" timeOffset="168543.6402">2604 9103 0,'0'0'15,"0"0"1,0 0-16,0 0 0,0 0 0,0 0 0,0 0 0,0 0 0,0 0 0,0 0 0,0 0 0,0 25 15,0-25-15,0 0 16,0 0-16,0 0 0,0 25 0,0-25 0,0 0 0,0 25 16,0-25-16,0 0 0,0 25 0,0-25 0,25 24 0,-25-24 0,0 0 0,0 25 15,0-25-15,0 25 0,0-25 0,0 0 0,0 25 0,0-25 16,0 0-16,0 25 15,0-25-15,0 0 0,0 24 0,0-24 0,0 0 0,0 25 0,0-25 0,25 25 0,-25-25 16,0 0-16,0 25 16,0-25-16,-25 0 0,25 0 0,0 25 0,0-25 0,0 0 0,0 0 15,0 0-15,0 0 0,0 0 0,0 0 0,0 0 0</inkml:trace>
  <inkml:trace contextRef="#ctx0" brushRef="#br0" timeOffset="168746.6518">2679 8954 0,'0'0'0,"0"0"16,0 0-16,-25 0 0,25 0 0,0 0 16,0 0-16,0-24 0,0 24 0,0 0 15,0 0-15,0 0 0,0 0 0,0 0 0,0 0 0,0 0 0,0 0 0,0 0 16,0 0-16,0 0 0,0 0 0,0 0 15,25 0-15,-25 0 0,0 0 0</inkml:trace>
  <inkml:trace contextRef="#ctx0" brushRef="#br0" timeOffset="169769.7103">3225 8855 0,'0'0'0,"0"0"16,0 0-16,0 0 0,0 0 0,0-25 0,0 25 0,-25 0 0,25 0 15,0 0 1,0 0-16,0 0 0,0 25 0,0-25 0,0 0 0,0 0 0,0 0 0,0 25 0,0-25 15,0 0-15,0 25 0,0-25 0,25 25 0,-25-25 0,0 24 16,0 1 0,0-25-16,0 25 0,24 0 0,-24-25 0,0 25 0,0 0 0,0-1 15,0-24-15,0 25 0,25 0 0,-25-25 0,0 25 0,0 0 0,0-25 0,0 24 0,0 1 16,0-25-16,25 25 15,-25-25-15,0 25 0,0-25 0,0 25 0,0-25 0,0 24 16,0-24-16,0 0 0,0 25 0,0-25 0,0 0 0,0 0 0,0 0 31,0 0-31,0 0 0,0 0 0,0 0 0,0 0 0,0 0 0,0 0 0,0 0 0,0 0 0,0 0 0,0 0 0,0-25 16,0 25-16,25 0 0,-25 0 15,0-24-15,0 24 0,0-25 0,25 25 16,-25-25-16,0 25 0,0-25 0,0 25 0,0-25 0,24 25 0,-24 0 0,0-24 0,0 24 16,0-25-16,0 25 0,0 0 15,25 0-15,-25-25 0,0 25 0,0 0 0,0 0 16,0 0-16,0 0 0,0 0 0,0 0 0,0 0 0,25 0 0,-25 0 0,0 0 31,0 0-31,0 0 0,0 0 0,0 0 0,0 25 0,0-25 0,0 0 0,0 0 0,0 25 0,0-25 16,0 24-16,0-24 0,0 0 0,0 25 0,0-25 0,0 25 15,0-25 1,0 25-16,25-25 0,-25 0 0,0 25 0,0-25 0,0 0 0,25 24 0,-25-24 0,0 0 15,0 25-15,0-25 0,24 0 0,-24 0 0,0 25 0,0-25 16,0 0-16,25 0 0,-25 0 16,0 0-16,0 0 0,25 0 0,-25 25 0,0-25 0,0 0 0,0 0 15,25 0-15,-25-25 0,0 25 0,0 0 0,25 0 0,-25 0 0,0 0 31,24-25-31,-24 25 0,0 0 0,0 0 0,25-25 0,-25 25 0,0 0 0,0-24 0,0 24 16,25 0-16,-25-25 0,0 25 0,0-25 0,0 25 0,0 0 0,0-25 16,0 25-16,0 0 15,0-25-15,0 25 0,0 0 0,0-24 0,0 24 0,0 0 0,0 0 16,0 0-16,0 0 0,0 0 0,0-25 0,0 25 0,0 0 0,0 0 31,0 0-31,0 0 0,0 0 0,0 0 0,0 0 0,0 0 0,0 0 0,-25 0 0,25 0 0,0 25 16,0-25-16,0 0 0,0 0 0,0 0 0,0 0 0,0 0 15,0 24-15,0-24 16,0 0-16,0 25 0,0-25 0,0 25 0,25-25 0,-25 0 0,0 25 0,0-25 0,0 25 31,0-25-31,0 24 0,0-24 0,25 0 0,-25 25 0,0-25 0,0 0 0,0 0 0,0 0 16,0 25-16,25-25 0,-25 0 0,0 0 0,0 0 0,0 0 0,25 0 31,-25 0-31,0 0 0,0 0 0,0 0 0,24 0 0,-24 0 0,0-25 0,0 25 0,0 0 15,0 0-15,0-25 0,25 25 0,-25 0 0,0-24 0,0 24 0,0 0 0</inkml:trace>
  <inkml:trace contextRef="#ctx0" brushRef="#br0" timeOffset="169985.7227">3721 8930 0,'0'-25'0,"0"25"0,0 0 16,0 0-16,0 0 0,0-25 0,0 25 0,0 0 0,0 0 15,0 0 1,0 0-16,0-25 0,25 25 0,-25 0 0,0 0 0,0 0 0,24-25 0,-24 25 0,0 0 16,25 0-16,-25 0 0,25 0 0,-25 25 0,0-25 0,25 0 15,-25 0-15,0 0 16,0 25-16,25-25 0,-25 0 0,0 25 0,0-25 0,0 25 0</inkml:trace>
  <inkml:trace contextRef="#ctx0" brushRef="#br0" timeOffset="171978.8363">1960 10368 0,'0'0'15,"0"0"1,0 0-16,0 0 0,-25 0 0,25 0 0,0 0 0,0-24 0,0 24 0,0 0 16,0 0-16,-25 0 0,25 0 0,0 0 0,0 0 0,0 0 15,0 0-15,0-25 0,0 25 16,-25 0-16,25 0 0,0 0 0,0 0 0,0 0 0,0 0 0,0 0 15,0 0-15,0 0 0,0 0 0,0 0 0,-25 0 0,25 0 0,0 0 0,0 0 32,0 0-32,0 0 0,0 0 0,0 0 0,0 0 0,0 0 0,0 0 0,0 25 0,0-25 15,-24 0-15,24 0 0,0 0 0,0 0 0,0 0 0,0 24 0,0-24 0,-25 0 16,25 0-1,0 0-15,0 0 0,0 25 0,0-25 0,0 0 0,0 0 0,0 0 0,0 25 0,-25-25 0,25 0 16,0 0 0,0 25-16,0-25 0,0 0 0,0 0 0,0 25 0,0-25 0,0 0 0,0 0 15,0 24-15,0-24 0,0 0 0,0 0 0,0 25 0,0-25 0,0 0 0,0 0 31,0 0-31,0 25 0,25-25 0,-25 0 0,0 0 0,0 25 0,0-25 0,25 0 0,-25 0 16,0 25-16,0-25 0,0 0 0,0 24 0,24-24 0,-24 25 0,0-25 0,0 0 31,0 0-31,25 25 0,-25-25 0,0 0 0,0 25 0,25-25 0,-25 0 0,0 25 31,0-25-31,25 0 0,-25 24 0,0-24 0,0 0 0,0 25 0,25-25 0,-25 0 0,0 25 0,0-25 0,0 25 0,0-25 16,24 0-16,-24 25 0,0-25 0,0 0 0,0 0 0,0 24 0,0-24 0,0 0 16,0 0-1,0 25-15,0-25 0,0 0 0,0 25 0,0-25 0,0 0 0,0 25 0,0-25 0,0 0 16,0 25-16,0-25 0,0 0 15,0 24 1,0-24-16,0 25 0,0-25 0,0 0 0,0 25 0,0-25 0,0 0 0,0 25 0,0-25 0,0 0 0,-24 25 16,24-25-16,0 0 0,0 24 0,0-24 0,-25 0 0,25 25 0,0-25 0,-25 0 15,25 25 1,0-25-16,0 0 0,-25 25 0,25-25 0,0 0 0,0 0 0,0 0 0,0 25 0,0-25 0,-25 0 31,25 0-31,0 0 0,0 0 0,0 0 0,0 0 0,0 0 0,0 0 0,0 0 0,0 0 16,0 0-16,0 0 0,-24 0 0,24 0 0,0 0 0,0 0 0,0 0 0,0 0 15,0-25 1,0 25-16,0 0 0,0 0 0,0 0 0,0 0 0,0-25 0,0 25 0,0 0 15,0 0-15,0 0 0,24 0 0,-24 0 0,0-25 0,0 25 0,0 0 0,0 0 32,0 0-32,0 0 0,0 0 0,0 0 0,0 0 0,0 0 0,0 0 0,0 0 0,0 0 15,0 0-15,0 0 0,0 0 0,0 0 0,0 0 0,0 0 0,0 0 0,0 0 16,0 0-1,0 0-15,0 25 0,0-25 0,0 0 0,0 0 0,0 0 0,0 25 16,25-25-16,-25 0 0,0 25 0,0-25 0,0 0 0,0 25 0,0-25 0,0 0 0,0 24 16,0-24-16,25 0 0,-25 25 15,0-25-15,0 25 0,0-25 0,0 0 16,0 25-16,0-25 0,0 25 0,0-25 0,0 0 0,0 24 0,0-24 0,25 25 0,-25-25 15,0 0-15,0 25 0,0-25 0,0 25 16,0-25-16,25 25 0,-25-25 0,0 24 16,0-24-16,0 25 0,0-25 0,0 25 0,24-25 0,-24 25 0,0-25 0,0 25 0,0-25 15,0 24-15,0 1 0,0-25 16,0 25-16,0-25 0,0 25 0,0-25 0,0 25 15,0-25-15,0 24 0,0-24 0,0 25 0,0-25 0,0 25 0,0-25 0,0 25 16,0-25-16,0 25 0,0-25 16,0 24-16,0 1 0,0-25 0,25 25 0,-25-25 0,0 25 0,0-25 0,0 25 0,0-25 31,0 24-31,0-24 0,0 25 0,0-25 0,0 25 0,0-25 0,0 25 0,0-25 0,0 25 15,0-25-15,0 24 0,0 1 0,0-25 0,0 25 0,0-25 0,0 25 0,0-25 32,0 25-32,0-25 0,0 25 0,0-25 0,0 24 0,0-24 0,0 25 0,0-25 15,0 0-15,0 25 0,0-25 0,25 25 0,-25-25 0,0 25 0,0-25 16,0 24-16,0-24 0,0 25 0,0-25 0,0 25 0,0-25 0,0 25 15,0-25-15,0 25 0,0-25 16,0 24-16,0-24 0,0 25 0,0 0 0,0-25 0,0 25 0,0-25 31,0 0-31,0 25 0,0-25 0,0 24 0,0-24 0,0 25 0,0-25 0,0 25 0,0-25 0,0 0 0,0 25 0,0-25 16,0 25-16,0-25 0,0 24 15,0-24-15,0 25 0,0-25 0,0 25 0,0-25 0,0 25 16,0-25-16,0 25 0,0-25 0,0 24 0,0-24 0,0 25 0,0-25 0,0 0 16,0 25-16,0-25 0,0 25 15,0-25-15,0 0 0,0 25 0,0-25 0,0 0 16,0 24-16,0-24 0,0 25 0,0-25 0,0 0 0,0 25 0,0-25 0,0 25 31,0-25-31,0 0 0,0 25 0,0-25 0,0 24 0,0-24 0,0 0 0,0 25 0,0-25 0,0 0 0,0 25 16,0-25-16,0 25 0,0-25 0,0 25 0,0-25 0,0 0 0,0 25 15,0-25 1,0 0-16,0 24 0,0-24 0,0 25 0,0-25 0,0 25 0,0-25 0,0 0 15,0 25-15,0-25 0,0 25 0,0-25 0,0 24 0,0-24 0,0 0 16,0 25 15,0-25-31,0 0 0,0 25 0,0-25 0,0 0 0,0 0 0,0 25 0,0-25 0,0 0 0,-25 0 0,25 0 0,0 0 0,0 0 0,0 0 0,0 0 0</inkml:trace>
  <inkml:trace contextRef="#ctx0" brushRef="#br0" timeOffset="175791.0543">2307 10269 0,'0'0'0,"0"0"15,25 0-15,-25 0 0,0 0 16,0 0-16,0 25 0,0-25 0,0 0 0,0 0 0,0 0 16,0 0-16,0 0 0,0 0 0,0 0 0,0 0 0,0 0 0,0 0 0,0 0 15,0 0 1,0 0-16,0 0 0,0 0 0,0 0 0,0 0 0,0 0 0,0 0 0,0 0 15,0 0-15,0 0 0,0 0 0,0 0 0,0 0 0,0 0 0,0 0 0,0 0 32,0 0-32,0 0 0,0 0 0,0 0 0,0 0 0,0 0 0,0 0 0,0 0 0,-25 0 15,25 0-15,0 0 0,0 0 0,0-25 0,0 25 0,0 0 0,0 0 16,0 0-16,0 0 15,-25 0-15,25 0 0,0 0 0,0 0 0,0 0 0,0 0 16,0 0-16,0-25 0,0 25 0,-25 0 0,25 0 0,0 0 0,0 0 16,0 0-16,-25 0 15,25 0-15,0 0 0,0 0 0,0 0 0,0-24 0,0 24 0,0 0 0,25 0 0,-25 0 16,0 0-16,0 0 0,0 0 0,0 0 0,0 0 0,0-25 0,0 25 0,0 0 15,0 0-15,0 0 0,0 0 0,0 0 0,0-25 16,0 25-16,0 0 16,0 0-16,25 0 0,-25 0 0,0 0 0,0 0 0,0 0 0,0 0 0,0 0 0,0 0 15,0 0-15,0 0 0,0 0 16,0 0-16,25 0 0,-25 0 0,0 0 0,0 0 0,0 0 0,25 0 0,-25 0 0,0 0 15,0 25 1,24-25-16,-24 0 0,0 0 0,25 25 0,-25-25 0,0 0 0,0 24 0,0-24 0,0 25 16,25-25-16,-25 0 0,0 25 0,0-25 0,0 25 0,0-25 15,0 25 1,0-25-16,0 24 0,25-24 0,-25 0 0,0 25 0,0-25 0,0 25 0,0-25 0,0 25 15,0-25-15,0 25 0,0-25 0,-25 0 0,25 0 0,0 24 0,0-24 16,0 0-16,0 25 16,0-25-16,0 0 0,0 0 0,0 0 0,0 25 0,0-25 0,0 0 0,0 0 15,0 0-15,-25 0 0,25 0 0,0 0 0,0 0 0,0 0 0,0 0 16,0 0-1,0 0-15,0 0 0,0 0 0,0 0 0,0 0 0,-25 0 0,25 0 0,25 0 0,-25 0 16,0-25-16,0 25 0,0 0 0,0 0 0,0 0 0,0 0 16,0-25-16,0 25 15,0 0-15,0 0 0,0 0 0</inkml:trace>
  <inkml:trace contextRef="#ctx0" brushRef="#br0" timeOffset="176151.0753">2530 10269 0,'0'0'0,"0"0"0,0-25 16,0 25-16,0 0 0,0 0 0,-25 0 0,25 0 0,0-24 0,0 24 0,0 0 16,0 0 15,0 0-31,0 0 0,-25 0 0,25 0 0,0 0 0,0 0 0,0 0 0,0 0 0,0 0 0,0 0 0,0 0 0,-24 0 0,24 0 0,0 0 0,0 0 15,0 0-15,0 0 0,0 0 0,0 0 0,-25 0 0,25 24 16,0-24-16,0 0 0,0 0 16,0 0-16,0 0 0,-25 25 0,25-25 0,0 0 0,0 25 0,0-25 0,0 0 15,0 25-15,0-25 0,25 0 0,-25 25 0,0-25 0,0 24 16,25-24-1,-25 0-15,0 25 0,0-25 0,0 25 0,0-25 0,24 25 0,-24-25 0,0 0 0,0 25 16,0-25-16,0 0 0,25 24 0,-25-24 16,0 0-16,25 0 0,-25 0 0,0 0 15,0 0-15,25 0 0,-25 25 0,0-25 0,25-25 0,-25 25 0,0 0 0,24 0 16,-24 0-16,0 0 0,0 0 0,25 0 0,-25-24 0,0 24 15,0 0-15,0 0 16,0 0-16</inkml:trace>
  <inkml:trace contextRef="#ctx0" brushRef="#br0" timeOffset="176556.0985">2704 10666 0,'0'0'16,"0"0"0,0 0-16,0 0 0,0 0 0,0 0 0,0-25 0,0 25 0,0 0 0,0 0 15,25 0-15,-25 0 0,0-25 0,0 25 0,0 0 0,0 0 0,0-24 0,0 24 16,0 0-1,0-25-15,0 25 0,0 0 0,0 0 0,0-25 0,0 25 0,0 0 0,0 0 16,0-25-16,0 25 0,0 0 0,0 0 0,0 0 0,0 0 0,0-25 16,0 25-1,0 0-15,0 0 0,0 0 0,0 0 0,0 0 0,0 0 0,0 0 0,0-24 16,0 24-16,0 0 0,0 0 0,0 0 0,0 0 0,0 0 0,0 0 15,0 0-15,0 0 16,0 0-16,0 0 0,0 0 0,0 24 0,0-24 0,0 0 0,24 0 16,-24 25-16,0-25 0,0 0 0,0 25 0,0-25 0,0 25 0,0-25 0,25 0 15,-25 25-15,0-25 16,0 24-16,0-24 0,0 25 0,0-25 0,25 25 0,-25-25 0,0 25 15,0-25-15,0 0 0,0 25 0,0-25 0,0 0 0,0 0 0,0 0 0,0 0 16,0 0 0,0 0-16,0 0 0</inkml:trace>
  <inkml:trace contextRef="#ctx0" brushRef="#br0" timeOffset="178823.2281">3225 10393 0,'0'0'0,"0"0"0,0 0 15,0 0-15,0 0 0,0 0 0,0 0 0,0 0 0,0 0 0,0 25 16,0-25 0,0 0-16,0 0 0,0 0 0,0 0 0,0 0 0,0 0 0,0 0 0,0 0 15,0 0-15,0 0 0,0 0 0,0 0 0,0 0 0,0 0 16,0 0-16,0 0 0,0 0 0,0 0 0,0 0 0,0 0 0,0-25 31,0 25-31,24 0 16,-24 0-16,0 0 0,0 0 15,0 0-15,25 0 0,-25 0 0,0 0 0,0 0 0,0 0 0,25 0 0,-25 0 0,0 0 0,25 0 0,-25 0 0,0 0 0,25 0 0,-25 0 0,0 0 16,24 0-16,-24 0 0,0 0 0,0 0 0,25 0 0,-25 0 0,0 0 15,0-25 1,25 25-16,-25 0 0,0 0 0,0 0 0,0 0 0,0 0 0,0 0 0,0 0 0,0 0 16,0 0-16,0 0 0,0 0 0,0 0 0</inkml:trace>
  <inkml:trace contextRef="#ctx0" brushRef="#br0" timeOffset="179089.2434">3324 10319 0,'0'0'0,"0"0"0,0 0 16,0 0 0,0 0-16,-25 0 0,25 0 0,0 0 0,0 0 0,25 0 0,-25 0 15,0 0-15,0 0 0,0 0 0,0 0 0,0 0 0,0 0 0,0 0 0,0 0 16,0 25-1,0-25-15,25 0 0,-25 0 0,0 24 0,0-24 0,0 25 0,0-25 0,0 25 16,0-25-16,0 0 0,24 25 0,-24-25 0,0 25 0,0-25 0,0 0 16,0 24-1,0-24-15,0 25 0,0-25 0,0 0 0,0 25 0,0-25 0,0 25 0,0-25 16,0 0-16</inkml:trace>
  <inkml:trace contextRef="#ctx0" brushRef="#br0" timeOffset="179966.2935">3795 10220 0,'0'0'0,"0"0"0,0 0 16,0 0-16,0 0 0,0 0 0,-25 0 0,25 0 15,0 0-15,0 0 16,0 0-16,0 0 0,0-25 0,0 25 0,0 0 0,0 0 0,0 0 0,0 0 0,0 0 16,0 0-16,0 0 0,0 0 0,0 0 0,0 0 15,0-25-15,0 25 16,0 0-16,0 0 0,0 0 0,0 0 0,25 0 0,-25 0 0,0 0 0,0 0 15,0 0-15,0 0 0,0 0 0,0 0 16,0 0-16,25 0 0,-25-25 0,0 25 0,0 0 16,0 0-16,0 0 0,25 0 0,-25 0 0,0 0 0,0 0 0,0 25 31,0-25-31,25 0 0,-25 25 0,0-25 0,0 0 0,0 25 0,24-25 0,-24 0 0,0 24 0,0-24 15,0 25-15,0-25 0,0 0 0,0 25 0,0-25 0,0 25 0,0-25 0,0 0 16,0 25 0,0-25-16,0 24 0,0-24 0,0 0 0,-24 25 0,24-25 0,0 25 0,0-25 0,0 0 15,0 25 1,0-25-16,0 0 0,0 25 0,-25-25 0,25 0 0,0 0 0,0 0 0,0 0 15,0 0-15,0 0 0,0 0 0,0 24 0,0-24 0,0 0 0,0-24 16,0 24-16,0 0 0,0 0 0,0 0 16,0 0-16,25 0 0,-25 0 0,0 0 15,0 0-15,0 0 0,0 0 0,0-25 0,0 25 0,0 0 0,0 0 0,0 0 0,24 0 16,-24 0-1,0 0-15,0 0 0,0 0 0,0 0 0,25 0 0,-25 0 0,0 0 0,0 25 16,0-25-16,0 0 0,0 0 0,25 0 0,-25 24 0,0-24 0,0 0 16,0 0-1,0 25-15,0-25 0,0 0 0,0 25 0,0-25 0,0 0 0,0 0 0,0 25 0,0-25 16,0 0-16,25 25 0,-25-25 0,0 0 0,0 0 0,0 24 15,0-24 1,-25 0-16,25 0 0,0 25 0,0-25 0,0 0 0,0 0 0,0 0 0,0 0 16,0 0-16,-25 0 0,25 25 0,0-25 0,0 0 0,0-25 0,0 25 15,0 0-15,0 0 16,0 0-16,0 0 0,0 0 0,0 0 0,-25 0 0,25-25 0,0 25 15,0 0-15,0 0 0,0 0 0,0 0 0,0 0 0,0-24 0,0 24 16,0 0 0,0 0-16,0 0 0,0-25 0,0 25 0,0 0 0,25 0 0,-25-25 0,0 25 0,0 0 0</inkml:trace>
  <inkml:trace contextRef="#ctx0" brushRef="#br0" timeOffset="180364.3163">4068 10294 0,'0'-25'15,"0"25"1,0 0-16,0 0 0,0 0 0,0 0 0,0 0 0,0-25 0,0 25 0,25 0 15,-25 0-15,0 0 0,0 0 0,0 0 0,0 0 0,0 0 0,0 0 16,0 0-16,0 0 16,0 0-16,25 0 0,-25 25 0,0-25 0,0 0 0,0 0 0,24 25 15,-24-25-15,0 0 0,0 25 0,25-25 0,-25 0 0,0 25 0,0-25 31,25 24-31,-25-24 0,0 25 0,0-25 0,0 0 0,0 25 0,-25-25 0,25 25 0,0-25 0,0 0 16,0 25-16,0-25 0,0 0 0,0 24 0,0-24 0,0 0 0,0 25 16,0-25-1,0 0-15,0 0 0,-25 25 0,25-25 0,0 0 0,0 0 0,0 0 0,0 0 0,0 0 16,0 0-1,0 0-15,0 0 0,0 0 0,0 0 0,0 0 0,0 0 0,0 0 16,0 0-16,0-25 0,0 25 0,0 0 0,0 0 0,0-25 0,0 25 31</inkml:trace>
  <inkml:trace contextRef="#ctx0" brushRef="#br0" timeOffset="180590.3289">4217 10269 0,'0'0'0,"0"0"0,0 0 15,0-25-15,0 25 0,0 0 0,0 0 0,0 0 0,0 0 0,0 0 16,0 0-16,0 0 15,0 0-15,0 0 0,0 0 0,0 0 0,0 25 0,0-25 0,0 0 16,0 0-16,0 25 0,0-25 0,0 25 0,0-25 0,0 25 0,0-25 0,0 0 16,25 24-1,-25-24-15,0 25 0,0-25 0,0 0 0,0 25 0,0-25 0,0 0 16,24 25-16,-24-25 0,0 0 0,0 0 0,0 25 0,25-25 0,-25 0 0,0 0 15,0 0 1,25 24-16,-25-24 0,0 0 0,25 0 0,-25 0 0,0 0 16,25 0-16,-25 0 0,0 0 0</inkml:trace>
  <inkml:trace contextRef="#ctx0" brushRef="#br0" timeOffset="180934.3489">4465 10517 0,'0'0'0,"0"0"0,0 0 15,0 0-15,0 0 0,0 0 0,0 0 0,0 0 0,0-25 0,0 25 16,0 0-16,25 0 0,-25 0 16,0 0-16,0 0 0,0 0 0,0 0 0,24 0 0,-24 0 0,0 0 0,0 0 15,0 0-15,0 0 0,0 0 0,0 0 0,0 0 0,0 0 16,0 0-1,25 25-15,-25-25 0,0 0 0,0 0 0,0 0 0,0 25 0,0-25 0,0 0 0,0 0 16,0 25-16,-25-25 0,25 0 0,0 25 0,0-25 0,0 24 16,0-24-16,0 0 15,0 25-15,0-25 0,0 0 0,0 0 0,0 25 0,0-25 0,0 0 0,0 0 16,0 25-16,-24-25 0,24 0 0,0 0 0,0 0 15,0 25-15,0-25 0,0 0 0,0 0 16,0 0-16,0 0 0,0 0 0,24 0 0,-24 0 0,0 0 0,0 0 31,25 0-31,-25 0 0,0 0 0,25 0 0,-25 0 0,0 0 0,25-25 0,-25 25 0,0 0 0,25 0 0,-25 0 16,0 0-16,24 0 15,-24 0-15,0-25 0,25 25 0</inkml:trace>
  <inkml:trace contextRef="#ctx0" brushRef="#br0" timeOffset="181296.3693">4961 10344 0,'0'0'0,"0"0"0,0 0 16,0 0-16,0 0 0,0 0 0,0 0 0,0 0 0,25-25 0,-25 25 16,0 0-16,0 0 0,0 0 0,25 0 15,-25 0-15,0 0 0,0 0 0,24 0 0,-24 0 0,0 0 0,25 0 16,-25 0-1,0 0-15,25 0 0,-25 0 0,0 0 0,25 0 0,-25 0 0,0 0 0,25 0 0,-25 0 16,0 0-16,24 0 0,-24-25 0,0 25 0,25 0 0,-25 0 0,0 0 31,0 0-31,0 0 0,0 0 0,0 0 0,0 0 0</inkml:trace>
  <inkml:trace contextRef="#ctx0" brushRef="#br0" timeOffset="181522.3823">5060 10220 0,'0'0'15,"0"0"-15,0 0 16,0 0-16,0 0 0,0 0 0,0 0 0,0 0 16,0 24-16,0-24 0,25 0 0,-25 0 0,0 25 0,0-25 0,0 25 0,0-25 0,0 0 15,0 25-15,0-25 0,0 25 0,25-25 16,-25 0-16,0 24 0,0-24 0,0 0 15,0 25-15,0-25 0,0 25 0,25-25 0,-25 0 0,0 25 0,0-25 0,0 0 16,0 25-16,0-25 0,0 0 16,0 24-16</inkml:trace>
  <inkml:trace contextRef="#ctx0" brushRef="#br0" timeOffset="182307.4273">5655 10096 0,'0'0'0,"0"0"16,0 0-16,0 0 0,0 0 0,0 0 0,0 0 0,0 0 0,0 0 0,0 0 16,0 0-1,0 0-15,0 0 0,0 0 0,0 0 0,0 0 0,0 24 0,0-24 0,0 0 0,0 25 16,0-25-16,0 0 0,0 25 0,0-25 0,0 0 0,0 25 31,0-25-31,0 0 0,0 25 0,0-25 0,0 24 0,25-24 0,-25 0 0,0 25 0,0-25 16,0 0-16,0 0 0,0 25 0,0-25 0,0 0 0,0 0 0,0 25 0,0-25 15,0 0 1,0 0-16,0 0 0,0 0 0,0 0 0,0 0 0,0 0 0,0 25 15,0-25-15,0 0 0,0 0 0,0 0 0,0-25 0,0 25 0,0 0 0,0 0 32,0 0-32,0 0 0,25 0 0,-25 0 0,0 0 0,0 0 0,0-25 0,0 25 31,25 0-31,-25 0 0,0 0 0,25 0 0,-25 0 0,0 0 0,0 0 0,24 0 0,-24 0 0,0 0 0,0 0 15,0 0-15,25 0 0,-25 0 0,0 0 0,0 25 0,0-25 0,0 0 0,25 0 16,-25 0-16,0 25 16,0-25-16,0 0 0,0 24 0,0-24 0,0 0 0,0 25 0,25-25 0,-25 25 0,0-25 15,0 25 1,0-25-16,0 0 0,0 25 0,0-25 0,0 0 0,0 24 0,0-24 0,0 0 15,0 0-15,0 0 0,0 25 0,0-25 0,0 0 0,-25 0 0,25 0 32,0 0-32,0 0 0,0 0 0,0 0 0,-25 0 0,25 25 0,0-25 0,0 0 0,-25 0 15,25 0-15,0 0 0,0 0 0,0 0 0,0 0 0,-24 0 0,24 0 16,24-25-1,-48 25-15,24 0 0,0 0 0,0 0 0,0 0 0,0 0 0,0 0 0,0-25 16,0 25-16,0 0 0,-25 0 0,25 0 0,0 0 0,0-24 0,0 24 16</inkml:trace>
  <inkml:trace contextRef="#ctx0" brushRef="#br0" timeOffset="182521.4397">5680 10195 0,'0'0'0,"0"0"0,0 0 15,0 0-15,0 0 0,25 0 0,-25 0 0,0 0 0,0 0 0,25 0 16,-25 0 0,0 0-16,0 0 0,25 0 0,-25 0 0,0-25 0,24 25 15,-24 0-15,25 0 0,-25 0 0,0 0 0,0 0 0,25 0 0,-25-25 0,0 25 0,25 0 16,-25 0-16,0 0 15,25 0-15,-25 25 0,0-25 0,25 0 0,-25 0 0</inkml:trace>
  <inkml:trace contextRef="#ctx0" brushRef="#br0" timeOffset="182961.4643">6003 10294 0,'0'0'0,"0"0"0,0 0 16,0 0-16,0-25 0,0 25 0,0 0 15,0 0-15,0 0 0,0 0 16,25 0-16,-25-25 0,0 25 0,0 0 0,0 0 0,0 0 0,0 0 0,0 0 15,24 0-15,-24 0 0,0 0 0,0 0 0,25 0 0,-25 0 16,0 0 0,0 25-16,25-25 0,-25 0 0,0 0 0,0 0 0,0 25 0,25-25 0,-25 0 0,0 0 31,0 25-31,0-25 0,0 0 0,0 25 0,0-25 0,0 24 0,25-24 0,-25 0 0,0 25 0,0-25 0,0 25 0,0-25 15,0 0 1,0 25-16,0-25 0,0 0 0,-25 25 0,25-25 0,0 24 16,0-24-16,0 0 0,0 25 0,0-25 0,0 0 0,0 0 0,0 25 0,0-25 0,0 0 15,0 0-15,0 0 0,0 0 0,-25 25 0,25-25 16,0 0-16,0 0 0,0 0 15,25 0-15,-25-25 0,0 25 0,0 0 0,0 0 0,0 0 0,0 0 0,0-25 16,0 25-16,0 0 0,25 0 0,-25-25 0,0 25 16,0-24-16,0 24 0,0 0 0,24-25 15,-24 25-15,0-25 0,0 25 0,0-25 0</inkml:trace>
  <inkml:trace contextRef="#ctx0" brushRef="#br0" timeOffset="183149.4756">6201 10344 0,'0'0'15,"0"0"-15,0-25 0,0 25 0,25 0 0,-25-25 0,0 25 0,0 0 0,0-25 0,0 25 16,0 0-16,0 0 0,0-25 0,0 25 0,0 0 16,0 0-16,0 0 0,0 0 0,0 0 0,0 0 15,0 0-15,0 0 0,0 0 0,0 25 0,0-25 16,0 0-16,0 0 0,0 25 15,0-25-15,0 25 0,0-25 0,0 25 0,0-25 0,0 24 0,0-24 0,0 25 16,0-25-16,0 25 0,0-25 0,0 25 0,0-25 0,0 25 16,0-25-16,25 0 0,-25 24 0,0-24 15,0 0 16,0 25-31,0-25 0,25 0 0,-25 0 0,0 0 0,0 0 0,0 25 0,24-25 0,-24 0 0,0 0 0,0 0 0,25 0 0,-25 0 0,25 0 0,-25 0 0,25-25 16,-25 25-16,0 0 0,25 0 16,-25 0-16</inkml:trace>
  <inkml:trace contextRef="#ctx0" brushRef="#br0" timeOffset="183796.5126">6474 10542 0,'0'0'0,"0"0"15,0 0-15,0-25 16,0 25-16,0 0 0,0 0 0,0 0 0,0 0 0,0-25 16,0 25-16,0 0 0,0 0 0,0 0 0,0 0 0,0-24 0,0 24 0,0 0 15,0 0-15,0 0 0,25 0 0,-25 0 0,0 0 0,0 0 16,0 0-16,25 0 0,-25 0 15,0 0-15,0 0 0,0 0 0,0 0 0,0 0 0,0 0 0,0 24 16,0-24-16,0 0 0,0 0 0,0 0 0,0 25 0,0-25 16,0 0-16,0 0 15,0 25-15,0-25 0,0 0 0,0 0 0,0 25 0,0-25 0,0 0 0,0 25 0,0-25 16,-25 0-1,25 0-15,0 24 0,0-24 0,0 0 0,0 0 0,-25 25 0,25-25 0,0 0 16,0 0-16,0 0 0,0 0 0,0 0 0,0 0 0,0 0 16,0 0-16,0 0 0,0 0 15,0 0-15,25 0 0,-25 0 0,0 0 0,0 0 0,0 0 0,0 0 16,25 0-16,-25 0 0,0 0 0,0 0 0,24-25 0,-24 25 0,0 0 15,0 0-15,0 0 16,25 0-16,-25 0 0,0 0 0,0 0 0,0 0 16,0 25-16,0-25 0,0 0 0,0 0 0,0 0 0,0 0 0,0 0 0,0 25 0,0-25 15,25 0 1,-25 0-16,0 0 0,0 25 0,0-25 0,0 0 0,0 25 0,-25-25 0,25 0 0,0 24 0,0-24 15,0 0 1,0 25-16,0-25 0,0 0 0,0 25 0,0-25 0,0 0 0,0 0 16,0 0-16,-25 25 0,25-25 0,0 0 0,0 0 0,0 0 0,0 0 0,-24 0 15,24 0-15,0 0 0,0 0 0,0 0 0,0 0 0,0 0 16,-25 0-16,25 0 15,0 0-15,0-25 0,0 25 0,0 0 0,-25 0 0,25-25 0,0 25 125</inkml:trace>
  <inkml:trace contextRef="#ctx0" brushRef="#br0" timeOffset="184288.5407">7069 10418 0,'0'0'16,"0"0"31,0 0-47,0 0 0,0 0 0,0 0 0,0 0 0,0 0 0,0 0 0,0 0 0,0 0 15,0 0-15,0 0 0,0 0 0,0 0 0,0 0 0,0 0 0,0 0 0,0 0 0,0 0 0,0 0 0,0 0 0,25 0 0,-25 0 0,0 0 0,0 0 16,0 0-16,0 0 0,25 0 0,-25 0 0,0 0 0,0 0 0,0 0 0,25 0 62,-25 0-62,25 0 0,-25 0 0,0 0 0,24 0 0,-24 0 0,25 0 0,-25-25 0,25 25 0,-25 0 0,0 0 0,0 0 0,25 0 0,-25 0 0,0 0 0,25 0 16,-25 0-16,0 0 0,24 0 0,-24 0 0,0 0 0,0 0 0,0 0 15,0 0-15,25 0 0,-25 0 0,0 0 0,0 0 0,0 0 0</inkml:trace>
  <inkml:trace contextRef="#ctx0" brushRef="#br0" timeOffset="184494.5525">7193 10244 0,'-24'0'0,"24"0"0,0 0 0,0 0 0,0 0 0,0 0 16,0 25-16,0-25 16,0 0-16,0 0 0,0 0 0,0 25 0,0-25 0,24 0 0,-24 25 15,0-25-15,0 25 0,-24-25 0,24 24 0,0-24 0,0 25 0,0-25 16,0 25-1,0-25-15,0 25 0,24-25 0,-24 0 0,0 25 0,0-25 0,0 24 0,0-24 0,0 0 16,0 25-16,0-25 0,0 0 0,0 25 0,0-25 0,25 0 0,-25 0 16</inkml:trace>
  <inkml:trace contextRef="#ctx0" brushRef="#br0" timeOffset="185403.6043">7962 10071 0,'0'-25'0,"0"25"16,0 0-16,0 0 16,0 0-16,0 0 0,-25 0 0,25 0 0,0 0 0,0 0 15,-24 0-15,24 0 0,0 0 0,0 0 0,0 0 0,-25 0 0,25 0 0,0 0 16,0 0-1,-25 0-15,25 0 0,0 0 0,0 0 0,0 0 0,0 0 0,0 0 16,0 0-16,-25 25 0,25-25 0,0 0 0,0 0 0,0 25 0,0-25 0,0 24 16,0-24-16,0 0 0,0 25 15,0-25-15,0 25 0,0-25 0,0 25 0,0-25 0,0 25 16,0-25-16,0 0 0,0 24 0,0-24 0,0 25 0,0-25 0,0 0 0,25 25 15,-25-25 32,0 0-47,0 0 0,0 0 0,0 25 0,0-25 0,25 0 0,-25 0 0,0 0 0,0 0 0,0 0 0,25 0 0,-25 0 0,0 0 0,0 0 0,24 0 0,-24-25 0,0 25 0,25 0 0,-25 0 0,0 0 16,0-25-16,0 25 15,0 0-15,25 0 0,-25 0 0,0-25 0,0 25 0,0 0 16,0 0-16,0-24 0,0 24 0,0 0 0,0 0 0,0-25 0,0 25 0,0 0 0,0 0 31,0-25-31,0 25 0,0 0 0,0 0 0,0-25 0,0 25 0,0 0 0,0 0 0,0 0 16,0 0-16,0 0 0,0 0 0,0 0 0,0 0 0,0 0 0,0 0 15,0 0-15,0 0 16,0 0-16,0 0 0,0 0 0,0 25 0,0-25 0,0 0 16,0 0-16,0 25 0,0-25 0,0 25 0,25-25 0,-25 24 0,0 1 0,0-25 15,0 25-15,0-25 0,0 25 0,0-25 16,0 25-16,0-25 0,0 24 0,25-24 15,-25 25-15,0-25 0,0 25 0,0-25 0,0 25 0,0-25 0,0 25 63,0-25-63,0 24 0,0-24 0,0 0 0,0 25 0,0-25 0,0 0 0,0 0 0,0 0 0,0 25 0,-25-25 0,25 0 0,0 0 0,0 0 0,0 0 0,0 25 0,0-25 31,-25 0-31,25 0 0,0 0 0,0 0 0,-25 0 0,25 0 0,0 0 0,0 0 0,0 0 0,0 0 0,0 0 0,0 0 0,0 0 0,0 0 0,0 0 16,-25-25-16,25 25 0,0 0 0,0 0 0,0-25 0,0 25 0,0 0 15,0 0 32,0-25-47,0 25 0,0 0 0,0 0 0,0 0 0,0 0 0,0 0 0,0 0 0,0 0 0,0 0 0,0 0 0</inkml:trace>
  <inkml:trace contextRef="#ctx0" brushRef="#br0" timeOffset="186221.6513">8334 10319 0,'0'0'0,"0"0"32,0 0-32,-24 0 0,24 0 0,0-25 0,0 25 0,0 0 0,0 0 0,0 0 15,0 0-15,-25 0 0,25 0 0,0-25 0,0 25 0,0 0 0,0 0 0,0 0 16,0 0-1,25 0-15,-25 0 0,0 0 0,0 0 0,0-25 0,0 25 0,0 0 16,0 0-16,0 0 0,24 0 0,-24 0 0,0 0 0,0-24 0,0 24 31,25 0-31,-25 0 0,0 0 0,25 0 0,-25 0 0,0 0 0,0 0 0,25 0 0,-25 0 0,0 0 0,0 0 16,0 24-16,0-24 0,0 0 0,25 0 0,-25 25 0,0-25 15,0 25-15,0-25 16,0 25-16,0-25 0,0 25 0,0-25 0,24 24 0,-48-24 0,24 25 0,0-25 16,0 25-16,0-25 0,0 25 0,0-25 0,0 25 0,0-25 15,0 24-15,0-24 16,0 0-16,0 25 0,0-25 0,0 0 0,0 0 0,0 25 0,0-25 0,-25 0 31,25 0-31,0 0 0,0 25 0,0-25 0,0 0 0,0 0 0,0 0 0,0 0 0,0 0 0,0 0 0,0 0 16,0 0-16,0-25 0,25 25 0,-25 0 0,0 0 0,0 0 0,0-25 15,0 25 1,0 0-16,0-25 0,0 25 0,0 0 0,0-24 0,0 24 0,0-25 15,0 25-15,0-25 0,24 25 0,-24-25 0,0 25 0,0-25 0,0 25 0,25-24 16,-25 24-16,0-25 16,0 25-16,0 0 0,25-25 0,-25 25 0,0 0 0,0 0 0,0 0 15,0-25-15,0 25 0,0 0 0,0 0 0,0 0 0,0 0 0,0 0 16,0 0-16,0 25 15,0-25-15,0 0 0,0 0 0,0 0 0,0 0 0,0 25 0,0-25 0,0 0 16,0 25-16,0-25 0,0 24 0,0-24 0,0 0 0,0 25 16,0-25-16,0 25 15,0-25-15,0 25 0,0-25 0,0 25 0,0-25 0,25 24 0,-25-24 0,0 25 47,0-25-31,0 0-16,0 25 0,0-25 0,0 0 0,0 25 0,0-25 0,25 0 0,-25 0 0,0 0 0,0 25 0,0-25 0,24 0 0,-24 0 0,0 0 0,25 0 0,-25 0 0,0 0 0,0 0 0,25 0 0,-25 0 0,0 0 15,25-25-15,-25 25 0,0 0 0</inkml:trace>
  <inkml:trace contextRef="#ctx0" brushRef="#br0" timeOffset="186717.6797">8806 10592 0,'0'0'15,"0"0"1,0 0-16,0 0 0,0 0 0,0 0 0,0 0 0,0 0 0,0 0 0,0 0 47,0 0-47,-25 0 0,25 0 0,0 0 0,0 0 0,0 0 0,0 0 15,0 24-15,0-24 0,0 0 0,0 0 0,-25 0 0,25 0 0,0 25 0,0-25 0,0 0 0,0 0 0,0 0 0,-25 25 0,25-25 0,0 0 16,0 0-16,0 0 0,-25 25 0,25-25 0,0 0 0,0 0 0,0 0 0,0 0 15,0 0-15,0 25 0,0-25 16,0 0-16,0 0 0,0 0 0,0 0 0,0 0 16,0 0-16,0 0 0,0 0 0,0 0 0,0 0 0,0 0 0,0 0 15,0 0-15,0 0 0,0 0 0,25 0 0,-25 0 0,0 0 16,0 0-16,0 0 47,0 0-47,25 0 0,-25 0 0,0 0 0,0 0 0,0 0 0,25 0 15,-25 0-15,0 0 0,0 0 0,25 0 0,-25 0 0,0 24 0,0-24 0,24 0 0,-24 0 0,0 0 0,25 0 0,-25 0 0,0 0 0,0 0 0,25 0 0,-25 0 0,0 0 16,0 0-16,0 0 0,0 0 0,25 0 0,-25 0 0,0 0 0,0 0 31,0 0 31,0 0-62,0 0 0,0-24 0,0 24 0,0 0 0,0 0 0,0 0 0</inkml:trace>
  <inkml:trace contextRef="#ctx0" brushRef="#br0" timeOffset="186950.693">8855 10567 0,'0'0'0,"0"0"0,0 0 0,0 0 0,0 0 0,0 0 0,0 0 0,0 0 0,0 0 0,0 0 0,0 0 0,0 0 0,0 0 0,0 0 0,0 0 0,0 25 0,0-25 0,0 0 0,0 24 0,0-24 16,25 0-16,-25 25 0,0-25 0,0 25 0,0-25 0,0 0 16,0 25-16,0-25 0,25 25 0,-25-25 0,0 24 15,0-24-15,0 25 0,0-25 0,0 25 16,0-25-16,0 25 0,0-25 15,0 25-15,0-25 0,0 0 0,0 24 0,0-24 0,0 25 0,0-25 0,0 0 0,0 25 16,0-25-16,0 0 0,0 0 0,0 25 16,0-25-16,0 0 0,0 0 0,25 0 46</inkml:trace>
  <inkml:trace contextRef="#ctx0" brushRef="#br0" timeOffset="187403.7189">9599 10344 0,'0'0'0,"0"0"15,0 0-15,0 0 0,0 0 0,0 0 0,0 0 0,0 0 0,0 0 32,0 0-32,0 0 0,0 0 0,0 0 0,0 0 0,0 0 0,0 0 0,25 0 0,-25 0 15,0 0-15,0 0 0,25 0 0,-25 0 0,0 0 0,0 0 0,25 0 16,-25 0-1,0 0-15,0 0 0,25 0 0,-25 0 0,0 0 0,24 0 0,-24 0 16,0 0-16,25 0 0,-25 0 0,25 0 0,-25 0 0,0 0 0,25 0 0,-25 0 16,0 0-1,25 0-15,-25 0 0,0 24 0,0-24 0,0 0 0,0 0 0,24 0 0,-24 0 16,0 25-16</inkml:trace>
  <inkml:trace contextRef="#ctx0" brushRef="#br0" timeOffset="187664.7338">9649 10616 0,'0'0'0,"0"0"15,0 0-15,0 0 0,0 0 0,0 0 0,0 0 0,0 0 0,0 0 0,0 0 16,0 25-16,25-25 0,-25 0 0,0 0 16,0 0-16,25 0 0,-25-25 0,24 25 15,-24 0-15,25 0 0,-25 0 0,25 0 0,-25 0 0,25 0 0,-25 0 0,25 0 0,-25 0 16,24 0-16,1 0 0,0 0 15,-25 0-15,25 0 0,0 0 0,-25 0 16,24 25-16,-24-25 0,25 0 0</inkml:trace>
  <inkml:trace contextRef="#ctx0" brushRef="#br0" timeOffset="190457.8933">10244 10269 0,'0'0'0,"0"0"0,0 0 15,0 25-15,0-25 0,0 0 0,0 0 0,0 0 0,0 0 0,0 0 0,0 0 16,0 0-16,0 0 0,0 0 0,25 0 0,-25 0 0,0 0 16,0 0-16,0 0 0,0 0 15,0 0-15,0 0 0,0 0 0,0 0 0,0 0 0,0 0 0,0 0 16,0 0-16,0 25 0,0-25 0,0 0 0,25 0 0,-25 0 15,-25 0-15,25 25 16,0-25-16,0 0 0,0 0 0,0 0 0,0 24 0,0-24 0,0 0 0,0 0 0,0 25 16,0-25-1,0 0-15,0 0 0,0 25 0,0-25 0,0 0 0,0 0 0,0 0 0,0 25 16,25-25-16,-25 0 0,-25 0 0,25 0 0,0 0 0,0 0 0,0 0 15,0 0 1,0 0-16,0 0 0,0 0 0,0 0 0,0 0 0,0 0 0,0 0 0,25 0 16,-25 0-16,0 0 0,0 0 0,0 0 0,0 0 0,0 0 0,0 0 0,25-25 31,-25 25-31,0 0 0,0 0 0,0 0 0,0 0 0,25 0 0,-25 0 0,0 0 15,0 0-15,0 0 0,0 0 0,0 0 0,0 0 0,0 0 0,24 0 32,-24 0-32,0 0 0,0 0 0,0 0 0,0 0 0,25 0 0,-25 0 0,0 0 0,0 0 15,0 0-15,0 0 0,0 0 0,0 0 0,0 25 0,25-25 0,-25 0 0,0 0 16,0 0-1,0 25-15,0-25 0,0 0 0,0 0 0,0 24 0,0-24 0,25 0 0,-25 0 0,0 25 16,0-25-16,0 0 0,0 0 0,0 25 0,0-25 16,0 0-16,0 0 0,0 25 0,0-25 15,0 0-15,0 0 0,0 25 0,0-25 0,0 0 0,0 0 0,0 24 0,0-24 16,0 0-16,0 0 15,0 25-15,0-25 0,0 0 0,0 0 0,0 0 0,0 0 0,-25 25 16,25-25-16,0 0 0,0 0 0,0 0 0,0 0 0,0 0 0,0 0 16,0 0-16,0 25 15,-25-25-15,25 0 0,0 0 0,0 0 0,0 0 0,-25 0 0,25 0 0,0 0 16,0 0-16,0 0 0,0 0 0,-24 0 0,24 0 0,0 0 15,0 0 1,0 0-16,0-25 0,0 25 0,0 0 0,-25 0 0,25 0 0,0 0 0,0 0 16,0 0-16,0 0 0,0 0 0,0 0 0,0 0 0,0 0 0,0 0 15,0-25-15,0 25 0,-25 0 0,25 0 0,0 0 16,0 0-16,0-25 0</inkml:trace>
  <inkml:trace contextRef="#ctx0" brushRef="#br0" timeOffset="190713.9082">10319 10294 0,'0'0'0,"0"0"0,25 0 15,-25 0-15,0 0 0,0 0 0,0-25 0,0 25 0,0 0 0,0 0 0,0 0 16,0 0-16,0 0 16,0 0-16,24 0 0,-24 25 0,0-25 0,0 0 0,0 0 0,25 0 0,-25 0 15,0 0-15,25 0 0,-25 0 0,25 0 0,-25 0 0,25 0 0,-25 0 16,0 0-1,24 0-15,-24 0 0,25 0 0,-25 0 0,0 0 0,25 0 0,-25 0 0,25-25 16,-25 25-16,0 0 0,25 0 0,-25 0 0</inkml:trace>
  <inkml:trace contextRef="#ctx0" brushRef="#br0" timeOffset="191698.9643">10840 10319 0,'0'0'0,"-25"0"16,25 0-16,0 0 0,0 0 0,0 0 0,0 0 0,0 0 0,-25 0 0,25-25 16,0 25-16,0 0 0,0 0 0,0 0 0,0 0 0,0 0 15,0 0-15,0 0 0,0 0 16,-25 0-16,25 0 0,0 0 0,0 0 0,0 0 0,0 25 0,0-25 15,0 0-15,0 0 0,0 0 0,0 0 0,-25 0 0,25 0 0,0 0 16,0 25 0,0-25-16,0 0 0,0 0 0,0 24 0,0-24 0,0 0 0,0 0 0,0 0 15,0 25-15,0-25 0,0 0 0,0 0 0,0 0 0,0 25 0,0-25 16,25 0-1,-25 0-15,0 25 0,0-25 0,0 0 0,0 0 0,0 25 0,0-25 0,0 0 0,25 0 16,-25 24 0,0-24-16,0 0 0,0 0 0,25 25 0,-25-25 0,0 0 0,0 0 0,25 25 0,-25-25 0,0 0 15,0 0-15,24 25 0,-24-25 0,0 0 0,0 0 0,25 0 16,-25 25-1,0-25-15,25 0 0,-25 0 0,0 0 0,0 24 0,25-24 0,-25 0 0,0 0 16,0 0-16,0 0 0,0 25 0,0-25 0,0 0 0,0 0 0,0 0 16,25 0-16,-25 25 15,0-25-15,0 0 0,0 0 0,0 0 0,0 0 0,0 25 0,0-25 16,0 0-16,0 0 0,0 0 0,0 0 0,0 0 0,0 0 0,0 0 15,0 0 1,-25 0-16,25 0 0,0 0 0,0 0 0,0 0 0,0 0 0,0 25 0,0-25 0,0 0 16,0 0-16,-25 0 0,25 0 0,0 0 0,-25 0 0,25 0 0,0 0 31,-25 0-31,25 0 0,0 0 0,0 0 0,0 0 0,0 0 0,0 0 0,0 0 15,0 0-15,0 0 0,0 0 0,0 0 0,-24 0 0,24-25 0,0 25 0,0 0 16,0 0-16,-25 0 16,25 0-16,0-25 0,0 25 0,0 0 0,0 0 0,0 0 0,0 0 15,0-25-15,0 25 0,0 0 0,0 0 0,0 0 0,0 0 0,0 0 31,0 0-31,0 0 0,0 0 0,25 0 0,-25-25 0,0 25 0,0 0 0,0 0 0,0 0 0,0 0 0,24-24 32,-24 24-32,0 0 0,0 0 0,25-25 0,-25 25 0,0 0 0,0 0 0,25-25 0,-25 25 0,0 0 0,0-25 15,25 25 1,-25 0-16,0 0 0,0-25 0,25 25 0,-25 0 0,0-24 0,0 24 15,0 0-15,0-25 0,24 25 0,-24 0 0,0 0 0,0-25 0,0 25 0,0 0 16,0 0 0,0 0-16,0 0 0,0 0 0,0-25 0,0 25 0,0 0 0,0 0 0,0 0 15,0 0-15,0 0 0,0 0 0,0 0 0,0 0 0,-24 0 0,24 0 31,0 0-31,-25 0 0,25 0 0,0 0 0</inkml:trace>
  <inkml:trace contextRef="#ctx0" brushRef="#br0" timeOffset="194269.1116">2257 11534 0,'0'0'0,"0"0"0,0 0 16,0 0-1,-25 0-15,25 0 0,0 0 0,0 0 0,0 0 0,0 0 0,0 0 16,0 0-16,0 0 0,0 0 0,0 0 0,0 0 0,0 0 0,0 0 0,0 0 15,0 0-15,0 0 0,0 0 0,0 0 0,0 0 0,0 0 0,0 0 16,0 0 0,0 0-16,0 0 0,0 0 0,0 0 0,0 0 0,25 0 0,-25 0 0,0 0 0,0 0 15,0 0-15,0 0 0,0 0 0,0 0 0,0 0 0,0 0 16,25 0-16,-25-25 15,0 25-15,25 0 0,-25 0 0,25 0 0,-25 0 0,0 0 0,24 0 0,-24 0 16,0 0-16,25 0 0,-25 0 0,0 0 0,25 0 0,-25 0 16,0 0-16,0 0 0,0 0 15,25 0-15,-25 0 0,0 0 0,0 0 0,0 0 0,0 0 0</inkml:trace>
  <inkml:trace contextRef="#ctx0" brushRef="#br0" timeOffset="194948.1503">2604 11410 0,'0'0'0,"0"0"0,0-25 31,0 25-31,0 0 0,0 0 0,0 0 0,0 0 0,0 0 0,0 0 0,0 0 0,0-24 15,0 24-15,0 0 0,0 0 0,0 0 0,0 0 0,0 0 0,0 0 16,0 0 0,25 0-16,-25-25 0,0 25 0,0 0 0,0 0 0,0 0 0,0 0 0,0 0 15,25 0-15,-25 0 0,0 0 0,0 0 0,0 0 0,0 0 0,0 0 0,0 0 31,0 0-31,0 0 0,0 0 0,0 0 0,0 0 0,25 0 0,-25 0 0,0 0 0,0 25 16,0-25-16,0 0 0,0 0 0,0 24 0,0-24 0,0 0 0,0 25 16,0-25-16,-25 25 0,25-25 0,0 0 0,0 25 0,0-25 15,0 25-15,0-25 16,0 24-16,-25-24 0,25 25 0,0-25 0,0 25 0,0-25 0,0 0 0,0 25 0,0-25 15,0 0-15,0 0 0,0 25 0,0-25 0,0 0 0,-25 0 16,25 0 0,25 0-1,-25 0-15,0 0 0,0 0 0,0 0 0,0 0 0,0 0 0,0 0 0,25 0 0,-25 0 0,0 24 0,0-24 0,0 0 0,0 0 16,25 0-16,-25 0 0,0 0 0,0 0 0,0 0 0,25 0 15,-25 0 1,0 25-16,0-25 0,0 0 0,25 0 0,-25 25 0,0-25 0,0 0 0,0 25 0,0-25 0,0 0 16,0 25-16,0-25 0,0 0 0,0 0 0,0 24 0,0-24 15,0 0 1,0 25-16,0-25 0,0 0 0,0 0 0,0 25 0,0-25 0,-25 0 0,25 0 0,0 25 15,0-25-15,0 0 0,-25 0 0,25 0 0,0 0 0,0 25 16,0-25-16,0 0 0,-25 0 16,25 0-16,0 0 0,0 0 0,0 0 0,0 0 0,-25-25 0,25 25 0,0 0 15,0 0-15,0 0 0,0 0 16,0-25-16,-25 25 0,25 0 0,0 0 0,0 0 15,0 0-15,0 0 0,0-25 0,0 25 0,0 0 0,0 0 0,0 0 0,0 0 0,0 0 16,0 0-16,0 0 0,0 0 16,0 0-16,0-25 0,25 25 0</inkml:trace>
  <inkml:trace contextRef="#ctx0" brushRef="#br0" timeOffset="195797.199">2803 11485 0,'0'0'0,"0"0"15,0-25-15,0 25 0,0 0 0,0 0 0,25 0 0,-25 0 0,0 0 0,0 0 16,0-25-16,0 25 0,0 0 0,0 0 0,25 0 0,-25 0 16,0 0-1,0 0-15,0 0 0,0 0 0,0 0 0,24 0 0,-24 0 0,0 0 0,0 0 0,0 0 16,0 25-16,0-25 0,25 0 0,-25 0 0,0 0 0,0 25 0,0-25 0,0 0 31,0 24-31,0-24 0,0 0 0,0 25 0,0-25 0,0 0 0,0 25 0,0-25 16,0 25-16,0-25 0,0 0 0,0 25 0,0-25 0,0 24 0,0-24 0,0 0 15,0 25-15,0-25 16,0 0-16,0 25 0,-25-25 0,25 0 0,0 0 0,0 25 0,0-25 15,0 0-15,0 0 0,0 0 0,0 0 0,0 0 0,0 0 0,0 0 32,0 0-32,0 0 0,0 0 0,0 0 0,0 0 0,0 0 0,0 0 0,0 0 0,25 0 0,-25 0 0,0 0 15,0 0 1,0-25-16,0 25 0,0 0 0,25 0 15,-25-25-15,0 25 0,0 0 0,0-25 0,0 25 0,25 0 0,-25-24 0,0 24 0,0 0 0,0-25 0,25 25 0,-25-25 16,0 25-16,0-25 0,0 25 16,0 0-16,0-25 0,0 25 0,0 0 0,0-24 0,0 24 0,0 0 15,0-25-15,0 25 0,0 0 0,0 0 0,0 0 16,0 0-16,0 0 0,0 0 0,0 0 0,0 0 0,0 0 0,0 0 15,0 0-15,0 0 0,0 0 0,0 0 0,0 0 0,0 0 16,0 0-16,0 25 0,0-25 16,0 0-16,0 0 0,0 24 0,0-24 0,0 0 0,0 25 0,0-25 15,0 25 1,0-25-16,0 25 0,0-25 0,0 25 0,0-25 0,0 24 0,0-24 0,0 25 15,0-25-15,0 25 0,0-25 0,0 25 0,0-25 0,24 25 0,-24-25 0,0 24 32,0-24-32,0 0 0,25 25 0,-25-25 0,0 0 0,0 0 0,0 25 0,25-25 0,-25 0 15,0 0-15,0 0 0,25 0 0,-25 0 0,0 0 0,25 0 0,-25 0 16,0 0-1,0 0-15,24-25 0,-24 25 0,0 0 0,0 0 0,25 0 0,-25-25 0,0 25 16,0 0-16,0 0 0,0-24 16,25 24-16,-25 0 0,0 0 0,0 0 0,0-25 0,0 25 0,0 0 15,0-25-15,0 25 0,0 0 0,-25 0 0,25-25 0,0 25 0,0 0 0,0 0 31,0 0-31,0 0 0,0-25 0,0 25 0,0 0 0,0 0 0,0 0 0,0 0 0,0 0 0,0 0 0,0 0 16,0 25-16,0-25 0,0 0 0,0 0 0,0 0 0,0 25 16,0-25-1,25 0-15,-25 25 0,0-25 0,0 25 0,0-25 0,0 24 0,0-24 0,25 25 0,-25-25 16,0 25-16,0-25 0,0 25 0,0 0 0,0-25 15,0 24-15,0-24 0,0 25 16,0-25-16,0 25 0,0-25 0,0 0 0,0 25 0,0-25 0,0 0 16,0 0-16,0 0 0,0 0 0</inkml:trace>
  <inkml:trace contextRef="#ctx0" brushRef="#br0" timeOffset="198032.326">3820 11509 0,'-25'0'0,"25"0"0,0 0 15,0 0-15,0 0 0,0 0 0,0 0 0,0 0 0,0 0 0,0 0 16,0 0-16,0 0 0,0 0 0,0 0 0,0 0 0,0 0 16,0 0-16,0 0 0,0 0 0,0 0 15,25 0-15,-25 0 0,0 0 0,0 0 0,0 0 0,0 0 0,0 0 31,0 0-31,0 0 0,0 0 0,25 0 0,-25 0 0,0 0 0,0 0 0,25 25 0,-25-25 16,0 0-16,24 0 0,-24 0 0,0 0 0,25 0 0,-25 0 0,0 0 16,25 0-1,-25 0-15,0 0 0,25 0 0,-25 0 0,0 0 0,25 0 0,-25 0 0,0 0 16,0 0-16,0-25 0,24 25 0,-24 0 0,0 0 0,0 0 0,0 0 15,0 0 1,0 0-16</inkml:trace>
  <inkml:trace contextRef="#ctx0" brushRef="#br0" timeOffset="198243.3389">3919 11410 0,'-25'0'0,"25"0"0,0 0 16,0 0-16,0 0 0,0 0 15,0 0-15,0 0 0,0 0 0,0 0 0,0 0 0,0 0 0,0 0 0,0 0 16,0 25-1,0-25-15,0 0 0,0 0 0,0 0 0,25 25 0,-25-25 0,0 0 16,0 0-16,25 25 0,-25-25 0,0 24 0,0-24 0,0 0 0,0 25 0,0-25 16,0 25-16,0-25 15,0 0-15,0 25 0,0-25 0,0 25 0,0-25 0,0 24 0,0-24 16,0 25-16,0-25 0,0 25 0,0-25 0</inkml:trace>
  <inkml:trace contextRef="#ctx0" brushRef="#br0" timeOffset="198855.3739">4465 11336 0,'0'0'0,"-25"-25"15,25 25-15,0 0 0,0 0 0,0 0 0,0 0 0,0 0 0,0 0 16,0 0 0,0 0-16,0 0 0,0 0 0,0 0 0,0 0 0,-25 0 0,25 0 15,0 0-15,0 25 0,0-25 0,0 0 0,0 0 0,-25 0 0,25 0 0,0 0 16,0 0-1,0 25-15,0-25 0,0 0 0,0 0 0,0 24 0,0-24 0,-24 25 0,24-25 16,0 25-16,0-25 0,0 25 0,0-25 0,0 25 0,0-1 0,0-24 0,-25 25 16,25 0-1,0-25-15,0 25 0,0-25 0,0 25 0,0-1 0,25-24 0,-25 25 0,0-25 16,0 0-16,0 25 0,0-25 0,0 0 0,0 25 0,24-25 0,-24 0 31,0 0-31,0 25 0,0-25 0,25 0 0,-25 0 0,0 0 0,0 0 0,25 0 16,-25 0-16,0 0 0,25 0 0,-25 0 0,0 0 0,25 0 0,-25 0 0,0 0 15,0 0 1,0 0-16,0 0 0,24-25 0,-24 25 0,0 0 0,0 0 0,0 0 0,0 0 15,0-25-15,-24 25 0,24 0 0,0 0 0,0 0 0,0-25 0,-25 25 16,25 0 0,0 0-16,0 0 0,-25-25 0,25 25 0,0 0 0,0 0 0,-25-24 0,25 24 0,0 0 0,0 0 15,0 0 1,0 0-16,0 0 0,0 0 0,-25 0 0,25 0 0,0 0 0,0 0 15,0 24-15,0-24 0,0 0 0,0 0 0,0 0 0,-24 25 0,24-25 0,24 0 0,-24 0 16,0 25 0,0-25-16,0 0 0,0 0 0,0 0 0,0 0 0,25 0 0,-25 0 0,0 0 15</inkml:trace>
  <inkml:trace contextRef="#ctx0" brushRef="#br0" timeOffset="199434.407">4589 11509 0,'0'0'0,"0"-24"15,0 24-15,0 0 0,0 0 0,0 0 0,0 0 0,0 0 0,0-25 16,0 25-16,0 0 0,0 0 0,0 0 15,0 0-15,25 0 0,-25 0 0,0 0 16,0 0-16,0-25 0,0 25 0,24 0 0,-24 0 0,0 0 0,0 0 16,25 0-16,-25 0 0,0 25 0,0-25 15,0 0-15,0 0 0,0 0 0,25 0 0,-25 25 0,0-25 0,0 0 0,0 24 16,0-24-16,0 0 0,0 25 0,0-25 0,0 25 15,0-25-15,0 25 16,0-25-16,0 0 0,0 25 0,0-25 0,0 24 0,0-24 0,0 25 0,0-25 0,0 0 0,0 0 16,0 25-16,0-25 0,0 0 0,0 0 0,0 25 15,0-25-15,0 0 16,0 0-16,0 0 0,0 0 0,0 0 0,0 0 0,0 0 0,0 0 0,0 0 15,0 0-15,0 0 0,0 0 0,0 0 0,25-25 0,-25 25 0,0 0 16,0 0 0,0-25-16,0 25 0,0 0 0,0-25 0,25 25 0,-25-24 0,0 24 0,0 0 0,0-25 0,0 25 31,0 0-31,0-25 0,0 25 0,0 0 0,0-25 0,0 25 0,0 0 0,0-25 0,0 25 0,0 0 15,0 0-15,0 0 16,0-24-16,0 24 0,0 0 0,0 0 0,-25 0 0,25 0 16,0 0-16,0-25 0,0 25 0,0 0 0,0 0 0,0 25 0,0-25 0,0 0 15,0 0-15,0 0 16,0 24-16,0-24 0,0 0 0,0 0 0,0 25 0,0-25 0,0 0 0,0 25 15,0-25-15,25 25 0,-25-25 0,0 0 0,0 25 0,0-25 0,0 24 16,24-24-16,-24 0 16,0 25-16,0-25 0,0 0 0,25 25 0,-25-25 0,0 0 0,0 0 15,0 25-15,0-25 0,25 0 0,-25 0 16,0 0-16,0 0 0,25 0 0,-25 0 0,0 0 0,0 0 0,0 0 15</inkml:trace>
  <inkml:trace contextRef="#ctx0" brushRef="#br0" timeOffset="199785.4271">4911 11683 0,'0'0'0,"0"0"0,0 0 0,0 0 0,0 0 0,0 0 16,0 0-16,0 0 0,0 0 15,0 0-15,0 0 0,0 0 0,0-25 0,0 25 0,0 0 16,0 0-16,0 0 0,25 0 0,-25 0 0,0 0 0,0 0 0,0 0 31,0 0-31,25 0 0,-25 0 0,0 25 0,0-25 0,0 0 0,0 0 0,0 0 16,25 25-16,-25-25 0,0 0 0,0 0 0,0 25 0,0-25 0,0 0 0,-25 0 0,25 24 15,0-24 1,0 0-16,0 0 0,0 25 0,0-25 0,-25 0 0,25 25 0,0-25 15,0 0-15,-25 25 0,25-25 0,0 0 0,0 0 0,-24 25 0,24-25 0,0 0 32,0 0-32,0 0 0,0 0 0,0 0 0,0 24 0,24-24 0,-24 0 0,0 0 0,0 0 0,0 0 15,0 0-15,25 0 0,-25 0 0,0 0 0,0 0 0,25 0 16,-25 0-16,0 0 15,25 0-15,-25 0 0,25-24 0,-25 24 0,24 0 0,-24 0 0,25 0 0,0 0 16,-25 0-16,25 0 0,-25 0 0,25 0 0,-25 0 0,24 0 16,-24 0-16,25 0 0</inkml:trace>
  <inkml:trace contextRef="#ctx0" brushRef="#br0" timeOffset="202090.5589">5680 11559 0,'0'0'16,"0"0"-16,0 0 16,0 0-16,0 0 0,0 0 0,0 0 0,0 0 0,0 0 0,0 0 15,0 0-15,0 0 0,0 0 0,0 0 0,0 0 0,0 0 16,25 0-16,-25 0 0,0 0 0,0 0 0,0 0 15,25 0-15,-25 0 0,0 0 0,0 0 0,25 0 16,-25 0-16,0 0 0,0 0 0,24 0 0,-24 0 0,0 0 0,0 0 0,0 0 16,25 0-1,-25 0-15,0 0 0,0 0 0,25 0 0,-25 0 0,0 0 16,25 0-16,-25 0 0,0 0 0,25 0 0,-25 0 0,0 0 0,0-25 0,25 25 0,-25 0 15,0 0 1,0 0-16,0 0 0,0 0 0,0 0 0</inkml:trace>
  <inkml:trace contextRef="#ctx0" brushRef="#br0" timeOffset="202335.573">5854 11485 0,'0'0'0,"0"0"0,0 0 16,0 0-16,0 0 0,0 0 0,0 0 0,0 0 0,0 0 0,0 0 31,0 0-31,0 0 0,0 0 0,0 0 0,0 0 0,0 0 0,0 24 0,0-24 16,0 0-16,0 0 0,0 0 0,25 25 0,-25-25 0,0 0 0,0 25 15,0-25-15,0 0 0,0 25 0,0-25 0,0 25 0,0-25 0,0 24 16,0-24-16,0 0 15,0 25-15,0-25 0,0 25 0,0-25 0,0 25 0,0-25 0,0 0 0,0 25 16,0-25-16</inkml:trace>
  <inkml:trace contextRef="#ctx0" brushRef="#br0" timeOffset="202984.6101">6325 11534 0,'0'0'0,"0"0"16,0 0-16,0-25 0,0 25 0,0 0 0,0 0 0,0 0 0,0 0 0,0 0 15,0 0-15,0 0 0,0 0 0,25 0 16,-25 0-16,0-24 0,0 24 0,0 0 0,25 0 15,-25 0-15,0 24 0,0-24 0,25 0 0,-25 0 0,0 0 0,0 0 16,24 0-16,-24 25 0,0-25 0,0 0 0,0 0 0,0 25 16,0-25-1,0 0-15,0 25 0,0-25 0,0 25 0,0-25 0,0 0 0,0 24 0,0-24 16,0 0-16,0 25 0,0-25 0,0 0 0,0 25 0,0-25 0,0 0 15,0 25-15,0-25 0,0 0 16,0 0-16,0 0 0,0 25 0,0-25 0,0 0 0,-24 0 0,24 0 16,0 0-16,0 0 0,0 0 0,0 0 0,0 0 0,24 0 0,-24 0 15,0 0-15,0 0 0,0 0 16,0 0-16,25 0 0,-25-25 0,0 25 0,0 0 0,25 0 15,-25-25-15,0 25 0,0 0 0,0 0 0,0-25 0,0 25 16,0-25-16,0 25 16,0 0-16,0-24 0,0 24 0,25-25 0,-25 25 0,0 0 31,0-25-16,0 25-15,0-25 0,0 25 0,0 0 0,0 0 0,0-25 0,0 25 0,0 0 0,0 0 0,0 0 0,0 0 0,0 0 0,0 0 0,0 0 16,0 0-16,0 0 0,0 0 0,0 0 0,0 25 0,0-25 0,0 0 16,0 25-16,0-25 0,0 0 0,0 25 0,0-25 0,0 25 0,0-25 0,0 0 0,0 24 15,0-24-15,0 0 16,0 25-16,0-25 0,25 0 0,-25 25 0,0-25 15,0 0-15,0 0 0,0 25 0,0-25 0,0 0 0,0 0 0,24 0 0,-24 0 16,0 0-16,0 0 0,25 0 0,-25 0 16,0 0-16,25 0 0,-25 0 0,25 0 0,-25 0 0,0 0 15,25 0-15,-25 0 0,0 0 0</inkml:trace>
  <inkml:trace contextRef="#ctx0" brushRef="#br0" timeOffset="203469.6378">6722 11658 0,'0'0'0,"0"0"0,0 0 0,0 0 0,0 0 16,-25-25 0,25 25-16,25 0 0,-25 0 0,0 0 0,0 0 0,0 0 0,0 0 0,0-24 15,0 24-15,25 0 0,-25 0 0,0 0 0,0 0 0,0 0 0,25 0 16,-25 0-1,0 0-15,0 0 0,0 0 0,0 0 0,0 0 0,0 24 0,0-24 0,0 0 16,0 0-16,0 0 0,0 25 0,0-25 0,0 0 0,0 0 0,0 25 0,0-25 16,0 0-1,0 25-15,0-25 0,0 0 0,0 25 0,0-25 0,-25 0 0,25 0 16,0 24-16,0-24 0,0 0 0,0 0 0,0 25 0,0-25 0,0 0 0,0 0 15,0 0 1,0 0-16,0 0 0,0 0 0,0 25 0,0-25 0,25 0 0,-25 0 0,0 0 16,0 0-16,0 0 0,0 0 0,24 0 0,-24 0 0,0 0 0,0-25 15,25 25 1,-25 0-16,0 0 0,0 0 0,25 0 0,-25 0 0,0 0 0,0 0 0,25 0 0,-25 25 15,0-25-15,0 0 0,0 0 0,0 0 0,0 0 0,0 25 16,25-25-16,-25 0 0,0 0 16,-25 0-16,25 25 0,0-25 0,0 0 0,0 0 0,0 0 0,0 24 15,0-24-15,-25 0 0,25 0 0,0 0 0,0 0 16,-25 25-16,25-25 0,0 0 0,0 0 15,-25 0-15,25 0 0,0 0 0,0 0 0,0 0 0,-24 0 0,24 0 0,0 0 16,0 0-16,0 0 0,0 0 0,0 0 0,0 0 0,0 0 16,0-25-1,0 25-15</inkml:trace>
  <inkml:trace contextRef="#ctx0" brushRef="#br0" timeOffset="203889.6619">7640 11658 0,'0'0'0,"0"0"15,0 0 1,0 0-16,0-25 0,0 25 0,0 0 0,0 0 0,0 0 0,0 0 15,25 0-15,-25 0 0,0 0 0,0 0 0,0 0 0,0 0 0,24 0 0,-24 0 32,0 0-32,25 0 0,-25 0 0,0 0 0,25 0 0,-25 0 0,0 0 0,25 0 0,-25 0 0,0 0 15,25 0-15,-25 0 0,0 0 0,24 0 0,-24 0 0,0 0 16,25 0-1,-25 0-15,0 0 0,0-24 0,0 24 0,0 0 0,25 0 0,-25 0 0,0 0 16,0 0-16,0 0 0</inkml:trace>
  <inkml:trace contextRef="#ctx0" brushRef="#br0" timeOffset="204128.6755">7789 11559 0,'-25'0'0,"25"0"0,0 0 0,0 0 0,0 0 0,0 25 0,0-25 16,0 0-16,0 0 0,25 0 0,-25 0 0,0 25 0,0-25 0,0 0 15,0 24-15,0-24 16,0 0-16,0 25 0,0-25 0,0 25 0,0-25 0,0 25 0,0-25 0,0 25 16,24-25-16,-24 0 0,0 24 0,0-24 0,0 25 0,0-25 15,0 0-15,0 25 0,0-25 16,0 0-16,25 0 0,-25 0 0,0 25 0</inkml:trace>
  <inkml:trace contextRef="#ctx0" brushRef="#br0" timeOffset="204817.7149">8359 11584 0,'0'0'0,"0"0"0,0 0 16,0 0-16,0 0 0,0-25 0,0 25 0,0 0 0,0 0 0,0 0 15,0 0 1,0-25-16,0 25 0,25 0 0,-25 0 0,0 0 0,0 0 0,0-25 16,0 25-16,25 0 0,-25 0 0,0 0 0,0 0 0,0 0 0,0 0 0,0 0 31,25 0-31,-25 0 0,0 0 0,0 0 0,0 0 0,0 0 0,0 0 15,0 0-15,24 25 0,-24-25 0,0 0 0,0 25 0,0-25 0,0 25 0,0-25 0,0 25 16,0-25-16,-24 0 0,24 24 0,0-24 16,0 25-16,0-25 0,0 25 0,0-25 15,0 0-15,0 25 0,-25-25 0,25 0 0,0 0 0,0 25 0,0-25 16,0 0-16,0 0 0,0 0 0,0 0 0,0 24 0,0-24 0,0 0 31,0 0-31,0 0 0,0 0 0,0 0 0,0 0 0,0 0 0,0 0 0,0 0 0,0 0 0,0 0 16,25 0-16,-25 0 15,0 0-15,0 0 0,0 0 0,0-24 0,24 24 0,-24 0 0,0 0 0,0 0 0,0 0 16,0 24-16,25-24 0,-25 0 0,0 0 0,0 0 0,0 0 15,25 0-15,-25 25 16,0-25-16,0 0 0,0 25 0,0-25 0,0 0 0,0 25 0,0-25 0,0 0 16,0 25-16,0-25 0,0 0 15,0 0-15,0 24 0,-25-24 0,25 0 0,0 0 0,0 25 0,0-25 16,0 0-16,-25 0 0,25 0 0,0 0 0,0 0 0,0 25 0,-24-25 15,24 0-15,0 0 16,0 0-16,0 0 0,-25 0 0,25 0 0,0 0 0,0 0 0,0 0 0,0 0 16,0 0-16,0 0 0,0 0 0,0 0 0,0-25 0,0 25 15,0 0-15,0 0 16,0 0-16,0-25 0,0 25 0,0 0 0,0 0 0,0-24 0,25 24 0,-25 0 15,0 0-15,0-25 0,0 25 0</inkml:trace>
  <inkml:trace contextRef="#ctx0" brushRef="#br0" timeOffset="205435.7503">8657 11609 0,'0'0'0,"0"0"0,0 0 0,0 0 16,0 0-16,0 0 0,0 0 0,0 0 0,0 0 16,0 0-16,0 0 0,0 0 15,0-25-15,0 25 0,0 0 0,0 0 0,0 0 0,0 0 0,25 0 0,-25 0 0,0 0 31,0 25-31,24-25 0,-24 0 0,0 0 0,25 0 0,-25 0 0,0 0 0,0 24 16,25-24-16,-25 0 0,0 0 0,0 25 0,0-25 0,0 25 0,0-25 0,0 0 16,0 25-1,25-25-15,-25 25 0,0-25 0,0 24 0,0-24 0,0 25 0,0-25 16,0 0-16,0 25 0,0-25 0,0 25 0,0-25 0,-25 0 0,25 0 0,0 25 15,0-25-15,0 0 16,0 24-16,0-24 0,0 0 0,0 0 0,-25 0 0,25 0 16,0 0-16,0 25 0,0-25 0,0 0 0,0 0 0,0-25 0,0 25 0,0 0 15,0 0-15,0 0 0,0 0 0,0 0 0,25 0 16,-25 0-16,0-24 0,0 24 0,25 0 15,-25 0-15,0-25 0,0 25 0,25 0 0,-25-25 0,0 25 0,0 0 16,24-25-16,-24 25 0,0-25 0,0 25 16,25 0-16,-25-24 0,0 24 0,25-25 0,-25 25 15,0 0-15,0-25 0,0 25 0,0 0 0,0 0 0,0-25 0,0 25 0,0 0 16,0 0-1,0 0-15,0 0 0,0-25 0,0 25 0,0 0 0,0 0 0,0 0 16,0 0-16,0 0 0,0 25 0,0-25 0,0 0 0,0 0 0,0 0 0,0 25 16,0-25-1,0 0-15,0 25 0,0-25 0,0 0 0,0 25 0,0-25 0,0 24 0,0-24 0,0 0 16,0 25-16,0-25 0,0 25 0,25-25 0,-25 0 0,0 25 15,0-25 1,0 0-16,0 25 0,25-25 0,-25 0 0,0 24 0,0-24 0,0 0 0,0 0 0,0 0 16,0 0-16,24 25 0,-24-25 0,0 0 0,0 0 0,0 0 15,0 0-15,25 0 0,-25 0 16,0 0-16,0 0 0,25 0 0,-25-25 0,0 25 0,25 0 0</inkml:trace>
  <inkml:trace contextRef="#ctx0" brushRef="#br0" timeOffset="205736.7675">9103 11857 0,'0'0'0,"0"0"0,0 0 16,0 0-16,0 0 0,0 0 0,0 0 0,0 0 15,0 0-15,0 0 0,0 0 0,0 0 16,0 0-16,0 0 0,0 0 0,0 24 0,0-24 0,0 0 31,0 0-31,-24 0 0,24 0 0,0 25 0,0-25 0,0 0 0,0 0 0,-25 25 0,25-25 0,0 0 0,0 0 0,0 0 16,0 0-1,0 25-15,0-25 0,0 0 0,0 0 0,0 0 0,0 0 0,0 0 0,0 0 16,0 25-16,-25-25 0,25 0 0,0 0 16,0 0-16,0 0 0,0 0 0,25 0 0,-25 0 0,0 0 0,0 24 0,0-24 0,25 0 15,-25 0-15,0 0 0,0 0 16,0 0-16,24 0 0,-24 0 0,0 0 15,25 0-15,-25 0 0,0 0 0,25 0 0,-25 0 0,0 0 0,25 0 0,-25 0 0,0 0 16,25 0-16,-25 0 0,0 0 0,0 0 0,0 0 16,24 0-16,-24 0 0,0 0 15,0 0-15,0 0 0,0 0 0,0 0 0,0-24 0,0 24 0,0 0 0</inkml:trace>
  <inkml:trace contextRef="#ctx0" brushRef="#br0" timeOffset="205931.7787">9178 11857 0,'0'0'0,"0"0"0,0 0 0,0 0 0,0 0 16,0 0-16,0 0 0,0 0 0,0 0 0,0 0 15,0 0-15,0 0 0,0 0 0,0 0 0,0 24 0,0-24 16,0 0-16,0 25 16,25-25-16,-25 0 0,0 25 0,0-25 0,0 25 0,0-25 0,0 25 0,0-25 15,0 24-15,0-24 0,0 25 0,0-25 0,0 0 0,0 25 16,0-25-16,0 25 15,0-25-15,0 0 0,0 25 0,0-25 0,0 0 0,-25 24 0,25-24 16,0 0-16,0 0 0,0 25 0,0-25 0</inkml:trace>
  <inkml:trace contextRef="#ctx0" brushRef="#br0" timeOffset="206318.8008">9748 11757 0,'0'-24'0,"0"24"16,0 0-16,0 0 0,0 0 0,0 0 0,0 0 0,0 0 0,0 0 15,0 0-15,0 0 0,0 0 0,0 0 0,0 0 0,0 0 16,25 0-16,-25 0 0,0 0 16,0 0-16,0-25 0,25 25 0,-25 0 0,0 0 0,0 0 0,25 0 0,-25 0 31,0 0-31,24 0 0,-24 0 0,25 0 0,-25 0 0,0 0 0,25 0 0,-25 0 0,0 0 0,25 0 15,-25 0-15,0 0 0,25 0 0,-25 0 0,0 25 0,0-25 16,0 0-16,0 0 16,0 0-16,0 0 0,0 24 0</inkml:trace>
  <inkml:trace contextRef="#ctx0" brushRef="#br0" timeOffset="206515.8121">9773 11931 0,'0'0'0,"0"0"15,0 0-15,0 0 0,0 0 0,0 0 0,0 0 0,0 0 16,0 0-16,0 25 0,0-25 15,0 0-15,0 0 0,0 0 0,0 0 0,25-25 0,-25 25 0,0 0 0,25 0 16,-25 0-16,0 0 0,24 0 16,-24 0-16,0 0 0,25 0 0,-25 0 15,25 0-15,-25 0 0,0 0 0,25 0 0,-25 0 0,25 0 0,-25 0 0,24 0 16,-24 0-16,25 0 0,-25 0 0</inkml:trace>
  <inkml:trace contextRef="#ctx0" brushRef="#br0" timeOffset="209599.9883">10418 11658 0,'0'0'0,"-25"0"0,25 0 16,0 0-16,0 0 0,0 0 0,0 0 0,0 0 0,0 0 0,0 0 16,0-25-1,0 25-15,0 0 0,0 0 0,0 0 0,0 0 0,0 0 0,0 0 0,0 0 16,0 0-16,0 0 0,0 0 0,0 0 0,0 0 0,0 0 0,0 0 31,0 0-31,0 0 0,0 0 0,0 0 0,0 0 0,0 0 0,0 0 0,0 0 16,0 0-16,0 0 0,0 0 0,0 0 0,0 0 0,0 0 0,0-24 15,0 24-15,0 0 16,0 0-16,0 0 0,0 0 0,0 0 0,0 0 0,0-25 0,25 25 0,-25 0 15,0 0-15,0 0 0,0 0 0,0 0 0,0 0 0,0 0 0,0 0 16,25 0-16,-25 0 0,0 0 16,0 0-16,0 0 0,0 0 0,25 0 0,-25 0 15,0 0-15,0 0 0,0 0 0,0 0 0,0 0 0,0 0 0,0 0 0,0 0 16,24 0-1,-24 25-15,0-25 0,0 0 0,0 0 0,0 24 0,0-24 0,0 25 16,0-25-16,0 0 16,0 25-16,0-25 0,0 25 0,0-25 0,0 0 0,-24 25 0,24-25 0,0 24 0,0-24 0,0 0 0,-25 25 15,25-25-15,0 25 0,-25-25 0,25 0 0,0 25 0,0-25 0,-25 0 16,25 25-1,0-25-15,0 0 0,-25 24 0,25-24 0,0 0 0,0 0 0,0 0 0,0 25 0,0-25 16,0 0 0,-24 0-16,24 0 0,0 0 0,0 0 0,0 0 0,0 0 0,0 0 15,0 0-15,0 0 0,0 0 0,0 0 0,0 0 0,0 0 0,24 0 0,-24 0 16,0 0-16,0 0 0,0 0 0,25 0 15,-25 0-15,0 0 0,0 0 0,25 0 0,-25 0 16,0 0-16,25 0 0,-25 0 0,0 0 0,25 0 0,-25 0 0,0 0 0,24 0 31,-24 0-31,0 0 0,25 0 0,-25 0 0,0 0 0,0 0 0,25 0 0,-25 0 16,0 0-16,0 25 0,0-25 0,0 0 0,25 0 0,-25 0 0,0 0 0,0 0 15,0-25 1,0 25-16,0 0 0,0 0 0,0 0 0,25 0 0,-25 0 0,0 0 0,0-25 16,0 25-16</inkml:trace>
  <inkml:trace contextRef="#ctx0" brushRef="#br0" timeOffset="210137.0192">10790 11609 0,'0'0'0,"0"0"16,0 0-1,0 0-15,0 0 0,0 0 0,0 0 0,0 0 0,0-25 0,0 25 16,0 0-16,0 0 0,0 0 0,0 0 0,0 25 0,0-25 0,-25 0 0,25 0 31,0 0-31,0 0 0,0 0 0,0 0 0,0 24 0,0-24 0,0 0 0,0 0 0,0 25 0,0-25 16,0 0-16,0 0 0,0 25 0,0-25 0,-25 0 0,25 25 15,0-25-15,0 0 16,0 0-16,-24 25 0,24-25 0,0 0 0,0 0 0,0 24 0,-25-24 0,25 0 0,0 0 15,0 25-15,0-25 0,0 0 0,0 0 0,0 0 16,0 0-16,0 0 0,0 0 16,0 0-16,0 0 0,0 25 0,0-25 0,0 0 0,0 0 0,0 0 0,0 0 15,0 0-15,0 0 0,0 0 0,0 0 0,0 0 0,0 0 16,0 0-16,0 0 15,0 0-15,0 0 0,0 0 0,0 0 0,0 0 0,25 0 0,-25 0 0,0 0 0,0 0 32,24 0-32,-24 0 0,0 0 0,25 0 0,-25 0 0,0 0 0,25 0 0,-25 0 0,0 0 15,0 0-15,25 0 0,-25-25 0,0 25 0,25 0 0,-25 0 0,0 0 16,24 0-16,-24 0 15,0 0-15,25 0 0,-25 0 0,0 0 0,0 0 0,0 0 0,0 0 0,25 0 16,-25 0-16,0 0 0,0 0 0,0 0 0,0 0 0,0 0 0,25 0 16,-25 0-1,0 0-15,0 0 0,0-25 0,0 25 0,0 0 0,0 0 0,0 0 0,0 0 0,0 0 16,0 0-16,0 0 15,0 0-15,0 0 0,0 0 0,0 0 0,0 0 0,0 0 0,0 0 0,0 0 16</inkml:trace>
  <inkml:trace contextRef="#ctx0" brushRef="#br0" timeOffset="210355.0317">10864 11658 0,'0'0'0,"0"0"0,0 0 15,0 0-15,0 0 16,0 0-16,0 0 0,0 0 0,0 0 0,0 0 0,0 0 0,0 25 15,25-25-15,-25 0 0,0 0 0,0 0 0,0 25 0,0-25 16,0 25-16,0-25 0,0 0 0,0 24 0,0 1 0,0-25 31,0 25-31,0-25 0,0 25 0,0-25 0,0 25 0,0-25 0,0 24 0,0-24 0,0 25 0,0-25 16,0 0-16,0 25 0,-25-25 0,25 25 0,0-25 0,0 25 0,0-25 0,0 0 16,0 24-16</inkml:trace>
  <inkml:trace contextRef="#ctx0" brushRef="#br0" timeOffset="213661.2208">2580 12551 0,'-25'0'0,"25"0"0,0 0 16,0 0-16,0 0 0,0 0 0,0 0 0,0-25 0,-25 25 16,25 0-1,0 0-15,0 0 0,0 0 0,0 0 0,0 0 0,0 0 0,0 0 0,0 0 0,0 0 16,0 0-16,0 0 0,0 0 0,0 0 0,0 0 0,0 0 15,0 0 1,-25-24-16,25 24 0,0 0 0,0 0 0,0 0 0,0 0 0,0 0 0,0 0 16,0 0-16,0 0 0,0 0 0,0 0 0,0 0 0,0 0 0,0-25 0,0 25 15,0 0-15,0 0 16,0 0-16,0 0 0,0 0 0,0 0 0,0 0 0,0 0 0,0 0 15,0-25-15,0 25 0,25 0 0,-25 0 0,0 0 0,0 0 0,0 0 16,0 0 0,25 0-16,-25 0 0,0 0 0,0 0 0,0 0 0,0 0 0,0 0 0,0 0 0,0 0 31,0 0-31,0 25 0,0-25 0,0 0 0,25 0 0,-25 0 0,0 0 0,0 0 0,0 25 0,0-25 0,0 0 0,0 0 15,0 24-15,0-24 16,0 0-16,0 25 0,0-25 0,0 0 0,-25 25 0,25-25 0,0 0 16,0 25-16,0-25 0,0 0 0,0 25 0,0-25 0,-25 0 0,25 24 0,0-24 15,0 0 1,0 25-16,-25-25 0,25 0 0,0 25 0,0-25 0,0 0 0,0 0 0,-25 25 0,25-25 15,0 0-15,0 0 0,0 0 0,0 0 0,0 0 0,0 0 0,0 0 16,0 25 0,0-25-16,0 0 0,0 0 0,0 0 0,0 0 0,0 0 0,0 0 15,0 0-15,0 0 0,0 0 0,25 0 0,-25 0 0,0 0 0,0 0 0,0 0 16,25 0-16,-25 0 15,0 0-15,25 0 0,-25 0 0,0 0 0,25 0 0,-25 0 0,24 0 16,-24 0-16,25 0 0,-25 0 0,25 0 0,-25 0 0,0-25 0,25 25 16,-25 0-1,25 0-15,-25 0 0,0 0 0,25 0 0,-25 0 0,0 0 0,24-25 0,-24 25 0,0 0 0,25 0 16</inkml:trace>
  <inkml:trace contextRef="#ctx0" brushRef="#br0" timeOffset="214260.255">2877 12601 0,'0'0'0,"0"0"0,0 0 16,25-25-16,-25 25 0,0 0 0,0 0 0,0 0 0,0 0 0,0 0 0,0 0 16,0 0-16,0-25 15,0 25-15,0 0 0,25 0 0,-25 0 0,0 0 0,0 0 16,0 0-16,0 0 0,25 25 0,-25-25 0,0 0 0,0 0 0,0 0 0,0 0 15,0 0-15,0 25 0,0-25 0,0 0 0,25 25 0,-25-25 16,0 0-16,0 24 16,0-24-16,0 0 0,0 25 0,0-25 0,0 0 0,0 25 0,0-25 0,0 0 0,0 25 15,0-25-15,0 0 0,-25 0 0,25 0 0,0 25 0,0-25 16,0 0-1,0 0-15,0 0 0,0 0 0,0 24 0,0-24 0,-25 0 0,25 0 0,0 0 16,0 0-16,0 0 0,0 0 0,0 0 0,0 0 0,0 0 16,25 0-16,-25 0 0,0 0 15,0 0-15,0-24 0,0 24 0,0 0 0,0 0 0,0 0 0,25-25 0,-25 25 0,0 0 31,0 0-31,0-25 0,0 25 0,0 0 0,0-25 0,0 25 0,0 0 0,0 0 0,24-25 0,-24 25 0,0 0 16,0 0-16,0-24 0,0 24 0,0 0 0,0 0 16,0 0-16,0 0 0,0-25 0,0 25 0,0 0 0,0 0 15,0 0-15,0 0 16,0 0-16,0 0 0,0 0 0,0 0 0,0 0 0,0 0 0,0 0 0,0 0 15,0 0-15,0 0 0,0 0 0,0 0 0,0 0 0,0 0 16,0 25-16,0-25 0,0 0 16,0 24-16,0-24 0,0 0 0,0 25 0,0-25 0,0 0 0,25 25 15,-25-25-15,0 0 0,0 25 0,0-25 0,0 0 0,25 25 0,-25-25 16,0 0-16,0 0 15,0 24-15,0-24 0,25 0 0,-25 0 0,0 0 0,0 0 0,0 0 16,0 0-16,25 0 0,-25 0 0,0 0 0,0 0 16,24 0-16,-24 0 0,0 0 0,0 0 15,25 0-15</inkml:trace>
  <inkml:trace contextRef="#ctx0" brushRef="#br0" timeOffset="214572.2729">3249 12874 0,'0'-25'0,"0"25"0,0 0 0,0 0 15,0 0-15,0 0 0,0 0 0,0-25 0,0 25 16,0 0-16,0 0 16,0 0-16,0-25 0,0 25 0,0 0 0,0-25 0,0 25 0,0-24 0,0 24 15,0 0 1,25-25-16,-25 25 15,0 0-15,0 0 0,0-25 0,0 25 0,0 0 0,0 0 0,0 0 0,0 0 0,0 0 0,0 0 0,0 0 0,0 0 0,0 0 0,0 0 32,0 0-32,0 0 0,0 0 0,0 0 0,0 0 0,0 25 0,0-25 0,0 0 15,0 25-15,0-25 0,0 0 0,0 24 0,0-24 0,0 25 0,0-25 0,25 25 16,-25-25-16,0 25 15,0-25-15,0 25 0,0-25 0,0 24 0,0-24 0,0 0 0,25 25 0,-25-25 16,0 0-16,0 25 0,0-25 0,0 0 0,0 0 0,0 0 0,0 0 16</inkml:trace>
  <inkml:trace contextRef="#ctx0" brushRef="#br0" timeOffset="216726.3961">3969 12650 0,'0'0'0,"0"0"0,0 0 15,0 0-15,0 0 0,0 0 0,0 0 16,0 0-16,0 0 0,0 0 16,0 0-16,0 0 0,0 0 0,0 0 0,0 0 0,0-24 0,0 24 0,0 0 15,0 0-15,0 0 0,0 0 0,0 0 0,0 0 0,0 0 16,0 0-16,25 24 15,-25-24-15,0 0 0,0 0 0,24 0 0,-24 0 0,0 0 0,25 0 0,-25 0 0,0 0 16,25 0-16,-25 0 0,0 0 0,25 0 0,-25 0 0,25 0 16,-25 0-16,0 0 15,24 0-15,-24 0 0,25 0 0,-25 0 0,25-24 0,-25 24 0,0 0 0,0 0 16,25 0-16,-25 0 0,0 0 0,0 0 15,0 0-15,0 0 0</inkml:trace>
  <inkml:trace contextRef="#ctx0" brushRef="#br0" timeOffset="216960.4095">4093 12551 0,'0'0'0,"0"0"0,0 0 16,0 0-16,0 0 0,0 0 0,0 0 0,0 0 0,0 0 0,0 0 31,0 0-31,0 0 0,0 0 0,0 0 0,25 0 0,-25 0 0,0 25 0,0-25 0,0 0 16,0 0-16,0 0 0,0 25 0,0-25 0,0 0 0,0 25 0,0-25 31,24 0-31,-24 24 0,0-24 0,0 0 0,0 25 0,0-25 0,0 25 0,0-25 0,0 0 31,0 25-31,-24-25 0,24 25 0,24-25 0,-24 24 0,0-24 0,0 0 0,0 25 0</inkml:trace>
  <inkml:trace contextRef="#ctx0" brushRef="#br0" timeOffset="217700.4518">4638 12427 0,'0'0'0,"0"0"0,0 0 15,0 0-15,0 0 16,-24 0-16,24 0 0,0 0 0,0 0 0,0 0 0,0 0 16,-25 0-16,25 0 0,0 0 0,0 0 0,0 0 0,0 0 0,0 25 0,0-25 15,0 0-15,0 0 0,0 0 0,0 0 16,0 0-16,0 25 0,0-25 15,0 0-15,25 0 0,-25 0 0,0 25 0,0-25 0,0 0 0,0 0 0,0 24 16,24-24-16,-24 0 0,0 25 0,0-25 0,25 0 0,-25 25 0,0-25 16,25 0-16,-25 0 15,0 25-15,25-25 0,-25 0 0,0 25 0,0-25 0,0 0 0,25 24 16,-25-24-16,0 0 0,24 0 0,-24 25 0,0-25 0,0 0 0,25 25 15,-25-25 1,0 0-16,0 0 0,0 0 0,0 25 0,0-25 0,0 0 0,0 0 0,0 0 16,0 0-16,0 25 0,0-25 15,0 0-15,0 0 0,0 0 0,0 0 0,0 24 0,0-24 0,0 0 0,-25 0 16,25 0-16,0 0 0,0 25 0,-24-25 0,24 0 15,0 0-15,0 0 0,0 0 0,-25 0 0,25 0 0,0 0 16,0 0-16,0 0 0,0 0 0,0 0 0,0 0 0,0 0 0,0 0 31,0 0-31,0-25 0,0 25 0,0 0 0,0-24 0,0 24 0,0 0 0,0-25 16,0 25-16,0-25 0,0 25 0,25-25 0,-25 25 0,0-25 0,24 25 0,-24-24 15,0 24 1,0-25-16,25 25 0,-25-25 0,0 25 0,25 0 0,-25-25 0,0 25 0,0-25 16,0 25-16,25 0 0,-25 0 0,0-24 0,0 24 0,-25 0 0,25 0 31,0 0-31,0-25 0,0 25 0,0 0 0,-25 0 0,25 0 0,0 0 0,0 0 0,-25 0 0,25-25 15,0 25-15,0 0 0,0 0 0,-24 0 0,24 0 0,0 0 16,0 0-16,0 0 16,-25 0-16,25 0 0,0 0 0,0 25 0,0-25 0,0 0 0,-25 0 15,25 0-15</inkml:trace>
  <inkml:trace contextRef="#ctx0" brushRef="#br0" timeOffset="218323.4874">5011 12601 0,'0'0'0,"0"0"32,0 0-32,0-25 0,-25 25 0,25 0 0,0 0 0,0 0 0,0 0 0,0-25 0,0 25 0,0 0 0,0 0 0,0 0 0,0 0 15,0 0-15,0 0 0,0 0 0,0-25 0,0 25 16,25 0-16,-25 0 0,0 0 15,0 0-15,0 0 0,0 0 0,24 25 0,-24-25 0,0 0 0,0 0 0,0 0 0,0 0 16,25 0-16,-25 0 0,0 25 0,0-25 0,0 0 16,0 0-1,0 25-15,25-25 0,-25 0 0,0 25 0,0-25 0,0 0 0,0 24 0,0-24 16,0 0-16,0 0 0,0 25 0,0-25 0,0 0 0,0 25 0,0-25 0,0 0 31,0 0-31,0 25 0,0-25 0,0 0 0,0 0 0,0 25 0,0-25 0,0 0 0,0 0 16,0 0-16,0 0 0,0 0 0,0 0 0,0 0 0,0 0 0,0 0 15,0 0 1,0 0-16,0 0 0,0 0 0,0 0 0,0 0 0,0-25 0,0 25 0,25 0 0,-25 0 0,0-25 15,0 25 1,0 0-16,25-25 0,-25 25 0,0-25 0,0 25 0,0 0 0,24-24 0,-24 24 16,0 0-16,0-25 0,0 25 0,25 0 0,-25-25 0,0 25 0,0 0 15,0-25-15,0 25 0,0 0 16,0 0-16,0-25 0,0 25 0,0 0 0,0 0 0,0 0 0,-25 0 0,25-24 31,0 24-31,0 0 0,0 0 0,0 24 0,25-24 0,-25 0 0,0 0 0,0 0 0,0 0 0,0 0 16,0 0-16,-25 25 0,25-25 15,0 0-15,0 25 0,0-25 0,0 0 0,0 25 16,0-25-16,0 25 0,0-25 0,0 24 0,0-24 0,0 25 0,0-25 15,0 0-15,25 25 0,-25-25 0,0 25 0,25-25 0,-25 25 0,0-25 16,0 0 0,25 0-16,-25 24 0,0-24 0,0 0 0,25 0 0,-25 25 0,0-25 0,24 0 0,-24 0 15,0 0-15,25 0 0,-25 0 0</inkml:trace>
  <inkml:trace contextRef="#ctx0" brushRef="#br0" timeOffset="218710.5096">5407 12750 0,'0'0'0,"0"0"16,0 0-16,0 0 0,0-25 0,0 25 0,0 0 0,0 0 0,0 0 0,0 0 16,0 0-16,0 0 15,0 0-15,0 0 0,25 0 0,-25 0 0,0 0 16,0 0-16,0 0 0,0 0 0,25 0 0,-25 0 0,0 0 0,0 0 0,0 0 0,0 0 15,25 0 1,-25 0-16,0 0 0,0 25 0,0-25 0,0 0 0,0 0 0,0 0 16,-25 24-16,25-24 0,0 0 0,0 25 0,0-25 0,0 0 0,0 0 0,0 25 15,0-25 1,-25 0-16,25 25 0,0-25 0,0 0 0,-25 25 0,25-25 0,0 0 0,0 24 0,-24-24 15,24 0-15,0 0 0,0 0 0,0 25 0,0-25 0,0 0 32,0 0-32,0 0 0,0 25 0,0-25 0,0 0 0,0 0 0,0 0 0,24 0 0,-24 0 0,0 0 15,0 0-15,0 0 0,0 0 0,25 0 0,-25 25 0,0-25 16,25 0-16,-25 0 0,0 0 15,25 0-15,-25 0 0,25 0 0,-25 0 0,0 0 0,24 0 0,-24 0 16,0 0-16,25 0 0,-25 0 0,0 0 0,0 0 0,0 0 0,0-25 16,0 25-1,0 0-15</inkml:trace>
  <inkml:trace contextRef="#ctx0" brushRef="#br0" timeOffset="220979.6393">6152 12626 0,'0'0'0,"0"0"0,0 0 16,0 0-16,0 0 0,0 0 0,0 0 0,0 0 0,0 0 15,0 0 1,0 0-16,0-25 0,0 25 0,0 0 0,0 0 0,0 0 0,24 0 0,-24 0 0,0 0 16,0 0-16,0 0 15,0 0-15,25 0 0,-25 0 0,0 0 0,0 0 0,25 0 0,-25 0 0,0 0 0,25 0 0,-25 0 16,0 0-1,0 0-15,25 0 0,-25 0 0,24-25 0,-24 25 16,0 0-16,25 0 0,-25 0 0,25 0 0,-25 0 0,0 0 0,0 0 16,25 0-16,-25 0 0,0 0 0,0 0 0,0 0 0,0 0 0,0 0 0,0 0 15,0 0-15,0 0 16,0 0-16,0 0 0,0 0 0</inkml:trace>
  <inkml:trace contextRef="#ctx0" brushRef="#br0" timeOffset="221241.6543">6276 12502 0,'0'0'0,"0"0"15,0 0-15,0 0 0,0 0 0,0 0 16,0 0-16,0 0 0,0 0 0,0 0 0,0 0 0,0 0 0,0 0 31,0 0-31,0 0 0,0 0 0,0 0 0,0 0 0,0 24 0,0-24 0,0 0 0,0 0 16,0 25-16,24-25 0,-24 0 0,0 25 0,0-25 0,0 25 0,0-25 15,0 25 1,0-25-16,0 24 0,0-24 0,25 25 0,-25-25 0,0 25 0,0-25 16,0 0-16,0 25 0,0-25 0,0 25 0,0-25 0,0 0 0,0 24 0,0-24 15,0 0-15,25 0 16,-25 25-16,0-25 0</inkml:trace>
  <inkml:trace contextRef="#ctx0" brushRef="#br0" timeOffset="222377.7193">6598 12526 0,'0'0'0,"0"0"0,0 0 16,0 0-16,0 0 0,0 0 0,0 0 0,0 0 0,0 0 0,0 0 171,99 100-171,-99-100 0,0 0 0,0 24 0,0-24 0,0 25 0,0-25 0,0 0 16,-25 25-16,25-25 0,0 25 0,0-25 0,0 0 15,0 25-15,0-25 0,0 0 0,0 0 0,0 24 0,0-24 0,0 0 0,0 0 0,0 0 0,0 0 0,0 0 0,0 0 0,0 0 0,0 0 0,0 0 0,0 0 0,0 0 0,0 0 0,0 0 0,25 0 0,-25 0 0,0-24 0,0 24 0,0 0 0,0 0 0,0-25 0,25 25 0,-25 0 0,0-25 0,0 25 0,0 0 0,25-25 16,-25 25-16,0-25 16,0 25-16,0 0 0,0-24 0,0 24 0,0-25 0,0 25 0,0 0 15,0-25-15,0 25 0,0 0 0,0 0 0,0 0 0,0-25 0,0 25 16,0 0-1,0 0 17,0 0-32,0 0 0,0 0 15,0 0-15,0 0 0,0 0 0,0 0 0,0 0 0,0 0 0,-25 0 0,25 25 0,0-25 0,0 0 0,0 25 0,0-25 0,25 0 0,-25 25 0,0-25 0,0 24 0,0-24 0,0 25 0,0-25 0,0 0 0,0 25 16,0-25-16,0 25 0,0-25 0,0 25 0,25-25 0,-25 0 0,0 0 31,0 24-31,0-24 0,24 0 0,-24 0 0,0 25 0,25-25 0,-25 0 0,0 0 0,0 0 16,0 0-16,25 0 0,-25 0 0,0 0 0,0 0 0,25 0 0,-25 0 15,0 0 1</inkml:trace>
  <inkml:trace contextRef="#ctx0" brushRef="#br0" timeOffset="224350.8322">7045 12774 0</inkml:trace>
  <inkml:trace contextRef="#ctx0" brushRef="#br0" timeOffset="225298.8863">6945 13047 0,'0'0'0,"0"0"0,0 0 0,0 0 0,0 0 0,0 0 0,0 0 0,0 0 0,0 0 0,0 0 0,0 0 0,0 0 0,0 0 0,0 0 0,-24 0 0,24 0 0,0 0 0,0 0 0,0 0 0,0 0 0,0 0 0,0 0 0,0 0 0,0 0 0,0 0 0,0 0 0,0-25 0,0 25 0,0 0 0,0 0 0,0 0 0,0 0 0,0 0 0,0 0 0,0 0 0,0 0 0,0 0 16,0 0-16,0 0 0,0 0 0,0 0 0,0-24 16,0 24-16,0 0 0,0 0 0,24 0 0,-24 0 0,0 0 140,25-25-140,-25 25 0,0 0 0,0 0 0,0 0 0,0 0 0,0 0 0,25 0 0,-25 0 0,0 0 0,0 0 0,0-25 0,0 25 0,0 0 0,25 0 0,-25 0 0,0 0 0,0 0 0,0 0 0,0 25 0,0-25 0,0 0 0,25 0 0,-25 0 0,0 0 0,0 0 0,0 0 0,0 0 16,0 0-16,0 0 0,0 0 0,24 0 0,-24 25 0,0-25 0,0 0 0,0 0 0,0 0 0,0 0 0,0 24 0,0-24 15,0 0-15,0 0 0,0 0 0,0 25 0,0-25 0,0 0 0,0 0 0,0 0 16,0 25-16,0-25 47,0 0-47,0 0 0,0 25 0,0-25 0,0 0 0,0 0 0,-24 0 0,24 25 0,0-25 0,0 0 0,0 0 0,0 0 0,0 24 0,0-24 0,0 0 0,0 0 0,-25 0 0,25 0 0,0 0 15,0 0-15,0 0 16,0 0-16,0 25 0,0-25 0,0 0 0,0 0 0,0 0 15,0 0-15,0 0 0,0 0 0,0 0 125,0 0-125,0 0 0,0 0 0,0 0 0,0 0 0,0 0 0,0 0 0,0 0 0,0 0 0,0 0 0,0 0 0,0 0 0,0 0 0,0 0 0,0 0 0,0 0 0,0 0 0,0 0 0,0 0 0,0 0 0,0 0 0,0 0 0,0 0 0,0 0 0,0 0 0,0 0 0,0 0 0,0 0 0,0 0 0,0 0 0,0 0 0,0 0 0,0 0 0,0 0 0,0 0 0,0 0 0,0 0 0,0 0 16,0 0-1,0 0-15,0 0 0,0 0 0,0-25 0,0 25 0,0 0 0,0 0 0,0 0 0,0 0 0,0 0 16,0 0 31,0 0-47,0 0 0,0 0 0,0 0 0,0 0 0,0 0 0,0 0 0,25 0 0,-25 0 0,0 0 0,0 0 0,0 0 0,0 0 0,0 0 0,0 0 0,0 0 0,0 0 0,0 0 0,0 0 0,24 0 0,-24 0 15,0 0-15,0 0 0,0 0 0,0 0 0,25 0 16,-25 0-16,0 0 109,0 0-109,25 0 0,-25 0 0,0 0 0,0 0 0,0 0 94,25 50-94,-25-50 0,0 0 0,0 0 0,0 25 0,0-25 0,0 0 0,0 0 0,0 0 0,0 25 0,0-25 0,0 0 0,0 0 0,0 0 0,0 0 0,0 0 0,0 0 0,0 0 0,-25 0 0,25 25 0,0-25 0,0 0 0,0 0 0,0 0 15,0 0-15,0 0 0,0 0 0,0 0 0,0 0 0,0 0 0,0 0 0,0 0 0,0 0 0,-25 0 0,25 0 0,0 0 0,0 0 0,0 0 0,0 0 0,0 0 16,0 0-16,0 0 0,0-25 0,0 25 0,0 0 0,0 0 125,-25 25-125,25-25 0,0 0 0,-24 0 0,24 0 0,0 0 0,0 0 0,0 0 0,0 0 0,0 0 0,0 0 0,0 0 0,0 0 0,0 0 0,0 0 0,24 0 0,-24 0 0,0-25 0,0 25 0,0 0 0,25 0 0</inkml:trace>
  <inkml:trace contextRef="#ctx0" brushRef="#br0" timeOffset="229485.1258">7516 12601 0,'0'0'15,"0"0"63,0 0-62,0 0-16,0 0 0,0 0 0,0 0 0,0 0 0,0 0 0,0 0 0,0 0 0,0 0 0,0 0 0,0 0 0,0 0 0,0 0 0,0 0 0,0 0 0,0 0 0,0 0 0,0 0 0,0 0 16,0 0-16,0 0 0,0 0 0,0 0 0,0 0 0,0 0 0,0 0 0,0 0 0,0 0 0,0 0 0,0 0 0,0 0 0,0 0 0,0 0 0,0 0 0,0 0 0,25 0 0,-25 0 0,0 0 0,0 0 0,0 0 0,0 0 15,0 0-15,0 0 47,0 0-47,0 0 0,0 0 0,0 0 0,0 0 0,0 0 0,0 0 0,24 0 0,-24 0 0,0 0 16,0 0-16,0 0 0,25 0 0,-25 0 0,0 0 0,25 0 0,-25 0 0,25-25 0,-25 25 0,0 0 0,25 0 0,-25 0 0,0 0 15,0 0-15,24 0 0,-24 0 0,0 0 0,25 0 0,-25 0 0,25 0 31,-25 0-31,25 0 0,-25 0 0,0 0 0,25 0 0,-25 0 0,0 0 0,0 0 0,24 0 0,-24 0 0,0 0 0,0 0 16,0 0 0,25 0-16,-25 0 0,0 0 0,0 0 0,0 0 0,0 0 0,0 0 15,0 0-15,25 0 0,-25 0 0,0 0 0,0 0 0,0 0 0,0 0 0,0 0 16,0 0-16,0 0 0,0 0 0,0 0 15,0 0-15,0 0 0,0 0 0,0 0 47,0 0-47</inkml:trace>
  <inkml:trace contextRef="#ctx0" brushRef="#br0" timeOffset="234989.4407">7689 12452 0,'0'0'0,"0"0"0,0 0 15,0 0-15,0 0 0,0 0 0,0 0 0,0 0 0,0 0 0,0 0 32,0 0-32,0 0 0,0 0 0,0 0 0,0 0 0,0 0 0,0 0 0,0 0 0,0 0 15,0 0-15,0 0 0,0 0 16,0 0-16,0 0 0,0 0 0,0 0 0,0 0 0,0 0 15,0 0-15,0 0 0,0 0 0,0 0 0,0 0 0,0 0 0,0 0 0,0 0 16,0 0 0,0 0-16,0 0 0,0 0 0,0 0 0,0 0 0,0 0 0,0 0 0,0 0 15,0 0-15,0 0 0,0 0 0,0 0 0,0 0 0,0 0 0,0 0 16,0 0-1,0 0-15,0 0 0,0 0 16,0 0-16,0 0 0,0 0 0,0 0 0,0 0 0,0 0 0,0 0 0,0 25 0,0-25 0,0 0 0,0 0 0,0 0 0,0 0 16,0 25-1,0-25-15,0 0 0,0 24 0,0-24 0,0 0 0,0 0 0,0 25 0,0-25 16,0 25-16,0-25 0,0 0 0,0 25 0,25-25 15,-25 0-15,0 25 0,0-25 0,0 24 16,0-24-16,0 0 0,0 25 0,0-25 0,0 0 0,0 25 0,0-25 0,0 0 16,0 0-16,0 25 0,0-25 0,0 0 0,0 0 0,0 0 0,0 25 15,0-25 1,0 0-16,0 0 0,0 0 0,0 0 0,0 0 0,0 0 0,0 0 0,0 0 0,0 0 15,0 0-15,0 24 0,0-24 0,0 0 0,0 0 16,0 0-16,0 0 0,0 0 16,0 0-16,0 0 0,0 0 0,0 0 0,0 0 0,0 0 0,0 0 0,0 0 31,0 0-31,0 0 0,0 0 0,0 0 0,0 0 0,0 0 0,0 0 0,0 0 0,0 0 0,0 0 15,0 0-15,0 0 0,0 0 0,0-24 0,0 24 0,0 0 16,0 0-16,0 0 16,0 0-16</inkml:trace>
  <inkml:trace contextRef="#ctx0" brushRef="#br0" timeOffset="236265.5137">8409 12502 0,'0'0'0,"0"0"0,0 0 15,0 0-15,0 0 0,0-25 0,0 25 0,0 0 0,0 0 0,0 0 32,0 0-32,0 0 0,0 0 0,0 0 0,0 0 0,0 0 0,0 0 0,0 0 0,0 0 0,0 0 0,0 0 15,0 0-15,0 0 16,0 0-16,0 0 0,0 0 0,0 0 0,0 0 0,0 0 0,0 0 15,0 0-15,0 0 0,0 0 0,0 0 0,0 0 0,0 0 0,0 0 16,0 0-16,0 0 0,0 0 0,0 0 16,0 0-16,0 25 0,0-25 0,0 0 0,0 0 15,0 0-15,0 24 0,0-24 0,0 0 0,0 0 0,0 25 0,0-25 0,0 0 16,0 0-16,0 25 0,0-25 0,0 0 15,0 25-15,-25-25 0,25 0 0,0 0 0,0 0 16,0 25-16,0-25 0,0 0 0,0 0 0,0 0 0,0 0 0,0 24 16,0-24-1,0 0-15,0 0 0,0 0 0,0 0 0,0 0 0,0 0 0,0 0 0,0 0 16,0 0-16,0 25 0,0-25 0,0 0 0,0-25 0,0 25 0,0 0 0,0 0 31,0 0-31,0 0 0,0 0 0,0 0 0,0 0 0,0 0 0,25 0 16,-25 0-16,0 0 0,0 0 0,0 0 0,0 0 0,0 0 0,0 0 0,0-24 31,25 24-31,-25 0 0,0 0 0,0 0 0,0 0 0,0 0 0,24-25 0,-24 25 0,0 0 0,0 0 0,0 0 15,0 0-15,25 0 0,-25 0 0,0 0 0,0 0 0,0 0 16,0 0 0,0 0-16,25 0 0,-25 0 0,0 0 0,0 0 0,0 0 0,0 0 0,0 0 0,0 0 15,25 0-15,-25 0 0,0 0 0,0 0 0,0 0 0,0 0 16,0 0-16,0 0 0,25 0 15,-25 0-15,0 25 0,0-25 0,0 0 0,0 0 0,0 0 0,0 0 16,0 0-16,0 24 0,24-24 0,-24 0 0,0 0 0,0 25 0,0-25 16,25 0-1,-25 0-15,0 25 0,0-25 0,0 0 0,0 0 0,0 25 0,0-25 0,0 0 16,0 0-16,0 25 0,0-25 0,0 0 0,0 0 0,0 0 0,0 24 31,0-24-31,0 0 0,0 0 0,0 25 16,0-25-16,0 0 0,0 0 0,0 0 0,-25 0 0,25 25 0,0-25 0,0 0 0,0 0 15,0 0-15,0 0 0,0 0 0,-24 0 0,24 25 0,0-25 16,-25 0-16,25 0 0,0 0 0,0 0 0,-25 0 0,25 0 0,0 0 0,0 0 31,0 0-31,-25 0 0,25 0 0,0 0 0,0 0 0,0 0 0,0 0 0,0 0 16,-25 0-16,25 0 0,0 0 0,0 0 0,0 0 0,0 0 0,0 0 0,-24 0 15,24 0 1,0 0-16,0 0 0,0 0 0,0-25 0,0 25 0,0 0 0,0 0 0,0 0 15,0 0-15,0 0 0,0 0 0,0 0 0,0 0 0,0 0 0,0 0 16,0-25-16,-25 25 0,25 0 16,0 0-16,0 0 0,0 0 0,0-25 0,0 25 0,0 0 0,0 0 0,0-24 15,0 24-15,0 0 0,0 0 0</inkml:trace>
  <inkml:trace contextRef="#ctx0" brushRef="#br0" timeOffset="236538.5293">8384 12526 0,'0'-24'0,"0"24"0,0 0 15,0 0-15,0 0 0,0 0 0,0 0 0,0 0 0,0 0 16,0 0-16,0-25 15,0 25-15,0 0 0,0 0 0,0 0 0,25 0 0,-25 0 0,0 0 16,0 0-16,0 0 0,0-25 0,25 25 0,-25 0 0,0 0 0,0 0 0,24 0 31,-24 0-31,0 0 0,25 0 0,-25 0 0,0 0 0,25 0 0,-25 0 0,0-25 0,25 25 16,-25 0-16,25 0 0,-25 0 0,0 0 0,24 0 15,-24 0-15,25 0 0,-25 0 0,0 0 16,25 0-16,-25-25 0,0 25 0,25 25 0,-25-25 0</inkml:trace>
  <inkml:trace contextRef="#ctx0" brushRef="#br0" timeOffset="237412.5793">8830 12601 0,'0'0'15,"0"-25"1,0 25-16,0 0 0,0 0 0,0 0 0,0 0 0,0 0 0,0 0 0,0-25 15,0 25-15,0 0 0,0 0 0,0 0 0,0 0 0,0 0 0,0 0 16,0 0-16,0 0 16,0-25-16,0 25 0,0 0 0,0 0 0,0 0 0,25 0 0,-25 0 15,0 0-15,0 0 0,0 0 0,0 0 0,0 0 0,0 0 0,25 0 16,-25 0-1,0 0-15,0 0 0,0 0 0,0 0 0,25 0 0,-25 0 0,0 0 0,0 25 0,0-25 16,0 0-16,25 0 0,-25 0 0,0 25 0,0-25 0,0 0 0,0 25 16,0-25 15,0 25-31,0-25 0,0 0 0,0 24 0,0-24 0,0 25 0,0-25 0,0 25 0,0-25 0,0 25 0,0-25 0,0 0 0,0 25 15,0-25-15,0 0 0,0 24 0,-25-24 0,25 0 0,0 25 0,0-25 16,0 0 0,0 0-16,0 0 0,0 25 0,0-25 0,0 0 0,0 0 0,-25 0 0,25 0 0,0 0 0,0 0 15,0 0-15,0 0 16,0 0-16,0 0 0,25 0 0,-25 0 0,0 0 0,0 0 0,0 0 0,0-25 15,0 25-15,0 0 0,0 0 0,0 0 0,0-25 0,25 25 16,-25 0 0,0-24-16,0 24 0,0-25 0,24 25 0,-24 0 0,0-25 0,0 25 0,0-25 15,25 25-15,-25-25 0,0 25 0,0 0 0,0-24 0,0 24 0,25-25 16,-25 25-1,0 0-15,0-25 0,0 25 0,0 0 0,0 0 0,0 0 0,0-25 0,0 25 16,0 0-16,0 0 0,0 0 0,0 0 0,0 0 0,0 0 0,0 0 16,0 0-16,0 0 0,0 0 0,0 0 0,0 0 0,0 0 15,0 25-15,0-25 16,0 0-16,0 0 0,0 0 0,0 0 0,0 25 0,0-25 0,0 0 0,0 25 15,0-25-15,0 24 16,0-24-16,0 0 0,0 25 0,0-25 0,0 25 0,0-25 0,0 0 16,0 25-16,0-25 0,0 0 0,0 25 0,0-25 0,0 0 0,0 0 0,25 24 15,-25-24 1,0 0-16,0 0 0,0 0 0,0 25 0,0-25 0,0 0 0,25 0 0,-25 0 0,0 0 15,0 0-15,0 0 0,25 0 0,-25 0 0,0 0 0,0 0 16,24 0-16,-24 0 16,0 0-16,25 0 0,-25-25 0,0 25 0</inkml:trace>
  <inkml:trace contextRef="#ctx0" brushRef="#br0" timeOffset="237852.6044">9277 12700 0,'0'0'0,"0"0"0,0 0 16,0 0-16,0 0 0,0 0 0,0 0 0,0 0 0,0 0 16,0 0-1,0 0-15,0 0 0,0 0 0,0 0 0,0 0 0,0 0 0,0 0 0,0 0 16,0 0-16,0 0 0,0 0 0,-25 25 0,25-25 0,0 0 0,0 0 15,0 0 1,0 25-16,-25-25 0,25 0 0,0 0 0,0 24 0,0-24 0,-24 0 0,24 0 16,0 25-16,0-25 0,0 0 0,0 0 0,-25 25 0,25-25 15,0 0-15,0 0 16,0 0-16,0 0 0,0 25 0,0-25 0,-25 0 0,25 0 0,0 0 0,0 0 0,0 0 31,0 0-31,0 0 0,0 0 0,0 25 0,0-25 0,25 0 0,-25 0 0,0 0 0,0 0 0,0 0 0,0 0 16,0 0-16,25 0 0,-25 0 0,0 0 0,0 0 0,0 0 15,0 0 1,24 0-16,-24 0 0,0 0 0,0 0 0,0 0 0,25 0 0,-25 0 0,0 0 0,0 0 0,25 0 15,-25 0 1,0 0-16,0 0 0,25 0 0,-25 0 0,0 0 0,0 0 0,0 0 0,25 0 16,-25 0-16,0-25 0,0 25 0,0 0 0,0 0 0,0 0 0,24 0 15,-24 0 1,0 0-16,0 0 0,0 0 0,0 0 0,0 0 0,0 0 0,0 0 0</inkml:trace>
  <inkml:trace contextRef="#ctx0" brushRef="#br0" timeOffset="238093.6182">9327 12700 0,'0'0'0,"0"0"16,0 0-16,0 0 0,0 0 0,0 0 0,0 0 0,0 0 16,0 0-16,0 0 0,0 0 15,0 0-15,0 0 0,0 0 0,0 25 0,0-25 0,0 0 0,0 25 0,0-25 16,0 24-16,0 1 0,24-25 0,-24 25 0,0-25 15,0 25-15,0-25 16,0 25-16,0-25 0,0 24 0,0 1 0,0-25 0,0 25 0,0-25 0,0 0 16,0 25-16,-24-25 0,48 25 0,-24-25 0,0 24 0,0-24 15,0 25-15,-24-25 0,24 0 16,0 25-16,0-25 0,0 0 0,0 0 0,0 0 0,0 0 0,0 25 0,0-25 0,0 0 31,0 0-31</inkml:trace>
  <inkml:trace contextRef="#ctx0" brushRef="#br0" timeOffset="238544.644">9872 12650 0,'0'0'0,"0"0"0,0 0 15,0 0-15,0 0 0,0 0 0,0 0 0,0 0 0,0 0 16,0 0-16,25 0 0,-25 0 15,0 0-15,0 0 0,25 0 0,-25 0 0,0 0 0,0 25 0,25-25 16,-25 0-16,0 0 0,24 0 0,-24 0 0,25 0 0,-25 0 16,0 0-16,25 0 15,-25 0-15,25 0 0,-25 0 0,0 0 0,0 0 0,25 0 0,-25 0 0,0 0 0,0 0 16,0 0-16,0 0 0,0 0 0,0 0 15,0 0-15</inkml:trace>
  <inkml:trace contextRef="#ctx0" brushRef="#br0" timeOffset="238797.6585">9872 12874 0,'0'0'0,"0"0"16,0 0-16,0 0 0,0 0 15,0 0-15,0 0 0,0 0 0,0 0 0,0 0 0,0 0 0,0 0 16,0 0-16,0 0 0,25 0 0,-25 0 0,0 0 0,25 0 16,-25 0-16,25 0 0,-25 0 15,24 0-15,1 0 0,-25 0 0,25 0 0,0 0 0,-25 0 0,25 0 16,0 0-16,-25 0 0,24-25 0,1 25 0,-25 0 0,0 0 0,25 0 15,-25 0 1,25 0-16</inkml:trace>
  <inkml:trace contextRef="#ctx0" brushRef="#br0" timeOffset="241120.7914">10790 12551 0,'0'0'0,"0"-25"15,0 25 1,0 0-16,0 0 0,0 0 0,0 0 0,0 0 0,0 0 0,0 0 16,0 0-16,0 0 0,0 0 0,0 0 0,0 0 0,0 0 0,0 0 0,0 0 15,0 0 1,0 0-16,0 0 0,0 0 0,0 0 0,0 0 0,0 0 0,0 0 0,0 0 15,0 0-15,0 0 0,0 0 0,0 0 0,0 0 0,-25 0 0,25 25 16,0-25 0,0 0-16,0 0 0,0 25 0,0-25 0,0 0 0,-25 0 0,25 25 0,0-25 0,0 0 0,0 0 15,-24 25-15,24-25 0,0 0 0,0 24 0,0-24 16,-25 25-16,25-25 0,0 0 0,0 0 0,-25 25 0,25-25 15,0 0 1,0 25-16,-25-25 0,25 0 0,0 0 0,0 25 0,0-25 0,0 0 0,0 0 0,0 0 16,0 0-16,0 0 0,0 0 0,0 0 0,0 0 0,0 0 15,0 0-15,0 0 0,0 0 0,0 0 0,0 0 0,0 0 16,0 0-16,0 0 0,0 0 0,0 0 0,0 0 0,25 0 15,-25 0 1,0 0-16,0 0 0,0 0 0,25 0 0,-25 0 0,0 0 0,25 0 0,-25 0 0,0 0 16,0 0-16,24 0 0,-24 0 0,0 0 0,25 0 15,-25 0-15,25 0 16,-25 0-16,0 0 0,25 0 0,-25 0 0,0 0 0,25 0 0,-25 0 0,0 0 15,0 0-15,24 0 0,-24 0 0,0 0 0,0 0 0,0 0 0,0 0 16,0 0-16,25 0 16,-25 0-16,0 0 0,0 0 0,0 0 0,0 0 0,0 0 0,0 0 15,0 0-15,0 0 0,0 0 0,0 0 0,-25 0 0,25 0 0,0 0 16,0 0-1,0 0-15,0 0 0,0 0 0,0 0 0</inkml:trace>
  <inkml:trace contextRef="#ctx0" brushRef="#br0" timeOffset="241413.8081">10840 12650 0,'0'0'0,"0"0"0,0 0 0,-25 0 0,25 0 16,0 0-1,0 0-15,0 0 0,0 0 0,0 0 0,0 0 0,0 0 0,0 0 0,0 0 0,0 0 16,25 0-16,-25 0 0,0 0 0,0 25 0,0-25 0,0 0 0,0 0 15,0 0 1,0 0-16,0 25 0,0-25 0,0 0 0,0 25 0,0-25 0,0 0 16,0 25-16,0-25 0,0 0 0,0 24 0,0-24 0,0 25 0,0-25 15,0 0-15,0 25 0,0-25 16,0 25-16,0-25 0,0 0 0,0 25 0,0-25 0,0 0 0,0 24 15,0-24-15,0 0 0,0 25 0,0-25 0,0 0 0,0 0 0,0 25 16,0-25 0,0 0-16,0 0 0,0 0 0,0 0 0,0 0 0,0 0 0,0 0 0,0 0 0,0 0 15,0 0-15</inkml:trace>
  <inkml:trace contextRef="#ctx0" brushRef="#br0" timeOffset="242006.842">11038 12799 0,'0'0'0,"0"0"15,0 0-15,0 0 0,0 0 16,0 0-16,0-25 0,0 25 0,0 0 0,0 0 0,0 0 15,0 0-15,25 0 0,-25-24 0,0 24 0,0 0 0,0 0 0,0-25 16,0 25-16,0 0 0,25 0 0,-25 0 0,0-25 16,0 25-16,24 0 0,-24-25 15,0 25-15,0 0 0,0-25 0,0 25 0,0 0 0,25 0 0,-25-24 0,0 24 16,0 0-16,0-25 0,0 25 0,0 0 0,0 0 0,0-25 15,0 25-15,0 0 0,0 0 16,0 0-16,0-25 0,0 25 0,0 0 0,0 0 0,0 0 0,0 0 0,0 0 16,0-25-1,0 25-15,0 0 0,0 0 0,0 0 0,0 0 0,0 0 0,0 0 0,0 0 0,0 0 0,0 0 16,0 0-16,0 0 0,0 0 0,0 0 0,0 0 15,0 0 1,0 0-16,0 0 0,0 0 0,0 25 0,0-25 0,0 0 0,0 0 0,0 0 0,0 25 16,25-25-16,-25 25 0,0-25 0,0 0 0,0 25 0,0-25 0,0 24 15,0-24 1,0 25-16,0-25 0,0 25 0,0-25 0,0 0 0,0 25 0,0-25 0,0 0 15,0 25-15,0-25 0,0 0 0,0 24 0,0-24 0,0 0 0,0 0 16,0 25 0,25-25-16,-25 0 0,0 0 0,0 25 0,0-25 0,0 0 0,0 0 0,-25 25 15</inkml:trace>
  <inkml:trace contextRef="#ctx0" brushRef="#br0" timeOffset="245642.05">2729 13643 0,'0'0'0,"0"0"0,0 0 16,0 0-16,0 0 0,0 0 0,0 0 0,0 0 0,0 0 0,0 0 0,-25 0 16,25 0-16,0 0 0,0 0 0,0 0 0,0 0 15,0 0-15,0 0 0,0 0 0,0 0 16,0 0-16,0 0 0,0 0 0,0 0 0,0 0 0,0 0 0,0 0 0,0 0 31,0 0-31,0 0 0,0 0 0,0 0 0,0-25 0,0 25 0,0 0 0,0 0 16,-25 0-16,25 0 0,25 0 0,-25 0 0,0 0 0,0 0 0,0 0 0,0 0 15,0 0 1,0 0-16,0 0 0,0-25 0,0 25 0,0 0 0,0 0 0,0 0 0,0 0 31,0 0-15,0 0-16,0 0 0,0 0 0,0 0 0,0 0 0,0-25 0,0 25 0,25 0 0,-25 0 0,0 0 0,0 0 0,0 0 0,0 0 0,0 0 0,0 0 0,0 0 15,24 0-15,-24 0 0,0 0 0,0 0 0,0 0 0,0 0 0,0 0 0,0 0 31,0 25-31,0-25 0,25 0 0,-25 0 0,0 25 0,0-25 0,0 0 0,0 0 0,25 25 0,-25-25 16,0 0-16,0 24 0,0-24 0,0 0 0,0 0 0,0 25 16,0-25-1,0 0-15,0 25 0,-25-25 0,25 25 0,25-25 0,-50 0 0,25 25 0,0-25 16,0 0-16,0 0 0,0 24 0,0-24 0,0 0 0,0 25 0,-25-25 15,25 0-15,0 25 16,0-25-16,0 0 0,0 0 0,0 25 0,0-25 0,0 0 0,-24 0 0,24 0 16,0 0-16,0 0 0,0 25 0,0-25 0,0 0 0,0 0 0,0 0 15,0 0-15,0 0 0,0 0 0,24 0 16,-24-25-16,0 25 0,0 0 0,0 0 15,0 0-15,0 0 0,0 0 0,25-25 0,-25 25 0,0 0 0,0 0 0,0-25 16,25 25-16,-25 0 0,0-25 0,0 25 0,0 0 16,25-24-16,-25 24 0,0 0 15,0-25-15,0 25 0,0 0 0,0-25 0,0 25 0,0 0 0,0-25 0,25 25 16,-25 0-16,0-25 0,0 25 0,-25 0 0,25 0 0,0 0 15,0-24-15,0 24 0,0 0 16,0 0-16,0 0 0,0 0 0,0 0 0,0 0 0,0 0 0,0 0 0,0 0 16,0 0-16,0 0 15,0 0-15,0 0 0,0 0 0,0 0 0,0 0 0,0 0 0,0 0 16,0 0-16,0 0 0,0 0 0,0 24 0,0-24 0,0 0 0,0 25 15,25-25-15,-25 0 16,0 25-16,0-25 0,0 0 0,0 25 0,0-25 0,0 25 0,0-25 0,0 24 0,0-24 0,0 0 31,24 25-31,-24-25 0,0 25 0,0-25 0,0 0 0,0 25 0,25-25 0,-25 0 0,0 0 16,0 0-16,0 25 0,0-25 0,25 0 0,-25 0 0,0 0 0,0 0 15,0 0 1,0 0-16,25 0 0,-25 0 0,0 0 0,0 0 0,0 0 0,25-25 0,-25 25 16,0 0-16,24 0 0,-24 0 0,0-25 0,0 25 0,0 0 0,25-25 0,-25 25 15,0 0 1,0 0-16,0-25 0,0 25 0,0 0 0,0 0 0,0-24 0,0 24 0,0 0 15,0 0-15,0-25 0,0 25 0,0 0 0,0 0 0,0 0 0,0-25 0,0 25 32,0 0-32,0 0 0,0 0 0,0-25 0,0 25 0,0 0 0,0 0 0,0 0 15,0 0-15,0 0 0,0 0 0,0 0 0,0 0 0,0 0 0,0 0 0,0 0 16,0 25-16,0-25 15,0 0-15,0 0 0,0 0 0,0 25 0,0-25 0,0 25 0,0-25 0,0 0 0,0 24 32,0-24-32,0 0 0,0 25 0,0-25 0,0 25 0,0-25 0,0 0 0,25 0 0,-25 25 15,0-25-15,0 0 0,0 25 0,0-25 0,0 0 0,0 0 0,0 24 0,0-24 31,0 0-31,0 0 0,0 0 0,0 0 0,0 0 0,0 0 0,0 25 0,0-25 16,0 0-16,0 0 0,0 0 0,0 0 0,0 0 16</inkml:trace>
  <inkml:trace contextRef="#ctx0" brushRef="#br0" timeOffset="246211.0825">3845 13791 0,'0'0'0,"0"0"16,0 0-16,0 0 0,0 0 0,0 0 0,0 0 0,0 0 0,0 0 0,0-24 15,0 24-15,0 0 0,25 0 0,-25 0 0,0 0 0,0 0 0,0 0 16,0 0-16,0 0 16,0 0-16,24 0 0,-24 0 0,0 0 0,0 0 0,0 0 0,0 0 15,0 0-15,0 0 0,0 0 0,0 0 0,25 0 0,-25 0 0,0 0 16,0 0-1,25 0-15,-25 0 0,0 0 0,25 0 0,-25 0 0,0 0 0,25 0 0,-25 0 0,24 0 16,-24 0-16,0 0 16,25 0-16,-25 0 0,0 0 0,0 0 0,25 0 0,-25 0 0,0 0 15,0 0-15,0-25 0,0 25 0</inkml:trace>
  <inkml:trace contextRef="#ctx0" brushRef="#br0" timeOffset="246443.0958">3969 13692 0,'0'-25'0,"0"25"0,0 0 0,-25 0 0,25 0 16,0 0-16,0 0 0,0 0 0,0 0 15,0 0-15,0 0 0,0 0 0,0 0 0,0 0 0,0 0 0,0 0 32,0 0-32,0 0 0,0 0 0,0 0 0,0 25 0,25-25 0,-25 0 0,0 0 0,0 25 0,0-25 15,0 25-15,0-25 0,0 0 0,0 25 0,0-25 0,0 24 16,25-24-1,-25 25-15,0-25 0,0 25 0,0-25 0,0 0 0,0 25 0,0-25 0,0 25 16,0-25-16,0 24 0,0-24 0,0 0 0,0 25 0,0-25 0,0 0 16,0 0-16,0 25 15,0-25-15</inkml:trace>
  <inkml:trace contextRef="#ctx0" brushRef="#br0" timeOffset="247105.1336">4787 13469 0,'0'0'0,"0"0"0,0 0 16,0 0-16,0 0 0,0 0 0,0 0 0,0 0 0,0 0 0,0 25 15,-25-25-15,25 0 16,0 0-16,0 0 0,0 0 0,0 25 0,0-25 0,0 0 15,0 0-15,0 24 0,0-24 0,0 0 0,-24 0 0,24 0 0,0 25 0,0-25 0,0 0 32,0 0-32,0 0 0,0 0 0,0 25 0,0-25 0,0 0 0,-25 0 15,25 0-15,0 0 0,0 0 0,0 25 0,0-25 0,0 0 0,0 0 0,0 0 16,-25 0-1,25 0-15,0 0 16,0 0-16,0 0 0,0 0 0,0 0 0,0 0 0,0 0 0,0 0 0,0 0 0,0 25 0,0-25 0,0 0 0,0 0 16,0 0-16,0 0 0,0 0 0,0 0 0,0 0 0,0 0 0,25 0 15,-25 0 1,0 0-16,0 0 0,0 0 0,0 0 0,0 0 0,0 0 0,0 0 0,25 0 15,-25 0-15,0 0 0,24 0 0,-24 0 0,0 0 0,25 0 0,-25 0 16,0 0-16,25 0 16,-25 0-16,0 0 0,25 0 0,-25 0 0,0 0 0,0 0 0,25 0 15,-25 0-15,0 0 0,0 0 0,0 0 0,25 0 0,-25 0 0,0 0 0,0 0 16,0 0-16,0 0 0,0 0 15,0 0-15,0-25 0,0 25 0,0 0 0,0 0 0</inkml:trace>
  <inkml:trace contextRef="#ctx0" brushRef="#br0" timeOffset="247346.1474">4887 13543 0,'0'0'0,"0"-24"0,0 24 0,0 0 16,0 0-16,0 0 0,0 0 0,0 0 15,0 0-15,0 0 0,0 0 0,0 0 0,0 0 0,0 0 16,0 0-1,0 24-15,0-24 0,0 0 0,0 0 0,0 25 0,24-25 0,-24 0 0,0 25 0,0-25 16,25 25-16,-25-25 0,0 25 0,0-25 0,0 24 0,0-24 16,0 25-16,0-25 0,0 25 0,0-25 0,0 0 15,0 25-15,0-25 0,0 25 0,0-25 16,0 24-16,0-24 0,0 0 0,0 25 0,0-25 0,0 0 0,0 25 0,0-25 0,0 0 31,0 0-31,0 0 0,0 0 0</inkml:trace>
  <inkml:trace contextRef="#ctx0" brushRef="#br0" timeOffset="248275.2006">5457 13667 0,'0'0'0,"0"0"16,0 0-16,0 0 0,0 0 0,0 0 0,0 0 0,0 0 0,0 0 0,0-24 15,0 24-15,0 0 0,0 0 0,0 0 0,0 0 0,0 0 0,0 0 16,0 0-16,0-25 0,0 25 16,0 0-16,0 0 0,0 0 0,0 0 0,0 0 0,0-25 0,0 25 15,25 0 1,-25 0-16,0 0 0,0 0 0,0 0 0,25 0 0,-25 0 0,0 0 15,0 0-15,0 0 0,24 0 0,-24 0 0,0 0 0,0 0 0,25 0 0,-25 0 0,0 0 32,0 0-32,0 25 0,0-25 0,25 0 0,-25 0 0,0 25 0,0-25 0,0 0 0,0 24 0,0-24 15,0 25-15,0-25 16,0 0-16,0 25 0,0-25 0,0 25 0,0-25 0,0 0 0,0 25 15,0-25-15,0 0 0,0 24 0,-25-24 0,25 0 16,0 25-16,0-25 0,0 0 0,0 0 16,0 0-16,0 25 0,0-25 0,0 0 0,0 0 0,0 0 0,0 0 15,0 0-15,0 0 0,0 0 0,0 0 0,0 0 16,0 0-16,0 0 0,0 0 0,0 0 0,0 0 15,0 0-15,0 0 0,0 0 0,0-25 0,0 25 0,25 0 0,-25 0 0,0-25 0,0 25 16,0-24-16,0 24 16,0 0-16,0-25 0,0 25 0,0-25 0,25 25 0,-25-25 0,0 25 0,0 0 15,0-25-15,0 25 0,0 0 0,25-24 0,-25 24 0,0 0 16,0 0-16,0 0 15,0-25-15,0 25 0,0 0 0,0 0 0,0 0 0,0 0 0,0 0 0,0 0 16,0 0-16,0 0 0,0 0 0,0 0 0,0 0 0,0 0 16,0 0-1,0 25-15,0-25 0,0 0 0,0 0 0,-25 0 0,25 0 0,0 24 0,0-24 0,0 0 16,0 25-16,0-25 0,0 0 0,0 25 0,0-25 0,0 25 15,0-25-15,25 0 16,-25 25-16,0-25 0,0 0 0,0 24 0,0-24 0,0 0 0,0 25 0,24-25 16,-24 0-16,0 25 0,0-25 0,0 0 0,0 0 0,25 0 15,-25 0 1,0 0-16,0 0 0,25 0 0,-25 0 0,25 0 0,-25 0 0,25 0 0,-25 0 0,0 0 15,24 0-15,-24 0 0,0 0 0</inkml:trace>
  <inkml:trace contextRef="#ctx0" brushRef="#br0" timeOffset="248741.2272">5854 13866 0,'0'-25'0,"0"25"16,0 0-1,0 0-15,0 0 0,0 0 0,0 0 0,-25 0 0,25 0 0,0 0 0,0 0 0,0 0 16,0 0-16,0 0 0,0 0 0,0 0 0,0 0 0,25-25 16,-25 25-1,0 0-15,0 0 0,0 0 0,0 0 0,25 0 0,-25 0 0,0 0 0,0 0 0,0 0 16,0 0-16,0 0 0,0 0 0,0 0 0,25 0 0,-25 0 15,0 25-15,0-25 0,0 0 16,0 0-16,0 0 0,0 0 0,0 0 0,0 25 0,0-25 0,0 0 16,0 0-16,0 0 0,24 25 0,-24-25 0,0 0 0,-24 24 0,24-24 15,0 0 1,0 0-16,0 25 0,0-25 0,0 0 0,0 25 0,-25-25 0,25 0 0,0 25 0,0-25 15,0 0-15,-25 25 0,25-25 0,0 0 0,0 0 0,0 0 16,0 24-16,0-24 16,-25 0-16,25 0 0,0 0 0,0 0 0,0 0 0,25 0 0,-25 0 15,0 0-15,0 25 0,0-25 0,0 0 0,0 0 0,0 0 0,0 0 16,25 0-1,-25 0-15,0 0 0,25 0 0,-25-25 0,0 25 0,24 0 0,-24 0 0,25 0 0,-25 0 16,25 0-16,-25 0 0,25 0 0,-25 0 0,25 0 0,-25 0 0,0 0 16,24 0 15,-24 0-31,0 0 0,0 0 0,0 0 0</inkml:trace>
  <inkml:trace contextRef="#ctx0" brushRef="#br0" timeOffset="251027.358">6623 13816 0,'0'0'0,"0"0"0,0 0 15,0 0-15,0 0 0,0 0 0,0 0 0,0 0 0,0 0 0,0 0 16,0 0-1,0 0-15,0 0 0,0 0 0,0 0 0,25 0 0,-25 0 0,0 0 47,24 0-47,-24 0 0,0 0 0,25 0 0,-25 0 0,25 0 0,-25 0 0,0 0 0,25-25 0,-25 25 0,25 0 0,-25 0 0,24 0 0,-24 0 16,25 0-16,-25 0 0,25 0 0,-25 0 0,25 0 0,-25 0 0,0 0 0,0 0 15,25-24-15,-25 24 0,0 0 0,0 0 0,0 0 0,0 0 0,0 0 0</inkml:trace>
  <inkml:trace contextRef="#ctx0" brushRef="#br0" timeOffset="251273.3721">6747 13742 0,'0'0'0,"0"0"0,0 0 0,0-25 0,0 25 16,0 0-16,0 0 0,0 0 15,0 0-15,0 0 0,0 0 0,0 0 0,0 0 0,0 0 0,0 0 16,0 0-16,0 0 0,25 0 0,-25 0 0,0 0 0,0 25 0,0-25 16,0 0-1,0 0-15,0 25 0,0-25 0,24 0 0,-24 24 0,0-24 0,0 25 0,0-25 0,25 25 16,-25-25-1,0 25-15,0-25 0,0 0 0,0 25 0,0-25 0,0 24 0,0-24 16,0 25-16,0-25 0,0 25 0,0-25 0,0 0 0,0 25 0,0-25 0,0 0 16,0 25-16</inkml:trace>
  <inkml:trace contextRef="#ctx0" brushRef="#br0" timeOffset="251767.4003">7268 13643 0,'0'0'0,"0"0"16,0 0-16,0 0 0,0 0 0,0 0 0,0 0 0,0 0 16,0 0-16,0 0 15,0 0-15,0 0 0,-25 0 0,25 0 0,0 0 0,0 0 0,0 0 0,0 0 0,0 0 0,0 24 16,0-24-16,0 0 0,0 0 0,0 25 0,0-25 0,0 0 15,0 0-15,0 0 16,0 25-16,0-25 0,0 0 0,-25 0 0,25 25 0,0-25 0,0 0 0,0 0 0,0 0 16,0 25-16,0-25 0,-25 0 0,25 0 15,0 0-15,0 0 0,0 0 16,0 0-16,0 24 0,0-24 0,0 0 0,0 0 0,0 0 0,0 0 0,0 0 15,0 0-15,0 0 0,0 0 0,0 0 0,0 0 0,0 25 16,0-25-16,0 0 16,0 0-16,0 0 0,25 0 0,-25 0 0,0 0 0,0 0 0,25 0 0,-25 0 15,0 0-15,0 0 0,25 0 0,-25 0 0,0 0 0,25 0 16,-25 0-16,0-25 15,24 25-15,-24 0 0,0 0 0,25 0 0,-25 0 0,0 0 0,25 0 16,-25 0-16,0 0 0,25 0 0,-25 0 0,0 0 0,0 0 0,0 0 0,25 0 16,-25 0-16,0 0 15,0 0-15,0 0 0,0 0 0,0 0 0,0 0 0,0 0 0,0 0 16,0 0-16</inkml:trace>
  <inkml:trace contextRef="#ctx0" brushRef="#br0" timeOffset="252010.4142">7342 13692 0,'0'0'0,"0"0"0,0 0 0,0 0 0,0 0 0,0 0 15,0 0-15,0 0 0,0 0 0,0 0 16,0 0-16,0 0 0,0 0 16,0 0-16,0 0 0,0 0 0,0 0 0,0 0 0,0 0 0,0 25 0,0-25 15,0 0-15,0 25 0,0-25 0,0 0 0,0 25 16,0-25-16,0 24 0,0-24 0,25 0 0,-25 25 15,0-25-15,0 25 0,0-25 0,0 0 0,0 25 0,0-25 0,0 25 16,0-25 0,0 0-16,0 24 0,0-24 0,0 0 0,0 25 0,0-25 0,0 0 0,0 0 15,25 25-15,-25-25 0,0 0 0,0 0 0,0 0 0,0 0 0,0 0 16,0 0-16</inkml:trace>
  <inkml:trace contextRef="#ctx0" brushRef="#br0" timeOffset="252671.452">7491 13692 0,'0'0'0,"0"0"0,0 0 15,0-25-15,0 25 0,0 0 0,0 0 0,0 0 0,0 0 0,0 0 32,0 0-32,0 0 0,0 0 0,0-24 0,25 24 0,-25 0 0,0 0 0,0 0 0,0 0 15,0 0-15,0 0 0,0 0 0,25 0 0,-25 0 0,0 0 16,0 0-16,0 0 0,24 0 15,-24 0-15,0 0 0,0 0 0,0 0 0,25 24 0,-25-24 0,0 0 16,0 0-16,25 25 0,-25-25 0,0 0 0,0 0 0,0 25 0,0-25 31,0 0-31,0 25 0,0-25 0,0 0 0,0 25 0,0-25 0,0 0 0,0 24 0,0-24 16,0 0-16,0 25 0,0-25 0,0 0 0,0 25 0,0-25 0,0 0 15,0 25 1,0-25-16,0 0 0,-25 25 0,25-25 0,0 0 0,0 0 0,0 24 16,0-24-16,0 0 0,0 0 0,0 0 0,0 0 0,0 0 0,0 0 0,0 0 15,0 0-15,0 0 0,0 0 16,0 0-16,0 0 0,0 0 0,0 0 0,25 0 0,-25 0 15,0 0-15,0 0 0,0-24 0,0 24 0,0 0 0,25 0 0,-25-25 0,0 25 16,0 0 0,0 0-16,0-25 0,25 25 0,-25-25 0,0 25 0,0 0 0,0-25 15,0 25-15,0 0 16,0-24-16,24 24 0,-24-25 0,0 25 0,0 0 0,0-25 0,0 25 0,0 0 15,0 0-15,0-25 0,0 25 0,0 0 0,0 0 0,0 0 0,0 0 16,0-25-16,0 25 0,0 0 0,0 0 0,0 0 0,0 0 0,0 0 16,0 0-1,0 0-15,0 0 0,0 0 0,0 25 0,0-25 0,0 0 0,0 0 16,-24 25-16,24-25 0,0 0 0,0 25 0,0-25 0,0 25 0,0-25 15,0 0-15,0 24 16,0-24-16,0 25 0,0-25 0,0 25 0,0-25 0,0 0 0,24 25 0,-24-25 0,0 0 0,0 25 16,0-25-16,0 0 0,0 24 0,0-24 15,0 0-15,0 0 0,0 0 0,25 0 0,-25 0 16,0 25-16,0-25 0,0 0 0,0 0 0,0 0 0,25 0 0,-25 0 0,0 0 15,0 0 1,25 0-16,-25 0 0,0 0 0,25 0 0,-25 0 0</inkml:trace>
  <inkml:trace contextRef="#ctx0" brushRef="#br0" timeOffset="253165.4803">7888 13915 0,'0'0'16,"0"0"-16,0 0 0,0 0 0,0 0 0,0 0 0,0 0 0,0 0 0,0 0 15,0 0 1,0 0-16,0 0 0,0-24 0,0 24 0,0 0 0,25 0 0,-25 0 16,0 0-16,0 0 0,0 0 0,0 0 0,0 0 0,0 0 0,0 0 0,24 0 15,-24 0 1,0 0-16,0 0 0,0 0 0,0 0 0,0 0 0,0 0 0,0 0 0,0 0 15,25 0-15,-25 0 0,0 0 0,0 0 0,0 0 0,0 0 0,0 0 16,-25 24 0,25-24-16,0 0 0,0 0 0,0 25 0,0-25 0,-24 0 0,24 0 0,0 25 15,0-25-15,0 0 0,0 25 0,-25-25 0,25 0 0,0 0 0,0 25 16,0-25-1,0 0-15,0 0 0,0 0 0,0 24 0,0-24 0,0 0 0,0 0 0,0 0 16,0 0-16,0 0 0,0 0 0,0 0 0,0 25 0,0-25 0,0 0 16,0 0-1,0 0-15,0 0 0,0 0 0,25-25 0,-25 25 0,0 0 0,0 0 0,0 0 0,24 0 16,-24 25-16,0-25 0,0 0 0,0 0 0,0 0 0,0 0 0,25 0 31,-25 0-31,0 0 0,0 0 0,0 0 0,0 0 0,0 0 0,0 25 0,0-25 0,0 0 16,-25 0-16,25 0 15,0 25-15,0-25 0,0 0 0,0 0 0,0 0 0,-24 25 0,24-25 0,0 0 16,0 0-16,-25 0 0,25 24 0,0-24 0,-25 0 0,25 0 0,0 0 15,0 0-15,-25 25 0,25-25 16,0 0-16,0 0 0,0 0 0,0 0 0,0 0 0,0 0 0,-25 0 0,25 0 16,0 0-16,0-25 0,0 25 0,0 0 0,0 0 0,0 0 15</inkml:trace>
  <inkml:trace contextRef="#ctx0" brushRef="#br0" timeOffset="255169.5949">8285 13717 0,'0'0'0,"0"0"31,0 0-31,-25 0 0,25 0 0,0 0 0,0 0 0,0 0 0,0 0 0,0 0 16,0 0-16,0 0 0,0 0 0,0 0 0,0 0 0,0 0 0,0 0 0,0 0 15,0 0-15,0 0 0,0 0 0,0 0 0,0 0 16,25 0-16,-25 0 0,0 0 15,0 0-15,0 0 0,25 0 0,-25 0 0,0 0 0,0 0 0,24 0 0,-24 0 16,0 0-16,25 0 0,-25 0 0,0 0 0,25 0 16,-25 0-16,25 0 15,-25 0-15,0 0 0,25 0 0,-25 0 0,24 0 0,-24 0 0,25 0 0,-25 0 16,0 0-16,25 0 0,-25 0 0,0 0 0,25 0 0,-25 0 0,0 0 15,0 0 1,25 0-16,-25 0 0,0 0 0,0 0 0,0 0 0,0 0 0,0 0 0,0 0 0,0 0 16,-25 0-16</inkml:trace>
  <inkml:trace contextRef="#ctx0" brushRef="#br0" timeOffset="255431.6099">8359 13618 0,'0'0'0,"0"0"0,0 0 0,0 0 0,0-25 16,0 25-16,0 0 0,0 0 0,0 0 0,0 0 16,0 0-16,0 0 15,0 0-15,0 0 0,0 0 0,0 25 0,0-25 0,0 0 0,0 0 0,25 0 16,-25 25-16,0-25 0,0 0 0,0 24 0,0-24 0,0 25 15,0-25-15,0 0 0,0 25 16,25-25-16,-25 25 0,0-25 0,0 25 0,0-25 0,0 24 0,0-24 0,0 25 16,0-25-16,0 25 0,0-25 0,0 25 0,0-25 0,25 25 15,-25-25 1,0 0-16,0 24 0,0-24 0,-25 0 0,25 25 0</inkml:trace>
  <inkml:trace contextRef="#ctx0" brushRef="#br0" timeOffset="256121.6494">9004 13568 0,'0'0'0,"0"0"16,0 0-1,0 0-15,0 0 0,0 0 0,0 0 0,0 25 0,0-25 0,0 0 0,0 0 16,0 0-16,0 0 0,0 0 0,0 25 0,0-25 0,0 0 0,0 0 0,0 25 15,0-25 1,0 0-16,0 0 0,0 24 0,0-24 0,0 0 0,0 25 31,-25-25-31,25 0 0,0 25 0,0-25 0,0 0 0,0 25 0,0-25 0,0 0 0,-25 0 0,25 25 0,0-25 0,0 0 0,0 0 0,0 0 16,0 24-16,0-24 0,0 0 0,-24 0 15,24 0-15,0 0 0,0 0 0,0 25 0,0-25 16,0 0-16,0 0 0,0 0 0,0 0 0,0 0 0,0 0 0,0 0 0,0 0 16,0 0-1,0 0-15,24 0 0,-24 0 0,0 0 0,0 0 0,0 0 16,0 0-16,25 0 0,-25 0 0,0 0 0,0 0 0,0 0 0,25 0 0,-25 0 0,0 0 15,25 0 1,-25 0-16,0 0 0,25 0 0,-25 0 0,0 0 0,25 0 0,-25 0 0,0 0 16,24 0-16,-24 0 0,25 0 0,-25 0 0,0 0 0,25 0 15,-25 0-15,25 0 16,-25 0-16,0 0 0,0 0 0,0 0 0,0 0 0,0 0 0,0 0 0,0 0 15,0 0-15,0 0 0,0 0 0,0 0 0,0-25 0,0 25 0,0 0 16</inkml:trace>
  <inkml:trace contextRef="#ctx0" brushRef="#br0" timeOffset="256351.6625">9128 13667 0,'0'0'0,"0"0"0,0 0 0,0 0 16,0 0-16,0 0 0,0 0 0,0 0 0,0 0 15,0 0-15,0 0 0,0 0 0,0 25 0,0-25 16,0 0-16,0 0 0,0 25 0,0-25 15,0 25-15,0-25 16,0 0 0,0 25-16,0-25 0,25 24 0,-25-24 0,0 25 0,0-25 0,0 25 0,0-25 0,0 0 0,0 25 0,0-25 0,0 25 0,0-25 0,0 24 15,0-24-15,0 0 16,0 25-16,0-25 0,0 25 0,0-25 0,0 0 0,0 25 0,0-25 15,0 0-15,0 25 0,0-25 0,25 0 0,-25 0 0,0 0 0,0 24 0,0-24 16,0 0-16,25 0 0,-25 0 16</inkml:trace>
  <inkml:trace contextRef="#ctx0" brushRef="#br0" timeOffset="256975.6982">9302 13667 0,'0'0'0,"0"0"15,0 0-15,0 0 0,25 0 0,-25-24 0,0 24 0,0 0 0,0 0 16,0 0-1,0 0-15,0 0 0,0 0 0,0 0 0,0 0 0,0 24 0,0-24 0,0 0 16,24 0-16,-24 0 0,0 0 0,0 0 0,0 0 0,25 25 0,-25-25 16,0 0-1,0 0-15,25 25 0,-25-25 0,0 0 0,0 25 0,0-25 0,0 25 0,25-25 16,-25 0-16,0 24 0,0-24 0,0 25 0,0-25 0,0 0 0,0 25 31,0-25-31,0 25 0,0-25 0,0 0 16,0 25-16,-25-25 0,25 24 0,0-24 0,0 0 0,0 0 15,0 25-15,0-25 0,0 0 0,0 0 0,0 25 0,0-25 0,0 0 0,0 0 0,0 0 16,0 0-16,-25 0 0,25 0 0,0 0 0,0 0 0,0 0 0,0 0 0,0 0 15,0 0 1,0 0-16,25 0 0,-25 0 0,0 0 0,0 0 0,0-25 0,0 25 0,0 0 16,25 0-16,-25-25 0,0 25 0,0-24 0,0 24 0,0 0 0,25-25 15,-25 25-15,0-25 16,0 25-16,0-25 0,24 25 0,-24-25 0,0 25 0,0-24 0,0 24 15,25-25-15,-25 25 0,0-25 0,0 25 0,0 0 0,0-25 0,25 25 0,-25 0 16,0-25 0,0 25-16,0 0 0,0 0 0,0 0 0,0 0 0,0 0 15,0 0-15,0 0 0,-25 0 0,25 0 0,0 0 0,0 0 16,0 0-16,0 25 0,0-25 0,0 0 0,0 0 0,0 25 0,0-25 0,0 25 15,0-25 1,0 0-16,0 25 0,0-25 0,0 24 0,0-24 0,0 25 0,0-25 16,0 25-16,0-25 0,0 25 0,0-25 0,0 25 0,0-25 0,0 0 0,0 24 0,25-24 15,-25 0 1,0 25-16,0-25 0,0 0 0,0 0 0,25 0 0,-25 25 0,0-25 15,0 0-15,0 0 0,25 0 0,-25 0 0,0 0 0,0 0 0,24 0 16,-24 0-16,0 0 16,25 0-16,-25 0 0,0 0 0,0 0 0,25 0 0</inkml:trace>
  <inkml:trace contextRef="#ctx0" brushRef="#br0" timeOffset="257361.7203">9773 13940 0,'0'0'15,"0"0"-15,0 0 0,0 0 0,0 0 0,0 0 0,0 0 16,0 0-16,0 0 0,0 0 0,0 0 0,0 0 16,0 0-1,0 0-15,0 0 0,0 25 0,-25-25 0,25 0 0,0 0 0,0 0 0,0 0 0,0 25 16,0-25-16,0 0 0,-25 0 0,25 0 0,0 25 0,0-25 0,0 0 15,0 0 1,-24 24-16,24-24 0,0 0 0,0 0 0,0 0 0,0 0 0,-25 25 16,25-25-16,0 0 0,0 0 0,0 0 0,0 0 0,0 0 0,0 0 0,0 0 15,0 0 1,0 0-16,0 0 0,0 0 0,0 25 0,0-25 0,0 0 0,0 0 0,25 0 15,-25 0-15,0 0 0,0 0 0,0 0 0,24 0 0,-24 0 0,25 0 0,-25 0 32,0 0-32,25 0 0,-25 0 0,0 0 0,0 0 0,25 0 0,-25 0 0,0 0 0,0 0 15,25 0-15,-25 0 0,0 0 0,0 0 0,0 0 0,24 0 0,-24 0 31,0 0-31,0-25 0,0 25 0,0 0 0,0 0 0,0 0 0,0 0 0,0 0 16,0 0-16,0 0 0,0-25 0,0 25 0,0 0 0</inkml:trace>
  <inkml:trace contextRef="#ctx0" brushRef="#br0" timeOffset="257587.7332">9823 13915 0,'0'0'0,"0"0"0,0 0 0,0 0 0,0 0 16,0 0-16,0 0 0,0 0 0,0 0 0,0 0 15,0 0-15,0 0 0,0 0 0,0 0 0,0 0 0,0 0 31,0 0-31,0 25 0,0-25 0,0 0 0,0 0 0,0 25 0,0-25 0,0 0 16,0 25-16,0-25 0,0 25 0,24-25 16,-24 0-16,0 24 0,0-24 0,0 25 0,0-25 0,0 25 15,-24-25-15,24 0 0,0 25 0,0-25 0,0 25 0,0-25 0,0 0 0,0 24 16,0-24-16,0 0 0,0 25 0,0-25 0,0 0 0,0 25 15,0-25-15,0 0 16,0 0-16,0 0 0,0 0 0,0 0 0,0 25 0</inkml:trace>
  <inkml:trace contextRef="#ctx0" brushRef="#br0" timeOffset="258019.7579">10170 13717 0,'0'0'0,"0"0"15,0 0 1,0-25-16,0 25 0,0 0 0,0 0 0,0 0 0,0 0 0,0 0 15,0 0-15,25 0 0,-25 0 0,0 0 0,0 0 0,0 0 16,25 0-16,-25 0 0,0 0 0,24 0 16,-24 0-16,25 0 0,-25 0 0,0 0 0,25 0 0,-25 0 0,0 0 0,25 0 15,-25 0-15,0 0 0,0 0 0,25 0 0,-25 0 0,0 0 0,0 0 16,0 0-16,0 0 15,0 0-15,0 0 0</inkml:trace>
  <inkml:trace contextRef="#ctx0" brushRef="#br0" timeOffset="258225.7697">10220 13915 0,'0'0'0,"0"0"0,0 0 0,0 0 0,0 0 0,0 0 0,0 0 15,0 0-15,0 0 0,24 0 16,-24 0-16,0 0 0,25 0 0,-25 0 0,0 0 0,25 0 15,-25 0-15,25 0 0,-25 0 0,25 0 0,-1 0 0,-24 0 0,25 0 16,-25 0-16,25 0 0,0 0 0,-25 0 16,0 0-16,25 0 0,-25 0 0,0 0 0</inkml:trace>
  <inkml:trace contextRef="#ctx0" brushRef="#br0" timeOffset="260594.9052">10790 13593 0,'0'0'0,"0"0"15,0 0 1,0 0-16,0 0 0,0 0 0,0 0 0,0 0 0,0 0 0,0 0 0,0 0 15,0 0-15,0 0 0,0 0 0,0 0 0,0 0 0,0 0 0,0 0 16,0 0 0,0 0-16,0-25 0,0 25 0,0 0 0,0 0 0,0 0 0,0 0 0,0 0 15,0 0-15,0 0 0,0 0 0,0 0 0,25 0 0,-25 0 0,0 0 16,0-25-1,0 25-15,0 0 0,0 0 0,0 0 0,25 0 0,-25 0 0,0 0 0,0 0 0,0 0 16,0 0-16,0 0 0,0 0 0,0 0 0,0 0 0,24 0 0,-24 0 16,0 0-1,0 0-15,0 0 0,0 0 0,0 0 0,0 0 0,0 25 0,0-25 16,0 0-16,0 25 0,0-25 0,25 25 0,-25-25 0,0 0 0,0 25 15,0-25-15,0 24 0,0-24 16,0 25-16,0-25 0,0 0 0,-25 25 0,25-25 0,0 25 0,0-25 0,0 0 31,0 25-31,0-25 0,-24 0 0,24 24 0,0-24 0,0 0 0,0 25 0,0-25 0,-25 0 0,25 0 0,0 25 16,0-25-1,0 0-15,0 0 0,0 0 0,0 0 0,0 0 0,0 0 0,0 0 0,0 0 0,0 0 0,0 0 16,0 0-16,0 0 0,25 0 0,-25 0 0,0 0 16,0 0-16,0 0 15,0 0-15,0 0 0,0 0 0,0 0 0,0-25 0,0 25 0,24 0 0,-24 0 16,0 0-16,0 0 0,0 0 0,0-25 0,0 25 0,0 0 0,25 0 15,-25 0 1,0 0-16,0 0 0,25 0 0,-25 0 0,0 0 0,0 25 0,25-25 0,-25 0 16,0 0-16,0 0 0,0 0 0,0 25 0,0-25 0,25 0 0,-25 0 31,0 25-31,0-25 0,0 25 0,0-25 0,0 0 0,0 24 0,0-24 0,0 25 15,0-25-15,0 0 0,-25 25 0,25-25 0,0 0 0,0 25 0,0-25 0,0 0 0,0 0 32,0 25-32,0-25 0,-25 0 0,25 0 0,0 24 0,0-24 0,0 0 0,0 0 15,-25 0-15,25 0 0,0 0 0,0 0 0,0 0 0,-25 0 0,25 0 0,0 0 31,0 0-31,-24 0 0,24 0 0,0 0 0,0 0 0,0 0 0,0 0 0,-25 0 0,25 0 16,0 0-16,0 0 0,0 0 0,0 0 0,0 0 0,0 0 0,0 0 31,0 0-31,0 0 0,0 0 0,0 0 0,0-24 0,0 24 0,0 0 0,0 0 0,25 0 31,-25-25-31,0 25 0,0 0 0,0 0 0</inkml:trace>
  <inkml:trace contextRef="#ctx0" brushRef="#br0" timeOffset="261246.9425">11063 13593 0,'0'0'0,"0"0"0,0 0 15,0 0-15,0-25 0,0 25 0,0 0 0,0 0 0,0 0 0,0 0 16,0 0-16,0 0 0,0 0 0,0 0 0,0 0 0,25 0 16,-25 0-16,0 0 0,0 0 15,0 0-15,24 0 0,-24 25 0,0-25 0,25 0 0,-25 0 0,0 0 0,25 0 16,-25 0-1,0 0-15,25 0 0,-25 0 0,25 0 0,-25 0 0,0 0 0,25 0 0,-25 0 0,0 0 16,24 0-16,-24 0 0,0 0 0,25 0 0,-25 0 0,0 0 16,0 0-16,25 0 15,-25 0-15,0 0 0,0 0 0,0 0 0,0 0 0,0 0 0,25 0 16,-25 0-16,0 0 0,0 0 0,0 0 0,0 0 0,0 0 0,0 0 31,0 0-31,0 0 0,0 0 0,0 0 0,0 0 0,0 0 0,0 0 0,0 0 0,0 0 0,0 0 0,0 0 16,0 0-16,0 0 0,0 0 0,0 25 0,0-25 15,0 0-15,0 0 16,0 0-16,0 0 0,0 0 0,0 0 0,0 25 0,0-25 0,-25 0 0,25 24 0,0-24 15,0 0-15,0 25 0,0-25 0,0 25 16,0-25-16,0 25 0,0-25 0,0 25 16,0-25-16,25 0 0,-25 24 0,0-24 0,0 25 0,0-25 0,0 25 0,0-25 15,0 25-15,0-25 0,0 0 0,0 25 0,0-25 0,0 24 16,0-24-16,0 0 0,0 25 0,0-25 15,0 0-15,0 0 0,0 25 0,0-25 0,0 0 0,0 0 0,0 0 32,0 25-32,0-25 0,0 0 0,0 0 0,0 0 0,0 0 0,0 0 0,0 0 15,0 0-15,25 0 16,-25 0-16,0 0 0,0 0 0,0 0 0,0 0 0,0 0 0,0 25 0,0-25 0,0 0 15,0 0-15,-25 0 0,25 0 0,0 0 0,0 0 0,0 0 0,0 0 16,0 0-16,0 0 16,0 0-16,0 0 0,0-25 0,0 25 0</inkml:trace>
  <inkml:trace contextRef="#ctx0" brushRef="#br0" timeOffset="261449.9539">11237 13866 0,'0'0'0,"0"0"0,0 0 0,0 0 0,0-25 15,24 25-15,-24 0 0,0 0 0,0 0 0,0 0 0,25 0 0,-25 0 16,0 0-16,0 0 16,25 0-16,-25-25 0,0 25 0,25 0 0,-25 0 0,25 0 15,-25 0-15,0 0 0,24 0 0,-24 0 0,25 0 0,0 0 0,-25-25 0,25 25 31,-25 0-31</inkml:trace>
  <inkml:trace contextRef="#ctx0" brushRef="#br0" timeOffset="270047.4459">12204 6697 0,'0'0'0,"0"0"15,0 0 1,0 0-16,0 0 0,0 0 0,0 0 0,0 0 0,0 0 0,0 0 16,0 0-16,0 0 15,0 0-15,0 0 0,0 0 0,0 0 0,0 0 0,0 0 0,0 0 0,0 0 16,0 0-16,0 0 0,0 0 0,0 0 0,0 0 0,0 0 0,0 0 0,0 0 15,0 0-15,0 0 0,0 0 0,0 0 0,0 0 0,0 0 16,0 0-16,0 0 0,0 0 16,0 0-16,0 0 0,0 0 0,0 0 0,0 0 0,0 0 0,0 0 0,0 0 15,0 0-15,0 0 0,0 0 0,0 0 16,0 0-16,0 0 0,0 0 15,0 0-15,0 0 0,0 0 0,0 0 0,0 0 0,0 0 0,0 0 0,0 0 0,0 0 0,0 0 16,0 0 0,0 0-16,0 0 0,0 0 0,0 0 0,0 0 0,0 0 0,0 0 0,0 0 15,0 0-15,0 0 0,0 0 0,0 0 0,0 0 0,0 0 0,0 0 16,0 0-16,0 25 15,0-25-15,0 0 0,0 0 0,0 0 0,0 0 0,0 25 0,0-25 0,0 0 16,0 0-16,0 0 0,0 25 0,0-25 0,25 0 0,-25 0 16,0 0-16,0 24 15,0-24-15,0 0 0,0 0 0,0 25 0,0-25 0,0 0 0,0 25 0,-25-25 16,25 0-16,0 0 0,0 25 0,0-25 0,0 0 0,0 0 15,0 25-15,0-25 16,0 0-16,0 25 0,0-25 0,0 0 0,0 0 0,0 24 0,0-24 31,0 0-31,0 0 0,0 25 0,0-25 0,0 0 0,0 25 0,0-25 0,0 0 0,0 0 0,0 25 0,0-25 0,0 0 16,0 25-16,0-25 0,0 0 0,0 0 0,0 24 0,0-24 15,0 0 1,0 0-16,0 25 0,0-25 0,0 0 0,0 25 0,0-25 0,0 0 0,0 25 16,0-25-16,0 0 0,0 25 0,0-25 0,25 0 0,-25 0 0,0 24 0,0-24 31,0 0-31,0 25 0,0-25 0,0 0 0,0 0 0,0 25 0,0-25 0,0 0 15,0 25-15,0-25 0,0 0 0,0 25 0,0-25 0,0 24 0,0-24 16,0 0 0,0 25-16,0-25 0,0 25 0,0-25 0,0 0 0,0 25 0,0-25 0,0 25 0,0-25 15,0 24-15,0-24 0,0 25 0,0-25 0,0 0 0,0 25 0,0-25 16,0 25-16,-25-25 0,25 0 15,0 25-15,0-25 0,0 0 0,0 24 0,0-24 16,0 0-16,0 25 0,0-25 0,0 0 0,0 25 0,0-25 0,0 25 0,0-25 16,0 25-16,0-25 0,0 0 0,0 24 15,0 1-15,0-25 0,0 25 0,0-25 0,0 25 16,0-25-16,0 25 0,0-25 0,0 24 0,0-24 0,0 25 0,0-25 15,0 25 1,0 0-16,0-25 0,0 25 0,25-25 0,-25 24 0,0-24 0,0 25 0,0-25 0,0 0 16,0 25-16,-25-25 0,25 25 0,0-25 15,0 25-15,0-25 0,0 25 0,0-25 0,0 24 16,25-24-16,-25 25 0,0-25 0,0 25 0,0 0 0,0-25 0,0 25 0,0-25 0,0 24 15,0-24-15,0 25 16,0-25-16,0 25 0,0-25 0,0 25 0,0 0 16,0-25-16,0 24 0,0-24 0,0 25 0,0 0 0,0-25 0,0 25 0,0-25 15,0 25-15,25-1 0,-25-24 0,0 25 0,0-25 16,0 25-16,0-25 0,0 25 15,0 0-15,0-25 0,0 24 0,0 1 0,0-25 0,0 25 0,0-25 0,0 25 0,0 0 16,0-25-16,0 24 0,0-24 0,0 25 16,0 0-16,0-25 0,0 25 15,0 0-15,0-25 0,0 24 0,0-24 0,0 25 0,0-25 0,0 25 0,0-25 16,0 25-16,24 0 0,-24-25 0,0 24 0,0-24 0,0 25 0,0 0 15,0-25-15,0 25 16,0-25-16,0 25 0,0-25 0,0 25 0,0-1 0,0-24 0,0 25 0,0-25 16,0 25-16,0-25 0,0 25 0,0 0 0,0-25 15,0 24-15,25 1 0,-25-25 16,0 25-16,0-25 0,0 25 0,0 0 0,0-25 0,0 24 0,0-24 0,0 25 15,0 0-15,0-25 0,0 25 0,0-25 16,0 25-16,0-1 0,0-24 0,0 25 16,0-25-16,0 25 0,25-25 0,-25 25 0,0-25 0,0 25 0,0-25 0,0 24 0,0-24 15,0 25 1,0-25-16,0 25 0,0-25 0,-25 25 0,25-25 0,25 25 0,-25-25 0,0 24 0,0 1 15,0-25-15,0 25 0,0-25 0,0 25 0,0-25 0,0 25 16,0-25 0,0 24-16,0-24 0,0 25 0,0 0 0,0-25 0,0 25 0,0-25 0,0 25 15,0-1-15,0-24 0,0 25 0,0-25 16,0 25-16,0-25 0,0 25 0,0 0 0,0-25 15,25 25-15,-25-25 0,0 24 0,0 1 0,0-25 0,0 25 0,0-25 16,0 25-16,0 0 0,0-25 0,0 24 0,0-24 0,0 25 0,0 0 16,0-25-1,0 25-15,0 0 0,0-25 0,0 24 31,0-24-31,0 25 0,0 0 0,0-25 0,0 25 0,0-25 0,0 25 0,0-1 0,0-24 0,0 25 0,0-25 0,0 25 0,0-25 0,0 25 0,0-25 0,0 25 16,0-25-16,0 24 0,0-24 0,0 25 0,0-25 0,0 25 16,0-25-16,0 25 0,0-25 15,-25 0-15,25 25 0,0-25 0,0 24 0,0-24 0,0 25 0,0-25 16,0 25-16,0-25 0,0 25 0,0-25 0,0 25 0,-25-25 0,25 24 15,0-24-15,0 25 0,0 0 16,0-25-16,0 25 0,0-25 0,0 25 0,0-25 0,0 24 0,0-24 0,0 25 31,0-25-31,0 25 0,0-25 0,0 0 0,0 25 0,0 0 0,-25-25 0,25 24 0,0-24 0,0 25 16,0-25-1,0 25-15,0-25 0,0 25 0,0-25 0,0 25 0,0-25 0,0 25 0,0-25 16,0 24-16,-24-24 0,24 25 0,0-25 0,0 25 0,0-25 0,0 25 16,0 0-1,-25-25-15,25 24 0,0-24 0,0 25 0,0 0 0,0-25 0,0 25 0,0-25 0,0 25 16,0-1-16,0-24 0,0 25 0,0-25 0,0 25 0,0-25 0,0 25 15,0-25-15,0 25 16,0-25-16,0 24 0,0-24 0,0 25 0,-25-25 0,25 25 16,0-25-16,0 25 0,0-25 0,0 25 0,0-25 0,0 24 0,0-24 0,0 25 15,0-25 1,0 25-16,0-25 0,0 25 0,0-25 0,0 25 0,0-1 0,-25-24 0,25 25 15,0-25-15,0 25 0,0-25 0,0 25 0,0-25 0,-25 25 0,25-25 0,0 24 16,0 1-16,0-25 16,0 0-16,0 25 0,0 0 0,0-25 0,0 25 0,0-25 0,0 24 0,0-24 15,-25 25 1,25-25-16,0 25 0,0-25 0,0 25 0,0 0 0,0-25 0,0 25 0,-24-25 15,24 24-15,0-24 0,0 25 0,0 0 0,0-25 0,0 25 0,0-25 16,-25 25-16,25-25 16,0 24-16,0 1 0,0-25 0,0 25 0,0-25 0,0 25 15,0-25-15,0 25 0,0-1 0,0-24 16,0 25-16,0-25 15,0 25-15,0-25 0,0 25 0,0-25 0,-25 25 0,25-1 0,0-24 0,0 25 0,0-25 0,0 25 0,0 0 0,0-25 0,0 25 16,0-25-16,0 24 0,0-24 0,0 25 0,0-25 0,0 25 16,0-25-16,0 25 15,0 0-15,0-25 0,0 24 0,0-24 0,0 25 0,0-25 0,0 25 0,-25-25 0,25 25 16,0-25-16,0 25 15,0-25-15,0 24 0,0-24 0,0 25 0,0-25 16,0 25-16,0 0 0,0-25 0,0 25 0,0-25 0,0 24 0,0-24 0,0 25 0,-25-25 31,25 25-31,0-25 0,0 25 0,0-25 0,0 25 0,0-25 0,0 25 0,0-25 0,0 24 0,0-24 16,-24 25-16,24-25 0,0 25 0,0-25 0,0 25 0,0-25 15,0 25 1,0-25-16,0 24 0,0 1 0,0-25 0,0 25 0,0-25 0,0 25 0,0-25 0,0 25 16,0-1-16,0-24 0,-25 25 0,25-25 0,0 25 0,0-25 15,0 25-15,0-25 16,0 25-16,0-25 0,0 24 0,0-24 0,0 25 0,0-25 0,0 25 15,0 0-15,0-25 0,0 25 0,0-25 0,25 24 0,-25-24 0,-25 25 0,25 0 16,0-25 0,0 25-16,0-25 0,0 25 0,25-1 0,-25-24 0,0 25 0,0-25 0,0 25 0,0 0 0,-25-25 15,25 25 1,0-25-16,0 24 0,0-24 0,0 25 0,0-25 0,0 25 0,0 0 15,0-25-15,0 25 0,0-25 0,0 24 0,0-24 0,0 25 0,-25-25 32,25 25-32,0 0 0,0-25 0,0 25 0,0-25 0,0 24 0,0-24 0,0 25 0,0-25 0,-25 25 0,25-25 31,0 25-31,0-25 0,0 25 0,0 0 0,-25-25 0,25 24 0,0-24 0,0 25 0,0 0 0,0-25 15,0 25-15,0-25 0,-24 25 0,24-1 0,0-24 0,0 25 0,0 0 32,0-25-32,0 25 0,0 0 0,0-25 0,0 24 0,0-24 0,0 25 0,0-25 15,0 25-15,0 0 0,0-25 0,0 25 0,0-25 0,0 24 0,0-24 0,0 25 16,0-25-1,0 25-15,0-25 0,0 25 0,-25 0 0,25-25 0,0 24 0,0-24 16,0 25-16,0-25 0,0 25 0,0 0 0,0-25 0,0 25 0,0-25 0,0 24 16,0-24-1,0 25-15,0-25 0,0 25 0,0-25 0,0 25 0,0 0 0,0-25 0,0 24 0,0-24 16,0 25-16,0-25 0,0 25 0,0 0 0,0-25 0,0 25 0,0-25 15,0 24 1,0-24-16,0 25 0,0-25 0,0 25 0,0-25 0,0 25 0,0 0 0,0-25 0,0 0 31,0 25-31,0-25 0,0 24 0,0 1 0,0-25 0,0 0 0,0 25 0,0-25 16,0 25-16,0-25 0,0 25 0,0-25 0,0 24 0,0-24 0,0 25 0,0 0 15,0-25-15,0 25 16,0-25-16,0 25 0,0-25 0,0 24 0,0-24 0,0 25 0,0 0 0,0-25 16,0 25-16,0-25 0,0 25 0,0-25 0,0 24 0,0 1 0,0-25 15,0 25 1,0 0-16,0-25 0,0 25 0,0-25 0,0 24 0,0 1 0,0-25 0,0 25 0,0 0 0,0-25 15,0 25-15,0-1 0,-25-24 16,25 25-16,0 0 0,0-25 0,0 25 0,0 0 16,0-25-16,0 24 0,-25 1 0,25-25 0,0 25 0,0 0 0,0-25 0,0 25 0,0-1 31,0-24-31,0 25 0,0 0 0,0-25 0,0 25 0,0 0 0,0 0 0,0-25 0,-25 24 15,25 1-15,0 0 0,0-25 0,0 25 0,0 0 0,0-25 0,0 24 0,0 1 32,0-25-32,0 25 0,0 0 0,0-25 0,0 25 0,0-1 0,0-24 0,0 25 15,0 0-15,0 0 0,0-25 0,0 25 0,0-1 0,0-24 0,0 25 0,0 0 16,-24-25-1,24 25-15,0 0 0,0-25 0,0 24 0,0-24 0,0 25 0,0-25 16,0 25-16,0-25 0,0 25 0,0-25 0,0 25 0,0-1 0,0-24 0,0 25 0,0-25 16,0 25-1,0-25-15,0 25 0,0-25 0,0 25 0,0-25 0,0 24 0,-25-24 0,25 25 0,0-25 0,0 25 16,0-25-1,0 0-15,0 25 0,0-25 0,0 25 0,0-25 0,0 0 0,0 24 0,0-24 0,0 25 16,0-25-16,0 0 0,0 25 0,-25-25 0,25 0 0,0 25 0,0-25 0,0 0 16,0 25-16,0-25 0,0 24 0,0-24 0,0 0 0,25 25 15,-25-25-15,0 0 0,0 25 0,0-25 16,0 0-16,0 0 0,0 0 0,0 0 0,0 0 0,0 0 0,0 0 15,-25 0 1,25 0-16</inkml:trace>
  <inkml:trace contextRef="#ctx0" brushRef="#br0" timeOffset="271823.5475">13717 6945 0,'0'0'0,"0"0"31,0 0-31,0 0 0,0 0 0,0 0 0,0 0 0,0 0 0,0 0 0,0 0 16,25 0-16,-25 0 0,0 0 0,0 0 0,0 0 0,0 0 0,0 0 0,0 0 16,0 0-1,0 25-15,0-25 0,0 0 0,0 0 0,0 0 0,0 0 0,0 0 16,0 0-16,0 0 0,0 25 0,0-25 0,0 0 0,0 0 0,0 25 0,0-25 31,0 0-31,0 25 0,0-25 0,0 0 0,0 24 0,-25-24 0,25 25 0,0-25 0,0 25 16,0 0-16,0-25 0,0 25 0,0-25 0,0 24 0,0-24 0,0 25 15,0-25-15,0 25 16,0-25-16,0 25 0,0 0 0,0-25 0,0 0 0,0 24 0,-25-24 15,25 25-15,0-25 0,0 0 0,0 25 0,0-25 0,0 0 0,0 25 16,0-25-16,0 0 0,0 0 0,0 0 0,0 0 0,0 0 16,0 0-16,0 0 0,0 0 0,0 0 15,0 0-15,0 0 0,0 0 0,0 0 0,0-25 0,0 25 0,0 0 16</inkml:trace>
  <inkml:trace contextRef="#ctx0" brushRef="#br0" timeOffset="272492.5857">13717 6995 0,'0'0'0,"0"0"0,0 0 16,0-25-16,0 25 0,0 0 0,25 0 0,-25 0 0,0 0 0,0 0 15,0 0 1,0 0-16,0 0 0,0 0 0,0 0 0,25 0 0,-25 0 0,0 0 0,0 0 0,0 0 16,24 0-16,-24 0 0,0 0 0,0 25 0,25-25 0,-25 0 15,0 0-15,0 25 0,25-25 0,-25 0 16,0 25-16,0-25 0,0 0 0,0 24 15,0-24-15,0 25 0,25-25 0,-25 0 0,0 25 0,0-25 0,0 25 0,0-25 16,0 0-16,0 25 0,0-25 16,0 24-16,0-24 0,0 25 0,0-25 0,0 0 0,0 25 31,0-25-31,0 0 0,0 25 0,0-25 0,0 0 0,0 25 0,0-25 0,25 0 0,-25 0 0,0 24 0,0-24 0,0 0 0,0 0 31,0 0-31,0 0 0,0 0 0,0 0 0,0 0 0,24 0 0,-24 0 0,0 0 0,0 0 0,0 0 16,0 0-16,0 0 0,0 0 0,0 0 0,0 0 0,25 0 0,-25 0 15,0 0 1,0-24-16,0 24 0,0 0 0,0 0 0,25-25 0,-25 25 0,0 0 15,0-25-15,0 25 0,0 0 0,0-25 0,25 25 0,-25 0 0,0 0 16,0-25 0,0 25-16,0-24 0,25 24 0,-25 0 0,0-25 0,0 25 0,0-25 0,0 25 0,0 0 15,0-25-15,0 25 0,0 0 0,0 0 0,0 0 0,24-25 0,-24 25 16,0 0-16,0 0 0,0 0 15,0 0-15,0-24 0,0 24 0,0 0 0,0 0 16,0 0-16,0 0 0,0 0 0,0 0 0,0 0 0,0 0 0,0 0 16,0 0-1,0 0-15,0 0 0,0 0 0,0 0 0,0 0 0,0 24 0,0-24 0,0 0 0,0 25 0,0-25 16,0 0-16,0 25 0,0-25 0,0 0 15,0 25-15,0-25 0,0 25 0,0-25 0,0 24 0,0-24 16,0 25-16,0-25 0,0 25 0,0-25 0,0 25 0,0-25 0,0 25 31,0-1-31,0-24 0,0 25 0,0-25 0,0 25 0,0-25 0,0 0 0,0 25 0,0-25 0,0 25 0,0-25 16,0 0-16,0 24 0,0-24 0,0 0 0,0 25 15,0-25-15,0 0 0,0 0 0,0 25 16,0-25-16,0 0 0,0 0 0,0 0 0,0 0 0,0 0 0,0 0 0,0 0 16,0 0-16,0 0 0,0 0 15</inkml:trace>
  <inkml:trace contextRef="#ctx0" brushRef="#br0" timeOffset="272913.6098">14263 7020 0,'0'0'0,"0"0"0,0 0 31,0 0-31,0 0 0,0 0 0,0 0 0,0 0 0,0 0 0,0 0 16,0 0-16,0 0 0,0 0 0,0 0 0,0 0 0,0 0 0,0 25 0,0-25 15,0 0-15,0 24 0,0-24 0,0 0 16,0 25-16,0-25 0,0 25 0,0-25 15,0 25-15,0-25 0,0 25 0,0-25 0,0 24 0,0-24 0,0 0 0,0 25 16,0-25-16,0 25 16,0-25-16,0 25 0,0-25 0,0 25 0,0-25 0,0 24 0,0-24 15,0 25-15,-25-25 0,25 0 0,0 25 0,0-25 0,0 0 0,0 25 16,0-25-16,0 0 0,0 0 15,0 0-15,0 0 0,0 0 0,0 0 0,0 0 0,0 0 16,0 0-16,0 0 0</inkml:trace>
  <inkml:trace contextRef="#ctx0" brushRef="#br0" timeOffset="273122.6216">14114 6970 0,'0'0'0,"0"0"0,0-25 0,25 25 0,-25 0 0,0 0 0,0 0 0,0 0 31,24 0-31,-24-24 0,0 24 0,25 0 0,-25 0 0,25 0 0,-25 0 0,25-25 0,-25 25 0,25 0 31,-25 0-31,24 0 0,-24 0 0,25 0 0,-25 25 0,25-25 0,-25 0 0,25 0 16,-25 0-16,25 0 0,-25 0 0,0 24 0,25-24 15,-25 0-15,0 0 0,24 0 0,-24 25 0</inkml:trace>
  <inkml:trace contextRef="#ctx0" brushRef="#br0" timeOffset="273808.6606">14585 6945 0,'0'0'0,"0"-24"0,0 24 15,0 0-15,0 0 0,0 0 0,0 0 0,0 0 16,0 0-16,0 24 0,0-24 0,0 0 0,0 0 0,0 0 0,0 25 0,0-25 15,0 25-15,0-25 16,0 0-16,0 25 0,0-25 0,0 25 0,-25-25 16,25 24-16,0-24 0,0 25 0,0-25 0,0 25 0,0-25 0,0 0 0,0 25 0,0-25 15,0 25-15,0-25 16,0 24-16,0-24 0,0 25 0,0-25 0,0 0 0,0 25 15,0-25-15,0 0 0,0 0 0,0 25 0,-24-25 0,24 0 0,0 0 16,0 0-16,0 0 0,0 0 16,0 0-16,0 0 0,-25 0 0,25 0 0,0 0 0,0 0 0,0-25 0,0 25 0,0 0 15,-25 0-15,25 0 0,0-25 0,0 25 0,0 0 0,0 0 16,0-25-16,0 25 15,0 0-15,0-24 0,0 24 0,0 0 0,25-25 0,-25 25 0,0 0 0,0 0 16,0 0-16,0 0 16,0-25-16,25 25 0,-25 0 0,0 0 0,0 0 0,24 0 0,-24 0 0,0 0 0,25 0 15,-25-25-15,0 25 0,25 0 0,-25 0 16,0 0-16,25 0 0,-25 0 0,25 0 0,-25 0 0,0 0 15,24 0-15,-24-25 0,0 25 0,25 0 0,-25 0 0,25 0 16,-25 0 0,0-24-16,25 24 0,-25 0 0,0 0 0,0 0 0,25 0 0,-25 0 0,0 0 15,0-25-15,0 25 0,0 0 0,0 0 0,0 0 0,0 0 0,0 0 0,0 0 16,0 0-1,0-25-15,0 25 0,0 0 0,0 0 0,0 0 0,0 0 0,0 0 0,0 0 16,0 0-16,0 0 0,0-25 0,0 25 0,0 0 0,0 0 0,0 0 16,0 0-1,0 0-15,0 0 0,0 0 0,0 0 0,0 0 0,0 0 16,0 0-16,0 0 0,0 0 0,0 0 15,0 0-15,0 25 0,0-25 0,0 0 0,0 0 0,0 0 0,0 25 0,0-25 16,0 0-16,0 25 0,0-25 0,0 24 0,0-24 0,0 0 0,0 25 0,0-25 16,0 0-16,0 25 15,0-25-15,0 25 0,0-25 0,0 0 0,0 25 0,0-25 16,0 0-16,0 24 0,0-24 0,0 25 0,0-25 0,0 0 0,0 25 0,0-25 15,0 25-15,0-25 16,0 25-16,0-25 0,0 24 0,-25-24 0,25 0 0,0 25 0,0-25 0,0 0 0,0 25 16,0-25-16,0 0 0,0 0 0,0 0 15,0 0-15,0 0 0</inkml:trace>
  <inkml:trace contextRef="#ctx0" brushRef="#br0" timeOffset="274259.6866">15131 7094 0,'25'0'0,"-25"0"16,0-25-1,0 25-15,0 0 0,0-24 0,0 24 0,0 0 0,0 0 0,0-25 0,0 25 16,0 0-16,0 0 0,0-25 0,0 25 0,0 0 0,0 0 0,0 0 16,-25 0-1,25 0-15,0 0 0,0 0 0,0 0 0,0 0 0,-25 0 0,25 0 16,0 0-16,0 0 0,-25 0 0,25 0 0,0 25 0,0-25 0,-25 0 0,25 25 15,0-25-15,0 24 0,0-24 0,-24 0 16,24 25-16,0-25 0,0 0 0,0 25 0,0-25 16,0 0-16,0 25 0,0-25 0,0 25 0,24-25 0,-24 0 0,0 24 15,0-24-15,25 25 0,-25-25 0,0 0 0,25 25 0,-25-25 16,25 0-16,-25 25 15,25-25-15,-25 0 0,24 0 0,-24 25 0,25-25 0,-25 0 0,25 24 0,-25-24 0,25 0 16,-25 25-16,0-25 0,0 0 0,0 0 0,25 0 16,-25 0-16,0 25 46,-25-25-46,25 0 0,0 0 0,0 0 0,0 0 0,0 25 0,-25-25 0,25 0 0,0 0 0,0 0 0,-25 0 0,25 0 0,0 0 0,-25 0 0,25 25 0,0-25 0,-24 0 0,24 0 0,0 0 16,-25 0-16,25 0 0,0 0 0,0 0 0,-25 24 0,25-24 0</inkml:trace>
  <inkml:trace contextRef="#ctx0" brushRef="#br0" timeOffset="276220.799">19248 7020 0,'0'0'0,"0"0"16,0 0-1,0 0-15,0 0 0,0 0 0,0 0 0,0 0 0,0 0 0,0 0 0,0 0 16,0 0-16,0 0 0,0 0 0,0 0 0,0 0 0,0 0 0,25 0 16,-25 0-16,0 0 15,0 0-15,0 0 0,0 0 0,0 0 0,0 0 0,0 0 0,0 0 0,0 25 31,25-25-31,-25 0 0,0 0 0,0 24 0,0-24 0,0 0 0,0 25 0,0-25 0,0 0 0,0 25 0,0-25 16,0 25-16,0-25 0,0 25 0,0-25 0,0 24 0,0 1 16,0-25-16,0 25 15,0-25-15,0 25 0,0 0 0,0-25 0,0 24 0,0-24 0,0 25 16,25-25-16,-25 0 0,0 25 15,0-25-15,0 0 0,0 0 0,0 25 0,0-25 0,0 0 0,0 0 16,0 0-16,0 0 0,0 0 0,0 25 0,0-25 0,0 0 0,0 0 16,0 0-16,0 0 0,0 0 0,0 0 0,0 0 0,0 0 0,0 0 31,0 0-31,0 0 0,0 0 0,0 0 0,25 0 0,-25 0 0,0 0 0,0 0 0,0-25 0,0 25 15,0 0-15,0 0 0,0 0 16,24 0-16,-24 0 0,0-25 0,0 25 0,25 0 16,-25 0-16,0-25 0,0 25 0,25-25 0,-25 25 0,0 0 0,0-24 0,0 24 15,25-25-15,-25 25 0,0-25 0,0 25 0,25-25 0,-25 25 16,0-25-16,0 25 15,0-24-15,24 24 0,-24-25 0,0 25 0,0-25 0,0 25 0,0-25 0,0 25 16,0 0-16,0-25 0,25 25 0,-25 0 0,0 0 0,0-24 16,0 24-16,0 0 15,0 0-15,0 0 0,0 0 0,0 0 0,0 0 0,0 0 0,0 0 0,0 0 0,0 0 16,0 0-1,0 0-15,0 0 0,0 0 0,0 0 0,0 0 0,0 0 0,0 0 32,0 0-32,0 0 0,0 24 0,0-24 0,0 0 0,0 0 0,0 0 0,0 0 0,0 25 0,0-25 0,0 0 0,25 0 0,-25 0 15,0 0-15,0 0 0,0 0 0,0 0 0,0 0 16</inkml:trace>
  <inkml:trace contextRef="#ctx0" brushRef="#br0" timeOffset="276598.8206">19794 7144 0,'0'0'0,"0"0"15,0 0-15,0 0 0,0-25 0,0 25 0,0 0 0,0 0 0,0 0 0,0 0 16,0 0-16,0 0 0,0 25 0,0-25 0,0 0 0,0 0 0,0 0 31,0 0-31,0 25 0,0-25 0,0 0 0,0 24 0,0-24 0,0 25 0,0-25 0,0 0 31,0 25-31,0-25 0,0 25 0,0-25 0,-25 25 0,25-25 0,0 24 0,0-24 0,0 25 0,0-25 16,0 25-16,0-25 0,0 25 0,0-25 0,0 25 0,-24-25 0,24 24 0,0-24 16,0 0-1,0 25-15,0-25 16,0 25-1,0-25-15,-25 0 0,25 25 0,0-25 0,0 0 0,0 0 0,0 25 0,0-25 0,0 0 0,0 0 0,0 0 0,0 0 0,0 0 0,0 0 0,0-25 0,0 25 16,0 0-16,0 0 0,0 0 0,0-25 0,0 25 0,0 0 0,25 0 16</inkml:trace>
  <inkml:trace contextRef="#ctx0" brushRef="#br0" timeOffset="276954.8406">19819 7020 0,'0'0'0,"0"-25"16,0 25-16,0 0 0,0-25 0,0 25 0,0 0 0,0 0 16,0-25-16,0 25 0,0 0 15,0-24-15,0 24 0,0 0 0,0 0 0,0 0 0,25 0 0,-25-25 0,0 25 31,0 0-31,0 0 0,25 0 0,-25 0 0,0 0 0,0 0 0,24 0 0,-24 0 0,0 0 0,25 0 16,-25 0-16,0 25 0,25-25 0,-25 0 0,0 0 0,25 24 0,-25-24 16,0 0-1,25 25-15,-25-25 0,0 0 0,0 25 0,24-25 0,-24 25 0,0-25 31,0 25-31,0-25 0,0 0 0,0 24 0,0-24 0,0 25 0,0-25 0,0 0 0,0 25 0,0-25 0,0 0 0,0 0 16,0 25-16,-24-25 0,24 0 0,0 0 0,0 0 0,-25 25 0,25-25 16,0 0-1,-25 0-15,25 0 0,0 0 0,-25 0 0,25 0 0,-25 0 0,25 24 0,0-24 16,-24 0-16,24 0 0,-25 0 0,25 0 0,0 0 0,-25 0 0,25 0 31,0 0-31,0 0 0,0 0 0,0 0 0</inkml:trace>
  <inkml:trace contextRef="#ctx0" brushRef="#br0" timeOffset="284666.282">23812 6921 0</inkml:trace>
  <inkml:trace contextRef="#ctx0" brushRef="#br0" timeOffset="288303.4901">24433 6896 0</inkml:trace>
  <inkml:trace contextRef="#ctx0" brushRef="#br0" timeOffset="302625.3092">19124 6722 0,'0'0'16,"0"0"-16,0 0 0,0 0 16,0 0-16,0 0 0,0 0 0,0 0 0,0 0 0,0 0 0,0 0 0,0 0 15,0 0-15,0 0 16,0 0-16,0 0 0,0 0 0,0 0 0,0 0 0,0 0 15,0 0-15,0 0 0,0 0 0,0 0 0,0 0 0,0 0 0,0 0 16,0 0-16,0 0 0,0 0 0,0 0 0,0 0 0,0 0 16,0 0-16,0 0 15,0 0-15,0 0 0,0 0 0,0 0 0,0 0 0,0 0 0,0 0 0,0 0 16,0 0-16,0 0 0,0 0 0,0 0 0,0 0 0,0 0 15,0 0-15,0 0 16,0 0-16,0 0 0,0 0 0,0 0 0,0 0 0,0 0 0,0 0 0,0 0 0,0 0 16,0 0-1,0 0-15,0 0 0,-24 25 0,24-25 0,0 0 0,0 0 0,0 0 0,0 0 16,0 0-16,0 0 0,0 0 0,0 0 0,0 0 0,0 0 0,0 0 15,0 0-15,0 0 0,0 0 0,0 0 0,0 0 0,0 0 16,0 0 0,0 25-16,0-25 0,0 0 0,0 0 0,0 0 0,0 0 0,0 0 0,0 0 0,0 0 31,0 24-31,0-24 0,0 0 0,0 0 0,0 0 0,0 25 0,0-25 0,0 0 0,0 0 0,0 0 0,0 25 15,0-25-15,0 0 0,0 25 0,0-25 0,0 0 0,0 0 16,0 25-16,0-25 16,0 0-16,0 0 0,0 0 0,0 25 0,0-25 0,0 0 0,0 0 0,0 0 15,0 24-15,0-24 0,0 0 0,0 0 0,0 0 0,0 0 16,0 25-1,0-25-15,0 0 0,0 0 0,0 0 0,0 25 0,0-25 0,0 0 0,0 0 16,0 0-16,0 25 0,0-25 0,0 0 0,0 0 0,0 25 0,0-25 0,0 0 16,0 0-1,0 0-15,0 24 0,0-24 0,0 0 0,0 0 0,0 0 0,0 25 16,0-25-16,0 0 0,0 0 0,0 0 0,0 25 0,0-25 0,0 0 0,0 0 31,0 25-31,0-25 0,24 0 0,-24 0 0,0 0 0,0 25 0,0-25 0,0 0 0,0 0 0,0 0 16,0 24-16,0-24 15,0 0-15,0 0 0,0 25 0,-24-25 0,24 0 0,0 25 16,0-25-16,0 0 0,0 25 0,0-25 0,0 0 0,0 0 0,0 25 0,0-25 0,0 0 15,0 24 1,0-24-16,0 0 0,0 0 0,0 0 0,0 25 0,0-25 0,0 0 0,0 0 16,0 25-16,0-25 0,0 0 0,0 0 0,0 25 0,0-25 0,-25 0 15,25 0 1,0 25-16,0-25 0,0 0 0,0 0 0,0 24 0,0-24 0,0 0 15,0 25-15,0-25 0,0 0 0,0 0 0,0 25 0,0-25 0,0 0 0,0 25 16,0-25-16,0 0 16,0 25-16,0-25 0,-25 0 0,25 24 0,0-24 0,0 0 0,0 0 0,0 25 15,0-25-15,0 0 0,0 25 0,0-25 0,0 0 16,0 25-16,0-25 0,0 0 0,0 0 15,0 25-15,0-25 0,0 0 0,0 0 0,0 24 0,0-24 0,0 0 32,0 0-32,0 25 0,0-25 0,0 0 0,0 0 0,0 25 0,0-25 0,0 0 0,0 0 0,0 25 15,0-25-15,0 0 0,0 0 0,0 0 0,0 25 0,0-25 0,0 0 0,0 0 16,0 24-1,0-24-15,0 0 0,0 0 0,0 25 0,0-25 0,0 0 0,0 0 16,0 25-16,0-25 0,0 0 0,0 0 0,-25 0 0,25 25 0,0-25 0,0 0 16,0 0-16,0 0 0,0 25 15,0-25-15,0 0 0,0 0 0,0 0 0,0 24 0,0-24 0,0 0 0,0 0 16,0 25-16,0-25 0,0 0 15,0 0-15,-25 25 0,25-25 0,0 0 16,0 0-16,0 25 0,0-25 0,0 0 0,0 25 0,0-25 0,0 0 0,0 0 0,0 25 16,0-25-16,0 0 0,0 24 0,0-24 15,0 0-15,0 0 0,-24 25 0,24-25 16,24 0-16,-24 0 0,0 25 0,0-25 0,0 0 0,-24 0 0,24 0 47,0 25-47,0-25 15,0 0-15,0 0 0,0 25 0,0-25 0,0 0 0,0 0 0,0 24 0,0-24 0,0 0 0,0 0 0,0 25 0,-25-25 0,25 0 0,0 25 0,0-25 0,0 0 0,0 0 0,0 25 0,0-25 16,0 0-16,0 0 0,0 25 0,0-25 0,0 0 0,0 24 0,0-24 31,0 0-31,0 0 16,0 25-16,0-25 15,0 0-15,0 0 0,0 25 0,0-25 0,0 0 0,0 0 0,0 25 0,0-25 0,0 0 0,0 0 0,0 25 0,0-25 0,0 0 0,0 0 0,0 24 0,0-24 16,0 0-16,0 0 0,0 25 0,0-25 0,0 0 0,0 25 0,0-25 15,0 0 1,0 25-16,0-25 0,0 0 0,0 25 0,0-25 0,0 0 0,0 24 0,25-24 0,-25 25 0,0-25 16,0 0-1,0 25-15,0-25 0,0 0 0,0 25 0,0-25 0,0 0 0,0 0 16,0 25-16,-25-25 0,25 0 0,0 24 0,0-24 0,0 0 0,0 0 0,0 25 15,0-25-15,0 0 16,0 0-16,0 25 0,0-25 0,0 0 0,0 25 0,0-25 0,0 25 16,0-25-16,0 0 0,0 24 0,0-24 0,0 0 0,0 25 0,0-25 15,-25 0 1,25 25-16,0-25 0,0 25 0,0-25 0,0 0 0,0 0 0,0 25 0,0-25 15,0 24-15,0-24 0,0 0 0,-25 25 0,25-25 0,0 0 0,0 25 0,0-25 16,0 25 0,0-25-16,0 0 0,0 25 0,-25-25 0,25 0 0,0 25 0,0-25 15,0 24-15,0-24 0,0 0 0,0 25 0,0-25 0,0 25 0,0-25 0,0 0 16,0 25-1,0-25-15,0 0 0,0 25 0,-24-25 0,24 0 0,0 24 0,0-24 0,0 25 16,0-25-16,0 0 0,0 25 0,0-25 0,0 0 0,0 25 0,0-25 16,0 0-1,0 25-15,0-25 0,0 0 0,0 0 0,-25 24 0,25-24 0,0 0 16,0 0-16,0 25 0,0-25 0,0 0 0,0 0 0,0 25 0,0-25 0,0 0 15,0 25-15,0-25 16,0 0-16,0 0 0,0 25 0,0-25 0,0 0 0,0 0 0,0 24 0,0-24 0,0 0 31,0 25-31,0-25 0,0 0 0,0 25 0,0-25 0,0 25 0,0-25 0,0 25 0,0-25 0,0 0 16,0 24-16,0-24 0,0 25 0,0-25 0,0 25 0,0-25 0,-25 0 31,25 25-31,25-25 0,-25 25 0,0-25 0,0 24 0,0-24 0,0 0 0,0 25 0,0-25 16,0 25-16,-25-25 0,25 0 0,0 25 0,25-25 0,-25 25 0,0-25 15,0 0 1,0 24-16,0-24 0,0 25 0,0-25 0,0 25 0,0-25 0,-25 25 15,25-25-15,0 0 0,0 25 0,0-25 0,0 24 0,0-24 0,0 25 0,0-25 32,0 25-32,0-25 0,0 0 0,0 25 0,0-25 0,0 25 0,0-25 0,0 0 15,0 25-15,0-25 0,0 24 0,0-24 0,0 0 0,0 25 0,0-25 0,0 25 16,0-25-1,0 0-15,0 25 0,0-25 0,0 25 0,0-25 0,0 0 0,-25 24 16,25-24-16,0 0 0,0 25 0,0-25 0,0 0 0,0 25 0,0-25 0,0 0 16,0 25-1,0-25-15,0 0 0,0 25 0,-25-25 0,25 0 0,0 24 0,0-24 0,0 0 0,0 25 0,0-25 31,0 25-31,0-25 0,0 25 0,0-25 0,0 0 0,0 25 0,0-25 0,0 24 0,0-24 0,0 0 0,0 0 32,0 25-32,0-25 0,0 0 0,0 0 0,0 25 0,0-25 0,0 0 0,0 25 0,0-25 0,0 0 0,25 0 15,-25 25-15,0-25 0,0 0 16,0 24-16,0-24 0,0 25 0,0-25 0,0 0 0,0 25 0,0-25 0,0 0 15,25 25-15,-25-25 0,0 25 16,0-25-16,0 0 0,0 24 0,0-24 0,0 25 16,0-25-16,0 0 0,0 25 0,0-25 0,0 25 0,0-25 0,0 0 0,0 25 15,25-25-15,-25 24 0,-25-24 0,25 0 0,0 25 16,0-25-16,0 25 0,0-25 15,0 0-15,0 25 0,0-25 0,0 25 0,0-25 0,0 24 0,0-24 0,0 0 16,0 25-16,0-25 16,0 25-16,0-25 0,0 25 0,0-25 0,0 25 0,0-25 15,0 24-15,-25-24 0,25 0 0,0 25 0,0-25 0,0 25 0,0 0 0,0-25 16,0 25-16,0-25 15,0 25-15,0-25 0,0 24 0,0-24 0,0 25 0,0-25 0,0 25 16,0-25-16,0 25 0,0 0 0,0-25 0,0 24 0,0-24 0,0 25 16,0-25-16,0 25 15,0 0-15,0-25 0,0 25 0,-25-1 0,25-24 0,0 25 0,0-25 0,0 25 16,0-25-16,0 25 0,0-25 0,0 25 0,0-25 0,0 24 0,0-24 15,0 25 1,0-25-16,0 0 0,0 25 0,-24-25 0,24 25 0,0-25 0,0 25 0,0-25 31,0 24-31,0-24 0,0 25 0,0-25 0,0 25 0,0-25 0,0 0 0,0 25 0,-25-25 0,25 25 0,0-25 0,0 24 0,0-24 16,0 25-1,0-25-15,0 25 0,0-25 0,0 25 0,0-25 0,0 25 0,0-1 0,0-24 16,0 0-16,0 25 0,0-25 0,0 25 0,-25-25 0,25 25 0,0-25 16,0 25-1,0-25-15,0 24 0,0-24 0,0 25 0,0-25 0,0 25 0,0-25 0,0 25 16,0 0-16,0-25 0,0 25 0,0-25 0,-25 24 0,25-24 0,0 25 15,0 0 1,0-25-16,0 25 0,0-25 0,0 25 0,0-25 0,0 24 0,0 1 0,0-25 0,-25 25 16,25-25-16,0 25 0,0-25 0,0 0 0,0 25 0,0-25 0,0 24 31,0-24-31,0 25 0,-24-25 0,24 25 0,0-25 0,0 0 0,0 25 0,0-25 0,0 25 15,0-25-15,0 24 0,-25-24 0,25 25 0,0-25 0,0 25 16,0-25-16,0 25 0,0-25 16,0 25-16,0-25 0,-25 24 0,25-24 0,0 25 0,0-25 0,0 25 15,0-25-15,0 25 0,0-25 0,0 0 0,-25 25 0,25-25 0,0 24 16,0-24-16,0 0 15,0 25-15,0-25 0,0 25 0,0-25 0,0 0 0,0 25 0,0-25 0,0 25 16,-25-25 0,25 24-16,0-24 0,0 25 0,0-25 0,0 25 0,0-25 0,0 25 0,0-25 0,0 0 0,0 25 0,0-25 15,0 24 1,0-24-16,0 25 0,0-25 0,0 25 0,0-25 0,0 25 0,0-25 0,0 25 0,0-25 15,0 25-15,0-25 0,0 24 0,0-24 0,0 25 0,0-25 16,0 0-16,0 25 0,0-25 16,0 25-16,0-25 0,0 25 0,0-25 0,0 24 0,0 1 0,0-25 0,0 25 31,0-25-31,0 25 0,0-25 0,0 0 0,0 25 0,-25-25 0,25 24 0,0-24 0,0 25 0,0-25 15,0 25-15,0-25 0,0 0 0,0 25 0,0-25 0,0 25 16,0-25-16,0 0 16,0 24-16,0-24 0,-24 25 0,24-25 0,0 0 0,0 25 0,0-25 0,0 25 0,0-25 31,-25 25-31,25-25 0,0 0 0,0 24 0,0-24 0,0 25 0,0-25 0,0 25 0,0-25 15,0 25-15,0-25 0,0 25 0,0-25 0,0 24 0,0-24 0,0 25 32,0-25-32,0 0 0,-25 25 0,25-25 0,0 25 0,0-25 0,0 25 0,0-25 0,0 24 0,0-24 15,0 25-15,0-25 16,0 25-16,0-25 0,0 25 0,0-25 0,0 25 0,0-25 0,-25 24 15,25-24-15,0 25 0,0 0 0,0-25 0,0 25 16,0-25-16,0 25 0,0-25 0,0 24 0,0 1 0,0-25 0,0 25 16,0-25-16,0 25 0,0-25 0,0 25 15,0 0-15,0-25 0,0 24 0,0-24 0,0 25 0,-25 0 0,25-25 16,0 25-16,0 0 0,0-25 0,0 24 0,0 1 0,0-25 0,0 25 15,0 0-15,0-25 16,0 25-16,0-1 0,0-24 0,0 25 0,0-25 0,-24 25 0,24 0 0,0-25 16,0 25-16,0-1 0,0-24 15,0 25-15,0-25 0,0 25 0,0 0 0,0-25 16,-25 25-16,25-25 0,0 24 0,0 1 0,0-25 0,0 25 0,0-25 0,0 25 15,-25 0-15,25-25 0,0 24 16,0-24-16,0 25 0,0 0 0,0-25 0,0 25 16,0 0-16,-25-25 0,25 24 0,0 1 0,0-25 0,0 25 0,0 0 0,0-25 15,-25 25-15,25-1 16,0-24-16,0 25 0,0 0 0,0-25 15,-24 25-15,24 0 0,0-25 0,0 25 0,0-25 0,0 24 0,0 1 0,0-25 0,0 25 0,0-25 0,0 25 16,0-25-16,0 25 16,0-25-16,0 24 0,0-24 0,0 25 0,0-25 0,0 25 0,0-25 15,0 25-15,0-25 0,0 25 0,0-25 0,-25 24 0,25-24 0,0 25 16,0-25-16,0 0 15,0 25-15,0-25 0,0 25 0,0-25 0,0 25 0,0-25 0,0 24 0,-25 1 32,25-25-32,0 25 0,0-25 0,0 25 0,0-25 0,0 25 0,0-25 0,0 24 0,0-24 0,0 25 0,0 0 0,0-25 15,0 0-15,0 25 0,0-25 0,0 25 0,0-25 0,0 24 16,0-24-1,0 25-15,0-25 0,0 25 0,0-25 0,0 0 0,0 25 0,0-25 0,0 25 0,0-25 16,0 24-16,0-24 0,0 0 0,0 25 0,0-25 0,0 25 16,0-25-16,0 25 0,0-25 0,0 0 15,0 25-15,0-25 0,0 24 0,0-24 0,0 0 0,0 25 0,0-25 16,0 25-16,0-25 0,-25 0 15,25 25-15,0-25 0,0 0 0,0 25 0,0-25 16,0 25-16,0-25 0,0 0 0,0 24 0,0-24 0,0 0 0,0 25 0,0-25 0,0 0 16,0 25-1,0-25-15,0 0 0,0 25 0,0-25 0,0 0 0,0 25 0,0-25 0,0 0 0,0 0 16,0 24-16,0-24 0,0 0 0,0 0 0,0 0 0,0 0 15,0 0-15,25-24 16,-25 24-16,0 0 0,0-25 0,0 25 0,0-25 0</inkml:trace>
  <inkml:trace contextRef="#ctx0" brushRef="#br0" timeOffset="307231.5726">20563 6821 0,'0'0'0,"0"0"0,0-25 15,0 25-15,0 0 0,0 0 0,0 0 0,0 0 0,0 0 0,0 0 16,0 0-16,0 0 0,0 0 0,0 0 0,0 0 0,0 0 16,0 0-16,0 0 0,0 0 15,0 0-15,25 0 0,-25 0 0,0 0 0,0 0 0,0 0 0,0 0 16,0 0-16,0 0 0,0 0 0,0 0 0,0 0 0,0 0 0,0 0 15,0 0 1,0 0-16,0 0 0,0 0 0,0 0 0,0 0 0,0 0 0,0 0 0,0 0 0,0 0 16,0 0-16,0 0 0,0 0 0,0 0 0,0 0 0,0 0 0,0 0 31,0 0-31,0-24 0,0 24 0,0 0 0,0 0 0,0 0 0,0 0 0,0 0 15,0 0-15,0 0 0,0 0 0,0 0 0,0 0 0,0 0 0,0 0 0,0 0 32,0 0-32,0 0 0,0 0 0,0 0 0,0 0 0,0 0 0,0 0 0,0 0 31,0 0-31,0 24 0,0-24 0,0 0 0,0 0 0,0 0 0,0 0 0,0 0 0,0 25 0,0-25 0,0 0 0,0 0 0,0 0 15,0 25 1,0-25-16,0 0 0,0 0 0,0 25 0,0-25 0,0 0 0,0 0 16,0 25-16,0-25 0,0 0 0,0 25 0,0-25 0,0 0 0,0 0 15,0 24-15,0-24 0,0 0 16,0 25-16,0-25 0,0 0 0,0 0 0,0 25 0,0-25 0,0 0 0,0 0 15,0 25-15,0-25 0,0 0 0,0 0 0,0 25 0,0-25 0,0 0 32,0 0-32,0 0 0,0 24 0,0-24 0,0 0 0,0 0 0,0 25 15,0-25-15,0 0 0,0 0 0,0 0 0,0 25 0,0-25 0,0 0 0,0 0 0,25 25 16,-25-25-16,0 0 15,0 0-15,0 25 0,0-25 0,0 0 0,0 0 0,0 24 16,0-24-16,0 0 0,0 0 0,0 25 0,0-25 0,0 0 0,0 25 0,0-25 16,0 0-1,0 0-15,0 25 0,0-25 0,0 0 0,0 25 0,0-25 0,0 0 0,0 24 16,24-24-16,-24 0 0,0 25 0,0-25 0,0 0 0,0 25 0,0-25 31,0 0-31,0 0 0,0 25 0,0-25 0,0 0 0,0 0 0,0 25 0,0-25 16,0 0-16,0 24 0,0-24 0,0 0 0,0 25 0,0-25 0,0 0 0,0 25 15,0-25-15,0 0 0,0 25 0,0-25 0,0 0 0,0 25 31,0-25-31,0 24 0,0-24 0,0 0 0,0 25 0,0-25 0,0 25 0,0-25 16,0 0-16,0 25 0,-24-25 0,24 25 0,0-25 0,0 0 0,0 24 0,0-24 16,0 25-1,0-25-15,0 0 0,0 25 0,0-25 0,0 25 0,0-25 0,0 25 0,0-25 0,0 0 0,0 24 16,0-24-16,0 25 15,0-25-15,0 0 0,0 25 0,0-25 0,0 25 16,0-25 0,0 25-16,0-25 0,0 24 0,0-24 0,-25 25 0,25-25 0,0 25 0,0-25 0,0 25 0,0-25 0,0 25 15,0-25-15,0 25 0,0-25 0,0 24 0,0 1 0,0-25 0,0 25 0,0-25 16,0 25-1,0-25-15,0 25 0,0-1 0,0-24 0,0 0 0,0 25 0,0-25 0,0 25 0,0-25 16,0 25-16,0 0 0,0-25 0,0 24 0,0-24 0,0 25 16,0-25-1,0 25-15,0 0 0,0-25 0,0 25 0,0-25 0,0 24 0,0 1 0,0-25 0,0 25 16,0-25-16,-25 25 0,25 0 15,0-25-15,0 24 0,0-24 0,0 25 0,0 0 0,0-25 16,0 25-16,0-25 0,0 25 0,0-25 0,0 24 0,0-24 0,0 25 16,0-25-16,0 25 0,0-25 0,0 0 0,0 25 0,0-25 0,0 25 15,0-25-15,0 0 0,0 24 16,0-24-16,-25 25 0,25-25 0,0 0 0,0 25 0,0-25 0,0 25 0,0-25 15,0 25 1,0-25-16,0 24 0,0-24 0,0 25 0,0-25 0,0 25 0,-25-25 0,25 25 0,0 0 16,0-25-16,0 25 0,0-25 0,0 24 0,0 1 15,0-25-15,0 25 0,0-25 16,-24 25-16,24 0 0,0-25 0,0 24 0,0-24 0,0 25 0,0-25 0,0 25 15,0-25-15,0 25 0,0-25 0,0 25 16,0-25-16,0 24 0,0-24 0,0 25 16,0-25-16,0 25 0,0-25 0,0 0 0,0 25 0,0-25 0,0 25 0,0-25 0,0 24 15,0-24-15,0 25 0,0-25 0,0 25 0,0-25 16,0 25-16,0-25 15,0 25-15,0-25 0,0 24 0,0-24 0,0 25 0,-25-25 0,25 25 16,0-25-16,0 25 0,0-25 0,0 25 0,0-25 0,0 24 0,0-24 16,0 0-16,0 25 15,0-25-15,0 0 0,0 25 0,0-25 0,0 25 0,0-25 0,0 25 16,0-25-16,0 0 0,0 24 0,0-24 0,0 25 0,0-25 0,0 25 15,0-25 1,0 25-16,0-25 0,0 25 0,0-25 0,0 24 0,0-24 0,0 25 0,0-25 0,0 25 16,0-25-16,0 25 0,-25-25 0,25 25 0,0-25 0,0 25 0,0-25 15,0 24-15,0-24 16,0 0-16,0 25 0,0-25 0,0 25 0,0-25 0,0 25 0,0-25 0,0 25 0,0-25 31,0 24-31,-25-24 0,25 25 0,0-25 0,0 25 0,0-25 0,0 25 0,0-25 0,0 25 0,0-25 16,0 24-16,0-24 0,0 25 0,0-25 0,0 25 0,0-25 15,0 25 1,0-25-16,0 25 0,0-1 0,-25-24 0,25 25 0,0-25 0,0 25 0,0-25 0,0 0 0,0 25 15,0-25-15,0 25 0,0-25 0,0 24 0,0-24 16,0 25-16,-24-25 16,24 0-16,0 25 0,0-25 0,0 25 0,0-25 0,0 25 0,0-25 0,0 0 0,-25 24 15,25-24-15,0 25 0,0-25 16,0 25-16,0-25 0,-25 25 0,25-25 0,0 25 0,0-25 15,0 24-15,0-24 0,0 0 0,-25 25 0,25-25 0,0 25 0,0-25 32,0 0-32,0 25 0,-25-25 0,25 25 0,0-25 0,0 24 0,0-24 0,0 25 0,0-25 15,0 25-15,0-25 0,0 25 0,-24-25 0,24 25 0,0-25 0,0 0 0,0 24 16,0-24-1,0 25-15,-25-25 0,25 25 0,0-25 0,0 0 0,0 25 0,-25-25 16,25 25-16,0-25 0,0 25 0,0-25 0,0 24 0,-25-24 0,25 0 0,0 25 31,0-25-31,0 25 0,0-25 0,-25 25 0,25-25 0,0 25 0,0-25 0,0 0 0,0 24 16,0-24-16,-24 25 0,24-25 0,0 25 15,0-25-15,0 25 0,0-25 0,0 25 0,-25-25 16,25 24-16,0-24 0,0 25 0,0-25 0,0 25 0,0-25 0,0 25 0,0 0 0,-25-25 16,25 24-1,0-24-15,0 25 0,0-25 0,0 25 0,0-25 0,0 25 0,0-25 0,0 25 16,0-25-16,0 24 0,-25 1 0,25-25 0,0 25 0,0-25 0,0 25 31,0-25-31,0 25 0,0-1 0,0-24 0,0 25 0,0-25 0,0 25 0,0 0 0,0-25 0,0 25 16,0-25-16,0 24 0,-25-24 0,25 25 0,0-25 0,0 25 15,0 0 1,0-25-16,0 25 0,0-25 0,0 24 0,0 1 0,0-25 0,0 25 0,0 0 0,0-25 0,0 25 62,0 0-62,0-25 0,0 24 0,0 1 0,0-25 0,-24 25 0,24-25 0,0 25 0,0-25 0,0 25 0,0-1 0,0-24 0,0 25 0,0-25 0,0 25 0,0-25 0,0 25 0,0-25 0,0 25 0,0-25 0,0 24 0,0-24 16,0 25-16,0-25 0,0 25 0,0-25 0,0 25 0,-25-25 15,25 25 1,0-25-16,0 24 0,0-24 0,0 25 0,0-25 0,0 25 0,0-25 0,0 25 0,0-25 16,0 0-16,0 25 0,0-25 0,0 24 15,0-24-15,0 25 0,0-25 0,0 25 16,0-25-16,0 25 0,0-25 0,0 25 0,-25-25 0,25 0 0,0 24 15,0-24-15,0 25 0,0-25 0,0 25 16,0-25-16,0 25 0,0-25 0,0 25 0,0-25 0,0 24 0,0-24 0,0 0 16,0 25-16,0-25 15,0 25-15,0-25 0,0 0 0,0 25 0,0-25 0,0 0 0,0 25 16,0-25-16,0 24 0,0-24 0,-25 0 0,25 25 0,0-25 0,0 25 15,0-25 1,0 25-16,0-25 0,0 0 0,0 25 0,0-25 0,0 25 0,0-25 16,0 0-16,0 24 0,0-24 0,0 0 0,0 25 0,0-25 0,0 0 0,0 25 0,0-25 31,-25 0-31,25 25 0,0-25 0,0 25 0,0-25 0,0 0 0,0 24 0,0-24 0,0 25 15,0-25-15,0 25 0,0-25 0,-24 0 0,24 25 0,0-25 0,0 25 32,0-25-32,0 0 0,0 24 0,0-24 0,0 0 0,0 25 0,0-25 0,0 25 0,0-25 15,0 25-15,-25-25 0,25 25 0,0-25 0,0 24 0,0-24 0,0 25 16,0-25-1,0 25-15,0-25 0,0 25 0,0 0 16,0-25-16,0 24 0,0-24 0,0 25 0,0-25 16,0 25-16,-25-25 0,25 25 0,0-25 0,0 25 0,0-25 0,0 24 0,0-24 15,0 25-15,0-25 0,0 25 0,0-25 0,0 25 0,0-25 0,-25 25 0,25-25 0,0 24 31,0 1-31,0-25 0,0 25 0,0-25 0,0 25 0,0-25 0,0 25 0,0-25 0,0 24 0,0 1 16,0-25-16,0 25 0,-25-25 0,25 25 0,0-25 0,0 25 16,0-25-16,0 24 15,0-24-15,0 25 0,0-25 0,-24 25 0,24-25 0,0 25 0,0-25 0,0 25 0,0 0 16,0-25-16,0 24 0,0-24 15,-25 0-15,25 25 0,0-25 0,0 25 0,0-25 16,0 25-16,0-25 0,0 25 0,0-1 0,0-24 0,0 0 0,0 25 0,-25-25 0,25 25 31,0-25-31,0 25 0,0-25 0,0 0 0,0 25 0,0-25 0,0 24 16,0-24-16,0 25 0,0-25 0,0 25 0,25-25 0,-25 25 15,0-25-15,0 25 0,0-25 0,0 0 0,0 24 0,0-24 0,0 25 0,0-25 16,0 25 0,0-25-16,0 25 0,0-25 0,0 25 0,0-25 0,0 0 0,0 24 15,0-24-15,0 25 0,0-25 0,0 0 0,0 25 0,0-25 0,0 25 0,0-25 16,0 0-16,-25 25 0,25-25 0,0 0 0,0 24 15,0-24-15,0 0 0,0 25 0,0-25 16,0 25-16,0-25 0,0 0 0,0 25 0,0-25 0,0 25 0,0-25 16,0 24-16,0 1 15,0-25-15,0 0 0,0 25 0,0 0 0,0-25 0,0 0 0,0 25 16,0-25-16,0 24 0,0-24 0,0 25 15,0-25-15,0 25 0,0-25 0,0 25 0,-25-25 0,25 25 16,0-25-16,0 0 0,0 25 0,0-25 0,0 24 0,0-24 0,0 25 0,0-25 16,0 25-16,0-25 15,0 25-15,0-25 0,-25 25 0,25-25 0,0 24 0,0-24 0,0 0 16,0 25-16,0-25 0,0 25 0,0-25 0,0 25 0,0-25 0,0 25 0,0-25 15,0 0 1,0 24-16,0-24 0,0 25 0,0-25 0,25 25 0,-25-25 0,0 0 0,0 25 0,0-25 16,-25 25-16,25-25 0,0 24 0,0-24 0,0 0 0,0 25 15,0-25 1,0 25-16,0-25 0,0 0 0,0 25 0,0-25 0,0 25 0,0-25 0,0 0 0,0 24 15,0-24-15,25 25 0,-25-25 0,0 25 0,0-25 0,0 25 0,0-25 16,0 0 0,0 25-16,0-25 0,0 0 0,0 24 0,0-24 0,0 25 0,0-25 0,0 0 0,0 0 0,0 25 15,0-25 1,0 0-16,-25 25 0,25-25 0,0 0 0,0 0 0,0 25 0,0-25 0,0 0 0,0 0 15,0 24-15,0-24 0,0 0 0,0 25 0,0-25 0,0 0 16,0 0-16,0 25 16,0-25-16,0 0 0,0 0 0,0 25 0,0-25 0,0 0 0,0 0 0,0 0 15,0 25-15,0-25 0,0 0 0,0 0 16,0 0-16,0 0 0,0 0 15,0 24-15,0-24 0,0 0 0,0 0 0,0 0 16,0 0-16,0 25 0,0-25 0,0 0 0,0 0 0,0 0 0,0 25 0,0-25 0,0 0 0,0 0 16,0 0-16,0 25 0,0-25 0,0 0 0,0 0 0,0 0 0,0 0 15,0 25 1,0-25-16,0 0 0,0 0 0,0 0 0,0 0 0,0 0 0,0 0 0,0 0 15,0 0-15,0-25 0,0 25 0,0 0 0,0 0 16,0 0-16,0-25 0,0 25 0,0 0 0,0-25 16,0 25-16,-24-25 0,24 1 0,0 24 0,0-25 0</inkml:trace>
  <inkml:trace contextRef="#ctx0" brushRef="#br0" timeOffset="321330.3791">13271 8830 0,'0'0'0,"0"0"15,0 0-15,0 0 0,-25 0 0,25 0 0,0 0 0,0 0 0,0 0 0,0 0 16,0 0-16,0 0 0,0 0 0,0 0 0,0 0 0,0 0 0,0 0 15,0 0-15,0 0 16,0 0-16,0 0 0,0 0 0,0 0 0,0 0 0,0 0 0,0 0 16,0 0-16,0 0 0,0 0 0,0 0 0,0 0 0,0 0 0,0 0 0,0 0 31,0 0-31,0 0 0,0 0 0,0 0 0,0 0 0,0 0 0,0 0 15,0 0 1,0 0-16,0 0 0,0-24 0,0 24 0,0 0 0,0 0 0,0 0 0,0 0 0,0 0 0,0 0 0,0 0 0,0 0 16,0-25-16,0 25 0,25 0 15,-25 0-15,0 0 0,0 0 0,0 0 0,0 0 0,0-25 16,0 25-16,0 0 0,0 0 0,24 0 0,-24-25 0,0 25 0,0 0 15,0 0-15,25-25 0,-25 25 0,0 0 0,0-24 0,0 24 0,0 0 16,0-25-16,0 25 16,0-25-16,25 25 0,-25 0 0,0-25 0,0 25 0,0 0 0,0-25 0,0 25 15,0 0-15,0 0 0,0 0 0,0-24 0,0 24 0,0 0 16,0 0-1,0 0-15,0 0 0,0-25 0,0 25 0,0 0 0,0 0 0,0 0 0,0 0 16,25 0-16,-25 0 0,0 0 0,0 0 0,0 0 0,0 0 0,0-25 16,0 25-1,0 0-15,0 0 0,0 0 0,0 0 0,0 0 0,0 0 0,0 0 0,0 0 0,0 0 16,0 0-16,0 0 0,0 0 0,0 0 0,0 0 0,0 0 0,0 0 15,0 0-15,0 0 0,0 0 0,0 0 0,0 0 16,0 0 0,0 0-16,0 0 0,0 25 0,0-25 0,0 0 0,0 0 0,0 0 0,0 0 15,0 25-15,0-25 0,0 0 0,0 0 0,0 24 0,0-24 0,0 25 16,0-25-1,0 0-15,0 25 0,0-25 0,0 25 0,0-25 0,0 0 0,0 25 0,0-25 0,-25 24 0,25-24 32,0 0-32,0 25 0,0-25 0,0 0 0,0 0 0,0 25 0,0-25 15,0 0-15,0 25 0,0-25 0,0 0 0,0 0 0,0 25 0,0-25 0,-25 0 0,25 0 16,0 0-16,0 24 0,0-24 0,0 0 0,0 0 15,0 25-15,0-25 16,0 0-16,0 0 0,25 0 0,-25 0 0,0 25 0,0-25 0,0 0 16,0 0-16,0 0 0,0 0 0,-25 0 15,25 0-15,0 0 0,0 0 0,0 0 0,0 0 0,0 25 0,0-25 0,0 0 16,0 0-16,0 0 0,0 0 0,0 0 0,0 0 0,0 0 0,0 0 31,0 0-31,0 0 0,0 0 0,25 0 0,-25-25 0,0 25 0,0 0 0,0-25 16,0 25-16,0 0 0</inkml:trace>
  <inkml:trace contextRef="#ctx0" brushRef="#br0" timeOffset="322677.4561">14163 8558 0,'0'0'0,"0"0"0,0 0 16,-24 0-16,24 0 0,0 0 0,0 0 0,0 0 0,0 0 0,0 0 16,0 0-16,0 0 15,0 0-15,0 0 0,0 0 0,0 0 0,0 0 0,0 0 0,0 0 0,0 0 16,0 0-16,0 0 0,0 0 0,0 0 0,0 0 0,0 0 15,0 0 1,0 0-16,0 0 0,0-25 0,0 25 0,0 0 0,0 0 0,0 0 0,0 0 16,0 0-16,0 0 0,0 0 0,0 0 0,0-25 0,0 25 0,0 0 0,0 0 31,0 0-31,0 0 0,0 0 0,0 0 0,0 0 0,0 0 0,0 0 15,0 0-15,0 0 0,0 0 0,0-25 0,0 25 0,0 0 0,0 0 0,24 0 32,-24 0-32,0 0 0,0 0 0,0 0 0,0 0 0,25 0 0,-25 0 0,0 0 0,0 0 0,0 0 15,0 0-15,25 0 0,-25 0 0,0 0 0,0 0 0,0 0 0,0 0 16,25 0-16,-25 0 15,0 0-15,0 0 16,0 0-16,25 0 0,-25 0 0,0 0 0,0 0 0,0 0 0,0 25 0,0-25 0,24 0 16,-24 0-16,0 25 0,-24-25 0,24 0 0,0 25 0,0-25 0,0 0 0,0 24 15,0-24-15,0 0 0,0 25 0,0-25 16,0 0-16,0 25 0,0-25 0,0 0 0,0 0 15,-25 25-15,25-25 0,0 0 0,0 0 0,0 25 0,0-25 0,0 0 0,-25 0 32,25 0-32,0 24 0,0-24 0,0 0 0,0 0 0,0 0 0,0 0 0,0 0 15,-25 25-15,25-25 0,0 0 0,0 0 0,0 0 0,0 0 0,0 0 0,0 0 16,0 0-16,0 0 0,0 0 0,0 0 15,0 0-15,0 0 0,0 0 0,0 0 16,0 0-16,0 0 0,0 0 0,0-25 0,0 25 0,0 0 0,0 0 16,0 0-16,0 0 0,0 0 0,0 0 0,0 0 0,0 0 15,0 0-15,25 0 0,-25-24 0,0 24 16,0 0-16,0 0 0,0 0 0,0 0 0,0 0 0,0 0 0,0 0 0,25 0 31,-25 0-31,0 0 0,0 0 0,0 0 0,0 0 0,0 0 0,25 0 0,-25 0 16,0 0-16,0 0 0,0 0 0,0 0 0,24 0 0,-24 0 0,0 0 0,0 0 15,0 0 1,0 0-16,0 0 0,25 0 0,-25 24 0,0-24 0,0 0 0,0 0 0,0 0 15,0 0-15,25 0 16,-25 0-16,0 25 0,0-25 0,0 0 0,0 0 0,0 25 0,0-25 0,0 0 0,0 25 16,0-25-16,0 0 0,0 0 0,0 25 0,0-25 0,0 0 0,0 0 15,0 24 1,-25-24-16,25 0 0,0 0 0,0 25 0,0-25 0,0 0 0,0 0 15,0 25-15,0-25 0,0 0 0,0 0 0,0 0 0,0 25 0,0-25 16,0 0-16,0 0 16,0 0-16,-25 0 0,25 25 0,0-25 0,0 0 0,0 0 0,-24 0 15,24 0-15,0 0 0,0 0 0,0 24 0,-25-24 0,25 0 0,0 0 0,0 0 16,0 0-16,0 0 0,0 0 0,-25 0 15,25 0-15,0 0 0,0 0 0,0 0 0,0 0 16,-25 0-16,25 0 0,0 0 0,0 0 0,0-24 0,0 24 0,0 0 0,0 0 16,0 0-1,0 0-15,0 0 0,0 0 0,0 0 0,0 0 0,0 0 0,0-25 16,0 25-16,0 0 0,0 0 0,0 0 0,0 0 0,0 0 0,0 0 15,0 0-15,0 0 16,0 0-16,25 0 0,-25 0 0,0 0 0,0 0 0,0 0 0,0 0 16,0-25-16,0 25 0,0 0 0,0 0 0,25 0 0,-25 0 0,0 0 0</inkml:trace>
  <inkml:trace contextRef="#ctx0" brushRef="#br0" timeOffset="323979.5306">15379 8533 0,'0'0'0,"0"0"16,0 0-16,0 0 0,0 0 0,0 0 15,0 0-15,0 0 0,0 0 0,0 0 16,0 0-16,0 0 0,0 0 0,0 0 0,0 0 0,0 0 0,0 0 0,25 0 0,-25 0 15,0 0-15,0 0 0,0 0 16,0 0-16,0 0 0,0 0 0,-25 25 16,25-25-16,0 0 0,0 0 0,0 24 0,0-24 0,0 25 0,0-25 0,0 0 15,0 25-15,0-25 0,0 0 0,0 25 0,-25-25 0,25 0 0,0 25 16,0-25-16,0 0 15,0 24-15,0-24 0,0 0 0,0 25 0,0-25 0,0 0 0,0 0 0,0 0 0,0 0 16,0 25-16,0-25 16,0 0-16,0 0 0,0 0 0,0 0 0,0 0 15,0 0-15,0 0 0,0 0 0,0 0 0,0 0 0,0 0 0,0 0 0,0 0 0,0 0 31,0 0-31,0 0 0,0 0 0,25 0 0,-25 0 0,0 0 0,0-25 0,0 25 0,25 0 0,-25 0 16,0 0 0,0 0-16,0 0 0,0 0 0,25 0 0,-25-25 0,0 25 0,0 0 0,0 0 15,24 0-15,-24 0 0,0 0 0,0 0 0,0 0 0,0 0 0,25 0 16,-25 0-16,0 0 0,0 0 0,0 0 0,0 0 0,0 25 15,25-25-15,-25 0 0,0 0 0,0 0 16,0 0-16,0 25 0,0-25 0,0 0 0,25 0 0,-25 25 0,0-25 16,0 0-16,0 0 0,0 0 15,0 25-15,0-25 0,0 0 0,25 0 16,-25 0-16,0 0 0,0 24 0,0-24 0,0 0 0,0 0 0,0 0 0,0 25 0,0-25 15,0 0 1,0 0-16,0 25 0,0-25 0,0 0 0,0 25 0,0-25 0,0 0 0,0 0 0,0 0 0,0 25 16,0-25-16,0 0 15,0 0-15,-25 24 0,25-24 0,0 0 0,0 0 0,0 0 16,0 25-16,-25-25 0,25 0 0,0 0 0,0 25 0,-25-25 0,25 0 0,0 0 15,-25 0-15,25 0 16,0 25-16,0-25 0,-24 0 0,24 0 0,0 0 0,0 0 16,-25 0-16,25 0 0,0 0 0,0 0 0,0 0 0,0 0 0,0 0 0,0 0 15,0 0-15,-25 0 0,25 0 0,0-25 0,0 25 16,0 0-16,0 0 0,0 0 15,0-25-15,0 25 0,0 0 0,0 0 0,0-25 0,0 25 0,0 0 0,0-24 0,0 24 16,0 0 0,0-25-16,0 25 0,0-25 0,0 25 0,0 0 0</inkml:trace>
  <inkml:trace contextRef="#ctx0" brushRef="#br0" timeOffset="324226.5446">15453 8558 0,'0'0'0,"0"0"16,0 0-16,25 0 0,-25 0 0,0-25 0,0 25 0,0 0 16,0 0-16,0 0 15,0 0-15,25 0 0,-25 0 0,0 0 0,25 0 0,-25 0 0,25 0 0,-25 0 16,24 0-16,-24 0 0,25 0 0,-25 0 0,25 0 0,-25 0 0,25 0 31,0 0-31,-25 0 0,24 0 0,1 0 0,-25 0 0,25 0 0,0 0 0,0 0 0,-25 0 16,24 0-16,1 0 0,-25 0 0,25 0 15,0 0-15</inkml:trace>
  <inkml:trace contextRef="#ctx0" brushRef="#br0" timeOffset="325439.6141">16818 8607 0,'0'0'0,"24"0"16,-24 0-16,0 0 0,0 0 0,0 0 0,0 0 0,0 0 0,0 0 15,25 0 1,-25 0-16,0-25 0,0 25 0,0 0 0,0 0 0,0 0 0,0 0 0,0 0 0,25 0 15,-25 0-15,0 0 0,0-24 0,0 24 0,0 0 0,0 0 16,-25 0 0,25 0-16,0 0 0,0 0 0,0-25 0,0 25 0,0 0 0,0 0 15,-25 0-15,25 0 0,0 0 0,0-25 0,0 25 0,-24 0 0,24 0 0,0 0 16,0 0-16,0 0 0,-25 0 15,25 0-15,0-25 0,0 25 0,-25 0 0,25 0 0,0 0 0,-25 0 16,25 0-16,0 25 0,-25-25 16,25 0-16,0 0 0,-24 0 0,24 0 0,0 0 0,-25 0 15,25 0-15,0 0 0,0 25 0,-25-25 0,25 0 0,0 0 0,0 0 0,-25 0 16,25 25-1,0-25-15,0 0 0,0 0 0,-25 24 0,25-24 0,0 0 0,0 0 0,0 25 0,0-25 16,0 0-16,0 25 0,-24-25 0,24 0 0,0 25 16,0-25-16,0 25 0,0-25 0,0 0 0,0 24 15,0-24-15,0 0 0,0 0 0,0 25 0,24-25 0,-24 0 16,0 0-16,0 25 0,0-25 0,0 0 0,25 0 0,-25 0 0,0 25 15,25-25 1,-25 0-16,0 0 0,25 0 0,-25 0 0,0 0 0,25 0 0,-25 0 0,0 0 0,24 0 0,-24 0 16,0-25-16,25 25 0,-25 0 0,0 0 0,25 0 15,-25-25-15,0 25 16,25 0-16,-25-25 0,0 25 0,0 0 0,25 0 0,-25-24 0,0 24 0,0 0 0,0-25 15,24 25-15,-24 0 0,0 0 0,0 0 0,0-25 16,0 25-16,0 0 0,0 0 31,0 0-31,0 0 16,0 0-16,0 0 0,0 0 0,0 0 0,0 0 0,0 0 0,0 0 0,-24 0 0,24 0 0,0 0 0,0 0 0,0 0 0,0 0 0,0 0 0,0 0 0,0 0 0,0 0 15,0 0-15,0 0 0,0 0 0,0 0 16,0 0-16,0 0 0,0 0 16,0 25-16,0-25 0,0 0 0,0 0 0,0 0 0,0 25 0,0-25 0,0 0 15,0 0-15,0 24 0,0-24 16,0 0-16,0 25 0,0-25 0,0 25 0,0-25 0,0 0 0,0 25 31,0-25-31,0 25 0,0-25 0,0 0 0,0 24 0,0-24 0,0 0 0,0 25 0,0-25 0,0 25 0,0-25 16,0 0-16,0 25 0,0-25 0,0 0 0,0 25 0,0-25 0,0 24 0,0-24 31,0 0-31,0 0 0,0 25 0,0-25 0,0 0 0,0 0 0,0 25 0,-25-25 15,25 0-15,0 0 0,0 25 0,0-25 0,0 0 0,-25 0 0,25 0 0,0 0 16,0 25 0,-25-25-16,25 0 0,0 0 0,0 0 0,-25 0 0,25 0 15,0 0-15,0 0 0,-24 0 0,24 0 0,0 0 0,0 0 0,-25 0 0,25 0 16,0 0-16,0 0 0,-25 0 0,25-25 0,0 25 0,0 0 15,0 0-15,0 0 0,0 0 0,0-25 16,0 25-16,0 0 0,0 0 0,0 0 0,0 0 0,0 0 0,0 0 16,0 0-16,0 0 0,0-25 0,0 25 0,0 0 15,0 0-15,0 0 16,0 0-16,0 0 0,0 0 0,0 0 0,0 0 0,0 0 0,25 0 0,-25 0 0,0 0 15</inkml:trace>
  <inkml:trace contextRef="#ctx0" brushRef="#br0" timeOffset="327470.7303">19397 8607 0,'0'0'0,"0"0"16,0 0-1,0 0-15,0 0 0,0 0 0,0 0 0,0 0 0,0 0 0,0 0 0,0 0 16,0 0-16,0 0 0,0 0 0,0 0 0,0 0 0,0 0 0,0 0 16,0 0-1,0 0 1,0 0-16,0 0 0,0 0 0,0 0 0,0 0 0,0 0 0,0 0 0,0 0 0,0 0 0,0 0 0,0 0 0,0 0 0,0 0 15,0 0-15,0 0 0,0 0 0,0 0 0,0 0 0,0 0 0,0 0 32,0 0-32,0 0 0,0 0 0,0 25 0,0-25 0,0 0 0,0 0 0,0 0 0,0 0 15,0 0-15,0 0 0,0 0 0,0 25 0,-25-25 0,25 0 0,0 0 16,0 0-1,0 25-15,0-25 0,0 0 0,0 24 0,0-24 0,0 0 0,0 0 0,0 25 0,-24-25 16,24 0 0,0 0-16,0 0 0,0 25 0,0-25 0,0 0 0,0 0 0,0 0 0,0 25 15,0-25-15,0 0 0,0 0 0,0 0 0,0 0 0,0 0 0,0 0 0,0 0 31,0 0-31,0 0 0,0 0 0,0 0 0,0 0 0,0 0 0,0 0 0,0 0 0,0 0 0,0 0 0,0 25 16,0-25-16,0 0 0,0 0 0,0 0 0,0 0 0,0 0 16,0 0-16,0 0 15,0-25-15,0 25 0,24 0 0,-24 0 0,0 0 0,0 0 0,0 0 0,0 0 16,0 0-16,0 0 0,0 0 15,25-25-15,-25 25 0,0 0 0,0 0 0,0 0 16,0 0-16,0 0 0,25 0 0,-25 0 0,0 0 0,0 0 0,0 0 0,0 0 16,0 0-16,0 0 0,25 0 0,-25 0 15,0 0-15,0 0 0,0 25 0,0-25 16,0 0-16,25 0 0,-25 0 0,0 0 0,0 0 0,0 0 0,0 0 0,0 25 0,0-25 15,0 0-15,0 0 0,0 0 0,24 24 0,-24-24 16,0 0-16,0 0 16,0 25-16,0-25 0,0 0 0,0 0 0,0 25 0,0-25 0,0 0 15,0 0-15,0 25 0,0-25 0,0 0 0,0 0 0,0 0 0,0 25 16,0-25-16,0 0 15,0 0-15,0 24 0,0-24 0,0 0 0,0 0 0,0 0 0,0 25 0,-24-25 16,24 0-16,0 0 0,0 0 0,0 0 0,0 25 0,0-25 31,0 0-31,0 0 0,-25 0 0,25 0 0,0 0 0,0 0 0,0 0 0,0 0 0,-25 0 0,25 0 0,0 0 31,0 0-31,0 0 0,0 0 0,0 0 0,-25 0 0,25 0 0,0 0 0,0 0 0,0 0 0,0 0 0,0 0 0,0 0 16,0 0-16,-25 0 0,25 0 0,0 0 0,0 0 16,0 0-16,0-25 0,0 25 15,0 0-15,0 0 0,0 0 0,0 0 0,0-25 0,0 25 0,0 0 0,0-24 16,0 24-16,0 0 0,0-25 0,0 25 0</inkml:trace>
  <inkml:trace contextRef="#ctx0" brushRef="#br0" timeOffset="327690.7426">19496 8657 0,'0'0'16,"0"0"-16,0 0 0,0-25 0,0 25 0,0 0 0,0 0 0,0 0 15,0 0-15,0 0 0,25 0 0,-25 0 0,0 0 0,0 0 0,25 0 0,-25 0 16,25 0-16,-25 0 16,0 0-16,25 0 0,-25 0 0,0 0 0,25 0 0,-25 0 0,24 25 0,-24-25 15,0 0-15,25 0 0,-25 0 0,25 0 0,-25 0 0,0 0 16,25 0-1,-25 0-15,0 0 0</inkml:trace>
  <inkml:trace contextRef="#ctx0" brushRef="#br0" timeOffset="328338.7799">19869 8632 0,'0'0'0,"0"0"0,0 0 0,0 0 0,0 0 0,0 0 15,0 0-15,0 0 0,-25-25 0,25 25 0,0 0 0,0 0 0,0 0 16,0 0 0,0 0-16,0 0 0,0 0 0,0 0 0,0 0 0,0 0 0,0 0 0,0 0 15,0 0-15,-25 0 0,25 0 0,0 0 0,0 0 0,0 0 0,0 0 0,0 0 16,0 0-1,0 0-15,0 0 0,-25 0 0,25 0 0,0 0 0,0 0 0,0 0 16,0 25-16,0-25 0,0 0 0,0 0 0,0 0 0,-25 0 0,25 0 0,0 25 16,0-25-1,0 0-15,0 0 0,0 25 0,0-25 0,0 0 0,0 24 0,0-24 31,0 0-31,0 0 0,0 25 0,0-25 0,0 0 0,0 0 0,0 25 0,25-25 0,-25 0 0,0 0 0,0 25 0,0-25 0,0 0 16,25 25 0,-25-25-16,0 0 0,0 24 0,25-24 0,-25 0 0,0 0 0,25 25 0,-25-25 15,0 0-15,24 25 0,-24-25 0,0 0 0,0 0 0,25 0 16,-25 25-16,0-25 0,25 0 0,-25 0 0,0 0 0,0 0 0,25 0 15,-25 25-15,0-25 0,0 0 16,0 0-16,0 0 0,25 0 0,-25 0 0,0 0 0,0 24 0,0-24 0,0 0 31,-25 0-31,25 0 0,0 0 0,0 0 0,0 25 0,0-25 0,0 0 0,-25 0 0,25 0 16,0 0-16,-25 0 0,25 0 0,0 25 0,-25-25 0,25 0 15,-24 0-15,24 0 0,0 0 16,-25-25-16,25 25 0,-25 0 0,25 0 0,0 0 0,0 0 0,-25 0 16,25 0-16,0 0 0,0 0 0,0-25 0,0 25 0,0 0 0,0 0 15,0-24 1,25 24-16,-25 0 0,0 0 0,0-25 0,0 25 0,25 0 0,-25-25 0,0 25 15,25 0-15,-25-25 0,0 25 0,24-25 0,-24 25 0,25 0 0,-25-24 16,0 24-16,25 0 16,-25 0-16,0-25 0,0 25 0,25 0 0,-25 0 0,0-25 0,0 25 15,0 0-15,0 0 0,0 0 0,0 0 0,0-25 0,0 25 0,0 0 0,0 0 16,0 0-1,0 0-15,-25 0 0,25-25 0,0 25 0,-25 0 0,25 0 0,-25 0 0,25 0 0,-24 0 0,24 0 16,-25 0-16</inkml:trace>
  <inkml:trace contextRef="#ctx0" brushRef="#br0" timeOffset="330649.9121">12948 9451 0,'-25'0'0,"25"0"0,0 0 16,0 0-16,0 0 16,0 0-16,0 0 0,0 0 0,0 0 0,0 0 0,0 0 15,0 0-15,0 0 0,0 0 0,0 0 0,0 0 0,0 0 0,0 0 0,0 0 16,0 0-1,0 0-15,0 0 0,0 0 0,0 0 0,0 0 0,0 0 0,0 0 0,0 0 0,0 0 16,0 0-16,0 0 0,0 0 0,0 0 0,0 0 0,0 0 16,0 24-16,0-24 0,25 0 15,-25 0-15,0 0 0,0 0 0,0 0 0,0 0 0,0 0 0,25 0 0,-25 0 16,0 0-16,0 0 15,0 0-15,25 0 0,-25 0 0,0 0 0,0 0 0,24 0 16,-24 0 0,25 0-16,-25 0 0,0 0 0,25 0 0,-25 0 15,25 0-15,-25 0 0,0 0 0,25 0 0,-25-24 0,0 24 0,24 0 0,-24 0 0,0 0 0,0 0 0,25 0 0,-25 0 0,0 0 0,0-25 31,0 25-31,0 0 0,0 0 0</inkml:trace>
  <inkml:trace contextRef="#ctx0" brushRef="#br0" timeOffset="331667.9704">13320 9252 0,'0'-25'15,"0"25"-15,0 0 0,0 0 0,0 0 0,0 0 0,0 0 0,0 0 0,0 0 16,0 0 0,0 0-16,0 0 0,0 0 0,0 0 0,0 0 0,0 0 0,0 0 0,0 0 0,0 0 15,0 0-15,0 0 0,0 0 0,0 0 0,0 0 0,0 0 0,0 0 31,0 0-31,0 0 0,0 0 0,0 0 0,0 0 0,0-24 0,0 24 0,25 0 16,-25 0-16,0 0 0,0 0 0,0 0 0,0 0 0,0 0 0,0 0 0,0 0 16,0 0-1,25 0-15,-25 0 0,0 0 0,0-25 0,0 25 0,0 0 0,0 0 16,0 0-16,0 0 0,0 0 0,0 0 0,25 0 0,-25 0 0,0 0 0,0 0 15,0-25-15,0 25 16,24 0-16,-24 0 0,0 0 0,0 25 0,0-25 0,0 0 0,0 0 0,0 0 16,25 0-16,-25 0 0,0 0 0,0 0 0,0 0 0,0 0 0,25 0 15,-25 0 16,0 0-31,0 0 0,0 0 0,0 0 0,25 0 0,-25 0 0,0 0 0,0 0 0,0 25 0,0-25 0,0 0 0,0 0 0,0 0 0,0 24 0,0-24 16,0 0 0,0 0-16,0 25 0,0-25 0,0 0 0,-25 0 0,25 25 0,0-25 0,0 0 15,-25 0-15,25 25 0,0-25 0,0 0 0,0 25 0,0-25 0,-25 0 31,25 0-31,0 0 0,0 24 0,0-24 0,0 0 0,0 0 0,-24 25 0,24-25 0,0 0 0,0 0 16,0 0-16,0 0 0,0 0 0,0 0 0,0 0 0,0 0 0,0 0 16,0 0-1,0 0-15,0 0 0,0 0 0,0 0 0,0 0 0,0 0 0,0 0 0,0 0 16,0 0-16,0 0 0,0 0 0,0-25 0,0 25 0,24 0 15,-24 0-15,0 0 16,0 0-16,0 0 0,25 0 0,-25 0 0,0 0 0,0 0 0,0 0 0,0 0 16,25 0-16,-25 0 0,0 0 0,0 0 0,0 0 0,0 0 0,0 0 15,25 0 1,-25 0-16,0 0 0,0 0 0,0 0 0,0 0 0,0 0 0,0 25 0,0-25 0,0 0 0,0 0 31,0 0-31,0 0 0,0 25 0,0-25 0,0 0 0,0 0 0,0 0 0,0 25 0,25-25 16,-25 0-16,0 25 0,0-25 0,0 0 0,-25 0 0,25 0 15,0 24-15,0-24 0,0 0 16,0 0-16,0 25 0,0-25 0,-25 0 0,25 0 0,0 0 0,0 0 0,0 0 0,-25 25 31,25-25-31,0 0 0,0 0 0,0 0 0,0 0 0,0 0 0,-25 0 0,25 0 0,0 0 16,0 0-16,0 0 0,0 0 0,0 0 0,-24 0 0,24 0 0,0 0 15,0 0-15,0 0 16,0 0-16,0 0 0,0 0 0,-25 0 0,25 0 0,0 0 15,0 0-15,0 0 0,0 0 0,0 0 0,0 0 0,0 0 16,0 0-16,0 0 0,0 0 0,0 0 16,0 0-16,0 0 0,0 0 0,0 0 0,0 0 0,0 0 0,0 0 0,0 0 15,0 0-15,0 0 0,0 0 0,0 0 0,0-25 0,25 25 0,-25 0 16</inkml:trace>
  <inkml:trace contextRef="#ctx0" brushRef="#br0" timeOffset="333414.0702">14461 9277 0,'0'0'0,"0"0"16,0 0-16,0 0 0,0 0 0,0 0 0,0 0 0,0 0 15,0 0-15,0-25 16,0 25-16,0 0 0,0 0 0,0 0 0,0 0 0,0 0 0,0 0 0,0 0 15,0 0-15,0 0 0,0-25 0,0 25 0,0 0 0,0 0 0,0 0 16,0 0 0,0 0-16,0 0 0,0 0 0,0 0 0,0 0 0,0 0 0,-25 0 15,25 0-15,0 0 0,0 0 0,0 0 0,0 0 0,0 0 0,-24 0 0,24 0 16,0 0-16,0 0 15,0 0-15,-25 0 0,25 0 0,0 25 0,0-25 0,-25 0 0,25 0 0,0 0 16,0 0-16,-25 0 0,25 0 0,0 0 0,-25 0 0,25 0 0,0 0 16,0 0-1,0 0-15,-25 25 0,25-25 0,0 0 0,0 0 0,0 0 0,0 0 0,0 0 0,0 0 31,-24 25-31,24-25 0,0 0 0,0 0 0,0 0 0,0 25 0,-25-25 0,25 0 0,0 0 0,0 24 0,-25-24 16,25 0-16,0 25 0,0-25 0,0 0 0,0 0 0,-25 25 16,25-25-1,0 0-15,0 25 0,0-25 0,0 0 0,0 25 0,0-25 0,-25 0 0,25 24 16,0-24-16,0 0 0,0 25 0,0-25 0,0 0 0,0 25 0,0-25 15,0 0 1,0 0-16,0 25 0,0-25 0,0 0 0,0 25 0,0-25 0,0 0 0,0 0 0,0 24 31,0-24-31,25 0 0,-25 25 0,0-25 16,0 0-16,0 0 0,0 0 0,0 0 0,25 25 0,-25-25 0,0 0 0,0 0 0,0 0 0,25 0 15,-25 0-15,0 25 0,25-25 0,-25 0 0,0 0 0,0 0 0,24 0 16,-24 0-16,0 0 0,0 0 0,25 0 0,-25 0 0,0 0 16,0-25-16,0 25 0,25 0 0,-25 0 15,0 0-15,0 0 0,25 0 0,-25 0 0,0 0 0,0 0 0,0-25 0,0 25 31,25 0-31,-25 0 0,0 0 0,0 0 0,0 0 0,0-25 0,0 25 0,0 0 16,0 0-16,0 0 0,0-24 0,0 24 0,25 0 0,-25 0 0,0-25 0,0 25 16,0 0-1,0 0-15,0 0 0,0-25 0,0 25 0,0 0 0,0 0 0,0 0 16,0 0-16,0-25 0,0 25 0,0 0 0,0 0 0,0 0 0,-25 0 15,25 0-15,0-25 0,0 25 16,0 0-16,0 0 0,-25 0 0,25 0 0,0 0 0,0 0 0,0-24 0,-25 24 16,25 0-16,0 0 0,0 0 0,0 0 0,-25 0 0,25 24 15,0-24-15,0 0 16,-25 0-16,25 0 0,0 0 0,-24 0 0,24 0 0,0 0 0,-25 25 0,25-25 0,0 0 15,0 0-15,0 0 0,0 0 0,0 0 0,0 0 16,0 0-16,0 0 16,0 0-16</inkml:trace>
  <inkml:trace contextRef="#ctx0" brushRef="#br0" timeOffset="335510.1901">15354 9624 0,'0'0'16,"0"0"-16,0 0 16,0 0-16,0 0 0,0 0 0,0 0 0,0 0 0,0 0 0,0 0 0,0 0 15,0 0-15,0 0 0,25 0 0,-25 0 0,0-25 0,0 25 0,0 0 16,0 0 0,0 0-16,0 0 0,25-24 0,-25 24 0,0 0 0,25 0 0,-25 0 0,0-25 0,0 25 15,24 0-15,-24 0 16,0-25-16,0 25 0,25 0 0,-25 0 0,0-25 0,25 25 0,-25 0 15,0-25-15,0 25 0,25 0 0,-25 0 0,0-24 0,0 24 0,25 0 0,-25-25 32,0 25-32,0 0 0,0-25 0,0 25 0,0 0 0,24 0 0,-24 0 0,0 0 15,0-25-15,0 25 0,0 0 0,0 0 0,0 0 0,0 0 0,0 0 0,0 0 16,0 0-16,0 0 15,0 0-15,0 0 0,0 0 0,0 0 0,0 0 0,0 0 16,0 0-16,0 0 0,0 0 0,0 0 0,0 0 0,0 0 0,0 0 0,0 0 16,0 0-16,0 0 0,0 25 0,0-25 0,0 0 15,0 0-15,0 0 16,-24 25-16,24-25 0,0 0 0,0 0 0,0 25 0,0-25 0,0 0 15,24 24-15,-24-24 0,0 0 0,0 25 0,0-25 0,0 25 0,0-25 16,0 0 0,0 25-16,0-25 0,-24 0 0,24 25 0,0-25 0,0 0 0,0 24 0,0-24 0,0 0 15,0 25-15,0-25 0,0 0 0,0 0 0,0 25 16,0-25-16,0 0 0,0 0 0,0 0 0,0 0 15,0 0-15,0 0 0,0 25 0,0-25 0,0 0 0,0 0 0,0 0 32,0 0-32,0 0 0,0 0 0,0 0 0,0 0 0,0 0 0,0 0 0,0 0 0,0 0 15,0 0-15</inkml:trace>
  <inkml:trace contextRef="#ctx0" brushRef="#br0" timeOffset="336820.2651">16644 9500 0,'0'0'0,"0"0"31,0 0-31,0 0 0,0 0 0,0 0 0,0 0 0,0 0 0,0 0 0,0 0 16,0-25-16,0 25 0,0 0 0,0 0 0,0 0 0,0 0 0,0 0 15,0 0-15,0 0 0,0 0 0,0 0 16,0 0-16,0 0 0,0 0 0,0-24 0,0 24 16,0 0-16,0 0 0,0 0 15,0 0-15,0 0 0,0 0 0,0 0 0,0 0 0,0 0 0,0 0 0,0-25 0,0 25 0,0 0 16,0 0-16,0 0 0,0 0 0,0 0 0,0 0 0,0 0 15,0 0 1,0-25-16,25 25 0,-25 0 0,0 0 0,0 0 0,0 0 0,0 0 0,0 0 16,0 0-16,0 0 0,25 0 0,-25 0 0,0 0 0,0 0 15,0 0-15,0 0 16,24 0-16,-24 0 0,0 0 0,0 0 0,0 0 0,0 0 0,25 0 0,-25 0 15,0 0-15,0 0 0,0 0 0,0 0 0,0 0 0,0 0 0,25 0 16,-25 0-16,0 0 16,0 0-16,0 0 0,0 25 0,0-25 0,0 0 0,0 0 15,0 0-15,0 25 0,0-25 0,0 0 0,0 0 0,0 24 0,0-24 0,0 0 16,0 0-16,0 25 15,0-25-15,0 0 0,0 0 0,0 25 0,0-25 0,0 0 16,-25 0-16,25 0 0,0 25 0,0-25 0,0 0 0,0 0 0,-25 0 0,25 25 0,0-25 31,0 0-31,0 0 0,-24 0 0,24 0 0,0 0 0,0 0 0,0 0 0,0 24 0,0-24 0,0 0 16,0 0-16,0 0 0,0 0 0,0 0 0,0 0 0,0 0 31,0 0-31,0 0 0,0 0 0,0 0 0,0 0 0,-25 0 0,25 0 0,0 0 16,25 0-16,-25 0 0,0 0 0,0 0 0,0 0 0,0-24 0,0 24 0,0 0 15,0 0 1,24 0-16,-24 0 0,0 0 0,0 0 0,0 0 0,0 0 0,25 0 15,-25 0-15,0 0 0,0 0 0,0 0 0,25 0 0,-25 0 0,0 0 0,0 0 16,0 0-16,0 0 0,0 0 16,0 0-16,25 24 0,-25-24 0,0 0 0,0 0 15,0 0-15,0 0 0,0 0 0,0 25 0,0-25 0,0 0 0,0 0 0,0 0 16,25 25-16,-25-25 0,0 0 15,0 0-15,0 25 0,0-25 0,0 0 0,0 25 16,0-25-16,0 0 0,0 0 0,0 0 0,-25 24 0,25-24 0,0 0 0,0 0 16,0 0-16,0 25 0,0-25 0,-25 0 15,25 0-15,0 0 0,0 0 0,0 25 0,-25-25 16,25 0-16,0 0 0,0 0 0,0 0 0,0 0 0,-25 0 0,25 0 0,0 0 15,0 0-15,0 0 16,-24 0-16,24 0 0,0 0 0,0 0 0,0 0 0,0 0 0,-25 0 0,25 0 0,0 0 16,0 0-16,0 0 15,0 0-15,-25 0 0,25 0 0,0 0 0,0 0 0,0 0 0,0-25 0,0 25 16,0 0-16,0 0 0,0 0 0,0 0 0,0 0 0,0 0 15,25 0-15,-25 0 16,0 0-16,0 0 0,0-25 0,0 25 0,0 0 0,0 0 0,25 0 16</inkml:trace>
  <inkml:trace contextRef="#ctx0" brushRef="#br0" timeOffset="338710.3732">19422 9599 0,'0'0'0,"0"0"0,0 0 15,0 0-15,0 0 0,0 0 0,0 0 0,0 0 0,0 0 0,0 0 16,0 0-1,0-24-15,-25 24 0,25 0 0,0 0 0,0 0 0,0 0 0,0 0 0,0 0 0,0 0 16,0 0-16,0 0 0,0 0 0,0 0 0,0 0 0,0 0 16,0 0-16,-25 0 15,25 0-15,0 0 0,0 0 0,0 0 0,0 0 0,0 0 0,0 0 0,0 0 16,0-25-16,0 25 0,0 0 0,0 0 0,0 0 0,0 0 0,-24 0 15,24 0 1,0-25-16,0 25 0,0 0 0,0 0 0,0 0 0,0 0 0,0-25 0,0 25 16,0 0-16,0 0 0,24 0 0,-24-25 0,0 25 0,0 0 0,0 0 15,0 0 1,0 0-16,0-24 0,0 24 0,0 0 0,0 0 0,0 0 0,25 0 0,-25 0 15,0 0-15,0-25 0,0 25 0,0 0 0,25 0 0,-25 0 0,0 0 16,0 0-16,0 0 0,25 0 16,-25-25-16,0 25 0,0 0 0,0 0 0,25 0 0,-25 0 15,0 0-15,0 0 0,24 0 16,-24 0-16,0 0 0,0 0 0,0 0 0,25 0 0,-25 0 0,0 25 15,0-25-15,0 0 0,0 0 0,0 0 0,0 0 0,25 0 0,-25 0 0,0 25 16,0-25 0,0 0-16,0 0 0,0 24 0,0-24 0,-25 0 0,25 25 0,0-25 0,0 25 0,0-25 15,0 0-15,-25 25 0,25-25 0,0 0 0,0 25 0,-24-25 16,24 24-1,0-24-15,0 0 0,-25 25 0,25-25 0,-25 0 0,25 25 0,0-25 0,-25 0 0,25 25 16,-25-25-16,25 0 0,0 25 0,-24-25 0,24 0 0,-25 0 16,25 24-16,0-24 15,-25 0-15,25 0 0,0 0 0,-25 25 0,25-25 0,0 0 0,0 0 0,-25 0 16,25 0-16,0 0 0,0 0 0,0 0 0,-24 0 0,24 0 0,0 0 15,0 0 1,0 0-16,0 0 0,0 0 0,0 0 0,0 0 0,0-25 0,0 25 0,0 0 0,0 0 0,0 0 16,0 0-1,0 0-15,0 0 0,0 0 0,24 0 0,-24 0 0,0 0 0,0 0 16,0 0-16,0 0 0,0 0 0,25 0 0,-25 0 0,0 0 0,0 0 0,0 0 31,0 0-31,25 0 0,-25 0 0,0 0 0,0 0 0,0 0 0,25 0 16,-25 0-16,0 0 0,0 0 0,0 0 0,25 25 0,-25-25 15,0 0 1,0 0-16,0 0 0,24 0 0,-24 25 0,0-25 0,0 0 0,0 0 0,25 0 0,-25 0 0,0 0 0,0 0 0,0 25 15,25-25-15,-25 0 0,0 0 0,0 0 0,25 0 0,-25 0 16,0 0-16,25 0 16,-25 0-16,0 0 0,24 0 0,-24 0 0,0 0 0,25 0 0,-25-25 15,0 25-15,25 0 0,-25 0 0,25-25 0</inkml:trace>
  <inkml:trace contextRef="#ctx0" brushRef="#br0" timeOffset="339120.3966">19893 9475 0,'0'0'16,"0"0"-16,0 0 0,0 0 0,0 0 0,0 0 0,0 0 0,0 0 15,0 0-15,0 0 0,0 0 0,-24 0 0,24 0 0,0 0 0,0 0 0,0 0 0,0 0 16,-25 0-16,25 25 15,0-25-15,0 0 0,-25 0 0,25 0 0,-25 0 0,25 25 16,0-25-16,-25 0 0,25 0 0,0 0 0,-24 0 0,24 25 0,0-25 0,0 0 31,-25 0-15,25 0-16,0 25 0,-25-25 0,25 0 0,0 0 0,0 0 0,-25 24 0,25-24 0,0 0 0,0 0 0,0 0 0,0 0 0,0 25 15,0-25-15,0 0 0,-25 0 0,25 0 0,0 0 0,0 0 0,0 0 16,0 0-16,25 0 0,-25 0 0,0 25 16,0-25-16,0 0 0,0 0 0,0 0 0,0 0 62,0 0-62,25 0 0,-25 0 0,0 0 0,0 0 0,0 0 0,25 0 0,-25 0 0,0 0 0,25 0 0,-25 0 0,24 0 0,-24 0 0,0 0 0,25 0 0,-25 0 0,25 0 0,-25 0 0,0 0 0,0 0 0,25 0 16,-25 0-16,0 0 0,25 0 0,-25 0 0,0 0 15,0 0-15,24 0 0,-24 0 0,0 0 0,0-25 0,25 25 0,-25 0 16,0 0-16,0 0 0,0 0 0,0-25 0,0 25 0,25 0 0,-25 0 15</inkml:trace>
  <inkml:trace contextRef="#ctx0" brushRef="#br0" timeOffset="339357.4102">19943 9500 0,'0'0'0,"0"0"16,-25 0-16,25 0 0,0 0 0,0 0 0,0 0 16,0 0-16,0 0 0,0 0 0,-25 0 15,25 0-15,0 0 0,0 0 0,0 0 16,0 25-16,0-25 0,-24 0 0,24 25 0,0-25 0,0 25 0,0-25 15,0 24-15,0-24 0,-25 25 0,25 0 0,0-25 0,0 25 16,0 0-16,0-25 0,0 24 16,-25 1-16,25-25 0,0 25 0,0 0 0,0-25 0,-25 25 0,25-25 0,0 24 15,-25-24-15,25 25 0,0-25 0,0 0 0,-24 25 0,24-25 16,0 0-16,-25 25 15</inkml:trace>
  <inkml:trace contextRef="#ctx0" brushRef="#br0" timeOffset="340984.5032">13271 10145 0,'0'0'16,"0"0"0,0 0-16,0 0 0,0 0 0,-25 0 0,25 0 0,0 0 0,0 0 0,0 0 15,0 0-15,-25 0 0,25 0 0,0 0 0,0 0 0,0 0 0,0 0 16,0 0-16,0 0 15,0 0-15,0 0 0,0 0 0,0 0 0,0 0 0,0-25 0,0 25 16,0 0-16,0 0 0,0 0 0,0 0 0,0 0 0,0 0 0,0 0 0,0-24 31,0 24-31,0 0 0,0 0 0,0 0 0,0 0 0,0 0 0,0-25 0,0 25 0,0 0 0,0 0 16,0 0-16,0 0 15,25-25-15,-25 25 0,0 0 0,0 0 0,0 0 16,0 0-16,0-25 0,0 25 0,0 0 0,25 0 0,-25 0 0,0 0 0,0 0 0,0 0 16,24 0-16,-24 0 0,0-25 0,0 25 0,25 0 0,-25 0 15,0 0-15,0 0 0,0 0 16,0 25-16,0-25 0,0 0 0,25 0 0,-25 0 0,0 0 0,0 25 15,0-25-15,0 0 0,0 0 0,0 25 0,0-25 0,0 0 16,0 0-16,0 25 16,0-25-16,0 24 0,0-24 0,0 0 0,0 25 0,0-25 0,0 0 0,0 25 0,-25-25 15,25 0 1,0 25-16,0-25 0,-25 0 0,25 25 0,0-25 0,-24 0 0,24 24 0,0-24 15,-25 25-15,25-25 0,-25 0 0,25 25 0,0-25 0,-25 0 0,25 25 16,-25-25-16,25 0 0,-25 25 16,25-25-16,0 0 0,-24 0 0,24 0 0,0 0 0,0 0 0,0 24 15,-25-24-15,25 0 0,0 0 0,0 0 0,0 0 0,0 0 0,0 0 16,0-24-1,0 24-15,0 0 0,0 0 0,0 0 0,0 0 0,0 0 0,0 0 0,0 0 0,0 0 16,0 0-16,0 0 0,0-25 0,0 25 16,25 0-16,-25 0 0,0 0 15,0 0-15,0 0 0,24 0 0,-24 0 0,0 0 0,0 0 0,0 0 0,25 0 0,-25 0 0,0 0 16,0 0-1,0 0-15,25 0 0,-25 0 0,0 0 0,0 0 0,0 0 0,25 25 0,-25-25 16,0 0-16,0 0 0,0 0 0,0 24 0,25-24 0,-25 0 16,0 0-16,0 25 15,0-25-15,0 0 0,25 0 0,-25 25 0,0-25 0,0 0 0,0 0 0,0 0 0,0 0 16,24 0-16,-24 25 0,0-25 0,0 0 0,0 0 0,0 0 15,25 0-15,-25 0 0,0 0 16,0 0-16,25-25 0,-25 25 0,0 0 0,0 0 0,0 0 0,25 0 0,-25 0 16,0 0-1,0-25-15,0 25 0,0 0 0,0 0 0,0 0 0,0-25 0,25 25 16,-25 0-16</inkml:trace>
  <inkml:trace contextRef="#ctx0" brushRef="#br0" timeOffset="342458.5875">14337 10071 0,'25'0'31,"-25"0"-31,0 0 0,0 0 0,0 0 0,0 0 0,0 0 0,0 0 0,0-25 0,0 25 16,0 0-16,0 0 0,0 0 0,0 0 0,0 0 0,0 0 0,0 0 0,0 0 0,0-25 15,0 25 1,0 0-16,0 0 0,0 0 0,-25 0 0,25 0 0,0 0 16,0 0-16,0 0 0,0 0 0,0 0 0,0 0 0,0 0 0,0 0 0,0 0 31,0 0-31,-25 0 0,25 0 0,0 25 0,0-25 0,0 0 0,-25 0 0,25 0 0,0 0 0,0 0 0,-24 0 15,24 25-15,0-25 0,0 0 0,0 0 0,0 0 16,0 0-16,-25 25 0,25-25 16,0 0-16,0 0 0,25 24 0,-25-24 0,0 0 0,0 0 0,0 25 0,0-25 0,0 0 15,24 0 1,-24 25-16,0-25 0,0 0 0,25 0 0,-25 25 0,0-25 0,25 0 15,-25 0-15,0 25 0,0-25 0,25 0 0,-25 0 0,0 24 0,25-24 0,-25 0 16,0 0-16,0 0 0,0 25 16,25-25-16,-25 0 0,0 0 0,0 25 0,0-25 0,24 0 15,-24 0-15,0 0 0,0 25 0,0-25 0,0 0 0,0 0 0,0 0 16,0 0-16,0 25 0,0-25 0,0 0 15,0 0-15,0 0 0,0 0 0,0 24 16,0-24-16,0 0 0,-24 0 0,24 25 0,0-25 0,0 0 0,0 0 0,0 0 0,-25 25 16,25-25-1,0 0-15,0 0 0,-25 0 0,25 0 0,0 0 0,-25 25 0,25-25 16,0 0-16,0 0 0,0 0 0,-25 0 0,25 0 0,0-25 0,0 25 0,0 0 15,0 0-15,-25 0 16,25 0-16,0-25 0,0 25 0,0 0 0,0 0 0,25 0 0,-25-25 16,0 25-16,0 0 0,0-24 0,25 24 0,-25 0 0,0-25 0,0 25 15,0 0 1,25 0-16,-25-25 0,0 25 0,0 0 0,25-25 0,-25 25 0,0 0 15,25-25-15,-25 25 0,0-24 0,0 24 0,24 0 0,-24-25 0,0 25 0,0-25 16,0 25-16,25 0 16,-25-25-16,0 25 0,0 0 0,0 0 0,0-25 0,0 25 0,0 0 0,0 0 0,0 0 15,0 0 1,0 0-16,0 0 0,0-24 0,-25 24 0,25 0 0,0 0 0,0 0 0,-24 0 15,24 0-15,0 0 0,0 0 0,0 24 0,-25-24 0,25 0 0,0 0 63,0 0-63</inkml:trace>
  <inkml:trace contextRef="#ctx0" brushRef="#br0" timeOffset="343690.6576">15280 10393 0,'0'0'15,"0"0"-15,0 0 16,0 0-16,0 0 0,0 0 0,0 0 0,0 0 0,0 0 0,0 0 0,0 0 0,0 0 15,0 0-15,0 0 0,24-25 0,-24 25 0,0 0 0,0 0 16,25 0 0,-25-24-16,0 24 0,25 0 0,-25-25 0,0 25 0,25 0 0,-25-25 0,25 25 15,-25 0-15,0-25 0,25 25 0,-25-25 0,24 25 0,-24-24 0,25 24 16,-25 0-1,0-25-15,0 25 0,25 0 0,-25-25 0,0 25 0,0 0 0,0-25 0,0 25 0,25 0 16,-25 0-16,0 0 0,0-25 0,0 25 0,0 0 0,0 0 16,0 0-1,0 0-15,0 0 0,0 0 0,0 0 0,0-24 0,0 24 0,0 0 0,0 0 16,0 0-16,0 0 0,0 24 0,0-24 0,0 0 0,0 0 0,0 0 0,0 0 15,0 0 1,0 25-16,0-25 0,0 0 0,0 0 0,0 25 0,0-25 0,0 25 31,0-25-31,0 25 0,0-25 0,-25 24 0,25-24 0,0 25 0,0 0 0,0-25 0,0 25 0,0-25 0,0 25 0,0-25 0,0 24 16,0-24-16,0 0 0,0 25 15,0-25-15,0 25 0,0-25 0,0 0 0,0 0 16,0 25-16,0-25 0,0 0 0,0 0 0,0 0 0,0 0 0,0 0 0,0 0 0,0 0 31,0 0-31,0 0 0</inkml:trace>
  <inkml:trace contextRef="#ctx0" brushRef="#br0" timeOffset="345069.7369">16669 10145 0,'0'0'0,"0"0"0,0 0 15,0 0-15,0 0 0,0 0 0,0 0 0,0 0 0,0 0 0,0 0 16,0 0 0,0 0-16,0 0 0,0 0 0,0 0 0,0 0 0,0 0 0,0 0 0,0 0 15,0 0-15,0 0 0,0 0 0,0 0 0,0 0 0,0 25 0,0-25 16,0 0-16,0 0 15,0 0-15,0 0 0,25 0 0,-25 0 0,0 0 0,-25 25 0,25-25 0,0 0 16,0 0-16,0 25 0,0-25 0,0 0 0,0 0 0,0 24 0,0-24 16,0 0-1,0 25-15,0-25 0,0 0 0,0 0 0,0 25 0,-25-25 0,25 0 0,0 0 16,0 25-16,0-25 0,0 0 0,0 0 0,0 25 0,0-25 0,0 0 15,0 0 1,0 0-16,0 0 0,0 0 0,0 0 0,0 24 0,0-24 0,0 0 0,0 0 16,0 0-16,0 0 0,0 0 0,0 0 0,0 0 0,0 0 0,0-24 15,0 24 1,0 0-16,25 0 0,-25 0 0,0 0 0,0 0 0,0 0 0,0 0 0,0 0 15,0 0-15,25 0 0,-25 0 0,0 0 0,0 0 0,24 0 0,-24-25 0,0 25 32,0 0-32,0 0 0,25 0 0,-25 0 0,0 0 0,0 0 0,0 0 0,25 0 15,-25 0-15,0 0 0,0 0 0,0 0 0,0 0 0,25 0 0,-25 0 0,0 0 31,0 0-15,0 0-16,0 0 0,0 0 0,0 0 0,25 0 0,-25 0 0,0 25 0,0-25 0,0 0 0,0 0 0,0 0 16,0 24-16,0-24 0,0 0 0,0 0 0,0 25 0,0-25 15,0 0-15,0 0 0,0 25 0,0-25 0,0 0 0,0 25 0,0-25 0,0 0 0,0 25 16,0-25-1,0 0-15,0 24 0,0-24 0,-25 0 0,25 0 0,0 25 0,0-25 16,0 0-16,0 0 0,-25 25 0,25-25 0,0 0 0,0 0 0,-25 25 0,25-25 16,0 0-1,0 0-15,0 0 0,-25 0 0,25 25 0,0-25 0,0 0 0,0 0 0,0 0 0,0 0 16,-24 0-16,24 0 0,0 0 0,0 0 0,0 0 0,-25 0 15,25 0 1,0 0-16,0 0 0,0 0 0,0 0 0,0 0 0,-25 0 0,25-25 0,0 25 16,0 0-16,0 0 0,0 0 0,0 0 0,0 0 0,0 0 0,0 0 15,0 0-15,0 0 16,0 0-16,0-25 0,0 25 0,0 0 0,0 0 0,0 0 0,0 0 31,0-25-31,0 25 0,25 0 0,-25 0 0,0-25 0</inkml:trace>
  <inkml:trace contextRef="#ctx0" brushRef="#br0" timeOffset="345283.7491">16768 10195 0,'0'0'0,"0"0"16,0 0-16,0 0 0,25 0 0,-25-25 0,0 25 0,0 0 0,0 0 0,0 0 15,25 0-15,-25 0 0,0 0 0,24 0 16,-24 0-16,0 0 0,25 0 0,-25 0 16,25 0-16,-25 0 0,25 0 0,0 0 0,-25 0 0,24 0 0,-24 0 15,25 0-15,-25 0 0,25 0 0,0 0 0,-25 0 0,25 0 0,-25 0 16,24 0-1,1 0-15,-25 0 0,25 0 0,-25 0 0</inkml:trace>
  <inkml:trace contextRef="#ctx0" brushRef="#br0" timeOffset="346247.8043">19298 10319 0,'0'0'0,"0"-25"15,0 25-15,0 0 0,0 0 0,0 0 0,0 0 0,0 0 0,25 0 31,-25 0-31,0 0 0,0 0 0,0-25 0,0 25 0,0 0 0,0 0 0,0 0 0,0 0 0,0 0 16,0 0-16,0 0 0,0 0 0,0 0 0,0 0 0,0 0 0,0 0 16,0 25-1,0-25-15,0 0 0,0 0 0,0 0 0,0 0 0,0 0 0,0 0 16,-25 0-16,25 25 0,0-25 0,0 0 0,0 0 0,-25 25 0,25-25 0,0 0 15,0 0 1,-25 24-16,25-24 0,0 0 0,-24 0 0,24 25 0,0-25 0,0 0 16,-25 25-16,25-25 0,0 0 0,0 0 0,0 0 0,0 25 0,-25-25 0,25 0 15,0 0 1,0 0-16,0 0 0,0 0 0,0 0 0,0 0 0,0 0 0,0 0 0,0 25 0,0-25 15,0 0-15,0 0 0,0 0 0,0 0 0,0 0 0,0 0 16,0 0-16,0 0 16,0 0-16,0 0 0,0 0 0,0 0 0,0 0 0,25 24 0,-25-24 0,0 0 0,0 0 15,0 0 1,0 0-16,25 0 0,-25 0 0,0 0 0,24 0 0,-24 0 0,0 0 0,25 0 0,-25 0 15,0 0-15,25 0 0,-25 0 0,25 0 0,-25 0 0,25 0 0,-25 0 16,24 0 0,-24 0-16,0 0 0,25 0 0,-25-24 0,25 24 0,-25 0 0,25 0 0,-25 0 0,0 0 15,25 0-15,-25 0 0,0 0 0,0 0 0,24 0 0,-24 0 16,0 0-1,0-25-15,0 25 0,0 0 0,0 0 0,0 0 0,0 0 0,0 0 0,0 0 0,0 0 16,0-25-16,0 25 0,0 0 0</inkml:trace>
  <inkml:trace contextRef="#ctx0" brushRef="#br0" timeOffset="346502.8186">19521 10368 0,'0'0'0,"0"0"0,0 0 16,0 0-16,0 0 0,0 0 0,0 0 0,0 0 15,0 0-15,0 0 0,0 0 0,0 0 0,0 0 16,0 0-16,0 0 15,0 0-15,0 0 0,0 25 0,0-25 0,0 0 0,0 0 0,0 25 0,0-25 0,0 0 0,0 25 16,0-25-16,0 0 16,-25 25-16,25-25 0,0 24 0,0-24 0,0 0 0,0 25 15,0-25-15,0 0 0,0 25 16,0-25-16,0 0 0,0 0 0,0 25 0,0-25 0,0 0 0,0 25 0,-24-25 15,24 0-15,0 0 0,0 0 0,0 24 0,0-24 0,0 0 0,0 0 16,0 0-16,0 0 0,0 0 0,0 0 0,0 0 0,0 0 0,0 0 16,0 0-1</inkml:trace>
  <inkml:trace contextRef="#ctx0" brushRef="#br0" timeOffset="346943.8441">19769 10443 0,'0'0'15,"0"0"-15,0 0 0,0 0 0,0-25 0,0 25 16,0 0-16,0 0 0,0 0 0,25 0 0,-25 0 0,0 0 0,0 0 31,0-25-31,25 25 0,-25 0 0,0 0 0,0 0 0,0-25 16,25 25-16,-25 0 0,0 0 0,0-24 0,25 24 0,-25 0 0,0-25 0,0 25 0,24 0 31,-24 0-31,0-25 0,0 25 0,0 0 0,25-25 0,-25 25 0,0 0 0,0-25 0,0 25 0,0 0 0,0-24 0,0 24 0,0 0 15,25 0 1,-25-25-16,0 25 0,0 0 0,0 0 0,0 0 0,0 0 0,0 0 0,0 0 16,0 0-16,-25 0 0,25 0 0,0 0 0,0 0 0,0 25 15,0-25-15,0 0 16,0 0-16,0 0 0,0 0 0,0 24 0,0-24 0,0 0 0,0 0 0,0 25 15,0-25-15,-25 0 0,25 25 0,0-25 0,0 0 0,0 25 0,0-25 16,0 0 0,0 25-16,0-25 0,0 24 0,0-24 0,0 0 0,0 25 0,0-25 15,0 25-15,0-25 0,0 0 0,0 25 0,-24-25 0,24 25 0,0-25 0,0 24 16,0-24-16,0 0 15,-25 25-15,25-25 0,0 0 0,0 25 0,0-25 0,0 0 0,-25 0 0,25 25 16,0-25-16,0 0 0</inkml:trace>
  <inkml:trace contextRef="#ctx0" brushRef="#br0" timeOffset="348744.9471">13122 11063 0,'0'0'0,"0"0"0,24 0 15,-24 0-15,0 0 0,0 0 0,0 0 16,0 0-16,0 0 0,0-25 0,25 25 15,-25 0-15,0 0 0,0 0 0,0 0 0,0 0 0,0-25 0,0 25 0,25 0 0,-25 0 32,0 0-32,0 0 0,0 0 0,0-25 0,0 25 0,0 0 0,0 0 15,25 0-15,-25-24 0,0 24 0,0 0 0,0 0 0,0-25 0,0 25 0,25 0 0,-25 0 16,0-25-16,0 25 15,0 0-15,0 0 0,0-25 0,25 25 0,-25 0 0,0-25 16,0 25-16,0 0 0,0-24 0,24 24 0,-24 0 0,0-25 0,0 25 0,0 0 16,0-25-1,0 25-15,25 0 0,-25-25 0,0 25 0,0 0 0,0 0 0,0 0 0,0-25 16,0 25-16,0 0 0,0 0 0,0 0 0,0 0 0,0 0 0,0 0 15,0 0-15,0 0 0,0 0 16,0 0-16,0 0 0,0 0 0,0 0 0,0 0 0,0 0 16,0 0-16,0 0 0,0 0 0,0 0 0,0 0 15,0 0-15,0 0 0,0 25 0,0-25 0,0 0 0,0 0 16,0 25-16,0-25 0,0 0 0,0 25 0,0-25 0,0 25 0,0-25 15,0 24 1,0-24-16,0 25 0,0-25 0,0 0 0,0 25 0,0-25 0,0 25 16,-25-25-16,25 25 0,0-25 0,0 24 0,0-24 0,0 25 0,0-25 0,0 0 0,0 25 15,0-25 1,0 25-16,-24-25 0,24 0 0,0 0 0,0 25 0,0-25 0,0 0 15,0 0-15,0 0 0,24 0 0,-24 0 0,0 0 0,0 0 0,0 0 0</inkml:trace>
  <inkml:trace contextRef="#ctx0" brushRef="#br0" timeOffset="349923.0145">14511 10716 0,'0'0'0,"0"0"0,0 0 16,0 0-16,0 0 0,0 0 0,0 0 0,-25 0 0,25 0 15,0 0 1,0 0-16,0 0 0,0 0 0,0 0 0,0 0 0,0 0 0,0 0 0,0 0 16,0 24-16,0-24 0,0 0 0,-25 0 0,25 25 0,0-25 0,0 0 15,0 25-15,-25-25 16,25 25-16,0-25 0,0 0 0,-24 25 0,24-25 0,0 24 0,-25-24 15,25 0-15,0 25 0,0-25 0,-25 25 0,25-25 0,0 0 0,0 25 0,-25-25 16,25 0-16,0 0 16,0 25-16,0-25 0,0 0 0,0 0 0,0 0 0,0 0 0,-25 24 15,25-24-15,0 0 0,0 0 0,0 0 0,0 0 0,0 0 0,0 0 16,0 0-1,0 0-15,25 0 0,-25 0 0,0 0 0,0 0 0,0 0 0,0 0 0,0 0 0,0 0 16,0 0-16,0 0 0,25 0 0,-25 0 0,0 0 0,0 0 16,0 0-16,0 0 15,25 0-15,-25 0 0,0 0 0,0 0 0,0 0 0,25 0 0,-25 0 0,0-24 16,0 24-16,24 0 0,-24 0 0,0 0 0,25 0 0,-25 0 0,0 0 15,25 0-15,-25 0 16,0 0-16,0 0 0,25 0 0,-25 0 0,0 0 0,0 0 0,25 0 0,-25 0 31,0 0-31,0 0 0,24 0 0,-24 0 0,0 0 0,0 0 0,0 0 0,0 0 0,0 0 0,0 0 16,0 0-16,0 0 0,0 0 0,25 0 0,-25 0 0,0 0 0,0 0 31,0 24-31,0-24 0,0 0 0,0 0 0,0 0 0,0 0 0,0 0 0,0 0 16,0 0-16</inkml:trace>
  <inkml:trace contextRef="#ctx0" brushRef="#br0" timeOffset="350197.0302">14635 10790 0,'0'0'0,"0"0"0,0 0 0,0 0 0,0 0 0,0 0 0,0 0 16,0 0-1,0 0-15,0 0 0,0 0 0,0 0 0,-25 0 0,25 0 0,0 0 0,0 25 0,0-25 0,0 0 16,0 25-16,0-25 0,0 24 0,0-24 0,0 25 15,0-25 1,0 25-16,0-25 0,0 25 0,0 0 0,0-25 0,0 24 0,0-24 0,0 25 0,0-25 31,0 25-31,0-25 0,-25 0 0,25 25 0,0-25 0,0 25 0,0-25 0,0 0 0,0 24 0,0-24 0,0 0 16,0 25-16,-25-25 0,25 0 0,0 0 0,0 25 0</inkml:trace>
  <inkml:trace contextRef="#ctx0" brushRef="#br0" timeOffset="351871.1259">15553 10790 0,'0'0'0,"0"0"16,0 0-16,0 0 0,0 0 0,0 0 0,0 0 0,0 0 0,0 0 15,0 0 1,0 0-16,0 0 0,0 0 0,0 0 0,0 0 0,0 0 0,0 0 0,0 0 0,0 0 15,0 0-15,0-25 0,0 25 0,0 0 0,0 0 0,0 0 16,0 25-16,0-25 16,-25 0-16,25 0 0,0 0 0,0 0 0,0 0 0,-25 25 0,25-25 0,0 0 31,0 0-31,-25 25 0,25-25 0,0 0 0,-25 24 0,25-24 0,0 0 0,-24 25 0,24-25 0,0 0 0,-25 25 15,25-25-15,0 0 0,-25 0 0,25 25 0,0-25 0,0 0 16,0 0-16,-25 0 16,25 25-16,0-25 0,0 0 0,0 0 0,0 0 0,0 0 0,0 0 0,-25 0 15,25 0-15,0 0 0,25 0 0,-25 0 0,0 0 0,0 0 16,0 0-16,0 0 15,25 0-15,-25 0 0,0 0 0,0 0 0,25 0 0,-25 0 0,0 0 16,25 0-16,-25 0 0,0 0 0,24 0 0,-24 0 0,0 0 0,0 0 16,25 0-16,-25 0 15,0 0-15,0 0 0,25 0 0,-25 0 0,0 0 0,25 0 0,-25 0 0,0 0 0,0 0 16,25 0-16,-25 0 0,0 0 0,24 0 0,-24 0 0,0 0 15,0 0-15,25 0 0,-25 0 16,0 0-16,0 0 0,25 0 0,-25 0 0,0 0 0,0 0 0,0 0 0,0 0 16,0 0-16,0 0 15,0 0-15,0-25 0,25 25 0,-25 0 0,0 0 16,0 0-16,0 0 0,0 0 0,0 0 0,0 0 0,0 0 0,0 0 0,0 0 15,0-25-15,0 25 0,0 0 0,0 0 0</inkml:trace>
  <inkml:trace contextRef="#ctx0" brushRef="#br0" timeOffset="352093.1386">15652 10765 0,'0'0'0,"0"0"16,0 0-16,0 0 0,0 0 0,0 0 0,0 0 0,0 0 15,-25 0-15,25 0 0,0 0 0,0 0 0,0 25 16,0-25-16,0 0 0,0 0 0,0 25 15,0-25-15,0 0 0,25 25 16,-25-25-16,0 24 0,0-24 0,0 25 0,0-25 0,0 25 0,0-25 0,0 25 16,0-25-16,0 25 0,0-25 0,0 0 0,0 24 0,0-24 15,0 25 1,-25-25-16,25 0 0,0 25 0,0-25 0,0 25 0,0-25 0,0 25 15,0-25-15,0 0 0,-25 24 0,25-24 0,0 0 0,0 25 0,0-25 16,0 25-16,0-25 0,0 0 0,0 25 0</inkml:trace>
  <inkml:trace contextRef="#ctx0" brushRef="#br0" timeOffset="353032.1923">16743 10840 0,'0'0'0,"0"0"16,0 0-16,0 0 0,0 0 0,0 0 0,0 0 15,0 0-15,0 0 0,0 0 0,0 0 0,0 0 0,0 0 16,0 0-16,0 0 0,0 0 0,0 0 0,0 0 0,0 24 0,0-24 15,-25 0-15,25 0 0,0 0 0,0 25 0,0-25 0,0 0 0,-24 0 16,24 25 0,0-25-16,0 0 0,-25 0 0,25 0 0,0 25 0,0-25 0,0 0 0,0 0 0,-25 0 15,25 25-15,0-25 0,0 0 0,-25 0 0,25 0 16,0 0-16,0 0 15,0 24-15,0-24 0,0 0 0,0 0 0,0 0 0,0 0 0,0 0 0,0 0 16,0 0-16,0 0 0,0 0 0,0 0 0,0 0 0,0 0 16,0 0-16,0 0 0,0 0 0,0 25 15,0-25-15,0 0 0,0 0 0,0 0 0,0 0 0,0 0 0,0 0 16,0 0-16,25 0 0,-25 0 0,0 0 0,0 0 15,0 0-15,25 0 0,-25 0 16,0 0-16,25 0 0,-25 0 0,0 0 0,24 0 0,-24 0 0,0 0 0,0 0 0,25 0 16,-25 0-16,0 0 0,25 0 15,-25 0-15,0 0 0,0 0 0,25 0 0,-25 0 16,0 0-16,0 0 0,25 0 0,-25 0 0,0 0 0,0 0 0,24 0 0,-24 0 15,0 0-15,0 0 0,0 0 0,25 0 16,-25 0-16,0 0 0,0 0 16,0 0-16,0 0 0,0 0 0,0 0 0,0 0 0,0 0 0,0 0 62,0 0-62,0 0 0,0 0 0,0 0 0,0 0 0,0 0 0,0 0 0,0 0 0,0-25 0,0 25 0,0 0 0</inkml:trace>
  <inkml:trace contextRef="#ctx0" brushRef="#br0" timeOffset="353224.2033">16917 10914 0,'0'0'0,"0"0"0,0 0 0,0 0 16,0 0-16,0 0 0,-25-25 0,25 25 0,0 0 16,0 0-16,0 0 0,0 0 0,0 0 0,0 0 15,0 25-15,25-25 0,-25 0 0,0 0 0,0 0 0,0 25 16,0-25-16,0 0 0,0 25 0,0-25 0,0 24 15,0-24-15,0 25 0,-25-25 0,25 25 16,0-25-16,0 25 0,0-25 0,0 25 16,0-1-16,0-24 0,-25 25 0,25-25 0,0 25 0,0-25 0,0 0 0,0 25 15,-25-25-15,25 25 16,0-25-16,0 0 0,0 25 0,0-25 0</inkml:trace>
  <inkml:trace contextRef="#ctx0" brushRef="#br0" timeOffset="354868.2973">19248 10840 0,'0'0'0,"0"0"0,-24 0 31,24 0-31,0 0 0,0 0 0,0 0 0,0 0 0,0 0 0,0 0 0,0 0 15,0 0-15,0 0 0,0 0 0,0 0 0,0 0 0,0 0 0,0 0 0,0 0 16,-25 0 0,25 0-16,0 0 0,0 0 0,0 0 0,0 0 0,0 0 0,0 0 15,0 0-15,0 0 0,0 0 0,0 0 0,0 0 0,0 0 0,0 0 0,0 0 16,0 0-16,0-25 15,0 25-15,0 0 0,0 0 0,0 0 0,0 0 0,0 0 16,0 0-16,0 0 0,0 0 0,25 0 0,-25 0 0,0-25 0,0 25 0,0 0 16,0 0-16,0 0 0,0 0 0,0 0 0,0 0 0,0 0 15,0 0-15,0 0 0,24 0 16,-24 0-16,0 0 0,0 0 0,0 0 0,25 0 0,-25 0 0,0 0 0,0 0 15,0 25-15,25-25 0,-25 0 0,0 0 0,0 0 16,0 0-16,0 25 16,0-25-16,0 0 0,0 0 0,0 0 0,0 24 0,0-24 0,0 0 15,0 25-15,0-25 0,0 0 0,0 0 16,-25 25-16,25-25 0,0 0 0,0 0 0,0 25 0,-25-25 15,25 0-15,0 0 0,0 25 0,0-25 0,-24 0 0,24 0 0,0 24 0,0-24 16,-25 0-16,25 0 0,0 0 0,0 0 0,0 0 16,-25 0-16,25 0 0,0 25 0,0-25 31,0 0-31,0 0 0,0 0 0,0 0 0,0 0 0,0 0 0,0 0 0,0 0 0,0 0 0,0 0 0,0 0 0,0 0 0,0 0 15,0 0 1,0 0-16,0 0 0,25-25 0,-25 25 0,0 0 0,0 0 0,0 0 16,0 0-16,0 0 0,25 0 0,-25 0 0,0 25 0,0-25 0,0 0 0,0 0 15,0 0-15,0 0 0,24 0 0,-24 0 0,0 0 0,0 25 31,0-25-31,0 0 0,0 0 0,0 0 0,0 25 0,0-25 0,0 0 0,0 0 16,0 25-16,0-25 0,0 0 0,0 0 0,0 24 0,0-24 0,0 0 0,0 0 16,0 25-16,0-25 0,-24 0 0,24 0 15,0 0-15,0 25 0,0-25 0,0 0 16,0 0-16,-25 0 0,25 0 0,0 0 0,0 0 0,0 25 0,-25-25 15,25 0-15,0 0 0,0 0 16,0 0-16,-25 0 0,25 0 0,0 0 0,0 0 0,0 0 16,0 0-16,-25 0 0,25 0 0,0 0 0,0 0 0,0 0 0,0 0 0,0 0 15,0 0-15,0-25 0,0 25 0,0 0 0,0 0 16,0 0-16,0 0 0,0 0 15,0 0-15,0 0 0,0 0 0,0 0 0,0 0 0,0-25 0,0 25 0,0 0 32,0 0-32,0 0 0,25 0 0,-25 0 0,0-25 0</inkml:trace>
  <inkml:trace contextRef="#ctx0" brushRef="#br0" timeOffset="355272.3205">19546 10914 0,'0'0'0,"25"0"0,-25 0 0,0 0 0,0 0 0,0 0 0,0 0 0,0 0 15,0 0-15,0 0 16,0 0-16,25 0 0,-25 0 0,0 0 0,0 0 0,0 0 16,25 0-16,-25 0 0,0 0 0,0 0 0,24 0 0,-24 0 0,0 0 0,0 0 15,25 0-15,-25 0 0,0 0 0,0 0 16,0 0-16,25 0 0,-25 0 0,0 0 15,0 0-15,0 0 0,0 25 0,0-25 0,0 0 0,0 0 0,0 0 0,0 0 16,0 0-16,0 0 0,0 25 0,0-25 0,0 0 0,0 0 16,0 24-16,0-24 0,0 0 15,0 0 1,-25 25-16,25-25 0,0 25 0,0-25 0,0 0 0,0 25 0,0-25 0,0 0 0,0 25 0,-25-25 0,25 0 15,0 0-15,0 24 0,0-24 0,0 0 0,0 25 0,0-25 0,0 0 16,-24 25-16,24-25 16,0 0-16,0 0 0,0 0 0,0 25 0,0-25 0,0 0 0,0 0 15,0 0-15,0 0 0,0 0 0,-25 0 0,25 0 0,0 0 0,0 0 16,0 0-1,0 0-15,0 0 0,0 0 0,0 0 0</inkml:trace>
  <inkml:trace contextRef="#ctx0" brushRef="#br0" timeOffset="355421.329">19571 11162 0,'0'0'0,"0"0"0,0 0 15,0 0-15,0 0 0,0 0 0,0 0 0,0 0 16,25 0-16,-25 0 0,0 0 0,25 0 0,-25 0 0,24 0 16,-24 0-16,25 0 0,-25 0 0,25 0 0,-25 0 15,25 0-15,0 0 0,-25 0 0,24 0 0</inkml:trace>
  <inkml:trace contextRef="#ctx0" brushRef="#br0" timeOffset="361570.6806">21530 8632 0,'0'0'0,"0"0"0,0 0 0,0 0 16,0 0-16,0-25 0,0 25 0,0 0 0,0 0 0,0 0 15,0 0-15,0 0 0,0 0 0,0-25 0,0 25 47,0 0-47,0 0 0,0 0 0,0 0 0,0 0 0,0 0 0,0 0 0,0 0 0,0 0 0,0 0 0,0 0 0,0 0 0,0 0 0,0 0 0,0 0 0,0 0 16,0 0-16,0 0 0,0 0 0,0 0 0,0 0 15,0 0-15,0 0 0,0 0 16,0 0-16,0 25 0,0-25 0,0 0 0,-24 0 0,24 0 0,0 0 0,0 0 16,0 0-16,0 0 0,0 25 0,0-25 0,0 0 15,0 0-15,0 0 0,-25 25 0,25-25 0,0 0 16,0 0-16,0 25 0,0-25 0,-25 0 0,25 0 0,0 24 0,0-24 15,0 0-15,0 25 0,0-25 16,0 0-16,-25 0 0,25 25 0,0-25 0,0 0 0,0 25 0,0-25 0,0 0 16,0 0-16,0 25 15,0-25-15,0 0 0,-25 0 0,25 0 0,0 24 16,0-24-16,0 0 0,0 0 0,0 0 0,0 0 0,0 25 0,0-25 0,0 0 0,0 0 31,0 0-31,0 0 0,0 0 0,0 25 0,0-25 0,0 0 0,0 0 0,0 0 0,0 0 16,0 0-16,0 0 0,0 0 0,0 0 0,0-25 0,0 25 0,0 0 15,0 0-15,25 0 0,-25-25 16,0 25-16,0 0 0,0-24 0</inkml:trace>
  <inkml:trace contextRef="#ctx0" brushRef="#br0" timeOffset="361750.691">21506 8756 0,'0'0'0,"0"0"15,0 0-15,0 0 0,0 0 0,0 0 0,0 0 0,24 0 16,-24-25-16,0 25 0,0 0 0,0 25 0,25-25 0,-25 0 15,0 0-15,0 0 0,25 0 0,-25 0 0,25 0 16,-25 0-16,0 0 0,25 0 0,-25 0 0,24 0 16,-24 0-16,0 0 0,25 0 0,-25 0 0,0 0 31,25 0-31,-25 0 0,0 0 0,25 0 0,-25 0 0,0 0 0,25-25 0,-25 25 0,0 0 0,0 0 0</inkml:trace>
  <inkml:trace contextRef="#ctx0" brushRef="#br0" timeOffset="362014.7061">21828 8607 0,'0'-25'0,"0"25"0,0 0 0,0 0 0,0 0 16,0 0-16,0 0 0,0-24 0,0 24 0,0 0 16,0 0-16,0 0 0,0 0 0,0 0 0,0 0 0,0 24 15,0-24-15,0 0 16,0 0-16,0 0 0,0 0 0,0 25 15,0-25-15,0 0 0,0 25 0,-25-25 0,25 0 0,0 25 0,0-25 0,0 0 16,0 25-16,0-25 0,0 0 0,0 24 0,0-24 0,-24 0 0,24 25 0,0-25 16,0 0-1,0 25-15,0-25 0,0 0 0,-25 25 0,25-25 0,0 0 0,0 25 0,0-25 16,0 0-16,0 0 0,0 24 0,0-24 0,-25 0 0,25 0 0,0 0 15,0 0 1,0 0-16,0 0 0,0 0 0,0 0 0,0 0 0,0 0 0,0 0 0,0 0 0,25 0 16,-25-24-16</inkml:trace>
  <inkml:trace contextRef="#ctx0" brushRef="#br0" timeOffset="362237.7186">21952 8731 0,'0'0'0,"0"0"0,0 0 0,0 0 0,0 0 0,0 0 15,0 0-15,0 0 0,0 0 16,0 0-16,0 0 0,0 25 0,0-25 16,-25 0-16,25 0 0,0 25 0,0-25 0,0 0 0,0 25 0,0-25 0,0 24 0,0-24 15,-24 0-15,24 25 0,0-25 16,0 0-16,0 25 0,0-25 0,-25 25 0,25-25 15,0 0-15,0 0 0,0 25 0,-25-25 0,25 0 0,0 24 0,0-24 0,0 0 16,0 0-16</inkml:trace>
  <inkml:trace contextRef="#ctx0" brushRef="#br0" timeOffset="362844.7536">21109 9252 0,'0'0'0,"0"0"15,0 0 1,0 0-16,0 0 0,0 0 0,0 0 0,0 0 0,0 0 0,0 0 15,0 0-15,0 0 0,0 0 0,0 25 0,0-25 0,0 0 0,0 25 0,0-25 16,0 0-16,0 25 0,0-25 0,0 24 0,0-24 0,0 25 16,0-25-16,0 25 15,0-25-15,0 25 0,-25-25 0,25 25 0,0-25 0,0 24 0,0-24 0,0 0 16,0 25-16,0-25 0,0 0 0,0 25 0,0-25 0,0 0 15,0 25 1,0-25-16,0 0 0,-25 0 0,25 0 0,0 25 0,0-25 0,0 0 0,0 0 0,0 0 16,0 0-16,0 0 0,0 0 15,0 0-15,0 0 0,0 0 0,0 0 0,0 0 0,0-25 16,0 25-16,0 0 0,0 0 0,0 0 0,0-25 0,0 25 0</inkml:trace>
  <inkml:trace contextRef="#ctx0" brushRef="#br0" timeOffset="363197.7738">21109 9500 0,'25'0'0,"-25"0"16,0 0-16,24 0 0,-24 0 0,0 0 0,25 0 15,-25 0-15,0 0 0,0 0 0,25 0 0,-25 0 16,0 0-16,25 0 0,-25 0 0,0 0 0,25 0 0,-25 0 15,0 0-15,24 0 0,-24 0 0,25 0 0,-25 0 16,25 0-16,-25 0 0,25 0 0,-25-25 0,0 25 0,25 0 16,-25 0-16,24 0 0,-24 0 0,25 0 0,-25-24 15,0 24-15,25 0 0,-25 0 0,0 0 16,25 0-16,-25-25 0,0 25 0,0 0 0,0 0 0,0 0 0,25 0 15,-25-25-15,0 25 16,0 0-16,0 0 0,0 0 0,0 0 0,0-25 0,0 25 0,0 0 16,0 0-16,0 0 0,0-25 0,0 25 0,0 0 0,0 0 0,0 0 15,0 0-15,0 0 16,0 0-16,0-24 0,0 24 0,0 0 0,0 0 0,0 0 0,0 0 0,0 0 15,0 0-15,0 24 0,0-24 0,0 0 0,0 0 0,0 0 0,-25 0 16,25 0 0,0 25-16,0-25 0,0 0 0,0 0 0,0 25 0,0-25 0,0 0 0,0 25 0,0-25 15,0 0-15,-25 25 0,25-25 16,0 0-16,0 24 0,0-24 0,0 25 0,0-25 15,0 0-15,0 25 0,0-25 0,-25 0 0,25 25 0,0-25 0,0 0 16,0 25-16,0-25 0,0 0 0,0 0 0,0 0 0,-25 24 0,25-24 16,0 0-16,0 0 15,0 0-15,0 0 0,0 0 0,0 0 0,0 0 0</inkml:trace>
  <inkml:trace contextRef="#ctx0" brushRef="#br0" timeOffset="363578.7956">21630 9500 0,'0'0'0,"0"0"16,0 0-16,0-25 0,0 25 0,0 0 15,0 0-15,24 0 0,-24 0 0,0 0 0,0 0 0,0 0 0,0 0 0,0 0 16,25 0-16,-25 0 0,0 0 0,0 0 0,0 0 0,25 0 15,-25 25-15,0-25 0,0 0 16,0 0-16,0 0 0,0 0 0,0 25 0,0-25 0,0 0 0,0 0 0,0 0 16,0 0-1,0 25-15,0-25 0,0 0 0,0 0 0,0 0 0,-25 25 16,25-25-16,0 0 0,-25 0 0,25 24 0,0-24 0,-24 0 0,24 25 0,0-25 0,0 0 0,-25 0 15,25 25-15,0-25 16,-25 0-16,25 0 0,0 0 0,0 25 0,0-25 16,0 0-16,0 0 0,0 0 0,0 0 0,0 25 0,0-25 0,0 0 0,0 0 15,25 0-15,-25 0 0,0 0 0,25 0 0,-1 0 0,-24 0 16,25 0-16,-25 0 0,25 0 15,0 0-15,0 0 0,-25 0 0,25 0 0,-1 0 0,-24 0 0,25 0 0,-25 0 32,25 0-32,-25 0 0,25 0 0,-25 0 0,25 0 0</inkml:trace>
  <inkml:trace contextRef="#ctx0" brushRef="#br0" timeOffset="364249.8339">21010 10021 0,'0'0'0,"0"0"0,0 0 16,24 0-16,-24 0 0,0 0 0,0 0 0,0 0 0,0 0 16,0 0-16,0 0 15,0 0-15,0 0 0,0 0 0,0 0 0,0 0 0,0 0 0,0 0 0,0 0 0,0 0 16,0 0-16,0 0 0,0 0 15,0 0-15,0 0 0,0 25 0,0-25 16,0 0-16,0 0 0,0 25 0,-24-25 0,24 25 0,0-25 0,0 0 0,0 24 16,0-24-16,0 25 0,0-25 15,-25 25-15,25-25 0,0 25 0,0-25 0,0 25 0,0-25 16,0 24-16,0-24 0,0 25 0,-25-25 0,25 25 0,0-25 0,0 0 15,0 25-15,0-25 0,0 0 0,0 25 0,0-25 0,0 0 16,-25 0-16,25 24 0,0-24 16,0 0-16,0 0 0,0 0 0,0 0 0,0 0 0,0 0 0,0 0 15,0 0-15,0 0 0,0 0 0,0 0 16,0 0-16,0 0 0,0 0 0,0-24 0,0 24 0,0 0 0,0 0 15,0-25-15</inkml:trace>
  <inkml:trace contextRef="#ctx0" brushRef="#br0" timeOffset="364419.8436">21010 10244 0,'0'0'16,"0"0"-16,0 0 0,0 0 0,0 0 0,24 0 15,-24 0-15,0 0 0,0 0 0,0-24 0,25 24 0,-25 0 16,0 0-16,25 0 0,-25 0 0,0 0 0,25 0 16,-25 0-16,25 0 0,-25 0 0,0 0 0,24 0 15,-24 0-15,25 0 0,-25 0 0,25 0 16,-25 0-16,0 0 0,25 0 0,-25 0 15,0 0-15,0 0 0,25-25 0,-25 25 0,0 0 0,0 0 0,0 0 0,0 0 0,0 0 16,0 0-16,0-25 0</inkml:trace>
  <inkml:trace contextRef="#ctx0" brushRef="#br0" timeOffset="364660.8574">21282 10145 0,'0'-25'16,"0"25"-16,0 0 0,0 0 0,0 0 0,0-24 0,-24 24 15,24 0-15,0 0 0,0 0 0,0 0 0,0-25 16,0 25-16,0 0 0,0 0 0,0 0 0,0 0 0,0 0 16,0 0-16,0 0 0,0 0 0,0 0 0,0 0 15,0 0-15,0 0 0,0 25 0,0-25 0,0 0 16,0 0-16,0 24 0,0-24 0,0 0 0,0 25 0,0-25 15,0 25-15,0-25 16,0 25-16,-25-25 0,25 0 0,0 25 0,0-25 0,0 0 0,0 24 16,0-24-16,0 25 0,0-25 0,0 0 0,-25 25 0,25-25 0,0 0 15,0 0 1,0 25-16,0-25 0,0 0 0,0 0 0,0 25 0,0-25 0,0 0 0,0 0 0,-25 0 15,25 24-15,0-24 0,0 0 0,0 0 0,0 0 0,0 0 16,25 0-16,-25 0 16,0 0-16,0 0 0,0 0 0</inkml:trace>
  <inkml:trace contextRef="#ctx0" brushRef="#br0" timeOffset="365274.8926">21431 10269 0,'0'0'0,"0"0"0,0-25 15,0 25-15,0 0 0,0 0 0,0 0 0,0 0 0,0 0 16,0 0-1,0 0-15,0 0 0,25 0 0,-25 0 0,0 0 0,0 0 0,0 0 0,0 0 16,25 0-16,-25 0 0,0 0 0,0 0 0,0 0 0,25 0 0,-25 0 16,0 0-16,0 0 0,0 0 15,0 0-15,0 0 0,24 0 0,-24 0 0,0 0 0,0 0 0,0 25 16,0-25-16,0 0 0,0 0 0,0 0 0,0 0 0,0 0 15,0 0-15,0 25 16,0-25-16,0 0 0,-24 0 0,24 0 0,0 25 0,0-25 0,0 0 0,-25 0 0,25 25 16,0-25-1,0 0-15,-25 0 0,25 0 0,0 24 0,0-24 0,-25 0 0,25 0 16,0 0-16,0 0 0,0 25 0,-25-25 0,25 0 0,0 0 0,0 0 15,0 0-15,0 0 16,0 0-16,0 0 0,0 0 0,0 0 0,0 0 0,0 0 0,0 0 0,0 0 16,0 0-16,25 0 0,-25 0 0,0 0 0,0 0 0,0 0 0,25-25 15,-25 25 1,0 0-16,0 0 0,0 0 0,0 0 0,0 0 0,0 0 0,25 25 0,-25-25 15,0 0-15,0 0 0,0 0 0,0 0 0,0 0 0,0 0 0,0 25 0,0-25 16,25 0 0,-25 0-16,0 0 0,0 25 0,0-25 0,0 0 0,0 0 0,0 0 0,-25 25 15,25-25-15,0 0 0,0 0 0,0 24 0,0-24 0,0 0 16,0 0-16,0 0 0,0 0 0,0 0 15,0 25-15,-25-25 0,25 0 0,0 0 0,0 0 0,0 0 0,-25 0 0,25 0 16,0 0-16,0 0 0,0 0 0,0 0 0,-25 0 0,25 0 16,0 0-16,0 0 0,0 0 0,0 0 15,0 0-15,-24 0 0,24 0 0,0 0 0,0-25 0,0 25 16,0 0-16,0 0 0,0 0 0,0 0 0,0 0 15,0 0-15,0 0 0,0 0 0,0 0 16,0 0-16,0 0 0</inkml:trace>
  <inkml:trace contextRef="#ctx0" brushRef="#br0" timeOffset="366177.9442">20985 10765 0,'0'0'0,"0"0"0,0-25 15,0 25-15,0 0 0,0 0 0,0 0 0,0 0 0,0 0 0,0-24 31,0 24-31,0 0 0,0 0 0,0 0 0,0 0 0,0 0 0,0 0 0,0 0 0,0 0 0,0 0 16,0 0-16,0 0 0,0 0 0,0 0 0,0 0 0,0 0 16,0 0-16,0 0 15,0 0-15,0 0 0,0 24 0,0-24 0,-25 0 0,25 25 0,0-25 16,0 25-16,0-25 0,0 25 0,0-25 0,0 25 0,0-25 15,0 24-15,-25 1 0,25-25 16,0 25-16,0-25 0,0 25 0,0-25 0,0 25 0,0-25 0,0 24 0,0-24 16,0 25-1,0-25-15,0 0 0,0 25 0,-25-25 0,25 25 0,0-25 16,0 0-16,0 25 0,0-25 0,0 0 15,0 0-15,0 24 0,0-24 0,0 0 0,0 0 0,0 0 0,0 0 0,0 0 0,0 25 16,0-25-16,0 0 0,0 0 0,0 0 0,0 0 0,0-25 0,0 25 0,0 0 31,0 0-31,0 0 0,0 0 0,0-24 0,0 24 0,0 0 0,0-25 0,0 25 16,0 0-16,0 0 0,0-25 0</inkml:trace>
  <inkml:trace contextRef="#ctx0" brushRef="#br0" timeOffset="366385.9561">20935 10988 0,'0'0'0,"0"0"0,0-24 0,0 24 15,0 0-15,0 0 0,25 0 0,-25 0 0,0 0 0,0 0 16,25 0-16,-25 0 0,0 0 0,25 0 0,-25 24 15,0-24-15,24 0 0,-24 0 0,0 0 0,25 0 0,-25 0 16,0 0-16,25 0 0,-25 0 0,25 0 0,-25 0 16,0 0-16,25 0 0,-25 0 0,0 0 0,0 0 0,24 0 15,-24 0-15,0-24 0,0 24 0,0 0 0,25 0 16,-25 0-16,0 0 0,0-25 0,0 25 0</inkml:trace>
  <inkml:trace contextRef="#ctx0" brushRef="#br0" timeOffset="366613.9692">21208 10840 0,'0'0'0,"0"0"0,0 0 0,0 0 0,0 0 0,0 0 0,0 0 0,0 0 0,0 0 16,0 0-16,0 0 0,0 0 0,0 0 0,0 0 0,0 0 15,0 0-15,0 24 0,0-24 0,0 0 0,0 25 16,0-25-16,0 25 0,0-25 0,0 0 0,0 25 0,0-25 15,0 25-15,0-25 0,0 24 0,0-24 0,-25 25 16,25-25-16,0 0 0,0 25 0,0-25 0,0 25 16,0-25-16,0 0 0,0 25 0,0-25 0,0 0 0,0 24 15,0-24-15,0 0 0,0 25 0,0-25 0,-25 0 0,25 0 16,0 0-16,0 25 0,0-25 0,0 0 0,0 0 15,0 0-15,0 0 0,0 0 0,0 0 0,0 0 16,0 0-16</inkml:trace>
  <inkml:trace contextRef="#ctx0" brushRef="#br0" timeOffset="367113.9978">21431 11038 0,'0'0'0,"0"0"0,0 0 0,0 0 16,0 0-16,0 0 0,0 0 0,0 0 16,0 25-16,0-25 0,0 0 15,0 0-15,0 0 0,-25 0 0,25 0 0,0 25 0,0-25 0,0 0 0,0 0 16,0 24-16,0-24 0,0 0 0,-24 0 0,24 0 0,0 25 0,0-25 15,0 0 1,0 0-16,0 0 0,-25 25 0,25-25 0,0 0 0,0 0 0,0 0 0,0 0 0,-25 0 16,25 0-16,0 25 0,0-25 0,0 0 0,0 0 0,0 0 15,0 0 1,0 0-16,-25 0 0,25 25 0,0-25 0,0 0 0,0 0 0,0 0 0,0 0 0,0 0 15,0 0-15,0 0 0,0 0 0,0 0 0,0 0 0,0 0 16,0 0 46,0 0-62,0 0 0,0 0 0,0 0 0,0 0 0,0 0 0,0 0 0,0 0 0,0 0 0,25 0 0,-25 0 0,0 0 0,0 0 0,0 0 0,0 0 0,0 0 0,0 0 0,0 0 0,25 0 0,-25 0 0,0 0 0,0 0 0,0 0 0,25 0 0,-25 0 0,0 0 0,0 0 16,24 0 0,-24 0-16,0 0 0,0 0 0,25 0 0,-25 0 0,0 0 15,0 0-15,0 0 0,25 0 0,-25 25 0,0-25 0,0 0 0,0 0 0,25 0 16,-25 0-1,0 0-15,0 0 0,25 0 0,-25 0 0,0 0 0,0 0 0,24 0 0,-24 0 0,0 0 0,0 0 0,0 0 16,25 0 0,-25 0-16,0 0 0,0 0 0,0 0 0,0 0 0,0 0 0,0 0 0,0 0 15,0 0-15,0 0 0,0 0 0,0 0 0,0 0 0,0 0 0,0 0 16,25 0-1,-25 0-15,0 0 0,0 0 0,0 0 0,0 0 0,0 0 0,0 0 16,0 0-16,0 0 0,0 0 0,0-25 0</inkml:trace>
  <inkml:trace contextRef="#ctx0" brushRef="#br0" timeOffset="367355.0115">21605 11112 0,'0'0'0,"0"0"0,0 0 0,0 0 0,0 0 0,0 0 15,0 0-15,0 0 0,0 0 16,0 0-16,0 0 15,-25 0-15,25 0 0,0 0 0,0 0 0,0 0 0,0 0 0,0 25 0,0-25 0,0 0 0,0 0 16,0 25-16,0-25 0,0 25 0,0-25 0,0 25 0,0-25 16,0 25-16,0-25 0,0 0 15,-25 24-15,25-24 0,0 25 0,0-25 0,0 25 0,0-25 0,0 0 0,0 25 16,0-25-16,-25 25 15,25-25-15,0 0 0,0 0 0,0 24 0,0-24 0,0 0 0,0 0 16,0 0-16,0 25 0</inkml:trace>
  <inkml:trace contextRef="#ctx0" brushRef="#br0" timeOffset="381352.8122">13593 8483 0,'0'-25'16,"0"25"-16,25 0 15,-25 0-15,0 0 0,0 0 0,0 0 0,0 0 0,0 0 0,0 0 16,0 0-16,0 0 0,0 0 0,0 0 0,0-24 0,0 24 0,0 0 15,0 0 1,0 0-16,0 0 0,0 0 0,0 0 0,0 0 0,0 0 0,0 0 0,0 0 16,0 0-16,0 0 0,0 0 0,0 0 0,0 0 0,0 0 0,0 0 15,0 0 1,0 0-16,0 0 0,0 0 0,0 0 0,0 0 0,0 0 0,0 0 31,0 0-31,0 0 0,0 0 0,0 0 0,0 0 0,0-25 0,0 25 0,0 0 0,0 0 0,0 0 0,0 0 0,0 0 16,0 0-16,0 0 0,0 0 0,0 0 0,0 0 0,0 0 0,0-25 31,-25 25-31,25 0 0,0 0 0,0 0 0,0 0 0,0 0 0,0 0 0,0 0 0,0 0 15,0-25-15,0 25 0,0 0 0,0 0 0,0 0 0,0 0 0,-25 0 16,25 0 0,0 0-16,0-25 0,0 25 0,0 0 0,0 0 0,0 0 0,0 0 0,-25 0 0,25 0 0,0 0 15,0 0-15,0 0 0,0 0 0,-24 0 0,24 0 0,0-24 16,0 24-1,0 0-15,-25 0 0,25 0 0,0 0 0,0 0 0,0 0 0,0 0 0,-25 0 16,25 0-16,0 0 0,0 0 0,0 0 0,0 0 0,-25 0 0,25 0 16,0-25-1,0 25-15,0 0 0,0 0 0,0 0 0,0 0 0,-25 0 0,25 0 0,0 0 16,0 0-16,-24 0 0,24 0 0,0 0 0,0 0 0,-25 0 0,25 0 0,0 0 47,-25-25-47,25 25 0,0 0 0,-25 0 0,25 0 0,0 0 0,-25 0 0,25 0 0,0 0 0,0 0 0,-24 0 0,24 0 0,0 0 0,-25 0 0,25 0 31,0 0-31,0 0 0,-25 0 0,25 0 0,0 0 0,0 0 0,-25 0 0,25 0 0,0 0 0,0 0 0,0 0 15,0 0 1,-25 0-16,25 0 0,0 25 0,0-25 0,-25 0 0,25 0 0,0 0 0,0 0 0,0 0 16,-24 0-16,24 0 15,0 0-15,0 0 0,-25 0 0,25 0 0,0 0 0,0 0 0,0 0 16,0 25-16,0-25 0,-25 0 0,25 0 0,0 0 0,0 0 0,0 0 0,0 0 0,0 0 15,-25 24-15,25-24 0,0 0 0,0 0 16,0 0-16,0 0 0,0 0 16,0 25-16,-25-25 0,25 0 0,0 0 0,0 0 0,0 0 0,0 0 0,0 25 15,0-25-15,0 0 16,0 0-16,0 0 0,0 0 0,0 25 0,-24-25 0,24 0 0,0 0 0,0 0 15,0 0-15,0 0 0,0 25 0,0-25 0,0 0 0,0 0 0,0 0 16,0 0 0,-25 0-16,25 24 0,0-24 0,0 0 0,0 0 0,0 0 0,0 0 15,0 25-15,0-25 0,0 0 0,0 0 0,-25 0 0,25 0 0,0 25 16,0-25-16,0 0 0,0 0 15,0 0-15,0 0 0,0 25 0,0-25 0,0 0 0,0 0 0,0 0 0,0 25 16,0-25-16,0 0 0,0 0 0,0 0 0,0 0 0,0 24 16,0-24-16,0 0 15,0 0-15,0 0 0,0 0 0,0 25 0,0-25 0,0 0 0,0 0 0,0 0 0,0 0 16,0 0-1,0 25-15,0-25 0,25 0 0,-25 0 0,0 0 0,0 0 0,0 25 0,0-25 32,0 0-32,0 0 0,0 0 0,0 0 0,0 25 0,0-25 0,0 0 0,0 0 0,0 0 0,0 0 0,0 24 15,0-24-15,0 0 0,0 0 0,0 0 0,0 25 0,0-25 0,0 0 16,0 0-1,25 0-15,-25 0 0,0 0 0,0 25 0,0-25 0,0 0 0,0 0 0,0 0 0,0 0 16,0 0-16,0 25 0,0-25 0,0 0 0,0 0 0,0 0 16,0 0-1,0 0-15,24 0 0,-24 25 0,0-25 0,0 0 0,0 0 0,0 0 0,0 24 16,0-24-16,0 0 0,0 0 0,0 0 0,0 0 0,0 25 0,0-25 15,25 0-15,-25 0 16,0 0-16,0 0 0,0 0 0,0 0 0,25 0 0,-25 25 0,0-25 0,0 0 16,0 0-16,25 0 0,-25 0 0,0 0 0,0 0 0,25 25 0,-25-25 15,0 0 1,0 0-16,0 0 0,24 0 0,-24 0 0,0 0 0,0 25 0,0-25 0,0 0 15,0 0-15,0 0 0,25 0 0,-25 0 0,0 0 0,0 0 0,0 24 16,0-24 0,0 0-16,0 0 0,25 0 0,-25 0 0,0 0 0,0 0 0,0 0 0,25 0 15,-25 0-15,0 0 0,0 0 0,0 0 0,25 0 0,-25 0 0,0 0 16,0 0-1,0 25-15,25-25 0,-25 0 0,0 0 0,0 0 0,0 0 0,0 0 0,0 0 0,0 0 16,0 0-16,24 25 0,-24-25 16,0 0-16,0 0 0,0 0 0,0 0 0,25 0 0,-25 0 15,0 0-15,0 0 0,0 0 0,0 0 0,0 0 0,25 0 0,-25 0 0,0 0 16,0 0-16,0 0 15,0 0-15,0 0 0,0 0 0,25 0 0,-25 0 0,0 0 16,0 0-16,0 0 0,0 0 0,0 0 0,0 0 0,25 25 0,-25-25 0,0 0 16,0 0-1,0 0-15,0 0 0,0 0 0,24 0 0,-24 0 0,0 0 0,0 0 0,0 0 0,25 0 16,-25 0-16,0 0 0,0 0 15,0-25-15,0 25 0,25 0 0,-25 0 16,0 0-16,0 0 0,0 0 0,0 0 0,0 0 0,0 0 0,0 0 0,25 0 0,-25 0 0,0 0 0,0 0 16,0 0-16,0 0 15,25 0-15,-25 0 0,0 0 0,0 0 0,0 0 0,0 0 16,0 0-16,0 0 0,24-25 0,-24 25 0,0 0 0,0 0 0,0 0 15,0 0-15,0 0 0,25 0 0,-25 0 0,0-25 0,0 25 0,0 0 16,0 0-16,0 0 16,0 0-16,25 0 0,-25 0 0,0 0 0,0-24 0,0 24 0,0 0 31,0 0-31,25 0 0,-25 0 0,0 0 0,0-25 0,0 25 0,0 0 0,0 0 0,0 0 0,0 0 0,25 0 0,-25-25 15,0 25-15,0 0 0,0 0 0,0 0 0,0 0 16,24-25-16,-24 25 16,0 0-16,0 0 0,0 0 0,0 0 0,0-25 0,25 25 0,-25 0 0,0 0 15,0 0-15,0-24 16,0 24-16,0 0 0,0 0 0,0-25 0,0 25 0,25 0 0,-25 0 0,0 0 0,0-25 15,0 25-15,0 0 0,0 0 0,0-25 0,0 25 0,0 0 0,0 0 32,0 0-32,0-25 0,0 25 0,0 0 0,0 0 0,0 0 0,0-24 0,0 24 62,0 0-62,0 0 0,0-25 0,0 25 0,0 0 0,0 0 0,0-25 0,0 25 0,0 0 0,-25 0 0,25-25 0,0 25 0,0 0 0,0 0 0,0-25 0,0 25 0,0 0 0,-25 0 0,25-24 0,0 24 0,0 0 0,0 0 0,-24 0 0,24-25 16,0 25-1,0 0-15,0 0 0,-25 0 0,25-25 0,0 25 0,0 0 0,-25 0 0,25 0 0,0-25 16,0 25-16,0 0 0,0 0 0,0 0 0,-25 0 0,25-25 15,0 25-15,0 0 16,0 0-16,0 0 0,-25 0 0,25 0 0,0 0 0,0 0 0,0 0 0,0-24 16,0 24-16,-24 0 0,24 0 0,0 0 0,0 0 0,0 0 0,0 0 15,-25 0 1,25 0-16,0 0 0,0 0 0</inkml:trace>
  <inkml:trace contextRef="#ctx0" brushRef="#br0" timeOffset="383622.942">13146 12030 0,'0'0'0,"0"0"0,0 0 16,0 0-16,0 0 0,0 0 0,0 0 0,0 0 0,0 0 0,0 0 31,0 0-31,0 0 0,0 0 0,0 0 0,0 0 0,0 0 0,0-25 0,0 25 0,0 0 16,25 0-16,-25 0 0,0 0 0,0 0 0,0 0 0,0 0 0,0-24 15,0 24-15,0 0 0,0 0 0,0 0 16,0 0-16,0 0 0,25 0 0,-25-25 16,0 25-16,0 0 0,0 0 0,0-25 0,0 25 0,25 0 0,-25-25 0,0 25 0,0 0 15,0-25-15,25 25 16,-25-24-16,0 24 0,0 0 0,0-25 0,25 25 0,-25-25 15,0 25-15,0 0 0,0-25 0,0 25 0,24-25 0,-24 25 0,0 0 0,0-24 0,0 24 32,0 0-32,0-25 0,0 25 15,0 0-15,0-25 16,0 25-16,0 0 0,0-25 0,0 25 0,0 0 0,0 0 0,0-25 0,0 25 0,0 0 0,0 0 0,0 0 0,0-24 0,0 24 0,0 0 0,0 0 0,0 0 15,0 0 1,0 0-16,0 0 0,0 0 0,0 0 0,0 0 0,0 0 0,0 0 16,0 0-16,0 0 0,0 0 0,0 0 0,0 0 0,0 0 0,0 0 15,0 0-15,0 0 0,0 0 0,0 0 0,0 0 0,0 0 0,0 0 16,0 0-16,0 0 0,0 0 15,0 24-15,0-24 0,0 0 0,0 0 0,0 25 0,0-25 16,0 0-16,0 25 16,0-25-16,0 25 0,0-25 0,0 0 0,0 25 0,0-25 0,0 24 0,0-24 15,0 0-15,0 25 0,0-25 0,0 25 0,0-25 0,0 25 0,0-25 0,0 25 31,0-25-31,0 0 0,0 24 0,0-24 0,0 25 0,0-25 0,25 25 0,-25-25 0,0 25 16,0-25-16,0 0 0,0 25 0,0-25 0,0 0 0,0 0 0,0 24 62,0-24-62,0 0 0,0 0 0,0 0 0,0 25 0,0-25 0,0 0 0,0 0 0,0 0 0,0 0 0,0 0 16,0 0-16,0 0 0,0 0 0,0 0 0,0 0 16,0 0-1,0 0-15,0 0 0,0 0 0,0 0 0,0 0 0,0 0 0,0 0 0,0 0 0,0 0 0,0 0 0,0 0 0,0 0 0,0 0 0,0 0 0,0-25 0,0 25 0,0 0 0,0 0 0,0-24 0,0 24 16,0-25-16,0 25 0</inkml:trace>
  <inkml:trace contextRef="#ctx0" brushRef="#br0" timeOffset="384853.0124">14536 11757 0,'0'0'0,"0"0"0,0 0 16,0 0-16,0 0 0,0 0 0,0 0 0,0 0 0,0 0 0,0 0 31,0 0-31,0 0 0,0 0 0,-25 0 0,25 0 0,0 0 0,0 0 0,0-24 0,0 24 0,0 0 16,0 0-16,0 0 0,0 0 0,0 0 0,0 0 0,0 0 15,0 0 1,0-25-16,0 25 0,0 0 0,0 0 0,0 0 0,0 0 0,0 0 0,0-25 16,0 25-16,0 0 0,0 0 0,0 0 0,25-25 0,-25 25 0,0 0 15,0 0-15,0 0 16,0 0-16,0 0 0,24 0 0,-24 0 0,0-25 0,0 25 15,0 0-15,0 0 0,0 0 0,0 0 0,25 0 0,-25 0 0,0 0 0,0 25 16,0-25-16,0 0 0,0 0 0,25 0 0,-25 0 0,0 0 16,0 0-16,0 0 15,0 0-15,0 25 0,0-25 0,0 0 0,0 0 0,0 25 0,0-25 0,25 0 0,-25 0 16,0 25-16,0-25 0,0 0 15,0 24-15,0-24 0,-25 0 0,25 25 16,0-25-16,0 0 0,0 25 0,0-25 0,0 0 0,-25 0 0,25 25 0,0-25 16,0 0-16,0 0 0,0 0 15,0 25-15,0-25 0,-25 0 0,25 0 0,0 0 0,0 0 0,0 0 0,0 24 16,0-24-16,0 0 0,0 0 0,0 0 0,0 0 0,0 0 15,0 0-15,0-24 0,0 24 16,0 0-16,0 0 0,0 0 0,0 0 0,0 0 0,25 0 0,-25 0 0,0 0 31,0 0-31,0 0 0,0 0 0,0-25 0,25 25 0,-25 0 0,0 0 0,0 0 0,0 0 0,0 0 0,0 0 16,0 0-16,25 25 47,-25-25-47,0 0 0,0 0 0,0 0 0,0 0 0,25 0 0,-25 0 0,0 0 0,0 24 0,0-24 0,0 0 0,24 0 0,-24 0 0,0 25 0,0-25 15,0 0-15,25 0 0,-25 25 0,0-25 0,0 0 0,0 0 0,0 25 16,0-25-16,0 0 0,0 0 0,0 25 0,0-25 0,0 0 0,0 0 15,0 24-15,0-24 0,0 0 0,0 0 0,0 0 0,-25 25 0,25-25 16,0 0 0,0 0-16,0 0 0,-24 0 0,24 0 0,0 25 0,0-25 0,-25 0 0,25 0 15,0 0-15,0 0 0,-25 0 0,25 0 0,0 0 0,0 0 0,0 0 0,-25 0 16,25 0-1,0 0-15,0 0 0,0-25 0,0 25 0,0 0 0,0 0 0,0 0 0,0 0 16,0 0 0,0 0-16,0 0 0,25 0 0,-25 0 0,0 0 0,0 0 0,0 0 0,25 0 0,-25 0 15</inkml:trace>
  <inkml:trace contextRef="#ctx0" brushRef="#br0" timeOffset="385933.0741">15726 11733 0,'0'0'0,"0"0"15,0 0-15,0 0 0,0 0 0,0 0 0,0 0 0,0 0 0,0 0 0,0 0 16,0 0-16,0 0 0,0 0 0,0 0 0,0 0 0,0 0 15,0 0-15,0 0 0,0 0 16,0 0-16,0 0 0,0 0 0,0 0 0,0 0 0,0 24 0,0-24 0,0 0 16,0 0-1,0 0-15,0 0 0,0 25 0,0-25 0,0 0 0,0 0 0,0 25 0,0-25 0,0 0 16,0 25-16,0-25 0,0 0 0,0 25 0,0-25 0,0 0 0,0 24 15,0-24 1,25 0-16,-25 25 0,0-25 0,0 0 0,0 0 0,0 25 0,0-25 0,0 0 16,0 0-16,0 0 0,0 25 0,0-25 0,0 0 0,0 0 15,0 0-15,0 0 0,0 0 16,0 0-16,0 0 0,0 0 0,0 0 0,0 0 0,0 0 0,0 0 15,0 0-15,0 0 0,0 0 0,0 0 0,0 0 0,0-25 0,0 25 16,0 0 0,25 0-16,-25 0 0,0 0 0,0 0 0,0 0 0,0 0 0,25 0 0,-25-25 0,0 25 15,24 0-15,-24 0 0,0 0 0,0 0 0,0 0 0,25 0 16,-25 0-16,0 0 15,0 0-15,0 0 0,0 0 0,25 0 0,-25 0 0,0 0 16,0 0-16,0 0 0,25 0 0,-25 25 0,0-25 16,0 0-16,0 0 0,0 25 0,25-25 0,-25 0 0,0 0 0,0 25 15,0-25-15,0 0 0,0 24 0,0-24 0,24 0 0,-24 0 0,0 25 0,0-25 31,0 0-31,0 0 0,0 25 0,0-25 0,0 0 0,0 0 0,0 0 0,0 25 0,0-25 32,0 0-32,0 0 0,0 0 0,0 0 0,0 25 0,0-25 0,0 0 0,0 0 0,0 0 0,0 0 15,0 0-15,0 0 0,0 0 0,-24 0 0,24 0 0,0 0 0,0 24 16,0-24-16,0 0 15,-25 0-15,25 0 0,0 0 0,0 0 0,0 0 0,0 0 16,0 0-16,-25 0 0,25 0 0,0 0 0,0 0 0,0 0 0,0 0 0,0 0 16,0 0-16,-25 0 15,25 0-15,0 0 0,0 0 0,0 0 0,0 0 0,0 0 0,0 0 0,-25 0 0,25 0 16,0 0-16,0 0 0,0 0 0,0-24 0,0 24 0,0 0 15,0 0 1,0 0-16,0-25 0,-24 25 0,24 0 0,0-25 0,24 25 0,-24 0 0,0-25 16,0 25-16</inkml:trace>
  <inkml:trace contextRef="#ctx0" brushRef="#br0" timeOffset="386131.0855">15850 11733 0,'0'0'0,"0"0"0,-25 0 0,25 0 0,0 0 0,0 0 16,0 0-16,0 0 0,0 0 0,0 0 0,0 0 15,0 0-15,0-25 0,25 25 0,-25 0 0,0 0 16,0 0-16,0 0 0,25 0 0,-25 0 0,0 0 0,25 0 16,-25 0-16,25 0 0,-25 0 0,24 0 0,-24 0 15,25 0-15,-25 0 0,25 0 16,-25 0-16,25 0 0,-25 0 0,25 0 0,-1 0 0,-24 0 15,25 0-15,-25 0 0,25 0 0</inkml:trace>
  <inkml:trace contextRef="#ctx0" brushRef="#br0" timeOffset="387175.1446">17165 11906 0,'0'0'0,"0"0"0,0 0 15,0 0-15,0-25 0,0 25 0,0 0 0,0 0 16,0 0-16,0 0 16,0 0-16,0 0 0,-25 0 0,25 0 0,0 0 0,0-24 0,0 24 0,0 0 15,0 0-15,-25 0 0,25 0 0,0 0 0,0 0 0,0 0 16,-25-25-16,25 25 15,0 0-15,0 0 0,-24 0 0,24 0 0,0 0 0,0 0 0,-25 0 16,25 0-16,0 0 0,0 0 0,-25 0 0,25 0 0,0 25 0,-25-25 16,25 0-16,0 0 15,-25 0-15,25 24 0,0-24 0,-24 0 0,24 25 0,0-25 0,0 0 0,0 25 0,0-25 0,0 0 31,-25 0-31,25 25 0,0-25 0,0 0 0,0 0 0,0 25 0,0-25 0,25 0 0,-25 0 0,0 24 32,0-24-32,0 0 0,0 0 0,0 0 0,0 25 0,0-25 0,24 0 0,-24 0 0,0 0 15,0 0-15,0 0 0,25 0 0,-25 0 0,0 0 0,25 0 0,-25 0 0,0 0 16,25 0-1,-25 0-15,0 0 0,25 0 0,-25 0 0,24 0 0,-24 0 0,0-25 0,25 25 16,-25 0-16,0 0 0,25 0 0,-25-24 0,0 24 0,0 0 16,25 0-1,-25-25-15,0 25 0,0 0 0,0 0 0,25-25 0,-25 25 0,0 0 0,0 0 0,0 0 0,0-25 16,0 25-16,0 0 0,0 0 0,0-25 0,0 25 15,0 0-15,0 0 16,0 0-16,0 0 0,0 0 0,0-24 0,0 24 0,0 0 0,0 0 0,0 0 16,0 0-16,0 0 0,0 0 0,0 0 0,0 0 0,0 0 0,0 0 15,0 0-15,0 0 16,0 0-16,0 0 0,0 0 0,0 0 0,0 0 0,0 24 0,0-24 0,24 0 15,-24 0-15,0 0 0,0 25 16,0-25-16,0 0 0,0 25 0,25-25 0,-25 0 0,0 25 16,0-25-16,0 25 0,0-25 0,0 0 0,25 24 0,-25-24 0,0 25 0,0-25 15,0 0-15,0 25 0,0-25 16,0 25-16,0-25 0,0 0 0,0 25 0,0-25 15,0 0-15,0 24 0,0-24 0,0 25 0,0-25 0,0 0 0,0 0 0,0 25 32,0-25-32,0 0 0,-25 0 0,25 25 0,0-25 0,0 0 0,0 0 0,0 0 0,0 25 0,0-25 0,0 0 15,0 0-15,0 0 0,0 0 0,0 0 0,0 0 0,-25 0 16,25 0-1,0 25 1,0-25-16,0 0 0,0 0 0,0 0 0,-24-25 0,24 25 0,0 0 0,0 0 0,0 0 0,-25 0 0,25 0 0,0 0 0,0 0 16,0 0-16,0 0 0,-25 0 0,25 0 0,0 0 0,0 0 15,0-25-15,0 25 16,0 0-16,0 0 0,0 0 0,0 0 0,0 0 0,0 0 0,0 0 15,0 0-15,0 0 0,0 0 0,0 0 0,0 0 0,0 0 0,0 0 0,0 0 32,0 0-32,0 0 0,0 0 0,0 0 0,0 0 0,0 0 0</inkml:trace>
  <inkml:trace contextRef="#ctx0" brushRef="#br0" timeOffset="388345.2121">19075 12030 0,'0'0'0,"0"0"16,0 0-1,0 0-15,0-25 0,0 25 0,0 0 0,0 0 0,0 0 0,0 0 0,0 0 16,0 0-16,0 0 0,0-24 0,0 24 0,0 0 0,25 0 0,-25 0 15,0 0-15,0 0 16,0 0-16,0 0 0,0 0 0,0 0 0,0 0 0,0-25 0,0 25 16,0 0-16,0 0 0,0 0 0,0 0 0,0 0 0,0 0 0,0 0 15,0 0-15,0 0 16,0 25-16,0-25 0,0 0 0,0 0 0,-25 0 0,25 0 0,0 0 0,0 0 15,0 24-15,0-24 0,0 0 0,0 0 0,0 25 0,0-25 16,0 0-16,0 0 16,0 25-16,0-25 0,0 0 0,0 0 0,0 25 0,0-25 0,0 0 0,0 0 0,0 25 15,0-25 1,0 0-16,0 0 0,0 0 0,0 0 0,0 24 0,0-24 0,0 0 0,0 0 15,0 0-15,0 0 0,0 0 0,0 0 0,25 0 0,-25 0 0,0 0 16,0 0 0,0 0-16,0 0 0,0 0 0,0 0 0,0 0 0,0 0 0,24 0 15,-24 0-15,0 0 0,0 0 0,0 0 0,25 0 0,-25 0 0,0 0 31,25 0-31,-25 0 0,0-24 0,0 24 0,25 0 0,-25 0 0,0 0 0,0 0 0,0 0 0,25 0 0,-25 0 16,0 0-16,0 24 0,0-24 16,0 0-16,0 0 0,24 0 0,-24 0 0,0 0 0,0 0 0,0 0 15,0 25-15,0-25 0,0 0 0,25 0 0,-25 25 0,0-25 0,0 0 16,0 0-16,0 25 0,0-25 0,0 0 15,0 0-15,0 25 0,0-25 16,0 0-16,0 0 0,0 25 0,0-25 0,0 0 0,0 0 0,0 0 0,0 24 0,0-24 0,0 0 16,0 0-1,0 0-15,0 25 0,0-25 0,0 0 0,0 0 0,0 0 0,0 0 16,0 25-16,-25-25 0,25 0 0,0 0 0,0 0 0,0 0 0,0 0 0,0 25 15,-24-25-15,24 0 16,0 0-16,0 0 0,0 0 0,0 0 0,0 0 0,-25 0 0,25 0 16,0 0-16,0 0 0,0 0 0,-25 0 0,25 0 0,0 0 15,0 0-15,0 0 0,-25-25 0,25 25 16,0 0-16,0 0 0,0 0 0,0 0 0,-25 0 0,25 0 0,0 0 0,0-25 15,0 25-15,0 0 16,0 0-16,0 0 0,0-25 0,0 25 0,0 0 0</inkml:trace>
  <inkml:trace contextRef="#ctx0" brushRef="#br0" timeOffset="388525.2224">19149 12005 0,'0'0'0,"0"0"0,0 0 0,0 0 16,0 0-16,0 0 0,0 0 0,25 0 0,-25 0 0,0 0 15,0 0-15,25 0 0,-25 0 0,0 0 0,25 0 0,-25 0 16,0 0 0,24 0-16,-24 0 0,25 0 0,-25 0 0,0 0 0,25 0 0,-25 0 0,25 25 15,-25-25-15,0 0 0,25 0 0,-25 0 0,0 0 16,24 0-16</inkml:trace>
  <inkml:trace contextRef="#ctx0" brushRef="#br0" timeOffset="389139.2575">19496 12055 0,'0'0'0,"0"0"0,0 0 16,25 0-16,-25-25 0,0 25 0,0 0 0,0 0 15,0 0-15,-25 0 0,25 0 0,0 0 0,0 0 0,0 0 16,0-25-16,0 25 0,0 0 0,0 0 15,0 0-15,0 0 0,0 0 0,0 0 0,0 0 0,0 25 0,-24-25 16,24 0-16,0 0 0,0 0 0,0 0 16,0 0-16,-25 0 0,25 0 0,0 0 0,0 0 0,0 0 0,0 25 31,0-25-31,0 0 0,0 0 0,0 0 0,0 0 0,0 0 0,0 0 0,0 25 15,0-25-15,0 0 0,0 0 0,0 25 0,0-25 0,0 0 0,0 0 0,0 24 32,0-24-32,0 0 0,25 0 0,-25 25 0,0-25 0,0 0 0,24 25 0,-24-25 15,0 25-15,0-25 16,25 0-16,-25 25 0,0-25 15,25 0-15,-25 25 0,0-25 0,0 24 0,25-24 0,-25 0 0,0 25 0,0-25 0,0 0 0,25 25 0,-25-25 0,0 0 0,0 0 32,0 25-32,0-25 0,0 0 0,0 0 0,0 0 0,0 25 0,0-25 0,0 0 0,0 0 0,0 0 0,0 0 0,0 24 31,0-24-31,0 0 0,0 0 0,0 0 0,-25 0 0,25 0 0,0 0 0,0 0 15,0 0-15,-25 0 0,25 0 0,0 0 0,0 0 0,-25 0 0,25 0 32,0 0-32,0 0 0,0 0 0,0 0 0,-25 0 0,25-24 0,0 24 0,0 0 0,0 0 0,0-25 0,0 25 15,0 0-15,0 0 0,0-25 0,0 25 0,0 0 0,0-25 16,0 25-1,0 0-15,25 0 0,-25-25 0,0 25 0,0 0 0,0 0 0,25-24 0,-25 24 0,0 0 0,25-25 32,-25 25-32,0 0 0,0 0 0,0-25 0,25 25 0,-25 0 0,0-25 0,0 25 15,0 0-15,0-25 0,25 25 0,-25 0 0,0 0 0,0-25 0,0 25 0,0 0 31,0-24-31,0 24 0,0 0 0,0 0 0,0 0 0,0 0 0,-25 0 0,25-25 0,0 25 0,0 0 16,0 0-16,-25 0 0,25 0 0,0 0 0,0 0 0,-25 0 16,25 0-1,0 0-15</inkml:trace>
  <inkml:trace contextRef="#ctx0" brushRef="#br0" timeOffset="389892.3006">21010 12080 0,'0'0'16,"0"0"-16,0 0 16,0 0-16,0 0 0,0 0 0,0 0 0,0 0 0,0 0 0,0 0 15,0 0-15,0 0 0,0 0 0,0 0 0,0 0 0,0 0 16,0 0-16,0 25 0,0-25 15,0 0-15,0 0 0,0 0 0,0 0 0,0 0 0,0 0 0,0 24 16,0-24-16,0 0 0,0 0 0,0 0 0,0 25 0,0-25 16,-25 0-16,25 25 15,0-25-15,0 25 0,0-25 0,0 0 0,0 25 0,0-25 0,0 25 0,0-25 16,0 0-16,0 24 0,0-24 0,0 25 15,-25-25-15,25 0 0,0 25 0,0-25 0,0 0 0,0 25 0,0-25 0,0 0 0,0 25 32,0-25-32,0 0 0,0 0 0,0 24 0,0-24 0,0 0 0,0 0 0,0 0 0,0 0 15,0 0-15,0 0 0,0 0 0,0 0 0,0 0 0,0 0 0,0 0 16,0 0-1,0 0-15,0 0 0,0 0 0,0 0 0,0 0 0,0-24 0,0 24 0,0 0 16,0-25-16</inkml:trace>
  <inkml:trace contextRef="#ctx0" brushRef="#br0" timeOffset="390091.312">21084 12254 0,'0'0'0,"0"0"0,0 0 0,0 0 0,0 0 16,0 0-16,25 0 0,-25 0 0,0 0 0,0 0 16,0 0-16,0 0 0,0 0 0,25 0 0,-25 0 0,0 0 15,0 0-15,24 0 0,-24 0 0,0 0 0,25 0 16,-25 24-16,0-24 0,25 0 0,-25 0 0,25 0 15,-25 0-15,0 0 0,25 0 16,-25 0-16,0 0 0,24 0 0,-24 0 0,0 0 0,25 0 0,-25 0 16,0 0-16,0 0 0,25 0 0,-25 0 0,0 0 0,0 0 0,25-24 15,-25 24-15,0 0 16,0 0-16,0 0 0</inkml:trace>
  <inkml:trace contextRef="#ctx0" brushRef="#br0" timeOffset="390338.3261">21382 12129 0,'0'0'0,"0"-24"0,0 24 0,0 0 0,0 0 0,0 0 15,0 0-15,0-25 0,0 25 0,0 0 0,0 0 16,0 0-16,0 0 0,0 0 0,0 0 0,0 0 0,-25 0 15,25 0-15,0 0 0,0 0 0,0 25 0,0-25 16,0 0-16,0 0 0,0 0 0,0 0 0,0 24 0,0-24 16,0 0-16,0 0 0,-25 25 0,25-25 0,0 0 15,0 25-15,0-25 16,0 0-16,0 25 0,0-25 0,0 0 0,0 25 0,0-25 0,0 25 15,0-25-15,0 0 0,-25 24 0,25-24 0,0 25 0,0-25 0,0 0 0,0 25 32,0-25-32,0 25 0,0-25 0,0 0 0,0 0 0,0 25 0,0-25 0,0 0 15,0 0-15,-25 24 0,25-24 0,0 0 0,25 0 0,-25 0 0,0 0 0,0 0 16,0 0-16,0 0 15,0 0-15,0 0 0,0 0 0</inkml:trace>
  <inkml:trace contextRef="#ctx0" brushRef="#br0" timeOffset="390712.3467">21555 12427 0,'0'0'0,"0"0"0,0 0 0,0 0 16,0 0-16,0 0 0,0 0 0,25 0 0,-25 0 15,0-25-15,0 25 0,0 0 0,0 0 0,25 0 0,-25-24 0,0 24 0,0 0 32,0 0-32,25 0 0,-25-25 0,0 25 0,0 0 0,24-25 0,-24 25 0,0 0 0,0 0 15,0-25-15,25 25 0,-25 0 0,0-25 0,0 25 0,0 0 0,0 0 16,0-24-1,0 24-15,0 0 0,0 0 0,0 0 0,0 0 0,0 0 0,0 0 0,0 0 16,0 0-16,0 0 0,0 0 0,0 0 0,0 0 0,0 0 0,0 0 16,0 0-16,0 0 15,0 0-15,0 0 0,0 0 0,0 24 0,0-24 0,0 0 0,0 0 16,0 25-16,0-25 0,0 0 0,0 25 0,0-25 0,0 25 0,0-25 15,0 25-15,0-25 0,0 0 0,0 24 16,0-24-16,0 25 0,0-25 0,0 25 0,0-25 16,0 0-16,0 25 0,0-25 0,0 25 0,0-25 0,0 0 0,0 0 0,0 24 15,0-24 1,0 0-16,0 0 0,0 0 0,0 0 0</inkml:trace>
  <inkml:trace contextRef="#ctx0" brushRef="#br0" timeOffset="408973.392">20265 12923 0,'0'0'0,"0"0"16,0 0-16,0-25 0,0 25 0,0 0 0,0 0 0,0 0 0,0 0 0,0 0 16,0 0-16,0 0 0,0 0 15,0 0-15,0 0 0,0 0 0,0 0 0,0 0 0,0 0 16,0 0-16,0 0 0,0 0 0,0 0 0,0 0 0,0 0 0,0 0 15,0 0-15,0 0 0,0 0 0,0 0 0,0 0 0,0 0 0,0 0 16,0 0 0,0 0-16,0 0 0,0 0 0,0 0 0,0 0 0,0 0 15,0 0-15,0 0 0,0 0 0,0 0 0,0 0 0,0 0 0,0 0 31,0 0-31,0 0 0,0 0 0,0 0 0,0 0 0,0 0 0,0 0 16,0 0-16,0 0 0,0 0 0,0 0 0,0 0 0,0 0 0,0 0 0,0 0 0,0 0 16,0 0-16,0 0 0,0 0 0,0 0 0,0 0 0,0 0 0,0 0 0,0 0 31,0 25-31,0-25 0,-24 0 0,24 0 0,0 0 0,0 0 0,0 0 0,0 0 15,0 0-15,0 0 0,0 0 0,0 0 0,0 0 0,0 0 0,0 0 0,0 0 16,0 0 0,0 0-16,0 0 0,0 0 0,0 0 0,0 0 0,0 0 0,0 0 15,0 0-15,0 0 0,0 0 0,0 0 0,0 0 0,0 0 0,0 0 0,0 0 16,0 0-1,0 0-15,0 0 0,0 0 0,0 0 0,0 0 0,0 0 0,0 0 0,0 0 16,0 0-16,0 0 0,0 0 0,0 0 0,0 0 0,0 0 0,0 0 16,0 0-16,0 0 15,0 0-15,0 0 0,0 0 0,0 0 0,0 0 16,0 0-16,0 0 0,0 0 0,0 0 0,0 0 0,0 0 0,0 0 0,0 0 0,0 0 15,0 0-15,0 0 0,0 0 0,0 0 0,0 0 0,0 0 16,0 0-16,0 0 16,0 0-16,0 0 0,0 0 0,0 0 0,0 0 0,0 0 0,0 0 0,0 0 31,0 0-31,0 0 0,0 0 0,0-25 0,0 25 0,0 0 0,0 0 0,0 0 0,0 0 0,0 0 0,0 0 0,0 0 15,0 0-15,0 0 16,0 0-16,0 0 0,0 0 0,0 0 0,0 0 0,0 0 16,0 0-16,0 0 0,0 0 0,0 0 0,0 0 0,0 0 0,0 0 15,0 0-15,0 0 0,0 0 16,0 0-16,0-24 0,0 24 0,0 0 0,0 0 47,0 0-47,0 0 0,0 0 0,0 0 0,0 0 0,0 0 0,0 0 0,0 0 0,0 0 0,0 0 0,0 0 0,0 0 0,0 0 0,0 0 0,0 0 0,0 0 0,0 0 0,0 0 0,0 0 0,0 0 15,0 0-15,0 0 0,0 0 0,0 0 0,0 0 16,0 0-16,0 0 15,0 0-15,0 0 0,0 0 0,0 0 0,0 0 0,0 0 0,0 0 0,0 0 16,0 0-16,0 0 0,0 0 0,0 0 0,0 0 0,0 0 16,0-25-16,0 25 0,0 0 15,0 0-15,0 0 0,0 0 0,0 0 0,0 0 0,0 0 0,0 0 16,0 0-16,0 0 0,0 0 0,0 0 0,0 0 0,0 0 0,0 0 15,0 0 1,0 0-16,0 0 0,0 0 0,0 0 0,0 0 0,0 0 0,0 0 0,0 0 0,0 0 16,0 0-16,0 0 0,0 0 0,0 0 0,0 0 0,0 0 15,0 0 1,0 0-16,0 0 0,0 0 0,0 0 0,0 0 0,0 0 0,0 0 0,0 0 0,0 0 0,0 0 15,0 0 1,0 0-16,0 0 0,0 0 0,0 0 0,0 0 0,0 0 0,0 0 16,0 0-16,0 0 0,0 0 0,0 0 0,0 0 0,0 0 0,0 0 0,0 0 15,0 0-15,0 0 16,0 0-16,0 0 0,0 0 0,0 0 0,0 0 0,0 0 15,0 0-15,0 0 0,0 0 0,0 0 0,0 0 0,0 0 0,0 0 0,0 0 16,0 0 0,0-25-16,0 25 0,0 0 0,0 0 0,0 0 0,-25 0 15,25 0-15,0 0 0,0 0 0,25-25 0,-25 25 0,0 0 0,0 0 0,0 0 16,0 0-16,0 0 0,0 0 0,0-25 0,24 25 0,-24 0 15,0 0-15,0 0 0,0 0 0,25 0 16,-25 0-16,0 0 0,0 0 0,0 0 0,25 0 0,-25 0 0,0-24 0,0 24 16,0 0-1,25 0-15,-25 0 0,0 0 0,0 0 0,0 0 0,25 0 0,-25 0 16,0 0-16,0 0 0,0 0 0,0 0 0,24 0 0,-24 0 0,0 24 0,0-24 15,0 0 1,0 0-16,0 0 0,0 0 0,0 0 0,0 25 0,0-25 0,0 0 0,0 0 16,0 25-16,0-25 0,0 0 0,0 25 0,0-25 0,0 0 0,0 25 15,0-25 1,-24 0-16,24 24 0,0-24 0,0 0 0,0 0 0,0 25 0,0-25 0,-25 0 0,25 0 15,0 0-15,0 25 0,0-25 0,0 0 16,0 0-16,0 0 0,-25 0 0,25 25 0,0-25 0,0 0 16,0 0-16,0 0 0,0 0 0,0 0 0,0 0 0,0 0 0,0 0 0,0 0 15,0 0 1,0 0-16,0 0 0,0 0 0,0 0 0,0 0 0,0 0 0,0 0 15,0 0-15,0 0 0,0 0 0,0 0 0,0 0 0,0 0 0,0 0 0,0 0 32,0-25-32,0 25 0,0 0 0,0 0 0,25 0 0,-25 0 0,0 0 0,0 0 15,0 0-15,0 0 0,0 0 0,0 0 0,25 0 0,-25 0 0,0 0 0,0 0 16,0 0-16,0 0 15,24 0-15,-24 0 0,0 0 0,0 0 0,0 0 16,0 25-16,0-25 0,0 0 0,25 0 0,-25 0 0,0 25 0,0-25 0,0 0 0,0 0 31,0 24-31,0-24 0,0 0 0,0 25 0,0-25 0,0 0 0,0 0 0,0 25 16,0-25-16,0 0 0,0 0 0,0 25 0,0-25 0,0 0 0,0 0 0,0 25 31,0-25-31,0 0 0,0 0 0,0 0 0,0 0 0,-25 0 0,25 0 0,0 0 0,0 24 0,0-24 16,0 0-16,0 0 0,0 0 0,0 0 0,-24 0 0,24 0 0,0 0 31,0 0-31,0 0 0,0 0 0,-25 0 0,25 0 0,0 0 0,0 0 0,0 0 0,0 0 0,0 0 31,-25 0-31,25 0 0,0 0 0,0 0 0,0 0 0,0 0 0,0 0 0,0 0 0,0 0 16,0 0-16,0 0 0,0 0 0,0 0 0,0 0 0,0 0 0,0 0 15,0 0-15,0 0 0,0 0 0,0 0 0,0 0 0,0 0 16,0 0 15,0 0-31,0 0 0,0 0 0,0 0 0,0-24 0,0 24 0,25 0 0,-25 0 0,0 0 0,0 0 0,0 0 0,25 0 0,-25 0 0</inkml:trace>
  <inkml:trace contextRef="#ctx0" brushRef="#br0" timeOffset="409196.4047">20563 13072 0,'0'0'0,"0"0"0,0 0 0,0-25 0,0 25 0,0 0 16,0 0-16,0 0 0,0 0 0,0 0 16,0 0-16,0 0 0,0 0 0,0 0 0,0 0 0,0 0 0,0 0 15,0 0 1,0 0-16,0 0 0,0 0 0,0 0 0,0 0 0,0 0 0,25 0 0,-25 0 0,0 0 0,0 0 15,0 0 1</inkml:trace>
  <inkml:trace contextRef="#ctx0" brushRef="#br0" timeOffset="409944.4475">20836 12750 0,'0'0'0,"0"0"0,-25-25 16,25 25-16,0 0 0,0 0 0,0 0 0,0 0 0,0 0 0,0 0 31,0 0-31,0 0 0,0 0 0,0 0 0,0 0 0,0 0 0,0 0 0,0 0 0,0 0 16,0 0-16,0 0 0,0 0 0,0 0 0,0 0 0,0 25 0,0-25 15,0 0-15,0 0 0,0 0 0,0 0 0,0 0 0,0 24 16,0-24-16,0 0 16,0 25-16,0-25 0,0 25 0,0-25 0,0 25 0,0-25 0,0 25 0,0-25 0,-25 24 31,25-24-31,0 25 0,0 0 0,0-25 0,0 25 0,0-25 0,0 25 0,0-25 0,0 0 0,0 24 0,0-24 15,0 25-15,0-25 16,0 0-16,0 25 0,0-25 0,0 0 0,0 25 0,0-25 0,-24 0 0,24 0 16,0 25-16,0-25 0,0 0 0,0 0 0,0 0 0,0 0 15,0 0-15,0 0 16,0 0-16,0 0 0,0 0 0,0 0 0,0 0 0,0 0 0,0 0 0,-25 0 15,25 0-15,0-25 0,0 25 16,0 0-16,0-25 0,25 25 0,-25 0 31,0-25-31,0 25 0</inkml:trace>
  <inkml:trace contextRef="#ctx0" brushRef="#br0" timeOffset="410110.457">20762 12923 0,'24'0'0,"-24"0"0,0 0 0,0 0 0,0 0 16,0 0-16,25 0 0,-25 0 0,0 0 0,0 0 0,25-25 16,-25 25-16,0 0 0,25 0 0,-25 0 0,0 0 15,25 0-15,-25 0 0,24 0 0,-24 0 0,25 0 0,-25 0 16,0 0-16,25 0 0,-25 0 0,25 0 0,-25 0 15,25 0-15,-25 0 0,0 0 0,24 0 0,-24 0 16,0 0-16,25 0 0,-25 0 0,0 0 0,0 0 0,25 0 16,-25 0-16,0 0 0,0-24 0,0 24 0,0 0 0</inkml:trace>
  <inkml:trace contextRef="#ctx0" brushRef="#br0" timeOffset="410357.4711">21059 12774 0,'0'0'0,"0"0"15,0-24-15,0 24 0,0 0 0,0 0 0,0 0 0,0 0 16,0-25-16,0 25 0,0 0 0,0 0 0,0 0 15,0 0-15,0 0 0,0 0 0,0 0 0,0 0 16,0 25-16,0-25 0,0 0 0,0 0 0,0 0 0,0 24 16,0-24-16,0 0 0,0 25 0,0-25 31,0 25-31,0-25 0,0 25 0,0-25 0,-25 25 0,25-25 0,0 24 0,0-24 0,0 25 0,0 0 15,0-25-15,0 25 0,0-25 0,0 25 0,0-25 0,0 24 0,0-24 0,0 0 16,0 25 0,0-25-16,0 25 0,0-25 0,0 25 0,0-25 0,0 0 0,0 25 0,0-25 0,0 0 15,0 0 1,0 24-16,0-24 0,0 0 0,0 0 0,0 0 0,0 0 0</inkml:trace>
  <inkml:trace contextRef="#ctx0" brushRef="#br0" timeOffset="410743.4932">21158 13146 0,'0'0'0,"0"0"0,0 0 0,0 0 0,0 0 0,0 0 0,0 0 0,0 0 0,0 0 15,0 0-15,0 0 0,0 0 0,0 0 0,0-24 0,0 24 16,25 0 0,-25 0-16,0 0 0,0-25 0,0 25 0,0 0 0,25 0 0,-25-25 0,0 25 0,0 0 15,0-25-15,0 25 0,0 0 0,25-25 16,-25 25-16,0 0 0,0-24 0,0 24 15,0 0-15,0-25 0,0 25 0,0 0 0,0 0 0,0-25 0,0 25 0,0 0 16,0 0-16,0 0 0,0 0 0,0 0 0,0 0 0,0 0 16,0 0-16,0 0 0,0 0 15,0 0-15,0 0 0,0 0 0,0 0 0,0 0 0,0 0 0,0 0 16,0 25-16,25-25 0,-25 0 0,0 25 0,0-25 0,0 0 0,0 24 15,0-24 1,0 25-16,0-25 0,0 25 0,0-25 0,0 0 0,0 25 0,0-25 0,-25 25 16,25-25-16,0 24 0,0-24 0,0 0 15,0 25-15,0-25 0,0 0 0,0 0 0,0 25 0,0-25 0,0 0 0,0 0 16,0 0-16,0 0 15,0 0-15,0 0 0,0 0 0,25 0 0</inkml:trace>
  <inkml:trace contextRef="#ctx0" brushRef="#br0" timeOffset="411247.522">21704 13022 0,'0'-24'0,"0"24"0,0 0 16,0 0-16,0 0 0,0 0 0,0 0 0,0 0 0,0 0 16,0 0-16,0 0 15,0 0-15,0 0 0,0 0 0,25 0 0,-25 0 0,0 0 0,0 0 0,0 0 16,25 0-16,-25 0 0,0 0 0,25 0 0,-25 0 0,24 0 0,-24 0 31,25 0-31,-25 0 0,25 0 0,-25 0 0,25 0 0,-25 0 0,25 0 0,-25 0 16,24 0-16,-24 0 0,0 0 0,25 0 0,-25 0 0,25 0 0,-25 0 0,0 0 15,25 0 1,-25 0-16,0 0 0,0 0 0,0 0 0,25-25 0,-25 25 0,0 0 15,0 0-15,0 0 0,0 0 0,0 0 0,-25 0 0,25 0 0,0 0 0,0 0 16,0 0 0</inkml:trace>
  <inkml:trace contextRef="#ctx0" brushRef="#br0" timeOffset="411461.5343">21828 12849 0,'0'0'0,"0"0"15,0 0-15,0 0 0,0 0 0,0 0 0,0 0 0,0 0 16,0 0-16,0 0 0,0 0 0,0 0 0,0 0 15,0 25-15,0-25 0,0 0 0,0 0 0,0 24 16,0-24-16,0 25 0,0-25 0,0 25 0,0-25 16,0 25-16,0-25 0,0 25 15,0-25-15,0 24 0,0-24 0,0 25 0,0 0 0,0-25 0,0 25 16,0-25-16,0 25 0,0-25 0,0 24 0,0-24 0,0 25 15,0-25 1,0 25-16,-25-25 0,25 0 0,0 25 0,0-25 0</inkml:trace>
  <inkml:trace contextRef="#ctx0" brushRef="#br0" timeOffset="411961.5626">22622 12799 0,'0'0'0,"0"0"0,-25-25 16,25 25-16,0 0 0,0 0 0,0 0 0,0 0 0,0 0 0,0 0 31,0 0-31,0 0 0,0 0 0,0 0 0,0 0 0,0 0 0,0 0 0,0 0 0,0 0 15,0 25-15,0-25 0,0 0 0,0 0 0,0 0 0,0 25 0,0-25 16,0 25-16,0-25 0,0 0 0,-25 25 16,25-25-16,0 24 0,0-24 0,0 25 0,0 0 15,0-25-15,0 25 0,-25-25 0,25 25 0,0-25 0,0 24 0,0-24 0,0 25 16,0 0-16,-24-25 15,24 25-15,0-25 0,0 25 0,0-25 0,0 0 0,0 24 16,-25-24-16,25 0 0,0 25 0,0-25 0,0 0 0,0 0 0,0 0 16,0 0-16,0 0 0,0 0 15,0 0-15,0 0 0,0 0 0,0 0 0</inkml:trace>
  <inkml:trace contextRef="#ctx0" brushRef="#br0" timeOffset="412164.5745">22498 12948 0,'25'0'0,"-25"0"0,0 0 16,0 0-16,0 0 0,0 0 0,0 0 0,24 0 0,-24 0 15,0 0-15,25 0 0,-25 0 0,0 0 0,25 0 16,-25 0-16,25 0 0,-25 0 0,25 0 0,-25 0 16,24 0-1,-24 0-15,25 0 0,-25 0 0,25 0 0,-25 0 0,25 0 0,-25 0 0,0 0 0,25 0 0,-25 0 16,0 0-16,25 0 0,-25 0 0,0 0 15,0-25-15,0 25 0,0 0 0</inkml:trace>
  <inkml:trace contextRef="#ctx0" brushRef="#br0" timeOffset="412387.5873">22796 12849 0,'0'0'0,"0"0"0,0 0 16,-25-25-16,25 25 0,0 0 0,0 0 0,0 0 15,0-25-15,0 25 0,0 0 0,0 0 0,0 0 0,0 0 16,0 0-16,0 0 0,0 0 0,0 0 0,0 0 16,0 0-16,0 0 0,0 0 0,0 0 0,0 25 0,0-25 15,0 0-15,0 25 0,0-25 0,0 0 0,0 25 16,0-25-16,0 24 0,-25-24 0,25 25 0,0-25 0,0 25 15,0-25-15,0 25 0,0-25 0,0 25 0,-25-25 16,25 24-16,0-24 0,0 25 0,0-25 16,0 25-16,0-25 0,0 25 0,0-25 0,0 0 0,-25 25 0,25-25 15,0 0 1,0 24-16,0-24 0,0 0 0,0 0 0,0 0 0,0 25 0,0-25 0,0 0 15,0 0-15,0 0 0,0 0 0,0 0 0</inkml:trace>
  <inkml:trace contextRef="#ctx0" brushRef="#br0" timeOffset="412794.6105">22845 13097 0,'0'0'0,"0"-25"0,0 25 0,0 0 0,0 0 0,0 0 0,0 0 15,25 0-15,-25 0 0,0 0 16,0 0-16,0 0 0,0-25 0,0 25 0,25 0 0,-25 0 0,0 25 16,0-25-1,0 0-15,0 0 0,0 0 16,25 0-1,-25 0-15,0 25 0,0-25 0,0 0 0,0 0 0,0 0 0,0 25 0,0-25 0,0 0 32,0 0-32,0 24 0,0-24 0,0 0 0,0 0 0,-25 25 0,25-25 0,0 0 0,0 25 0,-25-25 0,25 0 0,0 25 0,0-25 0,-25 0 0,25 0 0,0 25 0,0-25 0,-25 0 0,25 25 15,0-25 1,0 0-16,0 0 0,-24 24 0,24-24 0,0 0 0,0 0 0,0 0 0,0 0 0,0 0 15,0 25-15,0-25 0,0 0 0,0 0 0,0 0 0,0 0 16,0 0-16,0 0 16,24 0-16,-24 0 0,0 0 0,0 0 0,25 0 0,-25 0 0,0 0 0,25 0 15,-25 0-15,25 0 0,-25 0 0,25 0 0,-25 0 0,24 0 16,-24 0-16,25 0 15,-25 0-15,25 0 0,-25 0 0,25 0 0,-25-25 0,25 25 0,-25 0 0</inkml:trace>
  <inkml:trace contextRef="#ctx0" brushRef="#br0" timeOffset="421928.1326">13246 12601 0,'0'0'0,"0"0"0,0 0 0,0 0 0,0 0 0,0 0 0,0 0 0,0 0 0,0 0 0,0 0 0,0 0 0,0 0 0,0 0 0,0 0 0,0 0 0,0 0 16,0 0-16,0 0 0,0 0 0,0 0 0,0 0 0,0 0 0,0 0 0,0 0 0,0 0 15,0 0-15,0 0 0,0 0 0,0 0 0,0 0 141,0-25-141,0 25 0,0 0 0,0 0 0,0 0 0,0 0 0,0 0 0,0 0 0,0 0 0,0 0 0,0 0 0,0-25 0,0 25 0,0 0 0,0 0 0,0 0 0,0 0 0,0 0 0,0 0 0,0 0 0,0 0 0,0-25 0,0 25 0,0 0 0,0 0 0,0 0 0,0 0 0,0 0 0,0 0 0,0 0 0,0 0 0,0 0 0,0 0 0,0 0 0,0 0 0,0 0 0,0 0 0,0 0 31,0-24-31,0 24 0,0 0 0,0 0 0,-25 0 0,25 0 0,0 0 31,0 0-31,0 0 0,0 0 0,0 0 31,0 0-31,0 0 0,0 0 0,0 0 47,0 0-47,0 0 0,0 0 0,0 0 0,0 0 0,0 0 0,0 0 0,-25 0 0,25 0 0,0 0 0,0 0 0,0 0 0,0 0 0,0 24 0,0-24 0,0 0 0,0 0 16,0 0-16,0 0 0,0 0 0,-25 0 0,25 0 0,0 0 0,0 0 0,0 0 0,0 0 0,0 0 0,0 0 0,0 0 0,-25 0 0,25 0 0,0 0 0,0 0 0,0 0 0,0 0 0,0 0 0,0 0 15,0 0-15,0 0 0,0 0 0,0 0 0,0 0 0,0 0 16,0 0 0,0 25-16,0-25 0,0 0 0,0 0 0,-24 0 0,24 0 0,0 0 15,0 0-15,0 0 0,0 0 0,0 0 0,0 0 0,0 0 0,0 25 0,0-25 16,0 0-16,0 0 0,0 0 0,0 0 0,0 0 0,0 25 0,0-25 15,0 0 1,0 0-16,0 0 0,0 0 0,0 0 0,0 25 0,0-25 0,0 0 0,0 0 16,0 0-16,0 0 0,0 24 0,0-24 0,0 0 0,0 0 0,0 0 15,0 0 1,0 25-16,0-25 0,0 0 0,0 0 0,0 0 0,0 0 0,0 25 0,0-25 15,0 0-15,0 0 0,0 0 0,0 0 0,0 25 0,0-25 0,0 0 16,24 0-16,-24 0 0,0 0 16,0 0-16,0 25 0,0-25 0,0 0 46,0 0 110,348-75 32,-348 75-188,0-25 0,0 25 15,0 0-15,0 0 0,0 0 109,0-99-109,0 99 0,0 0 0,0 0 0,0-25 0,0 25 0,0 0 0,0 0 0,0 0 16,0 0-16,0 0 0,0 0 0,0 0 0,0 0 0,0 0 0,0 0 0,0 0 0,0-24 0,0 24 0,0 0 0,0 0 0,0 0 0,0 0 0,0 0 0,0 0 0,0 0 0,0-25 0,0 25 0,0 0 0,0 0 0,0 0 0,0 0 0,0 0 0,0 0 0,0 0 0,0 0 0,0 0 0,0 0 0,0 0 218,-25-25-186,0 0-32,25 25 0,0 0 0,0 0 0,0-25 0,0 25 0,0 0 0,0 0 0,0 0 15,0 0-15,0 0 0,0 0 0,0 0 0,0 0 0,0 0 0,0 0 0,-25 0 0,25 0 0,0 0 0,0 0 0,0 0 0,0 0 0,0 0 0,0 0 0,0 0 0,0 0 0,0 0 0,0 0 0,0 0 0,0 0 0,-24 0 0,24 0 0,0 0 0,0 0 0,0 0 0,0 0 0,0 0 0,0 0 16,0 0-16,0 0 0,0 0 0,0 0 0,-25 0 0,25 0 0,0 0 15,-99 25 641</inkml:trace>
  <inkml:trace contextRef="#ctx0" brushRef="#br0" timeOffset="428330.4991">14312 12675 0</inkml:trace>
  <inkml:trace contextRef="#ctx0" brushRef="#br0" timeOffset="429904.5892">14312 12402 0,'0'0'0,"0"0"0,0 0 0,-25 0 0,25 0 0,0 0 0,0 0 16,0 0-16,0 0 0,0 0 0,0 0 0,0 0 0,0 0 16,0 0-16,0 0 0,0 0 0,0 0 0,0 0 0,0 0 0,0 0 0,0 0 15,0 0-15,0 0 0,0 0 0,0 0 16,0 0-16,0 0 0,0 0 0,0 0 15,0 0-15,0 0 0,0 0 0,0 0 16,0 0-16,0 0 0,0 0 0,0 0 0,0 0 0,0 0 0,0 0 0,0 0 0,0 0 16,0 0-1,0 0-15,0 0 0,0 0 0,0 0 0,0 0 0,0 0 0,0 0 0,0 0 0,0 0 0,0 0 0,0 0 16,0 0-16,0 0 0,0 0 0,0 0 0,0 0 0,0 0 31,0 0-31,0 0 0,0 0 0,0 0 0,0 0 0,0 0 0,0 0 0,0 0 16,0 0-16,0 0 0,0 0 0,0 0 0,0 0 0,0 0 0,0 0 0,0 0 31,0 0-31,0 0 0,0 0 0,0 0 0,0 0 0,0 0 0,0 0 0,0 0 78,0 0-78,0 0 0,0 0 0,0 0 0,0 0 0,0 0 0,0 0 15,0 0-15,0 0 0,0 0 0,0 0 0,0 0 0,0-24 0,0 24 0,25 0 0,-25 0 0,0 0 0,0 0 0,0 0 0,0 0 0,0-25 0,25 25 0,-25 0 0,0 0 0,0 0 0,25-25 0,-25 25 0,0 0 0,25 0 0,-25 0 0,0-25 0,0 25 0,0 0 0,25 0 16,-25 0-16,0-25 0,0 25 0,0 0 0,0 0 0,0 0 16,0 0 30,0 0-46,0 0 0,0 0 0,0 0 0,0 0 0,0 0 0,0 0 0,0 0 0,0 0 0,0 0 0,0 0 16,0 0-16,0 0 0,0 0 0,0 0 0,0 0 0,0 0 0,0 0 0,0 0 0,0 0 0,0 0 0,0 0 0,0 0 16,0 0-16,0 0 0,0 0 0,0 0 0,0 0 0,0 0 0,0 0 15,0 0-15,0 0 0,0 0 0,0 0 0,0 0 0,0 0 0,0 0 16,0 0-16,0 0 0,0 0 0,0 0 15,0 0-15,0 0 0,0 0 0,0 0 0,0 0 0,0 0 0,0 25 16,0-25 0,0 0-16,0 0 0,0 0 0,0 0 0,24 25 0,-24-25 0,0 0 0,0 0 15,0 0-15,0 25 0,0-25 0,0 0 0,0 0 0,0 0 0,0 25 16,0-25-1,0 0-15,0 0 0,0 24 0,0-24 0,0 0 0,0 25 0,0-25 0,0 0 47,0 25-47,0-25 0,0 0 0,-24 25 0,24-25 0,0 0 0,0 25 0,0-25 0,0 24 0,0-24 0,0 0 0,0 25 0,0-25 0,0 0 0,0 25 0,0-25 0,0 0 0,0 0 16,0 25-16,0-25 15,0 0-15,0 0 0,0 0 0,0 0 0,0 25 0,0-25 0,0 0 0,0 0 16,0 0-16,0 0 78,0 0-31,0 0-47,0 0 0,0 0 0,0 0 0,0 0 0,0 0 0,0 0 0,0 0 0,0 0 0,0 0 0,0 24 0,0-24 0,0 0 0,0 0 0,0 0 0,0 0 0,0 0 0,0 0 0,0 0 0,0 0 0,0 0 0,0 0 0,0 0 0,0 0 0,0 0 0,0 0 0,0 0 0,0 0 0,0 0 0,0 0 0,0 0 0,0 0 0,0 0 0,0 0 0,0 0 0,0-24 0,0 24 15,0 0-15,0 0 16,0 0-16,0 0 0,0 0 0,0 0 0,24 0 0,-24-25 0,0 25 0</inkml:trace>
  <inkml:trace contextRef="#ctx0" brushRef="#br0" timeOffset="431614.687">14585 12402 0,'0'0'0,"0"0"0,0 0 0,0 0 0,0 0 0,0 0 0,0 0 0,0 0 0,0 0 0,0 0 0,0 0 0,0 0 0,0 0 0,0 0 0,0 0 0,0 0 0,0 0 0,0 0 0,0 0 0,0 0 0,0 0 0,0 0 0,0 0 0,0 0 0,0 0 0,0 0 0,0 0 0,0 0 16,0 0-16,0 0 0,0 0 0,0-24 0,0 24 0,0 0 0,0 0 0,0 0 0,0 0 0,0 0 0,0 0 0,0 0 15,0 0-15,0 0 16,0 0-16,0 0 0,0 0 0,0 0 0,0 0 0,0 0 16,0 0-16,0 0 0,0 0 0,0 0 15,0-25-15,0 25 16,0 0-16,0 0 0,0 0 0,0 0 0,0 0 0,0 0 0,0 0 0,0 0 0,0 0 0,0 0 0,0 0 15,25 0 1,-25 0-16,0 0 0,0-25 0,0 25 0,0 0 0,0 0 0,0 0 0,0 0 0,0 0 16,0 0-16,0 0 0,0 0 0,0 0 0,0 0 0,0 0 0,0 0 15,0-25-15,0 25 0,0 0 0,0 0 16,0 0-16,0 0 0,0 0 0,0 0 15,0 0-15,0 0 0,0 0 0,0 0 0,0 0 0,0 0 0,0 0 0,0 0 16,0 0-16,0 0 0,0 0 0,0 0 0,0 0 0,0 0 0,0 0 16,0 0-1,0 0-15,0 25 0,0-25 0,0 0 0,0 0 0,0 0 0,0 0 16,0 0-16,0 0 0,0 0 0,0 0 0,0 0 0,0 0 0,0 0 0,0 0 15,0 0-15,0 0 16,0 0-16,0 0 0,0 0 0,0 0 0,0 0 0,0 0 0,0 0 16,0 0-16,0 0 0,0 0 0,0 0 0,0 0 0,0 0 0,0 0 15,0 0-15,0 0 0,0 0 0,0 0 16,-25 0-16,25 0 0,0 0 15,0 0-15,0 0 0,0 0 0,0 0 0,0 0 0,0 0 0,25 0 0,-25 0 16,0 0-16,0 0 0,0 0 0,0 0 0,0 0 0,0 25 0,0-25 16,0 0-16,-25 0 15,25 0-15,0 0 0,0 25 0,0-25 0,0 0 0,0 0 0,0 24 16,0-24-16,0 0 0,0 0 0,0 25 0,0-25 0,0 0 0,0 0 15,0 25 1,0-25-16,0 0 0,0 0 0,0 0 0,0 25 0,0-25 0,0 0 0,0 0 16,0 0-16,0 25 0,0-25 0,0 0 0,0 0 0,0 0 0,0 0 15,0 0-15,0 0 16,0 0-16,0 0 0,0 0 0,0 0 0,0 0 0,0 0 0,0 0 15,0 0-15,0 0 0,0 0 0,0 0 0,0 0 0,0 0 0,0 0 16,0 0-16,0 0 16,0 0-16,0 0 0,0 0 0,0 0 0,0 0 0,0 0 0,0 0 15,0 0-15,0 0 16,0 0-16,0 0 0,0 0 0,0 0 0,0 0 0,0 0 0,0 0 0,0 0 15,0 0-15,0-25 0,0 25 0,0 0 0,0 0 0,0 0 0,0 0 0,0 0 16,25 0-16,-25 0 16,0 0-16,0 0 0,0 0 0,0 0 0,0 0 0,25 0 15,-25-25-15,0 25 0,0 0 0,0 0 0,0 0 0,0 0 0,25 0 0,-25 0 16,0 0-16,0 0 0,0 0 0,0 0 0,0 0 0,24 0 15,-24 0-15,0 0 0,0 0 16,0 0-16,0-25 0,0 25 0,25 0 0,-25 0 0,0 0 0,0 0 0,0 0 16,0 0-1,0 0-15,0 25 0,0-25 0,0 0 0,0 0 0,0 0 16,0 0-16,25 0 0,-25 0 0,0 0 0,0 0 0,0 0 0,0 0 0,0 0 0,0 25 0,0-25 31,0 0-31,0 0 0,25 0 0,-25 25 0,0-25 0,0 0 0,0 0 0,0 24 16,0-24-16,0 0 0,0 0 0,0 25 0,0-25 0,0 0 0,0 25 15,0-25-15,0 0 0,0 0 0,25 0 16,-25 25-16,0-25 0,0 0 0,0 0 0,0 25 15,0-25-15,0 0 0,0 0 0,0 0 0,0 24 0,0-24 0,0 0 0,0 0 16,0 0-16,0 0 0,0 0 0,-25 25 16,25-25-16,0 0 0,0 0 0,0 0 15,0 0-15,0 25 16,0-25-16,0 0 0,0 0 0,0 0 0,-25 0 0,25 25 0,0-25 0,0 0 15,0 0-15,0 0 0,-25 0 0,25 25 0,0-25 0,0 0 0,0 0 16,0 0-16,-25 0 0,25 0 0,0 0 0,0 0 0,0 0 0,0 0 31,0 0-31,0 24 0,-24-24 0,24 0 0,0-24 0,0 24 0,0 0 0,0 0 16,-25 0-16,25 0 0,0 0 0,0 0 0,0 0 0,0 0 0,0 0 0,0 0 0,-25 0 31,25 0-31,0 0 0,0 0 0,0 0 0,0-25 0,0 25 0,-25 0 0,25 0 16,0 0-16,0 0 0,0 0 0,0 0 0,0 0 0,0 0 0,0 0 15,0 0-15,0 0 16,0 0-16,0 0 0,0 0 0,0 0 0,0 0 0,0 0 0,0 0 0,0 0 15,0 0-15,0 0 0,0 0 0,0 0 0,0 0 0,0 0 0,0 0 32,0 0-32,0 0 0,0 0 0,0 0 0,0 0 0,0-25 0,0 25 15,0 0-15,0 0 0,0 0 0,0-25 0,25 25 0,-25 0 0,0 0 0,0 0 0,0-25 16</inkml:trace>
  <inkml:trace contextRef="#ctx0" brushRef="#br0" timeOffset="432285.7254">14684 12378 0,'0'0'0,"0"0"31,0 0-31,0 0 0,0 0 0,0 0 0,0 0 0,0 0 0,0 0 0,0 0 16,0 0-16,0 0 0,0 0 0,0 0 0,0 0 0,0 0 0,0-25 0,0 25 15,0 0 1,0 0-16,0 0 0,0 0 0,-24 0 0,24 0 0,0 0 0,0 0 0,0 0 15,0 0-15,0 0 0,0 0 0,0 0 0,0 0 0,0 0 0,0 0 16,0 0 0,0 0-16,0 0 0,0 0 0,0 0 0,0 0 0,0 0 0,0 0 0,0 0 15,0 0-15,0 0 0,0 0 0,0 0 0,0 0 16,0 0-16,0 0 0,0 0 0,0 0 0,0 0 15,0 0-15,0 0 0,0 0 0,0 0 0,0 0 0,0 0 0,0 0 0,0 0 16,0 0-16,0 0 0,0 0 0,0 0 0,0 0 0,0 0 16,0 0-1,0 0-15,0 0 0,0 0 0,0 0 0,0 0 0,0 0 0,0 0 0,0 0 16,0 0-16,0 0 0,0 0 0,0 0 0,0 0 0,0 0 0,0 0 31,0 0-31,0 0 0,24 0 0,-24 0 0,0 0 0,0 0 0,0 0 0,0 0 16,25 0-16,-25 0 0,0 0 0,0 0 0,25-25 0,-25 25 0,0 0 0,0 0 15,25 0 1,-25 0-16,0 0 0,0 0 0,25 0 0,-25 0 0,0 0 0,0 0 0,24 0 15,-24 0-15,0 0 0,0 0 0,0 0 0,25 0 0,-25 0 0,0 0 16,0 0-16,0 0 0,0 0 0,0 0 16,25 0-16,-25 0 0,0 0 0,0 0 0,0 0 15,0 0-15,0 0 0,0 0 0,0 0 0,0-25 0,0 25 0,0 0 0,0 0 31,0 0-31,0 0 0,0 0 0,0 0 0,0 0 0,0 0 0,25 0 0,-25 0 16,0 0-16,0 0 0,0 0 0,0 0 0,0 0 0,0 0 0,0 0 0,0 0 16,0 0-1,0 0-15,0 0 0,0-25 0,0 25 0</inkml:trace>
  <inkml:trace contextRef="#ctx0" brushRef="#br0" timeOffset="436920.9905">15652 12774 0,'0'0'0,"0"0"15,0 0 1,0 0-16,0 0 0,0 0 0,0 0 0,0 0 0,0 0 0,0 0 0,0 0 16,0 0-16,0 0 0,0 0 0,0 0 0,0 0 0,0 0 0,0 0 15,0 0-15,0 25 0,0-25 16,0 0-16,0 0 0,0 0 0,0 0 0,0 0 0,0 0 0,0 0 15,0 0-15,0 0 0,0 0 0,0 0 0,0 0 0,0 0 0,0 0 16,0 0 0,0 0-16,0 0 0,0 0 0,0 0 0,0-25 0,0 25 0,25 0 0,-25 0 15,0 0-15,0 0 0,0 0 0,0-24 0,0 24 0,0 0 0,24-25 0,-24 25 16,0 0-1,0-25-15,0 25 0,0-25 0,0 25 0,25 0 0,-25-25 16,0 25-16,0-24 0,0 24 0,0 0 0,0-25 0,25 25 0,-25-25 0,0 25 16,0 0-1,0-25-15,0 25 0,0 0 0,0 0 0,0-25 0,0 25 0,0 0 0,0 0 31,0 0-31,0 0 0,0 0 0,0-24 0,0 24 0,0 0 0,0 0 0,0 0 0,0 0 0,0 0 0,0 0 0,0-25 16,25 25-16,-25 0 0,0 0 0,0 0 0,0 0 0,0 0 16,0 0-16,0-25 15,0 25-15,0 0 0,0 0 0,0 0 0,0 0 0,0 0 0,0 0 0,0 0 16,0 0-16,0 0 0,0 0 0,0 0 15,0 0-15,0 0 0,0 0 0,0 0 0,0 0 16,0 0-16,0 0 0,0 0 0,0 0 0,0 0 0,0 25 0,0-25 16,0 0-16,0 0 0,0 0 0,0 0 0,0 0 0,0 0 0,0 25 31,0-25-31,0 0 0,0 0 0,0 24 0,0-24 0,0 0 0,0 0 0,0 0 0,25 25 0,-25-25 15,0 0-15,0 25 0,0-25 0,0 0 0,0 25 0,0-25 16,0 0-16,0 0 16,0 25-16,0-25 0,0 0 0,0 24 0,0-24 0,0 0 15,0 25-15,0-25 0,0 0 0,0 25 16,0-25-16,0 0 0,0 25 0,0-25 0,0 0 0,0 25 0,-25-25 15,25 0-15,0 0 0,0 24 0,0-24 0,0 0 0,0 0 0,0 25 0,0-25 16,0 0-16,0 0 0,0 25 0,0-25 16,0 0-16,0 0 0,0 0 0,0 0 0,0 0 15,0 25-15,0-25 0,0 0 0,0 0 0,0 0 0,0 0 0,0 0 0,0 0 31,0 0-31,0 0 0,0 0 0,0 0 0,0 0 0,0 0 0,0 0 0,0 0 0,0 0 0,0 0 16,0 0 0,0 0-16,0 0 0,0-25 0,0 25 0,0 0 0,0 0 0,0 0 0,0 0 15,0 0-15,25 0 0,-25-25 0,0 25 0,0 0 0,0 0 0,0 0 0,0-25 31,0 25-31,0 0 0,0 0 0</inkml:trace>
  <inkml:trace contextRef="#ctx0" brushRef="#br0" timeOffset="438049.055">16123 12452 0,'0'-25'0,"0"25"15,0 0 1,0 0-16,0 0 0,0 0 0,0 0 0,0 0 0,0 0 0,0 0 0,0 0 15,0 0-15,0 0 0,0 0 0,0 0 0,0 0 0,0 0 0,0 0 0,0 0 16,0-25 0,0 25-16,0 0 0,0 0 0,0 0 0,0 0 0,0 0 0,0 0 15,-25 0-15,25 0 0,0 0 0,0 0 0,0 0 0,0 0 0,0 0 0,0 0 31,0 0-31,0 0 0,0 0 0,0 0 0,0 0 0,0 0 0,0 0 0,0 0 16,0 0-16,-25 0 0,25 0 0,0 0 0,0 0 0,0 0 0,0 0 16,0 0-16,0 25 0,0-25 0,0 0 0,0 0 0,-24 0 15,24 0-15,0 0 16,0 0-16,0 0 0,0 0 0,0 25 0,0-25 0,0 0 0,0 0 0,0 0 0,-25 25 15,25-25-15,0 0 0,0 0 0,0 0 0,0 25 16,0-25-16,0 0 0,0 0 16,0 0-16,0 24 0,0-24 0,-25 0 0,25 0 0,0 0 0,0 25 0,0-25 0,0 0 31,0 0-31,0 0 0,0 0 0,0 25 0,0-25 0,0 0 0,0 0 0,0 0 0,0 25 0,0-25 15,0 0 1,0 0-16,0 0 0,0 25 0,0-25 0,0 0 0,0 0 0,0 0 0,-25 24 0,25-24 0,0 0 16,0 0-16,0 0 15,0 25-15,0-25 0,0 0 0,0 0 0,0 0 0,0 25 0,0-25 16,0 0-16,0 0 0,0 0 0,0 0 0,0 25 0,0-25 0,0 0 15,0 0-15,0 0 16,0 25-16,0-25 0,25 0 0,-25 0 0,0 24 0,-25-24 0,25 0 16,0 0-16,0 25 0,0-25 0,0 0 0,0 0 0,0 0 0,0 0 0,25 0 15,-25 25-15,0-25 0,0 0 0,0 0 0,0 0 16,0 0-16,0 0 15,0 25-15,0-25 0,0 0 0,0 0 0,0 0 0,0 0 0,0 0 0,0 0 0,25 0 16,-25 25-16,0-25 16,0 0-16,0 0 0,0 0 0,0 0 0,25 0 0,-25 0 15,0 0-15,0 0 0,0 0 0,0 0 0,0 0 0,0 0 0,0 0 0,0 0 16,0 0-16,24 0 0,-24 0 0,0 0 0,0 0 0,0 24 15,0-24 1,0 0-16,25 0 0,-25 0 0,0 0 0,0 0 0,0 0 0,0 0 0,0 0 0,25 0 16,-25 0-16,0 0 0,0 0 0,0 0 0,0 0 0,0 0 15,25-24 1,-25 24-16,0 0 0,0 0 0,0 0 0,0 0 0,25 0 0,-25 0 15,0 0-15,0 0 0,0 0 16,24-25-16,-24 25 0,0 0 0,0 0 0,0 0 0,25 0 0,-25 0 0,0-25 0,0 25 16,0 0-16,0 0 0,0 0 0,0 0 0,0 0 0,0-25 0,0 25 15,25 0-15,-25 0 0,0 0 0,0 0 0,0 0 0,0-25 16,0 25-16,0 0 0,0 0 15,0 0-15,0-24 0,0 24 0,0 0 0,0 0 0,0 0 0,0-25 16,0 25 0,0 0-16,0 0 0,-25 0 0,25-25 0,0 25 0,0 0 0,0 0 0,0 0 15,0-25-15,0 25 0,0 0 0,0 0 0,0 0 0,0 0 0,0 0 16,0 0-1,0 0-15,-25 0 0,25-25 0,0 25 0,0 0 0,0 0 0,0 0 0,0 0 0,0 0 16,0 0-16,0 0 0,0 0 0,0 0 0,0 0 0,0 0 0,-24 0 31,24 0-31,0 0 0,0 0 0,0 0 0,0 0 0,-25 0 0,25 0 0,0 0 16,0 0-16,-25 25 0,25-25 0,0 0 0,0 0 0,0 0 0,-25 0 0,25 0 15,0 0 1,0 0-16,0 0 0,0 0 0,0 0 0,0 0 0,-25 0 0,25 0 0,0 0 16,0 0-16,0 0 0,0 0 0,0 0 0</inkml:trace>
  <inkml:trace contextRef="#ctx0" brushRef="#br0" timeOffset="442013.2817">17016 12650 0,'0'0'0,"0"0"0,0 0 15,0 0-15,0 0 16,0 0-16,0 0 0,0 0 0,0 0 0,0 0 0,0 0 0,0 0 15,0 0-15,0 0 0,0 0 0,0 0 0,0 0 0,0 0 0,0 0 16,0 0-16,0 0 0,0 0 0,0 0 0,0 0 0,-25 0 16,25 0-16,0 0 15,0 0-15,0 0 0,0 0 0,0 0 0,0 0 0,0 0 0,0 0 16,0-24-16,0 24 0,0 0 0,0 0 0,0 0 0,-25 0 0,25 0 0,0 0 15,0 0 1,0 0-16,0 0 0,0 0 0,0 0 0,0 0 0,0 0 0,0 0 16,0 0-16,0 0 0,0 0 0,-24 0 0,24 0 0,0 0 0,0 0 15,0-25 1,0 25-16,0 0 0,0 0 0,0 0 0,0 0 0,0 0 0,0 0 0,0 0 0,0 0 0,0-25 15,0 25-15,0 0 0,0 0 0,-25 0 0,25 0 0,0 0 16,0 0 0,0 0-16,0 0 0,0 0 0,0-25 0,0 25 0,0 0 0,0 0 0,0 0 0,25 0 31,-25 0-31,0 0 0,0 0 0,0 0 0,0 0 0,0 0 0,0 0 0,0 0 15,24 0-15,-24 0 0,0 0 0,0-25 0,0 25 0,0 0 0,0 0 0,0 0 16,25 0-16,-25 0 0,0 0 0,0 0 0,0 0 0,0 0 31,0 0-31,0 0 0,0 0 0,0 0 0,25 0 0,-25 0 16,0 0-16,0 0 0,0 0 0,0 25 0,0-25 0,0 0 15,25 0-15,-25 0 0,0 0 0,0 0 0,0 0 0,0 0 0,0 0 16,0 0-16,0 25 0,25-25 0,-25 0 0,0 0 0,0 0 0,0 25 16,0-25-16,0 0 0,0 0 0,0 0 0,0 0 0,0 25 0,0-25 15,0 0-15,0 0 0,0 0 16,0 0-16,0 24 0,0-24 0,0 0 0,0 0 0,0 25 0,0-25 15,0 0-15,0 0 0,0 25 0,-25-25 0,25 0 0,0 0 16,0 0-16,0 25 0,0-25 16,0 0-16,0 0 0,-25 25 0,25-25 0,0 0 0,0 0 0,0 0 0,0 0 15,0 24 1,0-24-16,0 0 0,-25 0 0,25 0 0,0 0 0,0 0 0,0 0 15,0 0-15,0 0 0,0 0 0,0 0 0,0 0 0,0 25 0,-25-25 0,25 0 16,0 0 0,0 0-16,0 0 0,0 0 0,0 0 0,0 0 0,0 0 0,0 0 0,0 0 0,0 0 15,0 0 1,0 0-16,0 0 0,0 0 0,0 0 0,0 0 0,0 0 0,0 0 0,0 0 15,0 0-15,0 0 0,0 0 0,0 0 0,0 0 0,0 0 0,0 0 0,0 0 0,0 0 16,0 0-16,0 0 16,0 0-16,0 0 0,25 0 0,-25 0 0,0 0 15,0 0-15,0 0 0,0 0 0,0 0 0,0-25 0,25 25 0,-25 0 0,0 0 16,0 0-1,0 0-15,0 0 0,0 0 0,25 0 0,-25 0 16,0 0-16,0 0 0,0 0 0,0 0 0,0 0 0,0 0 0,0 0 0,0 0 0,25 0 0,-25 0 0,0 0 16,0 0-16,0 25 0,0-25 0,0 0 0,0 0 15,24 0-15,-24 0 16,0 0-16,0 0 0,0 0 0,0 0 0,25 25 0,-25-25 0,0 0 0,0 0 15,0 0-15,0 25 0,0-25 0,0 0 0,0 0 16,0 0-16,0 0 0,0 0 16,25 25-16,-25-25 0,0 0 0,0 0 0,0 0 0,0 24 0,0-24 0,0 0 0,0 0 31,-25 0-31,25 25 0,0-25 0,0 0 0,0 0 0,0 0 0,0 0 0,0 0 0,0 25 0,-25-25 15,25 0-15,0 0 0,0 0 0,0 0 0,0 0 0,0 0 0,-24 0 16,24 0 0,0 0-16,0 25 0,0-25 0,-25 0 0,25 0 0,0 0 0,0 0 0,0 0 15,-25 0 1,25 0-16,0 0 0,0 0 0,0 0 0,0 0 0,0 0 0,-25 0 0,25 0 0,0 0 15,0 0-15,0 0 0,0 0 0,0 0 0,0 0 0,0 0 0,0 0 0,0-25 32,0 25-32,0 0 0,-25 0 0,25 0 0,0 0 0,0 0 0,0 0 0,0 0 0,0 0 15,0 0-15,0 0 0,0 0 0,25-25 0,-25 25 0,0 0 0,0 0 16,0 0 15,0 0-31,0-25 0,0 25 0,25 0 0,-25 0 0,0 0 0,0-24 0,0 24 0</inkml:trace>
  <inkml:trace contextRef="#ctx0" brushRef="#br0" timeOffset="442764.3247">17363 12626 0,'0'0'32,"0"-25"-32,0 25 0,0 0 0,0 0 0,0 0 0,0 0 0,0 0 0,0 0 0,0 0 0,0 0 0,0 0 15,0 0 1,0 0-16,0 0 0,0 0 0,0 0 0,0 0 0,0 0 0,0 0 0,0 0 0,0 0 15,0 0-15,0 0 0,-25 0 0,25 0 0,0 0 0,0 0 16,0 0-16,0 0 0,0 0 16,0 0-16,0 0 0,0 0 0,0 0 0,0 25 0,0-25 0,-24 0 15,24 0-15,0 0 0,0 0 0,0 24 16,0-24-16,0 0 0,0 0 0,0 25 15,0-25-15,-25 0 0,25 25 0,0-25 0,0 0 0,0 25 0,0-25 0,0 0 0,0 0 16,0 25-16,0-25 16,0 0-16,-25 24 0,25-24 0,0 0 0,0 25 0,0-25 15,0 25-15,0-25 0,0 0 0,0 25 0,0-25 0,0 0 0,0 25 0,0-25 16,0 0-16,0 24 0,0-24 0,0 0 0,0 0 15,0 25-15,0-25 0,0 0 16,0 25-16,0-25 0,0 0 0,0 0 0,0 25 0,25-25 0,-25 0 0,0 0 16,0 0-16,0 25 0,0-25 0,0 0 0,0 0 15,0 0-15,25 0 0,-25 0 16,0 0-16,0 0 0,0 0 0,0 0 0,0 24 0,24-24 0,-24 0 0,0 0 15,0 0-15,25 0 0,-25 0 0,0 0 0,25 0 0,-25 0 16,0 0-16,0 0 0,25 0 16,-25 0-16,0 0 0,0 0 0,25 0 0,-25-24 0,0 24 0,0 0 15,24 0 1,-24 0-16,0 0 0,0 0 15,25-25-15,-25 25 0,0 0 0,0 0 0,0 0 0,0-25 0,25 25 0,-25 0 0,0 0 0,0 0 0,0-25 0,0 25 0,0 0 16,25 0-16,-25-25 0,0 25 0,0 0 0,0 0 16,25-24-16,-25 24 15,0 0-15,0 0 0,0-25 0,0 25 0,0 0 0,0 0 0,0-25 0,0 25 16,0 0-16,0-25 0,0 25 0,0 0 0,0 0 0,0-25 0,0 25 15,0 0 1,0-24-16,0 24 0,0 0 0,0 0 0,0-25 0,0 25 0,0 0 0,0-25 16,0 25-16,0 0 0,0 0 0,0 0 0,-25-25 0,25 25 0,0 0 15,0 0 1,0 0-16,0-25 0,0 25 0,-25 0 0,25 0 0,0 0 0,0 0 15,0 0-15,0-24 0,-25 24 0,25 0 0,0 0 0,0 0 0,0 0 0,0-25 16,-25 25-16,25 0 16,0 0-16,0 0 0,0 0 0,-24-25 0,24 25 0,0 0 15,0 0-15,0 0 0,0 0 0,0-25 0,-25 25 0,25 0 0,0 0 0,0 0 16,0 0-16</inkml:trace>
  <inkml:trace contextRef="#ctx0" brushRef="#br0" timeOffset="457729.1806">18728 12948 0,'0'0'0,"0"0"16,0 0-16,0 0 0,0 0 0,0 0 0,0 0 15,0 0-15,0 0 0,0 0 16,0 0-16,0 0 0,0 0 0,0 0 0,0 0 0,0 0 0,0 0 0,0 0 0,0 0 16,0 0-16,0 0 0,0 0 0,0 0 15,0 0-15,0 0 0,0 0 16,0 0-16,0 0 0,0 0 0,0 0 0,0 0 0,0 0 0,0 0 0,0 0 0,0 0 15,0 0 1,0 0-16,0 0 0,0 0 0,0 0 0,0 0 0,0 0 0,0 0 0,0 0 16,0 0-16,0 0 0,0 0 0,0 0 0,0 0 0,0 0 0,0 0 15,0 0 1,0 0-16,0 0 0,0 0 0,0 0 0,0 0 0,0 0 0,0 0 0,0 0 15,0 0-15,0 0 0,0 0 0,0 0 0,0 0 0,0 0 0,0 0 0,0 0 32,0 0-32,0 0 0,0 0 0,0 0 0,0 0 0,0-25 0,0 25 0,0 0 15,0 0-15,0 0 0,0 0 0,24 0 0,-24-25 0,0 25 0,0 0 16,0 0-1,25-24-15,-25 24 0,0 0 0,25-25 0,-25 25 0,25 0 0,-25-25 0,0 25 0,25-25 16,-25 25-16,24 0 0,-24-25 0,0 25 0,25 0 0,-25-24 0,25 24 16,-25-25-1,0 25-15,25 0 0,-25-25 0,0 25 0,25-25 0,-25 25 0,0 0 0,0 0 16,0-25-16,0 25 0,0 0 0,24 0 0,-24 0 0,0 0 0,0-24 15,0 24-15,0 0 16,0 0-16,0 0 0,0 0 0,0 0 0,0 0 0,0 0 0,0 0 16,0 0-16,0 0 0,0 0 0,0 0 0,0 0 0,0 0 0,0 0 31,0 0-31,0 0 0,0 0 0,0 0 0,0 0 0,0 0 0,0 0 0,0 0 0,0 0 0,0 0 0,0 0 15,0 0 32,0 0-47,0 0 0,0 0 0,0 24 0,0-24 0,0 0 0,0 0 0,0 25 0,0-25 0,0 25 0,0-25 0,0 0 0,0 25 0,0-25 0,0 25 0,0-25 0,0 0 0,0 24 0,0-24 16,0 25-16,0-25 0,0 0 0,0 25 0,0-25 0,0 25 0,0-25 15,0 0-15,0 25 16,0-25-16,-24 0 0,24 24 0,0-24 0,0 0 0,0 25 0,0-25 16,0 0-16,0 25 0,0-25 0,0 0 0,0 0 0,0 25 0,0-25 15,0 0-15,0 0 0,0 25 0,0-25 0,0 0 0,0 0 16,-25 0-16,25 24 15,0-24-15,0 0 16,0 0-16,0 0 0,0 0 0,0 0 0,0 0 0,0 0 0,0 0 0,0 0 0,0 0 0,0 0 0,0 0 16,0 0-16,0 0 0,0 0 0,0 0 0,0 0 0,25 0 15,-25 0-15,0-24 16</inkml:trace>
  <inkml:trace contextRef="#ctx0" brushRef="#br0" timeOffset="458558.2281">19348 12700 0,'0'0'0,"0"0"0,0 0 16,0 0-16,0 0 0,0 0 0,0 0 0,0 0 0,0 0 15,0 0-15,0 0 16,0 0-16,0 0 0,0 0 0,0 0 0,0 0 0,-25 0 0,25 0 0,0 0 15,0 0-15,0 0 0,0 0 0,0 0 16,0-25-16,0 25 0,-25 0 0,25 0 0,0 0 0,0 0 0,0 0 16,-25 0-16,25 0 0,0 0 15,0 0-15,0 0 0,-25 0 0,25 0 0,0 0 0,0 0 16,0 0-16,-24 0 0,24 25 0,0-25 0,0 0 0,-25 0 0,25 0 0,0 0 31,0 25-31,0-25 0,-25 0 0,25 0 0,0 25 0,0-25 0,0 0 0,0 24 16,0-24-16,0 0 0,0 25 0,0-25 0,0 0 0,0 0 0,0 25 0,0-25 15,0 0 1,0 0-16,0 25 0,0-25 0,25 0 0,-25 0 0,0 0 0,0 0 0,0 25 0,0-25 15,0 0 1,25 0-16,-25 0 0,0 0 0,0 0 0,0 0 0,0 0 0,0 0 0,24 0 0,-24 0 16,0 0-16,0 0 0,0 0 0,25 0 0,-25 0 0,0 0 0,0-25 15,0 25 1,25 0-16,-25 0 0,0 0 0,0-25 0,0 25 0,25 0 0,-25 0 0,0-25 15,0 25-15,0 0 0,0-25 0,25 25 0,-25 0 0,0 0 0,0-24 16,0 24 0,0 0-16,0 0 0,0 0 0,0-25 0,0 25 0,0 0 0,0 0 0,0 0 15,0 0-15,0 0 0,0-25 0,0 25 0,0 0 0,0 0 0,0 0 0,0 0 31,0 0-31,0 0 0,0 0 0,0 0 0,24 0 0,-24 0 0,0 0 0,0 0 0,0 25 16,0-25-16,0 0 0,0 0 0,0 0 0,0 0 0,0 25 0,0-25 16,0 0-1,0 0-15,0 24 0,0-24 0,0 0 0,0 25 0,0-25 0,0 0 0,0 25 16,0-25-16,0 0 0,0 25 0,0-25 0,0 0 0,0 25 0,0-25 15,-24 0-15,24 0 16,0 24-16,0-24 0,0 0 0,0 25 0,0-25 0,0 0 0,0 0 16,0 0-16,0 25 0,0-25 0,0 0 0,0 0 0,0 0 0,0 0 15,-25 25-15,25-25 16,0 0-16,0 0 0,0 0 0,0 0 0,0 0 0,-25 25 0,25-25 0,0 0 0,0 0 15,0 0-15,0 0 16,-25 0-16,25 24 0,0-24 0,0 0 0,0 0 0,0 0 16,0 0-16,-25 0 0,25 0 0,0 0 0,0 0 0,0 0 0,0 0 0,0 0 15,0 0-15,0 0 16,0 0-16,0 0 0,0 0 0,0 0 0,0 0 0,0 0 0,0 0 15,0 0-15,0-24 0,0 24 0,0 0 0,0 0 0,0 0 0,0 0 16,0-25 0,0 25-16,25 0 0,-25 0 0,0-25 0</inkml:trace>
  <inkml:trace contextRef="#ctx0" brushRef="#br0" timeOffset="459273.269">19645 12650 0,'0'0'0,"0"0"16,0 0 0,-24 0-16,24 0 0,0 0 0,0 0 0,0 0 0,0 0 0,0 0 0,0 0 15,0 0-15,0 0 0,0 0 0,0 0 0,-25 0 0,25 0 0,0 0 16,0 0-16,0 0 15,0 25-15,0-25 0,0 0 0,0 0 0,0 0 0,-25 0 0,25 0 16,0 0-16,0 25 0,0-25 0,0 0 0,0 0 0,0 25 0,0-25 16,0 0-1,0 0-15,0 25 0,0-25 0,0 0 0,0 0 0,0 24 0,0-24 0,0 0 0,0 0 16,0 25-16,0-25 0,0 0 0,0 25 0,0-25 0,0 0 0,0 0 15,0 25 1,0-25-16,25 0 0,-25 25 0,0-25 0,0 0 0,0 0 0,0 24 0,25-24 16,-25 0-16,0 25 0,0-25 0,0 0 0,0 0 0,24 0 0,-24 25 15,0-25-15,0 0 16,0 0-16,0 25 0,25-25 0,-25 0 0,0 0 0,0 25 0,0-25 15,0 0-15,0 0 0,0 0 0,0 0 0,0 24 0,0-24 0,0 0 16,0 0-16,0 0 16,0 0-16,0 0 0,0 25 0,0-25 0,0 0 0,0 0 0,0 0 0,0 0 31,0 25-31,0-25 0,0 0 0,0 0 0,-25 0 0,25 0 0,0 0 0,0 0 0,-24 25 0,24-25 15,0 0-15,0 0 0,-25 0 0,25 0 0,0 0 0,0 0 0,0 0 16,-25 0-16,25 0 16,0-25-16,0 25 0,0 0 0,0 0 0,0-25 0,0 25 0,0 0 15,0 0-15,0-25 0,0 25 0,0 0 0,0-24 0,0 24 0,0 0 16,25-25-16,-25 25 15,0 0-15,0-25 0,25 25 0,-25-25 0,0 25 0,0 0 0,24-25 0,-24 25 0,25-24 16,-25 24-16,0 0 16,25-25-16,-25 25 0,0-25 0,25 25 0,-25-25 0,0 25 15,0 0-15,25-25 0,-25 25 0,0 0 0,0-24 0,0 24 0,0 0 0,0 0 16,0-25-1,0 25-15,0 0 0,0 0 0,0 0 0,0 0 0,0 0 0,0 0 0,0-25 16,0 25-16,-25 0 0,25 0 0,0 0 0,0 0 0,-25 0 0,25 0 16,0 0-16,-25 0 15</inkml:trace>
  <inkml:trace contextRef="#ctx0" brushRef="#br0" timeOffset="472427.0213">20166 13742 0,'0'0'0,"0"0"16,0 0-16,0 0 0,0 0 0,0 0 0,0 0 15,0 0-15,0 0 0,0 0 0,0 0 16,0 0-16,0 0 0,0 0 0,0 0 0,0 0 0,0 0 0,0 0 0,0 0 0,0 0 16,0 0-1,0 0-15,0 0 0,0 0 0,0 0 0,0 0 0,0 0 0,0 0 16,0 0-16,0 0 0,0 0 0,0 0 0,0 0 0,0 0 0,0 0 0,0 0 15,0 0-15,0 0 16,0 0-16,0 0 0,0 0 0,0 0 0,0 0 0,0 0 0,0 0 0,0 0 16,0 0-16,0 0 0,0 0 0,0 0 0,0 0 0,0 0 15,0 0 1,0 0-16,0 0 0,25 0 0,-25 0 0,0 0 0,0 0 0,0 0 0,0 0 0,0 0 15,0 0-15,0 0 0,0 0 0,25 0 0,-25 0 0,0 0 16,0 0-16,0 0 16,25 0-16,-25 0 0,0 0 0,0 0 0,0 0 0,24 0 0,-24 0 15,0 0-15,0 0 0,0 0 0,25 0 16,-25-25-1,0 25-15,0 0 0,0 0 0,25 0 0,-25 0 0,0 0 0,0 0 0,0 0 0,0 0 0,25 0 0,-25 0 0,0 0 16,0 0-16,0 0 0,0 0 0,0 0 0,0 0 0,0 0 0,0 0 16,0 0-1,0 0-15,0 0 0,0 0 0,0 0 0,0 0 0</inkml:trace>
  <inkml:trace contextRef="#ctx0" brushRef="#br0" timeOffset="473249.0683">20563 13742 0,'0'-25'0,"0"25"0,0 0 16,0 0-16,0 0 0,0 0 0,0 0 0,0 0 0,0 0 0,0 0 16,0 0-16,0 0 0,0 0 0,0 0 0,0 0 15,0 0-15,0-25 0,0 25 0,0 0 16,0 0-16,0 0 0,0 0 0,0 0 0,0 0 0,0 0 0,0-25 15,0 25-15,0 0 0,0 0 0,0 0 0,25 0 0,-25 0 0,0 0 16,0-24 0,0 24-16,0 0 0,0 0 0,0 0 0,25 0 0,-25 0 0,0-25 15,0 25-15,0 0 0,0 0 0,24 0 16,-24 0-16,0 0 0,0 0 0,0 0 0,0 0 0,25 0 0,-25 0 0,0 0 0,0 0 15,0 0 1,0 0-16,0 0 0,25 0 0,-25 0 0,0 0 0,0 0 0,0 0 0,0 25 16,0-25-16,0 0 0,0 0 0,0 0 0,0 24 0,0-24 0,0 0 15,0 25-15,0-25 0,-25 0 0,25 25 16,0-25-16,0 0 0,0 25 0,-25-25 0,25 25 0,0-25 15,-24 24-15,24-24 0,0 25 0,-25-25 0,25 25 0,0-25 0,-25 25 32,25-25-32,0 25 0,-25-25 0,25 24 0,0-24 0,-25 0 0,25 25 31,0-25-31,0 25 0,-24-25 15,24 0-15,0 0 0,0 25 0,-25-25 0,25 0 0,0 0 0,0 0 0,0 0 0,-25 25 0,25-25 0,0 0 0,0 0 0,0 0 0,0 0 0,0 0 0,-25 0 16,25 0-16,0 0 0,0 0 0,0 0 0,0 0 0,0-25 16,0 25-1,0 0-15,0 0 0,0 0 0,0 0 0,0 0 0,0 0 0,0-25 0,0 25 0,0 0 0,0 0 16,0 0-16,0 0 0,0 0 0,0 0 0,25-25 0,-25 25 15,0 0 1,0 0-16,0 0 0,0 0 0,0 0 0,0 0 0,0 0 0,0 0 0,0 0 0,25 0 16,-25 0-1,0 0-15,0 0 0,0 0 0,0 0 0,0 0 0,0 0 0,0 25 0,0-25 31,0 0-31,0 0 0,25 0 0,-25 0 0,0 25 0,0-25 0,0 0 0,0 0 0,0 0 0,0 25 0,0-25 0,0 0 16,24 0-16,-24 0 0,0 24 0,0-24 0,0 0 0,0 0 16,0 0-16,0 25 15,25-25-15,-25 0 0,0 0 0,0 0 0,25 0 0,-25 0 0,0 0 16,25 0-16,-25 0 0,0 0 0,25 0 0,-25 0 0,24 0 0,-24-25 0,25 25 31,-25 0-31,25 0 0,-25-24 0</inkml:trace>
  <inkml:trace contextRef="#ctx0" brushRef="#br0" timeOffset="473836.1016">20985 13593 0,'0'0'0,"0"0"15,0-25-15,0 25 0,0 0 0,0 0 0,0 0 0,0 0 0,0 0 0,0 0 16,0 0-16,0 0 0,0 0 0,0 0 15,0 0-15,0 0 0,0 0 0,0 0 0,0 0 16,0 0-16,0 0 0,0 0 0,0 0 0,0 0 0,0 0 0,0 0 16,0 0-16,0 25 0,0-25 0,0 0 0,0 25 0,0-25 0,0 25 15,-25-25 1,25 24-16,0-24 0,0 25 0,0-25 0,-25 25 0,25 0 0,0-25 0,0 25 15,0-25-15,-25 24 32,25-24-32,0 25 0,0-25 0,0 25 0,-24-25 0,24 25 0,0-25 0,0 25 0,0-25 0,0 24 0,0-24 0,-25 0 0,25 25 0,0-25 0,0 0 0,0 0 15,0 25 1,0-25-16,-25 0 0,25 0 0,0 0 0,0 25 0,0-25 0,0 0 0,0 0 15,0 0-15,0 0 0,0 0 0,0 0 0,0 0 0,0 0 0,0 0 16,0 0-16,0 0 16,0 0-16,0-25 0,0 25 0,0 0 0,0 0 0</inkml:trace>
  <inkml:trace contextRef="#ctx0" brushRef="#br0" timeOffset="474022.1125">20935 13742 0,'0'0'0,"0"0"15,0 0-15,0 0 0,0 0 0,25 0 0,-25 0 0,0 0 16,0 0-16,0 0 0,25 0 0,-25 0 0,0 0 15,25 0-15,-25 0 0,24 0 0,-24 0 0,25 0 16,-25 0-16,25 0 0,-25 0 0,25 0 0,-25 0 0,25 0 16,-25 0-16,24 0 0,-24 0 0,25 0 0,-25 0 0,25 0 15,-25 0-15,0 0 0,25 0 0,-25 0 16,0 0-16,25-25 0,-25 25 0,0 0 0,0 0 0</inkml:trace>
  <inkml:trace contextRef="#ctx0" brushRef="#br0" timeOffset="474273.1269">21282 13618 0,'0'0'0,"0"0"16,0 0-16,0 0 0,0 0 0,0-25 0,0 25 15,0 0-15,0 0 0,0 0 0,0 0 0,0 0 0,0 0 16,0 0-16,0 0 0,0 0 0,0 0 0,0 0 16,0 0-16,0 25 0,0-25 0,0 0 0,0 0 15,0 0-15,0 0 0,0 25 0,0-25 0,0 0 0,-24 24 31,24-24-31,0 25 0,0-25 0,0 25 0,-25-25 0,25 25 0,0-25 0,0 25 0,0-25 0,-25 24 0,25-24 16,0 25 0,0-25-16,0 25 0,-25-25 0,25 25 0,0-25 0,0 25 0,0-25 15,-25 24-15,25-24 0,0 0 0,0 25 0,0-25 0,0 0 0,0 0 0,-24 25 16,24-25-1,0 0-15,0 0 0,0 25 0,0-25 0,0 0 0,0 0 0,0 0 0,0 0 16</inkml:trace>
  <inkml:trace contextRef="#ctx0" brushRef="#br0" timeOffset="474684.1504">21332 13965 0,'25'0'0,"-25"0"16,0-25 0,0 25-16,0 0 0,0 0 0,0 0 0,0-25 0,0 25 0,25 0 15,-25 0-15,0 0 0,0 0 0,0 0 0,0 0 0,0 0 0,0-24 0,0 24 16,0 0-16,0 0 15,0 0-15,0 0 0,0 0 0,0 0 0,0 0 0,0 24 0,0-24 16,0 0-16,0 0 0,0 0 0,0 0 0,0 0 0,0 25 0,0-25 16,0 0-1,0 25-15,0-25 0,-25 0 0,25 25 0,0-25 0,0 25 0,0-25 0,0 0 16,0 24-16,0-24 0,-25 0 0,25 25 0,0-25 0,0 0 0,0 0 15,0 25 1,0-25-16,0 0 0,0 0 0,0 0 0,0 25 0,0-25 0,0 0 0,0 0 0,0 0 0,0 0 16,0 0-16,0 0 0</inkml:trace>
  <inkml:trace contextRef="#ctx0" brushRef="#br0" timeOffset="475220.1811">21729 13717 0,'0'0'0,"-25"0"15,25 0-15,0 0 0,0 0 0,0 0 0,0 0 0,0 0 0,0 0 0,0 0 16,0 0-16,0 0 0,0 0 0,0 0 0,0 0 0,25 0 15,-25 0-15,0 0 16,0 0-16,0 0 0,25 0 0,-25 0 0,0 0 0,0 0 0,25 0 0,-25 0 16,24 0-16,-24 0 0,25 0 0,-25 0 0,25 25 0,-25-25 15,25 0 1,-25 0-16,25 0 0,-25 0 0,24 0 0,-24 0 0,25 0 0,-25 0 0,25 0 0,-25 25 0,0-25 15,25 0-15,-25 0 0,0 0 0,0 0 0,0 0 0,0 0 16,0 0-16,0-25 16</inkml:trace>
  <inkml:trace contextRef="#ctx0" brushRef="#br0" timeOffset="475445.1939">21927 13643 0,'-24'0'0,"24"0"0,0 0 0,0 0 0,0 0 15,0 0-15,0 0 0,0 0 0,24 0 0,-24 0 16,0 0-16,0 0 0,0 0 0,0 24 0,0-24 0,0 0 15,0 0-15,0 25 0,0-25 0,-24 0 16,24 25-16,0-25 0,0 25 0,0-25 16,0 25-16,0-25 0,0 24 0,-25 1 0,25-25 0,0 25 0,0 0 0,-25-25 31,25 25-31,0-1 0,0-24 0,0 25 0,-25 0 0,25-25 0,0 25 0,0-25 15,0 25-15,0-25 0,0 24 0,0-24 0,0 0 0</inkml:trace>
  <inkml:trace contextRef="#ctx0" brushRef="#br0" timeOffset="475826.2157">22349 13593 0,'0'0'16,"0"0"0,0 0-16,0 0 0,0 0 0,0 0 0,0 0 0,0 25 0,0-25 0,-25 0 15,25 0-15,0 0 0,0 25 0,0-25 0,0 0 0,-25 24 0,25-24 16,0 25-1,0-25-15,0 25 0,-24 0 0,24-25 0,0 25 0,0-25 0,0 24 0,0 1 16,-25-25-16,25 25 0,0-25 0,0 25 0,0 0 0,0-25 0,0 24 16,0-24-16,-25 25 15,25-25-15,0 0 0,0 25 0,0-25 0,0 0 0,0 25 0,0-25 16,0 0-16,0 0 0,0 0 0,0 25 0,0-25 0,0 0 0,0 0 0,0 0 15,0 0 1,0 0-16,-25 0 0,25 0 0,0-25 0</inkml:trace>
  <inkml:trace contextRef="#ctx0" brushRef="#br0" timeOffset="475993.2253">22225 13841 0,'0'0'0,"0"0"0,0 0 0,0 0 0,25 0 0,-25 0 16,0 0-16,0 0 0,0 0 0,0 0 0,25 0 16,-25 0-16,0 0 0,24 0 0,-24 0 0,0 0 0,25 0 15,-25 0-15,25 0 0,-25 0 0,25 0 0,-25 25 16,0-25-16,25 0 0,-25 0 0,24 0 0,-24-25 0,0 25 15,25 0-15,-25 0 0,25 0 0,-25 0 16,0 0-16,0 0 0,25-25 0,-25 25 0,0 0 0</inkml:trace>
  <inkml:trace contextRef="#ctx0" brushRef="#br0" timeOffset="476206.2375">22572 13692 0,'0'-25'0,"0"25"0,0 0 0,0 0 0,0 0 0,0-24 16,0 24-16,0 0 0,0 0 0,0 0 0,0 0 0,0 0 16,0 0-16,0 0 0,0 0 0,0 24 0,0-24 15,0 0-15,0 0 0,0 25 0,-25-25 0,25 0 16,0 25-16,0-25 0,0 25 0,0-25 0,-24 25 15,24-25-15,0 24 0,0 1 0,-25-25 16,25 25-16,0-25 0,0 25 0,-25-25 0,25 25 0,0-25 0,0 24 16,0-24-16,-25 25 0,25-25 0,0 25 0,0-25 0,0 0 15,-25 25-15,25-25 0,0 0 31,0 25-31,0-25 0,0 0 0,0 0 0,-24 24 0,24-24 0,0 0 0,0 0 0,0 0 0,0 0 0</inkml:trace>
  <inkml:trace contextRef="#ctx0" brushRef="#br0" timeOffset="476775.27">22622 13915 0,'0'0'0,"0"0"0,0 0 31,0 0-31,0 0 0,0 0 0,0 0 0,0 0 0,0 0 0,25 0 0,-25 0 15,0 0-15,0 0 0,0 0 0,0 0 0,24 0 0,-24 0 0,0 0 0,0 0 16,0 0-16,25 0 0,-25 25 0,0-25 16,0 0-16,0 0 0,25 0 0,-25 0 15,0 0-15,0 0 0,0 0 0,0 0 0,0 0 0,0 0 0,25 25 0,-25-25 0,0 0 16,0 0-16,0 0 0,0 25 15,-25-25-15,25 0 0,0 0 0,0 25 16,0-25-16,0 0 0,0 0 0,-25 24 0,25-24 0,0 0 16,0 0-16,-25 0 0,25 25 0,0-25 0,-24 0 15,24 0-15,0 0 0,0 25 0,-25-25 0,25 0 0,0 0 0,0 0 16,0 0-16,0 0 0,0 0 0,0 0 0,0 25 0,0-25 0,-25 0 15,25 0 1,0 0-16,25 0 0,-25 0 0,0 0 0,0 25 0,0-25 0,0 0 0,0 0 0,0 0 16,0 0-16,25 0 0,-25 24 0,0-24 0,0 0 0,0 0 15,0 0 1,0 0-16,24 25 0,-24-25 0,0 0 0,0 0 0,0 25 0,0-25 0,0 0 0,0 0 15,0 0-15,0 25 16,0-25-16,-24 0 0,24 0 0,0 0 0,0 0 0,0 0 0,-25 25 0,25-25 16,0 0-16,0 0 0,-25 0 0,25 0 0,0 0 0,-25 0 0,25 0 15,-25 0 1,25 0-16,0 0 0,-24 0 0,24 0 0,-25 0 0,25 0 0,0 0 0,-25-25 0,25 25 15,0 0-15,0 0 0,-25 0 0,25 0 0,0 0 0,0 0 16,0 0-16,0-25 16,0 25-16,0 0 0</inkml:trace>
  <inkml:trace contextRef="#ctx0" brushRef="#br0" timeOffset="477198.2942">23118 13841 0,'0'0'0,"0"0"16,0 0-16,0 0 0,0 0 0,0 0 0,0 0 0,0 0 0,0-25 0,0 25 16,0 0-16,0 0 0,0 0 0,0 0 0,25 0 0,-25 0 0,0 0 15,0 0 1,25 0-16,-25 0 0,24 0 0,-24 0 0,0 0 0,25 0 0,-25 0 15,25 0-15,0 0 0,-25 0 0,25 0 0,-25 25 0,24-25 0,1 0 0,-25 0 16,25 0 0,-25 0-16,25 0 0,-25 0 0,25 0 0,-25 0 0,24 0 0,-24 0 0,25 0 0,-25 0 0,0 0 15,0 0-15,25 0 0,-25 0 0,0-25 0,0 25 16</inkml:trace>
  <inkml:trace contextRef="#ctx0" brushRef="#br0" timeOffset="477450.3086">23440 13667 0,'0'0'0,"0"0"15,0 0-15,0 0 0,0 0 0,25 0 0,-25 0 16,0 0-16,0 0 0,0 0 0,25 0 0,-25 0 16,0 0-16,25 0 0,-25 0 0,0 0 0,0 25 0,25-25 15,-25 0-15,0 0 0,0 0 16,24 25-16,-24-25 15,0 0-15,0 25 0,0-25 0,25 0 0,-25 25 0,0-25 0,0 24 0,0-24 0,0 25 0,0-25 0,0 25 16,0 0 0,-25-25-16,25 25 0,0-25 0,0 24 0,-24-24 0,24 0 0,0 25 0,-25-25 15,25 0-15,-25 25 0,25-25 0,-25 0 0,25 25 0,-25-25 0,1 0 16,24 0-16,-25 0 15,25 0-15,0 25 0,-25-25 0</inkml:trace>
  <inkml:trace contextRef="#ctx0" brushRef="#br0" timeOffset="485326.7591">13320 13171 0,'0'0'0,"0"0"0,0 0 16,0 0-16,0 0 0,0 0 0,0 0 0,0 0 15,0 0-15,0 0 0,0 0 0,0 0 0,0 0 16,0 0-16,0 0 0,0 0 0,0-25 0,0 25 0,-25 0 15,25 0-15,25 0 0,-25 0 0,0 0 0,0 0 0,0 0 0,0 0 16,0 0-16,0 0 0,0 0 16,0 0-16,0 0 0,0 0 0,-25 0 0,25 0 0,0 0 0,0 0 0,0 0 15,0 0-15,0 0 0,0 0 0,0 0 0,0 0 0,0 0 16,0 0-1,0 0-15,0 0 0,0 0 16,0 0-16,0 0 16,0 0-16,0 0 0,0 0 0,0 0 0,0 0 0,0 0 0,0 0 0,0 0 0,0 0 0,0 0 0,0 0 0,-24 0 0,24 0 0,0-24 15,0 24-15,0 24 0,0-24 0,0 0 0,0 0 0,-25 0 0,25 0 31,0 0-31,0 0 0,0 0 0,0 0 0,0 0 0,0 0 0,0 0 0,-25 0 0,25 0 0,0 0 0,0 0 32,0 0-32,0 0 0,-25 0 0,25 0 0,0 25 0,0-25 0,0 0 0,0 0 0,0 0 15,0 0-15,0 0 0,-25 0 0,25 0 0,0 0 0,0 0 0,0 25 16,0-25-16,0 0 15,0 0-15,0 0 0,0 0 0,0 0 0,-25 25 0,25-25 0,0 0 0,0 0 16,0 0-16,0 0 0,0 25 0,0-25 0,0 0 0,0 0 16,0 0-1,-24 0-15,24 25 0,0-25 0,0 0 0,0 0 0,0 0 0,0 0 0,0 24 0,0-24 16,24 0-16,-24 0 0,0 25 0,0-25 0,-24 0 0,24 0 15,0 0 1,0 25-16,0-25 0,0 0 0,0 0 0,0 0 0,0 0 0,0 25 0,0-25 16,0 0-16,0 0 0,0 0 0,0 25 0,0-25 0,0 0 0,0 0 15,0 24-15,24-24 0,-24 0 16,0 0-16,0 0 0,0 25 0,0-25 0,0 0 0,0 0 0,0 0 15,0 0-15,0 0 0,25 25 0,-25-25 0,0 0 0,0 0 0,0 0 16,0 0 0,0 0-16,0 0 0,0 0 0,25 25 0,-25-25 0,0 0 0,0 0 46,0 0-46,0 0 16,0 0-16,0 25 0,25-25 0,-25 0 0,0 0 0,0 0 0,0 0 0,0 0 0,0 0 16,25 0-16,-25 0 0,0 24 0,0-24 0,0 0 0,0 0 15,0 0-15,25 0 0,-25 0 0,0 0 0,0 0 16,0 0-16,24 0 0,-24 0 0,0 0 0,0 0 0,0 0 0,25 0 0,-25 0 0,0 0 0,0-24 0,25 24 0,-25 0 0,0 0 0,0 0 0,0 0 0,25 0 0,-25 0 0,0 0 0,0 0 15,25-25 1,-25 25-16,0 0 0,0 0 0,0 0 0,0 0 0,0 0 0,24-25 16,-24 25-16,0 0 0,0 0 0,0 0 0,0 0 0,0-25 0,0 25 0,0 0 15,25 0 1,-25-25-16,0 25 0,0 0 0,0-24 0,0 24 0,0 0 0,0 0 0,0-25 15,0 25-15,0 0 0,0 0 0,25 0 0,-25-25 0,0 25 0,0 0 16,0 0 0,0-25-16,0 25 0,0 0 0,0 0 0,0 0 0,0-25 0,0 25 0,0 0 0,0 0 15,0 0-15,0-24 0,0 24 0,0 0 0,0 0 0,0-25 16,0 25-16,0 0 15,0 0-15,0 0 0,0-25 0,0 25 0,0 0 0,0 0 0,0 0 0,-25 0 16,25-25-16,0 25 0,0 0 0,0 0 0,0 0 0,0-25 0,0 25 16,0 0-16,0 0 15,0 0-15,0 0 0,-25-25 0,25 25 0,0 0 0,0 0 0,0 0 31,0-24-31,0 24 0,-24 0 0,24 0 0,0 0 0,0 0 0,0 0 0,0 0 0,0 0 0,0-25 0,0 25 32,0 0-32,0 0 0,0 0 0,0 0 0,-25 0 0,25 0 0,0 0 0,0 0 0,0 0 0,0 0 15,-25 0-15,25 25 0,0-25 0,0 0 0,0 0 0,0 0 0,0 0 16,0 0-16,0 0 0,0 0 15,0 0-15</inkml:trace>
  <inkml:trace contextRef="#ctx0" brushRef="#br0" timeOffset="488680.951">14387 13295 0,'25'0'0,"-25"0"15,0 0-15,24 0 0,-24 0 0,25 0 0,-25 0 0,0 0 0,25 0 32,-25 0-32,0 0 0,25 0 0,-25 0 0,0 0 0,25 0 0,-25 0 0,0 0 0,0 0 15,24 0-15,-24 0 0,0 0 0,0 0 0,0 0 0,0 0 0,0 0 0,25 0 31,-25 0-31,0 0 0,0-24 0,0 24 0,0 0 0</inkml:trace>
  <inkml:trace contextRef="#ctx0" brushRef="#br0" timeOffset="491344.1033">14511 13196 0,'0'0'0,"0"0"0,0 0 16,0 0-16,0 0 0,0 0 0,0 0 0,0 0 0,0 0 0,0 0 16,0 0-1,0 0-15,0 0 0,0 0 0,0 0 0,0 0 0,0 0 0,0 0 16,0 0-16,0 0 0,0 0 0,0 0 0,0 0 0,0 0 0,0 0 0,0 0 15,0 0 1,0 0-16,0 0 0,0 0 0,0 0 0,0 0 0,0 0 0,0 0 0,0 0 16,0 0-16,0 0 0,0 0 0,0 0 0,0 0 0,0 0 0,0 0 15,0 25-15,0-25 16,0 0-16,0 0 0,0 0 0,0 0 0,0 0 0,0 0 15,0 0-15,0 0 0,0 0 0,0 0 0,0 0 0,0 0 0,0 0 0,0 0 16,0 0-16,0 0 16,0 0-16,0 0 0,0 0 0,0 0 0,0 0 0,0 0 0,0 0 15,0 0-15,0 0 0,0 0 0,0 0 0,0 0 0,0 0 0,-25 0 16,25 0-1,0 0-15,0 0 0,0 0 0,0 0 0,0 0 0,0 0 0,0 0 0,0 0 0,0 0 16,0 0-16,0 0 0,-25 0 0,25 0 0,0 0 16,0 0-16,0 0 0,0 0 0,-25 0 15,25 0-15,0 0 0,0 0 0,0-25 0,0 25 0,0 0 0,0 0 16,0 0-16,0 0 0,0 0 0,0 0 0,0 0 0,-24 0 0,24 0 15,0 0-15,0 0 0,0 0 16,0 0-16,0 0 0,0 0 0,0 0 0,0 0 0,0 0 0,0 0 16,0 0-16,0 0 0,0 0 0,0 0 0,0 0 0,0 0 15,0 0 1,0 0-16,0 0 0,0-25 0,0 25 0,0 0 0,0 0 0,0 0 0,0 0 0,0 0 0,0 0 15,0 0 1,0 0-16,0 0 0,0 0 0,0 0 0,0 0 0,0 0 0,0 0 16,0 0-16,0 0 0,0 0 0,-25 0 0,25 0 0,0 0 15,0 0-15,0 0 0,0 0 0,0 0 0,0 0 16,0 0-16,0 0 0,25 0 0,-25 0 0,0 0 0,0 0 0,0 0 15,0 0-15,0 0 0,0 0 0,0 0 0,0 0 0,0 0 16,0 0-16,0 0 16,0 0-16,0 0 0,0 0 0,0 0 0,0 0 0,0 0 0,0 0 0,0 0 15,0 0-15,0 0 0,0 0 0,0 0 0,0 0 0,0 0 0,0 0 16,0 0-1,0 0-15,0 0 0,0 0 0,0 0 0,0 0 0,0 0 0,0 0 16,0 0-16,0 0 0,0 0 0,0 0 0,0 0 0,0 0 0,0 0 16,0 0-16,0 0 0,0 0 0,0 0 0,0 0 0,0 0 15,0 0-15,0 0 16,0 0-16,0 0 0,0 0 0,0 0 0,-25 0 0,25 0 0,0 0 0,0 0 15,0 0-15,0 0 0,0 0 0,0 0 0,0 0 0,0 0 0,0 0 16,0 0 0,0 0-16,0 0 0,0 0 0,0 0 0,0 0 0,0 0 0,0 0 0,0 0 15,0 0-15,0 0 0,0 0 0,0 0 0,0 0 0,0 0 0,0 0 16,0 0-1,0 0-15,0 0 0,0 0 0,0 0 0,0 0 0,0 0 0,0 0 0,0 0 0,0 0 16,0 0-16,0 0 0,0 0 31,0 0-31,0 0 0,0 0 0,0 0 0,0 0 0,0 0 0,0 0 0,0 0 0,0 0 0,0 0 0,0 0 0,0 0 47,0 0-47,0 0 0,0 0 0,0 0 0,0 0 0,0 0 0,0 0 0,0 0 0,0 0 16,0 0-16,0 0 0,0 0 0,0 0 0,0 0 0,0 0 0,0 0 0,0-25 0,0 25 0,0 0 0,0 0 0,0 0 15,0 0-15,0 0 0,0 0 0,0 0 0,0 0 0,0 0 0,0 0 16,0 0-16,0 0 0,0 0 0,0 0 0,0 0 0,0 0 0,0 0 15,0 0 1,0 0-16,0 0 0,0 0 0,0 0 0,0 0 0,0 0 0,0 0 0,0 0 0,0 0 0,0 0 16,0 0-16,0 0 15,0 0-15,0 0 0,0 0 0,0 0 0,0 0 16,0 0-16,0 0 0,0 0 0,0 0 0,0 0 0,0 0 0,0 0 0,0 0 15,0 0-15,0 0 0,0 0 0,0 0 0,0 0 0,0 0 16,0 0 0,0 0-16,0 0 0,0 0 0,0 0 0,0 0 0,0 0 0,0 0 0,0 0 0,0 0 0,0 0 15,0 0-15,0 0 0,0 0 0,0 0 0,0 0 0,0 0 16,0 0-1,0 0-15,0 0 0,0 0 0,0 0 0,0 0 0,0 0 0,0 0 32,0 0-32,0 0 0,0 0 0,0 0 0,0 0 0,0 0 0,25 0 0,-25 0 0,0 0 0,0 0 0,0 0 0,0 0 15,0 0-15,0 0 0,0 0 0,0 0 0,0 0 0,0 0 16,0 0-1,0 0-15,0 0 0,0 0 0,0 0 0,0 0 0,0 0 0,0 0 0,0 0 0,0 0 16,0 0-16,0 0 0,0 0 0,0 0 0,0 0 0,0 0 0,0 0 31,0 0-31,0 0 0,-25 0 0,25 0 0,0 0 0,0 0 0,0 0 16,0 0-16,0 0 0,0 0 0,0 0 0,0 0 0,0 0 0,0 0 0,0 0 0,0 0 15,0 0 1,0 0-16,0 0 0,0 0 0,0 0 0,0 0 0,0 0 0,0 0 0,0 0 16,0 0-16,0 0 0,0 0 0,0 0 0,0 0 0,0 0 0,0 0 15,0 0 1,0 0-16,0 0 0,0 0 0,0 0 0,0 0 0,0 0 0,0 0 0,0 0 15,0 0-15,0 0 0,0 0 0,0 0 0,0 0 0,0 0 0,0 0 0,0 0 32,0 0-32,0 0 0,0 0 0,0 0 0,0 0 0,0 0 0,0 0 0,0 0 15,0 0-15,0 0 0,0 0 0,0 0 0,0 0 0,0 0 0,0 0 0,0 0 16,0 0-1,0 0-15,0 0 0,0 0 0,0 0 0,0 0 0,0 0 0,0 0 16,0 0-16,0 0 0,0 0 0,0 0 0,0 0 0,0 0 0,0 0 0,0 0 16,0 0-16,0 0 0,0 0 0,0 0 0,0 0 0,0 0 15,0 0-15,0 0 16,0 0-16,0 0 0,0 0 0,0 0 0,0 0 0,0 0 0,0 0 15,0 0-15,0 0 0,0 0 0,0 0 0,0 0 0,0 0 0,0 0 16,0 0 0,0 0-16,0 0 0,0 0 0,0 0 0,0 0 0,0 0 0,0 0 0,0 0 15,25 0-15,-25-24 0,-25 24 0,25 0 0,0 0 0,0 0 0,0 0 16,0 0-1,0 0-15,0 0 0,0 0 0,25 0 0,-25 0 0,0 0 0,0 0 0,0 0 0,0 0 16,0 0-16,0 0 0,0-25 0,0 25 0,0 0 0,0 0 16,0 0-1,0 0-15,0 0 0,0 0 0,0 0 0,0 0 0,0 0 0,0 0 0,0 0 0,0 0 16,0 0-16,0 0 0,0 0 0,0 0 0,0-25 0,24 25 15,-24 0-15,0 0 16,0 0-16,0 0 0,0 0 0,0 0 0,0 0 0,0 0 0,0 0 16,0 0-16,25 0 0,-25 0 15,0-25-15,0 25 0,0 0 0,25 0 0,-25 0 0,0 0 0,0 0 0,0 0 16,0 0-16,25 0 0,-25 0 0,0 0 0,0 0 0,0 0 0,0 0 15,0 0-15,25 0 16,-25 0-16,0 0 0,0 0 0,0 0 0,0 0 0,0 0 0,0 0 47,0 0-47,0 0 0,0 0 0,0 0 0,24 0 0,-24 0 0,0 0 0,0 0 0,0 0 0,0 0 0,0 0 0,0 0 0,0 25 0,0-25 0,0 0 0,0 0 0,25 0 0,-25 25 15,0-25-15,0 0 16,0 0-16,0 25 0,0-25 0,0 0 0,25 0 0,-25 24 0,0-24 0,0 0 0,0 0 16,0 0-1,0 25-15,0-25 0,0 0 0,25 0 0,-25 0 0,0 25 0,0-25 0,0 0 0,0 0 16,0 0-16,0 0 0,0 25 0,0-25 0,0 0 0,0 0 0,0 0 15,0 0-15,0 25 16,0-25-16,0 0 0,0 0 0,0 0 0,0 0 0,0 0 0,0 25 16,0-25-16,0 0 0,0 0 0,0 0 0,0 0 0,0 24 0,-25-24 15,25 0 1,0 0-16,0 0 0,0 25 0,0-25 0,-25 0 0,25 0 0,0 0 0,0 0 0,-25 25 0,25-25 15,0 0 1,0 0-16,-24 25 0,24-25 0,0 0 0,0 0 0,-25 0 0,25 25 16,0-25-16,0 0 0,-25 0 0,25 0 0,0 24 0,0-24 0,0 0 15,-25 0-15,25 0 0,0 0 0,0 0 0,-25 25 16,25-25-16,0 0 0,0 0 0,0 0 0,0 0 15,0 0-15,-24 0 0,24 25 0,0-25 0,0 0 0,0 0 0,0 0 0,-25 0 32,25 0-32,0 0 0,0 0 0,0 0 0,0 0 0,-25 0 0,25 25 0,0-25 0,0 0 0,0 0 15,0 0-15,-25 0 0,25-25 0,0 25 0,0 0 0,0 0 16,0 0-16,-25 0 15,25 0-15,0 0 0,0 0 0,0 0 0,-25 0 0,25 0 0,0-25 47,0 25-47,0 0 0,0 0 0,0 0 0,0 0 0,0 0 0,0-25 0,0 25 0,0 0 0,0 0 0,0 0 0,0 0 0,0 0 16,0 0-16,0-24 0,0 24 0,0 0 0,0 0 0,0 0 0,0 0 15,25 0-15,-25-25 0,0 25 0,0 0 0,0 0 0,0 0 0,0 0 0,0 0 16,25 0-16,-25 0 16,0-25-16,0 25 0,25 0 0,-25 0 0,0 0 0,0 0 0,25 0 0,-25 0 0,0 0 15,0 0-15,0 0 0,0 0 0,25 0 0,-25 0 0,0 0 16,0 0-1,0 0-15,0 0 0,0 0 0,0 25 0,0-25 0,0 0 0,0 0 0,0 0 16,0 0-16,0 0 0,0 0 0,0 0 0,0 25 0,0-25 0,24 0 16,-24 0-1,0 0-15,0 24 0,0-24 0,0 0 0,0 0 0,0 0 0,0 25 0,0-25 0,25 0 16,-25 0-16,0 0 0,0 25 0,0-25 0,0 0 0,25 0 16,-25 0-1,0 25-15,0-25 0,0 0 0,25 0 0,-25 0 0,0 25 0,0-25 0,0 0 0,0 0 31,0 0-31,0 0 0,25 0 0,-25 24 0,0-24 0,0 0 0,0 0 0,0 0 0,24 0 0,-24 0 16,0 0-16,0 0 0,0 0 0,25 0 0,-25 0 0,0 0 0,0 0 16,25 0-1,-25 0-15,0 0 0,0 0 0,25 0 0,-25 0 0,0 0 0,0-24 0,25 24 16,-25 0-16,0 0 0,24 0 0,-24 0 0,0 0 0,0 0 0,25-25 0,-25 25 31,0 0-31,0 0 0,0 0 0,0-25 0,0 25 0,25 0 0,-25 0 0,0 0 0,0-25 16,0 25-16,0 0 0</inkml:trace>
  <inkml:trace contextRef="#ctx0" brushRef="#br0" timeOffset="496178.3798">15577 13469 0,'0'0'0,"0"0"15,0 0 1,0 0-16,0 0 0,0 0 0,0 0 0,0 0 0,0 0 0,-24 0 15,24 0-15,0 0 0,0 0 0,0 0 0,0 0 0,0 0 0,0 0 0,0 0 16,0 0 0,0 0-16,0 0 0,24 0 0,-24 0 0,0 0 0,0 0 0,0 0 15,0 0-15,0 0 0,0 0 0,0 0 0,0 0 0,0 0 0,0 0 0,0 0 16,0 0-16,0 0 0,0 0 0,0 0 0,0 0 15,0 0-15,0 0 0,-24 0 0,24 0 0,0 0 0,0 0 16,0 0 0,0 0-16,0 0 0,0 0 0,0 0 0,0 0 0,24 0 0,-24 0 0,0 0 0,0 0 15,0 0-15,0 0 0,0 0 0,0 0 0,0 0 16,0 0-16,0 0 0,0 0 15,0 0-15,0 0 0,0 0 0,0 0 0,0 0 0,0 0 0,0 0 0,0 0 16,0 0 0,0 0-16,0 0 0,0 0 0,0 0 0,0 0 0,0 0 0,25 0 0,-25 0 0,0 0 15,0 0-15,0 0 0,25 0 0,-25 0 0,0-25 0,25 25 0,-25 0 16,25 0-16,-25 0 0,0 0 15,24 0-15,-24 0 0,25 0 0,-25 0 0,25 0 0,-25 0 16,0 0-16,25 0 0,-25 0 0,0 0 0,25 0 0,-25 0 0,0 0 0,24 0 16,-24 0-1,0 0-15,25 0 0,-25 0 0,0 0 0,0 0 0,0 0 0,0 0 16,0 0-16,25 0 0,-25 0 0,0 0 0,0 0 0,0 0 0,0 0 0,0 0 15,0 0 1,0 0-16,0 0 0,0 0 0,0 0 0,-25 0 0,25 0 0,0 0 0,0 0 0,0 0 16</inkml:trace>
  <inkml:trace contextRef="#ctx0" brushRef="#br0" timeOffset="497252.4412">16272 13370 0,'0'0'0,"0"-25"15,0 25 1,0 0-16,0 0 0,-25 0 0,25 0 0,0 0 0,0 0 0,0 0 15,0-25-15,0 25 0,0 0 0,0 0 0,0 0 0,0 0 0,-25 0 0,25 0 16,0 0-16,0 0 16,0 0-16,0 0 0,0 0 0,-25 0 0,25-25 0,0 25 15,0 0-15,0 0 0,0 0 0,0 0 16,-24 0-16,24 0 0,0 0 0,-25 0 0,25 0 0,0 0 0,-25 0 15,25 0-15,-25 0 0,25 25 0,0-25 0,-25 0 0,25 0 0,0 0 0,-24 0 16,24 0-16,0 0 0,0 0 0,-25 0 0,25 0 0,0 25 16,0-25-16,0 0 15,-25 0-15,25 0 0,0 0 0,0 25 0,0-25 0,0 0 0,0 0 0,-25 0 0,25 25 16,0-25-16,0 0 0,0 0 15,0 0-15,0 24 0,0-24 0,0 0 0,0 0 16,0 25-16,25-25 0,-25 0 0,0 0 0,0 25 0,0-25 0,0 0 0,0 25 16,25-25-16,-25 0 0,0 0 0,0 25 0,0-25 15,25 0-15,-25 0 0,0 0 16,0 24-16,0-24 0,24 0 0,-24 0 0,0 0 0,0 0 0,0 0 0,0 0 15,25 0 1,-25 0-16,0 0 0,0 0 0,0 0 0,0 0 0,25 0 0,-25 0 16,0 0-16,0 0 0,25 0 0,-25 0 0,0 0 0,0-24 0,25 24 0,-25 0 15,0 0 1,24-25-16,-24 25 0,0 0 0,0-25 0,0 25 0,25 0 0,-25-25 0,0 25 15,0 0-15,0-25 0,0 25 0,0 0 0,0 0 0,25-24 0,-25 24 16,0 0-16,0 0 0,0 0 16,0-25-16,0 25 0,0 0 0,0 0 0,0 0 0,0 0 0,0 0 15,0 0-15,0 0 0,0 0 0,0 0 0,0 0 0,0 0 31,0 0-31,0 0 0,0 0 0,0 0 0,0 0 0,0 0 0,0 0 0,0 0 0,0 0 0,0 0 16,0 0-16,0 0 0,0 0 0,-25 0 0,25 0 0,0 0 0,0 0 0,0 25 16,0-25-1,0 0-15,0 0 0,0 0 0,0 24 0,0-24 0,0 0 0,0 25 16,0-25-16,0 0 0,0 25 0,0-25 0,0 0 0,0 25 0,0-25 0,0 0 31,0 25-31,0-25 0,0 0 0,0 24 0,0-24 0,0 0 0,0 25 0,0-25 0,0 0 16,0 25-16,0-25 0,25 0 0,-25 25 0,0-25 0,-25 0 0,25 25 15,0-25 1,0 0-16,0 0 0,0 24 0,0-24 0,0 0 0,0 25 0,0-25 0,0 0 15,0 25-15,-25-25 0,25 0 0,0 25 0,0-25 16,0 0-16,0 25 0,0-25 0,0 0 16,0 0-16,0 24 0,-24-24 0,24 0 0,0 0 0,0 0 0,0 0 0,0 25 15,-25-25-15,25 0 0,0 0 0,0 0 0,0 0 0,-25 0 16,25 0-1,0 0-15,0 0 0,0 0 0,-25 0 0,25 25 0,0-25 0,0 0 0,-25 0 0,25 0 16,0-25-16,0 25 0,0 0 0,-24 0 0,24 0 0,0 0 0,0 0 16,-25 0-1,25 0-15,0-25 0,0 25 0,0 0 0,0 0 0,0 0 16,0 0-16,0 0 0,-25-24 0,25 24 0,0 0 0,0 0 0,0 0 15,0 0-15,0 0 0,0 0 0,25 0 0,-25 0 0,0 0 0,0 0 32,0-25-32,0 25 0,0 0 0,0 0 0,0 0 0,0 0 0,0 0 0,0 0 0,0 0 15,0 0-15,0 0 0,0 0 0,0 0 0,0 0 0,0 0 0,0 0 16,0 0-1,25 0-15,-25 0 0,0 0 0,0 0 0,0 0 0,0 0 0</inkml:trace>
  <inkml:trace contextRef="#ctx0" brushRef="#br0" timeOffset="503006.7704">16892 13519 0,'0'0'0,"0"24"32,0-24-32,0 0 0,0 0 0,0 0 0,0 0 0,0 0 0,0 0 0,0 0 15,0 0-15,0 0 0,0 0 0,0 0 0,0 0 0,0 0 0,0 0 0,0 0 31,0 0-31,0 0 0,0 0 0,0 0 0,0 0 0,0 0 0,0 0 0,0 0 0,0 0 0,0 0 16,0 0-16,0 0 0,0 0 0,0 0 0,0 0 0,0 0 0,0 0 31,0 0-31,0 0 0,0 0 0,-25 0 0,25 0 0,0 0 0,0 0 0,0 0 47,0 0-47,0 0 16,0 0-16,0 0 0,0 0 0,0 0 0,0 0 0,0 0 0,0 0 0,0 0 0,0 0 0,0 0 0,0 0 0,0 0 0,0 0 0,0 0 0,0 0 0,0 0 0,0 0 0,0 0 0,0 0 0,0 0 0,0 0 0,0 0 15,0 0-15,0 0 0,0 0 0,0 0 0,0 0 0,0 0 16,0 0-1,0 0-15,0 0 0,0 0 0,0 0 0,0 0 0,0 0 0,0 0 16,0 0-16,0 0 16,0 0-16,0 0 0,0 0 0,0 0 0,0 0 0,0 0 0,0 0 0,0 0 15,0 0-15,0 0 0,0 0 0,0 0 0,0 0 0,0 0 0,0 0 0,0 0 16,0 0-16,0 0 15,0 0-15,0 0 0,0 0 0,0 0 0,0 0 0,0 0 0,25 0 0,-25 0 16,0 0-16,0 0 0,0 0 0,0 0 0,0 0 0,0 0 0,25 0 31,-25 0-31,0 0 0,0 0 0,0 0 0,25 0 0,-25 0 0,0 0 0,0 0 16,24 0-16,-24-24 0,0 24 0,0 0 0,25 0 0,-25 0 0,0 0 0,25 0 15,-25 0 1,0 0-16,0 24 0,25-24 0,-25 0 0,0 0 0,0 0 0,0 0 0,25 0 16,-25 0-16,0-24 0,0 24 0,0 0 0,0 0 0,0 0 0,0 0 0,0 0 15,0 0-15,0 0 0,24 0 16,-24 0-16,0 0 0,0 24 0,0-24 0,0 0 15,0 0-15,0 0 0,0 0 0,0 0 0,0 0 0,0 0 0,0 0 0,0 0 16,0 0-16,0-24 0,0 24 16,0 0-16,0 0 0,0 0 0,0 0 0,0 0 0,0 0 0,0 0 0,0 0 15,0 0 1,0 0-16,0 0 0,0 0 0,0 0 0,0-25 0,0 25 0,0 0 15,-24 0-15,24 0 0,0-25 0</inkml:trace>
  <inkml:trace contextRef="#ctx0" brushRef="#br0" timeOffset="504046.8299">16991 13717 0,'0'0'0,"0"0"16,0 0 0,0 0-16,0 0 0,0 0 0,0 0 0,0 0 0,0 0 0,0 0 0,0 0 15,0 0-15,0 0 16,0 0-16,0 0 0,0 0 0,0 0 0,0 0 0,0 0 0,0 0 0,0 0 15,0 0-15,0 0 0,0 0 0,0 0 0,0 0 0,25 0 0</inkml:trace>
  <inkml:trace contextRef="#ctx0" brushRef="#br0" timeOffset="504708.8676">17214 13742 0,'0'0'0,"-24"0"16,24 0-16,0 0 0,0 0 0,0 0 0,0 0 0,0 0 0,0 0 0,0 0 16,0 0-16,0 0 15,0 0-15,0 0 0,0 0 0,0 0 0,24 0 0,-24 0 16,0 0-16,0 0 0,0 0 0,0 0 0,0 0 0,0 0 0,25 0 15,-25 0 1,0-25-16,0 25 0,25 0 0,-25 0 0,0 0 0,0 0 0,25-25 0,-25 25 0,0 0 0,25 0 0,-25 0 16,0-25-16,0 25 0,24 0 0,-24 0 0,0 0 15,0-24-15,0 24 16,25 0-16,-25-25 0,0 25 0,0 0 0,0 0 0,0-25 0,25 25 0,-25 0 15,0-25-15,0 25 0,0 0 0,0-25 0,0 25 16,0 0-16,0-24 0,0 24 0,0 0 0,25 0 16,-25-25-16,0 25 0,0 0 0,0 0 0,-25 0 0,25 0 0,0 0 15,0 0-15,0 0 0,0 0 0,0 0 0,0 0 16,0 0-16,0 0 0,0 0 15,0 0-15,0 0 0,0 0 0,0 0 0,0 0 0,0 0 0,0 0 0,0 0 0,0 0 16,0 0-16,0 0 0,0 0 16,0 25-16,0-25 0,0 0 0,0 0 0,0 24 15,0-24-15,0 0 0,0 25 0,0-25 0,0 0 0,0 25 0,0-25 0,0 0 16,0 25-1,0-25-15,0 25 0,-25-25 0,25 24 0,0-24 0,0 25 0,0-25 0,0 25 0,0-25 16,0 25-16,0-25 0,0 0 0,-25 25 0,25-25 0,0 24 16,0-24-1,0 25-15,0-25 0,0 0 0,0 25 0,0-25 0,-24 0 0,24 25 0,0-25 31,0 0-31,0 25 0,0-25 0,0 0 0,0 0 0,0 0 0,0 24 0,0-24 0,0 0 0,0 0 0,0 0 16,0 0-16,0 0 0,0 0 0,0 0 0,0 0 0,0 0 0,0 0 16,0 0-1,0 0-15,0 0 0,0 0 0,0 0 0,0-24 0,0 24 0,24-25 16,-24 25-16,0 0 0</inkml:trace>
  <inkml:trace contextRef="#ctx0" brushRef="#br0" timeOffset="505562.9166">17537 13469 0,'0'0'0,"0"0"16,0 0 0,0 0-16,0 0 0,25 0 0,-25 0 0,0 0 0,0 0 0,0 0 15,0 0-15,0-25 0,0 25 0,0 0 0,0 0 0,25 0 0,-25 0 0,0 0 31,0 0-31,0 0 0,0 0 0,24 0 0,-24 0 0,0 0 0,0 0 0,0 0 0,25 0 16,-25-25-16,0 25 0,0 0 0,25 0 0,-25 0 0,0 0 0,0 0 31,25 0-31,-25 0 0,0 0 0,0 25 0,0-25 0,25 0 0,-25 0 0,0 0 0,0 0 0,0 0 0,0 0 16,0 0-16,0 25 0,24-25 0,-24 0 0,0 0 15,0 0-15,0 25 16,0-25-16,0 0 0,0 25 0,0-25 0,0 0 0,0 24 0,0-24 0,0 0 16,0 25-16,-24-25 0,24 0 0,0 25 0,0-25 0,0 0 0,0 25 15,0-25-15,-25 0 0,25 0 16,0 25-16,0-25 0,-25 0 0,25 0 0,0 24 0,0-24 0,-25 0 15,25 0-15,0 0 0,0 0 16,-25 25-16,25-25 0,0 0 0,0 0 0,0 0 16,0 0-16,0 0 0,0 0 0,0 0 0,0 0 0,0 0 0,0 0 0,0 0 0,0 0 46,0 0-46,0 0 0,0 0 0,0 0 0,0 0 0,0 0 0,0 0 0,0 0 0,0 0 0,0 0 0,0 0 0,0-25 0,0 25 0,0 0 16,25 0-16,-25 0 0,0 0 0,0 0 0,0 0 0,0 0 0,25 0 0,-25 0 31,0 0-31,0-24 0,25 24 0,-25 0 0,0 0 0,0 0 0,0 24 0,0-24 0,25 0 16,-25 0-16,0 0 0,0 0 0,0 0 0,24 0 0,-24 0 0,0 0 15,0 25 1,0-25-16,0 0 0,0 0 0,0 25 0,0-25 0,0 0 0,0 25 0,0-25 16,0 0-16,0 25 0,0-25 0,0 24 0,0-24 0,0 0 0,0 25 15,-24-25-15,24 0 16,0 25-16,0-25 0,0 0 0,0 25 0,-25-25 0,25 0 0,0 0 15,0 25-15,-25-25 0,25 0 0,0 0 0,-25 0 0,25 24 0,-25-24 16,25 0-16,0 0 16,-24 0-16,24 0 0,0 0 0,-25 0 0,25 0 0,0 0 0,-25 0 0,25 0 15,0-24-15,-25 24 0,25 0 0,0 0 0,0 0 0,-25 0 16,25 0-16,0-25 15,0 25-15,0 0 0,0 0 0,-25 0 0,25 0 0,0 0 0,0 0 0,0 0 16,0 0-16,0-25 0,0 25 0,0 0 0,0 0 0,-24 0 0,24 0 16,0-25-16,0 25 31</inkml:trace>
  <inkml:trace contextRef="#ctx0" brushRef="#br0" timeOffset="518345.6476">19943 14660 0,'0'0'0,"0"0"0,0 0 16,0 0-16,0 0 0,0 0 0,0 0 0,0 0 0,0 0 16,0 0-16,0 0 0,0 0 15,0 0-15,0 0 0,0 0 0,0 0 0,0 0 0,0 0 16,0 0-16,0 0 0,0 0 0,0 0 0,0 0 0,0 0 0,0 0 0,0 0 31,0 0-31,0 0 0,0 0 0,0 0 0,0 0 0,0 0 0,0 0 0,0 0 16,0 0-16,0 0 0,0 0 0,0 0 0,0 0 0,0 0 15,0 0-15,0 0 0,0 0 0,0 0 16,0 0-16,0 0 0,0 0 0,0 0 0,0 0 0,0 0 0,0 0 0,0 0 15,0 0-15,0 0 0,0 0 0,0 0 0,0 0 0,0 0 16,0 0 0,25 24-16,-25-24 0,0 0 0,0 0 0,0 0 0,0 0 0,25 0 0,-25 0 0,0 0 15,0 0-15,24 0 0,-24 0 0,0 0 0,25 0 0,-25 0 16,0 0-16,0 0 15,25 0-15,-25 0 0,0 0 0,0 0 0,25 0 0,-25 0 0,0 0 0,0 0 16,0 0-16,0 0 0,0 0 0,0 0 0,0 0 0,0 0 16,0 0-16,0 0 0,0-24 15,0 24-15,0 0 0,0 0 0,0 0 0,0 0 0,-25 0 0</inkml:trace>
  <inkml:trace contextRef="#ctx0" brushRef="#br0" timeOffset="519399.708">20191 14709 0,'0'0'0,"0"0"0,0 0 31,0 0-31,0 0 0,0 0 0,0 0 0,0 0 0,0 0 15,0 0-15,0 0 0,0 0 0,0 0 0,0 0 0,0 0 0,25 0 0,-25 0 0,0 0 0,0 0 16,0 0-16,0 0 0,0 0 0,0 0 0,0 0 0,0 0 16,0 0-16,25 0 15,-25 0-15,0-25 0,0 25 0,0 0 0,0 0 0,0 0 0,24 0 0,-24 0 31,0 0-31,0 0 0,0-24 0,25 24 0,-25 0 0,0 0 0,0-25 0,0 25 0,25 0 0,-25 0 0,0-25 0,0 25 32,25 0-32,-25-25 0,0 25 0,0 0 0,25 0 0,-25-25 0,0 25 0,0 0 15,0-24-15,24 24 0,-24 0 0,0 0 0,0-25 0,0 25 0,0 0 0,0 0 16,0 0-1,0 0-15,0 0 0,0 0 0,0 0 0,0 0 0,0-25 0,25 25 0,-25 0 16,0 0-16,0 0 0,0 0 0,0 0 0,0 0 0,0 0 0,0 0 16,0 0-16,0 0 15,0 0-15,0 0 0,0-25 0,0 25 0,0 0 0,0 0 0,0 0 0,0 0 16,0 0-16,0 0 0,0 0 0,0 0 0,0 0 0,0 0 0,0 0 31,0 0-31,0 0 0,0-25 0,0 25 0,0 0 0,0 0 0,0 0 0,0 0 16,0 0-16,0 0 0,0 0 0,0 0 0,0 0 0,0 0 0,0 0 0,0 0 15,0 0 1,0 0-16,0 0 0,0 0 0,0 0 0,0 0 0,0 0 0,0 0 15,0 0-15,0 0 0,0 0 0,0 0 0,0 0 0,0 0 0,0 0 0,0 0 32,0 0-32,0 0 0,0 25 0,0-25 0,0 0 0,0 0 0,0 0 0,0 25 0,0-25 15,0 0-15,0 25 0,0-25 0,0 0 0,0 25 0,0-25 0,0 24 31,0-24-31,-25 25 0,25-25 0,0 0 0,0 25 0,0-25 0,0 25 0,0-25 0,0 25 0,-24-25 0,24 0 16,0 24-16,0-24 16,0 25-16,0-25 0,0 0 0,-25 25 0,25-25 0,0 0 15,0 25-15,0-25 0,0 0 0,0 25 0,0-25 16,0 0-16,-25 24 0,25-24 0,0 0 0,0 0 0,0 25 15,0-25-15,0 0 0,0 0 0,0 0 0,0 0 0,0 0 0,0 0 16,0 0-16,0 0 0,0 0 0,0 0 0,0 0 0,0 0 0,0 0 31,0 0-31,0 0 0,0 0 0,0 0 0,0 0 0,0 0 0,0 0 0,0 0 0,0 0 16,0 0-16,0 0 0,0 0 0,0 0 15,0 0-15,0-25 0,0 25 0,0 0 0,0 0 16,0 0-16</inkml:trace>
  <inkml:trace contextRef="#ctx0" brushRef="#br0" timeOffset="520029.744">20786 14461 0,'0'0'0,"0"0"16,0 0-16,0 0 0,0 0 0,0 0 0,0 0 0,0 0 0,0 0 15,0 0 1,0 0-16,0 0 0,0 0 0,0 0 0,0 25 0,0-25 0,-24 0 0,24 0 15,0 25-15,0-25 0,0 0 0,0 25 0,0-25 0,0 24 0,0-24 16,-25 25 0,25-25-16,0 25 0,0-25 0,0 25 0,0-25 0,0 0 0,0 25 0,-25-25 15,25 24-15,0-24 16,0 25-16,0-25 0,0 0 0,0 25 0,0-25 0,0 0 0,-25 25 0,25-25 15,0 0-15,0 0 0,0 25 0,0-25 0,0 0 0,0 0 0,0 0 0,0 24 16,0-24-16,-25 0 0,25 0 16,0 0-16,0 0 0,0 0 0,0 0 0,0 0 15,0 0-15,0 0 0,0 0 0,0 0 0,0 0 0,0 0 0,0 0 0,0-24 16,-25 24-1,25 0-15,0 0 16,0 0-16,0-25 0,0 25 0,0 0 0,0 0 0,0-25 0</inkml:trace>
  <inkml:trace contextRef="#ctx0" brushRef="#br0" timeOffset="520187.7531">20662 14709 0,'0'0'0,"25"0"15,-25 0-15,0 0 0,0-25 0,0 25 0,0 0 16,25 0-16,-25 0 0,0 0 0,0 0 0,0 0 0,25 0 15,-25 0-15,0 0 0,0 0 0,25 0 0,-25 0 16,0 0-16,24 0 0,-24 0 0,0 0 0,25 0 0,-25 0 16,0 0-16,25 0 0,-25 0 0,0 0 0,25 0 15,-25 0-15,0 0 0,0 0 0,25 0 0,-25 0 16,0 0-16,0 0 0,24 0 0,-24 0 0,0 0 0,0 0 15,25-24-15,-25 24 0,0 0 0,0 0 0,0-25 16,25 25-16,-25 0 0</inkml:trace>
  <inkml:trace contextRef="#ctx0" brushRef="#br0" timeOffset="520443.7677">20985 14560 0,'0'0'0,"0"0"0,0 0 0,-25 0 0,25 0 15,0-24-15,0 24 0,0 0 0,0 0 0,0 0 16,0 0-16,0 0 0,0 0 0,0 0 0,0 0 0,0 0 16,0 0-16,0 0 0,0 0 0,0 0 0,0 0 15,0 0-15,0 0 0,0 0 0,0 0 0,0 24 16,0-24-16,0 0 0,0 0 0,0 25 0,0-25 0,0 25 15,0-25-15,0 25 0,0-25 0,0 25 0,0-25 16,-25 24-16,25-24 0,0 0 0,0 25 0,0-25 0,0 25 16,0-25-1,0 25-15,0-25 0,-25 25 0,25-25 0,0 0 0,0 24 0,0-24 0,0 25 0,0-25 16,0 0-16,0 0 0,0 25 0,0-25 0,0 0 15,0 0-15,0 25 16,0-25-16,0 0 0,0 0 0,0 0 0,0 0 0,0 0 0,0 0 0,0 0 0,0 0 16</inkml:trace>
  <inkml:trace contextRef="#ctx0" brushRef="#br0" timeOffset="520841.7905">21034 14957 0,'0'0'0,"0"0"16,0 0-16,0-25 0,0 25 15,0 0-15,0 0 0,0 0 0,0 0 0,0 0 0,0 0 0,0 0 0,0 0 0,0 0 16,25-24-1,-25 24-15,0 0 0,0 0 0,0 0 0,25-25 0,-25 25 0,0 0 0,0 0 16,0-25-16,25 25 0,-25 0 0,0 0 0,0-25 0,0 25 0,25 0 16,-25 0-1,0-25-15,0 25 0,0 0 0,24 0 0,-24 0 0,0-24 0,0 24 0,0 0 0,0 0 16,25 0-16,-25 0 0,0 0 0,0 0 0,0 0 0,0 0 0,0 0 0,0 0 31,0 0-31,0 0 0,0 0 0,0 0 0,0 0 0,0 0 0,-25 0 0,25 0 16,0 24-16,0-24 0,0 0 0,0 25 0,0-25 0,0 0 0,-24 25 15,24-25 1,0 0-16,0 25 0,0-25 0,-25 25 0,25-25 0,0 24 0,0-24 0,0 0 15,0 25-15,0-25 0,0 0 0,0 25 0,0-25 0,0 0 0,0 0 16,0 0-16,0 25 0,0-25 0,0 0 0,0 0 0,0 0 16,0 0-16,25 0 15</inkml:trace>
  <inkml:trace contextRef="#ctx0" brushRef="#br0" timeOffset="521220.8122">21679 14759 0,'0'0'16,"0"0"-1,0 0-15,0 0 0,0 0 0,0 0 0,25 25 0,-25-25 0,0 0 16,0 0-16,25 0 0,-25 0 0,25 0 0,-25 0 0,25 0 0,-25 0 0,24 0 16,-24 0-1,25 0-15,-25 0 0,25 0 0,-25 0 0,25-25 0,0 25 0,-25 0 0,24 0 0,1 0 0,-25 0 31,25 0-31,-25 0 0,25 0 0,0 0 0,-25 0 0,0 0 0,24 0 0,-24 0 0,0 0 16,25 0-16,-25 0 0,0 0 0,0 0 0,0 0 0,0 0 0,0 0 31,0 0-31,0 0 0,0 0 0</inkml:trace>
  <inkml:trace contextRef="#ctx0" brushRef="#br0" timeOffset="521453.8255">21903 14585 0,'0'0'0,"0"0"0,0 0 0,0 0 0,0 25 0,0-25 15,0 0-15,0 0 0,0 0 0,0 0 0,0 0 16,0 25-16,0-25 0,0 0 0,0 0 0,-25 25 16,25-25-16,0 24 0,0-24 0,0 25 0,0-25 15,0 25-15,0-25 0,0 25 16,-25-25-16,25 25 0,0-25 0,0 24 0,0-24 0,-25 25 0,25-25 0,0 0 15,0 25-15,0-25 0,0 25 16,-25-25-16,25 25 0,0-25 0,0 0 0,0 24 0,0-24 0,0 0 0,0 25 16,0-25-16,0 0 0,0 0 15,0 25-15</inkml:trace>
  <inkml:trace contextRef="#ctx0" brushRef="#br0" timeOffset="521818.8464">22324 14635 0,'0'0'0,"0"0"0,0 0 15,0 0-15,0 0 0,0 0 16,0 0-16,0 0 0,0 0 0,0 0 0,0 0 0,0 0 0,0 25 16,0-25-16,0 0 0,0 0 0,0 24 0,0-24 0,0 0 0,0 25 15,0-25 1,0 25-16,0-25 0,0 25 0,-25-25 0,25 25 0,0-1 0,0-24 0,0 25 0,0-25 0,0 25 31,-24-25-31,24 25 0,0-25 0,0 25 0,0-25 0,0 0 0,0 24 0,0-24 0,0 0 16,0 25-16,0-25 0,-25 0 15,25 0-15,0 0 0,0 0 0,0 25 0,0-25 0,0 0 16,0 0-16,0 0 0,0 0 0,0 0 0,0-25 15,0 25-15,0 0 0,0 0 0,0-25 0,0 25 0</inkml:trace>
  <inkml:trace contextRef="#ctx0" brushRef="#br0" timeOffset="522003.8569">22250 14808 0,'25'0'0,"-25"0"0,0-24 0,0 24 16,0 0-16,0 0 0,0 0 0,24 0 0,-24 0 15,0 0-15,0 0 0,25 24 0,-25-24 0,0 0 16,25 0-16,-25 0 0,0 0 0,25 0 0,-25 0 0,0 0 16,25 0-16,-25 0 0,24 0 0,-24 0 0,25 0 15,-25 0-15,0 0 0,25 0 0,-25 0 0,25 0 0,-25 0 16,25 0-16,-25-24 0,0 24 0,24 0 15,-24 0-15,0 0 0,25 0 0,-25-25 16,0 25-16,25 0 0,-25 0 0,0-25 0,0 25 0,0 0 0</inkml:trace>
  <inkml:trace contextRef="#ctx0" brushRef="#br0" timeOffset="522199.8682">22647 14610 0,'0'0'0,"0"0"0,0 0 0,0 0 15,0 0-15,0 0 0,0 0 0,0 0 0,0 0 16,0 0-16,0 0 0,0 0 0,-25 0 0,25 25 16,0-25-16,0 0 0,0 0 0,0 25 0,0-25 15,0 0-15,0 24 0,0-24 0,0 0 0,0 25 0,0-25 16,0 25-16,0-25 0,-25 25 0,25-25 0,0 25 15,0-25-15,0 24 0,0-24 0,0 0 0,0 25 0,-25-25 16,25 25-16,0-25 0,0 25 0,0-25 16,0 25 15,0-25-31,-25 0 0,25 24 0,0-24 0,0 0 0,0 25 0,0-25 0,0 0 0,0 25 0,0-25 0,0 0 0,0 0 0,0 0 0,0 0 0</inkml:trace>
  <inkml:trace contextRef="#ctx0" brushRef="#br0" timeOffset="522558.8886">22845 14908 0,'0'0'0,"0"0"0,0 0 0,0 0 15,0 0-15,0 0 0,0 0 0,-25 0 0,25 0 0,0 0 16,0 0-16,0 0 0,0 24 0,-24-24 0,24 0 15,0 0-15,0 0 0,-25 0 0,25 25 0,0-25 0,0 0 16,-25 0 0,25 25-16,0-25 0,0 0 0,-25 25 0,25-25 0,0 0 0,0 0 0,-25 25 0,25-25 15,0 0 1,0 24-16,-25-24 0,25 0 0,0 0 0,0 25 0,0-25 0,0 0 16,-24 0-16,24 0 0,0 0 0,0 0 0,0 0 0,0 25 0,0-25 15,0 0-15,0 0 0,0 0 0,0 0 0,0 0 0,24 0 0,-24 0 16,0 0-16,0 0 0,0 0 15,25 0-15,-25 0 0,0 0 0,0 0 0,25 0 0,-25 0 0,25 0 0,-25 0 32,0 0-32,25 0 0,-25 0 0,25 0 0,-25 0 0,24 0 0,-24 0 0,25 0 0,-25 0 15,0 0-15,25 0 0,-25 0 0,25 0 16,-25 0-16,0 0 0,25 0 0,-25 0 0,0 0 0,0 0 0,24 0 0,-24 0 15,0 0-15,0 0 0</inkml:trace>
  <inkml:trace contextRef="#ctx0" brushRef="#br0" timeOffset="522793.9021">22895 14957 0,'0'0'0,"0"0"0,0 0 0,0 0 0,0 0 15,0 0-15,0 0 0,0 0 0,0 0 0,0 0 0,0 0 16,0 0-16,0 25 0,0-25 15,0 0-15,0 0 0,0 25 0,0-25 16,0 0-16,-25 25 0,25-25 0,0 24 0,0-24 0,0 25 0,0-25 0,0 0 16,0 25-16,0-25 0,0 25 0,0-25 0,-25 25 0,25-25 15,0 0-15,0 24 16,0-24-16,0 0 0,0 25 0,0-25 0,0 0 0,-25 0 0,25 0 0,0 25 15,0-25-15,0 0 0,0 0 0,0 0 0,0 0 0</inkml:trace>
  <inkml:trace contextRef="#ctx0" brushRef="#br0" timeOffset="523231.9272">23292 14883 0,'0'0'0,"0"0"15,0 0-15,0 0 0,0 0 0,0 0 0,0 0 0,0 0 0,0 0 0,24 0 0,-24 0 16,0 0-16,0 0 0,25 0 0,-25 0 0,25 0 0,-25 0 15,25 0 1,-25 0-16,25 0 0,-25 0 0,24 0 0,-24 0 0,25 0 0,0 0 0,-25 0 16,25 0-16,0 0 0,-25 0 0,24 0 0,-24 0 0,25 0 0,0 0 15,-25 0 1,25 25-16,-25-25 0,25 0 0,-25 0 0,24 0 0,-24 0 0,0 0 0,25 0 0,-25 0 15,0 0-15,0 0 0,0 0 0,0 0 0,0 0 0,0 0 16,0 0 0,0 0-16,0 0 0,0 0 0,0 0 0,0 0 0,0 0 0,0-25 0,0 25 0,0 0 0</inkml:trace>
  <inkml:trace contextRef="#ctx0" brushRef="#br0" timeOffset="530954.3689">13221 14114 0,'0'0'15,"0"0"-15,0 0 0,0 0 16,0 0-16,0 0 0,0 0 0,0 0 0,0 0 0,0 0 16,0 0-16,0 0 0,0 0 0,0 0 0,0 0 0,0 0 0,0 0 15,0 0-15,0 0 0,0 0 16,0 0-16,0 0 0,0 0 0,0 0 0,0 0 0,0 0 31,0 0-31,0 0 0,0 0 0,0 0 0,0 0 0,0 0 0,0 0 0,0 0 0,0 0 0,0 0 0,0-25 0,0 25 0,0 0 16,-25 0-16,25 0 0,0 0 15,0 0-15,0 0 0,0 0 0,0 0 0,0 0 16,0 0-16,0 0 0,0 0 0,0 0 0,0 0 0,0 0 0,0 0 15,-25 0-15,25 0 0,0 0 0,0 0 16,0 0-16,0 0 0,0 0 0,0 0 0,0 0 0,-25 0 16,25 0-16,0 0 0,0 0 0,0 0 0,0 25 0,0-25 0,0 0 0,0 0 31,0 0-31,0 0 0,-24 0 0,24 0 0,0 0 0,0 0 0,0 0 0,0 0 0,0 0 0,0 0 0,0 0 15,0 25 1,0-25-16,0 0 0,0 0 0,-25 0 0,25 0 0,0 24 0,0-24 0,0 0 16,0 0-16,0 0 0,0 25 0,0-25 0,0 0 0,0 0 0,0 0 15,0 25 1,0-25-16,0 0 0,0 0 0,0 25 0,0-25 0,-25 0 0,25 0 15,0 25-15,0-25 0,0 0 0,0 0 0,0 24 0,0-24 0,0 0 0,0 0 16,0 0 0,0 25-16,0-25 0,0 0 0,0 0 0,0 25 0,0-25 0,0 0 0,0 0 15,0 0-15,0 25 0,25-25 0,-25 0 0,0 0 0,0 0 0,0 25 16,0-25-1,0 0-15,0 0 0,25 0 0,-25 0 0,0 0 0,0 25 0,0-25 0,0 0 0,24 0 16,-24 0 0,0 0-16,0 0 0,0 24 0,0-24 0,25 0 0,-25 0 0,0 0 15,0 0-15,0 0 0,25 0 0,-25 0 0,0 0 0,0 0 0,0 25 16,0-25-16,25 0 15,-25 0-15,0 0 0,0 0 0,0 0 0,25 0 0,-25-25 0,0 25 0,0 0 0,25 0 0,-25 0 16,24 0-16,-24 0 0,0 0 0,25-24 0,-25 24 0,0 0 16,0 0-16,25 0 15,-25 0-15,0 0 0,0-25 0,0 25 0,0 0 0,25 0 0,-25 0 0,0 0 0,0 0 16,0-25-16,0 25 0,0 0 15,0 0-15,0 0 0,0 0 0,25 0 0,-25 0 0,0-25 16,0 25-16,0 0 0,0 0 0,24 0 0,-24 0 0,0-25 0,0 25 0,25 0 31,-25 0-31,0-25 0,0 25 0,0 0 0,25 0 0,-25-24 0,0 24 0,0 0 0,0 0 16,0 0-16,0-25 0,0 25 0,25 0 0,-25 0 0,0 0 0,0 0 15,0-25-15,0 25 16,0 0-16,-25 0 0,25 0 0,0-25 0,0 25 0,0 0 0,0 0 0,0 0 16,0-25-16,0 25 15,0 0-15,0 0 0,0 0 0,0-24 0,0 24 0,0 0 0,0 0 0,0 0 16,0 0-16,0-25 0,0 25 0,0 0 0,0 0 0,0 0 15,-25 0-15,25-25 16,0 25-16,0 0 0,0 0 0,0-25 0,0 25 0,0 0 0,-25 0 0,25 0 0,0 0 0,0 0 16,0-25-1,0 25-15,0 0 0,0 0 0,0 0 0,0 0 0,0 0 0,-24 0 0,24 0 16,0 0-16,0 0 0,0 0 0,0 0 0,0 0 0,-25 0 0,25 0 15,0 0 1,-25 0-16,25 0 0,0 0 0,0 0 0,-25 0 0,25 25 0,0-25 16,-25 0-16,25 0 0,0 0 0,0 0 0,-24 0 0,24 0 0,0 0 0</inkml:trace>
  <inkml:trace contextRef="#ctx0" brushRef="#br0" timeOffset="535966.6556">14287 14263 0,'0'0'0,"0"0"0,0 0 16,0 0-16,0 0 0,25 0 0,-25 0 0,0 0 0,0 0 0,0 0 16,0 0-1,0 0-15,0 0 0,0 0 0,0 0 0,0 0 0,0 0 0,0 0 0,25 0 0,-25 0 16,0 0-16,0 0 0,0 0 0,0 0 0,0 0 0,0 0 15,0 0-15,0 0 16,0 0-16,25 0 0,-25 0 0,0 0 0,0 0 0,0-25 0,0 25 0,25 0 0,-25 0 16,0 0-16,0 0 15,25-25-15,-25 25 0,0 0 0,24 0 0,-24-25 0,0 25 16,25 0-16,-25-25 0,0 25 0,0 0 0,0-24 0,25 24 0,-25-25 0,0 25 15,0 0-15,0-25 16,0 25-16,25 0 0,-25-25 0,0 25 0,0 0 0,0-25 0,0 25 0,0 0 0,25 0 16,-25-24-16,0 24 15,0 0-15,0 0 0,0 0 0,0-25 0,0 25 0,0 0 0,0 0 0,0 0 0,0 0 16,0 0-16,0 0 0,0 0 0,24 0 0,-24 0 15,0 0-15,0 0 16,0 0-16,0 0 0,0-25 0,0 25 0,0 0 0,0 0 0,0 0 0,0 0 16,0 0-16,0 0 0,0 0 15,0 0-15,0 0 0,0 0 0,0 0 0,0 0 0,0 0 16,0 0-16,0 0 0,0 0 0,0 0 0,0 0 0,0 0 0,0 0 0,0 0 15,0 0-15,0 0 0,0 0 0,0 0 0,0 25 0,0-25 16,25 0-16,-25 0 16,-25 25-16,25-25 0,0 0 0,0 24 0,0-24 0,0 25 0,0-25 0,0 0 0,0 25 15,0-25-15,0 25 0,0-25 0,0 25 0,0-25 16,-24 24-16,24-24 15,0 25-15,0-25 0,0 25 0,0-25 0,0 25 0,0-25 0,0 25 0,0-25 16,0 24-16,0-24 0,0 25 0,0-25 0,0 0 0,0 25 0,0-25 16,-25 25-1,25-25-15,0 0 0,0 25 0,0-25 0,0 0 0,0 0 0,0 25 0,0-25 0,0 0 16,0 0-16,0 24 0,0-24 0,0 0 0,0 0 0,0 25 15,0-25 1,0 0-16,0 0 0,0 0 0,0 0 0,0 25 0,0-25 0,0 0 0,0 0 0,0 0 16,0 0-16,0 0 0,0 0 15,0 0-15,0 0 0,0 25 0,0-25 0,0 0 0,0 0 16,0 0-16,0 0 0,0 0 0,0 0 0,0 0 0,0 0 0,0 0 15,0 0-15,0 0 0,0 0 0,0 0 0,0 0 0,0 0 16,0 0 0,0 0-16,-25 0 0,25 0 0,0 0 0,0 0 0,0 0 0,-25 0 0,25 0 0,0 0 0,0 0 15,0 0-15,0 0 16,0 0-16,0 0 0,-25 0 0,25 0 0,0 0 0,0 0 15,0 0-15,0 0 0,0 0 0,-24 0 0,24 0 0,0 0 0,0 0 0,0 0 16,0 0-16,0 0 16,0 0-16,0 0 0,0 0 0,0 0 0,0 0 0,0 0 0,0 0 15,0 0-15,0 0 0,0 0 0,0 0 0,0 0 0,0 0 16,0 0-16,0 0 0,0 0 0,0 0 0,0 0 0,0 0 15,0 0-15,0 0 0,0 0 16,0 0-16,0 0 0,0 0 0,0 0 0,0 0 0,0 0 0,0 0 0,0 0 0,0 0 31,0 0-31,0 0 0,0 0 0,0 0 0,0 0 0,0 0 0,0 0 0,0 0 16,0 0-16,0 0 0,0 0 0,0 0 0,24 0 0,-24 25 0,0-25 0,0 0 31,0 0-31,25 0 0,-25 0 0,0 0 0,0 0 0,25 0 0,-25 0 0,0 0 0,25 0 0,-25 0 0,0 0 16,25 24-16,-25-24 0,24 0 0,-24 0 15,0 0-15,25 0 0,-25 0 16,25 0-16,-25 0 0,25 0 0,-25 0 0,0 0 0,25 0 0,-25 0 0,0 0 15,24 0-15,-24 0 0,0 0 0,0 0 0,0 0 0,0 0 16,0 0-16,0 0 0,0 0 16,0 0-16,25 0 0,-25 0 0,0 0 0,0 0 0,0 0 0,0 0 0,-25 0 15,25 0-15,0 0 0,0 0 16,0 0-16,0 0 0,0 0 0,0 0 0,0 0 15,0-24-15,0 24 0</inkml:trace>
  <inkml:trace contextRef="#ctx0" brushRef="#br0" timeOffset="541068.9474">15677 14362 0,'0'0'0,"0"0"15,0 0 1,0 0-16,0 0 0,0 0 0,0 0 0,0 0 0,0 0 0,0 0 16,0 0-16,0 0 0,0 0 0,0 0 0,0 0 0,0 0 0,0 0 0,0 0 15,0 0 1,0 0-16,0 0 0,0 0 0,0 0 0,0 0 0,0 0 0,0 0 0,0 0 15,0 0-15,0 0 0,0 0 0,0 0 0,0 0 0,0 0 0,0 0 16,0 0 0,0 0-16,0 0 0,0 0 0,0 0 0,0 0 0,0 0 0,0 0 0,0 0 15,0 0-15,0 0 0,0 0 0,0 0 0,0 0 0,0 0 0,0 0 0,0 0 31,0 0-31,0 0 0,0 0 0,0 0 0,0 0 0,0 0 0,0 0 16,0 0-16,0 0 0,0 0 0,0 0 0,0 0 0,-25 0 0,25 0 0,0 0 16,0 0-16,0 0 0,0 0 0,0 0 0,0 0 0,0 0 15,0 0-15,0 0 16,0 0-16,0 0 0,0 0 0,0 0 0,0 0 0,0 0 0,0 0 0,0 0 15,0 0-15,0 0 0,0 0 0,0 0 0,0 0 0,0 0 16,0 0 0,0 0-16,0 0 0,0 0 0,0 0 0,0 0 0,0 0 0,0 0 0,0 0 15,0 0-15,0 0 0,0 0 0,0 0 0,0 0 0,0 0 0,0 0 16,0 0-1,0 0-15,0 0 0,0 0 0,0 0 0,0 0 0,0 0 0,0 0 0,0 0 0,0 0 16,0 0-16,0 0 0,0 0 0,0 0 0,0 0 0,0 0 0,0 0 31,0 0-31,0 0 0,0 0 0,0 0 0,0 0 0,0 0 0,0 0 0,0 0 0,0 0 0,0 0 0,0 0 16,0 0-16,0 0 0,0 0 15,0 0-15,0 0 0,0 0 0,0 0 16,0 0-16,0 0 0,0 0 0,0 0 0,0 0 0,0 0 0,0 0 0,0-25 16,25 25-16,-25 0 0,0 0 0,0 0 0,24 0 0,-24 0 0,0 25 15,0-25 1,25 0-16,-25 0 0,0 0 0,25 0 0,-25 0 0,0 0 0,0 0 0,25 0 0,-25 0 15,0 0-15,25 0 16,-25 0-16,0 0 0,0 0 0,0 0 0,24 0 0,-24 0 0,0 0 0,0 0 0,0 0 16,25 0-16,-25 0 0,0 0 0,0 0 0,0 0 15,0 0-15,0 0 16,0 0-16,0 0 0,0 0 0,0 0 0,0 0 0,0 0 0,0 0 0,0 0 15,0 0-15,0 0 0,0 0 0,0 0 0,25 0 0,-25 0 0,0 0 16,0 0 0,0 0-16</inkml:trace>
  <inkml:trace contextRef="#ctx0" brushRef="#br0" timeOffset="542187.0114">15974 14536 0,'0'0'0,"0"0"0,0 0 16,0 0-16,0 0 0,0 0 0,0 0 0,0 0 0,0 0 15,0 0 1,0 0-16,0 0 0,0 0 0,0 0 0,0 0 0,0 0 0,0 0 0,0 0 0,0 0 0,0 0 16,0 0-1,0 0-15,0-25 0,0 25 0,0 0 0,0 0 0,0 0 0,25 0 0,-25-25 0,0 25 16,0 0-1,0 0-15,0 0 0,25-25 0,-25 25 0,0 0 0,0 0 0,25-25 0,-25 25 0,0 0 0,0-24 0,0 24 32,0 0-32,24 0 0,-24-25 0,0 25 0,0 0 0,0-25 0,0 25 0,25 0 15,-25-25-15,0 25 0,0 0 0,0-25 0,0 25 0,0 0 0,25 0 0,-25-25 31,0 25-31,0 0 0,0 0 0,0 0 0,0-24 0,0 24 0,25 0 0,-25 0 0,0-25 16,0 25-16,0 0 0,0 0 0,0 0 0,0 0 0,25 0 0,-25-25 31,0 25-31,0 0 0,0 0 0,0 0 0,0 0 0,0 0 0,0 0 0,0 0 0,0 0 16,0 25-16,0-25 0,0 0 0,0 0 0,-25 0 0,25 0 0,0 0 15,0 0-15,0 0 16,0 0-16,0 0 0,0 0 0,0 25 0,0-25 0,0 0 0,0 0 0,0 24 16,0-24-16,0 0 0,0 0 0,0 25 0,0-25 15,0 0-15,0 25 0,0-25 0,0 0 16,0 25-16,0-25 0,0 25 0,0-25 0,0 0 0,0 25 0,0-25 0,0 24 15,0-24-15,0 0 0,0 25 0,0-25 0,0 0 16,0 25-16,-25-25 0,25 0 0,0 25 16,0-25-16,0 0 0,0 25 0,0-25 0,25 0 0,-25 24 0,0-24 0,0 0 15,0 0-15,0 25 16,0-25-16,0 0 0,0 0 0,0 0 0,0 25 0,0-25 0,0 0 0,0 0 31,0 0-31,0 0 0,0 0 0,0 25 0,0-25 0,0 0 0,0 0 0,0 0 0,0 0 0,0 0 0,0 0 16,0 0-16,0 0 0,0 0 0,0 0 0,0 25 0,0-25 15,0 0-15,0 0 16,0 0-16,0 0 0,0 0 0,0 0 0,0 0 0,0 0 0,0 0 15,0 0-15,0 0 0,0 24 0,0-24 0,0 0 0,0 0 16,0 0-16,-25 0 0,25 0 16,0 0-16,0 0 0,0 0 0,0 0 0,-25 0 0,25 0 0,0 25 0,0-25 15,0 0-15,-25 0 0,25 0 0,0 0 0,0 0 0,0 0 0,0 0 31,0 0-31,-24 0 0,24 0 0,0 0 0,0 0 0,0 0 0,0 0 0,0 0 0,0 0 16,0 0-16,0 0 0,0 0 0,0 0 0,0 0 0,0 0 0,0 0 16,0 0-1,0 0-15,0 0 0,0 0 0,0 0 0,0 0 0,0 0 0,0 0 0,0 0 0,0 0 16,0 0-16,0 0 0,0 0 0,0 0 0,0 0 0,0 0 15,0 0 32,0 0-47,0 0 0,0 0 0,0 0 16,0 0-16,0 0 0,0 0 0,0 0 0,0 0 0,0 0 0,0 0 0,0 0 0,0 0 0,0 0 0,0 0 0,0 0 0,0 0 0,0 0 0,24 0 0,-24 0 0,0 0 0,0 0 0,0 0 0,25 0 0,-25 0 31,0 0-31,0 0 0,25 0 0,-25 0 0,0 0 0,25 0 0,-25 0 0,0 0 0,0 0 0,25 0 0,-25 0 16,24 0-1,-24 0-15,25 0 0,-25 0 0,0 0 0,25 0 0,-25 0 0,25 0 0,0 0 16,-25 0-16,0 0 0,24 0 0,-24 0 0,25 25 0,-25-25 0,0 0 0,0 0 15,25 0 1,-25 0-16,0 0 0,0 0 0,0 0 0,0 0 0,0 0 0,0 0 0,0-25 16,0 25-16,-25 0 0,25 0 0,0 0 0,0 0 0,0 0 0</inkml:trace>
  <inkml:trace contextRef="#ctx0" brushRef="#br0" timeOffset="546580.2626">16768 14511 0,'0'0'0,"0"0"31,0 0-31,0-25 0,0 25 0,0 0 0,0 0 0,0 0 0,0 0 0,0 0 0,0 0 0,0 0 0,0 0 0,0 0 16,0 0-16,0 0 0,0 0 0,0 0 0,0 0 0,0 0 0,0 0 0,0 0 31,0 0-31,0 0 0,0 0 0,0 0 0,0 0 0,0 0 0,0 0 0,0 0 0,0 0 0,0 0 16,0 0-1,0 0-15,25 0 0,-25 0 0,0 0 0,0 0 0,0 0 0,0 0 0,0 0 16,25 0-16,-25 0 0,0 0 0,24 0 0,-24 0 0,0 25 0,25-25 0,-25 0 15,0 0-15,25 0 0,-25 0 16,25 0-16,-25 0 0,0 0 0,25 0 0,-25 0 16,24 0-16,-24 0 0,0 0 0,25 0 0,-25 0 0,25 0 0,-25 0 0,0 0 15,25 0 1,-25 0-16,0 0 0,25 0 0,-25 0 0,0 0 0,0 0 0,0 0 0,0 0 15,0 0-15</inkml:trace>
  <inkml:trace contextRef="#ctx0" brushRef="#br0" timeOffset="547516.3162">17214 14337 0,'0'-25'0,"0"25"31,0 0-31,0 0 0,0 0 0,0 0 0,0 0 0,0 0 0,0 0 15,0 0-15,0 0 0,0 0 0,0 0 0,0 0 0,0 0 0,0 0 0,0 0 32,0 0-32,0 0 0,0 0 0,0 0 0,0 0 0,0 0 0,0 0 0,0 0 0,0 0 0,0 0 15,0 0-15,0 0 0,0 0 0,0 0 0,0 0 0,0 25 0,0-25 31,0 0-31,0 0 0,0 0 0,0 0 0,0 25 0,0-25 0,0 0 0,0 0 16,0 0-16,0 25 0,0-25 0,0 0 0,0 0 0,0 25 0,0-25 16,-24 0-16,24 0 0,0 24 0,0-24 15,0 0-15,0 0 0,0 25 0,0-25 0,0 0 0,-25 0 16,25 25-16,0-25 0,0 0 0,0 0 0,0 0 0,0 0 0,0 0 31,0 0-31,0 0 0,0 25 0,0-25 16,0 0-16,0 0 0,0 0 0,0 0 0,0 0 0,0 0 0,0 0 0,0 0 0,0 0 0,0 0 15,0 0-15,0 0 0,0 0 0,0 0 0,0 0 0,0 0 0,0 0 16,25 0-16,-25 0 0,0 0 0,0 0 0,0 0 0,0 0 15,24 0-15,-24 0 0,0 0 16,0 0-16,0-25 0,25 25 0,-25 0 0,0 0 0,0 0 0,0 0 0,25 0 16,-25 0-16,0 0 0,0 0 0,0 0 0,25 0 0,-25 0 15,0 0-15,25 0 16,-25 0-16,0 0 0,24 0 0,-24 0 0,0 0 0,25 0 0,-25 0 0,0 0 15,0 0-15,0 0 0,0 25 0,0-25 0,25 0 0,-25 0 16,0 0-16,0 0 16,0 0-16,0 0 0,0 25 0,0-25 0,0 0 0,0 0 0,25 0 0,-25 24 15,0-24-15,0 0 0,0 0 0,0 0 0,0 25 0,0-25 16,0 0-16,0 0 0,0 0 15,0 25-15,25-25 0,-25 0 0,0 0 0,0 25 0,0-25 0,0 0 0,0 0 32,-25 0-32,25 25 0,0-25 0,0 0 0,0 0 0,0 0 0,0 24 0,0-24 15,0 0-15,-25 0 0,25 0 0,0 25 0,0-25 0,0 0 0,0 0 0,0 0 16,-25 0-16,25 0 0,0 25 15,0-25-15,0 0 0,0 0 0,-25 0 0,25 0 63,0 0-63,0 0 0,0 0 0,0 0 0,-24 0 0,24 0 0,0 25 0,0-25 0,0 0 0,0 0 0,-25 0 0,25 0 0,0 0 0,0 0 0,0 0 0,-25-25 0,25 25 0,0 0 0,0 0 0,0 0 0,0 0 0,0 0 0,-25 0 0,25 0 0,0 0 15,0 0 1,0-25-16,0 25 0,0 0 0,0 0 0,0 0 0,-25 0 0,25 0 16,0 0-16,0 0 0,0 0 0,0 0 0,0-25 0,0 25 0,0 0 0,0 0 15,0 0 1,0 0-16,0-24 0,0 24 0,0 0 0,0 0 0,0 0 0,0-25 0,25 25 15</inkml:trace>
  <inkml:trace contextRef="#ctx0" brushRef="#br0" timeOffset="547750.3296">17338 14337 0,'0'0'0,"0"0"0,0 0 0,0 0 0,0 0 16,0 0-16,25-25 0,-25 25 0,0 0 0,0 0 0,0 0 0,25 0 16,-25 0-16,0 0 0,25 0 0,-25 0 0,25 0 0,-25 0 0,0 0 15,24 0-15,-24 0 16,25 0-16,-25 0 0,25 0 0,-25 0 0,25 0 0,-25 0 0,25 0 15,0 0-15,-25 0 0,24-25 0,-24 25 0,25 0 0</inkml:trace>
  <inkml:trace contextRef="#ctx0" brushRef="#br0" timeOffset="559728.0146">18628 13791 0,'0'0'0,"0"0"16,0 0-16,0 0 0,0 0 0,0 0 15,0 0-15,0 0 0,0 0 0,0 0 16,0 0-16,0 0 0,0 0 0,0 25 0,0-25 0,0 0 0,0 0 0,0 0 0,0 0 31,0 0-31,0 0 0,0 0 0,0 0 0,0-25 0,0 25 0,0 0 0,0 0 0,0 0 16,0 0-1,0 0-15,0 0 0,0 0 0,0 0 0,0 0 0,0 0 0,0 0 0,0 0 0,0 0 16,0 0-16,0 0 0,0 0 0,0 0 0,0 0 0,0 0 16,0 25-16,0-25 0,0 0 0,0 0 0,0 0 0,0 0 0,0 0 31,0 0-31,0 0 0,0 0 0,0 0 0,0 0 0,0 0 0,0 0 0,0 0 15,25 0-15,-25 0 0,0 0 0,0 0 0,0 0 0,25 0 0,-25 0 0,0 0 0,0 0 32,25 0-32,-25 0 0,0 0 0,0 0 0,25 0 0,-25 0 0,0 0 0,0 0 0,24 0 0,-24 0 15,0 0-15,25 0 0,-25 0 0,0 0 0,0 0 0,25 0 16,-25 0-16,25 0 15,-25-25-15</inkml:trace>
  <inkml:trace contextRef="#ctx0" brushRef="#br0" timeOffset="560691.0697">19100 13494 0,'0'0'0,"0"0"16,0-25 0,0 25-16,0 0 0,0 0 0,0 0 0,0 0 0,0 0 0,0 0 0,0 0 15,0 0-15,0 0 0,0 0 0,0 0 0,0 0 0,0 0 0,0 0 16,0 0-16,0 0 15,0 0-15,0 0 0,0 0 0,0 0 0,0 0 0,0 0 32,0 0-32,0 0 0,0 0 0,0 0 0,0 0 0,0 0 0,0 0 0,0 0 0,0 0 0,0 0 0,0 0 0,0 0 0,0 0 0,0 0 31,0 0-31,0 0 0,0 0 0,0 0 0,0 0 0,0 0 0,24 0 0,-24 0 0,0 0 0,0 0 15,0 0-15,25 0 0,-25 0 0,0 0 0,0 25 0,25-25 16,-25 0-16,0 0 16,0 0-16,25 0 0,-25 0 0,0 0 0,0 0 0,25 0 0,-25 0 0,0 0 0,0 0 15,0 0-15,0 0 0,0 0 0,0 0 16,0 0-16,24 0 0,-24 0 15,0 0-15,0 0 0,0 0 0,0 0 0,0 0 0,0 0 0,0 0 0,0 0 0,0 0 32,0 0-32,0 0 0,0 0 0,0 0 0,0 0 0,0 0 0,0 0 0,0 0 0,0 0 15,0 0-15,0 0 0,0 0 0,0 0 0,0 0 0,0 0 0,0 0 16,0 0-16,0 0 15,0 0-15,0 0 0,-24 0 0,24 0 0,0 25 0,0-25 16,0 0-16,0 0 0,0 0 0,0 0 0,0 24 0,0-24 0,0 0 0,0 0 16,0 0-1,0 25-15,0-25 0,0 0 0,0 0 0,0 25 0,0-25 0,-25 0 16,25 25-16,0-25 0,0 0 0,0 25 0,0-25 0,0 24 0,0-24 0,-25 25 0,25-25 31,0 0-31,0 25 0,0-25 0,-25 25 0,25-25 0,0 25 0,0-25 0,0 24 0,0-24 0,-25 0 16,25 25-16,0-25 0,0 25 0,0-25 0,0 0 0,0 25 15,-24-25 1,24 0-16,0 25 0,0-25 0,0 0 0,0 0 0,0 24 0,0-24 0,0 0 0,-25 0 0,25 25 15,0-25 1,0 0-16,0 0 0,0 25 0,0-25 0,0 0 0,-25 0 0,25 0 16,0 0-16,0 25 0,0-25 0,0 0 0,0 0 0,0 0 0,0 0 0,0 0 15,0 0 1,-25 0-16,25 0 0,0 0 0,0 0 0,0 0 0,0 0 0,0 0 0,0 0 0,0 0 15,0 0-15,0 0 0,25 0 0,-25 0 0,0 0 0,0 0 16,0-25 0,0 25-16</inkml:trace>
  <inkml:trace contextRef="#ctx0" brushRef="#br0" timeOffset="560926.0832">19000 13717 0,'0'0'0,"0"0"0,0 0 16,0 0-16,0 0 0,0 0 0,0-25 0,0 25 15,25 0-15,-25 0 0,0 0 0,0 0 0,0 0 16,0 0-16,0 0 0,25 0 0,-25 0 16,0 0-16,25 0 0,-25 0 0,0 0 0,25 0 0,-25 25 0,24-25 15,-24 0-15,25 0 0,-25 0 16,25 0-16,-25 0 0,25 0 0,-25 0 0,25 0 0,-25 0 0,0 0 15,24 0 1,-24 0-16,25 0 0,-25 0 0,0 0 0,25 0 0,-25 0 0</inkml:trace>
  <inkml:trace contextRef="#ctx0" brushRef="#br0" timeOffset="561870.1372">19447 13543 0,'0'0'0,"0"0"0,0 0 16,0 0-16,0 0 0,0 0 0,0 0 0,0 0 0,0 0 0,0 0 0,0 0 15,0 0-15,0 0 0,0 0 0,0 0 0,0 0 16,0 0 0,0 0-16,0 0 0,0 0 0,0 0 0,0 0 0,0 0 0,0 0 0,0 0 0,0 0 15,0 0-15,0 0 0,0 25 0,0-25 0,0 0 0,0 0 0,0 0 16,0 0-16,0 25 15,0-25-15,0 0 0,-25 25 0,25-25 0,0 0 0,0 0 0,0 25 16,0-25-16,0 0 0,0 24 0,0-24 0,-25 0 16,25 0-16,0 25 0,0-25 0,0 0 15,0 0-15,0 25 0,0-25 0,0 0 0,0 0 0,0 0 0,0 25 0,-25-25 16,25 0-16,0 0 0,0 0 0,0 0 0,0 0 0,0 0 15,0 0 1,0 0-16,0 0 0,0 0 0,0 0 0,0 0 0,0 0 0,0 0 0,0 0 16,0 0-16,0 0 0,0 0 0,0 0 0,0 0 0,0 0 0,25 0 15,-25 0-15,0 0 16,0 0-16,0 0 0,0 0 0,0 0 0,0 0 0,25 0 0,-25 0 0,0 0 0,0 0 31,0 0-31,0 0 0,0 0 0,0-25 0,25 25 0,-25 0 0,0 0 0,0 0 0,0 0 0,0 0 0,0 0 16,0 0-1,0 0-15,0 0 0,0 0 0,25 0 0,-25 25 0,0-25 0,0 0 0,0 0 16,0 0-16,0 0 0,0 0 0,0 0 0,0 0 0,0 0 15,0 0-15,0 25 0,0-25 0,0 0 16,24 0-16,-24 0 0,0 0 0,0 0 0,0 24 0,0-24 0,0 0 16,0 0-16,0 0 0,0 25 0,0-25 0,0 0 0,0 0 0,0 25 15,-24-25 1,24 0-16,0 0 0,0 25 0,0-25 0,0 0 0,0 25 0,0-25 0,0 0 0,0 0 15,0 24-15,0-24 0,0 0 0,0 0 0,0 0 0,0 25 16,0-25 0,0 0-16,-25 0 0,25 25 0,0-25 0,0 0 0,0 0 0,0 0 0,0 25 15,0-25-15,0 0 0,0 0 0,0 0 0,-25 0 0,25 0 0,0 0 16,0 25-16,0-25 0,0 0 15,0 0-15,0 0 0,0 0 0,0 0 0,-25 0 0,25 24 0,0-24 16,0 0-16,0 0 0,0 0 16,-25 0-16,25 0 0,0 0 0,0 0 0,0 0 15,0 0-15,0 0 0,-24 0 0,24 0 0,0 0 0,0 0 0,0 0 0,0 0 0,0 0 16,0 0-16,0 0 15,-25 0-15,25 0 0,0 0 0,0 0 0,0 0 0,0 0 16,0-24-16,0 24 16,0 0-16,0 0 0,0 0 15,0 0-15,-25 0 0,25-25 0,0 25 0,0 0 0,0 0 0,0 0 0,0 0 0,0 0 0,0 0 0,0-25 0,0 25 0,0 0 16,0 0-16,0 0 0,25 0 0,-25 0 0,0 0 0,0 0 15,0-25 1,0 25-16,0 0 0,0 0 0,0 0 0,25-25 0,-25 25 0,0 0 0</inkml:trace>
  <inkml:trace contextRef="#ctx0" brushRef="#br0" timeOffset="562101.1504">19496 13593 0,'0'0'0,"0"0"0,0 0 16,0 0-16,0-25 0,0 25 0,0 0 0,0 0 16,0 0-16,0 0 0,0 0 0,25 0 0,-25 0 0,0 0 15,0 0-15,25 0 0,-25 0 0,0 0 0,25 0 16,-25 0-1,0 0-15,25 0 0,-25 0 0,25 0 0,-25 0 0,0 0 0,24 0 0,-24 0 0,25 0 0,-25 25 16,25-25-16,-25 0 16,25 0-16,-25 0 0,25 0 0,-25-25 0,0 25 0</inkml:trace>
  <inkml:trace contextRef="#ctx0" brushRef="#br0" timeOffset="570260.617">19720 11088 0,'0'0'0,"0"0"0,0 0 31,0 0-31,25 0 0,-25 0 0,0 0 0,0 0 0,0 0 0,0 0 0,0 0 0,0 0 0,0 0 0,0 0 0,0 0 16,0 0-16,0 0 0,0 0 0,0 0 0,0 0 0,0 0 0,0 0 31,0 0-31,0 0 0,0 0 0,0 0 0,0 0 0,0 0 0,0 0 0,0 0 0,0 0 0,0 0 15,0 0-15,0 0 0,0 0 0,0 0 0,0 0 0,0 0 16,0 0-16,0 0 16,0 0-16,0 0 0,0 0 0,0 0 0,0 0 0,0 0 0,0 0 15,0 0-15,0 0 0,0 0 0,0 0 0,0 0 0,0 0 0,0 0 16,0 0-16,0 0 15,0 0-15,0 0 0,0 0 0,0 0 0,0 0 0,0 0 0,0 0 16,0 0-16,0 0 0,0 0 0,0 0 0,0 0 0,0 0 0,0 24 0,0-24 31,0 0-31,0 0 0,0 0 0,0 0 0,0 0 0,0 0 0,0 0 0,0 0 0,0 0 16,0 0-16,0 0 0,0 0 0,0 0 0,0 0 0,0 0 0,0 0 0,0 0 31,0 0-31,0 0 0,0 0 0,0 0 0,0 0 0,0 0 0,0 0 0,0 0 16,0 0-16,0 0 0,0 0 0,0 0 0,0 0 0,0 0 0,0 0 0,0 0 15,0 0-15,0 0 16,0 0-16,0 0 0,0 0 0,0 0 0,0 0 0,0 0 15,-25 0-15,25 0 0,0 0 0,0 0 0,0 0 0,0 0 0,0 0 0,0 0 16,0 0 0,0 0-16,0 0 0,0 0 0,0 0 0,0 0 0,-25 0 0,25 0 0,0 0 0,0 0 15,0 0-15,0 0 16,0 0-16,0 0 0,0 0 0,0 0 0,0 0 0,0 0 15,0 0-15,0 0 0,0 0 0,0 0 0,0 0 0,0 0 0,0 0 0,0 0 16,0 0 0,0 0-1,0 0-15,0 0 0,0 0 0,0 0 0,0 0 0,0 0 0,0 0 0,0 0 0,0 0 0,0 0 0,0 0 0,0 0 0,0 0 0,0 0 0,0 0 16,0 0-16,0 0 0,0 0 0,0 0 0,0 0 0,0 0 15,0 0 1,0 0-16,0 0 0,0 0 0,0 0 0,0 0 0,0 0 0,0 0 0,0 0 0,0 0 0,0 0 31,0 0-31,0 0 0,0 0 0,0 0 0,0 0 0,0 0 0,0 0 0,0 0 16,0 0-16,0 0 0,0 0 0,0 0 0,0 0 0,0 0 0,0 0 15,0 0-15,0 0 0,0 0 0,0 0 16,0 0-16,0 0 0,0 0 0,0 0 16,0 0-16,0 0 0,0 0 0,0 0 0,0 0 0,0 0 0,0 0 0,0 0 0,0 0 15,0 0-15,0 0 0,0 0 0,0 0 16,0 0-16,0 0 0,0 0 15,0 0-15,0 0 0,0 0 0,0 0 0,0 0 0,0 0 0,0 0 0,-25 0 0,25 0 16,0 0-16,0 0 16,0 0-16,0 0 0,0 25 0,0-25 0,0 0 0,0 0 0,0 0 31,0 25-31,0-25 0,0 0 0,0 0 0,-25 25 0,25-25 0,0 0 0,0 0 0,0 25 0,0-25 0,0 0 0,0 25 15,0-25-15,0 0 0,0 24 0,-24-24 0,24 0 0,0 0 16,0 25 0,0-25-16,0 0 0,0 25 0,0-25 0,0 0 0,0 0 0,0 25 0,-25-25 15,25 0-15,0 0 0,0 0 0,0 25 0,0-25 0,0 0 16,0 0-16,0 24 0,0-24 15,0 0-15,0 0 0,0 0 0,0 0 0,0 0 0,0 25 0,-25-25 16,25 0-16,0 0 0,0 0 0,0 0 0,0 0 0,0 0 0,0 0 0,0 0 16,0 0-16,0 0 15,0 25-15,0-25 0,0 0 0,0 0 0,0 0 0,0 0 16,0 0-16,0 0 0,0 0 0,0 0 0,0 0 0,0 0 0,0 0 0,0 0 31,0 0-31,0 0 0,0 0 0,0 0 0,0 0 0,0 0 0,0 0 0,0 0 0,0 0 0,0 25 16,0-25-16,-25 0 0,25 0 15,0 0-15,0 0 0,0 0 0,0 0 0,0 0 16,0 0-16,0 0 0,0 0 0,0 0 0,0 0 0,0 0 0,0 0 0,0 0 31,0 0-31,0 0 0,0 0 0,0 0 0,0 0 0,0 0 0,0 0 0,0 0 0,0 0 0,0 0 16,0 0-16,0 0 0,0 0 0,0 0 0,0 0 0,0 0 0,0 0 15,0 0 1,0 0-16,0 0 0,0 0 0,0 0 0,25-25 0,-25 25 0,0 0 0,0 0 15,0 0-15</inkml:trace>
  <inkml:trace contextRef="#ctx0" brushRef="#br0" timeOffset="576456.9715">18579 14635 0,'0'0'0,"0"0"31,0 0-31,0 0 0,0 0 0,0 0 0,0 0 0,0 0 0,0 0 0,0 0 0,0 0 16,0 0-16,0 0 0,0 0 0,0 0 0,0 0 0,0 0 0,0 0 16,0 0-1,0 0-15,0 0 0,0 0 0,0 0 0,0 0 0,0 0 0,0 0 0,0 0 0,0 0 16,0 0-16,0 0 0,0 0 0,0 0 0,0 0 0,0 0 0,0 0 31,0 0-31,0 0 0,0 0 0,0 0 0,0 0 0,0 0 0,0 0 0,0 0 16,0 0-16,0 0 0,0 0 0,0 0 0,0 0 0,0 0 0,0 0 15,0 0-15,0 0 0,0 0 16,0 0-16,0 0 0,0 0 0,0 0 0,0 0 0,0 0 0,0 0 15,0 0-15,0 0 0,0 0 0,0 0 0,0 0 0,0 0 0,0 0 32,0 0-32,0 0 0,25 0 0,-25 0 0,0 0 0,0 0 0,24 0 15,-24 0-15,0 0 0,0 0 0,25 0 0,-25 0 0,0 0 0,25 0 0,-25 0 0,0 0 0,0 0 16,25 0-16,-25 0 0,0 25 0,25-25 15,-25 0-15,0 0 0,0 0 16,24 0-16,-24 0 0,0 0 0,0 0 0,0 0 0,0 0 0,0 0 0,25 0 16,-25 0-16,0 0 0,0 0 0,0 0 0,0 0 15,0 0-15,0 0 0,0 0 0,0 0 0,0 0 16,0 0-16,0 0 0,0 0 0,0 0 0,0 0 0,0 0 0,0 0 15,0 0 1,0 0-16,0 0 0,0 0 0,0-25 0,0 25 0,0 0 0,0 0 0,0 0 0,0-25 16,0 25-16</inkml:trace>
  <inkml:trace contextRef="#ctx0" brushRef="#br0" timeOffset="577595.0366">19025 14560 0,'0'0'0,"0"0"0,-25 0 16,25-24-16,0 24 15,0 0-15,0 0 0,0 0 0,0 0 0,0 0 0,0 0 16,0 0-16,0 0 0,0 0 0,0 0 0,0 0 0,0 0 0,0 0 0,0 0 16,0 0-16,0 0 0,0 0 0,0 0 0,0 0 15,-24-25-15,24 25 16,0 0-16,0 0 0,0 0 0,0 0 0,0 0 0,0 0 15,0 0-15,0 0 16,0 0-16,0 0 0,0 0 0,0 0 0,0-25 0,0 25 0,0 0 0,0 0 0,0 0 0,0 0 0,0 0 16,0 0-16,0 0 0,0 0 0,0 0 0,24 0 0,-24 0 15,0-25-15,0 25 16,0 0-16,0 0 0,0 0 0,0 0 0,0 0 0,0 0 0,25 0 0,-25 0 15,0 0-15,0 0 0,0 0 16,0 0-16,25 0 0,-25 0 0,0 0 0,0 0 0,0 0 16,0 0-16,25 0 0,-25 0 0,0 0 0,0 0 0,0 0 0,25 0 0,-25 0 15,0 0-15,0 0 0,0 0 0,0 0 16,0 0-16,24 0 0,-24 0 0,0 0 0,0 0 15,0 0-15,0 0 0,0 0 0,0 25 0,0-25 0,0 0 0,0 0 16,0 0-16,0 25 0,0-25 0,0 0 0,0 0 0,0 0 16,0 0-16,0 25 15,0-25-15,0 0 0,0 0 0,0 0 0,0 0 0,0 24 0,0-24 0,0 0 16,0 0-16,0 0 0,0 25 0,0-25 0,0 0 15,0 0-15,0 25 0,-24-25 16,24 0-16,0 0 0,0 25 0,0-25 0,0 0 0,0 0 0,-25 25 0,25-25 16,0 0-16,0 0 0,0 0 0,0 24 0,-25-24 0,25 0 31,0 0-31,0 25 0,-25-25 0,25 0 0,0 0 0,0 0 0,0 0 0,-25 25 0,25-25 0,0 0 15,0 0-15,0 0 0,0 25 0,-24-25 0,24 0 16,0 0-16,0 0 16,0 0-16,0 0 0,-25 25 0,25-25 0,0 0 0,0 0 0,0 0 0,0 0 15,0 0-15,0 24 0,-25-24 0,25 0 0,0 0 0,0 0 0,0 0 16,0 0-16,0 0 0,0 0 0,0 0 15,0 0-15,0 0 0,0 25 16,0-25-16,0 0 0,0 0 0,0 0 0,0 0 0,0 0 0,0 0 0,0 0 0,0 0 16,0 0-16,0 0 0,0 0 0,0 0 0,0 0 0,0 0 15,0 0-15,0 0 16,0 0-16,0 0 0,0 0 0,25 0 0,-25 0 0,0 0 15,0 0-15,0 0 0,0 0 0,0 0 0,0 0 0,0 0 0,25 0 0,-25 0 16,0 0-16,0 0 0,24 0 0,-24 0 16,0 0-16,0 0 0,25 0 0,-25 0 0,0 0 15,0 0-15,25 0 0,-25 0 0,0 0 0,25 0 0,-25 0 0,0 0 0,0 0 31,0 0-31,25 0 0,-25 0 0,0 0 0,0 0 0,0 0 0,0 0 0,0 0 0,0 0 16,0 0-16,0 0 0,0 0 0,0 0 0,0 0 0,0 0 0,0 0 16,0 0-1,0 0-15,0 0 0,0 0 0,0 0 0,0 0 0,0 0 0,0 0 16,0 0-16,0 0 0,24 0 0,-24 0 0,0 0 0,0 0 0,0 0 0,0 0 0</inkml:trace>
  <inkml:trace contextRef="#ctx0" brushRef="#br0" timeOffset="578289.0763">19248 14759 0,'0'0'0,"0"0"16,0 0-16,0 0 0,0-25 0,0 25 0,0 0 0,0 0 0,0 0 0,0 0 15,0 0-15,0 0 0,25 0 0,-25-25 0,0 25 0,0 0 16,0 0-16,0 0 15,0 0-15,25-25 0,-25 25 0,0 0 0,0 0 0,0 0 0,0-24 0,0 24 16,25 0-16,-25-25 0,0 25 0,0 0 0,0 0 0,0-25 16,25 25-16,-25-25 15,0 25-15,0 0 0,0-25 0,0 25 0,0-24 0,0 24 0,24 0 0,-24-25 16,0 25-16,0 0 0,0-25 0,0 25 15,0 0-15,0 0 0,0 0 0,0 0 0,0 0 16,0 0-16,0 0 0,0-25 0,0 25 0,0 0 0,0 0 0,0 0 0,0 0 16,0 0-16,0 0 0,0 0 0,0 0 0,0 0 0,0 0 15,0 25-15,0-25 0,0 0 0,0 0 0,0 0 16,0 0-16,0 0 15,0 0-15,0 0 0,0 0 0,0 0 0,0 0 0,0 25 0,0-25 0,0 0 16,0 0-16,0 0 0,0 0 0,0 0 0,0 25 0,0-25 16,0 0-1,0 0-15,0 0 0,0 0 0,0 24 0,0-24 0,0 0 0,0 0 0,0 0 16,0 25-16,0-25 0,0 0 15,0 25-15,0-25 0,0 25 0,0-25 0,-24 0 0,24 25 0,0-25 0,0 24 16,0-24-16,0 25 0,0-25 0,0 0 0,0 25 0,0-25 0,0 25 0,0-25 16,0 0-16,0 25 0,0-25 15,0 24-15,0-24 0,0 0 0,0 25 0,0-25 0,0 0 0,0 25 16,0-25-16,0 0 0,0 0 15,0 25-15,0-25 0,0 0 0,0 0 0,0 0 16,0 0-16,0 0 0,0 0 0,0 0 0,0 0 0,0 0 0,0 0 0,0 0 0,0 0 16,0 0-1,0 0-15,0-25 0,0 25 0,0 0 0,-25 0 0</inkml:trace>
  <inkml:trace contextRef="#ctx0" brushRef="#br0" timeOffset="633634.2418">13022 15751 0,'0'0'0,"0"0"0,25 0 15,-25 0-15,0 0 0,0-25 0,0 25 0,0 0 0,0 0 0,0 0 0,0 0 16,0 0-16,0 0 0,0 0 0,0 0 0,0 0 16,0 0-16,0 0 0,0 0 0,0 0 15,0 0-15,0 0 0,0 0 0,0 0 0,0 0 0,0 0 0,0 0 0,0 0 31,0 0-31,0 0 0,0 0 0,0 0 0,0-25 0,0 25 0,0 0 0,0 0 16,0 0-16,25 0 0,-25 0 0,0 0 0,0 0 0,0 0 0,0 0 0,0 0 16,0 0-16,0 0 15,0 0-15,0 0 0,0 0 0,0 0 0,0 0 0,0 0 0,0 0 16,0 0-16,0 0 0,0-24 0,0 24 0,0 0 0,25 0 0,-25 0 15,0 0-15,0 0 16,0 0-16,0 0 0,0-25 0,0 25 0,0 0 0,0 0 0,0 0 0,0 0 16,25-25-16,-25 25 0,0 0 0,0 0 0,0-25 0,0 25 31,0 0-31,0 0 0,24 0 0,-24-25 0,0 25 0,0 0 0,0 0 0,0-24 0,0 24 15,25 0-15,-25 0 0,0-25 0,0 25 0,0 0 0,0 0 0,0-25 0,0 25 16,25 0 0,-25 0-16,0-25 0,0 25 0,0 0 0,0 0 0,0 0 0,0-25 15,0 25-15,0 0 0,0 0 0,0 0 0,0 0 0,0 0 0,0 0 0,0 0 16,0 0-1,0 0-15,0 0 0,0 0 0,0 0 0,0 0 0,0 0 0,0 0 0,0 0 16,0 0-16,0 0 0,0 0 0,0 0 0,0 0 0,0 0 0,0 0 16,0 0-16,0 0 15,0 0-15,0 25 0,0-25 0,0 0 0,0 0 0,0 0 0,0 25 0,0-25 0,0 0 16,0 25-1,0-25-15,0 0 0,0 25 0,0-25 0,0 24 0,0-24 0,0 25 16,0-25-16,0 25 0,0-25 0,0 25 0,0-25 0,0 25 0,0-25 0,0 0 16,0 24-16,0-24 15,0 25-15,-25-25 0,25 25 0,0-25 0,0 0 0,0 25 0,0-25 0,0 0 16,0 25-16,0-25 0,0 0 0,0 24 0,0-24 0,0 0 0,0 25 15,0-25 1,-25 0-16,25 0 0,0 0 0,0 0 0,0 0 0,0 25 0,0-25 0,0 0 16,0 0-16,0 0 0,0 0 0,0 0 0,0 0 0,0 0 0,0 0 0,0 0 15,0 0 1,0 0-16,0 0 0,0 0 0,0 0 0,0 0 0,0-25 0,0 25 15,0 0-15,0 0 0,25 0 0,-25 0 0,0-25 0,0 25 0,0 0 0</inkml:trace>
  <inkml:trace contextRef="#ctx0" brushRef="#br0" timeOffset="634890.3137">14362 15652 0,'0'0'0,"0"0"15,0 0-15,0 0 0,0 0 0,0 0 0,0 0 0,0 0 0,0 0 32,0 0-32,0 0 0,0 0 0,0 0 0,0 0 0,0-25 0,0 25 0,0 0 0,0 0 15,0 0-15,0 0 0,0 0 16,0 0-16,0 0 0,0 0 0,0 0 0,0-25 0,0 25 15,0 0-15,0 0 0,0 0 0,0 0 0,0 0 0,0 0 0,0 0 0,0 0 0,0-25 0,0 25 16,0 0-16,0 0 16,0 0-16,0 0 0,0-24 0,0 24 0,0 0 0,0 0 0,25 0 0,-25 0 31,0 0-31,0-25 0,0 25 0,25 0 0,-25 0 0,0 0 0,0 0 0,0 0 0,24-25 15,-24 25-15,0 0 0,0 0 0,25 0 0,-25 0 0,0 0 0,0 0 0,25 0 16,-25 0-16,0 0 16,0 0-16,25 0 0,-25 0 0,0 0 0,0 0 15,0 0-15,0 0 0,0 0 0,25 0 0,-25 25 0,0-25 0,0 0 0,0 0 0,0 0 16,0 25-16,0-25 15,-25 0-15,25 0 0,0 0 0,0 24 0,0-24 16,0 0-16,0 0 0,-25 25 0,25-25 0,0 0 0,0 0 0,0 25 0,-25-25 16,25 0-16,0 0 15,0 25-15,0-25 0,-25 0 0,25 0 0,0 25 0,0-25 0,0 0 16,0 0-16,0 0 0,-24 0 0,24 24 0,0-24 0,0 0 0,0 0 0,0 0 15,0 0-15,0 0 0,0 0 0,0 0 16,0 0-16,0 0 0,0 0 0,0 0 0,0 0 16,0 0-16,0 0 15,0 25-15,24-25 0,-24 0 0,0 0 0,0 0 0,0 0 0,0 0 0,0 0 0,25 0 16,-25 0-16,0 0 0,0 0 0,25 0 0,-25 0 0,0 25 0,0-25 15,25 0-15,-25 0 0,0 25 0,0-25 0,0 0 16,25 25-16,-25-25 0,0 0 0,0 24 0,0-24 16,0 0-16,0 0 0,0 25 0,0-25 0,0 0 0,0 25 0,0-25 31,0 0-31,0 0 0,0 25 0,0-25 0,0 0 0,0 0 0,0 25 0,0-25 0,0 0 0,0 0 0,0 0 15,-25 24-15,25-24 0,0 0 16,-25 0-16,25 0 0,0 0 0,0 0 0,-25 0 0,25 0 0,0 0 16,0 0-16,-25 0 0,25 0 0,0 0 0,0 0 0,0 0 15,0 0-15,0 0 0,-24 0 16,24 0-16,0 0 0,0 0 0,0 0 0,0 0 0,0-24 0,0 24 0,0 0 15,0 0-15,0 0 0,0 0 0,24 0 0,-24-25 0,0 25 16,0 0-16,0 0 16,25 0-16,-25 0 0,0 0 0</inkml:trace>
  <inkml:trace contextRef="#ctx0" brushRef="#br0" timeOffset="635647.357">15553 15577 0,'0'-24'0,"0"24"0,0 0 16,0 0-16,0 0 0,0 0 0,0 0 0,0 0 0,0 0 0,0 0 15,0-25-15,0 25 0,0 0 0,0 0 16,0 0-16,0 0 0,0 0 0,0 0 0,0 0 0,0 0 0,0 0 15,0 0-15,0 0 0,0 0 0,0 0 0,0 0 0,0 0 0,0 0 16,0 25-16,0-25 16,0 0-16,0 0 0,0 0 0,0 0 0,0 0 0,0 0 0,0 0 0,0 24 0,0-24 15,0 0-15,0 0 0,0 0 0,0 25 0,0-25 16,0 0-16,0 0 15,0 0-15,0 25 0,0-25 0,0 0 0,0 0 0,24 25 0,-24-25 16,0 0-16,0 0 0,0 0 0,0 25 0,0-25 0,0 0 0,0 24 16,0-24-16,25 0 0,-25 0 15,0 25-15,0-25 0,25 0 0,-25 0 0,0 25 0,0-25 0,25 0 0,-25 0 31,0 0-31,25 25 0,-25-25 0,0 0 0,24 0 0,-24 25 0,0-25 0,0 0 0,25 0 16,-25 0-16,0 24 0,0-24 0,25 0 0,-25 0 0,0 0 0,0 0 0,0 25 16,0-25-1,0 0-15,25 0 0,-25 0 0,0 0 0,0 0 0,0 0 0,0 25 16,0-25-16,0 0 0,0 0 0,0 0 0,0 0 0,0 0 0,0 0 0,0 25 15,0-25-15,-25 0 16,25 0-16,0 0 0,0 0 0,0 0 0,-25 0 0,25 0 0,0 0 16,-25 0-16,25 0 0,0 0 0,-24 25 0,24-25 0,0 0 0,-25 0 0,25 0 15,0 0-15,-25 0 16,25 0-16,0 0 0,-25 0 0,25 0 0,0-25 0,0 25 0,-25 0 0,25 0 0,0 0 15,0 0-15,0 0 0,0-25 0,0 25 0,0 0 0</inkml:trace>
  <inkml:trace contextRef="#ctx0" brushRef="#br0" timeOffset="635847.3684">15701 15577 0,'0'-24'0,"0"24"16,0 0-16,25 0 0,-25 0 0,0 0 0,0-25 15,0 25-15,25 0 0,-25 0 0,0 0 0,0 0 0,25 0 16,-25 0-16,25 0 0,-25 25 0,0-25 0,24 0 15,-24 0-15,25 0 0,-25 0 0,25 0 0,-25 0 0,25 0 16,0 24-16,-25-24 0,24 0 0,-24 0 0,25 0 16,0 25-16,0-25 0,-25 0 0,25 0 0,-1 25 15,1-25-15</inkml:trace>
  <inkml:trace contextRef="#ctx0" brushRef="#br0" timeOffset="636754.4203">16793 15776 0,'0'-25'0,"0"25"16,0 0-16,0 0 0,0 0 0,0-25 0,0 25 0,0 0 0,0 0 0,0-25 15,0 25-15,0 0 0,0 0 16,0 0-16,0 0 0,-25-24 0,25 24 0,0 0 0,0 0 16,0 0-16,0 0 0,0 0 0,0 0 0,-25 0 0,25 0 0,0 0 15,0 0-15,0 0 16,0 0-16,-25 0 0,25 0 0,0 0 0,0 24 0,-24-24 0,24 0 0,0 0 0,-25 0 15,25 25-15,0-25 0,0 0 0,0 0 0,-25 25 0,25-25 0,0 0 16,0 25-16,0-25 16,0 0-16,0 25 0,0-25 0,0 0 0,0 24 0,0-24 0,0 0 0,0 25 15,0-25-15,0 0 16,0 0-16,0 25 0,0-25 0,25 0 0,-25 0 0,0 0 0,0 25 15,25-25-15,-25 0 0,24 0 0,-24 0 0,0 0 0,25 0 0,-25 0 16,0 0-16,25 0 0,-25 0 16,0 0-16,0 0 0,25 0 0,-25 0 0,0-25 0,0 25 15,25 0-15,-25 0 0,0 0 0,0-25 0,24 25 0,-24 0 0,0 0 0,0-25 16,25 25-16,-25 0 15,0-24-15,0 24 0,0 0 0,0-25 0,0 25 0,25 0 0,-25-25 0,0 25 0,0 0 16,0 0-16,0 0 0,0 0 0,0 0 0,0 0 0,0 0 16,0 0-16,0 0 15,0 0-15,0 0 0,0 0 0,0 0 0,25 0 0,-25 0 0,0 0 0,0 0 16,0 25-16,0-25 0,0 0 0,0 0 0,0 25 0,0-25 0,0 0 15,0 24 1,0-24-16,0 0 0,0 25 0,0-25 0,0 0 0,0 25 0,0-25 0,0 25 0,0-25 0,0 25 31,0-25-31,0 0 0,0 24 0,0-24 0,0 25 0,0-25 0,0 0 0,0 25 0,0-25 16,0 0-16,0 25 0,0-25 0,0 0 0,0 25 15,0-25-15,0 0 0,-25 0 0,25 24 16,0-24-16,0 0 0,0 0 0,-25 0 0,25 25 0,0-25 0,0 0 0,0 0 16,-25 0-16,25 25 0,0-25 0,0 0 0,-24 0 0,24 0 0,0 0 15,0 0 1,-25 0-16,25 0 0,0 0 0,0 0 0,0 0 0,-25 0 0,25 0 0,0-25 0,0 25 31,0 0-31,0 0 0,-25 0 0,25 0 0,0 0 0,0 0 0,0-25 0,0 25 16,0 0-16,0 0 0,0 0 0,0 0 0,0 0 0,0 0 0,0 0 0,0-24 0,0 24 15,0 0-15,0 0 0,0 0 0,0 0 16,0 0-16,0 0 0,0 0 0,0 0 15,0 0-15,0 0 0,0 0 0,0 0 0,0 0 0,25 0 0,-25 0 0,0 0 32,0 0-32</inkml:trace>
  <inkml:trace contextRef="#ctx0" brushRef="#br0" timeOffset="638202.5031">18405 15776 0,'0'0'0,"0"0"15,0 0-15,0-25 0,0 25 0,0 0 0,0 0 0,0 0 0,0 0 0,0 0 16,0-25-16,0 25 0,0 0 0,0 0 0,0 0 0,0 0 16,0 0-16,0 0 0,0 0 15,0 0-15,0 0 0,0 0 0,0 0 0,0 0 0,0 0 0,0 0 16,0 0-16,0 0 0,0 0 0,0 0 0,0 0 15,0 0-15,0 0 0,0 0 16,0 0-16,0 25 0,0-25 0,0 0 0,0 0 0,0 0 0,0 0 0,0 0 16,0 0-16,0 0 15,0 25-15,0-25 0,0 0 0,0 0 0,0 25 0,0-25 0,0 0 0,-25 0 0,25 24 16,0-24-16,0 0 0,0 0 0,0 25 0,0-25 0,0 0 0,0 0 31,0 0-31,0 25 0,0-25 0,0 0 0,0 0 0,0 0 0,0 0 0,0 0 0,0 0 16,0 0-16,0 0 0,0 0 0,0 25 0,0-25 0,0 0 0,0 0 0,0 0 31,0 0-31,0 0 0,0 0 0,0 0 0,0 0 0,0 0 0,0 0 0,0 0 0,0 0 15,0 0-15,25 0 0,-25 0 0,0 0 0,0 0 0,0 0 16,0 0-16,0 0 0,25 0 16,-25-25-16,0 25 0,0 0 0,0 0 0,25 0 0,-25 0 0,0 0 0,0 0 0,0 0 15,0 0-15,24 0 16,-24 0-16,0 0 0,0 0 0,0 0 0,0 0 0,25 0 0,-25 25 0,0-25 15,0 0-15,0 0 0,0 0 0,0 0 0,0 0 0,0 0 16,0 25-16,0-25 16,0 0-16,0 0 0,0 0 0,0 24 0,0-24 0,0 0 0,0 0 0,0 25 15,25-25-15,-25 0 0,0 0 0,0 25 0,0-25 0,0 0 0,0 0 16,0 0-1,0 25-15,0-25 0,0 0 0,0 0 0,0 0 0,0 25 0,0-25 0,0 0 16,0 0-16,-25 0 0,25 0 0,0 0 0,0 0 0,0 0 0,0 24 16,0-24-16,0 0 15,0 0-15,0 0 0,-25 0 0,25 0 0,0 0 0,0 0 0,0 0 0,0 0 0,-24 0 16,24 0-16,0 0 0,0 0 0,0 0 0,0 0 0,-25 0 15,25 0-15,0 0 16,0 0-16,-25 0 0,25 0 0,0 0 0,0 0 0,-25 0 0,25 0 0,0 0 0,0 0 16,-25 0-16,25 0 15,0 0-15,0 0 0,0-24 0,0 24 0,0 0 0,0 0 16,0 0-16,-24 0 0,24 0 0,0 0 0</inkml:trace>
  <inkml:trace contextRef="#ctx0" brushRef="#br0" timeOffset="638404.5146">18455 15726 0,'0'0'0,"0"0"0,0 0 0,0 0 16,0 0-16,0 0 0,24 0 0,-24 0 0,0 0 0,0 0 15,0 0-15,25 0 0,-25 0 0,0 0 0,25 0 16,-25 0-16,0 0 0,25 0 0,-25 0 0,25 0 15,-25 25 1,25-25-16,-25 0 0,24 0 0,-24 0 0,25 0 0,-25 25 0,25-25 16,-25 0-16,25 0 0,-25 0 0,0 0 0,25 25 0</inkml:trace>
  <inkml:trace contextRef="#ctx0" brushRef="#br0" timeOffset="639178.559">18876 15875 0,'25'0'0,"-25"0"0,0 0 0,0 0 0,0-25 0,0 25 0,0 0 0,0 0 0,0 0 0,0 0 0,0-25 0,0 25 0,0 0 16,0 0-16,0 0 15,0 0-15,0 0 0,0 0 0,0 0 0,0 0 16,0 0-16,-25 0 0,25 0 0,0 0 0,0 0 0,0 0 0,0 0 0,0 0 16,0 0-16,0 0 0,0 0 0,-24 0 0,24 0 0,0 0 0,0 0 15,0 0-15,0 0 16,-25 0-16,25 0 0,0 0 0,0 0 0,0 0 0,0 0 0,0 0 0,0 25 0,-25-25 15,25 0-15,0 0 16,0 0-16,0 0 0,0 0 0,0 25 0,0-25 0,0 0 0,0 0 16,0 0-1,25 25-15,-25-25 0,0 0 0,0 25 0,0-25 0,0 0 0,0 24 0,0-24 0,25 0 0,-25 25 16,0-25-16,0 0 0,0 25 0,24-25 0,-24 0 0,0 25 0,0-25 0,25 25 31,-25-25-31,0 0 0,0 24 0,0-24 0,25 0 0,-25 25 0,0-25 0,0 0 0,25 25 0,-25-25 16,0 0-16,0 25 0,25-25 0,-25 0 0,0 0 0,0 0 15,0 25-15,0-25 16,0 0-16,24 0 0,-24 0 0,0 24 0,0-24 0,0 0 0,0 0 15,0 0-15,0 0 0,0 0 0,0 0 0,0 25 0,0-25 0,0 0 16,0 0-16,0 0 16,-24 0-16,24 0 0,0 0 0,-25 0 0,25 0 0,-25 0 0,25 0 0,0 25 15,-25-25-15,25 0 0,0 0 0,-25 0 0,25-25 0,0 25 0,-24 0 16,24 0-1,0 0-15,0 0 0,0 0 0,0 0 0,-25 0 0,25-25 0,0 25 63,0 0-48,0 0-15,0 0 78,173-173-78,-123 148 16,-50 25-16,0-25 0,0 25 0,0 0 0,25-25 0,-25 25 0,0 0 0,0 0 0,0 0 0,-25-24 0,25 24 16,0 0-16,0 0 0,-25 0 0,25 0 0,0-25 0,-25 25 0,25 0 0</inkml:trace>
  <inkml:trace contextRef="#ctx0" brushRef="#br0" timeOffset="641691.7026">13171 16396 0,'0'0'0,"0"-25"0,0 25 15,0 0-15,0 0 0,0 0 0,-25 0 0,25 0 0,0 0 16,0 0-16,0 0 16,0 0-16,0 0 0,0 0 0,0 0 0,0 0 0,0 0 0,0 0 0,0 0 15,0 0-15,0 0 0,0 0 0,0 0 0,0 0 0,0 0 0,0 0 16,0-25-1,0 25-15,0 0 0,0 0 0,0 0 0,0 0 0,0 0 0,0 0 0,0 0 0,0 0 32,0 0-32,0 0 0,-24 0 0,24 0 0,0 0 0,0 0 0,0 0 0,0 0 0,-25 0 0,25 0 15,0 0-15,0 0 0,0 0 0,-25 0 0,25 0 0,0 0 0,0 0 16,-25 0-16,25 0 0,0 0 0,0 0 0,-25 0 0,25 0 15,0 0-15,0 0 0,0 0 16,-24 0-16,24 0 0,0 0 0,0 0 0,0 0 0,0 0 0,-25 0 0,25 0 16,0 0-1,0 0-15,0 0 0,0 0 0,0 0 16,0 0-16,0 0 0,0 25 0,0-25 0,0 0 0,0 0 0,0 0 0,-25 0 0,25 0 15,25 25-15,-25-25 0,0 0 0,0 0 0,-25 25 0,25-25 0,0 0 16,0 25-16,0-25 0,0 0 0,0 24 0,0-24 0,0 0 0,0 25 16,0-25-1,0 25-15,0-25 0,0 0 0,0 25 0,0-25 0,0 0 0,25 25 0,-25-25 0,0 0 0,0 0 16,0 24-16,0-24 0,0 0 15,0 25-15,0-25 0,25 0 0,-25 0 0,0 0 16,0 25-16,0-25 0,24 0 0,-24 0 0,0 0 0,0 0 0,25 25 16,-25-25-16,0 0 0,0 0 0,25 0 0,-25 0 0,0 0 0,0 0 15,25 0-15,-25 0 16,0 0-16,0 0 0,25-25 0,-25 25 0,0 0 0,24 0 0,-24 0 0,0 0 15,0 0-15,25-25 0,-25 25 0,0 0 0,0 0 0,25-25 0,-25 25 16,0 0 0,0 0-16,25 0 0,-25-24 0,0 24 0,0 0 0,0 0 0,0 0 0,25-25 15,-25 25-15,0 0 0,0 0 0,0 0 0,0-25 0,0 25 0,0 0 16,0 0-16,0 0 15,0-25-15,0 25 0,0 0 0,0 0 0,0-25 0,0 25 0,0 0 0,0 0 32,0-24-32,0 24 0,0 0 0,0-25 0,0 25 0,0 0 0,0-25 0,0 25 0,0 0 0,0 0 0,0-25 0,-25 25 15,25 0 1,0 0-16,0-25 0,0 25 0,0 0 0,-25 0 0,25 0 0,0 0 0,0-25 15,0 25-15,0 0 0,0 0 0,0 0 0,0 0 0,0 0 0,0 0 0,0 0 16,0 0 0,0 0-16,0 0 0,0 0 0,0 0 0,0 0 0,25 0 0,-25 0 15,0 25-15,0-25 0</inkml:trace>
  <inkml:trace contextRef="#ctx0" brushRef="#br0" timeOffset="642541.7513">14412 16644 0,'0'0'0,"0"0"0,0 0 16,0 0-16,-25 0 0,25 0 0,0 0 0,0 0 0,0 0 0,0 0 0,0 0 15,0 0 1,0 0-16,0 0 0,0 0 0,0 0 0,0 0 0,0 0 0,0 0 0,25 0 16,-25-25-16,0 25 0,0 0 0,0 0 0,0 0 0,0 0 0,0 0 0,0 0 0,0-25 15,0 25 1,24 0-16,-24 0 0,0 0 0,0 0 0,0-24 0,0 24 0,0 0 0,25 0 0,-25 0 0,0-25 15,0 25-15,0 0 16,0 0-16,0-25 0,0 25 0,25 0 0,-25-25 0,0 25 16,0 0-16,0-25 0,0 25 0,25 0 0,-25-24 0,0 24 0,0 0 0,0-25 15,0 25-15,0 0 0,25 0 0,-25-25 0,0 25 0,0 0 16,0 0-16,0 0 0,0 0 15,0 0-15,0-25 0,0 25 0,0 0 0,0 0 0,0 0 0,0 0 0,0 0 16,0 0-16,0 0 16,0 0-16,0 0 0,0 0 0,0 0 0,0 0 0,0 0 15,0 0-15,0 0 0,0 0 0,0 0 0,0 0 0,0 0 0,0 0 0,0 0 0,0 0 16,0 25-16,0-25 15,0 0-15,0 0 0,0 25 0,0-25 0,0 0 0,0 25 16,0-25-16,0 0 0,0 24 0,0-24 0,0 25 0,0-25 0,0 25 0,0-25 16,0 0-1,0 25-15,0-25 0,0 25 0,-25-25 0,25 24 0,0-24 0,0 25 0,0-25 0,0 0 16,0 25-16,0-25 0,0 0 0,0 25 0,0-25 0,0 0 0,0 25 15,0-25 1,0 0-16,0 0 0,0 24 0,0-24 0,0 0 0,0 0 0,0 0 16,0 0-16,0 0 0,0 0 15,0 0-15,0 0 0,0 0 0,0 0 0,0 0 0</inkml:trace>
  <inkml:trace contextRef="#ctx0" brushRef="#br0" timeOffset="643380.7988">15429 16570 0,'0'0'0,"0"0"15,0 0-15,0 0 0,0 0 0,0 0 0,0 0 0,0 0 0,0 0 0,0 0 31,0 0-31,0 0 0,-25 0 0,25 0 0,0 0 0,0 0 0,0 0 0,0 0 0,0 0 0,0 0 16,0 0-16,0 0 0,0 0 0,0 0 16,25 0-16,-25 0 0,0 0 0,0 0 0,0 0 0,0 0 0,24 0 0,-24 0 15,0 0-15,25 0 0,-25 0 0,0 0 0,25 0 0,-25 0 16,25 0-1,-25 0-15,0 0 0,25 0 0,-25 0 0,0 0 0,24 0 0,-24 0 0,0 0 0,25 0 16,-25 0-16,0 0 0,25 0 0</inkml:trace>
  <inkml:trace contextRef="#ctx0" brushRef="#br0" timeOffset="643848.8261">15677 16669 0,'0'0'16,"0"0"-16,0 0 0,0 0 0,0 0 0,24 0 0,-24 0 31,0 0-31,0 0 0,0 0 0,0 0 0,0 0 0,0-25 0,25 25 0,-25 0 0,0 0 0,0 0 16,0 0-16,25-25 0,-25 25 0,0 0 0,0 0 0,0-25 0,25 25 15,-25 0 1,0 0-16,0-24 0,0 24 0,25 0 0,-25-25 0,0 25 0,0 0 0,0-25 0,0 25 16,0 0-16,24-25 0,-24 25 0,0 0 0,0 0 0,0-25 15,0 25-15,0 0 0,0 0 16,0 0-16,0-24 0,0 24 0,0 0 0,0 0 0,0 0 0,0 0 15,0-25-15,25 25 0,-25 0 0,0 0 0,0 0 0,0 0 0,0 0 16,0 0 0,0 0-16,0 0 0,0 0 0,0 0 0,-25 0 0,25 0 0,0 0 0,0 25 0,0-25 0,0 0 15,0 0-15,0 0 0,0 0 0,0 24 0,0-24 16,0 0-16,0 25 15,0-25-15,0 25 0,-24-25 0,24 25 0,0-25 0,0 25 0,0-25 0,0 24 0,0-24 16,0 25 0,0-25-16,-25 25 0,25-25 0,0 25 0,0-25 0,0 25 0,0-25 0,0 24 15,0-24-15,0 25 0,0-25 0,-25 25 0,25-25 0,0 0 0,0 25 0,0-25 16,0 0-1,0 25-15,0-25 0,0 0 0,0 24 0,0-24 0,0 0 0,0 0 0,0 0 0,0 0 0</inkml:trace>
  <inkml:trace contextRef="#ctx0" brushRef="#br0" timeOffset="644439.8599">16594 16594 0,'0'0'0,"0"0"16,0 0-16,0 0 0,0 0 0,0 0 0,0 0 0,0 0 15,0 0 1,0 0-16,0 0 0,0 0 0,0 0 0,0 0 0,0 0 0,0 0 0,25 0 0,-25 0 0,0 0 15,25 0-15,-25 0 0,0 0 0,25 0 0,-25 0 0,25 0 16,-25 0-16,24 0 0,-24 0 0,0 0 0,25 0 31,-25 0-31,0 0 0,25 0 0,-25 0 0,0 0 0,25 0 0,-25 0 0,0 0 0,25 0 0,-25 0 16,0 0-16,0 0 0,24 0 0</inkml:trace>
  <inkml:trace contextRef="#ctx0" brushRef="#br0" timeOffset="645079.8965">16991 16470 0,'0'0'0,"0"0"16,0 0-16,0 0 0,0 0 0,0 0 31,0 0-31,0 0 0,0 0 0,0 0 0,0 0 16,0 0-16,0 0 0,0 0 0,0 0 0,0 0 15,0 0-15,0 0 0,0 0 0,0 0 0,0 0 0,0 0 0,0 0 0,0 0 0,0 0 0,0 0 0,0 0 16,0 0-16,0 0 0,0 0 0,0 25 0,-25-25 0,25 0 0,0 0 15,0 0 1,0 0-16,0 0 0,0 25 0,0-25 0,0 0 0,0 0 0,0 0 0,0 25 0,0-25 0,0 0 0,0 0 16,0 25-1,0-25-15,0 0 0,-24 0 0,24 0 0,0 24 0,0-24 0,0 0 16,0 0-16,0 0 0,0 0 0,0 25 0,0-25 0,0 0 0,0 0 0,0 0 15,0 0-15,0 0 16,0 0-16,0 0 0,0 0 0,24 0 0,-24 0 0,0 0 0,0 0 0,0 0 16,0 0-16,0 25 0,0-25 0,0 0 0,25 0 0,-25 0 0,0 0 15,0 0-15,0 0 16,0 0-16,0 0 0,0 0 0,25 0 0,-25 0 0,0 0 0,0 0 0,0 0 0,0 0 15,25 0-15,-25 0 0,0 0 0,0 0 0,0 25 0,0-25 16,0 0-16,25 0 16,-25 0-16,0 0 0,0 0 0,0 0 0,0 0 0,0 0 0,0 0 0,24 0 0,-24 25 15,0-25-15,0 0 16,0 0-16,0 0 0,0 0 0,0 0 0,0 24 0,0-24 0,0 0 31,0 0-31,0 0 0,0 0 0,0 0 0,0 25 0,0-25 0,0 0 0,0 0 0,0 0 0,0 0 0,0 0 0,0 25 0,0-25 16,0 0-16,0 0 0,0 0 0,0 0 0,0 0 0,0 0 15,0 0-15,0 25 16,-24-25-16,24 0 0,0 0 0,0 0 0,0 0 0,0 0 0,0 0 0,0 0 0,0 0 15,0 0-15,0 0 0,-25 0 0,25 0 0,0 0 0,0 0 16,0 0-16,-25 0 0,25 0 0,0-25 16,0 25-16,0 0 0,0 0 0,0 0 0,0 0 0,0 0 0,-25 0 15,25 0-15,0-25 0,0 25 16,0 0-16,0 0 0,0 0 0,0 0 0,0-25 0,0 25 0,0 0 0</inkml:trace>
  <inkml:trace contextRef="#ctx0" brushRef="#br0" timeOffset="645283.9082">17090 16470 0,'0'-24'0,"0"24"0,0 0 0,0 0 0,0 0 0,0 0 16,0 0-16,0 0 0,0 0 0,0 0 0,0 0 15,25 0-15,-25 0 0,0 0 0,0 0 0,0 0 0,0 0 16,25 0-16,-25 0 0,0 0 0,0 0 0,25 0 15,-25 0-15,25 0 0,-25 0 16,24 0-16,-24 0 0,0 0 16,25 0-16,-25 0 0,25 24 0,-25-24 0,25 0 0,-25 0 0,25 0 0,-25 0 0,24 0 0</inkml:trace>
  <inkml:trace contextRef="#ctx0" brushRef="#br0" timeOffset="645923.9448">18430 16768 0,'0'0'16,"0"0"-16,0 0 0,0 0 15,0 0-15,0 0 0,0 0 0,0 0 0,0 0 0,0 0 0,0 0 16,0 0-16,25 0 0,-25 0 0,0 0 0,0 0 0,24 0 0,-24 0 16,0 0-16,25 0 15,-25 0-15,25 0 0,-25 0 0,0 0 0,25 0 0,-25 0 0,25 0 0,-25 0 16,25 0-16,-25 0 0,24 0 0,-24 0 0,0 0 0</inkml:trace>
  <inkml:trace contextRef="#ctx0" brushRef="#br0" timeOffset="646485.9769">18802 16694 0,'0'-25'0,"0"25"0,0 0 0,0 0 16,0 0-16,0 0 0,0 0 0,0-25 0,0 25 0,0 0 0,0 0 31,0 0-31,0 0 0,0 0 0,0 0 0,0 0 0,0-25 0,0 25 0,0 0 0,25 0 16,-25 0-16,0 0 0,0 0 0,0 0 0,0 0 0,25 0 0,-25 0 15,0 0-15,0 0 0,24 0 0,-24 0 0,0 0 16,0 0-16,25 0 0,-25 0 0,0 0 0,0 0 15,25 0-15,-25 0 0,0 25 0,0-25 0,0 0 0,25 0 0,-25 0 16,0 25 0,0-25-16,0 0 0,0 0 0,0 0 0,0 25 0,0-25 0,0 0 0,0 0 0,-25 24 0,25-24 0,0 0 15,0 0-15,-25 25 0,25-25 0,0 0 0,0 0 16,-25 25-16,25-25 15,-24 0-15,24 25 0,0-25 0,-25 0 0,25 25 0,-25-25 0,25 0 0,0 24 0,-25-24 16,25 0-16,0 25 0,0-25 0,-25 0 0,25 0 0,0 25 16,0-25-16,0 0 0,-24 0 15,24 25-15,0-25 0,0 0 0,0 0 0,0 0 0,0 25 0,0-25 16,0 0-16,0 0 0,0 0 0,0 0 0,0 24 0,0-24 0,0 0 15,0 0 1,0 0-16,0 0 0,0 0 0,24 25 0,-24-25 0,0 0 0,0 0 0,25 0 0,-25 0 0,0 0 16,0 0-16,25 0 0,-25 0 15,25 0-15,-25 0 0,0 0 0,25 0 0,-25 0 16,0 0-16,24 0 0,-24 0 0,25 0 0,-25 0 0,0 0 0,25 0 15</inkml:trace>
  <inkml:trace contextRef="#ctx0" brushRef="#br0" timeOffset="646928.0022">19050 17041 0,'0'0'0,"0"0"0,0 0 0,0 0 0,0 0 16,0 0-16,0 0 0,0 0 0,25 0 0,-25 0 0,0 0 15,0-25-15,0 25 16,0 0-16,0 0 0,0 0 0,0 0 0,25 0 16,-25 0-16,0 0 0,0-25 0,0 25 0,0 0 0,0 0 0,24 0 0,-24 0 15,0-25-15,0 25 0,0 0 0,25 0 0,-25 0 0,0-24 0,0 24 16,0 0-1,25-25-15,-25 25 0,0 0 0,0-25 0,0 25 0,0-25 0,25 25 0,-25-25 0,0 25 0,0 0 16,0-24-16,0 24 0,0 0 16,25-25-16,-25 25 0,0 0 0,0 0 0,0 0 0,0-25 15,0 25-15,0 0 0,0 0 0,0 0 0,0 0 0,0 0 0,0 0 16,0 0-16,0 0 0,0 0 0,0 0 0,0 0 0,0 0 0,0 0 15,0 0 1,0 0-16,0 0 0,0 0 0,0 0 0,0 0 0,0 25 0,0-25 0,0 0 0,0 25 16,0-25-16,-25 0 0,25 24 0,0-24 0,0 25 0,0-25 0,0 25 15,-25-25 1,25 25-16,0 0 0,0-25 0,0 24 0,-25-24 0,25 25 0,0-25 0,0 25 0,-25-25 15,25 25-15,0-25 0,0 25 0,-24-25 0,24 24 16,0-24-16,-25 25 0,25-25 16,0 0-16,-25 25 0,25-25 0,0 0 0,0 0 0,-25 25 0,25-25 0</inkml:trace>
  <inkml:trace contextRef="#ctx0" brushRef="#br0" timeOffset="648163.0728">18182 16346 0,'0'0'0,"0"0"16,0 0-16,0 0 0,0 0 0,0 0 0,0 0 0,0 0 0,0 0 0,0 0 0,0 0 31,0 0-31,-25 0 0,25 0 0,0 0 0,0 0 0,0 0 0,0 0 0,0 0 0,0 0 0,0 25 15,0-25-15,0 0 0,0 0 0,0 0 0,0 0 0,0 0 0,0 25 16,0-25 0,0 0-16,0 0 0,0 0 0,0 0 0,0 25 0,0-25 0,-25 0 0,25 0 0,0 25 15,0-25-15,0 0 0,0 24 0,0-24 0,0 25 0,-25-25 0,25 0 31,0 25-31,0-25 0,0 25 0,0-25 0,0 0 0,0 25 0,0-25 0,-24 24 0,24-24 16,0 0-16,0 25 0,0-25 0,0 25 16,-25-25-16,25 25 0,0-25 0,0 0 0,0 25 0,0-25 15,-25 24-15,25-24 0,0 25 0,0-25 0,0 0 0,0 25 0,0-25 16,0 25-16,-25-25 0,25 0 0,0 25 0,0-25 0,0 24 0,-25-24 15,25 0 1,0 25-16,0-25 0,0 0 0,0 25 0,-24-25 0,24 0 0,0 25 0,0-25 0,0 25 16,0-25-16,0 0 0,0 24 0,0-24 0,0 0 0,0 25 0,0-25 15,0 0 1,0 25-16,0-25 0,0 0 0,0 0 0,0 25 0,0-25 0,0 0 0,0 0 15,0 25-15,-25-25 0,25 0 0,0 0 0,0 24 0,0-24 0,0 0 0,0 25 16,0-25-16,0 0 16,0 25-16,0-25 0,0 0 0,0 25 0,-25-25 0,25 0 0,0 25 0,0-25 31,0 24-31,0-24 0,0 0 0,0 25 0,0-25 0,0 25 0,0-25 0,0 0 15,0 25-15,0-25 0,0 25 0,-25-25 0,25 24 0,0-24 16,0 0-16,0 25 0,0-25 0,0 25 0,0-25 0,0 0 0,0 25 0,0-25 0,0 0 0,0 25 16,-25-25-1,25 24-15,0-24 0,0 0 0,0 25 0,0-25 0,0 0 0,0 25 0,0-25 16,0 25-16,0-25 0,0 0 0,0 25 0,-24-25 0,24 0 0,0 25 0,0-25 15,0 24 1,0-24-16,0 0 0,0 25 0,0-25 0,0 25 0,0-25 0,0 0 0,0 25 0,-25-25 0,25 0 16,0 25-16,0-25 0,0 24 0,0-24 0,0 0 0,0 25 0,0-25 15,0 0 1,-25 25-16,25-25 0,0 0 0,0 25 0,0-25 0,0 0 0,0 25 0,0-25 15,0 0-15,0 24 0,0-24 0,-25 0 0,25 25 0,0-25 0,0 0 0,0 25 16,0-25-16,0 0 16,0 25-16,0-25 0,-25 0 0,25 25 0,0-25 0,0 0 0,0 24 0,0-24 15,0 25-15,0-25 0,0 0 0,-24 25 0,24-25 0,0 0 16,0 25-16,0-25 15,0 25-15,0-25 0,0 0 0,0 24 0,0-24 0,0 0 0,0 25 16,0-25-16,0 0 0,0 25 0,0-25 0,0 0 0,0 0 16,0 25-1,0-25-15,-25 0 0,25 0 0,0 0 0,0 25 0,0-25 0,0 0 31,0 0-31,0 0 0,0 0 0,0 0 0,0 0 0,0 0 0,0 0 0,0-25 0</inkml:trace>
  <inkml:trace contextRef="#ctx0" brushRef="#br0" timeOffset="649602.1552">19670 16197 0,'0'0'16,"0"0"0,0 0-16,0 0 0,0 0 0,0 0 0,0 0 0,0 0 0,0 0 0,0 0 15,0 0-15,0 0 0,0 0 0,0 0 0,0 0 0,0 0 0,0 0 16,0 0-16,0 0 15,0 0-15,0 0 0,0 0 0,0 0 0,0 25 0,0-25 0,0 0 16,0 0-16,0 0 0,0 0 0,0 25 0,0-25 0,0 0 0,0 0 0,-25 25 31,25-25-31,0 0 0,0 25 0,0-25 0,0 0 0,0 24 0,0-24 0,0 25 0,0-25 16,0 25-16,0-25 0,0 25 0,0 0 15,0-25-15,0 25 0,-24-25 0,24 24 0,0 1 0,0-25 16,0 25-16,0 0 0,0-25 0,0 25 0,0-1 0,0-24 0,0 25 0,-25-25 0,25 25 16,0 0-1,0-25-15,0 25 0,0-25 0,0 24 0,0 1 0,0-25 0,0 25 0,0-25 16,0 25-16,0 0 0,0-25 0,-25 24 0,25-24 0,0 25 0,0-25 15,0 25 1,0 0-16,0-25 0,0 25 0,0-1 0,-25-24 0,25 25 0,0 0 0,0-25 0,0 25 16,-25 0-16,25-25 0,0 24 0,0 1 0,0-25 0,-25 25 0,25 0 0,0-25 31,0 25-31,0-25 0,0 24 0,0 1 0,-24-25 0,24 25 0,0-25 0,0 25 0,0-25 15,0 25-15,0-25 0,-25 24 0,25-24 0,0 25 0,0-25 0,0 25 0,0-25 16,0 25-16,0-25 16,0 0-16,0 25 0,0-25 0,-25 24 0,25-24 0,0 0 0,0 25 0,0-25 15,0 25-15,0-25 0,0 0 0,0 25 0,0-25 0,0 25 0,0-25 16,-25 25-16,25-25 15,0 24-15,0-24 0,0 0 0,0 25 0,0-25 0,0 25 0,0-25 0,0 0 0,-25 25 16,25-25-16,0 0 0,0 25 0,0-25 0,0 0 16,0 24-16,0-24 0,0 0 0,0 25 46,0-25-46,0 0 0,0 0 0,0 25 0,0-25 0,0 0 0,-24 0 0,24 0 0,0 25 0,0-25 0,0 0 0,0 0 0,0 0 0,0 25 0,0-25 0,0 0 0,0 0 0,0 24 16,0-24-16,0 0 0,0 0 0,0 0 0,0 25 16,0-25-16,0 0 0,0 0 0,0 0 0,0 25 0,0-25 0,-25 0 0,25 0 15,0 0-15,0 25 0,0-25 0,0 0 0,0 0 0,0 0 16,0 25-16,0-25 15,0 0-15,0 0 0,0 0 0,0 24 0,0-24 0,0 0 0,0 0 0,0 0 0,0 0 16,0 25-16,0-25 0,0 0 0,0 0 0,0 0 16,0 0-1,0 0-15,0 0 0,0 0 0,0 0 0,0 0 0,0 0 0,0 0 0,0 0 16,0 0-16,0 0 0,0 0 0,0 0 0,0 0 0,0 0 15,0 0 1,0 0-16,0 0 0,0 0 0,0 0 0,0 0 0,0 0 0,0 0 0,0 0 16,0 0-16,0 0 0</inkml:trace>
  <inkml:trace contextRef="#ctx0" brushRef="#br0" timeOffset="652836.3401">13171 17190 0,'0'-25'0,"0"25"15,0 0 1,0 0-16,0 0 0,0 0 0,0-25 0,0 25 0,0 0 0,0 0 0,0 0 15,0 0-15,0-25 0,0 25 0,0 0 0,25 0 0,-25 0 0,0 0 16,0 0-16,0-25 16,0 25-16,0 0 0,0 0 0,0 0 0,0 0 0,0 0 0,0 0 0,0-24 0,0 24 15,0 0-15,0 0 0,0 0 16,0 0-16,0 0 0,-25 0 0,25 0 15,0-25-15,0 25 0,0 0 0,0 0 0,0 0 0,0 0 0,0 0 0,0 0 0,0 0 0,0 0 16,0 0-16,0 0 16,0 0-16,0 0 0,-25 0 0,25 0 0,0 0 0,0 0 15,0 0-15,0 0 0,0 0 0,0 0 0,-24 0 0,24 0 0,0 0 0,0 0 16,0 0-1,0 0-15,0 0 0,0 0 0,0 0 0,-25 0 0,25 25 0,0-25 0,0 0 16,0 0-16,0 0 0,0 0 0,0 0 0,0 0 0,0 0 0,0 24 16,0-24-16,-25 0 0,25 0 0,0 0 0,0 0 0,0 0 0,0 0 0,0 25 31,0-25-31,0 0 0,0 0 0,0 0 0,0 0 0,0 25 15,0-25-15,0 0 0,-25 0 0,25 0 0,0 25 0,0-25 0,25 0 0,-25 0 0,0 25 0,0-25 16,0 0-16,0 0 16,0 24-16,0-24 0,0 0 0,0 0 0,0 25 0,0-25 15,0 0-15,0 0 0,0 25 0,0-25 0,0 0 0,0 0 0,25 0 0,-25 25 0,0-25 31,0 0-31,0 0 0,0 0 0,0 0 0,0 25 0,25-25 0,-25 0 0,0 0 0,0 0 0,0 0 0,0 0 16,24 0 0,-24 0-16,0 0 0,0 0 0,0 0 0,25 0 0,-25 0 0,0 0 0,0 0 0,0 0 15,25 0-15,-25 0 0,0 0 0,0 0 0,25 0 0,-25 0 0,0 0 16,0 0-16,25 0 15,-25 0-15,0 0 0,0-25 0,25 25 0,-25 0 0,0 0 0,0 0 0,24 0 16,-24 0-16,0 0 0,0-25 0,0 25 0,25 0 0,-25 0 0,0 0 16,0 0-1,0 0-15,0-25 0,25 25 0,-25 0 0,0 0 0,0 0 0,0 0 0,0-25 0,0 25 16,0 0-16,0 0 0,25-24 0,-25 24 0,0 0 0,0 0 0,0-25 15,0 25 1,0 0-16,0-25 0,0 25 0,0 0 0,-25 0 0,25-25 0,0 25 0,0 0 0,0-25 16,0 25-16,0 0 0,0-24 0,-25 24 0,25 0 0,0 0 15,0-25-15,0 25 0,0 0 16,-25 0-16,25 0 0,0-25 0,0 25 0,0 0 0,0 0 0,0 0 15,0 0-15,-24 0 0,24 0 0,0 0 0,0 0 0,0 0 0,0 0 16,0 0 0,0 0-16,0 0 0,0 0 0,0 0 0,0 0 0,0 0 0,0 0 0,0 0 0,0 0 0,0 0 31</inkml:trace>
  <inkml:trace contextRef="#ctx0" brushRef="#br0" timeOffset="653870.3992">14213 17388 0,'0'0'15,"0"0"1,0 0-16,0 0 0,0 0 0,0 0 0,0 0 0,0 0 0,0 0 0,0 0 16,0 0-16,0 0 0,0 0 0,0 0 0,0 0 0,0 0 0,0 0 0,0 0 31,0 0-31,0 0 0,0 0 0,0 0 0,0 0 0,0-25 0,25 25 0,-25 0 0,0 0 15,0 0-15,0 0 0,0-25 0,0 25 0,0 0 0,25 0 0,-25-24 32,0 24-32,0 0 0,0 0 0,0-25 0,0 25 0,24 0 0,-24-25 0,0 25 0,0 0 15,0 0-15,0-25 0,0 25 0,25 0 0,-25-25 0,0 25 0,0 0 16,0 0-16,0-24 15,0 24-15,0 0 0,0 0 0,0-25 0,0 25 0,0 0 0,0 0 0,0 0 16,25 0-16,-25 0 0,0 0 0,0 0 0,0 0 0,0 0 0,0 0 0,0 0 31,0 0-31,0 0 0,0 0 0,0 0 0,0 0 0,0 0 0,0 0 0,0 0 16,0 0-16,0 0 0,0 0 0,0 25 0,0-25 0,0 0 0,0 0 0,0 0 15,0 24-15,0-24 16,0 0-16,0 25 0,0-25 0,0 0 0,0 25 0,0-25 0,0 0 16,0 25-1,0-25-15,0 25 0,0-25 0,0 0 0,0 24 0,0-24 0,0 0 0,0 0 0,0 25 0,0-25 0,0 0 16,0 0-16,0 25 0,-25-25 0,25 0 15,0 0-15,0 0 0,0 25 0,0-25 0,0 0 0,0 0 16,0 0-16,0 0 0,0 0 0,0 25 0,0-25 0,0 0 0,0 0 47,0 0-47,0 0 0,0 0 0,0 0 0,0 0 0,0 0 0,0 0 0,0 0 0,0 0 0,0 0 0,0 0 0,0 0 0,0 0 0,25 0 0,-25 0 15,0 0-15,0-25 0</inkml:trace>
  <inkml:trace contextRef="#ctx0" brushRef="#br0" timeOffset="654408.4301">14585 17066 0,'0'0'0,"-25"0"0,25 0 16,0-25-16,0 25 0,0 0 0,0 0 0,0 0 15,0 0-15,0 0 0,0 0 0,0 0 16,0 0-16,0 0 0,0 0 0,0 0 0,0 0 16,0 0-16,0 0 0,0 0 0,0 0 0,0 0 0,0 0 0,0 0 15,0 0-15,0 0 16,0 25-16,0-25 0,0 0 0,0 0 0,0 0 0,0 24 0,0-24 0,0 0 15,0 0-15,0 0 0,0 25 0,0-25 0,0 0 0,0 0 0,0 25 0,0-25 16,0 0 0,0 0-16,0 25 0,0-25 0,0 0 0,0 0 0,0 25 0,0-25 0,0 0 0,0 0 0,0 0 15,25 0-15,-25 24 0,0-24 0,0 0 0,0 0 0,0 0 16,0 0-1,0 0-15,0 25 0,0-25 0,25 0 0,-25 0 0,0 0 0,0 0 0,0 0 0,25 0 16,-25 0-16,0 0 0,0 25 16,0-25-16,25 0 0,-25 0 0,0 0 0,0 0 0,24 25 15,-24-25-15,0 0 0,0 0 0,0 0 0,0 25 0,25-25 0,-25 0 16,0 0-16,0 0 0,0 0 0,0 24 0,0-24 0,0 0 0,25 0 15,-25 0-15,0 25 16,0-25-16,0 0 0,0 0 0,0 0 0,0 25 0,0-25 0,0 0 0,0 0 0,0 25 16,0-25-16,0 0 0,0 0 0,0 0 0,0 25 0,0-25 0,0 0 15,0 0 1,0 0-16,0 0 0,-25 0 0,25 24 0,0-24 0,0 0 0,0 0 0,0 0 0,0 0 0,0 0 15,0 0-15,-25 0 0,25 0 16,0 0-16,0 0 0,0 0 0,0 0 0,0 0 0,0 0 16,-24 0-16,24 0 0,0-24 0,0 24 0,0 0 0,0 0 0,0 0 0,-25-25 0,25 25 15,0 0 1,0 0-16,0-25 0,0 25 0,0 0 0,0-25 0,0 25 0,0-25 0</inkml:trace>
  <inkml:trace contextRef="#ctx0" brushRef="#br0" timeOffset="654604.4413">14709 17090 0,'0'0'16,"0"0"-16,0 0 0,0 0 0,25 0 0,-25-24 0,0 24 16,0 0-16,0 0 0,25 0 0,-25 0 0,0 0 0,25-25 15,-25 25-15,24 0 0,-24 0 0,25 0 0,-25 0 16,25 0-16,-25 0 0,25 0 0,-25 0 0,25 0 0,-25 0 15,24 0-15,-24 0 0,25 0 0,-25 0 16,25 0-16,-25 0 0,25 0 0,-25 0 0,25 0 0,-25 0 0,24 0 31</inkml:trace>
  <inkml:trace contextRef="#ctx0" brushRef="#br0" timeOffset="655609.4988">15577 17338 0,'0'0'0,"0"0"0,0 0 16,0 0-16,0 0 0,0 0 0,0 0 0,0 0 0,0 0 0,0 0 31,0 0-31,0 0 0,0 0 0,0 0 0,0 0 0,0 0 0,0 0 0,0 0 0,0 0 0,0 0 16,0 0-16,0 0 0,0 0 0,0-24 0,0 24 0,0 0 15,0 0-15,25 0 16,-25 0-16,0 0 0,0 0 0,0-25 0,0 25 0,25 0 0,-25 0 0,0 0 0,0-25 0,0 25 31,25 0-31,-25 0 0,0-25 0,0 25 0,0 0 0,0 0 0,25-25 0,-25 25 16,0 0-16,0-24 0,0 24 0,0 0 0,0 0 0,0-25 0,24 25 0,-24 0 15,0 0 1,0 0-16,0-25 0,0 25 0,0 0 0,0 0 0,0 0 0,0 0 0,0-25 15,0 25-15,0 0 0,0 0 0,0 0 0,0 0 0,0 0 0,0 0 0,0 0 16,0 0 0,0 0-16,0 0 0,0 0 0,0 0 0,0 0 0,0 25 0,0-25 15,0 0-15,0 0 0,0 0 0,0 0 0,0 25 0,0-25 0,0 0 16,0 25-16,0-25 0,0 24 0,-24-24 0,24 0 15,0 25-15,0-25 0,0 25 0,0-25 0,0 25 16,0-25-16,0 25 0,0-25 0,0 0 0,0 24 0,0-24 0,-25 0 0,25 25 0,0-25 31,0 0-31,0 25 0,0-25 0,0 0 0,0 0 0,0 25 0,0-25 0,0 0 0,0 0 16,0 0-16,0 25 0,0-25 0,0 0 0,0 0 0,0 0 0,0 0 0,0 0 15,0 0-15,0 0 16,0 0-16,0 0 0,0 0 0,0 0 0,0 0 0,25 0 0,-25 0 0</inkml:trace>
  <inkml:trace contextRef="#ctx0" brushRef="#br0" timeOffset="656073.5253">15999 17165 0,'25'0'0,"-25"-25"0,0 25 0,0 0 15,0 0-15,0-25 0,0 25 0,0 0 0,-25 0 0,25-25 16,0 25-16,0 0 0,0 0 0,0 0 0,0 0 0,0 0 16,0 0-16,0 0 0,0 0 0,0-24 15,0 24-15,0 0 16,0 0-16,0 0 0,-25 0 0,25 24 0,0-24 0,0 0 0,0 0 0,-25 0 0,25 0 0,0 25 15,0-25 1,0 0-16,-24 25 0,24-25 0,0 0 0,0 25 0,-25-25 0,25 25 0,0-25 16,0 24-16,-25-24 0,25 25 0,0 0 0,0-25 0,0 25 0,0 0 15,-25-25-15,25 24 16,0 1-16,0-25 0,0 25 0,0-25 0,0 25 0,0-25 0,0 25 0,0-25 15,0 24-15,0-24 0,25 25 0,-25-25 0,0 0 0,0 0 0,0 25 0,0-25 16,25 0 0,-25 0-16,0 0 0,0 0 0,0 0 0,25 0 0,-25 0 0,0 0 0,0 0 31,24 0-31,-24 0 0,0-25 0,25 25 0,-25 0 0,0 0 0,0-25 0,25 25 0,-25-24 0,0 24 0,0 0 0,0-25 0,0 25 0,0-25 0,0 25 31,0 0-31,0-25 0,0 25 0,0 0 0,0-25 0,0 25 0,0-24 0,0 24 0,-25 0 16,25 0-16,0-25 0,0 25 0,-25 0 0,25 0 0,0 0 0,0 0 31,-24 0-31,24 0 0,0 0 0,0 0 0,-25 0 0,25 0 0,0 0 0,0 0 0,-25 0 0,25 0 0,0 0 0,0 25 15,-25-25-15,25 0 16,0 0-16,0 0 0,0 0 0,0 0 0,0 24 0,0-24 16,0 0-16</inkml:trace>
  <inkml:trace contextRef="#ctx0" brushRef="#br0" timeOffset="656928.5739">16818 17214 0,'0'0'15,"0"0"1,0 0-16,0 0 0,0 0 0,24 0 0,-24 0 0,0-24 0,0 24 0,0 0 15,0 0-15,0 0 0,0 0 0,0 0 0,0 0 0,0 0 0,0-25 0,25 25 16,-25 0 0,0 0-16,0 0 0,25 0 0,-25 0 0,0 0 0,0 0 0,0 0 0,25 0 0,-25 0 31,0 0-31,0 0 0,0 0 0,0 0 0,25 0 0,-25 0 0,0 0 0,0 0 0,0 0 0,0 0 0,0 0 0,0 25 15,0-25-15,0 0 16,0 0-16,0 0 0,0 24 0,0-24 0,-25 0 0,25 0 0,0 25 0,0-25 0,0 0 0,-25 25 16,25-25-1,0 0-15,0 0 0,0 25 0,-25-25 0,25 0 0,0 0 0,0 25 0,0-25 0,-25 0 16,25 0-16,0 0 0,0 24 0,0-24 0,0 0 0,-24 0 15,24 0-15,0 0 16,0 25-16,0-25 0,0 0 0,0 0 0,0 0 0,0 0 0,0 0 0,0 25 16,0-25-16,0 0 0,0 0 0,0 0 0,0 0 0,0 0 0,0 0 15,24 25 1,-24-25-16,0 0 0,0 0 0,0 0 0,25 0 0,-25 25 0,0-25 0,0 0 0,25 0 15,-25 24-15,0-24 0,0 0 0,25 0 0,-25 0 0,0 25 0,0-25 16,0 0-16,25 0 16,-25 0-16,0 25 0,0-25 0,0 0 0,0 0 0,0 0 0,0 0 0,0 25 15,0-25-15,0 0 0,0 0 0,0 0 0,0 0 0,0 0 0,0 25 0,0-25 16,-25 0-1,25 0-15,0 0 0,0 0 0,0 0 0,0 25 0,-25-25 0,25 0 0,0 0 0,0 0 0,0 0 16,-25 24-16,25-24 0,0 0 0,0 0 0,0 0 0,-25 0 16,25 0-1,0 0-15,0 0 0,0 0 0,-24 0 0,24 0 0,0 0 0,0 0 0,0 0 0,0 0 0,0 0 16,0 0-1,0 0-15,0 0 0,0 0 0,0-24 0,0 24 0,24 0 0,-24 0 0,0 0 16,0-25-16,0 25 16,0 0-16,25 0 0</inkml:trace>
  <inkml:trace contextRef="#ctx0" brushRef="#br0" timeOffset="657373.5996">17165 17264 0,'0'0'0,"0"0"15,0 0-15,0-25 0,0 25 0,0 0 0,0 0 0,0 0 16,0 0-16,0 0 0,0 0 0,0 0 0,0 0 15,0 0-15,0 0 0,0 0 0,0 0 0,0 0 0,0 0 16,0 0-16,-25 0 0,25 0 0,0 0 0,0 0 16,0 25-16,0-25 0,-25 0 0,25 0 0,0 25 0,0-25 15,0 0-15,0 25 0,0-25 0,-25 0 0,25 24 0,0-24 16,0 0-16,0 25 0,0-25 0,0 25 0,0-25 15,0 25-15,0-25 0,0 25 0,0-25 0,-24 24 0,24-24 16,0 25-16,0-25 0,0 25 16,0-25-16,0 25 0,0-25 0,24 0 0,-24 25 0,0-25 0,0 0 0,0 0 15,0 25 1,0-25-16,0 0 0,25 0 0,-25 24 0,0-24 0,0 0 0,0 0 0,0 0 0,25 0 0,-25 0 15,0 0-15,0 0 0,25 0 0,-25 0 16,0 0-16,0 0 0,25 0 0,-25-24 0,0 24 0,0 0 0,24 0 0,-24 0 0,0-25 16,25 25-1,-25 0-15,0 0 0,25-25 0,-25 25 0,0-25 0,25 25 0,-25 0 0,0-25 0,0 25 16,0-25-16,25 1 0,-25 24 0,0-25 0,0 25 0,0-25 0,0 25 15,0-25 1,0 25-16,0-25 0,0 25 0,0-24 0,0 24 0,0 0 0,0 0 0,0-25 0,-25 25 0,25 0 16,0 0-16,0 0 0,0 0 0,0-25 0,0 25 15,-25 0-15,25 0 16,0 0-16,0 0 0,0 0 0,0 0 0,-25 0 0,25 0 0,0 0 0,0 0 0,0 0 15,0 0-15,0 0 0,-25 0 0</inkml:trace>
  <inkml:trace contextRef="#ctx0" brushRef="#br0" timeOffset="658362.6562">18231 17611 0,'0'-24'0,"0"24"16,0 0-16,0 0 0,0 0 0,0 0 0,0 0 0,0 0 0,0 0 0,0 0 15,0 0-15,0 0 0,0 0 0,0-25 0,0 25 0,0 0 16,0 0-16,25 0 0,-25 0 0,0 0 15,0-25-15,25 25 0,-25 0 0,0 0 0,0 0 0,25 0 0,-25-25 0,0 25 32,25 0-1,-25 0-31,0 0 0,0-25 0,0 25 0,24 0 0,-24 0 0,0-25 0,0 25 0,0 0 0,0 0 0,25-24 0,-25 24 0,0 0 0,0-25 0,0 25 0,0 0 0,0 0 0,0-25 15,0 25-15,0 0 0,0-25 0,0 25 0,0 0 0,0 0 0,0-25 0,0 25 16,0 0-16,0 0 0,0 0 0,0 0 0,0 0 0,0 0 16,0 0-16,0 0 0,0 0 15,0 0-15,0 0 0,0 0 0,0 0 0,0 0 0,0 0 0,0 0 16,0 0-16,0 0 0,0 0 0,0 25 0,0-25 0,0 0 0,0 25 0,0-25 31,0 0-31,0 25 0,-25-25 0,25 0 0,0 25 0,0-25 0,0 24 0,0-24 0,0 0 0,0 25 0,0-25 16,0 25-1,0-25-15,0 0 0,0 25 0,-24-25 0,24 0 0,0 25 0,0-25 16,0 0-16,0 25 0,0-25 0,0 0 0,0 0 0,0 24 0,0-24 0,-25 0 31,25 0-31,0 0 0,0 25 0,0-25 0,0 0 0,0 0 0,0 0 0,0 0 0,0 0 0,0 0 0,25 0 16,-25 0-16,0 0 0,0 0 0,0 0 0,0 0 0,24 0 0,-24 0 15,0 0 1</inkml:trace>
  <inkml:trace contextRef="#ctx0" brushRef="#br0" timeOffset="658931.6888">18604 17388 0,'0'0'0,"0"0"0,0 0 0,0-25 0,0 25 0,0 0 16,0 0-16,0 0 0,0 0 0,0 0 0,-25 0 0,25 0 16,0 0-16,0 0 0,0-25 0,0 25 0,-25 0 15,25 0-15,0 0 0,0 0 0,0 25 0,-25-25 16,25 0-16,0 0 0,0 0 0,-25 25 15,25-25-15,0 0 0,0 25 0,-25-25 0,25 0 0,0 25 0,0-25 0,0 0 16,0 24 0,0-24-16,0 25 0,0-25 0,0 0 0,0 25 0,0-25 0,0 0 0,0 0 0,0 25 15,0-25-15,0 0 0,0 0 0,0 0 0,0 0 0,0 25 0,0-25 16,25 0-1,-25 0-15,0 0 0,0 0 0,0 0 0,0 0 0,0 0 0,0 0 0,25 0 0,-25 0 0,0 0 16,0 0-16,0 0 0,0 0 0,0 0 0,25 0 0,-25 0 0,0 0 16,0 0-1,0-25-15,25 25 0,-25 0 0,0 0 0,0-25 0,0 25 0,0 0 0,25 0 16,-25-25-16,0 25 0,0 0 15,0-25-15,0 25 0,0 0 0,0 0 0,0 0 0,0-24 0,0 24 0,0 0 16,0 0-16,0 0 0,0 0 0,0 0 0,0 0 0,0 0 0,0 0 0,0 0 31,24 0-31,-24 0 0,0 0 0,0 0 0,0 0 0,0 0 0,0 24 0,0-24 0,0 0 0,0 0 0,0 25 16,25-25-16,-25 0 0,0 0 0,0 25 0,0-25 0,0 0 15,0 25-15,0-25 16,0 0-16,0 25 0,0-25 0,0 0 0,0 25 0,0-25 0,0 24 0,0-24 0,0 0 0,0 0 16,0 25-16,0-25 15,0 0-15,0 0 0,-25 25 0,25-25 0,0 0 0,0 0 0,0 25 16,0-25-16,0 0 0,0 0 0,0 0 0,0 0 0,0 0 0,-24 0 0,24 0 15,0 0-15,0 25 0,-25-25 16,25 0-16,0 0 0,0 0 0,-25 0 0,25 0 0,0 0 0,-25 0 0,25 0 16,0 0-16,0 0 0,0 0 0,-25 0 0,25 0 0,0 0 15,0 0-15,0 0 16,0-25-16,0 25 0,0 0 0,0 0 0,0 0 0,0 0 0,0 0 0</inkml:trace>
  <inkml:trace contextRef="#ctx0" brushRef="#br0" timeOffset="659518.7222">19050 17363 0,'0'-25'0,"0"25"0,0 0 0,0 0 0,0 0 16,-25-24-1,25 24-15,0 0 0,0 0 0,0 0 0,0 0 0,0 0 0,-25 0 0,25 0 0,0 0 0,0 0 0,0 0 0,0 0 0,0 0 0,0 0 0,0 0 0,0 0 0,0 0 0,0 0 0,0 0 0,-24 0 0,24 0 0,0 0 0,0 0 0,0 0 0,0 24 16,0-24-16,0 0 0,0 0 0,0 0 0,0 0 0,0 25 16,0-25-16,0 0 0,0 0 0,0 25 0,0-25 0,0 0 0,0 25 0,0-25 15,0 0-15,0 0 0,0 25 0,0-25 0,0 0 0,24 24 0,-24-24 16,0 0-1,0 25-15,0-25 0,0 0 0,0 25 0,25-25 0,-25 0 0,0 25 0,0-25 0,0 0 0,0 25 16,0-25-16,0 0 0,0 25 0,0-25 0,0 0 16,0 0-16,0 24 0,0-24 15,0 0-15,0 0 0,25 0 0,-25 25 0,0-25 0,0 0 0,0 0 16,0 0-16,-25 0 0,25 25 15,0-25-15,0 0 0,0 0 0,0 0 0,0 0 0,0 0 0,-25 0 0,25 0 0,0 25 0,0-25 0,-24 0 32,24 0-32,0 0 0,0 0 0,-25 0 0,25 0 0,0 0 0,-25 0 0,25 0 0,0 0 0,-25 0 0,25 0 15,0 0-15,0-25 0,0 25 0,0 0 0,0 0 0,0 0 0,0-25 16,0 25-1,0 0-15,0 0 0,0-25 0,0 25 0,0 0 0,0 0 0,25 0 0,-25-24 16,0 24-16,0 0 0,25-25 0,-25 25 0,25 0 0,-25-25 0,0 25 0,24-25 16,-24 25-16,25 0 15,-25-25-15,25 25 0,-25 0 0,25 0 0,-25-25 0,0 25 0,25 0 0,-25-24 0,24 24 16,-24 0-1,0 0-15,25-25 0,-25 25 0,0 0 0,25 0 0,-25-25 0,0 25 0,0 0 0,0 0 0,0-25 16,0 25-16,0 0 0,0 0 0,0 0 0,0-25 0,0 25 16,0 0-16,-25 0 15,25 0-15,0 0 0</inkml:trace>
  <inkml:trace contextRef="#ctx0" brushRef="#br0" timeOffset="661376.8286">13196 17711 0,'0'0'16,"0"0"-16,0-25 15,0 25-15,0 0 0,-25 0 0,25 0 0,0 0 0,0 0 0,0 0 0,0 0 16,0 0-16,0 0 0,0-25 15,0 25-15,0 0 0,0 0 0,0 0 0,0 0 0,0 0 0,0 0 0,0 0 16,0 0-16,0 0 0,0 0 0,0 0 0,0 0 0,0 0 0,0 0 31,0 0-31,0 25 0,0-25 0,0 0 0,0 0 0,-25 0 0,25 0 0,0 0 0,0 0 0,0 0 0,-24 25 16,24-25-16,0 0 0,0 0 0,-25 0 0,25 24 0,0-24 0,0 0 15,-25 0-15,25 25 0,0-25 16,0 0-16,0 25 0,-25-25 0,25 25 0,0-25 0,0 25 0,0-25 0,0 24 0,0-24 16,0 25-1,0-25-15,0 0 0,0 25 0,0-25 0,25 25 0,-25-25 0,0 0 16,0 25-16,0-25 0,0 0 0,25 24 0,-25-24 0,0 0 0,0 0 0,25 25 0,-25-25 15,0 0-15,24 0 0,-24 0 0,0 0 0,0 0 0,25 0 16,-25 0-16,0 0 16,25 0-16,-25 0 0,0 0 0,25 0 0,-25 0 0,25 0 0,-25 0 15,0-25-15,25 25 0,-25 0 0,0 0 0,24-24 16,-24 24-16,0-25 0,25 25 0,-25-25 0,0 25 0,0-25 0,0 25 0,0-25 15,0 25 1,0-24-16,0 24 0,0-25 0,0 25 0,0-25 0,0 25 0,0-25 0,0 25 0,0-25 0,0 25 16,0-24-16,0 24 0,0-25 0,0 25 0,-25 0 0,25-25 0,0 25 15,0 0 1,0 0-16,0 0 0,0-25 0,0 25 0,0 0 0,0 0 0,0 0 0,0 0 0,0 0 0,0 0 0,0 0 15,-24 0 1,24 0-16,0 0 0,0 0 0,0 25 0,0-25 0,0 0 0,0 0 0,0 0 16,0 0-16,0 0 0</inkml:trace>
  <inkml:trace contextRef="#ctx0" brushRef="#br0" timeOffset="662250.8786">14387 17934 0,'0'0'0,"0"0"15,0 0-15,0 0 16,0 0-16,-25-25 0,25 25 0,0 0 0,0 0 0,0 0 0,0 0 15,0 0-15,0 0 0,0 0 0,0 0 0,0 0 0,-25 0 0,25-25 0,0 25 16,0 0-16,0 0 16,0 0-16,0 0 0,0 0 0,0 0 0,0 0 0,0 0 0,0 0 0,0 0 0,0-25 31,0 25-31,0 0 0,25 0 0,-25 0 0,0 0 0,0 0 0,0 0 0,0 0 0,0-24 0,0 24 0,0 0 0,0 0 15,25 0-15,-25 0 0,0 0 0,0-25 0,0 25 0,0 0 16,25 0-16,-25 0 16,0 0-16,0 0 0,24 0 0,-24 0 0,0 0 0,0 0 0,25 0 0,-25 0 15,0 0-15,0 0 0,0 0 0,0 0 0,0 25 0,25-25 0,-25 0 16,0 0-1,0 0-15,0 24 0,0-24 0,0 0 0,0 0 0,0 25 0,0-25 0,0 0 0,0 0 0,0 25 0,0-25 16,0 0-16,0 25 16,0-25-16,0 0 0,-25 25 0,25-25 0,0 0 0,0 24 0,0-24 0,0 0 0,-25 25 15,25-25-15,0 0 0,0 25 0,-24-25 0,24 25 0,0-25 0,0 0 16,-25 25-16,25-25 15,0 0-15,0 0 0,0 24 0,-25-24 0,25 0 0,0 0 0,0 0 0,0 0 16,0 0-16,0 0 0,0 0 0,0 25 0,0-25 16,0 0-16,0 0 0,0 0 0,25 0 0,-25 0 0,0 0 15,0 0-15,0 0 0,0 0 0,0 0 0,25 0 0,-25 0 0,0 0 0,0 0 31,24 0-31,-24 0 0,0 0 0,25 0 0,-25 0 0,25 0 0,-25-25 0,25 25 0,-25 0 16,0 0-16,25 0 0,-25 0 0,24 0 0,-24 0 0,25 0 0,-25 0 16,0 0-16,25 0 0,-25 0 0,25 0 15,-25 0-15,0 0 0,25 0 0,-25-24 0,24 24 0</inkml:trace>
  <inkml:trace contextRef="#ctx0" brushRef="#br0" timeOffset="662714.9052">15379 17983 0,'0'0'0,"0"0"0,0 0 16,0 0 0,0 0-16,0 0 0,0 0 0,0-24 0,0 24 0,0 0 0,0 0 0,0 0 15,0 0-15,0 0 0,0 0 0,25 0 0,-25 0 0,0 0 0,0 0 16,25 0-16,-25 0 0,24 0 0,-24 0 15,25 0-15,-25 0 0,25 0 0,0 0 0,-25 0 16,25 0-16,-1 0 0,1 0 0,-25 0 0,25 0 0,0 0 0,-25 0 0,25 0 0,-25 0 16,24 0-16,-24 0 0,0 0 0,25 0 0,-25 0 0,0 0 15</inkml:trace>
  <inkml:trace contextRef="#ctx0" brushRef="#br0" timeOffset="663437.9465">15925 17909 0,'0'0'15,"0"0"-15,0 0 0,0-25 0,0 25 0,0 0 0,0 0 0,0 0 16,0-25-16,0 25 0,0 0 0,0 0 0,0-24 15,0 24-15,0 0 0,0 0 0,0-25 16,0 25-16,0 0 0,0 0 0,0 0 0,-25-25 0,25 25 0,0 0 0,0 0 16,0 0-1,0 0-15,0 0 0,0-25 0,0 25 0,-25 0 0,25 0 0,0 0 0,0 0 16,-25 0-16,25 0 0,0 25 0,0-25 0,-25 0 0,25 0 0,0 0 0,-24 0 15,24 0-15,0 0 16,-25 25-16,25-25 0,0 0 0,0 25 0,0-25 0,0 0 0,-25 24 0,25-24 0,0 0 16,0 25-1,0-25-15,0 25 0,0-25 0,0 0 0,0 25 0,25-25 0,-25 0 0,0 25 0,0-25 16,0 0-16,0 0 0,25 24 0,-25-24 0,0 0 0,0 0 0,0 0 0,24 25 15,-24-25 1,0 0-16,0 0 0,25 0 0,-25 0 0,0 0 0,0 0 0,25 0 16,-25 0-16,0 0 0,0 0 0,0 0 0,25 0 0,-25 0 0,0 0 0,0 0 0,25 0 15,-25-25 1,0 25-16,0 0 0,24 0 0,-24 0 0,0-24 0,0 24 0,0 0 0,25-25 0,-25 25 0,0 0 15,0 0-15,0-25 0,0 25 0,0 0 0,0 0 0,0-25 0,0 25 16,0 0-16,0 0 0,0 0 0,0 0 16,0 0-16,0 0 0,0 0 0,0 0 0,0 0 0,0 0 31,0 0-31,0 0 0,0 0 0,0 0 0,0 0 0,0 0 0,0 0 0,0 0 0,0 0 0,0 0 0,0 25 0,0-25 15,0 0-15,0 0 0,0 25 0,0-25 0,25 0 0,-25 25 0,0-25 16,0 0 0,0 24-16,0-24 0,0 0 0,0 25 0,0-25 0,0 0 0,0 25 0,0-25 0,0 25 0,0-25 15,0 0-15,0 25 0,0-25 0,0 0 0,0 0 0,-25 24 16,25-24-16,0 0 15,0 25-15,0-25 0,0 0 0,0 0 0,0 0 0,-25 25 0,25-25 0,0 0 0,0 0 16,-24 0 0,24 0-16,0 0 0,0 0 0,-25 25 0,25-25 0,0 0 0,0 0 0,-25 0 0,25 0 0,0 0 15,-25 0-15,25 0 0,0 0 0,-25 0 0,25 0 0,0 0 0,0 0 0,0 0 31,-24-25-31,24 25 0,0 0 0,0 0 0,0 0 0,0 0 0,0 0 0,0 0 16,0 0-16,-25 0 0,25 0 0,0 0 0,0 0 0,0 0 0,0 0 0,0 0 0,0 0 16,0-25-16,0 25 15,0 0-15,0 0 0,0 0 0,25 0 0,-25 0 0,0 25 0,0-25 16,0 0-16,0 0 0,0 0 0</inkml:trace>
  <inkml:trace contextRef="#ctx0" brushRef="#br0" timeOffset="665290.0525">16669 18033 0,'0'0'0,"0"0"16,-25 0-16,25-25 0,0 25 0,0 0 0,0 0 0,0 0 0,0 0 0,0 0 0,0 0 15,0 0-15,0 0 0,0 0 0,0 0 0,0 0 16,0 0-16,0 0 0,0 0 0,0 0 16,0 0-16,25 0 0,-25 0 0,0 0 0,0 0 0,0 0 0,0 0 15,25 0-15,-25 0 0,0 0 0,24 0 0,-24 0 0,0 0 0,0 0 16,25 0-16,-25 25 15,25-25-15,-25 0 0,0 0 0,25 0 0,-25 0 0,25 0 0,-25 0 0,24 0 0,-24 0 16,25 0-16,-25 0 0,25 0 0,-25 0 16,0 0-16,25 0 0,-25 0 0,25 0 0</inkml:trace>
  <inkml:trace contextRef="#ctx0" brushRef="#br0" timeOffset="665707.0763">16966 18182 0,'0'0'0,"0"0"0,0 0 0,0 0 78,0 0-78,0 0 0,0 0 0,0 0 0,0 0 0,0 0 0,0 0 0,0 0 15,0 0-15,0 0 0,0-25 0,25 25 0,-25 0 0,0 0 0,0 0 0,0 0 0,0 0 0,25-25 0,-25 25 0,0 0 0,0 0 0,0 0 0,25-25 0,-25 25 0,0 0 0,0-24 0,0 24 0,0 0 0,25-25 0,-25 25 0,0-25 0,0 25 16,0 0-16,0-25 0,0 25 0,0-25 0,24 25 0,-24 0 16,0-24-16,0 24 0,0-25 0,0 25 0,0 0 0,0-25 0,0 25 15,0 0-15,0 0 0,0 0 0,0-25 0,0 25 0,0 0 0,0 0 0,0 0 16,0 0-16,0 0 15,0 0-15,0 0 0,0 0 0,0 0 0,0 0 0,0 25 0,0-25 0,0 0 0,0 0 16,0 0 0,0 25-16,0-25 0,0 0 0,25 25 0,-25-25 0,0 24 0,0-24 15,0 0-15,0 25 0,0-25 0,0 25 0,0-25 0,0 0 0,0 25 0,0-25 0,0 25 0,0-25 31,0 0-31,0 24 0,0-24 0,0 0 0,0 25 0,0-25 0,0 0 0,0 0 16,-25 25-16,25-25 0,0 0 0,0 25 0,0-25 0,0 0 0,0 0 0,0 25 16,0-25-16,0 0 15,0 0-15,0 24 0,0-24 0,0 0 0,0 0 0,-24 0 0,24 25 16,0-25-16,0 0 0,0 0 0,0 0 0,24 0 0,-24 0 0</inkml:trace>
  <inkml:trace contextRef="#ctx0" brushRef="#br0" timeOffset="666342.1126">17264 17884 0,'0'0'0,"0"0"0,0 0 0,0 0 0,0 0 0,0 0 0,0 0 31,0 0-31,0 0 0,0 0 0,0 0 0,0 0 0,0 0 0,0 0 0,0-25 15,0 25-15,25 0 0,-25 0 0,0 0 0,0 0 0,0 0 0,25 0 0,-25 0 0,0 0 16,0 0-16,24 0 0,-24 0 0,0 0 0,0 0 0,0 0 0,0 0 0,0 0 16,25 0-1,-25 0-15,0 0 0,0 0 0,0 0 0,0 0 0,0 0 0,0 0 0,0 0 0,0 0 0,25 0 31,-25 0-31,0 0 0,0 0 0,0 25 0,0-25 0,0 0 0,0 0 0,0 0 0,0 0 0,0 25 16,0-25-16,0 0 0,0 0 0,0 25 0,0-25 0,-25 0 0,25 25 0,0-25 0,0 0 31,0 0-31,-25 24 0,25-24 0,0 0 0,0 25 0,-24-25 0,24 0 0,0 0 16,0 25-16,0-25 0,-25 0 0,25 0 0,0 0 0,0 25 0,0-25 0,0 0 15,0 0 1,0 0-16,0 0 0,0 0 0,0 0 0,0 0 0,0 0 0,0 0 0,0 0 0,0 0 0,0 0 16,0 0-16,0 0 0,25 0 0,-25 0 0,0 25 0,0-25 0,0 0 15,0 0 1,24 0-16,-24 0 0,0 0 0,0 0 0,0 0 0,0 0 0,0 0 0,0 0 0,0 24 0,25-24 15,-25 0-15,0 0 0,0 0 16,0 0-16,0 25 0,0-25 0,0 0 0,0 0 0,0 0 16,0 25-16,0-25 0,0 0 0,0 0 0,0 25 0,0-25 0,0 0 0,0 0 15,0 25-15,0-25 0,0 0 0,0 0 0,0 0 0,0 24 0,0-24 16,0 0-16,0 0 15,0 0-15,-25 0 0,25 25 0,0-25 0,0 0 0,0 0 0,0 0 0,-24 0 16,24 0-16,0 0 16,0 0-16,0 0 0,0 0 0,-25 0 0,25 0 0,0 0 0,0 0 0,0 0 0,0 0 15,0-25-15,0 25 16,0 0-16,0 0 0,0 0 0</inkml:trace>
  <inkml:trace contextRef="#ctx0" brushRef="#br0" timeOffset="667479.1769">17983 18107 0,'0'0'0,"0"0"15,0 0-15,0 0 0,-24-24 0,24 24 0,0 0 0,0 0 0,0 0 16,0 0 0,0 0-16,0 0 0,0 0 0,0 0 0,0 0 0,0 0 0,0 0 0,0 0 0,0 0 15,0 0-15,0 0 0,24 0 0,-24 0 0,0 0 16,25 0-16,-25 0 0,25 0 0,-25 0 15,25 0-15,-25 24 0,0-24 0,25 0 0,-25 0 0,24 0 0,-24 0 0,25 0 16,-25 25-16,25-25 0,-25 0 0,25 0 0,-25 0 16,25 0-16,-25 0 0,24 0 0,-24 0 0,25 0 15,-25 0-15,25 0 0,-25 0 0</inkml:trace>
  <inkml:trace contextRef="#ctx0" brushRef="#br0" timeOffset="667896.2015">18479 18008 0,'0'0'0,"0"0"0,0 0 0,0 0 0,0 0 16,0 0-16,0 0 0,0 0 0,0 0 0,0 0 0,0 0 15,0 0-15,0 0 0,0 0 0,0 0 16,25 0-16,-25 0 0,0 0 0,25 0 15,-25 0-15,0 0 0,25 0 0,-25 0 0,0 0 0,25 0 0,-25 0 0,0 0 0,25 0 16,-25 0-16,0 0 16,0 0-16,24 0 0,-24 0 0,0 0 0,0 0 0,0 0 0,0 25 0,0-25 0,0 0 15,0 0-15,0 0 0,0 0 0,0 0 0,0 0 0,0 0 0,0 0 16,0 0-1,0 0-15,0 0 0,0 0 0,0 25 0,0-25 0,0 0 0,0 0 0,-24 25 0,24-25 0,0 0 16,0 0-16,0 24 0,0-24 0,0 0 0,0 25 0,0-25 16,-25 0-16,25 25 15,0-25-15,0 0 0,0 25 0,0-25 0,0 0 0,0 25 16,0-25-16,0 24 0,0-24 0,0 0 0,0 25 0,0-25 0,0 0 15,0 0-15,0 25 0,0-25 0,0 0 0,0 25 0,0-25 16,0 0-16,-25 0 0,25 25 16,0-25-16,0 0 0,0 0 0,0 0 0,0 0 15,0 0-15,0 0 0,0 0 0,0 0 0,-25 0 0,25 0 0,0 0 16,0 0-16,0 0 15,0 0-15,-25 0 0</inkml:trace>
  <inkml:trace contextRef="#ctx0" brushRef="#br0" timeOffset="668087.2124">18479 18231 0,'0'0'0,"0"0"0,0 0 0,0 0 0,0 0 0,0 0 15,0 0-15,0 0 0,25 0 0,-25-24 0,0 24 0,0 0 16,0 0-16,0 0 0,0 0 0,25 24 0,-25-24 15,0 0-15,25 0 0,-25 0 0,0 0 0,25 0 0,-25 0 16,0 0-16,25 0 0,-25 0 62,24 0-62,-24 0 0,0 0 0,25 0 0,-25 0 0,0 0 0,25 0 32,-25 0-32,0 0 0,0 0 0,25 0 0,-25 0 0,0-24 0</inkml:trace>
  <inkml:trace contextRef="#ctx0" brushRef="#br0" timeOffset="668526.2374">18852 18033 0,'0'0'0,"0"0"0,0 0 0,0 0 0,0 0 0,0 0 0,0 0 0,-25 0 0,25 0 0,0 0 0,0 0 0,0 0 0,0 0 15,0 0-15,0 0 0,0 0 0,0 0 0,0 0 16,0 0-16,0 0 0,0 0 0,0 25 0,0-25 0,0 0 15,0 0-15,0 0 0,0 25 0,-25-25 0,25 0 0,0 0 16,0 24-16,0-24 0,0 0 0,0 25 0,0-25 0,0 0 16,0 25-16,0-25 0,0 0 0,0 0 0,0 25 15,0-25-15,0 0 0,0 0 0,0 25 0,0-25 16,0 0-16,0 0 0,0 0 0,0 24 0,0-24 0,0 0 0,0 0 15,0 0-15,25 25 16,-25-25-16,0 0 0,0 0 0,0 0 0,0 25 0,0-25 0,0 0 16,25 0-16,-25 0 0,0 25 0,0-25 0,0 0 0,0 0 31,0 0-31,24 0 0,-24 0 0,0 25 0,0-25 0,0 0 0,0 0 0,0 0 0,0 0 15,0 0-15,25 0 0,-25 24 0,0-24 0,0 0 0,0 0 16,0 0-16,0 0 16,0 0-16,0 25 0,0-25 0,-25 0 0,25 0 0,0 0 0,0 0 15,0 0-15,0 0 0,0 0 0,0 0 0,0 0 0,0 0 16,0 25-16,0-25 15,-24 0-15,24 0 0,0 0 0,0 0 0,0 0 0,0 0 0,0 0 32,0 0-32,0 0 0,-25 0 0,25 0 0,0 0 0,0 0 0,0 0 0,0-25 15,0 25-15,-25 0 16,25 0-16,0 0 0,0-25 0,0 25 0,0 0 0,0 0 0</inkml:trace>
  <inkml:trace contextRef="#ctx0" brushRef="#br0" timeOffset="668709.248">18901 18033 0,'0'0'0,"0"0"0,0 0 0,0 0 16,0 0-16,0 0 0,0 0 0,0 0 0,0 0 0,0 0 15,0 0-15,25 0 0,-25 0 0,0 0 0,0 0 0,25 0 16,-25 0-16,0 0 0,25 0 0,-25 0 0,0 0 0,24 0 15,-24 0-15,25 0 0,-25 0 0,25 0 16,-25 0-16,0 0 0,25 0 0,-25 0 16,25 0-16,-25 0 0,24 0 0</inkml:trace>
  <inkml:trace contextRef="#ctx0" brushRef="#br0" timeOffset="737547.1845">12254 7913 0,'0'0'0,"0"0"0,0 0 0,0 0 31,0 0-31,0 0 0,0 0 0,0 0 0,24 0 0,-24 0 0,0 0 16,0 0-16,0 0 0,0 0 0,0 0 0,0 0 0,0 0 0,0-25 0,0 25 16,0 0-16,0 0 0,0 0 0,0 0 0,0 0 0,0 0 15,0 0-15,0 0 0,0 0 16,0 0-16,0 0 0,0 0 0,0 0 0,0 0 0,0 25 0,0-25 15,0 0 1,0 0-16,0 0 0,0 0 0,0 0 0,0-25 0,0 25 16,0 0-16,0 0 0,0 0 0,0 0 0,-24 0 0,24 0 0,0 0 0,0 0 0,0 0 0,0 0 15,0 0-15,24 0 16,-24 0-16,0 0 0,0 0 0,0 0 0,0 0 0,0 0 15,0 0-15,0 0 0,0 0 0,0 0 0,0 0 0,0 0 0,0 0 0,0 0 16,0 0-16,0 0 0,0 0 0,0 0 0,0 0 16,0 0-16,0 0 0,0 0 0,0 0 15,0 0-15,0 0 0,0 0 0,0 0 0,0 0 0,0 0 0,-24 0 16,24 0-16,0 0 0,0 0 0,0 0 15,0 0-15,0 0 0,0 0 0,0 0 16,0 0-16,0 0 0,0 0 0,0 0 0,0 0 0,0 0 0,0 0 16,0 0-16,0 0 0,0 0 0,0 0 0,0 0 0,0 0 15,0 0-15,0 0 0,0 0 16,0 0-16,0 0 0,0 0 0,0 0 0,0 0 0,0 0 0,0 0 0,0 0 0,0 0 15,0 0 1,0 0-16,0 0 0,0 0 0,0 0 0,0 0 0,0 0 0,0 0 16,0 0-16,0 0 0,0 0 0,0 0 0,0 0 0,0 0 0,0 0 0,0 0 15,-25 0-15,25 0 0,0 0 0,0 0 16,0 0-16,0 0 0,0 0 0,0 0 15,0 0-15,0 0 0,0 0 0,0 0 0,25 0 0,-25 0 0,0 0 0,0 0 16,0 0-16,0 0 0,0 0 0,0 0 0,0 0 0,0 0 16,0 0-16,0 0 0,0 0 0,0 0 0,0 0 15,0 0-15,0 0 0,0 0 0,0 0 0,0 0 16,0 0-16,0 0 0,0 0 15,0 0-15,0 0 0,0 0 0,0 0 0,24 0 0,-24 0 0,0 0 0,0 0 16,0 0-16,0 0 0,25 0 16,-25 0-16,0 0 0,0 0 0,0 0 0,25 0 0,-25 0 15,0 0-15,0 0 0,0 0 0,0 0 0,25 0 0,-25 0 0,0 0 16,0 0-1,0 0-15,0 0 0,25 0 0,-25 0 0,0 0 0,0 0 0,0 25 0,24-25 0,-24 0 16,0 0-16,0 0 0,25 0 0,-25 0 0,0 0 0,0 0 0,0 0 16,25 0-16,-25 0 0,0 0 0,0 0 15,0 0-15,0 0 0,25 0 0,-25 0 16,0 0-16,0 0 0,0-25 0,0 25 15,0 0-15,0 0 0,0 0 0,0 0 0,0 0 0,0 0 0,0 0 16,0 0-16,25 0 0,-25 0 0,0 0 0,0 0 0,0 0 0,0 0 16,0 0-16,0 0 0,0 0 0,0 0 0,0 0 0,0 0 0,0 0 15,0 0-15,24 0 16,-24 0-16,0 25 0,0-25 0,0 0 0,0 0 0,0 0 0,0-25 0,0 25 15,25 0-15,-25 0 0,0 0 0,0 0 0,0 0 0,0 0 16,0 0-16,0 0 16,0 0-16,0 0 0,0 0 0,0 0 0,0 0 0,0 0 0,0 0 0,0 0 15,0 0-15,0 0 0,0 0 0,0 0 0,0 0 0,0 0 16,0 0-16,0 25 15,0-25-15,0 0 0,0 0 0,0 0 0,0 0 0,0 0 0,0 0 16,0 0-16,0 0 0,0 0 0,0 0 0,0 0 0,0 0 0,0 0 31,0 0-31,0 0 0,0 0 0,25 0 0,-25 0 0,0 0 16,0 0-16,0 0 0,0 0 0,0 0 0,-25 0 0,25 0 0,0 0 0,0 0 0,0 0 0,0 0 15,0 0-15,0 0 0,0 0 0,0 0 0,0 0 16,0 0-16,0 0 0,0 0 16,0 0-16,0 0 0,0 0 0,0 0 0,0 0 0,0 0 0,0 0 0,0 0 15,0 0-15,0 0 0,0 0 0,0 0 0,0 0 0,0 0 16,0 0-16,0 0 47,0 0-47,0 0 0,0 0 0,0 0 0,0 0 0,0 0 0,0 0 0,0 0 0,0 0 0,0 0 0,0 0 0,0 0 0,0 0 0,0 0 0,0 0 0,0 0 0,0 0 0,0 0 0,0 0 15,0 0-15,0 0 16,0 0-16,0 0 0,0 0 0,0 0 0,0 0 0,0 0 0,0 0 0,0 0 15,0 0-15,0 0 0,0 0 0,25 0 0,-25 0 0,0 0 0,0 0 16,0 0 0,0 0-16,0 0 0,0 0 0,0 0 0,25 0 0,-25 0 0,0 0 0,0 0 0,0 0 15,0 0-15,25 0 0,-25 0 0,0 0 0,0 0 0,0 0 0,24 0 31,-24 0-31,0 0 0,0 0 0,25 24 0,-25-24 0,0 0 0,0-24 0,25 24 16,-25 0-16,0 0 0,0 0 0,0 0 0,25 0 0,-25 0 0,0 0 0,0 0 16,0 0-1,25 0-15,-25 0 0,0 0 0,0 0 0,0 0 0,24 0 0,-24 0 0,0 0 16,0 0-16,0 0 0,25 0 0,-25 0 0,0 0 0,0 0 0,0 0 31,0 0-31,25 0 0,-25 0 0,0 0 0,0 0 0,0 0 0,0 0 0,25 0 0,-25 0 16,0 0-16,0 0 15,0 0 1,25 0-16,-25 0 0,0 0 0,24 0 0,-24 0 0,0 0 0,25 0 0,-25 0 0,0 24 0,0-24 0,25 0 0,-25 0 0,0 0 15,25 0-15,-25 0 0,0 0 0,25 0 16,-25-24-16,0 24 0,24 0 0,-24 0 0,25 0 0,-25 0 0,0 0 0,25 0 16,-25 0-16,25 0 0,-25 0 0,25 0 0,-25 0 0,24 0 15,-24 0 1,0 0-16,25 0 0,-25 0 0,0 0 0,25 0 0,-25 0 0,0 0 0,25 0 0,-25 0 15,0 0-15,25 0 0,-25 0 0,0 0 0,25 0 0,-25 0 0,0 0 16,24 0 0,-24 0-16,0 0 0,25 0 0,-25 0 0,0 0 0,25 0 0,-25 0 0,25 0 15,-25 0-15,0 0 0,25 0 0,-25 0 0,24 0 0,-24 0 0,0 0 31,0 0-31,25 0 0,-25 0 0,0 0 0,25 0 0,-25 0 0,0 0 0,0 0 0,25 0 16,-25 0-16,0 0 0,25 0 0,-25 0 0,0 0 0,24 0 0,-24 0 16,0 0-1,25 0-15,-25 0 0,0 0 0,25 0 0,-25 0 0,25 0 0,-25 0 16,0 0-16,25 0 0,-25 24 0,24-24 0,-24 0 0,25 0 0,-25 0 15,25 0-15,-25 0 0,25 0 0,-25 0 0,25 0 0,-25 0 16,24 0-16,-24 0 0,25 0 0,-25 0 16,25 0-16,-25 0 0,25 0 0,-25 0 0,25 0 0,-25 0 0,24 0 15,-24 0-15,25 0 0,-25 0 0,25 0 0,-25 0 0,25 0 16,-25 0-1,25 0-15,-25 0 0,24 0 0,-24 0 0,0 0 0,25 0 16,-25 25-16,25-25 0,-25 0 0,25 0 0,-25 0 0,0 0 0,25 0 0,-25 0 0,24 0 16,-24 0-16,25 0 15,-25 0-15,25 0 0,-25 0 0,25 0 0,-25 0 0,25 0 16,-25 0-16,0 0 0,24 0 0,-24 0 0,0 0 0,25 0 0,-25 0 0,0 0 15,0 0-15,25 0 0,-25 0 0,0 0 0,25 0 0,-25 0 16,25 0-16,-25 0 16,25 0-16,-25 0 0,0 0 0,24 0 0,-24 0 0,25 0 0,-25 0 0,0 0 0,25 0 15,-25 0-15,25 0 0,-25 0 0,0 0 0,25 0 16,-25 0-1,24 0-15,-24 0 0,25 0 0,-25 0 0,25 0 0,-25 0 0,0 0 0,25 0 16,-25-25-16,25 25 0,-25 0 0,24 0 0,-24 0 0,25 0 0,-25 0 16,0 0-16,25 0 0,-25 0 15,25 0-15,-25 0 0,25 0 0,-25 0 0,0 0 0,24 0 0,-24 0 16,25 0-16,-25 0 0,25 0 0,-25 0 0,25 0 0,-25 0 0,0 0 15,25 0-15,-25 0 16,24 0-16,-24 0 0,25 0 0,-25 0 0,0 0 0,25 0 0,-25 0 0,25 0 16,-25 0-16,25 0 0,-25 0 0,24 0 0,-24 0 0,0-24 15,25 24-15,-25 0 16,25 0-16,-25 0 0,25 0 0,-25 0 0,25 0 0,-25 0 0,24 0 0,-24 0 15,25 0-15,-25 0 0,25 0 16,-25 0-16,25 0 0,-25 0 0,0 0 0,25 0 0,-25 0 0,24 0 0,-24 0 16,25 0-16,-25 0 0,25 0 0,-25 0 0,25 0 0,-25 0 15,25 0 16,-25 0-31,25 0 0,-25 0 0,24 0 0,-24 0 0,25 0 0,-25 0 0,25 0 0,-25 0 0,25 0 0,-25 0 0,0 0 0,25 0 0,-25 0 16,24 0-16,-24 0 0,25 0 0,-25 0 0,25 0 0,-25 0 0,0 0 16,25 0-1,-25 0-15,25 0 0,-25 0 0,0 0 0,24 0 0,-24 0 0,25 0 0,-25 0 16,0 0-16,25 0 0,-25 0 0,0 0 0,25 0 0,-25-25 0,25 25 15,-25 0 1,0 0-16,24 0 0,-24 0 0,25 0 0,-25 0 0,25 0 0,-25 0 0,25 0 16,-25 0-16,25 0 0,-1 0 0,-24 0 0,25 0 0,-25 0 0,25 0 15,0 0 1,-25 0-16,25 0 0,-25 0 0,24 0 0,1 0 0,-25 0 0,25 0 0,0 0 15,0 0-15,-25 0 0,24 0 0,1 0 0,0 0 0,-25 0 0,25 0 0,0 0 16,-1 0 0,-24 0-16,25 0 0,0 0 0,-25 0 0,25 0 0,0 0 0,0 0 0,-25 0 15,24 0-15,1 0 0,0 0 0,-25 0 0,25 0 0,0 0 0,-1 0 16,-24 0-1,25 0-15,0 0 0,0 0 0,-25 0 0,25 0 0,-1 0 0,1 0 0,0 0 0,-25 0 0,25 0 16,0 0 0,-1 0-16,-24 0 0,25 0 0,0 0 0,0 0 0,-25 0 0,25 0 15,-1 0-15,1 0 0,-25 0 0,25 0 0,0 0 0,0 0 0,-25 25 0,24-25 31,1 0-31,0 0 0,-25 0 0,25 0 0,0 0 0,-25 0 0,24 0 0,1 0 0,-25 0 0,25 0 0,0 0 32,-25 0-32,25 0 0,-25 0 0,24 0 0,-24 0 0,25 0 0,-25 0 0,25 0 15,0 0-15,-25 0 0,25 0 0,-25 0 0,24 0 0,-24 0 0,25 0 0,-25 0 16,25 0-16,-25 0 0,25 0 0,-25 0 15,25 0-15,-25 24 0,25-24 0,-25 0 16,24 0-16,1 0 0,-25 0 0,25 0 0,-25 0 0,25 0 0,0 0 16,-25 0-16,24 0 0,-24 0 0,25 0 15,0 0-15,-25 0 0,25 0 0,0 25 0,-25-25 0,24 0 16,1 0-16,-25 0 0,25 0 0,0 0 0,0 0 0,-25 0 47,24 0-47,1 0 0,-25 0 0,25 0 0,0 0 0,-25 0 0,25 0 0,-1 0 0,-24 0 0,25 0 0,-25 0 0,25 0 0,-25 0 0,25 0 0,0 0 0,-25 0 0,24 0 15,-24 0-15,25 0 0,0 0 0,-25 0 16,25 0-16,0 0 0,-25 0 0,24 0 15,-24 0-15,25 0 0,0 0 0,-25 0 0,25 0 0,-25 0 0,25 0 0,-1 0 0,-24 0 16,25 0-16,-25 0 16,25 0-16,0 25 0,-25-25 0,25 0 0,0 0 0,-25 0 0,24 0 0,1 0 15,-25 0-15,25 0 0,0 0 0,-25 0 0,25 0 0,-1 0 16,-24 0-1,25 0-15,0 0 0,-25 0 0,25 25 0,0-25 0,-1 0 0,-24 0 0,25 0 0,0 0 0,0 0 16,0 0-16,-25 0 0,24 0 0,1 0 0,0 0 16,0 25-16,-25-25 15,25 0-15,-1 0 0,1 0 0,0 0 0,-25 0 0,25 0 0,0 0 0,-1 0 0,-24 0 16,25 0-16,0 0 0,0 0 0,-25 0 0,25 0 15,-1 0-15,-24 0 0,25 0 16,0 0-16,-25 0 0,25 0 0,0 0 0,-25 0 0,24 0 0,1 0 0,-25 0 31,25 0-31,0 0 0,0 0 0,-25 0 0,25 0 0,-1 0 0,-24 25 0,25-25 0,0 0 0,0 0 0,-25 0 16,25 0-16,-1 0 0,-24 0 0,25 0 15,0 0-15,-25 0 0,25 0 0,-25 0 16,25 0-16,-25 0 0,24 0 0,1 0 0,-25 0 0,25 0 0,-25 0 0,25 0 16,0 0-16,-25 0 0,24 0 0,-24 0 15,25 0-15,0 0 0,-25 0 0,25-25 0,0 25 16,-25 0-16,24 0 0,-24 0 0,25 0 0,0 0 0,-25 0 0,25 0 0,-25 0 15,25 0-15,-25 0 16,24 0-16,1 0 0,-25 0 0,25 0 0,-25 0 0,25 0 0,0 0 0,-25 0 16,24 0-16,-24 0 0,25 0 0,-25 0 0,25 0 0,-25 0 15,25 0-15,-25 0 16,25 0-16,-25 0 0,24 0 0,-24 0 0,25 0 0,-25 0 0,25 0 0,-25 0 15,25 0-15,-25 0 0,25 0 0,-25 0 0,24 0 0,-24 0 16,25-25-16,-25 25 0,0 0 16,25 0-16,-25 0 0,25 0 0,-25 0 0,0 0 0,25 0 0,-25 0 0,0 0 15,0 0-15,25 0 0,-25 0 0,0 0 0,24 0 0,-24 0 16,25 0-16,-25 0 0,0 0 15,25 0-15,-25 0 0,0 0 0,25 0 0,-25 0 0,25 0 0,-25 0 0,0 0 32,24 0-32,-24 0 0,25 0 0,-25 0 0,25 0 0,-25 0 0,25 0 0,-25 0 0,25 0 0,-1 0 15,-24 0-15,25 0 0,-25 0 0,25 0 0,0 0 0,-25 0 16,25 0-16,-25 0 15,24 0-15,1 0 0,-25 0 0,25 25 0,0-25 0,0 0 0,-25 0 0,24 0 0,1 0 16,0 0 0,-25 0-16,25 0 0,0 0 0,-1 0 0,1 0 0,0 0 0,-25 0 0,25 0 15,0 0-15,-1 0 0,-24 0 0,25 0 0,0 0 0,0 0 0,-25 0 16,25 0-1,-1 0-15,1 0 0,-25 0 0,25 0 0,0 0 0,-25 0 0,25 0 0,0 0 0,-25 0 0,24 0 16,1 0 0,-25 0-16,25 0 0,0 0 0,-25 0 0,25 0 0,-25 0 0,24 0 15,1 0-15,-25 0 0,25 0 0,-25 0 0,25 25 0,-25-25 0,25 0 0,-1 0 16,-24 0-1,25 0-15,-25 0 0,25 0 0,-25 0 0,25 0 0,0 0 0,-25 0 0,24 0 16,-24 0-16,25 0 0,0 0 0,-25 0 0,25 0 0,0 0 0,-25 0 16,24 0-1,-24 0-15,25 0 0,-25 0 0,25 0 0,-25 0 0,25 0 0,-25 0 0,25 0 16,-25 0-16,24 0 0,-24 0 0,25 0 0,-25 24 0,25-24 0,-25 0 15,25 0-15,-25 0 16,0 0-16,25 0 0,-25 0 0,24 0 0,-24 0 0,25 0 0,-25 0 0,0 0 16,25 0-16,-25 0 0,25 0 0,-25 0 0,0 0 0,25 0 15,-25 0-15,0 0 16,24 0-16,-24 0 0,25 0 0,-25 0 0,0 0 0,25 0 0,-25 0 0,25 25 0,-25-25 15,0 0 1,25 0-16,-25 0 0,25 0 0,-25 0 0,0 0 0,24 0 0,-24 0 0,25 0 16,-25 0-16,25 0 0,-25 0 0,25 0 0,-25 0 0,25 0 0,-25 0 0,24 0 15,-24 0 1,0 0-16,25 0 0,-25 0 0,25 0 0,-25 0 0,25 0 0,-25 0 0,0 0 0,25 0 31,-25 0-31,0 0 0,0 0 0,0 0 0,0 0 0,0 0 0,0 0 0,0 0 0,0 0 0,0 0 16,0 0-16,0-25 0,-25 25 0,25 0 0,0 0 0,-25-24 0,25 24 31</inkml:trace>
  <inkml:trace contextRef="#ctx0" brushRef="#br0" timeOffset="738641.2479">21506 7466 0,'0'0'0,"0"0"15,0 0-15,0 0 16,0-25-16,0 25 0,0 0 0,0 0 0,0 0 0,0 0 0,0 0 0,0 0 0,0-24 16,0 24-1,0 0-15,0 0 0,0 0 0,-25 0 0,25 0 0,0-25 0,0 25 0,0 0 16,0 0-16,0 0 0,0-25 0,0 25 0,0 0 0,-25 0 0,25 0 15,0 0 1,0-25-16,0 25 0,0 0 0,-25 0 0,25 0 0,0 0 0,0 0 0,0 0 0,-25 0 16,25-25-16,0 25 0,0 0 0,-24 0 0,24 0 0,0 0 0,0 0 31,0 0-31,0 0 0,0 0 0,0 0 0,-25 25 0,25-25 0,0 0 0,0 0 0,0 0 15,0 0-15,0 0 0,0 25 0,-25-25 0,25 0 0,0 0 16,0 0-16,0 25 0,0-25 16,0 0-16,0 25 0,-25-25 0,25 0 0,0 24 0,0-24 0,0 25 0,0-25 0,0 25 15,0-25-15,0 25 0,0-25 0,0 25 0,0-25 16,0 24-16,25-24 0,-25 25 47,0-25-47,0 25 0,0-25 0,25 25 0,-25-25 0,0 25 0,0-25 0,25 24 0,-25-24 0,24 0 15,-24 25-15,0-25 0,25 0 0,-25 0 0,25 25 0,-25-25 0,25 0 0,-25 0 0,0 25 0,25-25 0,-25 0 0,24 0 16,-24 0-16,25 0 0,-25 0 0,0 0 0,25 0 0,-25 0 0,0 0 15,25-25-15,-25 25 0,0 0 16,25 0-16,-25 0 0,0-25 0,24 25 0,-24 0 16,0-25-16,0 25 0,25 0 0,-25-24 0,0 24 0,0-25 0,0 25 0,25 0 0,-25-25 15,0 25 1,0 0-16</inkml:trace>
  <inkml:trace contextRef="#ctx0" brushRef="#br0" timeOffset="738980.2672">21828 7367 0,'0'0'0,"0"0"16,0 0-16,0 0 0,0 0 0,0 0 0,0-25 16,0 25-16,-25 0 0,25 0 0,0 0 0,0 0 0,0 0 15,0 0-15,0 0 0,0 0 16,0 25-16,0-25 0,0 0 0,0 0 15,0 0-15,0 25 0,0-25 0,0 0 0,0 25 0,-24-25 0,24 0 0,0 24 0,0-24 16,0 25-16,0-25 0,0 25 0,0-25 16,0 25-16,0-25 0,0 25 0,0-25 15,0 0-15,0 24 0,0-24 0,0 25 0,0-25 0,0 25 0,0-25 0,0 25 16,0-25-1,0 25-15,0-25 0,0 0 0,0 24 0,0-24 0,0 0 0,0 25 0,0-25 16,0 0-16,0 0 0,0 0 0,-25 25 0,25-25 0,0 0 0,0 0 16,0 0-1,0 0-15,0 0 0,0 0 0,0 0 0,0 0 0,0 0 0,0 0 0,0 0 16,0 0-16,0 0 0,0 0 0,0 0 0,0-25 0</inkml:trace>
  <inkml:trace contextRef="#ctx0" brushRef="#br0" timeOffset="739307.286">21878 7293 0,'0'-25'0,"0"25"0,25 0 0,-25 0 0,0 0 0,0 0 15,0 0-15,24 0 0,-24 0 0,0 0 0,0 0 0,25 0 16,-25 0-16,0 0 0,0 25 0,0-25 0,25 0 16,-25 0-16,0 0 0,0 24 0,0-24 0,25 0 15,-25 0 1,0 25-16,0-25 0,0 0 0,0 0 0,0 25 0,0-25 0,0 0 0,0 25 0,0-25 15,0 0-15,0 0 0,0 25 0,0-25 0,0 0 0,0 0 0,0 24 16,0-24 0,-25 0-16,25 0 0,0 0 0,0 25 0,0-25 0,-25 0 0,25 0 15,0 0-15,0 0 0,-25 25 0,25-25 0,0 0 0,-24 0 0,24 0 16,0 0-1,-25 0-15,25 0 0,0 0 0,0 0 0,0 0 0,-25 0 0,25 0 0,0 0 0,0 0 16,0 0-16,0 0 0,0 0 0,0 0 0,0-25 0</inkml:trace>
  <inkml:trace contextRef="#ctx0" brushRef="#br0" timeOffset="739658.3061">22200 7268 0,'0'0'0,"0"0"0,0 0 0,0 0 0,0 0 0,0 0 0,0 0 0,0 25 0,0-25 0,0 0 0,0 0 0,0 0 0,0 24 0,0-24 0,0 0 16,0 0-16,0 25 0,0-25 15,0 0-15,0 25 0,0-25 0,0 25 0,0-25 0,0 0 0,0 25 16,0-25-16,0 24 16,0-24-1,0 25-15,0-25 0,-25 0 0,25 25 0,0-25 0,0 25 0,0-25 0,0 0 0,0 25 0,0-25 0,0 0 0,0 24 0,0-24 0,0 0 16,0 0-16,0 25 0,0-25 0,0 0 0,0 0 0,0 0 15,0 25-15,0-25 16,0 0-16,0 0 0,0 0 0,0 0 0,0 0 0,0 0 0,0 0 0,0 0 16,0 0-16,0 0 0,0 0 0,0 0 0,0 0 0,0 0 15,0 0 1,0 0-16,0 0 0,0 0 0,0 0 0,0 0 0,0 0 0</inkml:trace>
  <inkml:trace contextRef="#ctx0" brushRef="#br0" timeOffset="740237.3392">22250 7243 0,'0'0'0,"0"0"0,0 0 0,0 0 0,0-25 0,0 25 16,25 0-16,-25 0 0,0 0 0,0 0 0,0 0 0,0 0 15,0-25-15,0 25 0,24 0 0,-24 0 0,0 0 32,0 0-32,0 0 0,25 0 0,-25 0 0,0 25 0,0-25 0,0 0 0,25 0 15,-25 0-15,0 0 0,25 25 0,-25-25 0,0 0 0,25 0 0,-25 0 0,0 25 16,24-25-1,-24 0-15,0 0 0,0 25 0,25-25 0,-25 0 0,0 24 0,0-24 16,0 25-16,0-25 0,0 0 0,0 0 0,0 25 0,0-25 0,0 0 0,0 25 16,0-25-16,-25 0 0,25 25 0,0-25 0,0 0 15,-24 24-15,24-24 0,-25 0 0,25 0 16,0 25-16,-25-25 0,25 0 0,0 0 0,-25 25 0,25-25 0,0 0 15,-25 0 1,25 0-16,0 0 0,0 0 0,0 0 0,0 0 0,0 0 0,0 0 0,0 25 0,0-25 0,0 0 16,0 0-16,0 0 0,0 0 0,25 0 0,-25 0 0,0 0 15,0 0-15,0 0 16,25 0-16,-25 0 0,0 0 0,0 0 0,25 0 0,-25 0 0,0 0 15,25 0-15,-25 25 0,0-25 0,0 0 0,24 0 0,-24 0 0,0 24 16,0-24 0,0 0-16,0 25 0,0-25 0,0 0 0,0 25 0,0-25 0,0 0 0,0 25 0,0-25 15,0 0-15,0 25 0,0-25 0,-24 0 0,24 0 0,0 24 16,0-24-1,-25 0-15,25 0 0,0 0 0,-25 25 0,25-25 0,0 0 0,0 0 0,-25 0 0,25 0 16,0 0 0,0 0-16,-25 0 0,25 0 0,0 0 0,0 0 0,0 0 0,0 0 0,0 0 15,0 0-15,0 0 0,0 0 0,0 0 0,0 0 0,0 0 0,0 0 16,0 0-16,0 0 0,0-25 0,0 25 0,0 0 0,0 0 15,0 0-15,0-24 16,0 24-16,0 0 0,25 0 0</inkml:trace>
  <inkml:trace contextRef="#ctx0" brushRef="#br0" timeOffset="740615.3608">22671 7342 0,'0'0'0,"0"0"16,0 0-16,0 0 0,0 0 0,0 0 16,-24 0-16,24 0 0,0 0 0,0 0 0,0 0 0,0 25 0,0-25 15,0 0 1,0 0-16,0 25 0,0-25 0,0 0 0,0 25 0,0-25 0,0 24 0,0-24 15,0 25-15,0-25 0,0 0 0,0 25 0,-25-25 0,25 25 0,0-25 16,0 25 0,0-25-16,0 0 0,0 24 0,0-24 0,0 0 0,0 25 0,0-25 0,0 0 15,0 25-15,0-25 0,0 0 0,0 0 0,0 25 0,0-25 0,0 0 16,0 0-16,0 0 15,0 0-15,0 25 0,0-25 0,0 0 0,-25 0 0,25 0 0,0 0 16,0 0-16,0 0 0,0 0 0,0 0 0,0 0 0,0 0 0,0 0 0,0 0 31,0 0-31,0 0 0,0 0 0,0-25 0,25 25 0,-25 0 0,0 0 0,0-25 0,0 25 0,0 0 31,0-25-31,0 25 0,0-25 0</inkml:trace>
  <inkml:trace contextRef="#ctx0" brushRef="#br0" timeOffset="740980.3817">22696 7268 0,'25'0'0,"-25"0"0,0-25 0,0 25 0,0 0 0,0 0 16,0-25-16,0 25 0,25 0 0,-25 0 0,0-25 0,0 25 16,0 0-16,0 0 0,0 0 0,25 0 0,-25-24 15,0 24-15,0 0 0,0 0 0,0 0 0,25 0 16,-25 0-16,0 0 0,0 24 0,0-24 0,0 0 0,24 0 15,-24 0-15,0 0 0,0 0 0,25 25 0,-25-25 0,0 0 16,0 0-16,25 25 0,-25-25 0,0 25 0,25-25 16,-25 0-16,0 25 15,25-25-15,-25 24 0,0-24 0,24 0 0,-24 25 0,0-25 0,0 25 0,25-25 16,-25 0-16,0 25 0,0-25 0,0 25 0,0-25 0,0 0 16,0 24-1,0-24-15,0 25 0,0-25 0,0 25 0,0-25 0,0 0 0,-25 25 0,25-25 0,0 0 16,0 25-16,-24-25 0,24 24 0,0-24 0,0 0 0,-25 25 15,25-25-15,0 0 16,0 0-16,-25 25 0,25-25 0,0 0 0,-25 0 0,25 25 0,0-25 0,0 0 16,-25 0-16,25 25 0,0-25 0,-24 0 0,24 0 0,0 0 15,0 24-15,-25-24 0,25 0 16,0 0-16,0 0 0,-25 0 0,25 0 0,0 0 0,-25 0 0,25 0 0,0-24 15,-25 24-15,25 0 16,0 0-16,-25-25 0,25 25 0</inkml:trace>
  <inkml:trace contextRef="#ctx0" brushRef="#br0" timeOffset="741169.3925">22597 7491 0,'0'0'0,"0"0"15,0 0-15,0 0 0,0 0 0,0 0 0,0 0 16,25 0-16,-25 0 0,0 0 0,25 0 78,-25 0-78,24 0 0,1 0 0,-25 0 0,25 0 0,0 0 0,0 0 0,0 0 0,-1 25 0,1-25 0,0 0 0,0 0 0,-25 0 0,25 25 0</inkml:trace>
  <inkml:trace contextRef="#ctx0" brushRef="#br0" timeOffset="744038.5566">23515 13419 0,'0'0'0,"0"0"16,0 0-16,0 0 0,0 0 0,0 25 0,0-25 0,0 0 0,0 0 16,0 0-1,0 0-15,0 0 0,0 0 0,0 0 0,0 0 0,0 0 0,0 0 0,0 0 0,0 0 16,0 0-16,0 0 0,0 0 15,0 0-15,0 0 0,0 0 0,0 0 0,0 0 0,0 0 0,0 0 0,0 0 16,0 0 0,0 0-16,0 0 0,0 25 0,0-25 0,0 0 0,0 0 0,0 0 0,0 0 15,0 0-15,0 0 0,0 0 0,0 0 0,0 0 0,0 0 0,-25 0 16,25 0-16,0 25 15,0-25-15,0 0 0,0 0 0,0 0 0,0 0 0,0 25 0,0-25 0,0 0 16,0 24-16,0-24 0,-25 0 0,25 0 0,0 25 0,0-25 0,0 0 31,0 25-15,0-25-16,0 25 0,0-25 0,0 0 0,0 25 0,-25-25 0,25 24 0,0-24 0,0 25 0,0-25 0,0 25 0,0-25 0,0 0 0,0 25 0,0-25 15,-24 25 1,24-25-16,0 24 0,0-24 0,0 25 0,0-25 0,0 0 0,0 25 0,0-25 16,0 0-16,0 25 0,0-25 0,0 0 0,0 25 0,0-25 0,0 0 15,0 0 1,0 0-16,0 0 0,0 24 0,0-24 0,0 0 0,0 0 0,0 0 0,0 0 0,0 0 15,0 0-15,0 0 0,0 0 0,0 0 0,0-24 0,0 24 0</inkml:trace>
  <inkml:trace contextRef="#ctx0" brushRef="#br0" timeOffset="744347.5739">23465 13618 0,'0'0'0,"0"0"0,0 0 0,0 0 0,0 0 16,0 0-16,0 0 0,25 0 0,-25 0 15,0 25-15,0-25 0,25 0 16,-25 0-16,25 0 0,-25 0 0,0 0 0,24 0 0,-24 0 0,25 0 0,-25 24 0,25-24 0,-25 0 31,0 0-31,25 0 0,-25 0 0,25 0 0,-25 0 0,0 0 0,24 0 0,-24 0 16,0 0-16,25 0 0,-25 0 0,0 0 0,25 0 0,-25 0 0,0 0 0,0 0 31,0 0-31,25-24 0,-25 24 0,0 0 0,0 0 0,0 0 0,0 0 0,0 0 15,0 0-15,0 0 0,0-25 0,0 25 0,0 0 0,0 0 0,0 0 16</inkml:trace>
  <inkml:trace contextRef="#ctx0" brushRef="#br0" timeOffset="744572.5869">23788 13593 0,'0'0'0,"0"0"0,0 0 46,0 0-46,0 0 0,0 0 0,0-25 0,0 25 0,0 0 0,0 0 0,0 0 0,0 0 0,0 0 0,0 0 0,0 0 0,0 0 0,0 0 0,0 0 0,0 0 0,0 0 0,0 0 0,0 0 16,0 0-16,0 0 0,0 0 0,0 0 0,0 0 0,0 0 16,0 0 77,-25 25-77,25-25-16,0 25 0,0-25 0,0 25 0,0-25 0,0 24 0,-25-24 0,25 25 0,0-25 0,0 25 0,0-25 0,0 25 0,0-25 0,-25 25 0,25-25 0,0 24 0,0-24 0,0 25 0,0-25 0,0 25 0,0-25 0,0 25 0,0-25 0,-25 0 0,25 25 0,0-25 0,0 24 0,0-24 0,0 0 0,0 0 0,0 0 0,0 25 0,0-25 0,0 0 0,0 0 15,0 0-15,0 0 0,0 0 0,0 0 0,0 0 16,0 0-16</inkml:trace>
  <inkml:trace contextRef="#ctx0" brushRef="#br0" timeOffset="745912.6638">23788 13940 0,'0'0'0,"0"0"0,0 0 15,0 0-15,0 0 0,0 0 0,0 0 0,0 0 0,0 0 0,0 0 0,0 0 16,0 0-16,0 0 15,0 0-15,0 0 0,0 0 0,0 0 0,0 0 0,0 0 0,0 0 16,0 0-16,0 0 0,0 0 0,0 0 0,0 0 0,0 0 0,0 0 16,0 0-1,0 0-15,0 0 0,0 0 0,0 0 0,0 0 0,0 0 0,0 0 0,0 0 16,0 0-16,0 0 0,0 0 0,0 0 0,0 0 0,0 0 0,0 0 15,0 0-15,0 0 16,0 0-16,0 0 0,0 0 0,0 0 0,0 0 0,0 0 16,0 0-16,0 0 0,0 0 0,0 0 0,0 0 0,0 0 0,0 0 0,0 0 31,0 0-31,0 0 0,0 0 0,0 0 0,0 0 0,0 0 0,0 0 0,0 0 0,0 0 0,0 0 0,0 0 15,0 0-15,0 0 0,0 0 0,0 0 0,0 0 0,0 0 16,0 0 0,0 0-16,0 0 0,0 0 0,0 0 0,0 0 0,0 0 0,0 0 0,0 0 15,0 0-15,0 0 0,0 0 0,0 0 0,0 0 0,0 0 0,0 0 16,0-25-16,0 25 15,0 0-15,0 0 0,0 0 0,0 0 0,0 0 0,0 0 0,0 0 0,0 0 47,0 0-47,0 0 0,0 0 0,0 0 0,0 0 0,0 0 0,0 0 0,0 0 0,0 0 0,0 0 0,0 0 16,24 0-16,-24 0 0,0 0 0,0 0 0,0 0 0,0 0 0,0 0 0,0 0 0,0 0 15,0 0-15,0 0 0,0 0 0,25 0 0,-25 0 0,0 0 0,0 0 0,0 0 16,0 0-16,0 0 0,0 0 0,0 0 0,25 0 16,-25 0-16,0 0 15,0 0-15,0 25 0,0-25 0,0 0 0,0 0 0,0 0 0,0 0 0,25 0 16,-25 0-16,0 25 0,0-25 0,0 0 0,0 0 0,0 0 0,0 25 15,0-25 1,0 0-16,0 0 0,0 0 0,0 0 0,0 0 0,0 25 0,-25-25 0,25 0 16,0 0-16,0 0 0,0 24 0,0-24 0,0 0 0,0 0 0,0 0 15,-25 0 1,25 0-16,0 25 0,0-25 0,0 0 0,0 0 0,0 0 0,0 0 0,-25 0 0,25 0 15,0 0-15,0 0 0,0 0 0,0 0 0,0 0 0,0 0 16,0 0-16,0 0 16,0 0-16,0 0 0,0 0 0,0 0 0,0 0 0,0 0 0,0 0 0,0 0 15,0 0-15,0 0 0,0 0 0,0 0 0,0 0 0,0 0 16,0 0-16,0 0 15,0 0-15,25 0 0,-25 0 0,0-25 0,0 25 0,0 0 0,0 0 16,0 0-16,0 0 0,0 0 0,25 0 0,-25 0 0,0 0 0,0 0 0,0 0 16,0 25-1,0-25-15,0 0 0,0 0 0,0 0 0,25 0 0,-25 0 0,0 25 16,0-25-16,0 0 0,0 0 0,0 0 0,0 25 0,0-25 0,0 0 0,0 0 31,0 25-31,0-25 0,0 0 0,0 0 0,0 0 0,0 24 0,0-24 0,0 0 0,0 0 16,-25 0-16,25 0 0,0 0 0,0 0 0,0 0 0,0 0 0,0 0 15,-25 0 1,25 0-16,0 0 0,0 0 0,0 0 0,-25 0 0,25 0 0,0 0 0,0 0 15,0 0-15,0 0 0,0 0 0,0 0 0,-24-24 0,24 24 0,0 0 0,0 0 16,0 0 0,0 0-16,0-25 0,0 25 0,0 0 0</inkml:trace>
  <inkml:trace contextRef="#ctx0" brushRef="#br0" timeOffset="751134.9625">22820 14734 0,'174'0'0,"-149"25"0,-25-25 0,0 0 0,0 0 0,0 0 0,0 0 0,0 0 0,0 0 0,0 0 0,0 0 0,0 0 0,0 0 0,0 0 0,0 0 0,25 0 0,-25 0 0,0 0 0,0 0 0,0 0 0,0 0 0,0 0 0,0 0 0,0 0 0,0 0 0,0 0 0,0 0 0,0 0 16,0 0-16,0 0 0,0 0 0,0 0 0,0 0 0,0 0 0,0 0 0,0 0 0,0 0 0,0 0 15,0 0-15,0 0 0,0 0 0,0 0 0,0 0 0,0 0 0,0 0 0,0 0 16,0 0 234</inkml:trace>
  <inkml:trace contextRef="#ctx0" brushRef="#br0" timeOffset="752309.0297">22994 14585 0,'0'0'0,"0"0"110,0 0-110,0 0 0,0 0 0,0 0 0,0 0 0,0 0 0,0 0 0,0 0 0,0 0 0,0 0 0,0 0 0,0 0 0,0 0 0,0 0 0,0 0 0,0 0 0,0 0 0,0 0 0,0 0 0,0 0 0,0 0 0,0 0 0,0 0 0,0 0 0,0 0 0,0 0 0,0 0 0,0 0 0,0 0 0,0 0 0,0 0 0,0 0 0,0 0 0,0 0 0,0 0 0,0 0 0,0 0 0,0 0 15,0 0 1,0 0-16,0 0 0,0 0 0,0 0 0,0 0 0,0 0 0,0 0 15,0 0-15,0 0 0,0 0 0,0 0 0,0 0 0,0 0 0,0 0 0,0 0 16,0 0 0,0 0-16,0 0 0,0 0 0,0 0 0,0 0 0,0 0 0,0 0 15,0 0-15,0 0 0,0 0 0,0 0 0,0 25 0,0-25 0,0 0 0,0 0 63,0 0-63,0 0 0,0 0 0,0 0 0,0 0 124,0 25-30,50 74-94,-50-99 0,0 0 0,24 0 0,-24 0 0,0 0 0,0 0 0,0 0 0,0 0 0,0 0 0,0 0 0,0 0 0,0 0 0,0 0 0,0 0 0,0 0 0,0 0 0,0 0 0,0 0 0,0 0 0,0 0 0,0 0 0,0 0 0,0 0 0,0 0 0,0 0 0,0 0 0,0 0 0,0 0 0,0 0 0,0 0 0,0 0 0,0 0 0,0 0 0,0 0 0,0 0 0,0 0 16,0 0-16,0 0 15,0 0-15,0 0 0,0 0 0,0 0 0,0 0 0,0 0 0,0 25 141,0-25-141,0 0 0,0 0 0,-24 0 0,24 25 0,0-25 0,0 0 0,0 0 0,0 0 0,0 0 0,0 0 0,0 0 0,0 0 0,0 0 0,0 0 0,0 24 15,0-24-15,0 0 0,0 0 0,0 0 0,-25 0 0,25 0 16,0 0-16,0 25 0,0-25 0,0 0 0,0 0 0,0 0 0,0 0 0,-25 25 0,25-25 0,0 0 0,0 0 0,0 0 0,0 0 0,0 0 0,0 0 0,0 0 0,0 0 0,0 25 0,0-25 0,0 0 0,0 0 0,0 0 0,0 0 15,0 0-15,0 0 47,0 0-47,0 0 0,0 0 0,0 0 0,0 0 0,0 0 0,0 0 0,0 0 0,0 0 0,0 0 0,0 0 0,0 0 0,0 0 0,0 0 0,0 0 0,0 0 0,0 0 0,0 0 0,0 0 0,-25 0 16,25 0-16,0 0 15,0 0-15,0 0 0,0 0 0,0 0 0,0 0 0,0 0 0,0 0 16,0 0-16,0 0 0,0 0 0,0 0 0,0 0 0,0 0 0,0 0 16,0 0-1,0 0-15,0 0 0,0 0 0,0 0 0,0 0 0,0 0 0,0 0 0,0 0 16,0 0-16,0 0 0,0 0 0,0 0 0,0 0 0,0 0 0,0 0 15,0 0-15,0 0 0,0 0 16,0 0-16,0 0 0,0 0 0,0 0 0,0 0 16</inkml:trace>
  <inkml:trace contextRef="#ctx0" brushRef="#br0" timeOffset="754272.1419">23440 14635 0,'0'0'0,"0"0"0,0 0 0,0 0 15,-24 0-15,24 0 0,0 0 0,0 0 0,0 0 0,0 0 16,0 0-16,0 0 16,0 0-16,0 0 0,0 0 0,0 0 0,0 0 0,0 0 0,0 0 0,0 0 15,0 0-15,0 0 0,0 0 0,0 0 0,0 0 0,0 0 0,0 0 16,0 0-1,0 0-15,0 0 0,0 0 0,0 0 0,0 0 0,0 0 0,0 0 16,0 0-16,0 0 0,0 0 0,0 0 0,0 0 0,0 0 0,0 0 0,0 0 16,0 0-16,0 0 15,0 0-15,-25 0 0,25-25 0,0 25 0,0 0 0,0 0 0,0 0 16,0 0-16,0 0 0,0 0 0,0 0 0,0 0 0,0 0 0,0 0 0,0 0 15,0 0 1,0 0-16,0 0 0,0 0 0,0 0 0,0 0 0,0 0 0,0 0 0,0 0 0,0 0 16,-25 0-16,25 0 0,0 0 0,0 0 0,0 0 0,0 0 31,0 0-31,0 0 0,0 0 0,0 0 0,0 0 0,0 0 0,0 0 0,0 0 0,0 0 0,0 0 0,-25 0 31,25 0-31,0 0 0,0 0 0,0 0 0,0 0 0,0 0 0,0 0 16,0 0-16,0 0 0,0 25 0,0-25 0,0 0 0,0 0 0,0 0 0,0 0 15,0 0-15,0 0 16,0 25-16,-25-25 0,25 0 0,0 0 0,0 0 0,0 24 0,0-24 0,0 0 15,0 25 32,0-25-47,0 0 0,-24 25 0,24-25 0,0 0 0,0 25 0,0-25 0,0 0 16,0 25-16,0-25 0,0 0 0,0 24 0,0-24 0,0 25 0,0-25 0,-25 25 0,25-25 0,0 0 0,0 25 0,0-25 0,0 25 0,0-25 0,0 24 0,0-24 0,0 25 0,0-25 0,0 25 15,0-25-15,0 25 0,0-25 0,0 0 0,0 25 0,0-25 16,0 0-16,0 24 16,0-24-16,0 0 0,0 25 0,0-25 0,0 0 0,0 0 0,0 0 0,0 0 358</inkml:trace>
  <inkml:trace contextRef="#ctx0" brushRef="#br0" timeOffset="755833.2312">23763 14684 0,'0'0'0,"0"25"0,0-25 0,0 25 15,-25-25-15,25 25 0,0-25 0,0 25 0,0-25 0,0 24 0,0-24 0,0 25 0,0-25 0,-25 25 0,25-25 0,0 0 0,0 25 0,0-25 0,0 25 0,0-25 0,0 0 0,0 24 0,0-24 0,0 0 0,0 25 0,0-25 0,0 0 0,0 25 0,0-25 0,-25 0 0,25 0 0,0 0 0,0 25 0,0-25 0,0 0 0,0 0 0,0 0 0,0 0 0,0 0 16,0 0-16,0 0 0,0 0 0,0 0 16,0 0-16,0 0 0,0 0 280</inkml:trace>
  <inkml:trace contextRef="#ctx0" brushRef="#br0" timeOffset="757479.3254">23937 14982 0,'0'0'0,"-25"0"0,25 0 0,0 0 0,0 0 0,0 0 0,0 0 0,0 0 16,0 0-16,0 0 0,0 0 0,0 0 0,0 25 0,-25-25 0,25 0 0,0 0 0,0 0 0,0 0 0,0 0 0,0 25 0,0-25 0,0 0 0,0 0 0,-25 0 0,25 0 0,0 24 0,0-24 0,0 0 0,0 0 0,0 0 0,0 0 0,0 25 0,-25-25 0,25 0 0,0 0 0,0 0 0,0 0 0,0 0 16,0 0-16,0 0 0,0 0 0,0 25 0,0-25 0,0 0 15,224 25 765</inkml:trace>
  <inkml:trace contextRef="#ctx0" brushRef="#br0" timeOffset="762033.5858">24110 15056 0,'0'0'0,"-25"0"0,25 0 15,0 0-15,0 0 16,0 0-16,0 0 0,0 0 0,0 0 0,0 0 0,0 0 0,0 0 0,0 0 0,0 0 15,0 0-15,0 0 0,0 0 0,0 0 0,0-24 0,0 24 0,0 0 16,0 0-16,0 0 0,0 0 0,0 0 0,0 0 0,0 0 0,0 0 16,0 0-1,0 0-15,0 0 0,0 0 0,0 0 0,0 0 0,0 0 0,0 0 0,0 0 0,0 0 16,0 0-16,0-25 0,0 25 0,0 0 0,0 0 0,0 0 15,0 0 1,0 0-16,0 0 0,0 0 0,0 0 0,0 0 0,0 0 0,0 0 0,0 0 0,0 0 0,0 0 16,0 0-1,0 0-15,0 0 0,0 0 0,0 0 0,0 0 0,0 0 0,0 0 16,0 0-16,0-25 0,0 25 0,0 0 0,0 0 0,0 0 0,0 0 0,0 0 15,0 0 1,0 0-16,0 0 0,0 0 0,0 0 0,0 0 0,0 0 0,0 0 16,0 0-16,0 0 0,0 0 0,0 0 0,0 0 0,0 0 0,0 0 0,0 0 15,0 0-15,0 25 16,0-25-16,0 0 0,0 0 0,0 0 0,0 0 0,0 0 15,0 0-15,0 25 0,0-25 0,0 0 0,0 0 0,0 24 0,0-24 0,0 0 16,0 25-16,0-25 0,0 0 0,0 25 0,0-25 0,0 0 16,-24 25-16,24-25 0,0 0 15,0 25-15,0-25 0,0 0 0,0 0 0,0 24 0,0-24 0,0 0 16,0 0-16,0 25 0,0-25 15,0 0-15,0 0 0,0 0 0,0 0 0,0 25 0,0-25 16,0 0-16,0 0 0,0 0 0,0 0 0,0 25 0,0-25 0,0 0 0,0 0 31,0 0-31,0 0 0,0 0 0,0 0 0,0 25 0,0-25 0,0 0 0,0 0 16,0 0-16,0 0 0,0 0 0,0 0 0,0 0 0,0 0 0,0 0 0,0 0 15,0 0 1,0 0-16,0 0 0,0 0 0,0 0 0,0 0 0,0 0 0,0 0 0,0 0 0,0 0 16,-25 0-16,25 0 0,0 0 0,0 0 0,0 0 0,0 0 15,0 0 1,-25 0-16,25 0 0,0 0 0,0-25 0,0 25 0,-25 0 0</inkml:trace>
  <inkml:trace contextRef="#ctx0" brushRef="#br0" timeOffset="765511.784">12998 14883 0,'0'0'16,"0"0"-16,0 0 16,-25 0-16,25 0 0,0 0 0,0 0 0,0 0 0,0 0 0,0 0 15,0 0-15,0 0 0,0 0 0,0 0 0,0 0 0,0 0 0,0 0 16,0 0-16,0 0 15,0 0-15,0 0 0,0 0 0,0 0 0,0 0 0,0 0 0,0 0 16,0 0-16,0 0 0,0 0 0,0 0 0,0 0 0,0 0 0,0 0 16,0 0-1,0 0-15,0 0 0,0 0 0,0 0 0,0 0 0,0 0 0,0 0 0,0 0 16,0 0-16,0 0 0,0 0 0,0 0 0,0 0 0,0 0 0,0 0 0,0 0 15,0 0-15,0 0 0,0 0 16,0 0-16,0 0 0,0 0 16,0 0-16,0 0 0,0 0 0,0 0 0,0 0 15,0 0-15,0 0 0,25 0 0,-25 0 0,0 0 0,0 0 0,0 0 0,24 0 0,-24 0 16,0 0-16,25 0 15,-25 0-15,0 0 0,25 0 0,-25 0 0,0 0 0,25 0 0,-25 0 0,25 0 0,-25 0 0,0 0 32,24 0-32,-24 0 0,25 0 0,-25 0 0,0 0 0,25 0 0,-25 0 0,25 0 0,-25 0 15,25 0-15,-25 0 0,25 0 0,-25 0 0,24 0 0,-24 0 0,25 0 16,-25 0-16,25 0 15,-25 0-15,25 0 0,-25 0 0,25 0 0,-25 0 0,24 0 0,-24 0 16,25 0-16,-25 0 0,0 0 0,25 0 0,-25 0 0,0 0 0,25 0 16,-25 0-1,0 0-15,0 0 0,25 0 0,-25 0 0,0 0 0,0 0 0,0 0 0,0 0 0,0 0 16,24 0-16,-24 0 0,0 0 0,0 0 0,0 0 0,0 0 15,0 0-15,25 0 16,-25 0-16,0 0 0,0 0 0,0 0 0,25 0 0,-25 0 0,0 0 16,0 0-16,25 0 0,-25 0 0,0 0 0,0 0 0,25 0 0,-25 0 15,0 0-15,24 0 16,-24 0-16,0 0 0,25 0 0,-25-25 0,25 25 0,-25 0 0,25 0 0,-25 0 15,25 0-15,-25 0 0,24 0 0,-24 0 0,25 0 0,-25 0 0,25 0 16,-25 0-16,25 0 0,-25 0 0,25 0 0,-25 0 0,24 0 16,-24 0-16,25 0 15,-25 0-15,25 0 0,-25 0 0,25 0 0,-25 0 0,25 0 0,-25 0 0,24 0 31,-24 0-31,25 0 0,-25 0 0,25 0 0,-25 0 0,25 0 0,-25 0 0,0-25 0,25 25 0,-25 0 0,24 25 16,-24-25-16,25 0 0,-25 0 0,25 0 16,-25 0-16,0 0 0,25 0 0,-25 0 0,25 0 0,-1 0 0,-24 0 15,25 0 1,-25 0-16,25 0 0,-25 0 0,25 0 0,-25 0 0,25 0 0,-25 0 0,25 0 15,-25 0-15,24 0 0,-24 0 0,25 0 0,-25 0 0,25 0 0,-25 0 16,25 0 0,-25 25-16,25-25 0,-25 0 0,24 0 0,-24 0 0,25 0 0,-25 0 0,25 0 15,-25 0-15,25 0 0,-25 0 0,0 0 0,25 0 0,-1 0 0,-24 0 16,25 0-16,-25 0 0,25 0 0,-25 25 0,25-25 0,-25 0 15,25 0-15,-1 0 32,-24 0-32,25 0 0,-25 0 0,25 0 0,0 0 0,-25 0 0,25 0 0,-1 0 0,1 0 0,-25 0 0,25 0 0,0 24 0,0-24 0,-25 0 15,24 0-15,1 0 0,0 0 0,-25 0 16,25 0-16,0 0 0,-25 0 0,24 0 15,1 0-15,-25 0 0,25 0 0,0 0 0,-25 0 0,25 0 0,-1 0 0,-24 0 16,25 0-16,0 0 0,0 0 0,-25 0 16,25 0-16,0 0 0,-1 0 0,1 0 0,-25 0 15,25 0-15,0 0 0,0 0 0,-1 0 0,-24 0 0,25 0 0,0 0 0,0 0 31,-25 0-31,25 0 0,-1 0 0,1 0 0,-25 0 0,25 0 0,0 0 0,-25 0 32,25 25-32,-1-25 0,1 0 0,-25 0 0,25 0 0,0 0 0,-25 0 0,25 0 0,-1 0 0,1 0 0,-25 0 0,25 0 0,0 0 15,-25 0 1,25 0-16,-1 0 0,1 0 0,-25 0 0,25 0 0,0 0 0,-25 0 0,25 0 15,-25 25-15,24-25 0,1 0 0,-25 0 0,25 0 0,-25 0 0,25 0 0,0 0 16,-1 0 0,-24 0-16,25 0 0,0 0 0,-25 0 0,25 0 0,0 0 0,0 25 15,-25-25-15,24 0 0,1 0 0,-25 0 0,25 0 0,0 0 0,0 0 0,-25 0 16,24 0-16,1 0 0,-25 0 0,25 0 0,0 0 0,-25 25 15,25-25 1,-1 0-16,-24 0 0,25 0 0,0 0 0,-25 0 0,25 0 0,0 0 0,-25 0 16,24 0-16,1 0 0,-25 0 0,25 24 0,0-24 0,-25 0 15,25 0-15,-1 0 16,1 0-16,-25 0 0,25 0 0,0 0 0,-25 0 0,25 0 0,-1 0 0,1 25 0,-25-25 15,25 0-15,0 0 0,0 0 0,-25 0 0,24 0 0,1 0 16,0 0 0,-25 0-16,25 0 0,0 0 0,-1 0 0,-24 25 0,25-25 0,0 0 0,0 0 15,-25 0-15,25 0 0,-1 0 0,-24 0 0,25 0 0,-25 0 0,25 0 16,-25 0-16,25 0 0,0 0 0,-25 25 0,25-25 0,-25 0 31,24 0-31,1 0 0,-25 0 0,25 0 0,0 0 0,0 0 0,-25 0 0,24 0 0,1 0 16,0 0-16,-25 0 0,25 0 0,0 0 0,-1 0 15,-24 25-15,25-25 0,0 0 0,-25 0 16,25 0-16,0 0 0,-1 0 0,-24 0 0,25 0 0,0 0 0,-25 0 0,25 0 15,0 0-15,-25 0 0,24 0 0,1 0 0,-25 0 16,25 0-16,0 0 0,-25 0 16,25 0-16,-1 0 0,-24 0 0,25 0 0,-25 0 0,25 0 0,0 0 0,-25 0 15,25 24-15,-25-24 0,24 0 0,1 0 0,-25 0 0,25 0 16,-25 0-16,25 0 15,-25 0-15,25 0 0,-1 0 0,-24 0 0,25 0 0,0 0 0,-25 0 0,25 0 0,0 0 16,-25 0-16,25 0 0,-1 0 0,-24 0 16,25 0-16,0 0 0,0 0 15,-25 0-15,25 0 0,-1 25 0,1-25 0,-25 0 0,25 0 0,0 0 0,0 0 16,-1 0-16,1 0 0,0 0 0,-25 0 0,25 0 0,0 0 15,-1 0-15,1 0 0,0 0 16,0 25-16,0-25 0,-25 0 0,24 0 0,1 0 0,0 0 0,0 0 16,0 0-16,-25 0 0,24 0 0,1 25 0,0-25 0,0 0 15,0 0-15,-25 0 16,24 0-16,1 0 0,0 0 0,0 0 0,0 25 0,-25-25 0,24 0 0,1 0 0,0 0 15,0 0-15,0 0 0,-25 0 0,25 24 0,-1-24 16,1 0-16,0 0 16,0 0-16,0 0 0,-1 25 0,1-25 0,0 0 0,-25 0 0,25 0 0,0 0 0,-1 25 15,1-25-15,0 0 0,0 0 16,0 0-16,-1 0 0,1 0 0,-25 25 0,25-25 0,0 0 0,0 0 15,-1 0-15,1 0 0,0 25 0,0-25 0,-25 0 0,25 0 0,-1 0 16,1 25 0,0-25-16,-25 0 0,25 0 0,0 0 0,-1 0 0,-24 0 0,25 0 0,0 0 0,0 24 15,-25-24-15,25 0 0,-1 0 0,1 0 0,-25 0 0,25 0 16,0 0-16,0 25 15,-1-25-15,-24 0 0,25 0 0,0 0 0,0 0 0,-25 0 0,25 0 0,0 25 16,-25-25-16,24 0 0,1 0 0,0 0 0,-25 0 0,25 0 16,-25 0-16,25 0 0,-1 0 15,-24 25-15,25-25 0,0 0 0,-25 0 0,25 0 0,-25 0 0,25 0 0,-1 0 16,-24 0-1,25 0-15,-25 0 0,25 0 0,0 0 0,-25 0 0,25 0 0,-25 0 0,24 0 0,1 0 16,-25 0-16,25 0 0,-25 25 0,25-25 0,-25 0 0,25 0 0,-25 0 16,24 0-1,1 0-15,-25 0 0,25 0 0,-25 0 0,25 0 0,-25 0 0,25 0 0,-1 0 0,-24 0 16,25 0-16,0 24 0,-25-24 0,25 0 15,0 0-15,-25 0 0,24 0 0,1 0 16,-25 0-16,25 0 0,0 0 0,-25 0 16,25 0-16,-1 25 0,-24-25 0,25 0 0,0 0 0,-25 0 0,25 0 0,0 0 0,0 0 15,-25 0-15,24 0 0,1 0 0,-25 25 0,25-25 0,0 0 0,-25 0 31,25 0-31,-1 0 0,-24 0 0,25 0 0,0 0 0,0 0 0,-25 0 0,25 0 16,-1 0-16,1 0 0,0 0 0,-25 25 0,25-25 0,0 0 0,-1 0 0,1 0 16,0 0-1,0 0-15,0 0 0,-1 0 0,1 0 0,0 25 0,0-25 0,0 0 0,-1 0 16,1 0-16,0 0 0,0 0 0,0 0 0,-1 0 0,1 0 0,0 0 15,0 0 1,0 0-16,-1 24 0,1-24 0,0 0 0,0 0 0,0 0 0,0 0 0,24 0 0,-24 0 16,0 0-16,0 0 0,-1 0 0,1 0 0,0 0 0,0 0 15,0 0-15,-1 0 16,1 0-16,0 0 0,0 0 0,0 0 0,-1 0 0,1 0 0,0 0 0,0 0 15,0 0-15,-1 0 0,1 0 0,0 0 0,0 0 0,0 0 16,-1 0 0,-24 0-16,25 0 0,0 0 0,0 0 0,-25 0 0,25 0 0,-1 0 0,-24 0 0,25 0 15,-25 0-15,25 0 0,-25 0 0,25 0 0,-25 0 0,0-24 0,25 24 16,-25 0-1,0 0-15,24 0 0,-24 0 0,0 0 0,25 0 0,-25 0 0,0 0 0,25 0 0,-25 0 0,25 0 16,-25 0-16,0 0 0,25 0 16,-25 0-16,0 0 0,24 0 0,-24 0 0,25 0 0,-25 0 0,0 0 15,25 0-15,-25 0 16,25 0-16,-25 0 0,0 0 0,25 0 0,-25 0 0,0 0 0,25 0 15,-25 0-15,0 0 0,0 0 0,24 0 0,-24 0 0,0 0 0,0-25 0,0 25 32,0 0-32,0 0 0,-24 0 0,24 0 0,0-25 0,-25 25 0,25 0 0,-25-25 0</inkml:trace>
  <inkml:trace contextRef="#ctx0" brushRef="#br0" timeOffset="772860.205">14635 16148 0,'0'0'16,"0"0"-16,0 0 0,0 0 0,0 0 0,0 0 15,0 25-15,0-25 0,0 0 0,0 0 16,0 0-16,25 0 0,-25 0 0,0 0 0,0 0 0,0 0 0,0 0 0,0 0 0,0 0 0,0 0 0,0 0 16,0 0-1,0 0-15,0 0 0,-25 0 0,25 0 0,0 0 0,0 0 0,0 0 0,0 0 16,0 0-16,0 0 0,0 0 0,0 0 0,0 0 0,0 0 0,0 0 15,0 0-15,0 0 16,0 0-16,0 0 0,0 0 0,0 0 0,0 0 0,0 0 16,0 0-16,0 0 0,0 0 0,0 0 0,0 0 0,0 0 0,0 0 0,-25 0 0,25 0 15,0 0 1,0 0-16,0 0 0,0 0 0,0 0 0,0 0 0,0 24 0,0-24 0,0 0 0,0 0 15,0 0-15,0 0 0,0 0 0,0 0 0,0 0 0,0 0 16,0 0 0,0 0-16,0 0 0,0 0 0,0 0 0,0 0 0,0 0 0,0 0 0,0 0 0,0 0 15,0 0-15,0 0 0,0 0 0,-25 0 0,25 0 0,0 0 0,0 0 16,0 0-1,0 0-15,0 0 0,0 0 0,0 0 0,0 0 0,0 0 16,0 0-16,0 0 0,0 0 0,0 0 0,0 0 0,0 0 0,0 0 0,-25 0 0,25 0 31,0 0-31,0 0 0,0 0 0,0 0 0,0 0 0,0 0 0,0 0 0,-24 0 0,24 0 0,0 0 0,0 0 16,0 0-16,0 0 15,0 0-15,0 0 0,0 0 0,0 0 0,0 0 16,0 0-16,0 0 0,0 0 0,0 0 0,0 0 0,0 0 0,0 0 0,0 0 0,0 0 16,0 0-16,0 0 0,0 0 0,-25 0 0,25 0 0,0 0 15,0 25-15,0-25 0,0 0 16,0 0-16,0 0 0,0 0 0,0 0 0,0 0 0,0 0 0,0 0 15,0 0-15,0 0 0,0 0 0,0 0 0,0 0 0,0 0 16,0 0-16,0 0 0,0 0 16,0 0-16,0 0 0,0 0 0,0 0 0,0 0 0,0 0 0,0 0 0,0 0 0,-25 0 15,25 0-15,0 0 0,0 0 16,0 0-16,0 0 0,0 0 0,0 0 0,0 0 15,0 0-15,0 0 0,0 0 0,0 0 0,0 0 0,0 0 0,0 0 0,0 0 16,0 0 0,0 0-16,0 0 0,0 0 0,0 25 0,0-25 0,0 0 0,0 0 0,0 0 0,0 0 15,0 0-15,-25 0 0,25 0 0,0 0 0,0 0 0,0 0 0,0 0 16,0 0-1,0 0-15,0 0 0,0 0 0,0 0 0,0 0 0,0 0 0,0 25 16,0-25-16,0 0 0,-25 0 0,25 0 0,0 0 0,0 0 0,0 0 0,0 0 16,0 0-16,0 0 15,0 0-15,0 0 0,0 0 0,0 0 0,0 0 0,0 0 0,0 0 0,0 0 16,0 0-16,0 0 0,0 0 0,0 0 0,0 0 0,-24 0 0,24 0 31,0 0-31,0 0 0,0 0 0,0 0 0,0 0 0,0 0 0,0 0 0,0 0 0,0 25 0,0-25 0,0 0 16,0 0-16,0 0 0,0 0 0,0 0 15,0 0-15,-25 0 0,25 0 16,0 0-16,0 0 0,0 0 0,0 0 0,0 0 0,0 0 0,0 24 0,0-24 15,0 0-15,-25 0 0,25 0 0,0 0 0,0 0 0,0 0 16,0 0-16,0 0 0,0 0 16,0 0-16,0 0 0,0 0 0,0 0 0,0 0 0,0 0 0,0 0 0,0 0 0,0 0 15,0 0 1,0 25-16,0-25 0,0 0 0,-25 0 0,25 0 0,0 0 0,0 0 0,0 0 15,0 0-15,0 0 0,0 0 0,0 0 0,0 0 0,0 0 0,0 0 0,0 0 32,0 0-32,0 0 0,0 0 0,0 0 0,0 0 0,0 0 0,0 0 0,0 0 15,0 25-15,0-25 0,0 0 0,0 0 0,0 0 0,0 0 0,0 0 0,0 0 16,0 0-1,0 0-15,0 0 0,0 0 0,0 0 0,0 0 0,0 0 0,0 0 0,0 25 16,0-25-16,0 0 0,0 0 0,0 0 0,0 0 0,0 0 0,0 0 16,0 0-1,0 0-15,-25 0 0,25 0 0,0 0 0,0 0 0,0 0 0,0 25 0,0-25 0,0 0 16,0 0-16,0 0 0,0 0 0,0 0 0,-25 0 0,25 0 0,0 0 15,0 0 1,0 0-16,0 25 0,0-25 0,0 0 0,0 0 0,0 0 0,0 0 0,0 0 0,0 0 16,0 0-16,0 0 0,0 0 0,0 0 0,0 24 0,0-24 15,0 0-15,0 0 16,0 0-16,0 0 0,0 0 0,0 0 0,0 0 0,0 0 0,0 0 0,0 25 15,0-25-15,0 0 16,0 0-16,0 0 0,0 0 0,0 0 0,0 0 0,0 0 0,0 0 16,0 0-16,0 25 0,0-25 0,0 0 0,0 0 0,0 0 0,0 0 0,0 0 15,0 0-15,0 0 0,0 0 0,0 0 0,0 25 16,0-25-16,0 0 0,0 0 0,0 0 0,0 0 15,0 0-15,0 0 0,0 0 0,0 25 0,0-25 16,0 0-16,0 0 0,0 0 0,0 0 0,0 0 16,0 0-16,0 0 0,0 0 0,0 0 0,0 0 0,0 0 0,0 24 15,0-24-15,0 0 0,25 0 0,-25 0 0,0 0 0,0 0 0,0 0 31,0 0-31,0 0 0,0 0 0,0 0 0,0 0 0,0 25 0,0-25 0,0 0 0,0 0 16,0 0-16,0 0 0,25 0 0,-25 0 0,0 0 0,0 0 0,0 0 0,0 0 16,0 0-16,0 0 15,0 25-15,0-25 0,0 0 0,0 0 0,0 0 0,0 0 0,0 0 16,0 0-16,0 0 0,0 0 0,0 0 0,0 25 0,0-25 0,0 0 0,25 0 31,-25 0-31,0 0 0,0 0 0,0 0 0,0 0 0,0 0 0,0 0 0,0 0 0,0 0 16,0 0-16,0 0 0,0 25 0,0-25 0,0 0 0,0 0 0,0 0 0,0 0 31,25 0-31,-25 0 0,0 0 0,0 0 0,0 0 0,0 0 0,0 0 15,0 0-15,0 0 0,0 0 0,0 0 0,0 0 0,0 0 0,0 24 0,25-24 32,-25 0-32,0 0 0,0 0 0,0 0 0,0 0 0,0 0 0,24 0 0,-24 0 0,0 0 0,0 0 0,0 0 15,0 25-15,25-25 0,-25 0 0,0 0 0,0 0 0,0 0 0,0 0 16,0 0 0,0 0-16,0 0 0,0 0 0,0 0 0,0 0 0,0 0 0,0 0 0,0 0 0,0 0 15,0 0-15,0 0 0,25 0 0,-25 0 0,0 0 0,0 0 0,0 0 16,0 0-1,0 0-15,0 0 0,0 0 0,0 0 0,25 0 0,-25 0 0,0 0 0,0 0 0,0 0 0,0 0 16,0 0 0,0 0-16,0 0 0,0 0 0,0 0 0,25 0 0,-25 0 0,0 0 15,0 0-15,0 0 0,0 0 0,0 0 0,0 0 0,0 0 0,0 0 16,24 0-16,-24 0 0,0 0 0,0 0 0,0 0 15,0 0-15,25 0 0,-25 0 0,0 0 0,0 0 0,0 0 16,0 0-16,25 0 0,-25 0 0,0 0 0,0 0 0,25 0 0,-25 0 16,0 0-16,0 0 0,0 0 15,0 0-15,0 0 0,0 0 0,25 0 0,-25 0 16,0 0-16,0 0 0,0-25 0,0 25 0,0 0 0,0 0 0,0 0 0,24 0 0,-24 0 15,0 0-15,0 0 16,0 0-16,0 0 0,25 0 0,-25 0 0,0 0 0,0 0 0,0 0 16,0 0-16,0 0 0,0 0 0,25 0 0,-25 0 0,0 0 0,0 0 31,0 0-31,25 0 0,-25 0 0,0 0 0,0 0 0,0-24 0,0 24 0,0 0 0,0 0 0,0 0 0,25 0 0,-25 0 15,0 0-15,0 0 0,0 0 16,0 0-16,24-25 0,-24 25 0,0 0 0,0 0 0,0 0 0,0 0 16,0 0-16,0-25 0,25 25 0,-25 0 0,0 0 0,0 0 0,0 0 15,0 0-15,0 0 16,0 0-16,0-25 0,25 25 0,-25 0 0,0 0 0,0 0 0,0 0 15,0 0-15,-25 0 0,25-25 0,0 25 0,0 0 0,0 0 0,25 0 0,-25 0 16,0 0 0,0-24-16,0 24 0,0 0 0,0 0 0,0 0 0,0 0 0,0 0 0,0-25 0,0 25 15,0 0-15,0 0 0,0 0 0,0-25 0,0 25 16,0 0-16,0 0 0,0 0 15,0 0-15,0 0 0,0-25 0,0 25 0,0 0 0,0 0 0,0 0 0,0 0 16,0 0-16,0 0 0,0 0 0,0-25 0,0 25 0,0 0 16,0 0-16,0 0 0,0 0 15,0-24-15,0 24 0,0 0 0,0 0 0,0 0 0,0 0 0,0 0 0,0 0 16,0-25-16,0 25 0,0 0 0,0 0 0,0 0 0,0 0 15,0 0-15,0 0 16,0-25-16,0 25 0,-25 0 0,25 0 0,0 0 0,0 0 0,0 0 0,0 0 0,0-25 16,0 25-16,0 0 0,0 0 0,0 0 15,0 0-15,0 0 0,0 0 0,0-25 16,0 25-16,0 0 0,0 0 0,-25 0 0,25 0 0,0 0 15,0-25-15,0 25 0,0 0 0,0 0 0,0 0 16,0 0-16,0 0 0,0-24 0,0 24 0,-24 0 0,24 0 0,0 0 0,0 0 31,0 0-31,0 0 0,0 0 0,0-25 0,0 25 0,-25 0 0,25 0 0,0 0 0,0 0 0,0 0 16,0-25-16,0 25 0,0 0 0,0 0 0,0 0 0,-25 0 0,25 0 15,0 0 1,0 0-16,0 0 0,0 0 0,0 0 0,0-25 0,0 25 0,-25 0 0,25 0 16,0 0-16,0 0 0,0 0 0,0 0 0,0 0 0,0 0 0,-25 0 0,25 0 15,0 0 1,0 0-16,0-25 0,0 25 0,-24 0 0,24 0 0,0 0 0,0 0 0,0 0 0,0 0 15,0 0-15,0 0 0,-25 0 0,25-24 0,0 24 0,0 0 16,0 0-16,0 0 16,0 0-16,0 0 0,-25 0 0,25 0 0,0 0 0,0 0 0,0 0 0,0 0 0,-25 0 15,25 0-15,0 0 0,-25 0 0,25 0 0,0 0 16,0 0-16,-24 0 15,24 0-15,0 0 0,0 0 0,0 0 0,0 0 0,0 0 0,0-25 0,0 25 16,0 0-16</inkml:trace>
  <inkml:trace contextRef="#ctx0" brushRef="#br0" timeOffset="778828.5465">26268 7987 0,'0'0'15,"0"0"-15,0 0 16,0 0-16,0 0 0,0 0 0,0 0 0,0 0 0,0 0 0,0 25 0,0-25 16,0 0-16,0 0 0,0 0 0,0 0 15,0 0-15,0 0 0,0 0 0,0 0 16,0 0-16,25 0 0,-25 0 0,0 0 0,0 0 0,0 0 0,0 0 0,0 0 15,0 0-15,0 0 0,0 0 0,0 0 0,0 0 0,0 0 0,0 0 16,0 25 0,0-25-16,0 0 0,0 0 0,0 0 0,25-25 0,-25 25 0,0 0 0,0 0 0,0 0 15,0 0 1,0 0-16,0 0 0,0 0 0,0 0 0,0 0 0,0 0 0,0 0 15,0 0-15,0 0 0,0 0 0,0 0 0,0 0 0,0 0 0,0 0 0,0 0 16,0 0-16,25-25 16,-25 25-16,0 0 0,0 0 0,0-25 0,0 25 0,24 0 0,-24-25 15,0 25-15,0 0 0,0-24 0,25 24 0,-25 0 0,0-25 0,0 25 0,0-25 16,0 25-16,25-25 15,-25 25-15,0 0 0,0-25 0,0 25 0,0-24 0,0 24 0,0-25 0,0 25 16,25 0 0,-25-25-16,0 25 0,0 0 0,0 0 0,0 0 0,0-25 0,0 25 0,0 0 0,0 0 0,0 0 15,0 0-15,0 0 0,0 0 0,0 0 0,0 0 0,0 0 16,0 0-16,0 0 15,0 0-15,0 0 0,0 0 0,0 0 0,0 0 0,0 0 0,0 0 16,0 0-16,0 0 0,0 0 0,0 0 0,0 0 0,0 0 0,0 0 16,0 0-1,0 0-15,0 0 0,-25 0 0,25 0 0,0 25 0,0-25 0,0 0 0,0 0 0,0 0 16,0 25-16,0-25 0,0 0 0,0 25 0,0-25 0,0 24 0,0-24 31,0 0-31,0 25 0,0-25 0,0 25 0,0-25 0,0 25 0,0-25 0,-25 25 16,25-25-16,0 24 0,0-24 0,0 0 0,0 25 0,0-25 0,0 25 15,0-25 1,0 0-16,0 25 0,0-25 0,0 0 0,0 0 0,0 0 0,0 0 0,0 25 0,0-25 15,0 0-15,0 0 0,0 0 0,0 0 0,0 0 0,0 0 0,0 0 16,0 0 0,0 0-16,0 0 0,0 0 0,0 0 0,0-25 0,0 25 0,0 0 0,0 0 31,0 0-31,0 0 0,0-25 0,0 25 0,0 0 0</inkml:trace>
  <inkml:trace contextRef="#ctx0" brushRef="#br0" timeOffset="780152.6222">27310 7789 0,'0'0'0,"0"0"15,0 0 1,0 0-16,0 0 0,0 0 0,0 0 0,0 0 0,0 0 0,0 24 15,0-24-15,0 0 0,0 0 0,0 0 0,0 0 0,0 0 0,0 0 16,0 0-16,0 0 0,0 0 0,0 0 0,0 0 0,0 0 16,0 0-16,0 0 0,0 0 15,0 0-15,0 0 0,0 0 0,0 0 0,0 0 0,0 0 0,0 0 0,0 0 16,0 0-1,0 0-15,0 0 0,0 0 0,0 0 0,0 0 0,0 0 0,0 0 16,0 0-16,0 0 0,0 0 0,0-24 0,0 24 0,0 0 0,0 0 0,0 0 0,0 0 31,0 0-31,0 0 0,0 0 0,0 0 0,0 0 0,0 0 0,0 0 0,0-25 0,0 25 16,0 0-16,0 0 0,0 0 0,0 0 0,0 0 0,0-25 15,0 25-15,0 0 0,25 0 16,-25 0-16,0 0 0,0 0 0,0-25 0,0 25 0,0 0 0,0 0 0,0 0 16,0 0-16,0 0 0,0-25 0,0 25 0,0 0 15,0 0-15,0 0 16,0 0-16,0 0 0,25 0 0,-25 0 0,0 0 0,0 0 0,0 0 15,0 0-15,0 0 0,0 0 0,0 0 32,0 0-32,0 0 0,0 0 0,0 0 0,24 0 0,-24 0 0,0 0 0,0 0 0,0 0 0,0 0 0,0 25 0,0-25 0,0 0 0,0 0 0,0 0 31,0 0-31,0 25 0,0-25 0,0 0 0,0 0 0,0 25 0,0-25 0,0 0 15,0 25-15,0-25 0,0 0 0,0 0 16,0 24-16,0-24 0,0 0 0,-24 0 0,24 25 0,0-25 0,0 0 0,0 0 16,0 0-16,0 25 0,-25-25 0,25 0 0,0 0 0,0 0 0,0 0 15,0 25 1,-25-25-16,25 0 0,0 0 0,0 0 0,0 0 0,0 0 0,0 0 0,0 0 15,0 0-15,0 0 0,0 0 0,0 0 0,0 0 0,0 0 0,0 0 16,0 0 0,0 0-16,0 0 0,0 0 0,0 0 0,0 0 0,0 0 0,0 0 0,25 0 15,-25 0-15,0 0 0,0 0 0,0 0 0,0 0 0,25-25 0,-25 25 0,0 0 16,0 0-16,24 0 0,-24 0 0,0 0 15,0 0-15,0 0 0,25 0 47,-25 0-47,0 0 0,0 0 0,0 0 0,25 25 0,-25-25 0,0 0 0,0 0 0,0 0 0,0 0 0,0 25 0,0-25 0,0 0 0,0 0 0,0 24 0,0-24 0,0 0 0,0 0 0,0 25 16,0-25-16,0 0 0,0 0 0,0 0 0,0 25 0,0-25 15,-25 0-15,25 0 0,0 25 16,0-25-16,0 0 0,-25 0 0,25 0 0,0 25 0,0-25 0,0 0 16,-24 0-16,24 0 0,0 0 0,0 0 0,0 0 15,0 0-15,-25 0 0,25 0 16,0 0-16,0 0 0,0 0 0,0 0 0,0 0 0,0 0 0,0 0 0,0 0 0,0 0 15,0 0 1,0 0-16,0 0 0,0 0 0,-25 0 0,25 0 0,0-25 0,0 25 0,0 0 16,0 0-16,0 0 0,0 0 0,0 0 0,0 0 0,0 0 0,25-25 15,-25 25 1,0 0-16</inkml:trace>
  <inkml:trace contextRef="#ctx0" brushRef="#br0" timeOffset="781398.6934">28501 7565 0,'0'0'0,"0"0"15,0 0 1,0 0-16,0 0 0,0 0 0,0 0 0,0 0 0,0 0 0,0 0 0,0 0 16,0 0-16,0 0 0,0 0 0,0 0 0,0 0 0,0 0 0,0 0 15,0 0-15,0 0 16,0 0-16,0 0 0,0 0 0,0 25 0,24-25 0,-24 0 0,0 0 0,0 0 15,0 0-15,0 0 0,0 0 0,0 0 0,0 0 0,0 0 16,0 0-16,0 0 0,0 0 0,0 0 16,0 0-16,0 0 0,0 25 0,0-25 0,0 0 0,0 0 0,0 0 31,0 0-31,0 0 0,0 0 0,0 0 0,0 0 0,0 25 0,0-25 0,0 0 0,0 0 15,0 0-15,0 0 0,0 0 0,0 0 0,0 0 0,0 25 0,0-25 16,0 0-16,0 0 16,0 0-16,0 0 0,25 0 0,-25 0 0,0 0 0,0 0 0,0 0 15,0 24-15,0-24 0,25 0 0,-25 0 0,0 0 0,0 0 0,0 25 0,0-25 16,25 0-1,-25 0-15,0 0 0,0 25 0,0-25 0,25 0 0,-25 0 0,0 0 0,0 25 16,0-25-16,0 0 0,24 0 0,-24 0 0,0 25 0,0-25 0,0 0 31,0 24-31,25-24 0,-25 0 0,0 0 0,0 25 0,0-25 0,0 0 0,0 0 0,0 25 16,0-25-16,0 0 0,0 0 0,0 0 0,0 25 0,0-25 0,0 0 15,0 0 1,0 0-16,0 25 0,0-25 0,0 0 0,0 0 0,-25 0 0,25 0 0,0 0 16,0 0-16,0 24 0,-24-24 0,24 0 0,0 0 0,0 0 0,-25 0 31,25 0-31,0 0 0,-25 0 0,25 0 0,0 0 0,0 0 0,-25 0 0,25 0 0,0 0 0,0 0 0,-25 0 15,25 0-15,0-24 0,0 24 0,0 0 0,-24 0 16,24 0-16,0-25 16,0 25-16,0 0 0,0 0 0,0-25 0,0 25 0,0 0 0,0-25 0,0 25 31,0-25-31</inkml:trace>
  <inkml:trace contextRef="#ctx0" brushRef="#br0" timeOffset="781601.705">28674 7565 0,'0'0'0,"0"0"0,0 0 0,0 0 0,0 0 15,0 0-15,0 0 0,0 0 0,0 0 0,0 0 16,0 0-16,25 0 0,-25 0 0,0 0 0,0 0 0,25 0 16,-25 0-16,25 0 0,-25 0 0,24 0 0,-24 0 15,25-24-15,0 24 0,-25 0 0,25 0 0,-25 0 0,25 0 16,-1 0-16,-24 0 0,25 0 0,-25 0 0,25 0 15,0 0-15,-25 0 0,25 0 0,-1 0 0,-24 0 0</inkml:trace>
  <inkml:trace contextRef="#ctx0" brushRef="#br0" timeOffset="782722.7692">29790 7615 0,'0'0'0,"0"0"15,0 0-15,25 0 0,-25 0 0,0-25 0,-25 25 0,25 0 0,0 0 16,0 0-16,0 0 0,0 0 16,0-25-16,0 25 0,0 0 0,0 0 0,0 0 0,0 0 0,0 0 15,0 0-15,0 0 0,0 0 0,0 0 0,0 0 0,0 0 16,0 0-16,0-24 15,-24 24-15,24 0 0,0 0 0,0 0 0,0 0 0,0 0 0,0 0 0,0 0 0,0 0 63,0 0-63,-25 24 0,25-24 0,0 0 0,0 0 0,0 0 0,0 0 0,-25 25 0,25-25 0,0 0 0,0 0 0,0 0 0,-25 25 0,25-25 0,0 0 0,0 0 0,0 25 0,0-25 0,-25 0 0,25 25 0,0-25 0,0 0 15,0 24-15,0-24 0,0 0 16,0 25-16,0-25 0,0 0 0,0 25 0,0-25 0,0 0 16,0 0-16,0 25 0,0-25 0,0 0 0,0 25 0,0-25 0,0 0 15,0 0 1,0 0-16,0 0 0,0 0 0,25 24 0,-25-24 0,0 0 0,0 0 0,0 0 0,0 0 0,25 0 15,-25 0-15,0 0 0,0 0 0,0 0 0,25 0 16,-25 0-16,0 0 16,0 0-16,25 0 0,-25 0 0,0 0 0,0 0 0,24 0 0,-24-24 0,0 24 0,0 0 15,25 0-15,-25 0 16,0-25-16,0 25 0,25 0 0,-25 0 0,0-25 0,0 25 0,25 0 15,-25 0-15,0-25 0,0 25 0,25 0 0,-25 0 0,0-25 0,0 25 16,0 0-16,24 0 0,-24-24 0,0 24 0,0 0 0,0 0 16,0 0-16,0-25 15,0 25-15,0 0 0,0 0 0,0 0 0,0 0 0,0 0 0,0 0 0,0 0 0,0 0 16,0 0-1,0 0-15,0 0 0,0 0 0,0 0 0,0 0 0,0 0 16,0 0-16,0 0 0,0 0 0,0 0 0,0 0 0,0 0 0,0 0 16,0 0-1,0 0-15,0 0 0,0 0 0,0 0 0,0 0 0,0 0 0,0 0 0,0 0 16,0 0-16,0 25 0,0-25 0,0 0 0,-24 0 0,24 24 0,0-24 0,0 0 15,0 25-15,0-25 0,0 0 16,0 25-16,0-25 0,0 25 0,0-25 0,0 25 0,0-25 0,0 0 16,0 24-16,0-24 0,0 25 0,0-25 0,0 25 0,0-25 0,-25 25 15,25-25 1,0 0-16,0 25 0,0-25 0,0 0 0,0 24 0,0-24 0,0 0 0,0 0 0,0 25 0,0-25 15,0 0 1,0 0-16,0 25 0,0-25 0,0 0 0,-25 0 0,25 0 0,0 25 0,0-25 0,0 0 16,0 0-16,0 0 0,-25 0 0,25 0 0,0 0 0,0 0 0,-25 25 31,25-25-31,0 0 0,0 0 0,-24 0 0,24 0 0,0 0 0,0 0 0,-25 0 15,25 0-15,0 0 0,0 0 0,-25 0 0,25 0 0,0 0 0,0 0 0,0 0 16,-25 0-16,25 0 16,0-25-16,0 25 0,0 0 0,0 0 0,0 0 0,0-25 0,0 25 15,0 0-15,0 0 0,0 0 0,0 0 0,25 0 0,-25 0 0</inkml:trace>
  <inkml:trace contextRef="#ctx0" brushRef="#br0" timeOffset="785504.9283">30485 7516 0,'0'0'0,"0"0"15,0 0 1,0 0-16,0 0 0,0 0 0,0 0 0,0 0 0,0 0 0,0 0 0,0 0 0,0 0 15,0 25-15,0-25 0,0 0 0,0 0 0,0 0 0,0 0 16,0 0-16,0 0 16,0 0-16,0 0 0,0 0 0,0 24 0,0-24 0,0 0 0,0 0 0,-25 0 15,25 0-15,0 0 0,0 25 0,0-25 0,0 0 0,0 0 0,0 0 31,0 0-31,0 0 0,0 25 0,0-25 0,0 0 0,0 0 0,0 0 0,0 25 0,0-25 16,0 0-16,-25 0 0,25 0 0,0 25 0,0-25 0,0 0 0,0 0 16,0 24-1,0-24-15,0 0 0,0 0 0,0 25 0,0-25 0,0 0 0,0 25 0,0-25 16,0 0-16,0 25 0,0-25 15,0 0-15,0 25 0,0-25 0,0 0 0,-24 24 0,24-24 0,0 0 16,0 25-16,0-25 0,0 0 0,0 25 0,0-25 0,0 0 0,0 0 16,0 25-16,0-25 15,0 0-15,0 25 0,0-25 0,0 0 0,0 0 0,0 24 0,0-24 16,0 0-16,0 25 0,0-25 0,0 0 0,0 0 0,0 25 0,0-25 0,0 0 15,0 0-15,0 25 0,0-25 0,0 0 0,0 0 0,0 25 16,0-25-16,0 0 31,0 25-31,0-25 0,0 0 0,0 0 0,0 24 0,0-24 0,0 0 0,0 0 0,0 25 0,0-25 0,0 0 0,0 0 0,0 25 0,0-25 16,0 0-1,24 25-15,-24-25 0,0 0 0,0 0 0,0 25 0,0-25 0,0 0 0,0 24 16,0-24-16,0 0 0,0 0 0,0 0 0,0 25 0,0-25 0,0 0 16,0 25-16,0-25 15,0 0-15,0 25 0,0-25 0,0 0 0,0 25 0,0-25 16,0 24-16,0-24 0,0 0 0,0 25 0,0-25 0,0 0 0,0 0 0,0 25 15,0-25-15,0 0 16,0 25-16,0-25 0,0 0 0,0 25 0,0-25 0,0 0 16,0 24-16,0-24 0,-24 0 0,24 25 0,0-25 0,0 25 0,0-25 0,0 0 31,0 25-31,0-25 0,0 0 0,0 25 0,0-25 0,0 0 0,0 24 0,0-24 0,0 0 0,0 0 0,0 25 15,0-25-15,0 25 0,0-25 0,0 0 16,0 25-16,0-25 0,0 0 0,0 25 0,0-25 16,0 24-16,0-24 0,0 0 0,0 25 0,0-25 0,0 25 0,-25-25 0,25 0 15,0 25-15,0-25 0,0 25 0,0-25 0,0 0 16,0 24-16,0-24 0,0 0 15,0 25-15,0-25 0,0 0 0,0 25 0,-25-25 0,25 25 0,0-25 0,0 0 16,0 25 0,0-25-16,0 0 0,0 24 0,0-24 0,0 0 0,0 25 0,0-25 15,0 0-15,0 25 0,0-25 0,0 25 0,0-25 0,-25 25 0,25-25 0,0 25 16,0-25-1,0 0-15,0 24 0,0-24 0,0 25 0,0-25 0,0 0 0,0 25 0,0-25 16,0 0-16,0 25 0,0-25 0,0 0 0,0 25 0,0-25 0,0 0 16,0 24-1,-25-24-15,25 0 0,0 25 0,0-25 0,0 0 0,0 25 0,0-25 0,0 25 0,0-25 16,0 0-16,0 25 0,0-25 0,0 0 0,0 24 0,0-24 15,0 0-15,0 25 0,0-25 16,0 0-16,0 25 0,0-25 0,-24 0 0,24 25 0,0-25 0,0 25 0,0-25 16,0 0-1,0 24-15,0-24 0,0 25 0,0-25 0,0 0 0,0 25 0,0-25 0,0 0 16,-25 25-16,25-25 0,0 25 0,0-25 0,0 0 0,0 24 0,0-24 15,0 0-15,0 25 0,0-25 16,0 0-16,0 25 0,0-25 0,0 0 0,0 0 0,0 25 0,0-25 0,0 0 16,0 0-16,0 25 0,0-25 0,0 0 0,0 0 0,0 24 15,0-24 1,0 0-16,0 0 0,0 25 0,-25-25 0,25 0 0,0 25 0,0-25 0,0 0 15,0 25-15,0-25 0,0 0 0,0 25 0,0-25 0,0 0 16,0 0-16,0 24 0,0-24 16,0 0-16,0 0 0,0 25 0,0-25 0,0 0 0,-25 25 0,25-25 15,0 0-15,0 25 0,0-25 0,0 0 0,0 25 0,0-25 0,0 0 31,0 24-31,0-24 0,0 25 0,0-25 0,0 0 0,0 25 0,0-25 0,0 25 0,0-25 0,0 0 16,0 25-16,0-25 0,0 25 0,0-25 0,0 0 0,0 24 16,0-24-16,0 25 15,0-25-15,0 0 0,0 25 0,0-25 0,0 25 0,0-25 0,0 25 0,0-25 0,0 0 16,0 24-16,0-24 15,0 0-15,0 25 0,0-25 0,0 0 0,0 25 0,0-25 0,0 0 16,0 25-16,0-25 0,0 0 0,0 25 0,0-25 0,0 0 0,0 24 16,0-24-1,0 0-15,0 25 0,0-25 0,0 0 0,0 25 0,0-25 0,0 25 0,0-25 16,0 0-16,0 25 0,0-25 0,0 0 0,0 24 0,0-24 0,0 0 15,0 25-15,0-25 0,0 0 16,0 25-16,0-25 0,0 0 0,0 25 0,0-25 0,0 0 0,0 25 0,0-25 31,0 0-31,0 24 0,0-24 0,0 0 0,-25 25 0,25-25 0,0 0 0,0 25 0,0-25 16,0 0-16,0 0 0,0 25 0,0-25 0,25 0 0,-25 0 0,0 25 15,0-25-15,0 0 0,0 24 16,0-24-16,0 0 0,0 0 0,0 25 0,0-25 0,0 0 16,0 25-16,0-25 0,0 0 0,0 0 0,0 25 0,0-25 0,0 0 0,0 25 15,0-25 1,0 0-16,0 24 0,0-24 0,0 0 0,0 25 0,0-25 0,0 0 0,0 25 15,0-25-15,0 0 0,0 0 0,0 25 0,0-25 0,0 0 0,-25 25 16,25-25 0,0 0-16,0 24 0,0-24 0,0 0 0,0 25 0,0-25 0,0 25 0,0-25 0,0 0 15,0 25-15,0-25 0,0 25 0,0-25 0,0 24 0,0-24 0,0 0 47,0 25-47,0-25 0,-25 25 0,25-25 0,0 25 0,0-25 0,0 0 0,0 25 0,0-25 0,0 25 0,0-25 0,0 24 0,0-24 0,0 25 0,0-25 0,0 25 31,-24-25-31,24 25 0,0-25 0,0 0 0,0 25 0,0-25 0,0 24 0,0-24 16,0 25-1,0-25-15,0 0 0,0 25 0,0-25 0,0 25 0,0-25 0,0 0 0,0 25 0,0-25 0,0 24 0,0-24 0,0 0 16,0 25-16,0-25 16,0 25-16,0-25 0,0 0 0,0 25 0,0-25 0,0 25 0,0-25 15,0 0-15,0 24 0,0-24 0,0 25 0,-25-25 0,25 0 0,0 25 0,0-25 16,0 0-1,0 25-15,0-25 0,0 0 0,0 25 0,0-25 0,0 0 0,0 24 16,0-24-16,0 0 0,0 25 0,0-25 0,0 0 0,0 0 0,0 25 0,0-25 16,0 0-1,0 25-15,-25-25 0,25 0 0,0 0 0,0 25 0,0-25 0,0 0 0,0 0 16,0 24-16,0-24 0,0 0 0,0 0 0,0 25 0,0-25 0,0 0 31,0 0-31,0 25 0,0-25 0,0 0 0,-25 25 0,25-25 0,0 0 0,0 0 16,0 25-16,0-25 0,0 0 0,0 24 0,0-24 0,0 0 0,0 25 0,0-25 15,0 0-15,0 25 16,0-25-16,0 0 0,0 25 0,0-25 0,0 0 0,0 25 0,0-25 15,0 0-15,-25 24 0,25-24 0,0 0 0,0 25 0,0-25 0,0 0 16,0 25 0,0-25-16,0 0 0,0 25 0,0-25 0,0 0 0,0 25 0,0-25 0,0 25 0,0-25 15,0 0-15,0 24 0,0-24 0,0 25 0,0-25 0,0 0 0,0 25 16,0-25 15,0 25-31,0-25 0,0 0 0,0 25 0,-24-25 0,24 24 0,0-24 0,0 0 0,0 25 0,0-25 0,0 0 0,0 25 0,0-25 0,0 0 16,0 0-16,0 25 0,0-25 0,0 0 0,0 0 15,0 0-15,0 0 0,0 0 16,0 0-16,0 0 0,0 0 0,0 0 0,0 0 0,0 0 0,0 0 0,0 0 15,0 0-15,0 0 0,0-25 0,0 25 0,0 0 0,0 0 16,0-25-16,0 25 16,0-25-16</inkml:trace>
  <inkml:trace contextRef="#ctx0" brushRef="#br0" timeOffset="787604.0484">30807 7541 0,'0'0'0,"0"0"0,0 0 16,0 0-16,25 0 0,-25 0 0,0 0 0,0 0 0,0 0 15,0 0-15,0 0 0,0 0 0,0 0 0,0 0 0,0 0 0,0 0 16,0 0 0,0 0-16,0 0 0,0 0 0,0 0 0,0 0 0,0 0 0,0 0 0,0 0 15,0 0-15,0 0 0,0 0 0,0 0 0,0 0 0,0 0 0,0 0 16,0 0-16,0 0 15,0 0-15,0 0 0,0 0 0,0 0 0,0 0 0,0 0 16,0 0-16,0 0 0,0 0 0,0 0 0,0 24 0,0-24 0,0 0 0,0 0 16,0 0-1,0 0-15,0 0 0,0 0 0,0 0 0,-25 25 0,25-25 0,0 0 0,0 0 0,0 0 0,0 25 0,0-25 16,0 0-1,0 0-15,0 25 0,0-25 0,0 0 0,-24 25 0,24-25 0,0 0 16,0 0-16,0 24 0,0-24 0,0 0 0,0 0 0,0 25 0,0-25 0,0 0 16,-25 0-16,25 25 0,0-25 0,0 0 0,0 0 0,0 0 15,0 0-15,0 0 0,0 0 16,0 0-16,0 25 0,0-25 0,0 0 0,0 0 0,0 0 0,0 0 15,0 0-15,0 0 0,0 0 0,0 0 0,0-25 0,0 25 16,0 0-16,0 0 16,25 0-16,-25 0 0,0 0 0,0 0 0,0 0 0,0 0 0,0 0 0,0 0 0,0 0 15,0 0-15,24 0 16,-24 0-16,0 0 0,0 0 0,0 0 0,0 0 15,0 0-15,0 0 0,0 0 0,0 0 0,25 0 0,-25 0 0,0 0 0,0 0 0,0 0 16,0 0-16,0 0 16,0 0-16,25 0 0,-25 0 0,0 0 0,0 0 0,0 0 0,0 0 0,25 0 15,-25 0-15,0 0 0,0 0 0,0 0 0,25 0 0,-25 0 0,0 0 16,0 0-1,0 0-15,0 0 0,0 25 0,24-25 0,-24 0 0,0 0 0,0 0 0,0 0 16,0 0-16,0 0 0,0 0 0,0 25 0,0-25 0,0 0 0,0 0 16,0 0-16,0 24 15,0-24-15,0 0 0,0 0 0,0 25 0,0-25 0,0 0 0,0 0 16,0 25-1,0-25-15,0 0 0,0 0 0,0 25 0,0-25 0,-24 0 0,24 0 0,0 25 0,0-25 16,0 0-16,0 0 0,-25 24 0,25-24 0,0 0 0,0 0 16,0 0-16,-25 25 0,25-25 0,0 0 0,0 0 0,0 0 0,0 0 0,-25 25 15,25-25-15,0 0 0,0 0 0,0 0 0,-25 0 0,25 0 16,0 0-16,0 0 15,0 0-15,0 0 0,-24 0 0,24 0 0,0 0 0,0 0 0,0 0 0,0 0 16,0-25-16,0 25 0,-25 0 0,25 0 0,0 0 0,0 0 16,0 0-16,0 0 15,0 0-15,0 0 0,0 0 0,-25-25 0,25 25 0,0 0 0,0 0 31,0 0-31,0 0 0,0 0 0,0 0 0,0-24 0,0 24 0,0 0 0,0 0 0,0 0 0,0 0 0,0-25 0</inkml:trace>
  <inkml:trace contextRef="#ctx0" brushRef="#br0" timeOffset="787841.062">30807 7565 0,'0'0'15,"0"0"-15,0 0 0,25 0 0,-25 0 0,0 0 0,0 0 16,0 0-16,0 0 0,25 0 0,-25 0 0,0 0 16,25 0-16,-25 0 0,0 0 0,25 25 15,-25-25-15,0 0 0,24 0 0,-24 0 0,25 0 0,-25 0 0,0 0 16,25 0-16,-25 0 0,0 0 0,25 0 15,-25 0-15,0 0 0,25 0 0,-25 0 0,0 0 0,0 0 0</inkml:trace>
  <inkml:trace contextRef="#ctx0" brushRef="#br0" timeOffset="788687.1104">31229 7665 0,'0'0'0,"0"0"0,0 0 16,0 0-16,0-25 0,0 25 0,0 0 0,0 0 0,0 0 0,0 0 15,0 0-15,0 0 0,0 0 0,0 0 16,0 0-16,0 0 0,0 0 0,0 0 16,0 0-16,0 0 0,0 0 0,0 0 0,0 0 0,0 0 0,0 0 0,0 0 15,0 0-15,0 0 0,0 0 0,0 0 0,0 0 0,-25 0 16,25 0-16,0 25 0,0-25 15,0 0-15,0 0 0,0 0 0,0 0 0,0 0 0,-25 0 0,25 0 0,0 0 0,0 24 32,0-24-32,0 0 0,0 0 0,-24 0 0,24 25 0,0-25 0,0 0 0,0 0 0,0 0 0,0 0 15,0 25-15,0-25 0,0 0 0,0 0 0,0 0 0,0 25 0,0-25 31,0 0-31,0 0 0,0 0 0,0 25 0,0-25 0,0 0 0,24 0 0,-24 0 16,0 24 0,0-24-16,0 0 0,0 0 15,0 25-15,0-25 0,0 0 0,25 0 0,-25 25 0,0-25 0,0 0 0,0 0 0,25 25 0,-25-25 0,0 0 0,25 25 0,-25-25 16,0 0-16,0 0 0,25 0 0,-25 24 0,0-24 0,25 0 0,-25 0 15,0 0-15,0 0 0,0 0 16,0 25-16,24-25 0,-24 0 0,0 0 0,0 0 0,0 25 0,0-25 0,0 0 16,0 0-16,0 0 0,0 0 0,0 0 0,0 0 0,0 0 15,0 0-15,0 0 16,0 0-16,0 0 0,0 25 0,0-25 0,0 0 0,-24 0 0,24 0 0,0 0 0,0 0 15,0 0-15,-25 0 16,25 0-16,0 0 0,-25 0 0,25 25 0,0-25 0,0 0 0,-25 0 16,25 0-16,0 0 0,0 0 0,0 0 0,-25 0 0,25 0 0,0 0 15,0 0-15,0-25 0,0 25 0,0 0 16,0 0-16,0 0 0,0-25 0,0 25 0,0 0 15,0 0-15,0-25 0,0 25 0,0 0 0,0-25 0,25 25 0,-25 0 0,0-24 16,0 24-16,0 0 0,25-25 16,-25 25-16,0 0 0,0 0 0,25-25 0,-25 25 0,0 0 0,25 0 15,-25-25-15,0 25 0,24 0 0,-24-25 0,0 25 0,0 0 0,25 0 16,-25-24-16,0 24 0,0 0 15,25 0-15,-25-25 0,0 25 0,0 0 0,0 0 0,0-25 0,25 25 16,-25 0-16,0 0 0,0 0 0,0-25 0,0 25 0,0 0 0,0 0 16,0 0-1,0 0-15,0 0 0,0 0 0,0 0 0,0-25 0,0 25 0,0 0 0,0 25 0,0-25 16,0 0-16,-25 0 0,25 0 0,0 0 0,0 0 0,0 0 0,0 0 15,0 0 1,0 0-16,0 0 0,0 0 0,0 0 0,0 0 0</inkml:trace>
  <inkml:trace contextRef="#ctx0" brushRef="#br0" timeOffset="790674.2239">31651 7466 0,'0'0'0,"0"0"0,0 0 15,0 0-15,0 0 0,0 0 0,0 0 0,0 0 0,0 0 0,0 0 16,0 0 0,0 0-16,25 25 0,-25-25 0,0 0 0,0 0 0,0 0 0,0 0 0,0 0 31,0 0-31,0 25 0,0-25 0,0 0 0,0 0 0,0 0 0,0 0 0,0 25 0,-25-25 0,25 0 0,0 0 0,0 24 0,0-24 0,0 0 15,0 0 1,0 25-16,0-25 0,0 0 0,0 0 0,0 25 0,0-25 0,0 0 0,0 25 0,0-25 16,0 0-16,0 0 0,0 25 15,-25-25-15,25 0 0,0 24 0,0-24 0,0 0 0,0 25 16,0-25-16,0 0 0,0 25 0,0-25 0,0 25 0,0-25 0,0 0 15,0 25-15,0-25 0,0 0 0,0 24 0,0-24 0,0 0 0,0 25 16,0-25-16,0 25 0,0-25 0,0 0 16,0 25-16,0-25 0,0 0 0,0 25 0,0-25 0,0 24 0,0-24 15,-25 0-15,25 25 0,0-25 0,0 25 0,0-25 16,0 25-16,0-25 0,0 0 0,0 25 15,0-25-15,0 25 0,0-25 0,0 0 0,0 24 0,-25-24 0,25 0 16,0 25-16,0-25 0,0 0 0,0 25 0,0-25 16,25 25-16,-25-25 0,0 0 0,0 25 0,0-25 15,0 24-15,0-24 0,0 0 0,0 0 0,0 25 0,0-25 0,0 0 16,0 25-16,0-25 0,0 0 0,0 0 0,0 25 0,0-25 15,0 0-15,0 25 0,0-25 0,0 0 16,0 0-16,0 24 0,0-24 0,0 0 0,0 25 0,0-25 0,0 0 0,0 25 16,0-25-1,0 0-15,0 25 0,0-25 0,0 0 0,0 25 0,0-25 0,0 0 16,0 24-16,0-24 0,0 0 0,0 25 0,0-25 0,0 25 0,0-25 0,0 25 0,0-25 31,0 0-31,0 25 0,0-25 0,25 24 0,-25-24 0,0 0 0,0 0 0,0 25 0,0-25 0,0 0 0,0 25 31,0-25-31,0 25 0,0-25 0,0 0 0,0 25 0,-25-25 0,25 0 0,0 24 0,0-24 16,0 0-16,0 25 0,0-25 0,0 25 0,0-25 0,0 0 0,0 25 15,0-25-15,0 25 0,0-25 16,0 0-16,0 24 0,-25-24 0,25 25 0,0-25 0,0 0 0,0 25 0,0-25 16,0 0-16,0 25 0,0-25 0,0 0 0,0 25 0,0-25 0,0 24 31,0-24-31,0 0 0,0 25 0,0-25 0,0 25 0,0-25 0,0 0 0,0 25 0,0-25 0,0 0 0,0 25 15,0-25-15,0 0 0,0 25 0,0-25 16,0 0-16,0 24 0,0-24 0,0 0 16,0 25-16,0-25 0,-24 0 0,24 25 0,0-25 0,0 25 0,0-25 0,0 25 0,0-25 15,0 0-15,0 24 0,0-24 0,0 0 0,0 25 16,-25-25-16,25 0 0,0 25 15,0-25-15,0 0 0,0 25 0,0-25 0,0 0 0,0 25 0,0-25 0,0 24 16,0-24-16,0 0 0,0 25 0,0-25 0,0 0 16,0 25-16,0-25 0,0 0 0,0 0 15,0 25-15,0-25 0,0 0 0,-25 0 0,25 25 0,0-25 0,0 0 0,0 24 0,0-24 0,0 0 31,0 25-31,0-25 0,0 25 0,0-25 0,0 0 0,0 25 0,0-25 0,0 0 16,0 25-16,0-25 0,0 0 0,0 24 16,0-24-16,0 25 0,0-25 0,0 0 0,0 25 0,0-25 0,0 25 15,0-25-15,0 25 0,0-25 0,0 24 0,0-24 0,0 0 0,0 25 16,0-25-16,0 25 0,0-25 0,0 25 0,0-25 0,0 0 0,0 25 15,0-25-15,0 24 16,0-24-16,0 25 0,0-25 0,0 25 0,0-25 0,0 0 0,0 25 0,0-25 0,0 25 16,0-25-16,0 24 0,0-24 0,0 0 0,0 25 0,0-25 15,0 25-15,0-25 47,0 25-47,0-25 0,0 25 0,0-25 0,0 0 0,0 25 0,0-25 0,0 24 0,-25-24 0,25 25 0,0-25 0,0 25 0,0-25 0,0 0 0,0 25 0,0-25 0,0 25 16,0-25-16,0 24 0,-25-24 0,25 0 0,0 25 0,0-25 15,0 25-15,0-25 0,0 25 0,0-25 0,0 25 0,0-25 0,0 24 16,-24-24-16,24 25 0,0-25 0,0 25 0,0-25 0,0 25 15,0-25-15,0 25 0,0-25 0,0 24 16,0-24-16,0 25 0,0-25 0,-25 25 0,25-25 0,0 25 0,0-25 0,0 25 16,0-25-16,0 24 15,0-24-15,0 25 0,0-25 0,0 0 0,0 25 0,0-25 0,0 0 16,0 25-16,0-25 0,0 25 0,0-25 0,0 0 0,0 24 0,0-24 0,0 25 15,0-25 1,0 0-16,0 25 0,0-25 0,-25 25 0,25-25 0,0 0 0,0 25 0,0-25 0,0 24 0,0-24 16,0 0-16,0 25 0,0-25 0,0 25 0,0-25 0,0 25 15,0-25-15,0 0 16,0 25-16,0-25 0,0 24 0,0-24 0,0 0 0,0 25 0,0-25 0,0 0 15,0 25-15,0-25 0,0 25 0,0-25 16,0 0-16,0 25 0,0-25 0,0 24 0,-25-24 0,25 25 16,0-25-16,0 25 0,0-25 0,0 0 0,0 25 0,0-25 0,0 25 15,0-25-15,0 0 0,0 25 0,0-25 0,0 24 0,0-24 0,0 25 16,0-25-1,0 0-15,0 25 0,0-25 0,0 25 0,0-25 0,0 25 0,0-25 0,0 0 0,-25 24 0,25-24 16,0 25 0,0-25-16,0 0 0,0 25 0,0-25 0,0 25 0,0-25 0,0 25 0,0-25 15,0 0-15,0 24 0,0-24 0,0 25 0,0-25 0,0 0 0,0 25 16,0-25-16,0 25 0,0-25 0,0 0 0,0 25 0,0-25 15,0 0-15,0 24 0,0-24 16,0 0-16,0 25 0,0-25 0,0 0 0,0 25 0,0-25 0,0 0 0,0 25 16,0-25-16,0 25 0,0-25 0,0 0 0,0 0 0,0 24 15,0-24-15,0 0 16,0 25-16,0-25 0,0 0 0,0 25 0,0-25 0,0 0 0,0 25 0,-24-25 0,24 0 15,0 25 1,0-25-16,0 0 0,0 24 0,0-24 0,0 0 0,0 0 0,0 25 0,0-25 0,0 0 0,0 25 16,0-25-1,0 0-15,0 0 0,0 25 0,0-25 0,0 0 0,0 25 0,0-25 16,0 0-16,0 24 15,0-24-15,0 0 0,0 25 0,0-25 0,0 0 0,0 25 0,0-25 0,0 0 0,0 25 0,0-25 16,0 0-16,0 0 0,0 25 0,0-25 0,0 0 0,0 0 0,0 24 0,0-24 31,0 0-31,0 0 0,0 0 0,0 25 0,0-25 0,0 0 0,0 0 0,0 0 0,0 0 16,0 0-16,0 25 0,0-25 0,0 0 0,0 0 0,0 0 0,0 0 15,0 0-15,0 0 16,0 0-16,0 25 0,0-25 0,0 0 0,0 0 0,0 0 0,0 0 16,0 0-16,0 0 0,0 0 0,0 0 0,0 0 0,0 0 0,0 0 0,0 0 15,0 0 1,0 0-16,0 0 0,0 0 0,0 0 0,0 0 0,0 0 0,24 0 0,-24 0 0,0 0 15,0 0-15,0 0 0,0 0 0,0 0 0,0-25 0,0 25 0,0 0 32,0 0-32,0 0 0,0-25 0,0 25 0,0 0 0,0 0 0,0-25 0,0 25 0,0 0 15,0 0-15,0 0 0</inkml:trace>
  <inkml:trace contextRef="#ctx0" brushRef="#br0" timeOffset="794708.4548">32048 7590 0,'0'0'0,"0"0"0,0 0 15,0 0-15,0 0 0,0 0 0,0 0 0,0 0 0,0 0 0,0 0 16,0 0-16,0 0 15,0 0-15,0 0 0,0-25 0,0 25 0,0 0 0,0 0 0,0 0 0,0 0 16,0 0-16,0 0 0,0 0 0,0 0 0,0 0 16,0 0-16,0 0 0,0 0 0,0 0 0,0 0 15,0 0-15,0 0 0,0 0 0,0 0 0,0 0 0,0 0 0,0 0 0,0 0 0,0 0 16,0 0-16,0 25 0,0-25 0,0 0 0,0 0 15,-25 0-15,25 0 16,0 0-16,0 25 0,0-25 0,0 0 0,0 25 0,0-25 0,0 0 0,0 25 16,0-25-16,-25 24 0,25-24 0,0 0 0,0 25 0,0-25 0,0 25 15,0 0 1,0-25-16,0 25 0,-25-25 0,25 24 0,0-24 0,0 25 0,0-25 0,0 0 0,0 25 0,0-25 15,0 0-15,0 25 16,0-25-16,0 0 0,0 0 0,0 25 0,0-25 0,0 0 0,0 0 16,0 0-16,0 0 0,0 0 0,0 0 15,0 0-15,0 0 16,0 24-16,0-24 0,0 0 0,0 0 0,0 0 0,-25 0 0,25 0 0,0 0 0,0 0 0,0 0 0,0 0 15,0 0-15,0 0 0,0-24 0,0 24 0,0 0 0,0 0 0,0 0 0,0 0 32,0-25-32</inkml:trace>
  <inkml:trace contextRef="#ctx0" brushRef="#br0" timeOffset="794914.4665">31973 7764 0,'0'0'0,"0"0"15,0 0-15,0 0 0,0 0 0,0 0 0,0-25 0,0 25 16,0 0-16,0 0 0,0 0 0,0 0 0,0 0 0,25 25 16,-25-25-16,0 0 0,0 0 0,25 0 0,-25 0 15,0 0-15,25 0 0,-25 0 0,24 0 0,-24 0 0,25 0 16,-25 0-16,25 0 0,-25 0 0,0 0 0,25 0 15,-25 0-15,25 0 0,-25-25 0,24 25 0,-24 0 0,0 0 16,25 0-16,-25 0 0,0 0 0,25 0 0,-25 0 0,0 0 16,0 0-16,0 0 0,25 0 0,-25 0 0,0 0 15,0 0-15,0-25 0,0 25 0,0 0 0,0 0 0,0 0 16</inkml:trace>
  <inkml:trace contextRef="#ctx0" brushRef="#br0" timeOffset="795131.4789">32296 7640 0,'0'-25'0,"0"25"16,0 0-16,0 0 0,0 0 0,0 0 0,0 0 0,0 0 46,0 0-46,0 0 0,0 0 0,0 0 16,0 0-16,0 0 0,0 0 0,0 0 0,0 0 0,0 0 0,0 0 0,0 0 0,0 0 0,0 0 0,0 0 0,-25 0 0,25 0 0,0 25 0,0-25 0,0 0 0,0 0 0,0 25 0,0-25 16,0 0-16,0 24 0,0-24 0,0 0 0,0 0 0,0 25 15,0-25-15,0 0 0,0 25 0,0-25 0,-25 0 16,25 25-16,0-25 0,0 0 0,0 25 0,0-25 0,0 0 15,0 24-15,0-24 0,0 0 0,0 25 0,0-25 0,0 0 16,0 0-16,0 25 0,0-25 0,0 0 16,0 0-16,0 0 0,0 25 0,0-25 0,0 0 0,0 0 0,25 0 15,-25 0-15,0 0 16,0 0-16,0 0 0</inkml:trace>
  <inkml:trace contextRef="#ctx0" brushRef="#br0" timeOffset="795485.4992">32345 7962 0,'0'0'0,"0"0"0,0 0 0,0 0 0,0 0 0,0 0 0,0 0 0,0 0 0,0 0 16,0 0-16,25-25 0,-25 25 0,0 0 0,0 0 15,0 0-15,25 0 0,-25-24 0,0 24 0,25 0 0,-25 0 16,0-25-16,0 25 0,25 0 0,-25 0 0,0-25 0,24 25 15,-24 0-15,0-25 0,0 25 0,25 0 0,-25 0 16,0-25-16,0 25 0,0 0 0,0 0 0,0 0 0,25-24 16,-25 24-16,0 0 0,0 0 0,0 0 15,0 0-15,0 0 0,0-25 0,0 25 0,0 0 0,0 0 0,0 0 16,0 0-16,0 0 15,0 0-15,0 25 0,0-25 0,0 0 0,0 0 0,0 0 0,0 24 0,0-24 0,0 0 16,0 25-16,0-25 0,-25 25 16,25-25-16,0 25 0,0-25 0,0 25 0,0-25 0,0 24 0,0-24 0,0 25 0,-25-25 31,25 25-31,0-25 0,0 25 0,0-25 0,0 25 0,-24-25 0,24 25 0,0-25 0,0 24 0,0 1 15,-25-25-15,25 25 0,0-25 0,-25 25 0,25-25 0,0 0 0,0 25 16,-25-25-16,25 24 0,0-24 16</inkml:trace>
  <inkml:trace contextRef="#ctx0" brushRef="#br0" timeOffset="798159.6522">26367 8806 0,'0'0'0,"0"0"0,-24 0 16,24 0-1,0 0-15,0 0 0,0 0 0,0 0 0,0 0 0,0 0 0,0 0 0,0 0 0,0-25 16,0 25-16,0 0 0,0 0 0,0 0 0,0 0 0,0 0 31,0 0-31,0 0 0,0 0 0,0 0 0,0 0 0,0 0 0,0 0 0,0 0 0,0 0 0,0 0 0,0 0 16,0 0-16,0 0 0,0 0 15,0 0-15,0 0 0,0 0 0,0 0 0,0 0 0,0 0 16,0 0-16,0 0 0,-25 0 0,25 0 0,0 0 0,0 0 0,0 0 15,0 0-15,0 0 0,0 0 0,0 0 0,-25 0 16,25 0-16,0 0 16,0 0-1,0 0-15,0 0 0,0 25 0,-25-25 0,25 0 0,0 0 0,0 0 0,0 0 0,-25 0 0,25 0 0,0 0 0,0 0 16,0 0-16,0 0 0,-24 0 0,24 0 0,0 24 0,0-24 0,0 0 15,0 0-15,0 0 0,-25 0 16,25 0-16,0 0 0,0 0 0,0 25 0,0-25 0,0 0 16,0 0-16,-25 0 0,25 25 0,0-25 0,0 0 0,0 0 0,0 25 0,0-25 31,0 0-31,0 0 0,0 25 0,0-25 0,0 0 0,0 24 0,0-24 15,0 0-15,0 0 0,0 25 0,0-25 0,0 0 0,0 0 0,0 0 0,0 25 0,0-25 16,25 0 0,-25 0-16,0 25 0,0-25 0,0 0 0,0 0 0,0 0 0,25 25 15,-25-25-15,0 0 0,0 0 0,0 0 0,0 0 0,24 0 0,-24 25 16,0-25-1,0 0-15,0 0 0,25 0 0,-25 0 0,0 0 0,0 0 0,25 0 0,-25 0 0,0 0 0,0 0 16,0 0-16,25 0 0,-25 0 16,0 0-16,0 0 0,25 0 0,-25 0 0,0 0 0,0 0 15,24 0-15,-24 0 0,0 0 0,0 0 0,25 0 0,-25-25 0,0 25 0,25 0 16,-25 0-16,0 0 15,0 0-15,25-25 0,-25 25 0,0 0 0,0 0 0,0 0 16,25 0-16,-25-25 0,0 25 0,0 0 0,0 0 0,0-25 0,0 25 0,0 0 16,0 0-1,0-25-15,0 25 0,0 0 0,0 0 0,0 0 0,0-24 0,0 24 0,0 0 16,0-25-16,0 25 0,0 0 0,0 0 0,0-25 0,0 25 0,0 0 15,0 0-15,0 0 0,0-25 16,0 25-16,-25 0 0,25 0 0,0 0 16,0 0-16,0 0 0,0 0 0,-25-25 0,25 25 0,0 0 0,0 0 0,-25 0 0,25 0 0,0 0 15,0 0 1,0 0-16,-25-24 0,25 24 0,0 0 0,0 0 0,0 0 0,0 0 15,0 0-15,0 0 0,0 0 0,0 0 0,0 0 0,0 0 0,0 0 16,0 0 0,0 0-16,0 0 0,0 0 0</inkml:trace>
  <inkml:trace contextRef="#ctx0" brushRef="#br0" timeOffset="799441.7254">27211 9004 0,'0'0'0,"0"0"0,0 0 16,0 0-16,0 0 0,0 0 0,0 0 0,0 0 0,0 0 0,0 0 15,25 0-15,-25 0 0,0 0 0,0-25 0,0 25 16,0 0-16,0 0 0,0 0 0,0 0 15,24-25-15,-24 25 0,0 0 0,0 0 0,0-24 0,25 24 0,-25 0 0,0-25 16,0 25 0,25 0-16,-25-25 0,0 25 0,25-25 0,-25 25 0,0 0 0,0-25 0,25 25 0,-25-24 15,0 24-15,0 0 0,24-25 0,-24 25 0,0-25 0,0 25 0,0 0 31,25-25-31,-25 25 0,0 0 0,0 0 0,0-25 0,0 25 0,0 0 0,0 0 0,0 0 0,0 0 16,0 0-16,0 0 16,0 0-16,0 0 0,0 0 0,0 0 0,0 0 0,0 0 0,0 0 0,0 0 15,0 0-15,0 0 0,0 0 0,0 0 0,0 0 0,0 0 0,0 0 16,0 0-1,0 0-15,0 0 0,0 0 0,0 25 0,0-25 0,0 0 0,0 25 0,-25-25 16,25 0-16,0 25 0,0-25 0,0 0 0,0 25 0,0-25 0,0 24 31,0-24-31,0 25 0,0-25 0,0 25 0,0-25 0,0 25 0,0-25 0,0 0 16,0 25-16,0-25 0,0 24 0,0-24 0,0 0 0,-24 0 0,24 25 0,0-25 15,0 0 1,0 0-16,0 0 0,0 25 0,0-25 0,0 0 0,0 0 0,0 0 0,0 0 16,0 0-16,0 0 0,0 0 0,0 0 0,0 0 0,0 0 0,0 0 15,24 0-15,-24 0 0,0 0 16,0 0-16,0 0 0,0-25 0</inkml:trace>
  <inkml:trace contextRef="#ctx0" brushRef="#br0" timeOffset="799911.7524">28228 8756 0,'0'0'0,"-25"0"15,25 0-15,0 0 0,0 0 0,0 0 0,0 0 0,0 0 0,0 0 0,0 0 0,0 0 16,0 0-16,0 0 0,0 0 0,0 0 0,0 0 0,0 0 15,0 0-15,0 0 16,25 0-16,-25 0 0,0 0 0,0 0 0,25 0 0,-25 0 0,24 0 0,-24 0 16,0 0-16,25 0 0,-25 0 0,0 0 0,25 0 0,-25 0 15,0 0-15,25 0 16,-25 0-16,0 0 0,25 0 0,-25 0 0,0 0 0,0 0 0,24 0 0,-24 0 15</inkml:trace>
  <inkml:trace contextRef="#ctx0" brushRef="#br0" timeOffset="800366.7776">28525 8880 0,'0'0'0,"0"0"0,0 0 15,0 0-15,0 0 0,0 0 0,0 0 0,0 0 0,0 0 16,0 0-16,0 0 0,0 0 0,0-25 47,0 25-47,0 0 0,25 0 15,-25-25-15,0 25 0,0 0 0,0 0 0,25 0 0,-25-24 16,0 24-16,0 0 0,25-25 0,-25 25 0,0 0 0,0-25 0,0 25 0,25 0 0,-25-25 0,0 25 0,0 0 0,0-25 0,0 25 0,0-24 0,24 24 0,-24-25 0,0 25 0,0 0 0,0-25 15,0 25-15,0-25 16,0 25-16,0 0 0,0-25 0,0 25 0,0 0 0,0-24 0,0 24 16,0 0-16,0 0 0,0 0 0,0-25 0,0 25 0,0 0 0,0 0 15,0 0-15,0 0 0,0 0 0,0 0 0,0 0 16,0 0-16,0 0 0,0 0 15,0 0-15,0 0 0,0 0 16,0 25-16,0-25 0,0 0 0,0 0 0,0 24 0,0-24 0,0 0 0,0 25 16,0-25-16,0 0 0,0 25 0,25-25 0,-25 25 0,0-25 0,0 25 0,0-25 15,0 24-15,0 1 16,0-25-16,0 25 0,0-25 0,0 25 0,0-25 0,0 25 0,0-25 15,0 24-15,0-24 0,0 0 0,0 25 0,0-25 0,0 25 0,0-25 16,0 0-16,0 25 0,0-25 0,0 0 0,0 25 0,0-25 16,0 0-16,0 0 15,0 24-15,0-24 0,0 0 0,0 0 0,0 0 0,0 0 0,0 0 0,0 0 0,0 0 16,0 0-16,0-24 0</inkml:trace>
  <inkml:trace contextRef="#ctx0" brushRef="#br0" timeOffset="801292.8314">29344 8682 0,'0'0'0,"0"0"0,0 0 15,0 0-15,0 0 0,0 0 0,0 0 0,0 0 0,0 0 0,0 0 32,0 0-32,0 0 0,0 0 0,0 0 0,0 0 0,0 0 0,0 0 0,0 0 0,0 0 15,0 0-15,0 0 0,25 24 0,-25-24 0,0 0 0,0 0 0,25 0 16,-25 0-16,0 0 0,24 0 0,-24 0 0,25 0 0,-25 0 15,0 0-15,25 0 16,-25 0-16,25 0 0,-25 0 0,0 0 0,25 0 0,-25 0 0,24 0 0,-24 0 16,0 0-16,25 0 0,-25 0 0,25 0 15,-25 0-15,0 0 0,25-24 16,-25 24-16,0 0 0,25 0 0,-25 0 0</inkml:trace>
  <inkml:trace contextRef="#ctx0" brushRef="#br0" timeOffset="802055.875">29766 8533 0,'0'-25'0,"0"25"15,0 0-15,0 0 0,0 0 0,0 0 0,0 0 0,0 0 0,0 0 16,0 0-16,0-25 0,0 25 0,0 0 0,0 0 0,0 0 0,0 0 0,0 0 15,0 0-15,0 0 0,0 0 0,0 0 0,0 0 0,0 25 16,0-25-16,0 0 0,0 0 16,0 0-16,0 25 0,0-25 0,0 0 0,0 0 0,0 25 0,0-25 15,0 0-15,0 24 0,0-24 0,0 0 0,0 0 0,0 25 16,0-25-1,0 0-15,0 25 0,0-25 0,0 0 0,0 0 0,0 25 0,0-25 0,0 0 0,0 25 16,0-25-16,0 0 0,0 0 0,0 0 0,0 24 16,0-24-16,0 0 0,0 0 0,0 0 15,0 0-15,0 0 0,0 0 0,0 0 0,0 0 0,0 0 0,0 0 0,0 0 16,0 0-16,0 0 0,0 0 0,0 0 0,0 0 0,0 0 15,0 0-15,0 0 16,0 0-16,0 0 0,0 0 0,0 0 0,24 0 0,-24 0 0,0 0 0,0 0 16,0 0-16,0 0 0,0 0 0,0 0 0,0 0 0,25 0 15,-25 0-15,0 0 16,0 0-16,0-24 0,0 24 0,0 0 0,25 0 0,-25 0 0,0 0 0,0 0 15,25 0-15,-25 0 0,0 0 0,0 0 0,0 24 0,25-24 16,-25 0-16,0 0 16,0 0-16,0 0 0,24 0 0,-24 0 0,0 0 0,0 0 0,0 25 0,0-25 15,0 0-15,25 0 0,-25 0 0,0 25 0,0-25 0,0 0 16,0 0-1,0 25-15,0-25 0,0 0 0,0 0 0,0 0 0,0 25 0,0-25 0,0 0 0,0 0 0,0 24 0,0-24 16,0 0-16,0 0 0,0 25 16,0-25-16,0 0 0,0 0 0,-25 25 0,25-25 15,0 0-15,0 0 0,0 0 0,0 0 0,0 0 0,0 25 0,-24-25 0,24 0 16,0 0-16,0 0 0,0 0 15,0 25-15,0-25 0,-25 0 0,25 0 0,0 0 16,0 0-16,0 0 0,0 24 0,-25-24 0,25 0 16,0 0-16,0 0 0,0 0 0,-25 0 0,25 0 0,0 0 0,0 0 15,0 0-15,0 0 0,0 0 0,-25 0 0,25 0 0,0 0 16,0 0-1,0-24-15,0 24 0,0 0 0,0 0 0,0 0 0,-24 0 0,24-25 0,0 25 16,0 0-16,0 0 0,0-25 0,0 25 0,0 0 0,0-25 0,0 25 0,0 0 31,0-25-31,0 25 0,0 0 0,0-24 0,0 24 0,24 0 0</inkml:trace>
  <inkml:trace contextRef="#ctx0" brushRef="#br0" timeOffset="802294.8887">29865 8533 0,'0'0'0,"0"0"0,-25 0 0,25-25 0,0 25 0,0 0 16,0 0-16,0 0 0,0 0 0,0 0 0,0 0 16,0 0-16,0 0 0,25 0 0,-25 0 0,0 0 0,0 0 15,25 0-15,-25 25 0,24-25 0,-24 0 0,25 0 16,-25 0-16,25 0 0,0 0 15,-25 0-15,25 0 0,-1 0 0,1 0 0,-25 0 0,25 0 16,0 0-16,-25 0 0,25 0 0,-1 0 0,1 0 0,-25 0 0,25 25 16,-25-25-16</inkml:trace>
  <inkml:trace contextRef="#ctx0" brushRef="#br0" timeOffset="803177.9392">30535 8954 0,'0'0'0,"0"0"0,0 0 16,0 0-16,0 0 0,0 0 0,0 0 0,0 0 0,24 0 0,-24 0 15,0 0-15,0 0 0,0 0 16,0 0-16,0 0 0,25-24 0,-25 24 0,0 0 0,0 0 0,0 0 15,25 0-15,-25 0 0,0 24 0,0-24 0,25 0 0,-25 0 0,0 0 16,0 0 0,25 0-16,-25 0 0,24 0 0,-24 0 0,0 0 0,25 0 0,-25 0 15,25 0-15,-25 0 0,0 0 0,25 0 0,-25-24 0,0 24 0,25 0 0,-25 0 0,0 0 16,24 0-1,-24 0-15,25 0 0,-25 0 0,0 0 0</inkml:trace>
  <inkml:trace contextRef="#ctx0" brushRef="#br0" timeOffset="803780.9737">30981 8756 0,'0'0'0,"0"0"0,0-25 0,0 25 0,0 0 0,0 0 0,0-25 15,0 25-15,0 0 0,0 0 0,0 0 0,0-24 0,0 24 0,0 0 0,0 0 16,0 0-16,0 0 16,0 0-16,0 0 0,0 0 0,0-25 0,0 25 0,0 0 0,0 0 0,0 0 0,0 0 15,0 0-15,0 0 0,0 0 0,0 0 0,0 0 0,0 0 0,0 0 0,25 0 31,-25 0-31,0 0 0,0 0 0,0 0 0,0 0 0,0 0 0,25 0 0,-25 0 0,0 0 0,0 0 16,0 0-16,24 0 0,-24 0 0,0 0 0,0 0 0,0 25 0,25-25 31,-25 0-31,0 0 31,0 0-31,0 0 0,0 0 0,25 0 0,-25 24 0,0-24 0,0 0 0,0 0 0,0 0 0,0 25 0,0-25 0,0 0 0,0 0 0,0 25 0,0-25 32,0 0-32,-25 0 0,25 25 0,0-25 0,0 0 0,0 0 0,0 25 0,-25-25 0,25 0 0,0 24 0,0-24 0,0 0 0,-24 25 0,24-25 0,0 0 15,0 25-15,-25-25 0,25 0 0,0 25 0,0-25 0,-25 0 0,25 25 16,0-25-16,0 0 15,0 24-15,-25-24 0,25 0 0,0 0 0,0 25 0,0-25 0,0 0 16,0 0-16,0 0 0,0 25 0,-25-25 0,25 0 0,0 0 0,0 0 16,0 0-1,0 0-15,0 0 0,0 0 0,0 0 0,0 25 0,0-25 0,0 0 0,0 0 16,0 0-16,0 0 0,25 0 0,-25 0 0,0 0 0,0 0 0,0 0 15,0 0-15,0 0 16,0 0-16,25 0 0,-25 0 0,0 0 0,0 0 0,0 0 0,25 0 16,-25 0-16,0 0 0,25-25 0,-25 25 0,0 0 0,24 0 0,-24 0 15,0 0-15,25 0 0,-25 0 16,0 0-16,25-25 0,-25 25 0,0 0 0,0 0 15,0 0-15,25 0 0,-25 0 0</inkml:trace>
  <inkml:trace contextRef="#ctx0" brushRef="#br0" timeOffset="804286.0026">31204 8930 0,'0'0'0,"0"0"0,0 0 0,0 0 0,0 0 16,0 0-16,0 0 0,0 0 0,0 0 0,0-25 31,0 25-31,0 0 0,0 0 0,0 0 0,25 0 0,-25 0 0,0-25 0,0 25 0,0 0 0,0 0 16,0-25-16,0 25 0,25 0 0,-25 0 0,0-25 0,0 25 15,0 0-15,0-24 16,0 24-16,0 0 0,0-25 0,0 25 0,0-25 0,25 25 0,-25-25 0,0 25 16,0 0-16,0-25 0,0 25 0,0 0 0,0 0 0,0-24 0,0 24 15,0 0 1,0 0-16,0 0 0,0 0 0,0 0 0,0-25 0,0 25 0,0 0 0,0 0 15,0 0-15,0 0 0,0 0 0,0 0 0,0 0 0,0 0 0,0 0 0,0 0 32,0 0-32,0 0 0,0 0 0,0 0 0,0 0 0,0 0 0,0 0 0,0 0 15,0 0-15,0 0 0,0 0 0,0 0 0,0 0 0,0 0 0,0 0 0,0 0 16,0 25-1,0-25-15,0 0 0,0 0 0,0 0 0,0 0 0,0 0 0,0 24 0,25-24 16,-25 0-16,0 0 0,0 25 0,0-25 0,0 0 0,0 25 0,0-25 16,0 25-16,0-25 15,0 0-15,0 25 0,0-25 0,0 24 0,0-24 0,0 25 0,0-25 0,0 25 0,0-25 0,0 25 16,0-25-1,0 25-15,0-25 0,0 24 0,0-24 0,0 25 0,0-25 0,0 0 16,0 25-16,0-25 0,0 0 0,0 25 0,0-25 0,0 0 0,24 0 0,-24 0 16,0 25-16,0-25 15,0 0-15</inkml:trace>
  <inkml:trace contextRef="#ctx0" brushRef="#br0" timeOffset="804996.0432">32221 8632 0,'0'-25'15,"0"25"-15,-25 0 16,25 0-16,0 0 0,0 0 0,0 0 0,0 0 0,0 0 0,0 0 0,0 0 0,0 0 15,0 0-15,0 0 0,0 0 0,0 0 16,0 0-16,0 0 0,0 0 0,0 0 16,0 0-16,0 0 0,0 25 0,0-25 0,0 0 0,0 0 0,0 0 15,0 25-15,-24-25 0,24 0 0,0 25 16,0-25-1,0 24-15,0-24 0,0 25 0,0-25 0,0 0 0,0 25 0,0-25 0,0 25 0,0-25 0,0 25 0,0-25 0,-25 24 0,25-24 0,0 25 16,0-25-16,0 0 0,0 25 0,0-25 0,0 25 0,0-25 16,0 25-16,0-25 15,0 0-15,0 24 0,0-24 0,0 0 0,0 25 0,0-25 0,0 0 0,0 25 16,0-25-16,0 0 0,0 0 0,0 0 0,0 0 0,0 0 0,0 25 15,0-25 1,0 0-16,0 0 0,0 0 0,0 0 0,0 0 0,0 0 0,0 0 16,0 0-16,0 0 0,0 0 0,0 0 0,0-25 15,-25 25-15,25 0 0,0 0 0,0-25 0,0 25 0</inkml:trace>
  <inkml:trace contextRef="#ctx0" brushRef="#br0" timeOffset="805203.055">32122 8806 0,'0'0'0,"0"0"15,25 0-15,-25 0 0,0 0 0,0 0 0,0 0 0,0 0 16,0 0-16,0 0 0,0 0 0,25 0 0,-25 0 15,0 0-15,0 0 0,24 0 0,-24 0 0,0 0 0,25 0 16,-25 0-16,0 0 0,25 0 0,-25 0 0,0 0 16,25 0-16,-25 0 0,0 0 0,25 0 0,-25 0 0,0 0 15,25 0-15,-25 0 0,0 0 0,0 0 0,24-25 0,-24 25 16,0 0-16,0 0 0,25 0 0,-25 0 0,0 0 0,0-25 15,0 25-15,0 0 0,0 0 0</inkml:trace>
  <inkml:trace contextRef="#ctx0" brushRef="#br0" timeOffset="805458.0696">32370 8657 0,'0'0'0,"0"0"0,-25-25 0,25 25 0,0 0 0,0 0 15,0 0-15,0 0 0,0 0 0,0 0 0,0 0 0,0 0 16,0 0-16,0 0 0,0 0 0,0 0 0,0 0 16,0 0-16,0 0 0,0 0 0,0 0 0,0 0 0,0 0 15,0 0-15,0 0 0,0 25 0,0-25 0,0 0 0,0 0 16,0 25-16,0-25 0,0 0 0,0 24 0,0-24 0,-24 0 15,24 25-15,0-25 0,0 25 0,0-25 0,0 0 16,0 25-16,0-25 0,0 25 0,0-25 0,0 0 0,0 24 16,0-24-16,0 0 0,0 25 0,0-25 0,0 25 0,0-25 15,0 0-15,0 25 0,0-25 0,0 0 0,0 25 16,0-25-16,0 0 0,0 0 15,0 24-15,0-24 0,0 0 0,0 25 0,0-25 0,0 0 0,0 0 0,0 0 0,0 0 16,0 0-16,0 0 0,0 25 16,0-25-16,0 0 0,0 0 0,0 0 0,0 0 15</inkml:trace>
  <inkml:trace contextRef="#ctx0" brushRef="#br0" timeOffset="805911.0954">32420 8979 0,'0'-25'0,"0"25"16,0 0-16,0 0 0,0 0 0,0 0 0,0 0 0,0 0 16,0 0-16,0 0 0,0 0 0,0-24 0,0 24 15,0 0-15,25 0 0,-25 0 0,0 0 0,0 0 0,0 0 16,0 0-16,24 0 0,-24 0 0,0 0 0,0 0 15,0 0-15,25 0 0,-25 0 0,0 0 16,0 24-16,0-24 0,0 0 0,0 0 0,25 0 0,-25 0 0,0 0 0,0 0 16,0 0-1,0 25-15,0-25 0,0 0 0,0 0 0,0 0 0,0 0 0,0 25 0,0-25 16,0 0-16,0 0 0,0 25 0,0-25 0,0 0 0,-25 0 15,25 25-15,0-25 0,0 0 0,0 0 16,0 25-16,-25-25 0,25 0 0,0 0 0,0 24 0,0-24 0,-24 0 0,24 0 0,0 0 16,0 25-16,0-25 0,-25 0 0,25 0 0,0 0 0,0 25 15,0-25-15,0 0 16,0 0-16,0 0 0,-25 0 0,25 0 0,0 0 0,0 25 0,0-25 0,0 0 15,0 0-15,0 0 0,0 0 0,0 0 0,0 0 0,25 0 0,-25 0 16,0 0 0,0 0-16,0 0 0,0 0 0,0 0 0,0 0 0,25 0 0,-25 0 0,0 0 0,24 0 0,-24 0 15,0 0-15,25 0 0,-25 0 16,25 0-16,-25 0 0,0 0 0,25 0 0,-25 0 0,25 0 0,-25 0 0,24 0 0,-24-25 15,0 25-15,25 0 0,-25 0 0,0 0 0,25 0 0</inkml:trace>
  <inkml:trace contextRef="#ctx0" brushRef="#br0" timeOffset="817796.7745">31601 9723 0,'0'0'0,"0"0"16,0 0-1,0 0-15,0 0 0,0 0 0,0 0 0,0 0 0,0 0 0,0 0 16,0 0-16,0 0 0,0 0 0,0 0 15,0 0-15,0 0 0,0 0 0,0 0 0,0 0 0,0 0 0,0 0 0,0 0 16,0 0-16,0 0 0,0 0 0,0 0 0,0 0 0,0 0 0,0 0 16,0 0-16,0 0 0,0 0 15,0 0-15,0 0 0,0 0 0,0 0 0,0 25 0,0-25 0,0 0 16,0 0-16,0 0 0,0 0 0,0 0 0,0 0 0,0 0 0,0 0 15,0 0-15,25 0 0,-25 0 0,0 0 16,0 0-16,0 0 0,0 0 0,0 0 16,0 0-16,0 0 0,25 0 0,-25 0 0,0 0 0,0 0 0,25 25 0,-25-25 0,0 0 31,0 0-31,24 0 0,-24 0 0,0 0 0,25 0 0,-25 0 0,25 0 0,-25 0 0,0 0 0,25 0 0,-25 0 15,25 0 1,-25 0-16,0 0 0,24 0 0,-24 0 0,0 0 0,0 0 0,0 0 0,0-25 0,0 25 16,25 0-16,-25 0 0,0 0 0,0 0 0,0 0 0,0 0 0,-25 0 15,25 0-15,0 0 16,0 0-16,0 0 0</inkml:trace>
  <inkml:trace contextRef="#ctx0" brushRef="#br0" timeOffset="818513.8163">31800 9872 0,'0'0'0,"0"-25"16,0 25-16,24 0 0,-24 0 0,0 0 0,0 0 0,0 0 0,0 0 0,0-24 15,25 24-15,-25 0 0,0 0 0,0 0 16,0-25-16,25 25 0,-25 0 0,0-25 0,0 25 16,0 0-16,25 0 0,-25-25 0,0 25 0,0 0 0,0-25 0,0 25 31,25 0-31,-25 0 0,0-24 0,0 24 0,0 0 0,0 0 0,0-25 0,0 25 0,0 0 0,0 0 15,0 0-15,0-25 0,24 25 0,-24 0 0,0 0 0,0 0 0,0-25 0,0 25 16,0 0-16,0 0 0,0 0 16,0 0-16,0-25 0,0 25 0,0 0 0,0 0 0,0 0 15,25-24-15,-25 24 0,0 0 0,0 0 0,0 0 0,0 0 0,0 0 0,0 0 16,0 0-1,0 0-15,0 0 0,0 0 0,0 0 0,0 0 0,0 0 0,0 0 0,0 0 16,0 0-16,0 0 0,0 0 0,0 0 0,0 0 0,0 0 0,0 0 0,0 0 16,0 0-16,0 0 15,0 0-15,0 0 0,0 0 0,0 24 0,0-24 0,0 0 16,-25 0-16,25 25 0,0-25 0,0 0 0,0 0 0,0 25 0,0-25 0,0 0 31,0 25-31,0-25 0,-24 0 0,24 25 0,0-25 0,0 24 0,0-24 0,0 0 0,0 25 0,0-25 16,0 0-16,0 25 0,0-25 0,0 0 0,-25 25 0,25-25 0,0 0 0,0 0 15,0 25 1,0-25-16,0 0 0,0 0 0,0 24 0,0-24 0,0 0 0,0 0 0,0 0 0,0 25 15,0-25-15,0 0 0,0 0 0,0 0 0,0 0 0,0 0 0,0 0 32,0 0-32,0 0 0,0 0 0,0 0 0,0 0 0,0 0 0,0 0 0,0 0 0,-25 0 15,25 0-15,0 0 0,0 0 16,0 0-16,0 0 0</inkml:trace>
  <inkml:trace contextRef="#ctx0" brushRef="#br0" timeOffset="819135.8519">32023 9575 0,'0'0'0,"0"0"0,0 0 0,0 0 16,0 0-16,0 0 15,0 24-15,0-24 0,0 0 0,0 0 0,0 0 0,0 0 0,0 0 0,0 0 16,0 0-16,0 0 0,0 25 0,0-25 0,0 0 0,0 0 16,0 0-16,0 0 15,0 0-15,0 25 0,0-25 0,0 0 0,0 0 0,0 0 0,0 25 16,-25-25-16,25 0 0,0 0 0,0 0 0,0 0 15,0 25-15,0-25 0,0 0 0,0 0 0,0 0 0,0 0 0,0 0 0,0 0 16,0 24-16,0-24 0,0 0 0,0 0 0,25 0 0,-25 0 16,0 0-16,0 0 0,0 0 15,0 25-15,0-25 0,0 0 0,0 0 0,0 0 0,0 0 0,0 25 16,0-25-16,25 0 0,-25 0 0,0 0 0,0 0 0,0 0 0,0 0 15,0 25 1,0-25-16,0 0 0,24 0 0,-24 0 0,0 0 0,0 0 0,0 25 0,0-25 0,25 0 16,-25 0-16,0 0 0,0 0 0,0 0 0,0 24 0,0-24 0,25 0 15,-25 0 1,0 0-16,0 0 0,0 0 0,0 25 0,0-25 0,25 0 0,-25 0 0,0 0 15,0 0-15,0 0 0,0 25 0,0-25 0,0 0 0,0 0 0,0 0 0,0 0 47,0 0-47,0 0 0,0 0 0,0 0 0,0 0 0,0 25 0,0-25 0,0 0 0,0 0 0,0 0 0,0 0 0,0 0 0,0 0 0,0 0 0,0 0 0,0 0 16,-25 0-16,25 0 0,0 0 0,0 25 0,0-25 0,0 0 0,-25 0 15,25 0 1,0 0-16,0 0 0,-25 0 0,25 0 0,0 0 0,0 0 0,-24 0 0,24 0 0,0 0 16,0 0-16,-25 0 15,25 0-15,0 0 0,0 0 0,0-25 0,0 25 0,0 0 0,0 0 0,0 0 16,-25 0-16,25 0 0,0-25 0,0 25 0,0 0 0</inkml:trace>
  <inkml:trace contextRef="#ctx0" brushRef="#br0" timeOffset="819339.8636">32097 9599 0,'0'0'16,"0"0"-16,0 0 0,0-24 0,0 24 0,0 0 15,0 0-15,25 0 0,-25 0 0,0 0 0,0 0 0,0 0 16,25 0-16,-25 0 0,0 0 0,25 0 0,-25 0 0,0 0 15,0 0-15,24 0 0,-24 0 0,0 0 0,25 0 0,-25 0 16,0 0-16,0 0 0,25 0 0</inkml:trace>
  <inkml:trace contextRef="#ctx0" brushRef="#br0" timeOffset="819667.8824">32271 9525 0,'0'0'0,"0"0"0,0 0 0,0 0 16,0 0-16,0 0 0,0 0 0,0 0 0,0 0 0,0 0 16,0 0-16,0 0 0,0 0 0,0 0 0,0 0 0,0 0 15,0 25-15,0-25 0,0 0 0,0 0 0,0 0 0,0 25 16,0-25-16,0 0 0,0 24 15,0-24-15,0 0 0,-25 25 0,25-25 0,0 0 16,0 25-16,0-25 0,0 0 0,0 25 0,0-25 0,0 0 0,0 25 0,0-25 0,0 0 16,0 24-1,0-24-15,0 25 0,0-25 0,0 0 0,-25 25 0,25-25 0,0 0 0,0 25 16,0-25-16,0 0 0,0 25 0,0-25 0,0 0 0,-25 0 0,25 24 0,0-24 15,0 0 1,0 0-16,0 25 0,0-25 0,0 0 0,0 0 0,0 0 0,0 0 0,0 0 0,0 0 16,0 0-16,0 0 0,0 0 0,0 0 0,0 0 0,0 0 15,0-25-15</inkml:trace>
  <inkml:trace contextRef="#ctx0" brushRef="#br0" timeOffset="819888.895">32221 9723 0,'0'0'0,"0"0"0,0 0 0,0 0 0,0 0 0,0 0 15,0 0-15,0 0 0,0 0 0,0 0 0,0 0 0,25 0 16,-25 0-16,0 0 0,0 0 0,0 0 0,25 0 0,-25 0 16,0 0-16,25 0 0,-25 0 0,0 0 0,25 0 15,-25 0-15,0 0 0,24 0 0,-24 0 0,25 0 0,-25 0 16,0 0-16,25 0 0,-25 0 15,25-24-15,-25 24 0,0 0 0,25 0 0,-25 0 16,0 0-16,24 0 0,-24 0 0,0-25 0,0 25 0,25 0 0,-25 0 0,0 0 0,0 0 16,0-25-16,0 25 15,0 0-15</inkml:trace>
  <inkml:trace contextRef="#ctx0" brushRef="#br0" timeOffset="820145.9097">32494 9525 0,'0'0'0,"0"0"0,0 0 0,0 0 0,0 0 16,0 0-16,0 0 0,0 0 0,0 0 0,0 0 15,0 0-15,0 0 0,0 0 0,0 0 0,0 0 0,0 0 16,0 0-16,0 0 0,-25 0 0,25 0 0,0 0 0,0 25 15,0-25-15,0 0 0,0 0 0,0 0 0,0 25 0,0-25 16,0 0-16,0 0 0,0 24 0,0-24 0,0 0 16,0 0-16,0 25 0,0-25 0,0 0 0,0 25 0,0-25 15,0 0-15,0 25 0,0-25 0,0 0 0,0 25 0,0-25 16,0 0-16,0 24 0,0-24 0,-24 0 15,24 25-15,0-25 0,0 0 0,0 25 0,0-25 16,0 0-16,0 25 0,0-25 0,0 0 0,0 25 0,0-25 0,0 0 0,0 0 31,0 0-31,0 24 0,0-24 0,0 0 0,-25 0 0,25 0 0,0 0 0,25 25 0,-25-25 0,0 0 16,0 0-16,0 0 0,0 0 0,0 0 0,0 0 0</inkml:trace>
  <inkml:trace contextRef="#ctx0" brushRef="#br0" timeOffset="820534.9319">32494 9947 0,'0'0'0,"0"0"0,0 0 0,0 0 15,0 0-15,0 0 0,0 0 0,0 0 0,0 0 0,0 0 16,25 0-16,-25 0 0,0 0 0,0 0 0,0 0 15,0-25-15,25 25 0,-25 0 0,0 0 0,0 0 0,25 0 0,-25 0 16,0-25-16,0 25 0,24 0 0,-24 0 0,0-25 0,0 25 16,25 0-16,-25 0 15,0-25-15,0 25 0,25 0 0,-25-24 0,0 24 16,0 0-16,0-25 0,0 25 0,25 0 0,-25 0 0,0 0 0,0-25 0,0 25 0,0 0 31,0 0-31,0 0 0,0 0 0,0 0 0,0 0 0,0 0 0,0 0 0,0 0 0,0 0 16,0 0-16,0 0 0,0 0 0,0 0 0,0 25 0,0-25 0,0 0 0,-25 25 15,25-25-15,0 0 0,0 0 0,0 24 0,0-24 16,0 0-16,0 25 0,0-25 15,-25 0-15,25 25 0,0-25 0,0 0 0,0 25 0,0-25 0,0 25 0,0-25 0,0 0 0,0 24 16,0-24-16,-25 0 0,25 25 0,0-25 0,0 0 16,0 25-16,0-25 15,0 0-15,0 0 0,0 25 0,-24-25 0,24 0 0,0 0 0,0 0 0,0 0 16,0 25-16,-25-25 0,25 0 0</inkml:trace>
  <inkml:trace contextRef="#ctx0" brushRef="#br0" timeOffset="835984.8156">26467 9624 0,'0'0'0,"0"0"16,0 0-16,0 0 0,0 0 0,0 0 0,0 0 0,0 0 0,0 0 0,0 0 15,24 0-15,-24 0 0,0 0 16,0 0-16,0 0 0,0 0 0,0 0 0,0 0 0,0 0 0,0 0 15,0 0-15,0 0 0,0 0 0,0 0 0,0 0 0,0 0 0,0 0 16,25 0-16,-25 0 0,0 0 0,0-25 16,0 25-16,0 0 0,0 0 15,0 0-15,0 0 0,0 0 0,0 0 0,0 0 0,0 0 0,0 0 0,0 0 16,0 0-16,0 0 0,0 0 0,0 0 15,0 0-15,0 0 0,-25 0 16,25 0-16,0 0 0,0 0 0,0 0 0,0 0 0,0 0 0,0 0 0,0 0 0,0 0 0,0 0 0,0 0 16,0 0-1,0 0-15,0 0 0,0 0 0,0 0 0,0 0 0,0 0 0,0 0 0,0 0 0,0 0 0,0 0 16,0 0-16,0 0 15,0 0-15,0 0 0,0 0 0,0 0 0,0 0 0,-24-24 0,24 24 0,0 0 16,0 0-16,0 0 0,0 0 0,0 0 0,0 0 0,0 0 16,0 0-1,0 0-15,0 0 0,0 0 0,0 0 0,0 0 0,0 0 0,-25 0 0,25 0 16,0 0-16,0 0 0,0 0 0,0 0 0,0 0 0,0 0 0,-25 0 15,25 0 1,0 0-16,0 0 0,0 0 0,0 24 0,0-24 0,-25 0 0,25 0 0,0 0 0,0 0 16,0 0-16,0 0 0,0 0 0,0 0 0,-25 0 0,25 0 15,0 0 1,0 0-16,0 0 0,0 0 0,0 0 0,-24 0 0,24 0 0,0 0 0,0 0 0,0 0 15,0 0-15,0 0 0,-25 0 0,25 25 0,0-25 0,0 0 0,0 0 16,0 0 0,0 0-16,-25 0 0,25 0 0,0 0 0,0 0 0,0 0 0,0 0 15,0 25-15,0-25 0,0 0 0,-25 0 0,25 0 0,0 0 0,0 25 0,0-25 31,0 0-31,0 0 0,0 0 0,0 0 0,0 25 0,-25-25 0,25 0 16,0 0-16,0 0 0,0 24 0,0-24 0,0 0 0,0 0 0,0 0 0,0 25 16,0-25-16,0 0 0,0 0 15,0 0-15,0 0 0,0 0 0,0 25 0,0-25 0,0 0 0,0 0 31,0 0-31,0 0 0,0 0 0,0 0 0,0 25 0,0-25 0,0 0 0,0 0 0,0 0 0,0 0 0,0 25 0,0-25 0,0 0 16,0 0-16,0 0 0,0 24 0,0-24 0,0 0 16,25 0-1,-25 0-15,0 0 0,0 25 0,0-25 0,0 0 0,0 0 0,0 0 0,0 0 0,0 0 16,0 0-16,0 25 0,25-25 0,-25 0 0,0 0 0,0 0 15,0 0-15,0 0 16,0 0-16,0 0 0,0 25 0,0-25 0,25 0 0,-25 0 0,0 0 16,0 0-16,0 0 0,0 0 0,0 0 0,0 25 0,0-25 0,25 0 15,-25 0-15,0 0 0,0 0 16,0 0-16,0 0 0,0 0 0,0 0 0,0 0 0,0 0 0,24 0 15,-24 0-15,0 0 0,0 0 0,0 0 0,0 0 0,0 0 0,25 0 16,-25 0 0,0 0-16,0 0 0,0 0 0,0 0 0,25 0 0,-25 0 0,0 0 0,0 0 15,0 0-15,25 0 0,-25 0 0,0 0 0,0 0 0,0 0 0,0 0 16,25 0-1,-25 0-15,0 0 0,0 0 0,0 0 0,24 0 0,-24 0 0,0 0 16,0 0-16,0 0 16,0 0-16,25 0 0,-25-25 0,0 25 0,0 0 0,0 0 0,0 0 0,0 0 0,0 0 0,25 0 15,-25 0-15,0 0 0,0 0 0,0-25 0,0 25 0,0 0 0,0 0 16,25 0-1,-25 0-15,0 0 0,0-25 0,0 25 0,0 0 0,0 0 0,0 0 0,0-25 0,25 25 0,-25 0 16,0 0-16,0 0 0,0 0 16,0-24-16,0 24 0,0 0 0,0 0 0,0 0 15,0-25-15,0 25 0,0 0 0,0 0 0,0-25 0,0 25 0,0 0 0,0 0 16,0 0-16,0 0 0,0-25 15,0 25-15,0 0 0,0 0 0,0 0 0,0 0 0,0-25 16,0 25-16,0 0 0,0 0 0,0 0 0,0 0 0,0-24 0,0 24 16,0 0-16,0 0 0,-25 0 15,25-25-15,0 25 0,0 0 0,0 0 0,0 0 0,0 0 16,0 0-16,0-25 0,0 25 0,0 0 0,0 0 0,-25 0 0,25 0 0,0-25 15,0 25 1,0 0-16,0 0 0,0 0 0,0 0 0,0-25 0,0 25 0,0 0 16,0 0-16,0 0 0,0 0 0,0 0 0,0 0 0,0 0 0,0 0 15,-25 0-15,25 0 0,0 0 0,0 0 0,0 0 16,0 0-16,0-24 0,0 24 15,0 0-15,-25 0 0,25 0 0,0 0 0,-24 0 0,24 0 0,0 24 0,-25-24 0,25 0 32</inkml:trace>
  <inkml:trace contextRef="#ctx0" brushRef="#br0" timeOffset="841944.1565">27409 9525 0,'0'0'0,"0"0"16,0 0-16,0 0 0,0 0 0,0 0 15,0 0-15,0 0 0,0 0 0,0 0 0,0 0 0,0 0 0,0 0 0,0 0 16,0 25-16,0-25 0,0 0 0,0 0 0,0 0 0,0 0 15,0 0 1,0 0-16,0 0 0,0 0 0,0 0 0,0 0 0,0 0 0,0 0 0,0 0 0,0 0 0,25 0 16,-25-25-1,0 25-15,0 0 0,0 25 0,0-25 0,0 0 0,0 0 0,0 0 16,0 0-16,0 0 0,0 0 0,0 0 0,0 0 0,0 0 0,0-25 15,0 25-15,0 0 0,0 0 0,0 0 0,0 0 0,0 0 16,0 0-16,0 0 16,0 0-16,0 0 0,0 0 0,0 0 0,0 0 0,0 0 0,0 0 0,0 0 0,0 0 15,0 0-15,0 0 0,0 0 0,0 0 0,0 0 0,0 0 16,0 0-1,0 0-15,0 0 0,-25 0 0,25 0 0,0 0 0,0 0 0,0 0 0,0 0 16,0 0-16,0 0 0,0-25 0,0 25 0,0 0 0,0 0 0,0 0 16,0 0-16,0 0 15,0 0-15,0 0 0,0 0 0,0 0 0,0 0 0,0 0 0,0 0 16,-25 0-16,25 0 0,0 0 0,0 25 0,0-25 0,0 0 0,0 0 15,0 0-15,0 0 0,-24 0 0,24 0 0,0 0 0,0 0 16,0 0 0,0 0-16,0 0 0,0 0 0,0 0 0,0 0 0,-25 0 0,25 0 15,0 0-15,0 0 0,0 0 0,0 0 0,0 0 16,0 0-16,0 0 0,0 0 0,-25 25 0,25-25 0,0 0 0,0 0 15,0 0-15,0 0 0,0 0 0,0 0 0,0 0 16,0 0-16,0 0 0,0 0 0,-25 25 0,25-25 0,0 0 16,0 0-16,0 0 0,0 0 0,0 0 0,0 0 0,0 0 0,0 24 15,0-24-15,0 0 0,0 0 0,-25 0 16,25 0-16,0 0 0,0 0 15,0 25-15,0-25 0,0 0 0,0 0 0,0 0 0,0 0 0,0 0 0,0 25 0,0-25 16,0 0-16,0 0 16,0 0-16,0 0 0,-24 0 0,24 0 0,0 0 0,0 0 0,0 25 15,0-25-15,0 0 0,0 0 0,0 0 0,0 0 0,0 25 0,0-25 0,0 0 16,0 0-1,0 0-15,0 0 0,0 24 0,0-24 0,0 0 0,0 0 0,0 0 0,0 0 16,0 0-16,0 25 0,0-25 0,0 0 0,0 0 0,0 0 16,0 0-16,0 0 15,0 0-15,0 25 0,0-25 0,0 0 0,0 0 0,0 0 0,0 0 0,0 0 16,0 25-16,0-25 0,0 0 0,0 0 0,0 0 0,24 0 15,-24 0-15,0 0 0,0 0 16,0 0-16,0 25 0,0-25 0,0 0 0,0 0 0,0 0 0,0 0 16,0 0-16,0 0 0,0 0 0,25 0 0,-25 0 0,0 0 0,0 0 15,0 0 1,0 24-16,0-24 0,0 0 0,0 0 0,0 0 0,25 0 0,-25 0 0,0 0 15,0 0-15,0 25 0,0-25 0,0 0 0,0 0 0,25 0 16,-25 0-16,0 0 0,0 0 16,0 0-16,0 0 0,0 0 0,0 25 0,25-25 0,-25 0 0,0 0 0,0 0 15,0 0-15,0 0 0,0 0 16,0 0-16,24 0 0,-24 0 0,0 0 0,0 0 15,0 0-15,0 0 0,0 0 0,0 0 0,0 0 0,25 0 0,-25 0 0,0 0 16,0 0-16,0 0 0,0 0 0,0 0 0,0 0 16,25 25-16,-25-25 15,0 0-15,0 0 0,0-25 0,0 25 0,0 0 0,25 0 0,-25 0 0,0 0 16,0 0-16,0 0 0,0 0 15,0 0-15,0 0 0,25 0 0,-25 0 0,0 0 0,0 0 0,0 0 0,0 0 16,0 0-16,24 0 0,-24 0 0,0 0 0,0 0 0,0 0 0,0 0 16,25 0-16,-25 0 0,0-25 0,0 25 15,0 0-15,0 0 0,25 0 0,-25 0 16,0 0-16,0 0 0,0 0 0,0 0 0,25 0 0,-25 0 0,0 0 0,0-25 0,0 25 15,0 0-15,25 0 0,-25 0 0,0 0 0,0 0 0,0 0 16,0 0-16,0 0 31,0 0-31,24-24 0,-24 24 0,0 0 0,0 0 0,0 0 0,0 0 0,0 0 0,0 0 0,0-25 0,25 25 0,-25 0 0,0 0 16,0 0-1,0 0-15,0 0 0,0 0 0,0 0 0,0-25 0,0 25 0,0 0 0,0 0 0,0 0 0,0 0 32,0 0-32,0 0 0,0-25 0,0 25 0,25 0 0,-25 0 0,0 0 0,0 0 0,0 0 0,0-25 15,0 25-15,0 0 0,0 0 0,0 0 0,0 0 0,0-24 16,0 24-16,0 0 15,0 0-15,0 0 0,0 0 0,0-25 0,0 25 0,0 0 0,0 0 0,0 0 16,0 0-16,0 0 0,0-25 0,0 25 0,0 0 0,0 0 16,-25 0-16,25-25 0,0 25 15,0 0-15,0 0 0,0 0 0,0 0 0,0-25 0,0 25 0,0 0 16,0 0-16,0 0 0,0 0 0,0 0 0,0-24 0,0 24 0,0 0 31,-25 0-31,25 0 0,0 0 0,0-25 0,0 25 0,0 0 0,0 0 0,0 0 0,0 0 0,0-25 0,0 25 16,0 0-1,0 0-15,0 0 0,0 0 0,-24 0 0,24 0 0,0 0 0,0 0 16,0-25-16,0 25 0,0 0 0,0 0 0,-25 0 0,25 0 0,0 0 15,0 0-15,0 0 0,0 0 0,-25 0 16,25 0-16,0 0 0,0 0 0,0 0 0,-25 0 0,25 0 16,0 0-16,0 0 0,0 0 0,0 0 0,-25 0 0,25 0 0,0-25 31,0 25-31,0 0 0,0 0 0,0 0 0,-24 0 0,24 0 0,0 0 0,0 0 15,0 0-15,0 0 0,0 0 0,-25 0 0,25 0 0,0 0 0,0 0 0,0 0 0,-25 0 16,25 0 0,0 0-16,0 0 0,0 25 0,-25-25 0,25 0 0,0 0 0,0 0 0,0 0 0,-25 0 15,25 0-15,0 0 0,0 0 0,0 0 16</inkml:trace>
  <inkml:trace contextRef="#ctx0" brushRef="#br0" timeOffset="848499.5314">28426 9550 0,'0'0'0,"0"0"0,0 0 16,0 0-16,0 0 0,0 0 0,0 0 0,0 0 0,0 0 0,0 0 31,25 0-31,-25 0 0,0 0 0,0 0 0,0 0 0,0 0 0,0 0 0,0 0 0,0 0 15,0 0-15,0 0 0,0 0 0,0 0 0,0 0 0,0 0 0,0 0 16,0 0 0,0 0-16,0 0 0,0 0 0,0 0 0,0 0 0,0 0 0,0 0 15,0 0-15,0 0 0,0 0 0,0 0 0,0 0 0,0 0 0,0 0 0,0 0 16,0 0-16,0 0 0,0 0 15,-25 0-15,25 0 0,0 0 0,0 0 0,0 0 0,0 0 16,0 0-16,0 0 0,0 0 0,0 0 0,0-25 0,0 25 0,0 0 0,0 0 16,0 0-1,0 0-15,0 0 0,0 0 0,0 0 0,0 0 0,0 0 0,0-25 16,0 25-16,0 0 0,0 0 0,0 0 0,0 0 0,0 0 0,0 0 0,0 0 15,0 0 1,0 0-16,0 0 0,0 0 0,0 0 0,0 0 0,0 0 0,0-25 0,0 25 16,25 0-16,-25 0 0,0 0 0,0 0 15,0 0-15,0 0 0,0 0 0,0 0 0,0 0 0,0 0 0,0 0 16,0 0-16,0 0 0,0-24 0,25 24 0,-25 0 0,0 0 0,0 0 15,0 0-15,0 0 16,0 0-16,0 0 0,25 0 0,-25 0 0,0 0 0,0 0 16,0 0-16,0 0 0,0 0 0,0 0 0,0 0 0,0 0 0,24 0 0,-24 0 15,0 0 1,0 0-16,0 0 0,0 0 0,0 0 0,0 0 0,0 0 0,0 0 15,0 0-15,0 0 0,0 0 0,0 0 0,0 0 0,0 0 0,0 0 0,0 24 32,0-24-32,0 0 0,0 0 0,0 0 0,0 0 0,0 25 0,0-25 0,0 0 0,0 0 0,0 25 15,-24-25-15,24 0 0,0 0 0,0 25 0,0-25 0,0 0 0,-25 0 16,25 25-1,0-25-15,0 0 0,0 0 0,0 0 0,-25 24 0,25-24 0,0 0 0,0 0 16,0 0-16,0 0 0,0 25 0,0-25 0,0 0 0,-25 0 0,25 0 16,0 0-16,0 0 15,0 0-15,0 0 0,0 0 0,0 0 0,0 0 0,0 0 0,0 0 16,0 0-16,0 0 0,0 0 0,0 0 0,0 0 0,0 0 0,0 0 15,0 0-15,0 0 0,0 0 16,0 0-16,0 0 0,0 0 0,0 0 0,0 0 16,0 0-16,25 0 0,-25 0 0,0 0 0,0 0 0,0-25 0,0 25 0,0 0 15,0 0-15,0 0 0,25 0 0,-25 0 16,0 0-16,0 0 0,0 0 0,0 0 0,0 0 0,0 0 0,25 25 15,-25-25-15,0 0 16,0 0-16,0 0 0,0 0 0,0 0 0,0 0 0,0 0 0,0 0 16,0 25-16,0-25 0,0 0 0,0 0 0,0 0 0,0 0 0,0 25 0,24-25 31,-24 0-31,0 0 0,0 0 0,0 25 0,-24-25 0,24 0 0,0 0 0,0 24 15,0-24-15,0 0 0,0 0 0,0 25 0,0-25 0,0 0 0,0 0 0,0 25 16,0-25-16,-25 0 0,25 0 16,0 0-16,0 25 0,0-25 0,0 0 15,0 0-15,0 0 0,-25 0 0,25 25 0,0-25 0,0 0 0,0 0 0,0 0 16,0 0-16,-25 0 0,25 0 0,0 24 0,0-24 0,0 0 0,0 0 15,0 0-15,-25 0 16,25 0-16,0 0 0,0 0 0,0 0 0,-24 0 0,24 0 0,0 0 0,0 0 16,0 0-16,0 0 0,-25 0 0,25 0 0,0 0 0,0 0 15,0 0 1,0 0-16,0 0 0,0 0 0,0 0 0,0 0 0,0 0 0,0-24 0,0 24 15,0 0-15,0 0 0,0 0 0,0 0 0,0 0 0,0 0 16,0 0-16,0 0 16,0-25-16,0 25 0,0 0 15,0 0-15,25 0 0,-25 0 0,0 0 0,0-25 0,0 25 0,24 0 0,-24 0 0,0 0 16,25 0-16,-25 0 0,0 0 0</inkml:trace>
  <inkml:trace contextRef="#ctx0" brushRef="#br0" timeOffset="849218.5726">28674 9723 0,'0'0'0,"0"0"0,0 0 0,0 0 16,0 0-16,0 0 15,0 0-15,0-24 0,0 24 0,0 0 0,0 0 0,0 0 0,25 0 0,-25-25 16,0 25-16,0 0 0,0 0 0,0 0 0,0-25 0,25 25 15,-25 0-15,0 0 16,0-25-16,0 25 0,0 0 0,25-25 0,-25 25 0,0 0 0,0-24 31,0 24-31,24 0 0,-24-25 0,0 25 0,0 0 0,0 0 0,0-25 0,0 25 0,25 0 0,-25-25 0,0 25 0,0 0 0,0 0 31,0-25-31,0 25 0,25 0 0,-25 0 0,0 0 0,0-24 0,0 24 0,0 0 0,0 0 16,0 0-16,0 0 0,0 0 0,0-25 0,0 25 0,0 0 0,0 0 16,0 0-1,0 0-15,0 0 0,0 0 0,0 0 0,0 0 0,0 0 0,0 0 0,0 0 16,0 0-16,0 0 0,0 0 0,0 0 0,0 0 0,0 0 0,0 0 15,0 0 1,0 0-16,0 0 0,0 0 0,0 0 0,0 0 0,0 0 0,0 0 16,25 0-16,-25 0 0,0 0 0,0 0 0,0 25 0,0-25 0,0 0 0,0 0 15,-25 0 1,25 0-16,0 24 0,0-24 0,0 0 0,0 0 0,0 25 0,0-25 0,0 0 0,0 25 15,0-25-15,0 0 0,0 25 0,0-25 0,0 25 0,0-25 16,0 0 0,0 24-16,0-24 0,0 0 0,0 25 0,0-25 0,0 0 0,0 25 0,-25-25 15,25 25-15,0-25 0,0 0 16,0 25-16,0-25 0,0 24 0,0-24 0,0 0 0,0 25 0,0-25 0,0 0 15,0 25-15,0-25 0,0 0 0,0 25 0,0-25 0,-25 0 0,25 25 16,0-25-16,0 0 0,0 0 16,0 24-16,0-24 0,0 0 0,0 0 0,0 25 15,0-25-15,0 0 0,0 0 0,0 0 16,0 25-16,0-25 0,0 0 0,0 0 0,0 0 0,0 0 0,0 0 0,0 0 0,0 0 0,0 0 15,0 0 1,0 25-16,0-25 0,0 0 0,0 0 0,0 0 0,0 0 0,0 0 16,0 0-16,0 0 0,0 0 0,0 0 0,0 0 0,0 0 0,0 0 0,0 0 15,0 0-15,0 0 0,0-25 0,0 25 0,0 0 0,0 0 16,0 0-16,0 0 15,0-25-15,0 25 0</inkml:trace>
  <inkml:trace contextRef="#ctx0" brushRef="#br0" timeOffset="856910.0125">29443 9748 0,'0'0'0,"0"0"0,0 0 16,0 0-16,0 0 0,0 0 0,0 0 0,0 0 0,0 0 15,0 0 1,0 0-16,0 0 0,0 0 0,0 0 0,25 0 0,-25 0 0,0 0 0,0 0 0,0 0 0,0 25 15,0-25-15,0 0 0,0 0 0,0 0 0,25 0 0,-25 0 16,0 0 0,0 0-16,0 0 0,0 0 0,0 0 0,0 0 0,0 0 0,0 0 15,0 0-15,0 0 0,0 0 0,25 0 0,-25 0 0,0 0 0,0 0 16,0 0-16,0 0 0,0 0 15,0 0-15,0 0 0,0 0 0,24 0 0,-24 0 0,0 0 0,0-25 0,0 25 16,0 0-16,0 0 0,25 0 0,-25-25 0,0 25 0,0 0 16,0 0-16,25-24 15,-25 24-15,0 0 0,0 0 0,25-25 0,-25 25 0,0 0 0,0-25 0,25 25 16,-25-25-16,0 25 0,0 0 0,0-25 0,24 25 15,-24-24-15,0 24 0,0 0 16,0-25-16,0 25 0,25 0 0,-25-25 0,0 25 0,0 0 0,0 0 0,0 0 16,0-25-16,0 25 0,0 0 0,0 0 0,0 0 15,0-25-15,0 25 0,0 0 0,0 0 0,0 0 0,0 0 16,0 0-16,0 0 0,0 0 0,0 0 0,0 0 0,0 0 15,0 0-15,0 0 16,0 0-16,0 0 0,0 0 0,0 0 0,0 0 0,0 0 0,0 0 0,0 0 0,0 0 31,0 0-31,0 0 0,0 0 0,0 0 0,0 0 0,0 0 0,0 0 0,0 0 0,0 0 16,0 0-16,0 0 0,0 0 0,0 0 0,0 0 15,0 0-15,0 25 0,0-25 0,0 0 16,0 0-16,-25 25 0,25-25 0,0 0 0,0 25 0,0-25 0,0 0 0,0 25 16,-24-25-16,24 24 0,0-24 0,0 25 0,0-25 0,0 25 15,-25-25 1,25 25-16,0-25 0,0 0 0,0 25 0,0-25 0,-25 24 0,25-24 0,0 25 0,0-25 15,0 0-15,0 25 0,0-25 0,0 0 0,0 25 0,0-25 0,0 0 16,0 0 0,0 25-16,-25-25 0,25 0 0,0 0 0,0 24 15,0-24-15,0 0 0,0 0 0,0 0 0,0 0 0,0 0 0,0 0 0,0 0 0,0 0 16,0 25-16,0-25 15,0 0-15,0 0 0,0 0 0,0 0 0,0 0 0,0 0 0,0 0 0,0 0 16,0 0-16,0 0 0,0 0 0,0 0 0,0-25 0,0 25 0,0 0 16,0 0-1,0 0-15,25 0 0,-25-24 0</inkml:trace>
  <inkml:trace contextRef="#ctx0" brushRef="#br0" timeOffset="857627.0535">29815 9451 0,'0'0'0,"0"0"0,0 0 0,0 0 15,0 0-15,0 0 0,0 0 0,0 0 0,0 0 16,0 0-16,0 0 0,0 0 0,0 0 0,0 0 15,0 0-15,0 24 0,0-24 0,-25 0 0,25 0 0,0 0 16,0 0-16,0 0 0,0 25 0,0-25 0,0 0 16,0 0-16,0 0 0,0 0 0,0 25 0,-24-25 0,24 0 15,0 0-15,0 25 0,0-25 0,0 0 0,0 25 16,0-25-16,0 0 0,0 24 0,0-24 0,0 0 0,-25 25 15,25-25-15,0 25 0,0-25 0,0 25 0,0-25 16,0 0-16,0 25 0,0-25 0,0 24 0,0-24 16,0 25-16,0-25 0,0 0 0,0 25 0,0-25 0,0 0 15,0 25-15,0-25 0,0 0 0,0 25 0,0-25 0,0 0 16,0 0-16,25 0 0,-25 24 0,0-24 15,0 0-15,0 0 0,0 0 0,0 0 0,0 0 0,0 0 16,0 0-16,0 0 0,24 0 0,-24 0 16,0 0-16,0 0 0,0 0 0,0 0 0,25 0 0,-25 0 0,0-24 15,0 24 1,0 0-16,25 0 0,-25 0 0,0-25 0,0 25 0,25 0 0,-25 0 15,0-25-15,0 25 0,0 0 0,25-25 0,-25 25 0,0-25 0,0 25 0,24-24 16,-24 24 0,0 0-16,0-25 0,0 25 0,0 0 0,25-25 0,-25 25 0,0 0 0,0-25 15,0 25-15,0-25 0,0 25 0,0 0 0,0-24 0,0 24 0,0 0 0,0-25 31,0 25-31,0 0 0,0-25 0,0 25 0,0 0 0,0 0 0,0 0 0,0-25 0,0 25 16,0 0-16,0 0 0,0 0 0,0-25 0,0 25 0,0 0 0,0 0 31,0 0-31,0 0 0,0 0 0,-25 0 0,25-24 0,0 24 0,0 0 0,0 0 0,0 0 0,0 0 16,0 0-16,0 0 0,0-25 0,0 25 0,0 0 0,0 0 15,0 0-15,-24 0 16,24 0-16,0 0 0,0 25 0,0-25 0,0 0 0,0 0 0,0 0 0,0 0 16,0 0-16,0 24 0,-25-24 0,25 0 0,0 0 0,0 0 15,0 0-15,0 0 0,0 25 16</inkml:trace>
  <inkml:trace contextRef="#ctx0" brushRef="#br0" timeOffset="858627.1107">30113 9426 0,'0'0'0,"0"0"15,0 0-15,0 0 0,0 0 0,0 0 0,0 0 0,0 0 0,0 0 0,0 0 16,0 0-16,0 0 0,0 0 0,0 0 15,0 0-15,0 0 0,0 0 0,0 0 16,0 0-16,0 0 0,0 0 0,0 0 0,0 0 0,0 0 0,0 0 16,0 0-16,0 0 0,0 0 0,0 0 0,-25 0 0,25 0 0,0 0 15,0 0 1,0 25-16,0-25 0,0 0 0,0 0 0,0 0 0,0 24 0,0-24 15,0 0-15,0 0 0,0 25 0,0-25 0,0 0 0,-25 0 0,25 25 0,0-25 16,0 0 0,0 0-16,0 0 0,0 25 0,0-25 0,0 0 0,0 0 0,0 25 15,0-25-15,0 0 0,0 0 0,0 0 0,0 0 0,0 0 0,-25 0 16,25 24-1,0-24-15,0 0 0,0 0 0,0 0 16,0 0-16,0 0 0,0 0 0,0 0 0,0 0 0,0 0 0,0 0 0,0 0 0,0 0 0,0 0 0,0 0 0,0 0 16,0 0-1,0 0-15,0 0 0,0 0 0,25 0 0,-25 0 0,0 0 0,0 0 0,0 0 0,0-24 0,0 24 16,0 0-16,0 0 15,0 0-15,0 0 0,0 0 0,0 0 0,0 0 0,0 0 16,0 0-16,25 0 0,-25 0 0,0-25 0,0 25 0,0 0 0,0 0 16,0 0-16,0 0 0,0 25 15,0-25-15,0 0 0,0 0 0,0 0 0,0 0 0,0 0 0,25 0 16,-25 0-16,0 0 0,0 0 0,0 0 0,0 0 0,0 0 0,0 0 0,0 0 15,0 0-15,0 0 0,0 0 16,25 0-16,-25 0 0,0 24 0,0-24 0,0 0 16,0 0-16,0 0 0,0 25 0,0-25 0,0 0 0,0 0 0,0 0 0,0 25 15,0-25-15,0 0 16,0 0-16,0 25 0,0-25 0,0 0 0,0 0 0,0 25 15,0-25-15,0 0 0,0 0 0,0 24 0,0-24 0,0 0 0,0 25 0,0-25 16,0 0-16,0 0 0,0 0 0,0 25 0,0-25 16,0 0-16,0 0 15,0 25-15,0-25 0,-25 0 0,25 0 0,0 25 0,0-25 0,0 0 0,0 0 0,0 0 16,0 24-16,0-24 0,0 0 0,-25 0 15,25 0-15,0 0 0,0 0 16,0 25-16,0-25 0,0 0 0,0 0 0,0 0 0,-25 0 0,25 0 0,0 0 0,0 25 16,0-25-16,0 0 0,0 0 0,-25 0 0,25 0 0,0 0 31,0 0-31,0 0 0,0 0 0,0 0 0,0 0 0,0 0 0,0 0 0,-24 0 0,24 0 0,0 0 0,0 0 15,0 0 1,0 0-16,0 0 0,0 0 0,0 0 0,0 0 0,0-25 0,-25 25 0,25 0 0,0 0 16,0 0-16,0 0 0,0 0 0,0 0 0,0 0 0,0 0 15,0 0 1,0-25-16,0 25 0,0 0 0,0 0 0,0 0 0,0 0 0,-25 0 0,25 0 15,0 0-15,0 0 0,0 0 0,0 0 0,0 0 0,0 0 0,0 0 16,0-24 0,25 24-16,-25 0 0,0 0 0,0 0 0,0 0 0,0-25 0,0 25 0</inkml:trace>
  <inkml:trace contextRef="#ctx0" brushRef="#br0" timeOffset="859056.1352">30162 9401 0,'0'0'15,"-24"0"-15,24 0 16,0 0-16,0 0 0,0 0 0,0 0 0,0 0 0,0 0 0,0 0 0,0 0 0,0 0 15,0 0-15,0 0 0,0 0 0,0 0 0,0 0 0,0 0 32,0 0-32,0 0 0,0 0 0,0 0 0,0 0 0,0 0 0,0 0 0,0 0 15,0 0-15,0 0 0,0 0 0,0 0 0,0 0 0,0 0 0,0 0 0,0 0 31,0 0-31,0 0 0,0 0 0,0 0 0,0 0 0,0 0 0,0 0 0,0 0 16,0 0-16,24 0 0,-24 0 0,0 0 0,0 0 0,0 0 0,0 0 0,25 0 16,-25 0-16,0 0 0,0 0 0,25 0 0,-25 0 15,0-25-15,0 25 0,25 0 16,-25 0-16,0 0 0,0 0 0,25 0 0,-25 0 0,0 0 0,0-25 0,0 25 15,25 0-15,-25 0 16,0 0-16</inkml:trace>
  <inkml:trace contextRef="#ctx0" brushRef="#br0" timeOffset="877090.1667">30683 9525 0,'0'0'0,"0"0"0,0 0 16,0 0-16,0 0 0,0 0 16,0 0-16,0 0 0,0 0 0,0 0 0,0 0 0,25 0 15,-25 0-15,0 0 0,0 0 0,0 0 0,0 0 0,0 0 0,0 0 31,0 0-31,0 0 0,0 0 0,0 0 0,0 0 0,0 0 0,0 0 0,0 0 0,0 0 0,0 0 16,0 0-16,0 0 0,0 0 0,0 0 0,0 0 0,0 0 0,0 0 0,0 0 16,0 0-1,0 0-15,0 0 0,0 0 0,0 0 0,0 0 0,0 0 0,0 0 0,0 0 16,0 0-16,0 0 0,0 0 0,0 0 0,0-25 0,0 25 0,0 0 15,0 0 1,0 0-16,0 0 0,0 0 0,0 0 0,0 0 0,0 0 0,0 0 0,0 0 16,0 0-16,0 0 0,0 0 0,0 0 0,0 0 0,0 0 0,0 0 0,0 0 15,0 0-15,0 0 0,0 0 0,0 0 0,0 0 0,0 0 16,0 0-1,0 0 1,0 0-16,0 0 0,0 0 0,0 0 0,0 0 0,0 0 0,0 0 0,0 0 0,0 0 0,0 0 0,0 0 0,0 0 0,0 0 16,0 0-16,0 0 15,0 0-15,0 0 0,0 0 0,0 0 0,0 0 0,0 0 0,-25 25 16,25-25-16,0 0 0,0 0 0,0 0 0,0 25 0,0-25 0,0 0 0,-24 0 15,24 0-15,0 25 16,0-25-16,0 0 0,0 24 0,0-24 0,-25 0 0,25 0 0,0 25 16,0-25-16,0 0 0,0 0 0,0 0 0,0 25 0,0-25 0,0 0 15,0 0-15,0 0 16,-25 0-16,25 0 0,0 0 0,0 0 0,0 0 0,0 25 0,0-25 0,0 0 15,0 0-15,0 0 0,0 0 0,0 0 0,0 0 0,0 0 0,0 0 0,0 0 16,0 0 0,0 0-16,0 0 0,0 0 0,0 0 0,0 0 0,0 0 0,0 0 0,0 0 0,0 0 0,0 0 15,0 0-15,0 0 0,0 0 0,0 0 0,0 0 16,0 0-16,0 0 15,0 0-15,0 0 0,25 0 0,-25 0 0,0 0 0,0-25 0,0 25 16,0 0-16,0 0 0,0 0 0,0 0 0,0 0 0,0 0 0,0 0 16,0 0-16,0 0 15,25 0-15,-25 0 0,0-25 0,0 25 0,0 0 0,0 0 0,0 0 0,0 0 16,0 0-16,0 0 0,24 0 0,-24 0 0,0 0 0,0 0 0,0 0 15,0 0 1,0 0-16,0 0 0,0 0 0,0 0 0,0 0 0,0 0 0,25 0 16,-25 0-16,0 0 0,0 0 0,0 0 0,0 0 0,0 0 0,0 0 0,0 0 15,0 25-15,0-25 0,0 0 16,0 0-16,25 0 0,-25 0 0,0 0 0,0 25 0,0-25 0,0 0 15,0 0-15,0 25 0,0-25 0,0 0 0,0 0 0,0 0 0,0 24 16,0-24 0,0 0-16,0 0 0,0 25 0,0-25 0,-25 0 0,25 0 0,0 0 0,0 25 15,0-25-15,0 0 0,0 0 0,0 0 0,0 25 0,0-25 0,0 0 16,0 0-16,0 0 0,0 25 0,0-25 0,0 0 15,0 0-15,-25 0 0,25 0 0,0 0 0,0 0 0,0 24 0,0-24 16,0 0 0,0 0-16,0 0 0,0 0 0,-24 0 0,24 0 0,0 25 0,0-25 0,0 0 15,0 0-15,0 0 0,0 0 0,-25 0 0,25 0 0,0 0 0,0 0 16,0 0-1,0 0-15,0 0 0,-25 0 0,25 0 0,0 0 0,0 0 0,0 0 0,0 0 0,-25 0 16,25 0-16,0 0 0,0 0 0,0 0 0,0 0 0,0 0 16,0 0-16,0 0 15,0 0-15,0 0 0,-25 0 0,25 0 0,0 0 0,0 0 0,0 0 16,0 0-16,0 0 0,0-25 0,0 25 0,0 0 0,0 0 0,0 0 0,0 0 15,0 0 1,0 0-16,0-24 0,0 24 0,0 0 0,0 0 0,0 0 0,0 0 0,0 0 16,0-25-16,0 25 0,0 0 0,25 0 0,-25 0 0,0-25 0,0 25 0,0 0 31,0 0-31,0 0 0,25-25 0,-25 25 0,0 0 0</inkml:trace>
  <inkml:trace contextRef="#ctx0" brushRef="#br0" timeOffset="877392.1839">30708 9525 0,'0'0'0,"0"0"0,0 0 0,0 0 16,0-25-16,0 25 0,0 0 0,0 0 0,0 0 0,0 0 15,0 0-15,0 0 0,0 0 0,0 0 0,0 0 16,0 0-16,25 0 0,-25 0 0,0 0 0,0 0 16,0 0-16,0 0 0,25 0 0,-25 0 0,0 0 15,0-25-15,0 25 0,25 0 0,-25 0 0,0 0 0,0 0 0,24 0 16,-24 0-16,0 0 15,0 0-15,25 0 0,-25 0 0,0 0 0,0 0 0,0 0 0,25 0 0,-25 0 16,0 0-16,25 0 0,-25 0 0,0 0 0,0 0 16,0 0-16,25 0 0,-25 0 15,0 0-15,0 0 0,0 0 0</inkml:trace>
  <inkml:trace contextRef="#ctx0" brushRef="#br0" timeOffset="878072.2229">30758 9798 0,'0'0'0,"0"0"0,0 0 15,0 0-15,0 0 0,0 0 0,0 0 0,0 0 0,0 0 0,0 0 0,0 0 16,0 0 0,0 0-16,0 0 0,0 0 0,0 0 0,25 0 0,-25 0 0,0 0 15,0 0-15,0 0 0,0 0 0,0 0 0,24 0 0,-24 0 0,0-25 0,0 25 16,0 0-16,0 0 0,25 0 0,-25 0 0,0-25 15,0 25-15,0 0 0,25 0 0,-25-25 16,0 25-16,0 0 0,25-24 0,-25 24 0,0-25 0,0 25 0,25 0 0,-25-25 16,0 25-1,0 0-15,24-25 0,-24 25 0,0 0 0,0-25 0,0 25 0,0 0 16,25 0-16,-25 0 0,0-24 15,0 24-15,0 0 0,0 0 0,0 0 0,0 0 0,0 0 0,0-25 0,0 25 16,0 0-16,0 0 0,0 0 0,0 0 0,0 0 0,0 0 0,0 0 16,0 0-16,0 0 0,0 0 0,0 0 0,0 25 0,0-25 0,0 0 15,0 0 1,0 0-16,0 0 0,0 0 0,0 24 0,0-24 0,0 0 0,0 0 0,0 0 0,0 25 15,0-25-15,0 0 0,0 0 0,0 25 0,0-25 0,0 0 16,-25 0-16,25 25 16,0-25-16,0 0 0,0 0 0,0 25 0,0-25 0,0 0 0,0 0 0,0 24 31,0-24-31,-24 0 0,24 0 0,0 25 0,0-25 0,0 0 0,0 25 0,0-25 0,0 0 15,0 0-15,0 25 0,0-25 0,0 0 0,0 0 0,0 0 0,0 25 16,0-25-16,-25 0 0,25 0 0,0 0 0,0 0 0,0 0 0,0 0 16,0 24-1,0-24-15,0 0 0,0 0 16,0 0-16,0 0 0,0 0 0,0 0 0,0 0 0,0 0 0,0 0 0,0 0 0,0 0 0,0 0 0,0 0 15,0 0-15,0 0 0,0 0 0,0 0 0,0 0 0,0 0 0,0 0 16,0 0 0,0 0-16,0 0 0</inkml:trace>
  <inkml:trace contextRef="#ctx0" brushRef="#br0" timeOffset="879053.2789">31105 9550 0,'0'0'0,"0"0"0,0 0 16,0 0-16,0 0 0,0 0 0,0 0 0,0 0 0,0 0 0,0 0 16,0 0-16,0 0 15,25 0-15,-25 0 0,0 0 0,0 0 0,0 0 0,0 0 0,0 0 16,0 0-16,0 0 0,0 0 0,0 0 0,0 0 0,0 0 0,0 0 0,0 0 15,0 0 1,25-25-16,-25 25 0,0 0 0,0 0 0,0 0 0,0 0 0,0 0 0,0 0 16,0 0-16,24 0 0,-24 0 0,0 0 0,0 0 0,0 0 0,0 0 0,25 0 31,-25-25-31,0 25 0,0 0 0,0 0 0,0 0 0,25 0 0,-25 0 0,0 0 15,0 0-15,0 0 0,0 0 0,0 0 0,25 0 0,-25 0 0,0 25 16,0-25-16,0 0 16,0 0-16,0 0 0,0 0 0,0 0 0,0 25 0,0-25 0,0 0 0,0 0 15,0 25-15,0-25 0,0 0 0,0 0 0,0 0 0,-25 24 0,25-24 16,0 0-16,0 25 15,0-25-15,0 0 0,0 0 0,0 25 0,-25-25 0,25 0 0,0 0 0,0 25 0,0-25 16,-25 0-16,25 0 0,0 25 0,0-25 0,0 0 0,-24 0 0,24 24 16,0-24-16,0 0 15,0 0-15,0 0 0,-25 0 0,25 0 0,0 0 0,0 25 0,0-25 0,0 0 31,0 0-31,0 0 0,0 0 0,0 0 0,0 0 0,0 0 0,0 0 0,0 0 0,0 0 0,0 0 16,0 0-16,0 0 0,0 0 0,0 0 0,0 0 0,0 0 16,0 0-16,0 0 15,0-25-15,0 25 0,0 0 0,0 0 0,0 0 0,25 0 0,-25 0 0,0 0 16,0 0-16,0 0 0,0 0 0,0 0 0,24 0 0,-24 0 0,0-24 15,0 24-15,0 0 16,25 0-16,-25 0 0,0 0 0,0 0 0,0 0 0,0 0 0,25 24 0,-25-24 16,0 0-16,0 0 0,0 0 0,0 25 0,0-25 0,0 0 0,0 25 31,0-25-31,0 0 0,0 0 0,0 0 0,0 25 0,0-25 0,0 0 0,0 25 0,0-25 0,0 0 15,0 0-15,-25 24 0,25-24 0,0 0 0,0 0 0,0 25 16,0-25 0,-25 0-16,25 0 0,0 25 0,0-25 0,0 0 0,-24 0 15,24 0-15,0 0 0,0 0 0,0 0 0,0 25 0,-25-25 0,25 0 16,0 0-16,0 0 0,0 0 0,0 0 0,0 0 0,-25 0 0,25 0 0,0 0 15,0 0-15,0 0 0,0 0 16,0 0-16,0 0 0,0 0 0,0 0 0,0-25 0,0 25 0,-25 0 0,25 0 16,0 0-16,0 0 15,0 0-15,0 0 0,0 0 0,0-25 0,0 25 0,0 0 0,0 0 16,0 0-16</inkml:trace>
  <inkml:trace contextRef="#ctx0" brushRef="#br0" timeOffset="890430.9298">32569 10021 0,'0'0'0,"0"0"15,0 0-15,0 0 0,0 0 0,0 0 0,0 0 0,0 25 0,0-25 16,0 0-16,0 0 15,0 0-15,0 0 0,0 0 0,0 0 0,0 0 0,24 0 0,-24 0 0,0 0 0,0 0 0,0 0 16,0 0-16,0 0 0,0 0 0,0 0 0,0 0 0,0 0 0,0 0 16,0 0-1,0 0-15,0 0 0,0 0 0,0 0 0,0 0 0,0 0 0,0 0 0,0 0 0,0 0 0,0 0 16,0 0-16,0 0 0,0 0 15,0 0-15,0 0 0,0 0 0,0 0 16,0 0-16,0 0 0,0 0 0,0 0 0,0 0 0,0 0 0,0 0 0,0 0 0,0 0 0,0 0 16,0 0-1,0 0-15,0 0 0,0 0 0,0 0 0,0 0 0,0 0 0,0 0 0,0 0 0,0 0 16,0 0-16,0 0 0,0 0 0,0 0 0,0 0 0,0 0 15,0 0-15,0 0 16,0-25-16,0 25 0,0 0 0,0 0 0,0 0 0,0 0 0,0 0 0,0 0 16,0 0-16,0 0 0,0 0 0,0 0 0,0 0 0,0-25 0,0 25 0,0 0 15,0 0 1,0 0-16,-24 0 0,24 0 0,0 0 0,0-25 0,0 25 0,0 0 0,0 0 15,0 0-15,0 0 0,0 0 0,0 0 0,0 0 0,0 0 0,0 0 0,0 0 16,0 0 0,0-24-16,0 24 0,0 0 0,0 0 0,0 0 0,0 0 0,0 0 0,0 0 0,0 0 15,0 0-15,0 0 0,0 0 0,0 0 0,0 0 0,0 0 0,0 0 31,0 0-31,0-25 0,0 25 0,0 0 0,0 0 0,0 0 0,0 0 0,0 0 0,0 0 0,0 0 16,0 0-16,0 0 0,0-25 0,0 25 0,0 0 0,0 0 16,0 0-16,0 0 0,0 0 0,0 0 15,0 0-15,0 0 0,0 0 0,0-25 0,0 25 0,0 0 0,24 0 16,-24 0-16,0 0 0,0 0 0,0-25 0,0 25 0,0 0 0,0 0 15,0 0-15,0 0 16,0 0-16,0 0 0,25 0 0,-25 0 0,0 0 0,0 0 0,0 0 0,0 0 0,0 0 31,0 0-31,0 0 0,0 0 0,0 0 0,0 0 0,0 0 0,0 0 0,0 0 0,0 0 0,0 0 0,0 0 16,0 0-16,0 0 0,25 0 0,-25 0 0,0 0 0,0 25 15,0-25-15,0 0 0,0 0 16,0 0-16,25 0 0,-25 0 0,0 0 0,0 25 0,0-25 0,0 0 0,0 0 16,25 0-16,-25 0 0,0 0 0,0 25 0,0-25 0,0 0 0,0 0 15,0 0-15,24 0 16,-24 0-16,0 25 0,0-25 0,0 0 0,0 0 0,0 0 0,0 0 0,0 0 0,0 0 15,0 24-15,0-24 0,0 0 16,0 0-16,0 0 0,0 0 0,0 0 0,0 25 0,0-25 16,-24 0-16,24 0 0,0 0 0,0 0 0,0 0 0,0 25 0,-25-25 0,25 0 15,0 0-15,0 0 0,-25 0 0,25 25 16,0-25-16,0 0 0,-25 0 0,25 0 0,0 25 0,-25-25 15,25 0-15,0 0 0,0 0 0,-24 0 0,24 0 0,0 25 0,0-25 0,-25 0 32,25 0-32,0 0 0,0 0 0,0 0 0,-25 24 0,25-24 0,0 0 0,0 0 0,0 0 15,-25 0-15,25 0 0,0 0 0,0 0 0,-25 0 0,25 0 0,0 0 0,0 25 16,0-25-16,-24 0 15,24 0-15,0 0 0,0 0 0,0 0 0,0 0 0,-25 0 0,25 0 16,0 0-16,0 0 0,0 0 0,0 0 0,0 0 0,0 0 0,-25 0 0,25 0 31,0 0-31,0 0 0,0 0 0,0 0 0,0 0 0,0 0 0,0 0 0,0 0 0,0 0 0,0 0 16,0 0-16,0 0 0,0 0 0,0 0 0,0 0 0,0 0 0,0 0 31,0 0-31,0 0 0,0 0 16,0 0-16,0 0 0,0 0 0,0 0 0,0 0 0,0 0 0,0 0 0,0 0 0,0 0 0,0 0 0,0 25 0,0-25 15,0 0-15,0 0 0,0 0 0,0 0 0,0 0 0,0 0 16,0 0-16,0 0 15,0 0-15,0 0 0,0 0 0,25 0 0,-25 0 0,0 0 0,0 0 0,0 0 0,25 0 0,-25 25 16,0-25-16,0 0 0,24 0 0,-24 0 0,0 0 0,25 0 0,-25 0 16,0 0-1,0 0-15,25 0 0,-25 25 0,0-25 0,25 0 0,-25 0 0,0 0 0,25 0 0,-25 0 0,0 0 16,24 0-1,-24 0-15,0 0 0,0 0 0,0 0 0,25 0 0,-25 0 0,0 24 0,0-24 0,0 0 16,0 0-16,0 0 0,25 0 0,-25 0 0,0 0 0,0 0 0,0 0 0,0 0 31,0 0-31,0 0 0,0 0 0,0 0 0,0 0 0,0 0 0,0 0 0,0 0 0,0 0 0,0 0 16,25 0-16,-25 0 0,0 0 0,0 0 0,0 0 0,0 0 15,0-24-15,0 24 16,0 0-16,0 0 0,0 0 0,0 0 0,25 0 0,-25 0 0,0 0 0,0-25 0,0 25 16,0 0-16,0 0 0,0 0 0,0 0 15,0 0-15,0 0 0,0 0 0,0 0 0</inkml:trace>
  <inkml:trace contextRef="#ctx0" brushRef="#br0" timeOffset="891196.9736">31502 10666 0,'0'0'15,"0"0"-15,0 0 16,0 0-16,0 0 0,0 0 0,0 0 0,0 0 0,0 0 0,0 0 15,0 0-15,0 0 0,0 0 0,0 0 0,0 0 0,0 0 0,0 0 0,0 0 16,0 0-16,0 0 16,0 0-16,0 0 0,0 0 0,0 0 0,25 0 0,-25 0 0,0 0 15,0 0-15,0 0 0,0 0 0,0 0 0,0 0 0,0 25 0,25-25 0,-25 0 31,0 0-31,0 0 0,0 0 0,24 0 0,-24 0 0,0 0 0,0 0 0,25 0 0,-25 0 16,0 0-16,25 0 0,-25 0 0,0 0 0,0 0 0,25 0 0,-25 0 0,0 0 31,25 0-31,-25 0 0,0 0 0,0 0 0,24 0 0,-24 0 0,0 0 0</inkml:trace>
  <inkml:trace contextRef="#ctx0" brushRef="#br0" timeOffset="891863.0117">31775 10716 0,'-25'0'0,"25"0"0,0 0 0,0 0 16,0 0-16,0 0 0,0-25 0,0 25 0,0 0 0,0 0 0,0 0 0,0 0 16,0 0-16,0-25 15,0 25-15,0 0 0,0 0 0,0 0 0,0 0 0,0-25 16,0 25-16,25 0 0,-25 0 0,0 0 0,0 0 0,0 0 0,0-25 0,0 25 15,0 0-15,25 0 0,-25 0 0,0 0 0,0 0 16,0 0-16,0 0 0,0 0 16,0 0-16,24-24 0,-24 24 0,0 0 0,0 0 0,0 0 0,0 0 0,25 24 0,-25-24 0,0 0 15,0 0-15,0 0 16,0 0-16,0 0 0,25 0 0,-25 0 0,0 0 0,0 0 31,0 0-31,0 0 0,0 0 0,0 0 0,25 25 0,-25-25 0,0 0 0,0 0 0,0 0 0,0 25 0,0-25 0,0 0 0,0 0 16,0 25-16,0-25 0,-25 0 0,25 25 15,0-25-15,0 0 0,0 0 0,0 24 16,0-24-16,-25 25 0,25-25 0,0 0 0,0 25 0,-25-25 0,25 0 0,0 25 0,0-25 15,-24 0-15,24 25 0,-25-25 0,25 0 0,0 24 0,-25-24 16,25 0-16,0 25 16,-25-25-16,25 0 0,-25 0 0,25 25 0,0-25 0,-24 0 0,24 0 0,0 0 15,0 25-15,-25-25 0,25 0 0,0 0 0,0 0 0,0 0 16,0 0-16,-25 25 0,25-25 0,0 0 15,0 0-15,0 0 0,0 0 0,0 0 0,0 0 0,0 0 0,0 0 16,0 0-16,0 0 0,0 0 0,0 0 0,0 0 0,0 0 0,25 0 16,-25 0-1,0 0-15,0 0 0,0 0 0,0 0 0,0 0 0,0 0 0,25 0 0,-25 0 16,0 0-16,0 0 0,24 0 0,-24 0 0,0 0 0,25 0 0,-25 0 0,0 0 15,25 0 1,-25 0-16,25 0 0,-25 0 0,0 0 0,25 0 0,-25 0 0,24 0 16,-24 0-16,0 0 0,25 0 0,-25 0 0,25 0 0,-25 0 0,0 0 0,25 0 0,-25 0 31,0 0-31,25 0 0,-25-25 0,0 25 0,24 0 0,-24 0 0,0 0 0,0 0 0,25-25 15</inkml:trace>
  <inkml:trace contextRef="#ctx0" brushRef="#br0" timeOffset="892251.0339">32072 10567 0,'0'0'0,"0"0"0,0 0 16,0 0-16,0 0 0,0 0 0,0 0 0,0 0 16,0 0-16,0 0 0,0 0 0,0 0 0,0 25 0,0-25 15,0 0-15,0 0 0,0 0 0,25 0 0,-25 0 0,0 24 16,0-24-1,0 0-15,0 0 0,0 25 0,0-25 0,0 0 0,0 25 0,0-25 0,0 25 0,0-25 16,0 0-16,-25 25 0,25-25 0,0 24 0,0-24 0,0 25 16,0-25-16,0 25 15,0-25-15,-24 0 0,24 25 0,0-25 0,0 25 0,0-25 0,-25 24 16,25-24-16,0 25 0,0-25 15,0 0-15,0 25 0,-25-25 0,25 0 0,0 0 0,0 25 0,0-25 0,0 0 16,0 0-16,0 0 0,0 0 0,0 0 0,0 0 0,0 0 0,0 0 0,0 0 16,0 0-16,0 0 0,0 0 15,0 0-15,0 0 0,0 0 0,0 0 0,0 0 16,0 0-16,0 0 0,0-25 0,0 25 0,0 0 0,0 0 0,0-25 0,0 25 0,0 0 15</inkml:trace>
  <inkml:trace contextRef="#ctx0" brushRef="#br0" timeOffset="892449.0452">32048 10740 0,'0'0'0,"0"0"0,0 0 0,0 0 0,0 0 0,0 0 16,0 0-16,0 0 0,24 0 0,-24 0 0,0 0 15,0 0-15,0 0 0,25 0 0,-25 0 0,0 0 16,25 25-16,-25-25 0,0 0 0,25 0 0,-25 0 0,25 0 0,-25 0 16,24 0-16,-24 0 0,0 0 0,25 0 0,-25 0 15,25 0-15,-25 0 0,0 0 0,25 0 0,-25 0 0,0 0 16,25-25-16,-25 25 0,0 0 0,25 0 0,-25 0 0,0 0 15,0-24-15,24 24 0,-24 0 0,0 0 0,0 0 16,0-25-16,25 25 0</inkml:trace>
  <inkml:trace contextRef="#ctx0" brushRef="#br0" timeOffset="892652.0568">32395 10592 0,'0'0'0,"0"0"0,0 0 0,0 0 15,0 0-15,0 0 0,0 0 0,0-25 0,0 25 0,0 0 16,0 0-16,-25 25 0,25-25 0,0 0 0,0 0 0,0 0 16,0 0-16,0 0 0,0 24 0,0-24 0,-25 0 15,25 0-15,0 25 0,0-25 0,0 0 0,0 0 0,-24 25 16,24-25-16,0 0 0,0 25 0,-25-25 0,25 25 0,0-25 15,0 0-15,0 24 0,-25-24 0,25 0 0,0 25 16,0-25-16,0 25 0,-25-25 0,25 0 0,0 0 0,0 25 16,0-25-16,0 0 0,-25 25 0,25-25 0,0 0 0,0 0 15,0 24-15,0-24 0,0 0 0,0 0 0,-25 25 0,25-25 16,0 0-16,0 0 15,0 0-15,0 0 0,0 25 0,0-25 0,0 0 16,0 0-16,0 0 0,0 0 0,0 0 0,0 0 0,0 0 0</inkml:trace>
  <inkml:trace contextRef="#ctx0" brushRef="#br0" timeOffset="893177.0868">32271 10939 0,'0'0'0,"25"0"0,-25 0 0,0 0 0,0 0 16,0 0-16,0 0 0,0-25 0,0 25 0,0 0 15,0 0-15,0 0 0,0 0 0,0 0 0,25 0 0,-25 0 16,0 0-16,0 0 0,0 0 0,0 0 0,24 0 16,-24 0-16,0 0 0,0 0 0,0 0 0,0 0 0,25 0 15,-25 0-15,0 0 0,0 0 0,0 25 0,0-25 16,25 0-16,-25 0 0,0 0 0,0 0 15,0 0-15,0 0 0,0 25 0,0-25 0,0 0 0,0 0 0,0 0 0,0 0 16,0 24-16,0-24 16,0 0-16,0 0 0,0 0 0,0 25 0,0-25 0,0 0 0,0 0 0,0 0 15,0 0-15,0 25 0,0-25 0,0 0 0,0 0 0,-25 0 0,25 25 0,0-25 16,0 0-1,-25 0-15,25 0 0,0 25 0,0-25 0,-24 0 0,24 0 0,0 24 0,-25-24 0,25 0 0,0 0 16,-25 0 0,25 25-16,0-25 0,0 0 0,-25 0 0,25 0 0,0 25 0,0-25 0,0 0 0,-25 0 15,25 0-15,0 0 0,0 0 0,0 25 16,0-25-16,0 0 0,0 0 0,-25 0 0,25 0 0,0 0 0,0 0 15,0 0-15,0 0 0,0 0 0,0 0 0,0 0 0,0 0 0,0 0 0,0 0 16,0 0 0,0 0-16,0 25 0,0-25 0,0 0 0,25 0 0,-25 0 0,0 0 15,0 0-15,0 0 0,0 0 0,0 0 0,25 0 0,-25 0 0,0 0 0,25 0 0,-25 0 16,0 0-16,0 0 15,25 0-15,-25 0 0,25 0 0,-25 0 0,0 0 0,24 0 0,-24 0 0,25 0 0,-25 0 32,0 0-32,25 0 0,-25 0 0,0 0 0,25 0 0,-25 0 0,0 0 0,0 0 15,25 0-15,-25 0 0,0 0 0,0 0 0,0 0 0,0 0 0,0 0 0,0 0 0,0-25 31,0 25-31,0 0 0,0 0 0,0 0 0,0 0 0,0 0 0</inkml:trace>
  <inkml:trace contextRef="#ctx0" brushRef="#br0" timeOffset="898197.374">26516 10641 0,'0'0'0,"0"0"15,0 0 1,0 0-16,0 0 0,0 0 0,0 0 0,0 0 0,0 0 0,0 0 0,0 0 15,0 0-15,0 0 0,0 0 0,0 0 0,0 0 0,0 0 0,0 0 16,0 0-16,0 0 16,0 0-16,0 0 0,0 0 0,0 0 0,0 0 0,0 0 0,0 0 0,0 0 15,0 0 1,0 0-16,0 0 0,0 0 0,0 0 0,0 0 0,0 0 0,0 0 0,0 0 0,0 0 15,0 0-15,0 0 0,0 0 0,0 0 0,0 0 0,0 0 0,0 0 32,0 0-32,0 0 0,0-25 0,0 25 0,0 0 0,0 0 0,0 0 0,0 0 15,-25 0-15,25 0 0,0 0 0,0 0 0,0 0 0,0 0 0,0 0 16,0 0-16,0 0 15,0 0-15,0 0 0,0 0 0,0 0 0,0 0 0,-24 0 0,24 0 0,0 0 16,0 0-16,0 0 0,0 0 16,0 0-16,0 0 0,0 0 0,0 0 0,0 0 0,0 0 0,0 0 0,0 0 15,0 0-15,0 0 0,0 0 0,0 0 0,0 0 0,-25 0 0,25 0 16,0 0-16,0 0 15,0 25-15,0-25 0,0 0 0,0 0 0,0 0 0,0 0 16,0 0-16,0 0 0,0 0 0,0 25 0,-25-25 0,25 0 0,0 0 0,0 0 0,0 0 16,0 25-16,0-25 15,0 0-15,0 0 0,0 0 0,-25 0 0,25 0 16,0 25-16,0-25 0,0 0 0,0 0 0,0 0 0,0 0 0,0 0 0,0 24 15,0-24-15,0 0 0,0 0 16,0 0-16,0 0 0,-25 0 0,25 0 0,0 0 0,0 25 16,0-25-16,0 0 0,0 0 0,0 0 0,0 0 0,0 0 0,0 0 0,0 0 15,0 0-15,0 25 16,0-25-16,0 0 0,0 0 0,0 0 0,0 0 0,0 25 0,0-25 0,0 0 0,0 0 15,0 0-15,0 0 0,0 25 16,0-25-16,0 0 0,0 0 0,0 0 16,0 0-16,0 24 0,0-24 0,0 0 0,0 0 0,0 0 0,0 0 0,0 25 15,0-25-15,0 0 0,0 0 0,0 0 0,0 0 0,0 25 16,0-25-16,0 0 15,0 0-15,0 0 0,0 0 0,0 25 0,25-25 0,-25 0 0,0 0 0,0 0 0,0 0 32,0 0-32,0 0 0,0 0 0,0 25 0,25-25 0,-25 0 0,0 0 15,0 0-15,0 0 0,0 0 0,25 0 0,-25 0 0,0 0 0,0 24 0,0-24 16,0 0-16,0 0 0,25 0 0,-25 0 0,0 0 0,0 0 0,0 0 15,0 0-15,24 0 16,-24 0-16,0 0 0,0 0 0,0 0 0,25 0 0,-25 0 0,0 0 0,0 0 0,0 0 16,25 0-1,-25 0-15,0 0 0,0 0 0,0 0 0,0 0 0,25 0 0,-25 0 0,0 0 0,0 0 16,0 0-16,0 0 0,25 0 0,-25 0 0,0 0 0,0-24 15,0 24 1,0 0-16,24 0 0,-24 0 0,0 0 0,0 0 0,0 0 0,0-25 0,25 25 16,-25 0-16,0 0 0,0 0 15,0 0-15,0 0 0,25 0 0,-25 0 0,0-25 0,0 25 0,0 0 0,0 0 16,0 0-16,0 0 0,25 0 0,-25 0 0,0 0 0,0 0 0,0-25 31,0 25-31,0 0 0,0 0 0,0 0 0,0 0 0,0 0 0,0-25 0,25 25 0,-25 0 16,0 0-16,0 0 0,0-24 0,0 24 0,0 0 0,0 0 0,0-25 0,0 25 15,0 0 1,0 0-16,0 0 0,0-25 0,0 25 0,0 0 0,0 0 0,0 0 15,0-25-15,0 25 0,0 0 0,0 0 0,0 0 0,0-25 0,0 25 0,0 0 32,0 0-32,0 0 0,0 0 0,0-24 0,0 24 0,0 0 0,0 0 0,0 0 0,0-25 15,0 25-15,0 0 0,0 0 0,0 0 0,0 0 0,-25 0 0,25 0 31,0-25-31,0 25 0,0 0 0,0 0 0,0 0 0,0 0 0,0 0 0,0 0 0,0 0 16,0 0-16,0 0 0,0 0 0,0-25 16,0 25-16,-25 0 0,25 0 0,0 0 0,0 0 15,0 0-15,0 0 0,0 0 0,0 0 0,0-25 0,0 25 0,0 0 16,0 0-16,-25 0 0,25 0 0,0 0 0,0 0 0,0 0 0,0 0 15,0-24 1,0 24-16,0 0 0,0 0 0,0 0 0,0 0 0,0 0 0,-25 0 0,25 0 0,0 0 0,0 0 31,0 0-31,0 0 0,0 0 0,0 0 0,-24 0 0,24 0 0,0 0 0,0 0 0,0 0 0,0 0 16,0 0-16,0 0 0,0 0 15,-25 0-15,25 0 0,0 0 0,0 0 0,0 0 16,0 0-16,0 0 0,0 0 0,0 0 0,-25 0 0,25 0 0,0 0 0,0 0 16,0 0-16,0-25 0,0 25 0,0 0 0,-25 0 0</inkml:trace>
  <inkml:trace contextRef="#ctx0" brushRef="#br0" timeOffset="902717.6325">27558 10542 0,'0'0'0,"0"0"0,0 0 31,0 0-31,0 0 0,25 0 0,-25 0 0,0 0 0,0 0 0,0-25 0,0 25 0,0 0 0,0 0 0,0 0 0,0 0 31,0 0-31,0 0 0,0 0 0,0 0 0,0 0 0,0 0 0,0 0 0,25 0 0,-25 0 0,0 0 0,0 0 16,0 0-16,0 0 15,0 0-15,0 0 0,0 0 0,0 0 0,0 0 0,0 0 16,0 0-16,0 0 0,0 0 0,0 0 0,0 0 0,0 0 0,0 0 0,0 0 15,0 0-15,0 0 16,0 0-16,0 0 0,0 0 0,0 0 0,0 0 0,0 0 16,0 0-16,0 0 0,0 0 0,0 0 0,0 0 0,0 0 15,0 0-15,0 0 0,0 0 0,0 0 0,0 0 0,0 0 0,-25 0 0,25 0 16,0 0-16,0 0 0,0 0 15,0 0-15,0 0 0,0 25 0,-25-25 0,25 0 0,0 0 0,0 0 0,0 0 16,0 0-16,-25 0 0,25 25 0,0-25 0,0 0 16,0 0-16,0 0 15,0 0-15,-25 0 0,25 25 0,0-25 0,0 0 0,0 0 0,0 0 0,0 24 0,-24-24 16,24 0-16,0 0 0,0 25 15,0-25-15,0 0 0,0 0 0,0 0 0,-25 25 16,25-25-16,0 0 16,0 0-1,0 25-15,0-25 0,0 0 0,0 0 0,0 0 0,0 25 0,0-25 0,0 0 0,0 0 0,-25 24 0,25-24 0,0 0 0,0 0 0,0 25 0,0-25 16,0 0-16,0 0 0,0 25 0,0-25 0,0 0 0,0 0 0,0 25 15,0-25 1,0 0-16,0 0 0,0 25 0,0-25 0,0 0 0,0 0 0,0 0 31,0 24-31,0-24 0,25 0 0,-25 0 0,0 0 0,0 0 0,0 25 0,0-25 0,0 0 0,0 0 0,0 0 0,0 0 0,25 0 16,-25 25-16,0-25 0,0 0 15,0 0-15,0 0 0,24 0 0,-24 0 0,0 0 16,0 0-16,0 0 0,25 0 0,-25 0 0,0 0 0,0 0 0,0 0 16,25 25-16,-25-25 0,0 0 0,0 0 0,0 0 0,25 0 0,-25 0 31,0 0-31,0 0 0,0 0 0,0 0 0,25 0 0,-25 0 0,0 0 0,0 0 0,0 0 15,0 0-15,24 0 0,-24 0 0,0-25 0,0 25 0,0 0 0,0 0 16,25 0-16,-25 0 16,0 0-16,0 0 0,0 0 0,0 0 0,0 0 0,25-25 0,-25 25 15,0 0-15,0 0 0,0 0 0,0 0 0,0 0 0,0-25 0,25 25 0,-25 0 16,0 0-16,0 0 15,0 0-15,0-24 0,0 24 0,0 0 0,0 0 0,0 0 0,0-25 16,0 25-16,25 0 0,-25 0 0,0-25 0,0 25 0,0 0 0,0 0 16,0 0-1,0-25-15,0 25 0,0 0 0,0 0 0,0 0 0,0-25 0,0 25 0,0 0 0,0 0 16,0 0-16,0-24 0,0 24 15,0 0-15,0 0 0,0-25 0,0 25 0,0 0 0,0 0 16,0 0-16,-25-25 0,25 25 0,0 0 0,0 0 0,0-25 16,0 25-16,0 0 0,0 0 0,0 0 0,0-25 0,0 25 0,0 0 15,-25 0-15,25 0 16,0 0-16,0-24 0,0 24 0,0 0 15,0 0-15,0 0 0,0 0 0,0 0 0,0-25 0,-25 25 0,25 0 0,0 0 16,0 0-16,0 0 0,0 0 0,0 0 0,0-25 0,0 25 0,0 0 16,0 0-16,0 0 0,0 0 0,0 0 15,-25 0-15,25 0 0,0-25 0,0 25 0,0 0 16,0 0-16,0 0 0,0 0 0,0 0 0,0 0 0,0 0 0,0 0 15,0-25-15,-24 25 0,24 0 16,0 0-16,0 0 0,0 0 0,0 0 0,0 0 0,0 0 16,0 0-16,0 0 0,-25 0 0,25 0 0,0 0 0,0 0 0,-25 0 0</inkml:trace>
  <inkml:trace contextRef="#ctx0" brushRef="#br0" timeOffset="907317.8957">28277 10542 0,'0'0'0,"25"0"31,-25 0-31,0 0 0,0 0 0,0 0 0,0 0 0,0 0 0,0 0 0,0 0 0,0 0 0,0 0 16,0 0-16,0 0 0,0 0 15,0 0-15,0 0 0,0 0 0,0 0 0,0 0 16,0 0-16,0 0 0,0 0 0,0 0 0,25 25 0,-25-25 0,0 0 0,0 0 15,0 0-15,0 0 0,0 0 0,0 0 0,0 0 0,0 0 16,0 0 0,0 0-16,0 0 0,0 0 0,0 0 0,0 0 0,0 0 0,0 0 0,0 0 0,0 0 0,0 0 15,0 0 1,0 0-16,0 0 0,0 0 0,0 0 0,0 0 0,0 0 15,25 0-15,-25 0 0,0 0 0,0 0 0,0 0 0,0 0 0,0 0 32,0 0-32,0 0 0,0 0 0,0 0 0,0 0 0,25 25 0,-25-25 0,0 0 0,24 0 0,-24 0 0,0 0 0,25 0 0,-25 0 15,25 0 1,-25 0-16,0 0 0,25 0 0,-25 24 0,25-24 0,-25 0 0,24 0 15,-24 0-15,0 0 0,25 0 0,-25 0 0,0 0 0,25 0 0,-25 0 0,0 0 16,0 0-16,0 0 0,25 0 0,-25 0 16,0 0-16,0 0 0,0 0 0,0 0 15,0 0-15,0 0 0,25-24 0,-25 24 0,0 0 0</inkml:trace>
  <inkml:trace contextRef="#ctx0" brushRef="#br0" timeOffset="908240.9484">28501 10294 0,'0'0'0,"0"0"15,0 0-15,0 0 0,0 0 0,0 0 0,0 0 0,0 0 0,0 0 0,0 0 31,-25 0-31,25 0 0,0 0 0,0 0 0,0 0 0,0 0 0,0 0 0,0 0 16,0 0-16,25 0 0,-25 0 0,0 0 0,0 0 0,0 0 0,0 0 0,0 0 16,0 0-16,0 0 0,0 0 0,24 25 0,-24-25 0,0 0 15,0 0-15,0 0 16,25 0-16,-25 0 0,0 0 0,0 0 0,25 0 0,-25 0 0,0 0 0,0 0 15,0 0-15,25 0 0,-25 0 16,0 0-16,0 25 0,0-25 0,25 0 0,-25 0 16,0 0-16,0 0 0,0 0 0,0 0 0,0 0 0,0 0 0,0 0 0,0 0 15,0 0-15,0 0 0,24 0 16,-24 0-16,0 0 0,0 0 0,0-25 0,0 25 0,0 0 0,0 0 15,0 0-15,0 0 0,0 0 0,0 0 0,0 0 0,0 0 0,0 0 32,0 0-32,0 0 0,0 0 0,0 0 0,0 0 0,0 0 0,0 0 0,0 0 0,0 0 15,0 0-15,0 0 0,0 0 0,0 0 0,0 0 0,0 0 0,0 0 16,0 0-1,0 0-15,0 0 0,0 0 0,0 0 0,0 25 0,0-25 0,0 0 0,0 0 16,0 0-16,0 0 0,0 0 0,0 0 0,0 0 0,0 24 0,0-24 0,0 0 16,0 0-1,0 0-15,0 25 0,0-25 0,0 0 0,0 0 0,0 25 0,0-25 0,0 0 16,0 0-16,0 0 0,0 25 0,0-25 0,0 0 0,0 25 15,0-25-15,0 0 16,0 0-16,0 24 0,0-24 0,0 0 0,0 25 0,0-25 0,0 0 0,-24 25 0,24-25 16,0 0-16,0 25 0,0-25 0,0 0 0,0 25 0,0-25 15,0 0 1,0 24-16,0-24 0,0 25 0,0-25 0,0 0 0,-25 25 0,25-25 0,0 0 15,0 25-15,0-25 0,0 25 0,0-25 0,0 0 0,0 24 0,-25-24 16,25 0 0,0 25-16,0-25 0,0 25 0,0-25 0,0 0 0,0 25 0,0-25 0,0 0 0,0 0 15,0 25 1,0-25-16,-25 0 0,25 24 0,0-24 0,0 0 0,0 0 0,0 25 0,0-25 0,0 0 15,0 0-15,0 0 0,0 0 0,0 0 0,0 25 0,0-25 0,0 0 16,0 0 0,0 0-16,0 0 0,0 0 0,0 0 0,0 0 0,0 0 0,0 0 0,0 0 15,0 0-15,0 0 0,0 0 0,0 0 0,0 0 0,0 0 0,0 0 16,0 0-1,0 0-15,0 0 0,0-25 0,0 25 0,0 0 0,0 0 0,0 0 0,0-25 16,0 25-16,25 0 0,-25 0 0</inkml:trace>
  <inkml:trace contextRef="#ctx0" brushRef="#br0" timeOffset="908543.9658">28575 10616 0,'0'0'0,"0"0"0,0 0 0,0 0 0,0 0 15,0 0-15,0 0 0,0 0 0,25 0 0,-25 0 16,0 0-16,0 0 0,0 0 0,0 0 0,0 0 0,0 0 15,0 0 1,0 0-16,0 0 0,0 0 0,0 0 0,25 0 0,-25 0 0,0 0 0,0 0 0,24 0 16,-24 0-16,0 0 0,0 0 0,25 0 0,-25 0 0,0 0 15,25 0 1,-25 0-16,0 0 0,25 0 0,-25 0 0,0 0 0,0 0 0,25 0 0,-25 0 15,0 0-15,0 0 0,0 0 0,24 0 0,-24 0 0,0 0 0,0 0 16,0 0 0,0 0-16,25 0 0,-25 0 0,0 0 0</inkml:trace>
  <inkml:trace contextRef="#ctx0" brushRef="#br0" timeOffset="909226.0048">28129 10765 0,'0'0'0,"0"0"0,0 0 15,0 0-15,0 0 0,0 0 0,0 0 0,0 0 0,0 0 0,0 0 16,0 0-1,24 0-15,-24 0 0,0 0 0,0 0 0,0 0 0,0 0 0,0 0 0,0 0 16,25 0-16,-25 0 0,0 0 0,0 0 0,0 0 0,25 0 0,-25 0 31,0 0-31,0 0 0,0 0 0,25 0 0,-25 0 0,0 0 0,0 0 0,25 0 16,-25 0-16,0 0 0,0-25 0,24 25 0,-24 0 0,0 0 0,0 25 0,25-25 15,-25 0-15,0 0 16,0 0-16,0 0 0,0 0 0</inkml:trace>
  <inkml:trace contextRef="#ctx0" brushRef="#br0" timeOffset="915679.3739">29418 10740 0,'0'0'0,"0"0"16,0 0-16,0 0 0,0 0 0,0 0 0,0 0 0,0 0 0,0 0 0,0 0 0,0 0 15,0 0-15,0 0 0,0 0 0,0 0 0,25 0 0,-25 0 16,0 0-16,0 0 0,0 0 16,0 0-16,0 0 0,0 0 0,0 0 0,0 0 0,0 0 0,0 0 15,0 0-15,0 0 0,0 25 16,0-25-16,25 0 0,-25 0 0,0 0 0,0 0 0,0 0 15,0 0-15,0 0 0,0 0 0,0 0 0,0 0 0,0 0 0,0 0 0,0 0 16,0 0-16,0 0 0,0 0 0,0 0 0,0 0 16,0 0-16,0 0 0,0 0 15,0 0-15,0 0 0,0 0 0,0 0 0,0 0 0,0 0 0,0 0 16,0 0-16,0 0 0,0 0 0,0 0 0,0 0 0,0 0 0,0 0 15,25 0 1,-25 0-16,0 0 0,0 0 0,0 0 0,25 0 0,-25 0 0,0 0 0,0 0 0,24 25 31,-24-25-31,0 0 0,0 0 0,25 0 0,-25 0 0,0 0 0,0 0 0,25 0 0,-25 0 16,0 0-16,0 0 0,25 0 0,-25 0 15,0 0-15,0 0 0,0 0 0,25 0 0,-25 0 0,0 0 0,0 0 0,0 0 16,0 0-16,0 0 16,0 0-16,0 0 0,0 0 0,0 0 0,0 0 0,0 0 0,0 0 15,-25 0-15,25 0 0,0 0 0,0 0 0,0-25 0,0 25 0,0 0 16</inkml:trace>
  <inkml:trace contextRef="#ctx0" brushRef="#br0" timeOffset="917161.4587">29790 10666 0,'0'0'0,"0"0"16,0 0-16,0 0 0,0 25 0,0-25 0,0 0 0,0 0 0,0 0 0,0 0 15,0 0-15,0 0 0,0 0 16,0 0-16,0 0 0,0 0 0,0-25 0,0 25 0,0 0 15,0 0-15,0 0 0,0 0 0,0 0 0,0 0 0,0 0 0,0 0 32,0 0-32,0 0 0,0 0 0,0 0 0,0 0 0,0 0 0,0 0 0,0 0 0,0 0 0,0 0 0,0 0 0,25 0 15,-25 0 1,0 0-16,0 0 0,0 0 0,0 0 0,0 0 0,0 0 0,0 0 15,0 0-15,0 0 0,0 0 0,0 0 0,-25 0 0,25 0 0,0 0 16,0 0-16,0 0 16,0 0-16,0 0 0,0 0 0,0-25 0,0 25 0,25 0 0,-25 0 0,0 0 15,0 0-15,0 0 0,0 0 0,0 0 0,0 0 0,0 0 0,0 0 16,0-25-1,0 25-15,0 0 0,0 0 0,0 0 0,0 0 0,0 0 0,0 0 0,0 0 16,0-24-16,0 24 0,0 0 0,25 0 0,-25 0 0,0 0 0,0 0 16,0 0-16,0 0 15,0 0-15,0 0 0,0 0 0,0-25 0,0 25 0,0 0 0,0 0 16,0 0-16,0 0 0,0 0 0,0 0 0,25 0 0,-25 0 0,0 0 15,0 0 1,0 0-16,0 0 0,0 0 0,0 0 0,0 0 0,0 0 0,0 0 0,0 0 16,25 0-16,-25 0 0,0 0 0,0 0 0,0 0 0,0 0 0,0 0 0,0 0 15,0 0 1,24 0-16,-24 0 0,0 0 0,0 0 0,0 0 0,0 0 0,0 0 15,0 0-15,25 25 0,-25-25 0,0 0 0,0 0 0,0 0 0,0 0 16,0 0-16,0 0 16,0 0-16,0 24 0,0-24 0,0 0 0,0 0 0,0 0 0,0 0 0,0 25 15,0-25-15,0 0 0,0 0 0,0 0 16,0 25-16,0-25 0,0 0 0,0 0 0,0 0 0,0 25 0,0-25 0,-25 0 15,25 0-15,0 0 0,0 25 0,0-25 0,0 0 0,0 0 16,0 24 0,0-24-16,-24 0 0,24 0 0,0 0 0,0 25 0,0-25 0,0 0 0,0 0 15,0 0-15,-25 0 0,25 25 0,0-25 0,0 0 0,0 0 0,0 0 16,0 0-16,0 0 15,-25 25-15,25-25 0,0 0 0,0 0 0,0 0 0,0 0 0,0 0 16,0 25-16,0-25 0,0 0 0,-25 0 0,25 0 0,0 0 0,0 0 16,0 0-16,0 0 0,0 0 0,0 0 0,0 0 15,0 0-15,0 0 0,0 0 16,0 0-16,0 0 0,0 0 0,0 0 0,0 0 0,0 0 0,0 0 0,0 0 0,0 0 15,0 0-15,0 0 0,0 0 0,0 0 16,0 0-16,25 0 0,-25 0 16,0 0-16,0 0 0,0 0 0,0 0 0,0 0 0,0-25 0,0 25 0,0 0 0,0 0 15,25 0-15,-25 0 0,0 0 0,0 0 0,0 0 16,0 0-16,0 0 0,0 0 15,25 0-15,-25 0 0,0-25 0,0 25 0,0 0 0,24 0 0,-24 0 16,0 0-16,0 0 0,0 0 0,0 0 0,0 0 16,25 0-16,-25 0 0,0 0 31,0 0-31,0 0 0,0 25 0,0-25 0,0 0 0,0 0 0,0 0 0,0 0 0,25 0 0,-25 0 0,0 0 0,0 25 0,0-25 0,0 0 15,0 0-15,0 0 0,0 0 0,0 0 0,0 24 16,0-24-16,0 0 0,0 0 0,0 0 16,0 25-16,0-25 0,0 0 0,0 0 0,0 0 0,0 25 0,0-25 0,0 0 15,0 0-15,0 25 16,0-25-16,0 0 0,0 0 0,0 0 0,0 25 0,0-25 0,0 0 15,0 0-15,-25 24 0,25-24 0,0 0 0,0 0 0,0 0 0,0 0 0,0 25 16,0-25-16,0 0 0,-25 0 0,25 0 0,0 0 16,0 25-16,0-25 46,-24 0-46,24 0 0,0 0 0,0 0 0,0 25 0,-25-25 0,25 0 16,0 0-16,0 0 0,0 0 0,-25 0 0,25 25 0,0-25 0,0 0 0,0 0 0,-25 0 0,25 0 0,0 0 0,0 0 0,0 0 0,0 0 0,-25 0 0,25 0 16,0 0-16,0 0 0,0 0 0,0 0 0,0 0 0,0 0 0,-24 0 15,24 0 1,0 0-16,0 0 0,0-25 0,0 25 0,0 0 0,0 0 0,0 0 15,0 0-15,-25 0 0,25 0 0,0 0 0,0 0 0,0 0 0,0 0 0,0 0 0,0 0 32,0-25-32,0 25 0,0 0 0,0 0 0,0 0 0,0 0 0,0 0 0,0 0 0,0 0 0,0 0 0,0 0 15,0 0-15,0 0 16,0 0-16,0 0 0,0 0 0,0 0 0,0 0 0,0 0 0</inkml:trace>
  <inkml:trace contextRef="#ctx0" brushRef="#br0" timeOffset="925720.9482">30460 10815 0,'0'0'0,"0"0"16,0 0-1,0 0-15,0 0 0,0 0 0,0 0 0,25 0 0,-25 0 0,0 0 0,0 0 16,0 0-16,0 0 0,0 0 0,0 0 0,0 0 0,0 0 0,0 0 15,0 0-15,0 0 16,0 0-16,0 0 0,25 0 0,-25 0 0,0 0 0,0 0 0,0 0 16,0 0-16,0 0 0,0 0 0,0 0 0,0 0 0,0 0 0,0 0 15,0 0-15,0 0 0,0 0 16,0 0-16,0 0 0,25 0 0,-25 0 0,0 0 15,0 0-15,0 0 0,0 0 0,0 0 0,0 0 0,0 0 0,0 0 0,0 0 0,0 0 32,0 0-32,0 0 0,0 25 0,0-25 0,0 0 0,0 0 0,0 0 0,0 0 0,0 0 0,0 0 15,0 0-15,0-25 16,24 25-16,-24 0 0,0 0 0,0 0 0,0 0 0,0 0 0,0 0 15,25 0-15,-25 0 0,0 0 0,25 0 0,-25 0 0,0 0 0,0 0 0,25 0 16,-25 0-16,0 0 0,25 0 0,-25 0 0,0 0 0,0 0 16,24 0-16,-24 0 31,0 0-31,0 0 0,25 0 0,-25 0 0,0 0 0,0 0 0,25 0 0,-25 0 0,0 0 0,0 0 0,0 0 0,0 0 15,0 0-15,0 0 0,0 0 0,0 0 0,0 0 0,0 0 0,0 0 16,0 0-16,0 0 0,0 0 0,0 0 16,0 0-16,-25 0 0</inkml:trace>
  <inkml:trace contextRef="#ctx0" brushRef="#br0" timeOffset="927086.0263">30857 10740 0,'0'0'0,"0"0"16,0 0-16,0 0 0,-25 0 0,25 0 0,0 0 0,0 0 0,0 0 0,0-24 16,0 24-1,0 0-15,0 0 0,0 0 0,0 0 0,0 0 0,0 0 0,0 0 16,0 0-16,0 0 0,0 0 0,0 0 0,0 0 0,0 0 0,0 0 0,0 0 31,0 0-31,0 0 0,0 0 0,0 0 0,0 0 0,0 0 0,0 0 0,0 0 0,0 0 0,0 0 0,0 0 0,0-25 31,0 25-31,0 0 0,0 0 0,0 0 0,0 0 0,0 0 0,0 0 0,0 0 16,0 0-16,0 0 0,25 0 0,-25 0 0,0 0 0,0-25 0,0 25 0,0 0 15,0 0 1,0 0-16,0 0 0,0 0 0,0 0 0,0 0 0,0 0 0,0 0 16,0-25-16,0 25 0,25 0 0,-25 0 0,0 0 0,0 0 0,0 0 0,0 0 0,0 0 15,0-25 1,0 25-16,0 0 0,0 0 0,25 0 0,-25 0 0,0 0 0,0 0 0,0 0 15,0 0-15,0 0 0,0 0 0,0 0 0,0 0 0,24 0 0,-24 0 16,0 0 0,0 0-16,0 0 0,0-24 0,0 24 0,0 0 0,25 0 0,-25 0 0,0 0 15,0 0-15,0 0 0,0 0 0,0 0 0,0 0 0,0 0 0,0 0 0,0 0 16,25 0-1,-25 0-15,0 24 0,0-24 0,0 0 0,0 0 0,0 0 0,0 0 16,0 0-16,0 0 0,0 0 0,0 0 16,0 0-16,0 0 0,0 0 0,0 25 0,0-25 0,0 0 0,0 0 0,0 0 15,0 0-15,0 25 0,0-25 0,0 0 0,0 0 0,0 0 0,0 25 31,0-25-31,0 0 0,0 0 0,0 0 0,0 25 0,-25-25 0,25 0 0,0 0 16,0 0-16,0 24 0,0-24 0,0 0 0,0 0 0,-25 0 0,25 25 0,0-25 0,0 0 16,0 0-1,0 0-15,0 25 0,-24-25 0,24 0 0,0 0 0,0 0 0,0 0 0,0 0 0,0 25 31,0-25-31,-25 0 0,25 0 0,0 0 0,0 0 0,0 0 0,0 25 0,0-25 0,0 0 0,0 0 16,0 0-16,0 0 0,0 0 0,0 0 0,0 0 0,0 0 0,0 0 16,0 0-1,0 0-15,0 0 0,0 0 0,0 0 0,0 0 0,0 0 0,0 0 0,0 0 16,0 0-16,0 0 0,0 24 0,0-24 0,0 0 0,0 0 0,0 0 0,0 0 31,0 0-31,0 0 0,0 0 0,0 0 0,0 0 0,0-24 0,0 24 0,25 0 16,-25 0-16,0 0 0,0 0 0,0 0 0,24 0 0,-24 0 0,0 0 0,0 0 15,25-25-15,-25 25 0,0 0 0,0 0 16,25 0-16,-25 0 0,0 0 15,0 0-15,0 0 0,0 0 0,25 0 0,-25 0 0,0 0 0,0 0 0,0 0 0,0 0 16,0 0 0,0 0-16,0 25 0,0-25 0,0 0 0,0 0 0,25 0 0,-25 0 0,0 0 0,0 0 15,0 0-15,0 0 0,0 24 0,0-24 0,0 0 0,0 0 16,0 0-16,0 0 15,0 0-15,0 25 0,0-25 0,0 0 0,0 0 0,0 25 0,0-25 0,0 0 16,0 0-16,0 0 0,0 25 0,0-25 0,-25 0 0,25 0 0,0 25 0,0-25 31,0 0-31,0 0 0,0 24 0,-25-24 0,25 0 0,0 0 0,0 25 0,0-25 0,0 0 0,0 0 16,-25 0-16,25 0 0,0 25 15,0-25-15,0 0 0,-25 0 0,25 0 0,0 0 0,0 0 0,0 25 16,0-25-16,-24 0 0,24 0 0,0 0 0,0 0 0,0 0 0,0 0 16,-25 0-16,25 0 15,0 0-15,0 0 0,0 0 0,-25 0 0,25 0 0,0 0 0,0 0 16,0 0-16,0 0 0,0 0 0,-25 0 0,25 0 0,0 0 0,0 0 15,0 0 1,0 0-16,0-25 0,0 25 0,0 0 0,0 0 0,0 0 0,0 0 0,-25 0 0,25 0 0,0 0 16,0 0-16,0 0 0,0 0 0,0 0 0,0 0 0,0 0 15,0 0 1,0 0-16,0-25 0,25 25 0,-25 0 0,0 0 0,0 0 0,0 0 0,0 0 15,25 0-15,-25 0 0,0 0 0,0-25 0</inkml:trace>
  <inkml:trace contextRef="#ctx0" brushRef="#br0" timeOffset="928144.0868">31130 10691 0,'0'0'0,"0"0"0,0 0 16,0 0-16,0-25 0,0 25 0,0 0 0,0 0 0,0 0 15,0 0 1,0 0-16,0 0 0,0 0 0,0 0 0,0 0 0,0 0 0,0 0 0,0 0 0,0 0 31,0 0-31,0 0 0,0 0 0,0 0 0,0 0 0,0 0 0,0 0 0,0 0 0,0 0 16,0 0-16,0 0 0,0 0 0,0 0 0,0 0 0,0 0 0,0 0 0,0 0 15,0 0-15,0-25 0,0 25 16,0 0-16,0 0 0,0 0 0,0 0 0,0 0 16,0 0-16,0 0 0,0 0 0,0 0 0,0 0 0,0 0 0,0 0 0,0 0 15,0 0-15,0 0 0,0 0 0,0 0 0,25 0 0,-25 0 0,0 0 16,0-25-1,0 25-15,0 0 0,0 0 0,24 0 0,-24 0 0,0 0 0,0 0 0,0 0 0,0 0 16,0 0-16,25 0 0,-25 0 0,0 0 0,0 0 16,0 0-16,0 0 15,0 0-15,0 0 0,0 0 0,0 25 0,25-25 0,-25 0 0,0 0 0,0 0 0,0 0 16,0 0-16,0 0 0,0 0 0,0 0 15,0 0-15,0 0 0,0 25 0,0-25 0,0 0 16,0 0-16,0 0 0,0 0 0,0 25 0,-25-25 0,25 0 0,0 0 0,0 25 0,0-25 31,0 0-31,0 0 0,0 0 0,0 24 0,-25-24 0,25 0 0,0 0 16,0 25-16,0-25 0,0 0 0,0 0 0,0 0 0,-24 25 0,24-25 0,0 0 0,0 0 15,0 0-15,0 25 16,0-25-16,0 0 0,0 0 0,0 0 0,0 0 0,0 0 16,-25 25-16,25-25 0,0 0 0,0 0 0,0 0 0,0 0 0,0 0 0,0 0 15,0 0 1,0 0-16,0 0 0,0 0 0,0 0 0,0 0 0,0 0 0,0 0 0,0 0 0,0 0 15,0 0-15,0 0 0,0 0 0,0 0 0,0 0 0,0 0 0,0 0 32,0 0-32,0 0 0,0 0 0,0 0 0,0 0 0,0 0 0,0 0 0,0 0 15,0 0-15,0 0 0,0 0 0,0 0 0,0 0 0,0 0 0,25 0 0,-25 0 16,0 0-16,0 0 0,0 0 15,0 0-15,0 0 0,24 0 0,-24 0 0,0 0 0,0 0 16,0 0-16,0 0 0,0 0 0,0 0 0,25 0 0,-25 0 0,0 0 0,0 0 16,0 0-1,0 0-15,0 0 0,0 0 0,25 0 0,-25 0 0,0 24 16,0-24-16,0 0 0,0 0 0,0 0 0,0 0 0,0 0 0,0 0 0,0 0 0,0 25 15,0-25 1,0 0-16,0 0 0,0 0 0,0 0 0,0 25 0,0-25 0,0 0 0,0 0 16,0 25-16,0-25 0,0 0 0,0 0 0,0 25 0,0-25 0,0 0 0,0 0 15,0 24 1,-25-24-16,25 0 0,0 25 0,0-25 0,0 0 0,0 0 0,0 25 0,0-25 15,-25 0-15,25 0 0,0 25 0,0-25 0,0 0 0,0 0 0,0 25 32,-24-25-32,24 0 0,0 0 0,0 0 0,0 0 0,0 24 0,0-24 0,-25 0 15,25 0-15,0 0 0,0 0 0,0 0 0,0 0 0,0 0 16,-25 0-16,25 0 0,0 0 0,0 0 0,0 0 0,0 0 0,0 0 0,0 0 16,0 0-16,0 0 15,-25 0-15,25 0 0,0 0 0,0 0 0,0 0 0,0 0 16,0 0-16,0 0 0,0-24 0,0 24 0,0 0 0,0 0 0,0 0 0,0 0 15,0 0-15,0 0 0,0 0 0</inkml:trace>
  <inkml:trace contextRef="#ctx0" brushRef="#br0" timeOffset="934219.4343">26491 11509 0,'0'0'0,"0"0"0,0 0 16,0 0-16,0 0 0,25 0 0,-25 0 0,0 0 0,0 0 0,0 0 31,0 0-31,0 0 0,0 0 0,0 0 0,0 0 0,0 0 0,0 0 0,0 0 16,0 0-16,0 0 0,0 0 0,0 0 0,0 0 0,0 0 0,0 0 0,0 0 15,0 0 1,0 0-16,0 0 0,0 0 0,0 0 0,0 0 0,0 0 0,0 0 0,0 0 15,0 0-15,25 0 0,-25 0 0,0 0 0,0 0 0,0 0 0,0 0 16,0 0 0,0 0-16,0 0 0,0 0 0,0 0 0,0 0 0,0 0 0,0 0 15,0 0-15,0 0 0,0 0 0,0 0 0,0 0 0,0 0 0,0 0 31,0 0-31,0 0 0,0 0 0,0 0 0,0 0 0,0 0 0,0 0 0,0 0 0,0 0 16,0 0-16,0 0 0,0 0 0,0 0 0,0 0 0,25 0 0,-25 0 0,0 0 16,0 0-16,0 0 15,0 0-15,0 0 0,25 0 0,-25 0 0,0 0 16,0 0-16,0 0 0,24 0 0,-24 0 0,0 0 15,0 0-15,25 0 0,-25 0 0,0 0 0,0 0 0,0 0 0,25 25 0,-25-25 16,0 0-16,0 0 0,25 0 0,-25 0 0,0 0 0,0 0 0,0 0 0,25 0 31,-25 0-31,0 0 0,0 0 0,0 0 0,0 0 0,24 0 0,-24 0 0,0 0 0,0 0 16,0 0-16,0 0 0,0 0 0,25 0 0,-25 0 0,0 0 0,0 0 31,0 0-31,0 0 0,0 0 0,25 0 0,-25 0 0,0 0 0,0 0 0,0 0 0,0 0 16,0 0-16,25 0 0,-25 0 0,0 0 0,0 0 0,0 0 0,0 0 15,0 0-15,25 0 16,-25 0-16,0 0 0,0 0 0,0 0 0,24 0 0,-24 0 0,0 0 0,0 0 15,25 0-15,-25 0 0,0 0 16,0 0-16,25 0 0,-25 0 0,25 0 0,-25 0 16,25 0-16,-25 0 0,24 0 0,-24 0 0,25 0 0,-25 25 0,25-25 0,-25 0 0,25 0 15,-25 0 1,0-25-16,25 25 0,-25 0 0,25 0 0,-25 25 0,24-25 0,-24 0 15,25 0-15,-25 0 0,0 0 0,25 0 0,-25 0 0,25 0 0,-25 0 16,0 0 0,0 0-16,25 0 0,-25 0 0,0 0 0,0 0 0,24 0 0,-24 0 0,0 0 0,0 0 0,0 0 31,25 0-31,-25 0 0,0 0 0,0 0 0,0 0 0,0 0 0,25 0 0,-25 0 0,0 0 0,0 0 0,0 0 0,25 0 15,-25 0 1,0 0-16,0 0 0,25 0 0,-25 0 0,0 0 0,0 0 0,24 0 0,-24 0 16,0 0-16,25 0 0,-25 0 0,0 0 0,25 0 0,-25 0 0,25 0 31,-25 0-31,25 0 0,-25 0 0,24 0 0,-24 0 0,25 0 0,-25 0 0,25 0 0,0 0 15,-25 0-15,25 0 0,-25 0 0,24 0 0,1 25 0,-25-25 0,25 0 16,-25 0 0,25 0-16,-25 0 0,25 0 0,-1 0 0,-24 0 0,25 0 0,-25 0 0,25 0 15,-25 0-15,25 0 0,-25 0 0,25 0 0,-25 0 0,0 0 0,24 0 16,-24 0-16,25 0 15,-25 0-15,0 0 0,25 0 0,-25 0 0,25 0 0,-25 0 0,0 0 0,25 0 0,-25 0 16,0 0-16,24 0 0,-24 0 0,0 0 0,0 0 0,25 0 31,-25 0-31,0 0 0,0 0 0,25 0 0,-25 0 0,0 0 0,0 0 0,0 0 0,0 0 0,25 0 16,-25 0-16,0 0 0,0 0 0,0 0 0,0 0 0,25 0 15,-25 0 1,0 0-16,0 0 0,25 0 0,-25 0 0,0 0 0,24 0 0,-24 0 0,25 0 16,-25 0-16,25 0 0,-25 0 0,25 0 0,-25 0 0,25 0 0,-25 0 15,24 0-15,-24 0 0,25 0 0,0 0 16,-25 0-16,25 0 0,0 0 0,-25 0 0,24 0 31,1 0-31,-25 0 0,25 0 0,-25 0 0,25 0 0,0 0 0,-25 0 0,24 0 0,-24 0 0,25 0 0,0 0 0,-25 0 0,25 0 16,-25 0-16,25 0 0,-25 0 0,24 0 0,-24 0 15,25 0-15,-25 0 0,25 0 16,-25 0-16,25 0 0,-25 0 0,25 0 0,-25 0 0,0 0 0,24 0 0,-24 0 15,25 0-15,-25 0 16,0 0-16,25 0 0,-25 0 0,25 0 0,-25 0 0,0 0 0,25 0 16,-25 0-16,24 0 0,-24 0 0,0 0 0,25 0 0,-25 0 0,0 0 0,25 0 31,-25 0-31,25 0 0,-25 0 0,25-25 0,-25 25 0,0 0 0,24 0 0,-24 0 0,25 0 15,-25 0-15,0 25 0,25-25 0,-25 0 0,25 0 0,-25 0 0,25 0 16,-25 0 0,0 0-16,25-25 0,-25 25 0,24 0 0,-24 0 0,25 0 0,-25 0 15,25 0-15,-25 0 0,25 0 0,-25 0 0,0 0 0,25 0 0,-25 0 0,24 0 16,-24 0-1,25 0-15,-25 0 0,25 0 0,-25 0 0,0 0 0,25 0 0,-25 0 0,25 0 0,-25 0 16,0 0-16,24 0 0,-24 0 0,25 0 0,-25 0 0,0 0 16,25 0-1,-25 0-15,25 0 0,-25 0 0,0 0 0,25 0 0,-25 0 0,24 0 16,-24 0-16,25 0 0,-25 0 0,0 0 0,25 0 15,-25 0-15,25 0 0,-25 0 0,25 0 0,-25 0 0,24 0 0,-24 0 0,25 25 16,-25-25-16,25 0 16,-25 0-16,25 0 0,-25 0 0,25 0 0,-25 0 0,24 0 0,-24 0 0,25 0 15,-25 0-15,25 0 0,-25 0 0,25 0 0,-25 0 0,25 0 0,-25 0 16,0 0-16,24 0 0,-24 0 15,25 0-15,-25 0 0,25 0 0,-25 0 0,25 0 0,0 0 0,-25 0 0,24 0 16,-24 0-16,25 0 0,-25 0 0,25 0 16,-25 0-16,25 0 0,0 0 0,-25 0 15,24 25-15,-24-25 0,25 0 0,-25 0 0,25 0 0,-25 0 0,25 0 0,0 0 16,-25 0-16,25 0 0,-25 0 15,24 0-15,-24 0 0,25 0 0,-25 0 0,25 0 16,-25 0-16,25 0 0,-25 0 0,25 0 0,-1 0 0,-24 24 0,25-24 0,-25 0 0,25 0 16,0 0-16,-25 0 0,25 0 0,-25 0 0,24 0 15,-24 0-15,25 0 0,0 0 16,-25 0-16,25 0 0,-25 0 0,25 0 0,-25 0 0,24 0 0,-24 0 0,25 0 15,-25 25 1,25-25-16,0 0 0,-25 0 0,25 0 0,-25 0 0,24 0 0,-24 0 16,25 0-16,-25 0 0,25 0 0,-25 0 0,25 0 0,-25 0 0,25 0 0,-25 0 0,24 0 31,-24 0-31,25 0 0,-25 0 0,0 0 0,25 0 0,-25 0 0,25 0 0,-25 0 0,25 25 15,-25-25-15,24 0 0,-24 0 0,0 0 0,25 0 0,-25 0 16,25 0-16,-25 0 0,25 0 0,-25 0 16,0 0-16,25 0 0,-25 0 0,24 0 0,-24 0 0,25 0 0,-25 0 0,0 0 15,25 0 1,-25 0-16,25 0 0,-25 0 0,25 0 0,-25 0 0,25 0 0,-25 25 0,24-25 15,-24 0-15,25 0 0,-25 0 0,25 0 0,-25 0 0,25 0 0,-25 0 0,25 0 16,-25 0 0,24 0-16,-24 0 0,25 0 0,-25 0 0,25 0 0,-25 0 0,25 0 0,-25 0 15,25 0-15,-1 0 0,-24 0 0,25 0 0,-25 0 0,25 0 0,0 0 0,-25 0 16,25 0-1,-25 0-15,24 0 0,1 0 0,-25 0 0,25 0 0,0 25 0,-25-25 0,25 0 0,-1 0 16,-24 0-16,25 0 0,0 0 0,-25 0 0,25 0 0,0 0 0,-25 0 31,24 0-31,1 0 0,-25 0 0,25 0 0,-25 0 0,25 0 0,0 0 0,-25 0 0,24 0 16,1 0-16,-25 0 0,25 0 0,0 0 0,-25 0 0,25 0 0,-1 0 15,-24 0-15,25 0 16,-25 0-16,25 0 0,0 0 0,-25 0 0,25 0 0,-25 0 0,25 0 0,-1 0 16,-24 0-16,25 0 0,-25 0 0,25 0 0,-25 0 0,25 0 0,-25 0 0,25 0 31,-25 0-31,24 0 0,-24 0 0,25 0 0,-25 0 0,25-25 0,-25 25 0,25 0 0,-25 0 0,25 0 15,-25 0-15,24 0 0,-24 0 0,25 0 0,-25 0 0,25 0 16,-25 0-16,25 0 0,-25 0 16,0 0-16,25 0 0,-25 0 0,24 0 0,-24 0 0,25 0 0,-25 0 0,0 0 0,25 0 15,-25 0 1,25 0-16,-25 0 0,0 0 0,25 0 0,-25 0 0,24 0 0,-24 0 15,0 0-15,25 0 0,-25 0 0,0 0 0,25 0 0,-25 0 0,25 0 0,-25 0 0,0 0 32,25 0-32,-25 0 0,24 0 0,-24 0 0,0 0 15,25 0-15,-25 0 0,25 0 0,-25 0 0,0 0 0,25 0 0,-25 0 0,25 0 0,-25 0 0,24 0 0,-24 0 0,0 0 16,25 0-16,-25 0 0,25 0 15,-25 0-15,0 0 0,25 0 0,-25 0 0,0 0 0,25 0 0,-25 0 0,0 0 16,0 0-16,0 0 0,0 0 16,0 0-16,0 0 0,0 0 0,0 0 0,0 0 0,0 0 0,0 0 0,0-25 0,-25 25 15,25 0-15,0 0 0,-25 0 0,0 0 0,25-25 0,-25 25 0</inkml:trace>
  <inkml:trace contextRef="#ctx0" brushRef="#br0" timeOffset="936397.5589">30088 12328 0,'0'0'0,"0"0"15,0 0 1,0 0-16,0 0 0,0 0 0,0 0 0,0 0 0,0 0 0,0 0 15,25-25-15,-25 25 0,0 0 0,0 0 0,0 0 0,0 0 0,0 0 0,0 0 16,0 0 0,0 0-16,0 0 0,0 0 0,0 0 0,0 0 0,0 0 0,0 0 0,0 0 15,0 0-15,0 0 0,0 0 0,0 0 0,0 0 0,0 0 0,0 0 16,0 0-16,-25 0 15,25 0-15,0 0 0,0 0 0,0 0 0,0 0 0,0 0 0,0 0 0,0 0 16,0 0-16,0 0 0,0 0 0,0 0 0,0 0 0,0 0 0,0 0 16,0 0-1,0 0-15,0 0 0,0 0 0,0 0 0,0 0 0,0 0 0,0 0 16,0 0-16,0 0 0,0 0 0,0 0 0,0 0 0,0 0 0,0 0 0,0 0 15,0 0 1,0 0-16,0 0 0,0 0 0,0 0 0,0 0 0,0 0 0,0 0 16,0 0-16,0 0 0,0 0 0,0 0 0,0 0 0,0 0 15,0 0-15,0 0 0,0 0 0,0 25 0,0-25 16,0 0-16,0 0 0,0 0 0,0 0 0,0 0 0,0 0 0,0 0 0,0 0 15,0 25-15,-25-25 16,25 0-16,0 0 0,0 0 0,0 0 0,0 0 0,0 0 0,0 25 0,0-25 16,0 0-16,0 0 0,0 0 0,0 0 0,0 0 15,-25 0-15,25 0 0,0 24 16,0-24-16,0 0 0,0 0 0,0 0 0,0 0 0,0 0 0,0 0 0,0 25 15,0-25-15,0 0 0,0 0 0,0 0 0,0 0 0,0 25 16,0-25 0,0 0-16,0 0 0,0 0 0,-24 25 0,24-25 0,0 0 0,0 0 0,0 25 0,0-25 15,0 0-15,0 0 0,0 24 0,0-24 0,0 0 0,0 0 0,0 25 16,-25-25-1,25 0-15,0 25 0,0-25 0,0 0 0,0 0 0,0 25 0,0-25 16,0 0-16,0 0 0,0 25 0,0-25 0,0 0 0,0 0 0,-25 24 16,25-24-16,0 0 15,0 25-15,0-25 0,0 0 0,0 0 0,0 25 0,0-25 0,0 0 0,-25 25 16,25-25-16,0 0 0,0 25 0,0-25 0,0 0 0,0 24 0,-25-24 15,25 25 1,0-25-16,0 0 0,0 25 0,0-25 0,0 0 0,0 25 0,0-25 0,-24 0 16,24 25-16,0-25 0,0 0 0,0 24 0,0-24 0,0 0 0,0 25 15,0-25 1,0 0-16,0 25 0,0-25 0,0 0 0,0 0 0,0 25 0,0-25 15,0 0-15,0 25 0,0-25 0,0 24 0,0-24 16,0 0-16,0 0 0,0 25 0,0-25 0,0 25 0,0-25 0,0 0 0,0 25 16,0-25-16,0 25 0,0-25 0,-25 24 0,25-24 0,0 0 15,0 25-15,0-25 16,0 25-16,0-25 0,0 25 0,0-25 0,0 25 0,0-25 0,0 25 0,-25-25 0,25 0 0,0 24 15,0-24 1,0 25-16,0-25 0,0 0 0,0 25 0,0-25 0,0 25 0,0-25 0,0 0 16,0 25-16,0-25 0,0 0 0,0 24 0,0-24 0,0 25 15,0-25-15,0 0 0,0 25 16,0-25-16,0 25 0,0-25 0,0 25 0,-25-25 0,25 0 0,0 24 0,0-24 15,0 25-15,0-25 0,0 25 0,0-25 0,0 0 0,-25 25 16,25-25-16,0 25 16,0-25-16,0 0 0,0 24 0,0-24 0,0 25 0,-24-25 0,24 0 0,0 25 15,0-25-15,0 25 0,0-25 0,0 0 0,0 25 16,0-25-16,0 24 0,0-24 15,-25 0-15,25 25 0,0-25 0,0 25 0,0-25 0,0 0 0,0 25 0,0-25 16,0 0-16,0 25 0,-25-25 0,25 0 0,0 24 0,0-24 16,0 25-16,0-25 0,0 0 0,0 25 31,0-25-31,-25 0 0,25 25 0,0-25 0,0 25 0,0-25 0,0 0 0,0 24 0,0-24 0,-25 25 0,25-25 0,0 0 0,0 25 31,0-25-31,0 25 0,0-25 0,0 25 0,0-25 0,0 0 0,0 24 0,-24-24 0,24 25 16,0-25-16,0 25 0,0-25 0,0 25 0,0-25 0,0 25 0,0-25 15,0 24 1,0-24-16,0 0 0,0 25 0,0-25 0,0 25 0,0-25 0,0 25 0,0-25 15,-25 25-15,25-25 0,0 25 0,0-25 0,0 24 0,0-24 0,0 25 16,0-25 0,0 25-16,0-25 0,0 25 0,-25-25 0,25 25 0,0-25 0,0 0 0,0 24 0,0-24 15,0 25-15,0-25 0,0 25 0,0-25 0,0 0 0,0 25 16,0-25-16,-25 25 15,25-25-15,0 0 0,0 24 0,0-24 0,0 0 0,0 0 0,0 25 0,0-25 16,0 0-16,0 0 0,0 0 0,0 0 16,0 0-16,0 0 0,0 0 0,0 0 0,0 0 15,0 0-15,0 0 0,0 0 0,0 0 0,0-25 0,0 25 0,0-24 0,0 24 16,0-25-16</inkml:trace>
  <inkml:trace contextRef="#ctx0" brushRef="#br0" timeOffset="938070.6546">31403 12154 0,'0'0'0,"0"-25"0,0 25 16,0 0-16,0 0 0,0 0 0,0 0 15,0 0-15,0 0 0,0 0 0,0 0 16,0 0-16,0 0 0,0 0 0,0 0 0,0 0 0,0 0 0,0 0 16,0 0-16,0 0 0,0 0 0,0 0 0,0 0 0,0 0 0,0 0 15,0 0-15,0 0 16,0 0-16,0 0 0,0 0 0,0 0 0,0 0 0,0 0 0,0 0 0,0 0 15,0-24-15,0 24 0,0 0 0,0 0 0,-25 0 0,25 0 0,0 0 16,0 0 0,0 0-16,0 0 0,0 0 0,0 0 0,0 0 0,0 0 0,0 0 0,0 0 15,0 0-15,0 0 0,0 0 0,0 0 0,-25 0 0,25 0 0,0 0 16,0 0-16,0 0 15,0 0-15,0 0 0,0 0 0,0-25 0,0 25 0,0 0 0,0 0 0,0 0 16,0 0-16,0 0 0,0 0 0,0 0 0,0 0 0,0 0 0,0 0 0,0 0 31,0 0-31,0 0 0,0 0 0,0 0 0,0 0 0,0 0 0,0 0 0,0 0 0,0 0 16,0 0-16,0 25 0,0-25 0,0 0 0,0 0 0,0 0 0,0 0 15,0 0-15,0 0 16,0 24-16,0-24 0,0 0 0,0 25 0,0-25 0,-25 0 0,25 25 0,0-25 16,0 0-16,0 25 0,0-25 0,0 25 0,0 0 0,0-25 15,-24 24-15,24-24 0,0 25 0,0 0 16,0-25-16,0 25 0,0-25 0,0 25 0,0-1 0,0-24 0,0 25 0,0-25 15,0 25 1,0-25-16,0 25 0,0-25 0,0 25 0,0-1 0,0-24 0,0 25 16,0-25-16,0 25 0,0-25 0,0 25 0,0-25 0,0 25 0,-25-1 0,25-24 15,0 25 1,0-25-16,0 25 0,0 0 0,0 0 0,0-25 0,0 24 0,0 1 15,-25-25-15,25 25 0,0 0 0,0-25 0,0 25 0,0-1 0,-25 1 0,25-25 0,0 25 16,0 0-16,0 0 0,-25-25 0,25 24 0,0 1 16,0-25-16,-25 25 0,25 0 0,0-25 15,0 25-15,0-1 0,-24 1 0,24-25 0,0 25 0,0-25 0,-25 25 0,25 0 16,0-25-16,0 25 15,0-25-15,-25 24 0,25 1 0,0-25 0,0 25 0,0-25 16,-25 25-16,25-25 0,0 25 0,0-25 0,0 24 0,-25-24 0,25 25 0,0 0 16,0-25-16,-24 25 15,24-25-15,0 25 0,0-1 0,-25-24 0,25 25 0,0 0 0,-25-25 0,25 25 0,0-25 16,0 25-16,-25-1 15,25-24-15,0 25 0,0-25 0,-25 25 0,25-25 0,0 25 0,0-25 0,-24 25 16,24-25-16,0 24 0,0 1 0,0-25 0,-25 25 0,25-25 0,0 25 16,0-25-1,0 25-15,-25-25 0,25 24 0,0-24 0,0 25 0,0-25 0,-25 25 0,25-25 16,0 25-16,0 0 0,0-25 0,-25 24 15,25-24-15,0 25 0,0-25 0,0 0 0,0 25 0,-24-25 0,24 25 0,0-25 16,0 25-16,0-25 0,0 24 0,0-24 0,0 25 0,0-25 16,0 0-16,-25 25 15,25-25-15,0 25 0,0-25 0,0 0 0,0 25 0,0-25 0,0 24 0,0-24 0,0 0 16,0 25-16,0-25 0,0 25 0,0-25 0,0 0 0,0 25 15,0-25 1,0 0-16,0 25 0,-25-25 0,25 25 0,0-25 0,0 0 0,0 24 0,0-24 16,0 25-16,0-25 0,0 0 0,0 25 0,0-25 0,0 0 0,0 25 15,0-25-15,0 25 16,0-25-16,0 0 0,0 24 0,-25-24 0,25 0 0,0 25 0,0-25 0,0 0 15,0 25-15,0-25 0,0 0 0,0 0 0,0 25 0,0-25 0,0 0 16,0 25 0,-25-25-16,25 0 0,0 24 0,0-24 0,0 0 0,0 0 0,0 25 0,0-25 15,0 0-15,0 25 0,0-25 0,0 0 0,-24 0 0,24 25 0,0-25 0,0 0 16,0 25-1,0-25-15,0 0 0,0 0 0,0 24 0,0-24 0,0 0 0,-25 0 0,25 0 16,0 25-16,0-25 0,0 0 0,0 0 0,0 0 0,0 0 0,0 0 31,0 0-31,0 0 0,0 0 0,0 25 0,0-25 0,0 0 0,0 0 0,0 0 0,0 0 31,0 0-31,0 0 0,0 0 0,0 0 0,0 0 0,0 0 0,0 0 0,0 0 0,0 0 0,0 0 0,0 0 0,0-25 0,0 25 16,0 0-16,0 0 0,0-25 16,0 25-16,0 0 0</inkml:trace>
  <inkml:trace contextRef="#ctx0" brushRef="#br0" timeOffset="943716.9776">28997 9674 0,'0'0'0,"0"0"0,0 0 31,0-25-31,0 25 0,0 0 0,0 0 0,0 0 0,0 0 0,0 0 0,0 0 0,0 0 0,0 0 0,0 0 16,0 0-16,0 0 0,0 0 0,0 0 0,0 0 0,0 0 16,0-25-1,0 25-15,0 0 0,0 0 0,0 0 0,0 0 0,0 0 0,0 0 0,0 0 0,0 0 16,0 0-16,0 0 0,0 0 0,0 0 0,24-25 0,-24 25 0,0 0 0,0 0 15,0 0 1,0 0-16,-24 0 0,24 0 0,0 0 0,0 0 0,0 0 16,0 0-16,0-24 0,0 24 0,0 0 0,0 0 0,0 0 0,0 0 0,0 0 0,0 0 15,0 0 1,0 0-16,0 0 0,0-25 0,0 25 0,0 0 15,0 0-15,0 0 0,0 0 0,0 0 0,0 0 0,0 0 0,0 0 16,0 0-16,0 0 0,0-25 0,0 25 0,0 0 0,0 0 0,-25 0 0,25 0 16,0 0-16,0 0 0,0-25 0,0 25 0,0 0 0,0 0 15,0 0 1,0 0-16,0 0 0,0 0 0,0 0 0,0 0 0,0-25 0,0 25 0,0 0 15,0 0-15,0 0 0,0 0 0,0 0 0,0 0 0,0 0 0,0 0 16,0 0 0,0 0-16,0-24 0,0 24 0,-25 0 0,25 0 0,0 0 0,0 0 0,0 0 0,0 0 0,0 0 15,0 0 1,0 0-16,0 0 0,0 0 0,0 0 0,0-25 0,0 25 0,0 0 0,0 0 0,0 0 15,0 0-15,0 0 0,-25 0 16,25 0-16,0 0 0,0 0 0,0 0 0,0 0 0,0 0 0,0 0 16,0 0-16,0-25 0,0 25 0,-25 0 0,25 0 15,0 0-15,0 0 0,0 0 0,0 0 16,0 0-16,0 0 0,-24 0 0,24 0 0,0 0 0,0-25 0,0 25 15,-25 0-15,25 0 0,0 0 0,0 0 0,0 0 0,-25 0 0,25 0 16,0 0 0,0 0-16,0 0 0,-25-25 0,25 25 0,0 0 0,0 0 0,0 0 0,0 0 0,-25 0 15,25 0-15,0 0 0,0 0 0,0 0 0,0 0 0,0 0 0,-24 0 31,24 0-31,0 0 0,0 0 0,0 0 0,0 0 0,0 0 0,0-24 0,-25 24 16,25 0-16,0 0 0,0 0 0,0 0 0,0 0 0,0 0 0,-25 0 0,25 0 31,0 0-31,0 0 0,0 0 0,-25 0 0,25 0 0,0 0 0,0-25 0,0 25 0,-25 0 16,25 0-16,0 0 0,0 0 0,0 0 0,-24 0 0,24 0 0,0 0 31,0-25-31,-25 25 0,25 0 0,0 0 0,0 0 0,-25 0 0,25 0 0,0 0 16,0 0-16,0 0 0,0 0 0,-25 0 0,25 0 0,0 0 15,0 0-15,0 0 0,0 0 0,-25 0 16,25 0-16,0 0 15,0 0-15,0 0 0,0 0 0,-24 0 0,24 0 0,0 0 0,0 0 0,0 0 0,0 0 0,-25 0 0,25-25 0,0 25 16,0 0-16,0 0 16,-25 0-16,25 0 0,0 25 0,0-25 0,-25 0 0,25 0 0,0 0 15,0 0-15,-25 0 0,25 0 0,0 0 0,0 0 0,0 0 0,-24 0 0,24 0 31,0 0-31,0 0 0,-25 0 0,25 0 0,0 0 0,0 0 0,0 0 0,0 0 16,-25 0-16,25 0 0,0 0 0,0 0 0,0 0 0,0 0 0,0 0 0,-25 0 16,25 0-16,0 0 15,0 25-15,0-25 0,0 0 0,-25 0 0,25 0 0,0 0 0,0 0 16,0 0-16,0 0 0,0 0 0,-24 0 0,24 0 0,0 0 0,0 0 15,0 25 1,0-25-16,0 0 0,-25 0 0,25 0 0,0 0 0,0 0 0,0 0 0,0 24 0,0-24 16,0 0-16,0 0 0,0 0 0,-25 0 0,25 25 0,0-25 0,0 0 15,0 0 1,0 0-16,0 0 0,0 0 0,0 25 0,0-25 0,0 0 0,0 0 15,0 0-15,0 0 0,0 25 0,0-25 0,-25 0 0,25 0 0,0 0 0,0 0 16,0 25-16,0-25 0,0 0 0,0 0 0,0 0 16,0 0-1,0 24-15,0-24 0,0 0 0,0 0 0,0 0 0,0 0 0,0 25 0,0-25 0,0 0 0,0 0 16,0 0-1,0 25-15,0-25 0,0 0 0,-25 0 0,25 0 0,0 25 0,0-25 16,0 0-16,0 0 0,0 0 0,0 25 0,0-25 0,0 0 0,0 0 0,0 0 0,0 0 31,0 24-31,0-24 0,0 0 0,0 0 0,0 0 0,0 0 0,0 0 0,0 25 16,0-25-16,0 0 0,0 0 0,0 0 0,0 0 0,0 25 0,0-25 15,0 0 1,0 0-16,0 0 0,0 0 0,0 25 0,0-25 0,0 0 0,25 0 0,-25 0 0,0 0 16,0 25-16,0-25 0,0 0 0,0 0 0,0 0 0,0 24 0,25-24 31,-25 0-31,0 0 0,0 0 0,0 25 0,0-25 0,0 0 0,0 0 0,25 25 15,-25-25-15,0 0 0,0 0 0,0 0 0,0 0 0,25 0 0,-25 25 0,0-25 16,0 0 0,0 0-16,0 0 0,0 0 0,24 25 0,-24-25 0,0 0 0,0 0 0,0 0 15,0 0-15,25 0 0,-25 0 0,0 24 0,0-24 0,0 0 0,0 0 0,25 0 31,-25 0-31,0 0 0,0 0 0,0 25 0,0-25 0,25 0 0,-25 0 0,0 0 0,0 0 0,0 0 16,0 25-16,0-25 0,0 0 0,25 0 0,-25 0 0,0 0 16,0 0-1,0 0-15,0 0 0,0 0 0,0 0 0,0 25 0,24-25 0,-24 0 0,0 0 16,0 0-16,0 0 0,0 0 0,0 0 0,0 0 0,25 0 0,-25 25 15,0-25-15,0 0 16,0 0-16,25 0 0,-25 0 0,0 0 0,0 0 0,0 0 0,25 0 0,-25 0 31,0 0-31,0 0 0,0 24 0,0-24 0,25 0 0,-25 0 0,0 0 0,0 0 0,0 0 0,0 0 16,0 0-16,24 0 0,-24 0 0,0 0 0,0 0 0,0 0 0,0 0 15,0 0 1,25 25-16,-25-25 0,0 0 0,0 0 0,0 0 0,25 0 0,-25 0 16,0 0-16,0 0 0,25 0 0,-25 0 0,0 0 0,0 0 0,25 0 15,-25 0-15,0 0 0,0 0 0,0 0 16,24 25-16,-24-25 0,0 0 0,0 0 0,0 0 0,25 0 15,-25 0-15,0 0 0,0 0 0,0 0 0,0 0 0,25 0 0,-25 0 0,0 0 32,0 0-32,0 0 0,0 0 0,25 0 0,-25 0 0,0 0 0,0 0 0,0 0 46,0 0-46,25 0 16,-25 0-16,0 0 0,0 0 0,0 0 0,24 0 0,-24 0 0,0 0 0,0 0 0,0 0 0,25 0 0,-25 0 0,0 0 0,0 0 0,0 0 0,0 0 0,0 0 0,25 0 0,-25 0 0,0 0 0,0 0 16,0 0-16,0 0 0,0 0 0,0 0 0,25 0 0,-25 0 0,0-25 15,0 25 1,0 0-16,0 0 0,0 0 0,0 0 0,25 0 0,-25 0 0,0 0 0,0 0 0,0 0 31,0 0-31,24 0 0,-24 0 0,0 0 0,0 0 0,0 0 0,0 0 0,25-25 0,-25 25 16,0 0-16,0 0 0,0 0 0,0 0 0,0 0 0,25 0 0,-25 0 0,0 0 15,0 0-15,0 0 16,0 0-16,0 0 0,0-24 0,25 24 0,-25 0 0,0 0 0,0 0 15,0 0-15,0 0 0,0 0 0,0-25 0,0 25 0,25 0 0,-25 0 0,0 0 32,0 0-32,0 0 0,0-25 0,0 25 0,0 0 0,0 0 0,24 0 0,-24 0 0,0 0 15,0 0-15,0 0 0,0-25 0,0 25 0,0 0 0,0 0 0,0 0 16,0 0-1,0 0-15,25-25 0,-25 25 0,0 0 0,0 0 0,0 0 0,0 0 16,0-24-16,0 24 0,0 0 0,0 0 0,0 0 0,0 0 0,0-25 0,0 25 16,0 0-16,0 0 15,0 0-15,0-25 0,0 25 0,0 0 0,0 0 0,0 0 0,0 0 16,0-25-16,25 25 0,-25 0 0,0 0 0,0 0 0,0 0 0,0-25 15,0 25 1,0 0-16,0 0 0,0 0 0,0-24 0,-25 24 0,25 0 0,0 0 0,0-25 0,0 25 16,0 0-16,0 0 0,0 0 0,0-25 0,0 25 0,0 0 0,0 0 15,0-25 1,0 25-16,0 0 0,0 0 0,0 0 0,0 0 0,0-25 0,0 25 0,0 0 0,-25 0 15,25 0-15,0 0 16,0 0-16,0 0 0,0-24 0,0 24 0,0 0 0,0 0 0,0 0 16,0 0-16,0 0 0,0 0 0,0 0 0,0 0 0,0-25 0</inkml:trace>
  <inkml:trace contextRef="#ctx0" brushRef="#br0" timeOffset="968503.3953">31229 13692 0,'0'0'15,"0"0"1,0 0-16,0 0 0,-25 0 0,25 0 0,0 0 0,0 0 0,0 0 0,0 0 16,0 0-16,0 0 15,0 0-15,0 0 0,0 0 0,0 0 0,0 0 16,0 0-16,0 0 0,0 0 0,0 0 0,0 0 0,0 0 0,0 0 0,0 0 0,0 0 0,0 0 0,0 0 15,0 0-15,0 0 0,0 0 0,0 0 0,0-25 0,0 25 16,0 0 0,0 0-16,0 0 0,0 0 0,0 0 0,0 0 0,0 0 0,0 0 0,0 0 15,0 0-15,0 0 0,0 0 0,0 0 0,0 0 16,0 0-16,0 0 0,0 0 0,0 0 15,0 0-15,0 0 0,0 0 0,0 0 0,0 0 0,0 0 0,0 0 0,0 0 16,0 0-16,0 0 0,0 0 0,0 0 0,0 0 0,0 0 0,0 0 31,0 0-31,0 0 0,0 0 0,0 0 0,0 0 0,0 0 0,0 0 0,0 0 16,0 0-16,0 0 15,0 0-15,0 0 0,0 0 0,0 0 0,0 0 0,0 0 0,25 0 0,-25 0 0,0 0 0,0 0 0,0 0 0,0 0 16,0 0-16,0 0 0,25 0 0,-25 25 0,0-25 16,0-25-16,0 25 15,0 0-15,0 0 0,25 0 0,-25 0 0,0 0 0,0 0 0,0 0 0,0 0 31,25 25-31,-25-25 0,0 0 0,0 0 0,0 0 0,0 0 0,0 0 0,24 0 0,-24 0 0,0 0 16,0 0-16,0 0 0,0 0 0,0 0 0,0 0 0,0 0 0,0 0 0,0 0 16,0 0-1,0 0-15,0 0 0,0 0 0,0 0 0,0 0 0,0 0 0,0 0 0,0 0 16,0 0-16,0 0 0,0 0 0,0 0 0,25 0 0,-25 0 0,0 0 15,0 0-15,0 0 0,0 0 0,0 0 16,0 0-16,0 0 0,0 0 0,0 0 0,0 0 0,0 0 0,0 0 16,25 0-16,-25 0 0,0 0 0,0 0 0,0 0 0,0 0 0,0 0 15,0 0-15,0 0 16,0 0-16,0 0 0,0 0 0,0 0 0,0 0 0,0 0 0,0 0 15,0 0-15,0 0 0,0 0 0,0 0 0,0 0 0,0 0 0,0 0 16,0 0-16,0 0 16,0 0-16,0 0 0,0 0 0,0 0 0,0 0 0,0 0 0,0 0 0,0 0 15,0 0-15,0 0 0,0 0 0,0 0 0,0 0 0,0 0 0,0 0 16,0 0-16,0 0 15,0 0-15,0 0 0,0 0 0,0 0 0,0 0 0,0 0 0,0 0 0,0 0 0,0 0 16,0 0-16,0 0 16,0 25-16,0-25 0,0 0 0,0 0 0,0 0 0,0 0 0,0 25 15,0-25-15,0 0 0,0 0 0,0 0 0,-25 25 0,25-25 0,0 0 0,0 0 16,0 0-16,0 24 15,0-24-15,0 0 0,0 0 0,0 25 0,0-25 0,0 0 0,-25 0 0,25 25 0,0-25 16,0 0-16,0 0 0,0 0 0,0 25 0,0-25 0,0 0 16,0 0-16,0 25 15,0-25-15,0 0 0,0 0 0,0 24 0,-24-24 0,24 0 0,0 0 0,0 0 0,0 0 16,0 25-16,0-25 0,0 0 0,0 0 0,0 0 0,0 0 15,0 25 1,0-25-16,0 0 0,0 0 0,0 0 0,0 0 0,0 25 0,0-25 0,0 0 16,0 0-16,0 0 0,0 0 0,0 0 0,-25 0 0,25 25 0,0-25 15,0 0-15,0 0 16,0 0-16,0 0 0,0 0 0,0 0 0,0 0 0,0 0 0,0 0 15,0 0-15,0 0 0,0 0 0,0 0 0,0 0 0,0 0 0,0 0 0,0 0 32,0 24-32,0-24 0,0 0 0,0 0 0,0 0 0,0 0 0,0 0 0,0 0 15,0 0-15,0 0 0,0 0 0,0 0 0,0 0 0,0 0 0,0 0 0,0 0 16,0 0-1,0 0-15,0 0 0,0 0 0,0 0 0,0 0 0,0 0 0,0 0 0,0 0 16,0 0-16,0 0 0,0 0 0,0 0 0,0 0 0,0 0 0,0-24 0,0 24 31,0 0-31,0 0 0,0 0 0,0 0 0,0 0 0,-25-25 0</inkml:trace>
  <inkml:trace contextRef="#ctx0" brushRef="#br0" timeOffset="968981.4226">31130 13816 0,'0'0'16,"0"0"-1,0 0-15,0 0 0,0 0 0,25 0 0,-25 0 0,0 0 0,0 0 0,0 0 16,0 0-16,0 0 0,0 0 0,0 0 0,24 0 0,-24 25 15,0-25-15,0 0 0,0 0 0,25 0 16,-25 0-16,0 0 0,0 0 0,0 0 0,25 0 0,-25 0 0,0 0 0,0 0 16,25 0-16,-25 0 0,0 0 0,0 0 0,25 0 0,-25 0 15,0 25-15,0-25 16,0 0-16,25 0 0,-25 0 0,0 0 0,0 0 0,24 0 0,-24 0 0,0 0 0,0 0 15,0 0 1,25 0-16,-25 0 0,0 0 0,0 0 0,0 0 0,0 0 0,0 0 0,0 0 16,0 0-16,0 0 0,0 0 0,0 0 0,0 0 0,0 0 0,0 0 0,0 0 31,0 0-31,0 0 0,0 0 0,0 0 0,0 0 0,0 0 0,0-25 0,0 25 15,0 0-15</inkml:trace>
  <inkml:trace contextRef="#ctx0" brushRef="#br0" timeOffset="969466.4503">30931 14139 0,'0'0'0,"0"0"15,0 0-15,0 0 0,0 0 0,0 0 0,0 0 0,0 0 16,0 0-16,0 0 15,25 0-15,-25 0 0,0 0 0,0 0 0,0 0 0,25 0 0,-25 0 0,0 0 16,25 0-16,-25 0 0,0 0 0,25 0 0,-25 0 16,0 0-16,24 0 0,-24 0 0,0 0 15,25 0-15,-25 0 0,25 0 0,-25 0 0,0 0 0,25 0 0,-25 0 0,25 0 16,-25 0 15,24 0-31,-24 0 0,0 0 0,25 0 0,-25 0 0,25 0 0,-25 0 0,0 0 0,25 0 0,-25 0 0,0 0 0,25-25 0,-25 25 0,0 0 0,25 0 0,-25 0 16,0 0-16,0 0 0,24 0 15,-24 0-15,0 0 0,0 0 0,0 0 0,25 0 0,-25 0 16,0 0-16,0 0 0,0 0 0,0 0 0,0 0 0,0 0 15,25 0-15,-25-25 0,0 25 0,0 0 0,0 0 0,0 0 16,0 0-16,0 0 0,0 0 0,0 0 0</inkml:trace>
  <inkml:trace contextRef="#ctx0" brushRef="#br0" timeOffset="970262.4959">30931 14287 0,'0'0'0,"0"0"0,0 0 0,0 0 15,0 0-15,0 0 0,0 0 0,0 0 0,0 0 0,0 0 0,0-24 16,0 24-16,0 0 16,0 0-16,0 0 0,0 0 0,0 0 0,0 0 0,0 0 15,0 0-15,25 0 0,-25 0 0,0 0 0,0 0 0,0 0 0,0 0 0,0 0 0,25 0 16,-25 0-16,0 0 15,0 0-15,25 0 0,-25 0 0,0 0 0,0 0 0,25 0 16,-25 0-16,0 0 0,0 0 0,0 0 0,24 0 0,-24 0 0,0 24 0,0-24 16,0 0-16,0 0 0,0 0 0,0 0 0,0 0 0,0 0 15,0 25-15,0-25 0,0 0 16,0 0-16,0 0 0,0 25 0,0-25 0,0 0 0,-24 0 0,24 0 0,0 25 15,0-25-15,0 0 16,0 0-16,-25 25 0,25-25 0,0 0 0,0 0 16,0 25-16,0-25 0,-25 0 0,25 0 0,0 0 0,0 24 0,0-24 0,-25 0 0,25 0 0,0 0 15,0 0-15,0 25 0,0-25 0,-25 0 16,25 0-16,0 0 0,0 0 0,0 0 15,0 0-15,0 0 0,0 25 0,0-25 0,0 0 0,0 0 0,0 0 0,0 0 16,0 0-16,0 0 0,0 0 0,0 0 0,0 0 0,0 0 16,0-25-16,0 25 0,0 0 0,25 0 15,-25 0-15,0 0 0,0 0 0,0 0 0,25 0 0,-25 0 16,0 0-16,0 0 15,0 0-15,25 0 0,-25 0 0,0 0 0,0 0 0,0 0 0,0 25 0,0-25 0,0 0 16,25 0-16,-25 0 16,0 0-16,0 0 0,0 0 0,0 0 0,0 0 0,0 0 0,0 25 0,0-25 15,0 0-15,0 0 0,0 0 0,0 0 0,0 25 0,0-25 0,0 0 16,0 0-16,0 0 15,0 0-15,0 0 0,0 24 0,0-24 0,0 0 0,0 0 0,-25 0 16,25 0-16,0 0 0,0 0 0,0 0 0,0 0 0,-25 0 0,25 25 0,0-25 16,0 0-16,0 0 0,-25 0 15,25 0-15,0 0 0,0 0 0,0 0 0,-25 0 16,25 0-16,0 0 0,0 0 0,0 0 0,0 0 0,0 0 0,0 0 0,0 0 15,0 0 1,0 0-16,0 0 0,0 0 0,0 0 0,0 0 0,0-25 0,0 25 0,0 0 16,0 0-16,0 0 0,0-24 0,0 24 0,0 0 0</inkml:trace>
  <inkml:trace contextRef="#ctx0" brushRef="#br0" timeOffset="970643.5177">31229 14337 0,'0'0'0,"0"0"0,0 0 0,0 0 0,0 0 0,0 0 0,0 0 0,0 0 0,0 0 0,0 25 0,0-25 0,0 0 0,0 0 16,0 0-16,0 0 0,0 25 0,0-25 0,0 0 0,0 25 0,0-25 0,0 0 0,0 24 0,0-24 0,0 0 0,0 25 0,0-25 0,0 25 15,0-25-15,0 0 0,0 25 0,0-25 0,0 25 0,0-25 0,0 24 0,0-24 0,0 25 0,0-25 0,0 0 16,0 25-1,0-25-15,0 0 0,0 25 0,-25-25 0,25 0 0,0 25 0,0-25 0,0 0 0,0 24 16,0-24-16,0 0 16,0 0-16,0 0 0,0 25 0,0-25 0,0 0 0,0 0 0,0 0 15,0 0-15,0 0 0,0 0 0,0 0 0,0 0 0,25 0 0,-25 0 16,0 0-16,0 0 0,25-25 0</inkml:trace>
  <inkml:trace contextRef="#ctx0" brushRef="#br0" timeOffset="971286.5544">31676 13891 0,'0'0'0,"0"0"15,0 0-15,0 0 16,0 0-16,0 0 0,0 0 0,0 0 0,0 0 0,0 0 0,0 0 0,0 0 16,0 0-16,0 0 0,0 0 0,0 0 0,0 0 0,0 24 0,0-24 0,0 0 15,0 0 1,0 25-16,0-25 0,0 0 0,0 25 0,0-25 0,0 0 0,0 25 15,-25-25-15,25 25 0,0-25 0,0 24 0,0-24 0,0 25 0,0-25 0,0 0 16,-25 25-16,25-25 0,0 25 0,0-25 16,0 25-16,0-25 0,0 0 15,-25 24-15,25-24 0,0 0 31,0 25-31,0-25 0,0 0 0,0 0 0,0 25 0,0-25 0,0 0 0,0 0 0,0 0 0,-25 0 0,25 0 0,0 25 0,0-25 0,0 0 0,0 0 0,0 0 0,0 0 16,0 0-16,25 0 0,-25 0 0,0 0 0,0-25 0,0 25 0,0 0 16,0 0-16,0 0 15,0-25-15,0 25 0,25 0 0</inkml:trace>
  <inkml:trace contextRef="#ctx0" brushRef="#br0" timeOffset="971493.5663">31651 14039 0,'0'0'0,"0"-24"16,0 24-16,0 0 0,0 0 0,0 0 0,0 0 15,0 0-15,0 0 0,0 0 0,0 0 0,0 0 0,0 0 16,0 0-16,25 0 0,-25 0 0,0 0 0,0 0 0,24 0 15,-24 0-15,0 0 0,25 0 0,-25 0 0,0 24 16,25-24-16,-25 0 0,25 0 0,-25 0 0,0 0 0,25 0 16,-25 0-16,0 0 0,24 0 0,-24 0 0,0 0 15,25 0-15,-25 0 0,0 0 0,25 0 0,-25-24 0,0 24 16,0 0-16,0 0 0</inkml:trace>
  <inkml:trace contextRef="#ctx0" brushRef="#br0" timeOffset="971726.5796">31899 13891 0,'0'0'16,"0"0"-16,0 0 0,0 0 0,0 0 0,0 0 15,0 0-15,0 0 0,0 0 0,0 24 0,0-24 0,0 0 16,0 0-16,0 0 0,0 25 0,0-25 0,0 0 0,0 25 16,0-25-16,0 0 0,-25 25 0,25-25 0,0 25 15,0-25-15,0 24 0,0-24 0,0 25 0,-25-25 0,25 25 16,0-25-16,0 25 0,0-25 0,0 25 0,0-25 0,0 0 15,-25 24-15,25-24 0,0 25 0,0-25 0,0 0 16,0 25-16,0-25 0,0 25 0,0-25 0,0 0 0,-24 25 16,24-25-16,0 0 0,0 24 0,0-24 0,0 0 0,0 0 15,0 0-15,0 25 0,0-25 0,0 0 0,0 0 16,0 0-16,0 0 0,0 0 15,0 0-15,0 0 0,0 0 0</inkml:trace>
  <inkml:trace contextRef="#ctx0" brushRef="#br0" timeOffset="972204.607">31849 14263 0,'0'0'0,"0"-25"16,0 25-16,0 0 0,0 0 0,25 0 0,-25 0 0,0 0 15,0 0-15,0 0 0,0 0 0,0 0 0,25 0 16,-25 0-16,0 0 0,25 0 0,-25 0 0,0 0 0,0 0 15,24 0-15,-24 25 0,0-25 0,0 0 0,25 0 16,-25 0-16,0 0 0,0 0 0,0 0 0,25 24 0,-25-24 16,0 0-16,0 0 0,0 0 0,0 0 0,0 0 0,0 25 15,0-25-15,0 0 0,0 0 0,0 0 0,0 0 16,0 0-16,0 25 0,-25-25 0,25 0 0,0 0 0,0 0 15,0 0-15,-25 0 0,25 25 0,0-25 16,-24 0-16,24 0 0,0 0 0,0 0 0,-25 0 0,25 0 0,0 0 16,0 25-16,-25-25 15,25 0-15,0 0 0,0 0 0,0 0 0,0 0 0,-25 25 0,25-25 0,0 0 0,0 0 0,0 0 31,0 24-31,0-24 0,0 0 0,0 0 0,25 25 0,-25-25 0,0 0 0,0 0 0,0 25 16,0-25-16,25 0 0,-25 0 0,0 25 0,0-25 0,25 0 0,-25 0 16,0 25-16,0-25 31,0 0-31,0 0 0,0 24 0,0-24 0,24 0 0,-24 0 0,0 0 0,0 0 0,0 0 0,0 0 0,0 0 0,0 25 0,-24-25 0,24 0 0,0 0 15,0 0-15,0 0 16,0 0-16,-25 0 0,25 0 0,0-25 0,-25 25 0,25 0 16,0 0-16,-25 0 0,25 0 0,-25 0 0,25-24 0,0 24 0,0 0 0,-24 0 0,24-25 15,0 25 1,0 0-16,0 0 0,-25 0 0,25 0 0,0 0 0,0-25 0,0 25 0,0 0 0,25 0 15,-25 0-15,0 0 0,0 0 0,0 0 0,24-25 0,-24 25 0,0 0 16</inkml:trace>
  <inkml:trace contextRef="#ctx0" brushRef="#br0" timeOffset="972721.6365">32147 14015 0,'0'0'0,"-25"0"15,25-25-15,0 25 0,0 0 16,0 0-16,0 0 0,0 0 0,0 0 0,0 0 16,0 0-16,0 0 0,0 0 0,0 0 15,0 0-15,0 0 0,0 0 0,0 0 0,0 0 0,25 0 0,-25 0 16,0 0-16,0 0 0,0 0 0,0 0 0,0 0 0,25 0 0,-25 0 0,0 0 15,0 0-15,24 0 0,-24 0 0,0 0 0,25 0 16,-25 0-16,0 0 0,0 0 0,25 0 0,-25 0 16,0 25-16,25-25 0,-25 0 0,0 0 0,0 0 0,0 0 0,25 0 0,-25 0 15,0 0-15,0 0 0,0 0 0,0 0 0,0 0 0,25 0 16,-25 0-1,0 0-15,0 0 0,0 0 0,0-25 0,0 25 0</inkml:trace>
  <inkml:trace contextRef="#ctx0" brushRef="#br0" timeOffset="972975.6511">32246 13866 0,'0'0'15,"0"0"-15,0 0 0,0 0 0,0 0 0,0 0 0,0 0 16,0 0-16,0 0 0,0 0 0,0 0 0,0 0 0,0 0 16,0 0-16,0 0 0,0 0 0,0 0 0,0 25 15,0-25-15,0 0 0,0 24 0,0-24 0,0 0 0,0 25 16,0-25-16,25 25 0,-25-25 0,0 0 0,0 25 0,0-25 15,-25 25-15,25-25 0,0 24 0,0-24 0,0 25 16,0-25-16,0 25 0,0-25 0,0 25 0,0-25 0,0 0 0,0 25 16,0-25-16,0 24 0,0-24 0,0 0 0,0 25 15,0-25-15,0 0 0,0 0 0,0 25 0,0-25 16,0 0-1,0 0-15,0 0 0,0 0 0,0 0 0,0 0 0,0 0 0</inkml:trace>
  <inkml:trace contextRef="#ctx0" brushRef="#br0" timeOffset="973314.6704">32593 13767 0,'0'0'0,"0"0"0,0 0 0,0 0 0,0 0 0,0 0 0,0 0 16,0 24-16,0-24 0,0 0 0,0 0 0,0 0 15,0 25-15,0-25 0,0 0 0,-24 25 16,24-25-16,0 25 0,0-25 0,0 25 0,0-25 0,0 24 0,0-24 15,0 25 1,-25-25-16,25 25 0,0 0 0,0-25 0,0 25 0,0-25 0,0 24 0,-25-24 0,25 25 0,0-25 16,0 25-16,0-25 0,0 25 0,0-25 0,0 0 0,-25 25 0,25-25 15,0 0-15,0 24 16,0-24-16,0 0 0,0 0 0,-25 25 0,25-25 0,0 0 0,0 0 0,0 0 0,0 25 15,0-25-15,0 0 16,0 0-16,0 0 0,0 0 0,0 0 0,0 0 0,0 0 0,0 0 0,0-25 31,0 25-31,0 0 0,0 0 0</inkml:trace>
  <inkml:trace contextRef="#ctx0" brushRef="#br0" timeOffset="973519.6822">32519 13990 0,'0'0'0,"0"0"0,25 0 0,-25 0 0,0 0 0,0 0 15,0 0-15,0 0 0,25 0 0,-25 0 0,0-25 0,24 25 16,-24 0-16,0 0 0,25 0 0,-25 0 0,0 0 0,25 0 15,-25 0-15,0 0 0,0 25 0,25-25 0,-25 0 16,0 0-16,25 0 0,-25 0 0,0 0 0,0 0 0,24 0 16,-24-25-16,0 25 0,0 0 0,0 0 0,25 0 15,-25 0-15</inkml:trace>
  <inkml:trace contextRef="#ctx0" brushRef="#br0" timeOffset="973735.6944">32717 13866 0,'0'0'0,"0"0"0,0 0 0,0 0 0,0 0 16,0 0-16,0 0 0,0 0 0,0 0 0,0 25 15,0-25-15,-24 0 0,24 0 0,0 24 0,0-24 0,0 0 16,0 0-16,0 25 0,0-25 0,0 25 0,0-25 0,0 0 16,0 25-16,0-25 0,0 25 0,0-25 0,0 24 15,0-24-15,0 25 0,0-25 0,0 25 0,-25-25 0,25 25 16,0-25-16,0 0 0,0 25 0,0-25 0,0 24 0,0-24 15,0 0-15,0 25 0,0-25 0,0 25 0,0-25 16,0 0-16,-25 0 0,25 25 0,0-25 0,0 0 0,0 25 16,0-25-16,0 0 0,-25 0 0,25 0 0,0 24 15,0-24-15,-25 0 0,25 0 0,0 0 0,0 0 16,-24 0-16,24 0 15,0 25-15</inkml:trace>
  <inkml:trace contextRef="#ctx0" brushRef="#br0" timeOffset="974205.7214">32643 14337 0,'0'0'0,"0"0"0,0 0 0,0 0 0,0 0 0,0 0 0,0 0 0,0 0 0,0 25 0,0-25 0,0 0 0,25 0 0,-25 0 0,0 0 0,-25 0 0,25 0 16,0 0-16,0 0 0,0 25 0,0-25 0,0 0 0,0 0 0,0 0 0,0 25 0,0-25 0,0 0 0,0 0 0,-25 0 0,25 24 0,0-24 0,0 0 0,0 0 0,-25 25 0,25-25 0,0 0 0,0 0 0,0 0 0,0 25 0,-24-25 0,24 0 0,0 0 0,0 0 15,0 25-15,0-25 0,0 0 0,0 0 0,0 0 0,-25 0 16,25 25-16,0-25 16,0 0-16,0 0 0,0 0 0,0 0 0,0 0 0,0 0 0,0 24 0,0-24 0,0 0 15,0 0-15,0 0 0,25 0 0,-25 0 0,0 0 0,0 0 16,0 0-16,0 0 15,0 25-15,24-25 0,-24 0 0,0 0 0,25 0 0,-25 0 0,0 0 0,25 0 0,-25 25 16,0-25-16,25 0 0,-25 0 0,0 0 0,25 0 0,-25 0 0,24 25 16,-24-25-1,0 0-15,25 0 0,-25 0 0,25 0 0,-25 0 0,0 0 0,25 25 0,-25-25 16,0 0-16,25 0 0,-25 0 0,0 0 0,0 0 0,24 0 0,-24 0 0,0 0 15,0 0-15,0 0 16,0 0-16,0 0 0,0 0 0,25 0 0,-25-25 0,0 25 0,0 0 62,0 0-62,-25 0 0</inkml:trace>
  <inkml:trace contextRef="#ctx0" brushRef="#br0" timeOffset="974426.734">32817 14486 0,'0'0'0,"0"0"0,0 0 0,0 0 0,0 0 16,0 0-16,0 0 0,0 0 0,0 0 0,0 25 0,0-25 15,0 0-15,0 0 0,0 0 0,0 25 0,0-25 16,0 24-16,0-24 0,0 25 0,0-25 0,0 0 0,-25 25 16,25 0-16,0-25 0,0 25 0,0-25 0,0 24 0,0-24 15,0 25-15,0-25 0,0 25 0,-25 0 0,25-25 16,0 25-16,0-25 0,0 24 0,-25-24 0,25 25 0,0-25 0,0 0 15,-25 25-15,25-25 0,0 25 0,0-25 0,-24 0 16,24 25-16,0-25 0</inkml:trace>
  <inkml:trace contextRef="#ctx0" brushRef="#br0" timeOffset="977422.9054">26442 12229 0,'0'0'0,"0"0"15,0 0 1,0 0-16,0 0 0,0 0 0,0 0 0,0 0 0,0 0 0,0 0 15,0 0-15,0 0 0,25 0 0,-25 0 0,0 0 0,0 0 0,0 0 0,0 0 16,0 0-16,0 0 16,0 0-16,0 0 0,0 0 0,0 0 0,0 0 0,0 0 15,0 0-15,0 0 0,0 0 0,0 0 0,0 0 0,0 0 0,0 0 0,0 0 16,24 0-16,-24 0 0,0 0 0,0 0 0,0 0 15,0 0-15,0 0 16,0 0-16,0 0 0,0 0 0,0 0 0,25 0 0,-25 0 0,0 0 0,0 0 0,0 0 16,0 0-1,0 0-15,25 0 0,-25 0 0,0 0 0,0 0 0,0-25 0,0 25 0,0 0 16,25 0-16,-25 0 0,0 0 0,0 0 0,0 0 0,0 0 15,25-25 1,-25 25-16,0 0 0,0 0 0,0 0 0,24-25 0,-24 25 0,0 0 0,0 0 0,25-25 0,-25 25 16,0 0-16,0 0 0,0-24 15,25 24-15,-25 0 0,0 0 0,0-25 0,0 25 0,0 0 0,0 0 0,0 0 0,25-25 16,-25 25-16,0 0 15,0 0-15,0 0 0,0 0 0,0 0 0,0 0 0,0 0 0,0 0 0,0 0 16,0 0-16,0 0 0,0 0 0,0 0 0,0 0 0,0 0 31,0 0-31,0 0 0,0 0 0,0 0 0,0 0 0,0 0 0,0 0 0,0 0 0,0 0 0,0 0 16,0 0-16,0 0 0,0 0 0,0 0 0,0 0 0,0 0 0,0 0 15,0 25 1,0-25-16,0 0 0,0 25 0,0-25 0,0 0 0,0 24 0,0-24 0,-25 25 16,25-25-16,0 25 0,0 0 0,0-25 0,0 25 0,0-25 0,0 25 15,0-25 1,0 24-16,0-24 0,0 0 0,0 25 0,0-25 0,0 25 0,0-25 15,0 0-15,0 25 0,0-25 0,0 0 0,0 25 0,0-25 0,0 0 0,0 0 16,0 24 0,0-24-16,0 0 0,0 0 0,0 25 0,0-25 0,0 0 0,0 0 15,0 0-15,0 0 0,0 0 0,0 0 0,0 25 0,0-25 0,0 0 0,0 0 31,0 0-31,0 0 0,0 0 0,0 0 0,0-25 0,0 25 0,25 0 0,-25 0 0</inkml:trace>
  <inkml:trace contextRef="#ctx0" brushRef="#br0" timeOffset="978612.9735">27558 12204 0,'0'0'0,"0"0"0,0 0 16,-25-25-16,25 25 0,0 0 0,0 0 0,0 0 0,0 0 0,0 0 0,0 0 15,0-25-15,0 25 0,0 0 0,0 0 0,0 0 16,0 0-16,0 0 0,0 0 15,0-25-15,0 25 0,25 0 0,-25 0 0,0 0 0,0 0 0,0 0 0,0 0 32,0 0-32,0 0 0,0 0 0,0-24 0,0 24 0,0 0 0,0 0 0,0 0 0,0 0 0,0 0 0,0 0 15,25 0-15,-25 0 0,0 0 0,0 0 0,0 0 0,0 0 16,0 0-1,0 0-15,25 0 0,-25 0 0,0 0 0,0 0 0,0 0 0,0 0 16,0 0-16,24 0 0,-24 24 0,0-24 0,0 0 0,0 0 0,0 25 0,0-25 31,0 0-31,0 25 0,0-25 0,0 0 0,0 25 0,0-25 0,0 0 0,0 25 0,0-25 0,0 0 16,0 0-16,-24 25 0,24-25 0,0 0 0,0 24 0,0-24 15,0 0 1,0 25-16,-25-25 0,25 0 0,0 0 0,0 0 0,0 25 0,0-25 0,-25 0 16,25 0-16,0 0 0,0 0 0,0 0 0,0 0 0,0 25 0,0-25 15,0 0-15,0 0 16,0 0-16,0 0 0,0 0 31,0 0-31,0 0 0,0 0 0,0 0 0,0 0 0,0 0 0,0 0 0,0 0 0,25 0 0,-25 0 0,0 0 0,0 0 0,0 0 0,0 0 0,25 0 0,-25 0 16,0 0-16,0 0 0,0 0 0,24 0 0,-24 0 0,0 0 15,0 0 1,0 0-16,0 25 0,25-25 0,-25 0 0,0 0 0,0 0 0,0 24 0,0-24 15,0 0-15,0 0 0,0 25 0,0-25 0,0 0 0,0 0 0,0 25 0,0-25 16,0 0 0,0 25-16,0-25 0,0 0 0,0 0 0,0 0 0,0 25 0,-25-25 0,25 0 15,0 0-15,0 24 0,0-24 0,0 0 0,0 0 0,-24 0 0,24 0 31,0 0-31,0 0 0,0 25 0,0-25 0,-25 0 0,25 0 0,0 0 0,0 0 0,0 0 0,0 0 16,0 0-16,0 0 0,0 0 0,0 0 0,-25 0 0,25 0 16,0 0-1,0 0-15,0 0 0,0 0 0,0 0 0,0 0 0,-25 0 0,25 0 16,0-25-16,0 25 0,0 0 0,0 0 0,0 0 0,0 0 0,0 0 0,0 0 15,0 0-15,0 0 16,0 0-16,0 0 0,0 0 0,0 0 0,0 0 0,25 0 0,-25 0 0,0 0 16,25 0-16,-25 0 0,25 0 0,-25 0 0,24 0 0</inkml:trace>
  <inkml:trace contextRef="#ctx0" brushRef="#br0" timeOffset="979566.028">28525 12179 0,'0'0'0,"0"0"0,0-25 16,-24 25-16,24 0 0,0 0 0,0 0 0,0 0 0,0 0 0,0 0 31,0 0-31,0 0 0,0-25 0,0 25 0,0 0 0,0 0 0,0 0 0,0 0 0,0 0 16,0 0-16,0 0 0,0 0 0,0 0 0,0 0 0,0 0 0,0 0 31,0 0-31,0 0 0,0 0 0,0 0 0,0 0 0,0 0 0,0 0 0,0 0 16,0 0-16,0 25 0,0-25 0,0 0 0,0 0 0,0 0 0,0 0 0,0 0 15,-25 25-15,25-25 0,0 0 0,0 0 0,0 0 16,0 25-16,0-25 0,0 0 0,0 0 0,0 0 15,0 25 1,0-25-16,0 0 0,0 0 0,0 0 0,0 25 0,0-25 0,0 0 0,0 0 0,0 0 0,0 24 16,0-24-16,25 0 0,-25 0 0,0 25 0,0-25 0,0 0 15,0 0 1,0 25-16,24-25 0,-24 0 0,0 0 0,0 25 0,25-25 0,-25 0 0,0 0 0,25 25 15,-25-25-15,0 0 0,25 0 0,-25 0 0,0 24 0,25-24 0,-25 0 16,0 0 0,24 25-16,-24-25 0,0 0 0,25 0 0,-25 25 0,0-25 0,0 0 15,0 0-15,25 0 0,-25 0 0,0 0 0,0 25 0,0-25 0,0 0 0,0 0 31,0 0-31,0 0 0,0 0 0,0 0 0,0 0 0,0 0 0,0 0 0,0 0 16,0 0-16,0 0 0,0 0 0,-25 0 0,25 25 0,0-25 0,0 0 0,0 0 16,-25 0-1,25 0-15,0 0 0,0 0 0,-24 0 0,24 0 0,0 0 0,0 0 16,-25 0-16,25 0 0,0 0 0,-25 0 0,25 24 0,0-24 0,0 0 15,-25 0-15,25 0 0,0 0 0,0 0 0,0 0 16,-25 0-16,25 0 0,0 0 0,0 0 0,0-24 16,0 24-16,0 0 0,0 0 0,0 0 0,0 0 0,0-25 0,0 25 15,0 0-15,0 0 0,0-25 16,25 25-16,-25-25 0</inkml:trace>
  <inkml:trace contextRef="#ctx0" brushRef="#br0" timeOffset="979773.0398">28649 12179 0,'0'0'0,"0"0"16,25 0-16,-25 0 0,0 0 0,25 0 0,-25 0 0,25 0 0,-25 0 0,0 0 0,25 0 0,-1 0 0,-24 0 0,25 0 0,-25 0 0,25 25 0,0-25 0,-25 0 0,25 0 0,-1 0 0,-24 0 0,25 25 16,0-25-16,-25 0 0,25 0 0,0 0 0,-25 0 0,24 25 0,-24-25 0</inkml:trace>
  <inkml:trace contextRef="#ctx0" brushRef="#br0" timeOffset="981062.1136">29468 12154 0,'0'0'0,"0"0"15,0 0 1,0 0-16,0-25 0,0 25 0,0 0 0,0 0 0,0 0 0,0 0 16,0 0-16,0 0 0,0-24 0,0 24 0,0 0 0,0 0 0,0 0 0,0 0 15,-25 0 1,25-25-16,0 25 0,0 0 0,0 0 0,0 0 0,0 0 0,-25 0 0,25 0 15,0 0-15,0 0 0,0 0 0,-24 0 0,24 0 0,0 0 0,0 0 32,0 0-32,-25 0 0,25 0 0,0 0 0,0 0 0,0 0 0,-25 0 0,25 0 0,0 0 15,0 25-15,0-25 0,0 0 0,-25 0 0,25 0 0,0 0 0,0 0 16,0 24-1,0-24-15,0 0 0,-25 0 0,25 25 0,0-25 0,0 0 0,0 0 0,0 25 0,0-25 0,0 0 16,0 0 0,0 25-16,0-25 0,0 0 0,0 25 0,0-25 0,0 0 0,0 0 0,0 25 15,0-25-15,0 0 0,25 0 0,-25 24 0,0-24 0,0 0 16,0 0-1,0 0-15,25 25 0,-25-25 0,0 0 0,0 0 0,25 0 16,-25 0-16,0 0 0,0 0 0,25 0 0,-25 0 0,0 0 0,24 0 0,-24 0 0,0 0 0,25 0 0,-25 0 16,0 0-1,0 0-15,25 0 0,-25 0 0,0 0 0,0 0 0,0 0 0,25-25 0,-25 25 16,0 0-16,0 0 0,0-24 0,0 24 0,0 0 0,0 0 0,0-25 15,0 25 1,25 0-16,-25-25 0,0 25 0,0 0 0,0 0 0,0 0 0,-25 0 0,25-25 16,0 25-16,0 0 0,0 0 0,0 0 0,0 0 0,0 0 0,0 0 15,0 0 1,0 0-16,0 0 0,0 0 0,0 0 0,0 0 0,0 0 0,0 0 0,0 0 0,0 0 15,0 0-15,0 0 0,0 0 0,0 0 0,0 0 0,0 0 16,0 25-16,0-25 16,0 0-16,0 0 0,0 0 0,0 25 0,0-25 0,0 0 0,0 25 15,0-25-15,0 0 0,0 24 0,0-24 0,0 0 0,0 25 0,0-25 31,0 25-31,0-25 0,0 25 0,0-25 0,0 25 0,0-25 0,0 0 0,0 24 0,0-24 0,0 25 16,0-25-16,0 25 0,-25-25 0,25 0 0,0 25 0,0-25 0,0 0 16,0 25-1,0-25-15,0 24 0,0-24 0,0 0 0,0 0 0,0 25 0,0-25 0,-25 0 0,25 25 0,0-25 16,0 0-16,0 0 0,0 0 15,0 25-15,0-25 0,0 0 0,0 0 0,0 0 0,0 0 0,-25 0 16,25 0-16,0 0 16,0 0-16,0 0 0,-24 0 0,24 0 0,0 0 0,0 0 0,0 0 15,-25 0-15,25 0 0,0 0 0,0 0 0,-25 0 0,25 0 0,0 0 16,0 0-16,-25 0 0,25 0 15,0 0-15,0 0 0,-25 0 0,25-25 0,0 25 16,0 0-16,0 0 0,0 0 0,0 0 0,-24 0 0,24-25 0,0 25 0,0 0 16,0 0-16,0 0 0,0 0 0,0 0 0,0 0 15,0 0-15,0 0 0,24 0 0,-24 0 16,0 0-16,0 0 0,25 0 0,-25 0 0,0 0 0,0 0 0</inkml:trace>
  <inkml:trace contextRef="#ctx0" brushRef="#br0" timeOffset="982497.1957">30361 12129 0,'0'0'16,"0"0"-16,0 0 16,0 0-16,0 0 0,0 0 0,0 0 0,0 0 0,0 0 0,0 0 0,0 0 15,0 0-15,0 0 0,0 0 0,0 0 0,0 0 16,0 0-16,0 0 0,0 0 15,0 0-15,0 0 0,25 0 0,-25 0 0,0 0 0,0 0 0,0 0 16,0 25-16,0-25 0,0 0 0,0 0 0,0 0 0,0 0 0,-25 0 16,25 25-1,0-25-15,0 0 0,0 0 0,0 25 0,0-25 0,0 0 0,0 0 0,0 25 0,0-25 31,0 0-31,0 25 0,0-25 0,0 0 0,0 0 0,0 24 0,0-24 0,0 0 0,0 0 16,0 25-16,0-25 0,0 0 0,0 0 0,0 25 0,0-25 0,0 0 0,0 0 16,0 0-1,0 0-15,0 25 0,0-25 0,0 0 0,0 0 0,0 0 0,0 0 16,0 0-16,0 0 0,0 0 0,0 0 0,0 0 0,0 0 0,0 0 0,0 0 15,0 0-15,0 0 0,0 0 0,0 0 0,0 0 0,0 0 16,0 0-16,0 0 16,0 0-16,0 0 0,0 0 0,25 0 0,-25 0 0,0 0 0,0 0 0,0 0 15,0 0-15,25 0 0,-25-25 0,0 25 16,0 0-16,0 0 0,24 0 0,-24 0 15,0 0-15,0 0 0,0 0 0,25 0 0,-25 0 0,0 0 0,0 0 0,25 0 16,-25 0-16,0 25 0,0-25 0,0 0 0,25 0 0,-25 0 16,0 0-16,0 0 15,0 0-15,0 0 0,0 25 0,0-25 0,0 0 0,0 0 0,25 0 0,-25 0 0,0 24 16,0-24-16,0 0 0,0 0 0,0 25 0,0-25 0,0 0 15,0 25-15,0-25 16,0 0-16,0 0 0,0 25 0,0-25 0,0 0 0,-25 25 0,25-25 0,0 0 16,0 0-16,0 24 0,0-24 0,0 0 0,0 0 0,0 0 0,0 25 15,0-25-15,0 0 16,-25 0-16,25 0 0,0 0 0,0 0 0,0 0 0,0 0 0,-25 0 0,25 0 15,0 0-15,0 25 0,0-25 0,-25 0 0,25 0 0,0 0 16,0 0-16,-24 0 16,24 0-16,0 0 0,0 0 0,0 0 0,-25 0 0,25 0 0,0 0 0,0 0 0,0 0 15,-25 0-15,25-25 0,0 25 0,0 0 0,0 0 16,0 0-16,0 0 15,0 0-15,0 0 0,0 0 0,0 0 0,0 0 0,0-25 0,0 25 0,0 0 16,0 0-16,0 0 0,0-24 0</inkml:trace>
  <inkml:trace contextRef="#ctx0" brushRef="#br0" timeOffset="982725.2087">30485 12204 0,'0'0'0,"0"-25"0,0 25 0,25 0 15,-25 0-15,0 0 0,0 0 0,0 0 0,25 0 0,-25 0 16,0 0-16,24 0 0,-24 0 0,0 0 0,25 25 16,-25-25-16,25 0 0,-25 0 0,25 0 0,-25 0 0,0 0 15,25 0-15,-25 0 0,24 0 0,-24 25 0,25-25 16,-25 0-16</inkml:trace>
  <inkml:trace contextRef="#ctx0" brushRef="#br0" timeOffset="983515.2539">30807 12204 0,'0'0'0,"0"0"0,-24-25 0,24 25 0,0 0 0,0 0 0,0 0 0,0 0 0,0-25 0,0 25 0,-25 0 0,25 0 0,0 0 0,0 0 0,0 0 16,0 0-16,0 0 0,0 0 16,0-25-16,0 25 0,-25 0 0,25 0 0,0 0 0,0 0 0,0 0 0,0 0 0,0 0 15,0 0 1,0 0-16,0 0 0,0 25 0,0-25 0,0 0 0,0 0 0,0 0 15,0 0-15,0 0 16,0 0-16,0 25 0,0-25 0,0 0 0,0 0 0,0 0 0,0 25 0,0-25 0,0 0 0,0 25 0,0-25 16,0 0-16,0 0 0,0 25 0,0-25 0,0 0 0,0 24 0,0-24 15,0 0-15,0 25 16,0-25-16,0 0 0,0 25 0,0-25 0,25 0 0,-25 25 0,0-25 0,0 0 15,0 25-15,0-25 0,0 0 0,25 0 0,-25 24 0,0-24 16,0 0-16,0 25 16,0-25-16,0 0 0,24 25 0,-24-25 0,0 0 0,0 25 0,0-25 0,0 0 0,25 0 15,-25 25-15,0-25 0,0 0 0,0 0 0,0 0 0,0 24 16,25-24-16,-25 0 0,0 0 15,0 25-15,0-25 0,0 0 0,0 0 0,0 0 0,0 25 0,0-25 0,25 0 32,-25 0-32,0 0 0,0 25 0,0-25 0,0 0 0,0 0 0,0 0 0,0 0 15,0 25-15,0-25 0,0 0 0,0 0 0,0 0 0,0 0 0,0 24 0,0-24 16,-25 0-16,25 0 0,0 0 15,0 0-15,0 0 0,0 0 0,-25 0 0,25 0 16,0 0-16,0 0 0,-25 0 0,25 0 0,0 0 0,0 0 0,0 0 0,-24 0 0,24 0 16,0 0-1,0 0-15,0 0 0,-25 0 0,25 0 0,0 0 0,0 0 0,0 0 0,-25 0 16,25-24-16,0 24 0,0 0 0,0 0 0,0-25 0,-25 25 0,25 0 15,0 0-15,0-25 16,0 25-16,0 0 0,0-25 0,0 25 0,0 0 0,25-25 0,-25 25 0,0 0 0,0 0 16,0-24-1,0 24-15,25 0 0,-25 0 0,0-25 16,0 25-16,25 0 0,-25 0 0,0-25 0,24 25 0,-24 0 0,25 0 0,-25 0 0,0-25 0,25 25 0,-25 0 0,25 0 31,-25-25-31,0 25 0,25 0 0,-25-24 0,0 24 0,24 0 0,-24-25 0,0 25 0,25 0 0,-25-25 16,0 25-16,0 0 0,0-25 0,25 25 0,-25 0 0,0 0 0,0-25 31,0 25-31,0 0 0,0 0 0,0 0 0,-25 0 0,25 0 0,0 0 0,0 0 15,0-24-15,0 24 0,0 0 0,-25 0 0,25 0 0,0 0 0,-24 0 0,24 0 16,-25 24-16,25-24 16,0 0-16,-25 0 0</inkml:trace>
  <inkml:trace contextRef="#ctx0" brushRef="#br0" timeOffset="985633.375">26913 12849 0,'0'0'0,"0"0"0,0 0 16,0 0-16,0 0 0,0 0 0,0 0 0,0 0 0,-25 0 0,25 0 31,0 0-31,0 0 0,0 0 0,0 0 0,0 25 0,0-25 0,0 0 0,0 0 0,0 0 0,0 0 16,0 0-16,0 0 0,0 0 0,0 0 0,0 0 15,0 0-15,0 0 0,0 0 16,0 0-16,0 0 0,0-25 0,0 25 0,-25 0 0,25 0 0,0 0 0,0 0 16,0 0-16,0 0 0,0 0 0,0 0 0,0 0 0,0 0 15,0 0 1,0 0-16,0 0 0,0 0 0,0 0 0,0 0 0,0 0 0,0 0 0,0 0 0,0 0 15,0 0-15,0 0 0,0 0 0,0 0 16,0 0-16,0 0 0,0 0 0,0 0 0,0 0 16,0 0-16,0 0 0,0 0 0,0 0 0,0 0 0,0 0 0,0 0 15,0 0-15,0 0 0,0 0 0,0 0 0,-24 0 0,24 0 16,0 0-16,0 0 15,0 0-15,0 0 0,0 0 0,0 0 0,0 0 0,0 0 0,0 0 0,0 0 0,0 0 0,0 0 16,0 0-16,0 0 16,0 0-16,0 0 0,0 0 0,0 0 15,0 0-15,0 0 0,0 0 0,0 0 0,0 0 0,0 0 0,0 0 0,0 0 0,0 0 0,0 0 31,0 0-31,0 0 0,-25 0 0,25 0 0,0 0 0,0 0 0,0 0 0,0 0 16,0 0-16,0 0 0,0 0 0,-25-25 0,25 25 0,0 0 0,0 0 0,0 0 16,0 0-1,0 0-15,0 0 0,-25 0 0,25 0 0,0 0 0,0 0 0,0 0 16,0 0-16,-25 0 15,25 0-15,0 0 0,0 0 0,0 0 0,0 0 0,-24 0 0,24 0 0,0 0 0,0 0 0,0 0 16,0 0-16,0 0 0,0 0 0,-25 0 0,25 0 0,0 0 0,0 0 16,0 0-1,0 0-15,0 0 0,0 0 0,0 25 0,-25-25 0,25 0 0,0 0 0,0 0 16,0 0-16,0 0 0,0 0 0,-25 0 0,25 25 0,0-25 0,0 0 31,0 0-31,0 0 0,0 24 0,-25-24 0,25 0 0,0 0 0,0 25 0,0-25 0,0 0 16,0 0-16,0 25 0,0-25 0,-24 0 0,24 0 0,0 25 0,0-25 0,0 0 31,0 0-31,0 25 0,0-25 0,0 0 0,0 24 0,24-24 0,-24 0 0,0 0 15,0 25-15,0-25 0,0 0 0,25 0 0,-25 25 0,0-25 0,0 0 0,25 0 32,-25 25-32,0-25 0,0 0 0,25 0 0,-25 0 0,0 25 0,25-25 0,-25 0 0,24 0 15,-24 0-15,0 0 0,25 0 0,-25 0 0,25 0 0,-25 0 0,25 0 16,-25 0-1,0 0-15,25 0 0,-25 0 0,24 0 0,-24 0 0,0-25 0,25 25 0,-25 0 16,0 0 0,25 0-16,-25 0 0,0-25 0,25 25 0,-25 0 0,0 0 0,0-25 0,0 25 0,25 0 0,-25 0 15,0-25-15,0 25 0,0 0 0,0-24 0,0 24 0,0 0 16,0-25-16,0 25 0,0 0 0,0-25 15,0 25-15,0 0 0,0-25 0,0 25 0,-25 0 0,25-25 0,0 25 0,0 0 32,0 0-32,0-24 0,-25 24 0,25 0 0,0 0 0,0 0 0,0 0 0,0 0 15,0 0-15,-25 0 0,25 0 0,0 0 0,0 0 0,0-25 0,0 25 31,-25 25-31,25-25 0,0 0 0,0 0 0,0 0 0,0 0 0,0 0 0,0 0 0,-24 0 16,24 0-16,0 0 0,0 0 0,0 0 0,0 0 0</inkml:trace>
  <inkml:trace contextRef="#ctx0" brushRef="#br0" timeOffset="986831.4436">27583 13122 0,'0'0'0,"0"0"16,0 0-16,0 0 15,0 0-15,0 0 0,0 0 0,0 0 0,0 0 0,0 0 0,0 0 0,25 0 16,-25 0-16,0 0 15,0 0-15,0 0 0,0-25 0,0 25 0,0 0 0,0 0 0,0 0 16,0 0-16,24 0 0,-24-25 0,0 25 0,0 0 0,0 0 0,0-25 0,0 25 16,0 0-16,25-25 0,-25 25 15,0 0-15,0-24 0,0 24 0,0-25 0,0 25 16,0 0-16,0-25 0,0 25 0,25 0 0,-25-25 0,0 25 0,0 0 15,0-25-15,0 25 0,0 0 0,0 0 0,0-24 0,0 24 0,0 0 16,0 0 0,0 0-16,0 0 0,0 0 0,0-25 0,0 25 0,0 0 0,0 0 0,0 0 15,0 0-15,0 0 0,0 0 0,0 0 0,0 0 0,0 0 0,0 0 16,0 0-16,0 0 15,0 0-15,0 0 0,0 0 0,0 0 0,0 25 0,0-25 0,0 0 16,0 0-16,0 0 0,0 0 0,0 24 0,0-24 0,0 0 0,25 25 31,-25-25-31,0 0 0,0 25 0,0-25 0,0 25 0,0-25 0,0 0 16,0 25-16,0-25 0,0 24 0,0-24 0,0 25 0,0-25 0,0 25 0,0-25 0,0 0 15,0 25-15,0-25 0,0 25 0,0-25 0,0 0 16,0 24-16,0-24 0,0 0 0,0 25 0,0-25 0,0 0 16,0 0-1,0 25-15,0-25 0,0 0 0,0 0 0,0 0 0,0 0 0,0 25 0,0-25 0,0 0 16,0 0-1,0 0-15,25 0 0,-25 0 0,0 0 0,0 0 0,0 0 0,0 0 0,0 0 0,0 0 16,0 0-16,0 0 0,0 0 0,0 0 0,0 0 0,0 0 0,0 0 16,24 0-1,-24-25-15,0 25 0,0 0 0,0 0 0,25 0 0</inkml:trace>
  <inkml:trace contextRef="#ctx0" brushRef="#br0" timeOffset="987444.4786">28426 13047 0,'0'0'0,"0"0"0,0 0 15,0 0-15,0 0 0,0 0 0,-25 0 0,25 0 0,0 0 0,0 0 16,0 0-16,0 0 16,0 0-16,0 0 0,0 0 0,0 0 0,0 0 0,0 0 0,0 0 15,0 0-15,0 0 0,0 0 0,0 0 0,25 0 0,-25 0 0,0 0 31,0 0-31,0 0 0,25 0 0,-25 0 0,0 0 0,25 0 0,-25 0 0,0 0 16,25 0-16,-25 0 0,24 0 0,-24 0 0,0 0 0,25 0 16,-25 0-16,25 0 0,-25 0 0,0 0 0,25 0 0,-25 0 0,25 0 15,-25 0-15,0 0 0,24 0 0,-24 0 0,0 0 0,0 0 0</inkml:trace>
  <inkml:trace contextRef="#ctx0" brushRef="#br0" timeOffset="988027.512">28724 13196 0,'0'0'0,"0"0"0,0 0 0,0 0 15,0-25-15,0 25 0,0 0 0,0 0 16,0 0-16,0 0 0,0 0 0,0 0 0,0 0 0,0-25 16,0 25-16,0 0 0,25 0 0,-25 0 0,0 0 0,0 0 15,0-24-15,0 24 16,0 0-16,0 0 0,0-25 0,24 25 0,-24 0 0,0 0 0,0-25 15,0 25-15,0 0 0,0-25 0,25 25 16,-25 0-16,0-25 0,0 25 0,0 0 0,0-24 0,0 24 0,0 0 0,25-25 16,-25 25-16,0 0 0,0-25 15,0 25-15,0 0 0,0-25 0,0 25 0,0 0 16,0 0-16,0-25 0,0 25 0,0 0 0,0 0 0,0 0 0,0 0 15,0 0-15,0 0 0,0-24 0,0 24 0,0 0 0,0 0 0,0 0 16,0 0 0,0 0-16,0 0 0,0 0 0,0 0 0,0 0 0,0 0 0,0 0 0,0 0 0,0 0 15,0 0-15,0 0 0,0 0 0,0 24 0,0-24 0,0 0 16,0 0-1,0 0-15,0 25 0,0-25 0,0 0 0,0 25 0,0-25 0,0 0 0,0 25 16,0-25-16,0 25 0,0-25 0,0 24 0,0-24 0,0 25 0,0-25 16,0 25-16,0-25 15,0 25-15,0-25 0,0 25 0,0-25 0,0 24 0,0-24 0,0 25 16,0-25-16,0 0 0,0 25 0,0-25 0,0 0 0,0 25 0,0-25 0,0 0 31,0 25-31,0-25 0,0 0 0,0 0 0,0 0 0,0 25 0,0-25 0,0 0 16,0 0-16,0 0 0,0 0 0,0 0 0,0 0 0,0 0 0,0 0 0,0 0 15,0 0 1,0 0-16,0 24 0,0-24 0,0 0 0,25-24 0,-25 24 0,0 0 0,0 0 31,0 0-31,0 0 0,25 0 0,-25-25 0</inkml:trace>
  <inkml:trace contextRef="#ctx0" brushRef="#br0" timeOffset="988579.5436">29270 12998 0,'-25'0'0,"25"0"16,0 0-16,0 0 0,0 0 0,0 0 0,0 0 0,0 0 0,0 0 0,0 0 15,0 0-15,0 0 0,0 0 0,0 0 0,0 0 0,0 0 16,0 0-16,25 0 16,-25 0-16,0 0 0,0 0 0,0-25 0,24 25 0,-24 0 0,0 0 15,0 0-15,25 0 0,-25 25 0,0-25 0,25 0 0,-25 0 0,0 0 16,25 0-16,-25 0 15,0 0-15,25 0 0,-25 0 0,0 0 0,24 0 0,-24 0 0,0 0 16,25 0-16,-25 0 0,0 0 0,0 0 0,25 0 0,-25 0 0</inkml:trace>
  <inkml:trace contextRef="#ctx0" brushRef="#br0" timeOffset="989442.5929">29493 12849 0,'0'0'0,"0"0"0,0 0 0,0 0 0,0 0 0,0 0 0,0 0 0,0 0 0,0 0 0,0 0 0,0 0 0,0 0 0,0 0 0,0 0 0,0 0 0,0 0 0,0 0 0,0 0 0,0 25 0,0-25 0,0 0 0,0 0 0,0 0 0,-25 0 16,25 0-16,0 24 0,0-24 0,0 0 0,0 0 0,0 0 15,0 25 1,0-25-16,0 0 0,0 0 0,0 0 0,0 25 0,0-25 0,0 0 0,0 0 0,0 0 15,0 0-15,0 25 0,0-25 0,0 0 0,0 0 16,0 0-16,0 0 16,0 25-16,0-25 0,0 0 0,0 0 0,0 0 0,0 0 0,0 0 0,0 0 0,0 0 15,0 0-15,0 0 0,0 24 0,0-24 0,0 0 0,0 0 16,0-24-16,0 24 15,25 0-15,-25 0 0,0 0 0,0 0 0,0 0 0,0 0 0,0 0 16,0 0-16,25 0 0,-25 0 0,0 0 0,0 0 0,0 0 0,0 0 31,24 0-31,-24 0 0,0 0 0,0 0 0,0 0 0,0 0 0,0 0 0,0 0 0,0 0 16,0 0-16,0 0 0,25 0 0,-25 0 0,0 0 0,0 0 0,0 0 15,0 0-15,0 0 0,0 0 16,0 24-16,0-24 0,0 0 0,0 0 0,0 0 16,0 0-16,25 0 0,-25 0 0,0 0 0,0 0 0,0 25 0,0-25 15,0 0-15,0 0 0,0 0 0,0 25 0,0-25 0,25 0 0,-25 0 16,0 25-1,0-25-15,0 0 0,0 0 0,0 0 0,0 25 0,0-25 0,0 0 0,0 0 0,0 24 16,0-24-16,0 0 0,25 0 0,-25 25 0,0-25 0,0 0 16,0 0-1,0 0-15,0 25 0,0-25 0,0 0 0,0 0 0,0 0 0,0 25 16,0-25-16,0 0 0,0 0 0,-25 0 0,25 0 0,0 25 0,0-25 0,0 0 15,0 0-15,0 0 0,0 0 16,0 0-16,0 0 0,0 0 0,0 25 0,-25-25 0,25 0 0,0 0 16,0 0-16,0 0 0,0 0 0,-25 0 0,25 0 0,0 0 0,0 0 15,-25 0 1,25 0-16,0 0 0,0 0 0,0 0 0,-24 0 0,24 0 0,0 0 0,0 0 15,0 0-15,-25 0 0,25 0 0,0 0 0,0 0 0,0 0 0,0 0 16,0 0 0,0 0-16,0 0 0,-25 0 0,25 0 0,0 0 0,0 0 0,0-25 15,0 25-15,0 0 0,0 0 0,0 0 0,0 0 0,0 0 0,0 0 0,0-25 16,0 25-16,0 0 15,0 0-15,0 0 0,0-25 0,0 25 0,0 0 0,0 0 0,0 0 94,0-25-94,0 25 0,0 0 0</inkml:trace>
  <inkml:trace contextRef="#ctx0" brushRef="#br0" timeOffset="989743.6101">29567 12849 0,'0'0'16,"0"0"-16,0 0 0,0 0 0,0 0 0,0 0 0,0 0 15,0 0-15,25 0 0,-25 0 0,0 0 0,0 0 16,0 0-16,25 0 0,-25 0 0,0 0 0,25 0 0,-25 0 15,0 0-15,24 0 0,-24 0 0,0 0 0,25 0 16,-25 0-16,25 0 0,-25 0 0,0 0 0,25 0 0,-25 0 16,25 0-16,-25 0 0</inkml:trace>
  <inkml:trace contextRef="#ctx0" brushRef="#br0" timeOffset="991591.7158">30138 13097 0,'0'0'0,"0"0"0,0 0 16,0 0-16,0 0 0,-25 0 0,25 0 0,0-25 0,0 25 0,0 0 16,0 0-1,0 0-15,0 0 0,0 0 0,0 0 0,0 0 0,0 0 0,0 0 0,0 0 16,0 0-16,0 0 0,0 0 0,0 0 0,0 0 0,0 0 0,0 0 31,0 0-31,0 0 0,0 0 0,0 0 0,0 0 0,0 0 0,0 0 0,0 0 16,0 0-16,0 0 0,0 0 0,0 0 0,0 0 0,0 0 0,0 0 0,0 0 15,0 0 1,0 0-16,25 0 0,-25 0 0,0 0 0,0 0 0,0 0 0,0 0 0,24 0 0,-24 0 15,0 0 1,25 0-16,-25 0 0,0 0 0,25 0 0,-25 0 0,0 0 0,25 0 0,-25 0 16,0 0-16,25 0 0,-25 25 0,0-25 0,25 0 0,-25 0 0,0 0 0,0 0 15,24 0-15,-24 0 0,0 0 16,0 0-16,0 0 0,0 0 0,0 0 0,0 0 15,0 0-15,0 0 0,0 0 0,0 0 0,0 0 0,0 0 0,0 0 16,0 0-16</inkml:trace>
  <inkml:trace contextRef="#ctx0" brushRef="#br0" timeOffset="992354.7595">30435 13122 0,'0'0'0,"0"-25"0,0 25 16,0 0-16,0 0 0,0 0 0,0 0 0,0-25 0,0 25 0,0 0 0,0 0 16,0 0-16,0-25 0,0 25 0,0 0 0,0 0 0,0 0 15,0 0 1,0 0-16,0 0 0,0 0 0,0 0 0,0 0 0,0 0 0,0 0 0,0-25 15,0 25-15,0 0 0,0 0 0,0 0 0,0 0 0,25 0 0,-25 0 16,0 0 0,0 0-16,0 0 0,0 0 0,0 0 0,25 0 0,-25 0 0,0 25 0,0-25 0,0 0 0,25 0 15,-25 0 1,0 0-16,0 0 0,25 0 0,-25 0 0,0 0 0,0 0 0,0 0 0,24 0 0,-24 0 15,0 0-15,0 0 0,0 0 0,0 0 16,0 0-16,0 25 0,0-25 0,0 0 0,0 0 0,0 0 16,0 0-16,0 25 0,0-25 0,0 0 0,0 0 0,0 0 0,0 25 0,0-25 31,-24 0-31,24 0 0,0 24 0,0-24 0,0 0 0,0 0 0,-25 25 0,25-25 0,0 0 0,0 0 15,-25 25-15,25-25 0,0 0 0,-25 25 0,25-25 0,0 0 16,0 0-16,-25 0 16,25 25-16,0-25 0,0 0 0,-24 0 0,24 0 0,0 25 0,0-25 15,0 0-15,0 0 0,-25 0 0,25 0 0,0 24 0,0-24 0,0 0 16,0 0-16,0 0 15,0 0-15,0 0 0,0 0 0,0 0 0,0 0 0,0 0 0,0 0 0,0 0 16,0 0-16,0 0 0,0 0 0,0 25 0,0-25 0,0 0 0,0 0 31,0 0-31,0 0 0,0 0 0,0 0 0,0 0 0,0 0 0,25 0 0,-25 0 0,0 0 0,0 0 16,0 0-16,24 0 0,-24 0 0,0 0 0,25 0 0,-25 0 15,0-25 1,0 25-16,25 0 0,-25 0 0,0 0 0,25 0 0,-25 0 0,0 0 0,25 0 16,-25 0-16,0 0 0,24 0 0,-24 0 0,0 0 0,0 0 0,25 0 15,-25 0-15,0 0 16,25 0-16,-25 0 0,0 0 0,0 0 0,0 0 0,25 0 0,-25 0 0,0 0 0,0 0 15,0 0-15,0 0 0,0 0 0</inkml:trace>
  <inkml:trace contextRef="#ctx0" brushRef="#br0" timeOffset="992875.7889">30708 13221 0,'0'0'16,"0"0"-16,0 0 0,0 0 15,0 0-15,0 0 0,25 0 0,-25-25 0,0 25 16,0 0-16,0 0 0,0-25 0,0 25 0,0 0 0,0 0 0,0-25 0,25 25 15,-25 0-15,0-24 0,0 24 0,0 0 16,0-25-16,0 25 0,0 0 0,0-25 0,25 25 16,-25 0-16,0-25 0,0 25 0,0 0 0,0 0 0,0-25 0,0 25 0,0 0 15,0 0-15,0 0 16,0-24-16,0 24 0,0 0 0,0 0 0,0 0 0,0 0 15,0 0-15,0 0 0,0 0 0,0 0 0,0-25 0,0 25 0,0 0 0,0 0 16,0 0-16,0 0 0,0 0 16,0 0-16,0 0 0,0 0 0,0 0 0,0 0 15,0 0-15,0 0 0,0 0 0,0 0 0,0 0 0,0 0 0,0 0 0,0 0 16,0 0-16,0 0 0,0 0 0,0 0 15,0 0-15,0 25 0,0-25 0,0 0 0,0 0 0,0 24 0,0-24 16,0 0-16,0 25 0,0-25 0,0 0 0,0 25 0,0-25 0,0 25 16,0-25-1,0 25-15,0-25 0,0 24 0,0-24 0,0 25 0,0-25 0,0 25 0,0-25 16,0 25-16,0-25 0,0 25 0,0-25 15,0 25-15,0-25 0,0 24 0,0-24 0,0 0 16,0 25-16,0-25 0,0 25 0,0-25 0,0 0 0,0 0 0,0 25 0,0-25 16,-25 0-16,25 0 0,0 25 0,0-25 0,0 0 0,0 0 0,-25 0 15,25 0 1,0 0-16,0 0 0,0 0 0</inkml:trace>
  <inkml:trace contextRef="#ctx0" brushRef="#br0" timeOffset="995005.9111">26764 13519 0,'0'24'0,"0"-24"0,0 0 16,25 0-16,-25 0 0,0 0 16,0 0-16,0 0 0,0 0 0,0 0 0,0 0 15,0 0-15,0 0 0,0 0 0,0 0 16,0 0-16,0 0 0,0 0 0,0 0 0,0 0 0,0 0 15,0 0-15,0 0 0,0 0 0,0 0 0,0 0 0,0 0 0,0 0 16,0 0-16,0 0 0,0 0 0,0 0 0,0 0 0,0 0 0,0 0 16,0 0-16,0 0 15,0 0-15,0 0 0,0 0 0,0 0 0,0 0 0,0 0 0,0 0 0,0 0 16,0 0-16,0 0 0,0 0 0,0 0 0,0 0 0,0 0 15,0 0 1,0 0-16,0 0 0,0 0 0,0 0 0,0 0 0,0 0 0,0 0 0,0 0 16,0 0-16,0 0 0,0 0 0,0 0 0,0 0 0,-25-24 0,25 24 0,0 0 15,0 0 1,0 0-16,0 0 0,0 0 0,0 0 0,0 0 0,0 0 0,0 0 15,0 0-15,0 0 0,0 0 0,0 0 0,0 0 0,0 0 0,0 0 0,-25 0 32,25 0-32,0 0 0,0 0 0,0 0 0,0 0 0,0 24 0,0-24 0,0 0 0,0 0 0,0 0 15,0 0-15,0 0 0,0 0 0,0 0 0,0 0 0,0 0 16,-24 25-1,24-25-15,0 0 0,0 0 0,0 0 0,0 0 0,0 25 0,-25-25 16,25 0-16,0 0 0,0 0 0,0 25 0,0-25 0,0 0 0,0 0 0,0 0 16,-25 0-16,25 25 15,0-25-15,0 0 0,0 0 0,0 0 0,0 24 0,0-24 0,0 0 16,0 0-16,0 0 0,0 25 0,-25-25 0,25 0 15,0 0-15,0 0 0,0 0 0,0 25 0,0-25 0,0 0 0,0 0 0,0 0 16,0 25-16,0-25 16,0 0-16,0 0 0,0 0 0,0 0 0,0 25 0,25-25 15,-25 0-15,0 0 0,0 0 0,0 0 0,0 24 0,0-24 0,0 0 0,0 0 16,0 0-16,25 0 0,-25 0 15,0 25-15,0-25 0,0 0 0,0 0 0,25 0 16,-25 0-16,0 0 0,0 0 0,0 0 0,24 0 0,-24 0 0,0 0 16,0 0-16,25 0 0,-25 0 0,0 0 0,25 0 0,-25 0 15,0 0-15,25 0 16,-25 0-16,0 0 0,25 0 0,-25 0 0,0 0 0,24 0 0,-24 0 0,0 0 15,25 0-15,-25 0 0,0 0 0,0 0 0,25-25 0,-25 25 0,0 0 16,0 0 0,0 0-16,0 0 0,25 0 0,-25 0 0,0 0 0,0 0 0,0 0 15,0-24-15,0 24 0,0 0 0,0 0 0,0 0 0,25 0 0,-25 0 0,0-25 31,0 25-31,0 0 0,0 0 0,0 0 0,0-25 0,0 25 0,0 0 0,0 0 0,0-25 0,0 25 16,0 0-16,0-25 0,0 25 0,0 0 16,0-24-16,0 24 15,0 0-15,0-25 0,0 25 0,0 0 0,0 0 0,0-25 0,-25 25 0,25 0 16,0 0-16,0-25 0,0 25 15,0 0-15,0 0 0,0 0 0,0-25 0,0 25 0,0 0 0,0 0 0,0 0 0,-25 0 0,25 0 0,0 0 16,0-24 31,0 24-47,0 0 0,0 0 0,0 0 0,0 0 0,0 0 0,0 0 0,0 0 0,0 0 0,0 0 0,0 0 0,0 0 0,0 0 0,0 0 0,0 0 0,25 0 0</inkml:trace>
  <inkml:trace contextRef="#ctx0" brushRef="#br0" timeOffset="996497.9965">27831 13692 0,'0'0'15,"0"0"-15,0 0 16,0-25-16,0 25 0,0 0 0,0 0 0,0 0 0,0 0 0,0 0 16,0 0-16,0 0 0,0 0 0,0 0 0,-25 0 0,25 0 15,0 0-15,0 0 0,0 0 0,0 0 16,0 0-16,0-24 0,0 24 0,0 0 0,0 0 0,0 0 0,0 0 15,0 0-15,0 0 0,0 0 0,0 0 0,0 0 0,0 0 0,-25 0 16,25 0 0,0 0-16,0 0 0,0 0 0,0 0 0,0 0 0,0 0 0,0 0 0,-25 0 15,25 0-15,0 0 0,0 0 0,0 0 0,0 0 16,0 0-16,-24 0 0,24 0 0,0 0 15,0 0-15,0 0 0,0 0 0,0 0 0,0 0 0,0 0 16,-25 0-16,25 0 0,0 0 0,0 0 0,0 0 0,0 0 0,0 0 16,0 0-1,0 0-15,0 0 0,-25 0 0,25 0 0,0 0 16,0 0-16,0 0 0,0 0 0,0 0 0,0 0 0,0 0 0,0 0 15,0 24-15,-25-24 0,25 0 0,0 0 0,0 0 0,0 0 0,0 0 0,0 25 0,0-25 0,0 0 16,0 0-16,0 0 0,0 0 0,0 25 0,0-25 16,0 0-16,0 0 15,0 0-15,0 25 0,0-25 0,0 0 0,0 0 0,0 25 0,0-25 0,0 0 0,0 0 31,0 0-31,0 24 0,0-24 0,0 0 0,25 25 0,-25-25 0,0 0 0,0 0 0,0 0 47,0 25-47,0-25 0,0 0 0,0 0 0,25 0 0,-25 25 0,0-25 0,0 0 16,0 0-16,0 0 0,0 0 0,25 0 0,-25 25 0,0-25 0,0 0 0,0 0 0,24 0 0,-24 0 0,0 0 0,0 0 0,25 0 15,-25 0-15,0 0 0,0 0 0,25 0 0,-25 0 0,0 0 0,0 0 16,25 0-16,-25 0 0,0 0 0,0 0 0,0 0 0,25 0 16,-25 0-16,0 0 0,0-25 15,0 25-15,24 0 0,-24 0 0,0 0 0,0 0 0,0 0 0,0 0 16,0 0-16,0-25 0,0 25 0,25 0 0,-25 0 15,0 0-15,0 0 0,0-25 16,0 25-16,0 0 0,0 0 0,0 0 0,0-25 0,0 25 0,0 0 0,0-24 0,0 24 16,0 0-16,0-25 0,0 25 15,0 0-15,0-25 0,0 25 0,0 0 0,0 0 16,25-25-16,-25 25 0,0 0 0,0-25 0,0 25 0,0 0 0,0 0 31,0-24-31,0 24 0,0 0 0,0 0 0,0 0 0,0 0 0,0-25 0,0 25 0,0 0 0,0 0 0,0 0 0,0 0 16,0 0-16,0 0 0,0 0 15,0 0-15,0 0 0,0 0 0,0 0 0,0 0 16,0 0-16,0 0 0,-25 0 0,25 0 0,0 0 0,0 0 0,0 0 15,0 0-15,0 0 0,0 0 16,0 0-16,0-25 0,0 25 0,0 0 0</inkml:trace>
  <inkml:trace contextRef="#ctx0" brushRef="#br0" timeOffset="997796.0707">28625 13692 0,'0'0'0,"0"0"0,0 0 31,0 0-31,0 0 0,-25 0 0,25 0 0,0 0 0,0 0 0,0 0 0,0 0 16,0 0-16,0 0 0,0 0 0,0 0 0,0 0 0,0 0 0,0 0 0,0 0 15,0 0-15,0 0 0,0 0 0,0 0 0,0 0 0,0 0 16,0 0-1,0 0-15,-25 0 0,25-25 0,0 25 0,0 0 0,0 0 0,0 0 0,0 0 0,0 0 0,0 0 32,0 0-32,0 0 0,0-24 0,0 24 0,0 0 0,0 0 0,0 0 15,0 0-15,0-25 0,0 25 0,0 0 0,25 0 0,-25 0 0,0 0 0,0 0 16,0-25-16,0 25 0,0 0 0,0 0 15,0 0-15,0 0 0,0 0 0,0 0 0,0 0 16,0 0-16,25-25 0,-25 25 0,0 0 0,0 0 0,0 0 0,0 0 16,0 0-16,24 0 0,-24 0 15,0 0-15,0 0 0,0 0 0,0 0 0,25 0 0,-25 0 0,0 0 0,0 0 16,0 0-16,25 25 0,-25-25 0,0 0 0,0 0 15,0 0-15,0 0 16,0 25-16,25-25 0,-25 0 0,0 0 0,0 25 0,0-25 0,0 0 0,0 0 0,0 0 16,0 24-1,0-24-15,0 0 0,-25 25 0,25-25 0,0 0 0,0 0 0,0 0 0,0 25 0,0-25 16,0 0-16,0 0 0,-25 0 0,25 25 0,0-25 0,0 0 0,0 0 15,0 0 1,-25 0-16,25 0 0,0 25 0,0-25 0,0 0 0,0 0 0,-24 0 0,24 0 0,0 0 0,0 0 16,0 0-16,0 0 0,0 0 0,0 0 0,0 0 15,0 0 1,0 0-16,0 0 0,0 0 0,0 0 0,0 0 0,0 0 0,0 0 0,0 0 15,0 0-15,0 0 0,0 0 0,0 0 0,0 0 0,0 0 0,0 0 0,0 0 32,24 0-32,-24 0 0,0 0 0,0 0 0,0 0 0,0 0 0,25 0 0,-25 0 0,0 0 15,0 0-15,0 0 0,25 0 0,-25 0 0,0 0 0,0 0 0,0 0 31,0 0-31,25 0 0,-25 0 0,0 0 0,0 24 0,0-24 0,0 0 0,0 0 16,0 0-16,25 25 0,-25-25 0,0 0 0,0 0 0,0 25 0,0-25 31,0 0-31,0 25 0,0-25 0,0 0 0,0 0 0,0 25 0,0-25 0,0 0 0,-25 0 16,25 24-16,0-24 0,0 0 0,0 0 0,0 0 0,0 25 0,0-25 0,0 0 31,-25 0-31,25 0 0,0 0 0,0 0 0,0 25 16,0-25-16,-25 0 0,25 0 0,0 0 0,0 0 0,0 0 0,-25 0 0,25 0 0,0 0 0,0 0 0,0 0 15,0 0-15,0 0 16,-24 0-16,24 0 0,0 0 0,0 0 0,0 0 0,0 0 0,0 0 0,0 0 31,0-25-31,0 25 0,0 0 0,0 0 0,0 0 0,0 0 0,0 0 0,0 0 0,0 0 0,0 0 16,0 0-16,0-25 0,0 25 0,0 0 0,0 0 0,0 0 0,0 0 0,24 0 15,-24 0 1,0 0-16,0 0 0,0 0 0,25 0 0,-25 0 0,0 0 0</inkml:trace>
  <inkml:trace contextRef="#ctx0" brushRef="#br0" timeOffset="998300.0994">28798 13891 0,'0'0'0,"0"0"15,0-25-15,0 25 0,0 0 0,25 0 0,-25 0 0,0-25 16,0 25-16,0 0 0,0 0 0,25-25 0,-25 25 16,0 0-16,0-25 0,0 25 0,25-24 0,-25 24 0,0 0 15,0-25-15,24 25 0,-24-25 0,0 25 0,0-25 16,25 25-16,-25 0 0,0-25 0,0 25 0,0-24 0,0 24 15,0 0-15,25-25 0,-25 25 0,0 0 0,0 0 16,0-25-16,0 25 16,0 0-16,0 0 0,0 0 0,0 0 0,0 0 0,25 0 15,-25-25-15,0 25 0,0 0 0,0 0 0,0 0 0,0 0 0,0 0 0,0 0 16,0 0-1,0 0-15,0 0 0,0 0 0,0 0 0,0 0 0,0 0 0,0 0 0,0 25 0,0-25 16,0 0-16,0 0 0,0 0 0,0 25 0,0-25 0,0 0 16,0 0-16,0 25 0,0-25 15,0 0-15,0 24 0,0-24 0,0 0 0,0 25 0,0-25 16,0 0-16,0 25 0,0-25 0,0 25 0,0-25 0,0 0 0,0 25 0,0-25 15,0 24 1,0-24-16,0 25 0,0-25 0,0 25 0,0-25 0,0 0 0,25 25 16,-25-25-16,0 25 0,0-25 0,0 0 0,0 24 0,0-24 0,0 0 0,0 0 31,0 25-31,0-25 0,0 0 0,0 0 0,0 25 0,0-25 0,0 0 0,0 0 15,0 0-15,0 0 0,0 0 0,0 0 0,0 0 0,0 0 0,0 0 0</inkml:trace>
  <inkml:trace contextRef="#ctx0" brushRef="#br0" timeOffset="999741.182">29443 13618 0,'0'0'15,"0"0"-15,0-25 16,0 25-16,0 0 0,0 0 0,0 0 0,0 0 0,0 0 0,0 0 0,0 0 15,0 0-15,0 0 0,0 0 0,0 0 0,0 0 0,0 0 16,0 0-16,0 0 16,0 0-16,0 0 0,0 0 0,0 0 0,0 0 0,0 0 0,0 0 0,0 0 15,0 0-15,0 0 0,0 0 0,0 0 0,0 0 0,0 0 16,0 0-1,0 0-15,0 0 0,0 0 0,0 0 0,0 0 0,0 25 0,0-25 0,0 0 16,0 0-16,0 0 0,-25 0 0,25 0 0,0 25 0,0-25 0,0 0 0,0 0 31,0 24-31,0-24 0,0 0 0,0 25 0,0-25 0,0 0 0,0 25 0,-24-25 31,24 0-31,0 25 0,0-25 0,0 0 0,0 25 0,0-25 0,0 0 0,0 0 0,0 24 0,0-24 0,0 0 0,0 0 0,0 25 16,0-25 0,0 0-16,0 0 0,0 25 0,0-25 0,0 0 0,0 0 0,0 0 15,0 25-15,0-25 0,0 0 0,0 0 0,0 0 0,0 0 0,0 0 0,0 25 16,0-25-16,0 0 0,0 0 0,0 0 0,0 0 15,0 0-15,0 0 0,0 0 16,0 0-16,0 0 0,0 24 0,0-24 0,0 0 0,0 0 0,0 0 16,0 0-16,0 0 0,0 0 0,0 0 0,0 0 0,0 0 0,0 0 15,0 0 1,0 0-16,0-24 0,0 24 0,0 0 0,0 0 0</inkml:trace>
  <inkml:trace contextRef="#ctx0" brushRef="#br0" timeOffset="1.00039E6">29542 13519 0,'0'0'0,"0"0"0,0 0 0,0 0 0,-24 0 0,24 0 15,0 0-15,0 0 0,0 0 0,0 0 0,0 0 0,0 0 16,0 0-16,0 0 0,0 0 0,0 0 15,0 0-15,-25 0 0,25 0 0,0 0 0,0 0 0,0 24 16,0-24-16,0 0 0,0 0 0,0 0 0,0 25 0,0-25 16,0 0-16,-25 0 15,25 25-15,0-25 0,0 0 0,0 25 0,0-25 0,0 0 0,0 25 0,-25-25 16,25 24-16,0-24 0,0 0 0,0 25 0,0-25 0,0 25 0,0-25 15,0 0-15,0 25 16,0-25-16,0 25 0,0-25 0,0 0 0,0 24 0,0-24 0,0 0 16,0 0-16,0 25 0,0-25 0,0 0 0,0 0 0,0 0 0,0 25 15,0-25-15,0 0 16,0 0-16,25 0 0,-25 0 0,0 0 0,0 0 31,0 0-31,0 0 0,25 0 0,-25 0 0,0 0 0,0 0 0,25-25 0,-25 25 0,0 0 0,0 0 0,24 0 0,-24-25 0,0 25 0,0 0 16,25 0-16,-25-24 0,0 24 0,0 0 0,0-25 0,0 25 15,25 0 1,-25-25-16,0 25 0,0 0 0,0 0 0,0-25 0,0 25 0,0 0 0,0 0 0,0-25 15,0 25-15,0 0 16,0 0-16,0-24 0,0 24 0,0 0 0,0 0 0,0 0 0,-25 0 0,25-25 0,0 25 0,0 0 16,0 0-16,0 0 0,0 0 0,0 0 0,-25-25 15,25 25-15,0 0 16,0 0-16,0 0 0,0 0 0,0 0 0,0 0 0,0 0 0,0 0 0,0 0 0,0 0 15,0 0-15,0 0 0,0 0 16,0 0-16,0 0 0</inkml:trace>
  <inkml:trace contextRef="#ctx0" brushRef="#br0" timeOffset="1.00118E6">29617 13494 0,'0'0'0,"0"0"15,0 0-15,0 0 0,0 0 0,0 0 0,0 0 0,0 0 0,0 0 16,0 0-16,0 0 0,0 0 16,0 0-16,0 0 0,0 0 0,0 0 0,0 0 0,0 0 15,0 0-15,0 0 0,0 0 0,0 0 0,0 0 0,0 0 0,0 0 0,0 25 16,0-25-16,0 0 0,0 0 15,0 0-15,0 0 0,-25 0 0,25 0 16,0 0-16,0 0 0,0 24 0,0-24 0,0 0 0,0 0 0,0 0 16,0 0-16,0 0 0,0 0 0,0 0 15,0 0-15,0 0 0,0 25 0,0-25 0,0 0 0,0 0 16,0 0-16,0 0 0,0 0 0,0 0 0,0 0 0,0 0 15,0 0-15,0 0 0,0 0 0,0 0 0,0 0 16,0 25-16,0-25 0,0 0 0,25 0 0,-25 0 0,0 0 0,0 0 16,0 0-16,0 0 0,0 0 0,0 0 15,25 0-15,-25 0 0,0 0 0,0 0 0,0 0 0,0 0 16,24 0-16,-24 0 0,0 0 0,0 0 0,0 0 0,0 0 0,25 0 15,-25 0 1,0 0-16,0 0 0,0 0 0,0 0 0,0 0 0,0 0 0,0 0 0,0 0 16,0 0-16,0 0 0,0 0 0,0 0 0,0 0 0,0 0 0,0 0 15,25 25 1,-25-25-16,0 0 0,0 0 0,0 0 0,0 0 15,0 0-15,0 0 0,0 0 0,0 25 0,0-25 0,0 0 0,0 0 0,0 0 0,0 24 0,0-24 0,0 0 16,0 0 0,0 0-16,0 25 0,0-25 0,0 0 0,0 0 0,25 0 0,-25 0 0,0 25 15,0-25 1,0 0-16,0 0 0,0 0 0,0 0 0,0 0 0,0 0 0,0 25 0,0-25 0,0 0 0,0 0 0,0 0 15,0 0-15,0 0 16,0 0-16,0 0 0,0 0 0,0 0 0,0 0 0,0 0 0,0 0 16,0 0-16,0 0 0,-25 0 0,25 0 0,0 0 0,0 0 0,0 0 0,0 0 31,-25 0-31,25 0 0,0 0 0,0 0 0,-25 0 0,25 0 0,0 0 0,0 0 31,-24-25-31,24 25 0,0 0 0,-25 0 0,25 0 0,0 0 0,0-25 0</inkml:trace>
  <inkml:trace contextRef="#ctx0" brushRef="#br0" timeOffset="1.00141E6">29716 13469 0,'0'0'16,"0"0"-16,0 0 0,0 0 0,0 0 0,0 0 15,0 0-15,0 0 0,0 0 0,0 0 0,0 0 0,0 0 16,25 0-16,-25 0 0,0 0 0,25 0 0,-25 0 16,0 0-16,24 0 0,-24 0 0,25 0 0,-25 0 0,25 0 15,-25 0-15,25 0 0,-25 0 0,25 0 0,-25 25 16,24-25-16,-24 0 0,0 0 0</inkml:trace>
  <inkml:trace contextRef="#ctx0" brushRef="#br0" timeOffset="1.00408E6">30113 13618 0,'0'0'0,"0"0"15,0 0 1,0 0-16,0 0 0,0 25 0,0-25 0,0 0 0,0 0 0,0 0 0,0 0 15,0 0-15,0 0 0,0 0 0,0 0 0,0 0 0,0 0 16,0 0-16,0 0 16,0 0-16,0 0 0,0 0 0,0 0 0,0 0 0,0 0 0,0 0 0,0 0 0,0 0 0,0 0 31,0 0-31,0 0 0,0 0 0,0 0 0,0 0 0,0 0 0,0 0 0,0 0 0,0 0 15,0 24-15,0-24 0,0 0 0,0 0 0,0 0 0,0 0 16,0 0-16,0 0 0,0 25 0,0-25 0,0 0 16,0 0-16,0 0 0,0 25 0,0-25 15,-25 0-15,25 0 0,0 25 0,0-25 0,0 0 0,0 25 0,0-25 0,0 0 16,-25 0-16,25 24 0,0-24 15,0 0-15,0 25 0,0-25 0,0 0 0,0 0 0,0 25 0,0-25 0,0 0 16,0 0-16,0 25 0,0-25 0,0 0 16,0 0-16,0 0 0,0 0 0,0 0 0,0 0 15,0 25-15,0-25 0,0 0 0,0 0 0,0 0 0,0 0 0,0 0 31,0 0-31,0 0 0,0 0 0,25 0 0,-25 0 0,0 0 0,0 0 0,0 0 0,0 0 16,0 0-16,25 0 0,-25 0 0,0 0 0,0 0 0,25 0 0,-25 0 0,0 0 16,0 0-1,24-25-15,-24 25 0,0 0 0,0 0 0,25 0 0,-25 0 0,0 0 16,0 0-16,25 0 0,-25 0 0,0 0 0,0 0 0,0 0 0,25 0 0,-25 0 15,0 0 1,0 0-16,0 0 0,0 0 0,0 0 0,0 25 0,0-25 0,0 0 0,0 0 16,0 0-16,0 0 0,0 0 0,0 0 0,0 24 0,0-24 0,0 0 15,0 0 1,0 0-16,0 25 0,0-25 0,0 0 0,0 0 0,0 0 0,0 25 0,0-25 15,0 0 1,0 0-16,0 25 0,0-25 0,0 0 0,-25 0 0,25 0 0,0 25 0,0-25 0,0 0 0,0 0 16,0 0-16,0 24 0,0-24 0,0 0 0,-25 0 0,25 0 0,0 0 15,0 0 1,0 25-16,0-25 0,0 0 0,-25 0 0,25 0 0,0 0 0,0 0 0,0 0 0,0 0 0,-24 0 15,24 0 1,0 0-16,0 0 0,0 0 0,-25 0 0,25 0 0,0 0 0,0 0 0,0 0 16,-25 0-16,25 0 0,0 0 0,0 0 0,0 0 0,0 0 0,-25 0 15,25-25 1,0 25-16,0 0 0,0 0 0,0 0 0,0 0 0,-25 0 0,25-24 15,0 24-15,0 0 0,0 0 0,0 0 0,0-25 0,0 25 16,0 0-16,0-25 0</inkml:trace>
  <inkml:trace contextRef="#ctx0" brushRef="#br0" timeOffset="1.0043E6">30162 13692 0,'0'0'0,"0"0"0,0 0 0,0 0 0,0 0 16,0 0-16,25 0 0,-25 0 0,0 0 0,0 0 15,0 0-15,25 0 0,-25 0 0,0 0 0,25 0 0,-25 0 16,0 0-16,25 0 0,-25 0 0,25 0 0,-25 0 16,0 0-16,24 0 0,-24 0 0,25 0 0,-25 0 0,0 0 15,25 0-15,-25 0 0,0 0 0,25 0 0</inkml:trace>
  <inkml:trace contextRef="#ctx0" brushRef="#br0" timeOffset="1.00457E6">30361 13643 0,'0'0'0,"0"0"0,0 0 0,0 0 0,0 0 16,0 0-16,0 0 0,0 0 0,0 0 0,0 24 15,0-24-15,0 0 0,0 0 0,0 0 0,0 25 0,0-25 16,0 0-16,0 0 0,0 25 0,0-25 0,0 0 15,0 25-15,0-25 0,0 25 0,0-25 0,0 0 0,0 24 16,0-24-16,0 25 0,0-25 0,0 0 0,-25 25 16,25-25-16,0 25 0,0-25 0,0 0 0,0 25 0,0-25 15,0 24-15,0-24 0,0 0 0,0 25 0,0-25 16,0 0-16,0 25 0,0-25 15,0 0-15,0 0 0,0 25 0,0-25 0,0 0 0,0 0 0,0 0 0,0 25 16,0-25-16,0 0 16,0 0-16,0 0 0,0 0 0,0 0 0,0 0 0,0 0 15,0 0-15,0 0 0,0 0 0</inkml:trace>
  <inkml:trace contextRef="#ctx0" brushRef="#br0" timeOffset="1.00561E6">30510 13667 0,'0'0'0,"0"-24"15,0 24 1,0 0-16,0 0 0,0 0 0,0 0 0,0 0 0,0 0 0,25 0 16,-25 0-16,0 0 0,0 0 0,0 0 0,0 0 0,0 0 0,0 0 0,0 0 0,0-25 31,0 25-31,0 0 0,0 0 0,24 0 0,-24 0 0,0 25 0,0-25 0,0 0 0,0 0 15,25 0-15,-25 0 0,0 0 0,0-25 0,0 25 0,0 0 0,25 0 16,-25 25 0,0-25-16,0 0 0,0 0 0,0 0 0,0 0 0,0 0 0,0 0 0,0 0 0,0 0 0,0 0 15,0 0-15,0 0 0,0 0 0,0 0 0,0 24 0,0-24 16,0 0-1,0 0-15,0 0 0,0 25 0,0-25 0,0 0 0,-25 0 0,25 25 0,0-25 0,0 0 0,0 25 16,0-25 0,0 0-16,-25 0 0,25 25 0,0-25 0,0 0 0,0 24 0,0-24 15,0 0-15,-24 0 0,24 0 0,0 25 0,0-25 0,0 0 0,0 0 0,0 0 31,0 0-31,0 0 0,0 0 0,0 0 0,-25 25 0,25-25 0,0 0 0,0 0 0,0 0 0,0 0 16,0 0-16,0 0 0,0 0 0,0 0 0,25 0 0,-25 0 0,0 0 16,0 0-1,0 0-15,0 0 0,0 0 0,0 0 0,0 0 0,0 0 0,24 0 0,-24 0 0,0 0 16,0 0-16,0 0 0,25 0 0,-25 0 0,0 0 15,0 0-15,0 0 0,0 0 63,25 0-63,-25 0 0,0 0 0,0 0 0,0 0 0,0 0 0,0 25 0,0-25 0,0 0 0,0 0 0,0 0 0,25 0 0,-25 0 0,0 0 0,0 0 0,0 0 0,0 0 0,0 25 0,0-25 0,0 0 0,0 0 0,-25 0 0,25 24 0,0-24 0,0 0 0,0 0 15,0 25 1,0-25-16,0 0 0,0 25 0,0-25 0,0 0 0,0 0 0,0 25 0,0-25 16,0 0-16,-25 25 0,25-25 0,0 0 0,0 0 0,0 0 0,0 24 0,0-24 15,0 0 1,0 0-16,0 0 0,0 0 0,-25 0 0,25 0 0,0 0 0,0 0 0,0 25 0,0-25 15,0 0 1,0 0-16,0 0 0,0 0 0,0 0 0,0 0 0,0 0 0,0 0 0,0 0 16,0 0-16,0 0 0,0 0 0,0 0 0,-24 0 0,24 0 0,0 0 0,0 0 15,0-25-15,0 25 0,0 0 16,0 0-16,0 0 0,0 0 0,0 0 0,0 0 15,0 0-15,0 0 0,0 0 0,0 0 0,0 0 0</inkml:trace>
  <inkml:trace contextRef="#ctx0" brushRef="#br0" timeOffset="1.00901E6">26764 14461 0,'0'0'0,"0"0"15,0 0 1,0 0-16,0 0 0,0 0 0,0 0 0,0 0 0,0 0 0,0 0 0,0 0 15,0 0 1,0 0-16,0 0 0,0 0 0,0 0 0,0 0 0,0 0 0,0 0 0,0 0 16,0 0-16,0 0 0,0 0 0,0 0 0,0 0 0,0 0 0,0 0 0,0 0 15,0 0-15,0 0 16,0 0-16,0 0 0,0 0 0,0 0 0,0 0 0,0 0 0,0 0 15,0 0-15,0 0 0,0 0 0,0 0 0,0 0 0,0 0 0,0 0 0,0 0 16,0 0 0,0 0-16,0 0 0,0 0 0,0 0 0,0 0 0,0 0 0,0 0 0,0 0 0,0 0 0,0 0 15,0 0 1,0 0-16,0 0 0,0 0 0,0 0 0,0 0 0,0 0 0,-25 0 15,25 0-15,0-25 0,0 25 0,0 0 0,0 0 0,0 0 0,0 0 0,0 0 16,-24 0-16,24 0 0,0 0 0,0 0 0,0 0 0,0 0 16,0 0-16,-25 0 15,25 0-15,0 0 0,0 0 0,0 0 0,0 0 0,0 0 0,-25 0 16,25 25-16,0-25 0,0 0 0,0 0 0,0 0 0,0 0 0,-25 0 15,25 0 1,0 0-16,0 0 0,0 0 0,0 0 0,0 0 0,0 0 0,-25 0 0,25 0 0,0 0 0,0 0 31,0 0-31,0 0 0,0 0 0,0 25 0,0-25 0,0 0 0,0 0 0,-24 0 16,24 0-16,0 25 0,0-25 0,0 0 0,0 0 0,0 0 0,0 25 15,0-25 1,0 0-16,0 0 0,0 24 0,0-24 0,0 0 0,0 0 0,0 25 0,0-25 0,0 0 0,0 25 31,0-25-31,0 0 0,0 0 0,0 25 0,0-25 0,0 0 16,0 25-16,0-25 0,0 0 0,0 0 0,0 24 0,0-24 0,0 0 0,0 0 0,0 25 0,0-25 0,0 0 31,0 0-31,24 0 0,-24 25 0,0-25 0,0 0 0,0 0 0,0 0 0,0 0 0,25 25 16,-25-25-16,0 0 0,0 0 0,0 0 0,0 0 0,25 0 0,-25 0 15,0 0-15,0 0 16,25 0-16,-25 0 0,0 0 0,0 0 0,25 0 0,-25 0 0,0 0 15,24 0-15,-24 0 0,0 0 0,25 0 0,-25 0 0,0 0 0,0 0 16,25 0 0,-25 0-16,0 0 0,0 0 0,0 0 0,25 0 0,-25 0 0,0 0 0,0 0 0,0 0 0,25 0 15,-25 0 1,0 0-16,0 0 0,0 0 0,0 0 0,0 0 0,0 0 0,0-25 15,0 25-15,24 0 0,-24 0 0,0 0 0,0 0 0,0-25 0,0 25 0,0 0 16,0 0-16,0 0 16,25-25-16,-25 25 0,0 0 0,0-24 0,0 24 0,0 0 0,0 0 15,0-25-15,25 25 0,-25 0 0,0-25 0,0 25 0,0-25 0,0 25 0,0 0 16,0-25-1,0 25-15,0 0 0,0-24 0,0 24 0,0 0 0,0 0 0,0 0 0,0-25 0,0 25 16,0 0-16,0 0 0,0 0 0,0-25 0,0 25 0,0 0 16,0 0-1,0 0-15,0 0 0,-25-25 0,25 25 0,0 0 0,0 0 0,0 0 0,0 0 16,0 0-16,0-25 0,0 25 0,0 0 0,0 0 0,0 0 0,0 0 15,0 0-15,0 0 16,0 0-16,0 0 0,0 0 0,0 0 0,0 25 0,0-25 0,0 0 0,0 0 0,25 0 16</inkml:trace>
  <inkml:trace contextRef="#ctx0" brushRef="#br0" timeOffset="1.01045E6">27756 14635 0,'0'0'0,"0"-25"0,0 25 16,0 0-16,0 0 0,0 0 0,0 0 0,0 0 0,0-25 15,0 25 1,0 0-16,0 0 0,0 0 0,0 0 0,0 0 0,0-25 0,0 25 0,0 0 0,0 0 15,0 0-15,0 0 0,0 0 0,0 0 0,0 0 0,0-24 16,0 24 0,0 0-16,0 0 0,0 0 0,-24 0 0,24 0 0,0 0 0,0 0 15,0 0-15,0 0 0,0 0 0,0 0 0,0 0 0,0 0 0,-25 0 16,25-25-16,0 25 0,0 0 15,0 0-15,0 0 0,0 0 0,0 0 0,0 0 0,0 0 0,0 0 0,0 0 16,-25 25-16,25-25 0,0 0 0,0 0 0,0 0 0,0 0 0,0 0 16,0 0-1,0 0-15,0 0 0,0 0 0,-25 0 0,25 0 0,0 24 0,0-24 0,0 0 0,0 0 16,0 0-16,0 0 0,-25 25 0,25-25 0,0 0 0,0 0 15,0 25 1,0-25-16,0 0 0,0 0 0,0 25 0,-24-25 0,24 0 0,0 0 0,0 25 16,0-25-16,0 0 0,0 0 0,0 24 0,0-24 0,0 0 0,0 0 15,0 25-15,0-25 16,0 0-16,0 25 0,0-25 0,0 0 0,0 0 0,0 25 0,0-25 0,0 0 15,0 0-15,0 25 0,0-25 0,0 0 16,0 0-16,0 0 0,0 24 16,0-24-16,0 0 0,0 0 0,0 0 0,24 25 0,-24-25 0,0 0 0,0 0 0,0 0 15,0 0-15,0 25 16,0-25-16,0 0 0,25 0 0,-25 0 0,0 0 0,0 0 0,0 25 15,0-25-15,25 0 0,-25 0 0,0 0 0,0 0 0,25 0 0,-25 0 0,0 0 16,0 0-16,25 0 0,-25 0 0,0 0 16,0 25-16,24-25 0,-24 0 0,0 0 0,0 0 15,0 0-15,25 0 0,-25 0 0,0 0 0,0 0 0,25 0 0,-25 0 31,0 0-31,0-25 0,0 25 0,0 0 0,25 0 0,-25 0 0,0 0 0,0 0 0,0 0 0,0 0 0,25 0 16,-25 0-16,0 0 0,0 0 0,0-25 0,0 25 16,24 0-16,-24 0 0,0 0 15,0 0-15,0-25 0,0 25 0,0 0 0,25 0 0,-25 0 0,0 0 0,0-25 16,0 25-16,0 0 0,0 0 15,0-24-15,0 24 0,0 0 0,0 0 0,25-25 0,-25 25 16,0 0-16,0-25 0,0 25 0,0-25 0,0 25 0,0 0 0,0-25 0,0 25 31,0-24-31,-25 24 0,25 0 0,0-25 0,0 25 0,0 0 0,0-25 0,0 25 16,0 0-16,0-25 0,0 25 0,-25 0 0,25 0 0,0 0 0,0-25 0,0 25 15,0 0 1,0 0-16,-24 0 0,24 0 0,0 0 0,0-24 0,0 24 0,0 0 16,0 0-16,-25 0 0,25 0 0,0 0 0,0 0 0,0 0 0,0-25 31,0 25-31,0 0 0,0 0 0,0 0 0,0 0 0,0 0 0,0 0 0,0 0 0,0 0 0,0 0 15,0 0-15</inkml:trace>
  <inkml:trace contextRef="#ctx0" brushRef="#br0" timeOffset="1.01778E6">28674 14511 0,'0'0'0,"0"0"0,0 0 16,0 0-16,0 0 0,0 0 0,0 0 0,0 0 0,0 0 0,0 0 15,0 0-15,0 0 0,0 0 0,0 0 0,0 0 0,0-25 0,0 25 16,0 0 0,0 0-16,0 0 0,0 0 0,0 0 0,0 0 0,0 0 0,0 0 0,0 0 15,0 0-15,0 0 0,0 0 0,0 0 0,0 0 0,0 0 0,0 0 16,0 0-1,0 0-15,0 0 0,0 0 0,0 0 0,0 0 0,0 0 0,0 0 0,0 0 0,0 0 0,0 0 16,0 0 0,0 0-16,0 0 0,0 0 0,0 0 0,0 0 0,0 0 0,0 0 15,0 0-15,0 0 0,0 0 0,0 0 0,0 0 0,0 0 0,-25 0 16,25 0-16,0 0 0,0 0 15,0 0-15,0 0 0,-24 0 0,24-25 0,0 25 0,0 0 0,0 0 16,-25 0-16,25 0 0,0 0 0,0 0 0,0 0 0,0 25 0,-25-25 31,25 0-31,0 0 0,0 0 0,0 0 0,-25 0 0,25 0 0,0 0 0,0 0 0,0 0 16,-25 25-16,25-25 0,0 0 0,0 0 0,0 0 0,0 0 0,0 0 15,0 25-15,-24-25 16,24 0-16,0 0 0,0 0 0,0 24 0,0-24 0,0 0 0,0 0 16,0 25-16,-25-25 0,25 0 0,0 0 0,0 25 0,0-25 0,0 0 15,0 0-15,0 25 16,0-25-16,0 0 0,-25 0 0,25 25 0,0-25 0,0 0 0,0 0 0,0 0 0,0 24 15,0-24-15,0 0 0,0 0 0,0 25 0,0-25 0,0 0 16,0 0 0,0 0-16,0 0 0,0 25 0,0-25 0,0 0 0,0 0 0,0 0 0,0 25 15,0-25-15,0 0 0,0 0 0,0 0 0,0 25 0,0-25 0,0 0 16,0 0-16,0 0 15,0 0-15,0 24 0,0-24 0,0 0 0,0 0 0,0 0 0,25 0 0,-25 25 0,0-25 32,0 0-32,0 0 0,0 0 0,0 0 0,0 0 0,0 25 0,0-25 0,0 0 0,25 0 0,-25 0 15,0 0-15,0 0 0,0 0 0,0 0 0,0 25 0,24-25 31,-24 0-31,0 0 0,0 0 0,0 0 0,25 0 0,-25 0 0,0 0 0,0 0 0,0 0 16,25 0-16,-25 0 0,0 0 0,0 0 0,25 0 0,-25 0 16,0 0-16,0 0 0,0 0 15,25 0-15,-25 0 0,0 0 0,0 0 0,24-25 0,-24 25 0,0 0 16,0 0-16,0 0 0,0 0 0,25 0 0,-25 0 0,0-25 0,0 25 15,0 0-15,25 0 16,-25 0-16,0-25 0,0 25 0,0 0 0,0 0 0,25-24 0,-25 24 0,0 0 0,0-25 16,0 25-16,0 0 0,0-25 0,25 25 0,-25 0 0,0-25 15,0 25 1,0 0-16,0 0 0,0-25 0,0 25 0,0 0 0,24 0 0,-24-24 0,0 24 0,0 0 15,0 0-15,0-25 0,0 25 0,0 0 16,0 0-16,0-25 0,0 25 0,0 0 16,0-25-16,0 25 0,0 0 0,0 0 0,0-25 0,0 25 0,0 0 0,0 0 0,0-24 31,0 24-31,0 0 0,0 0 0,0 0 0,0 0 0,0-25 0,0 25 0,0 0 0,0 0 0,0 0 15,-24-25-15,24 25 16,0 0-16,0 0 0,0 0 0,0 0 0,0-25 0,-25 25 0,25 0 16,0 0-16,0 0 0,-25 0 0,25 0 0,0 0 0,0 0 0,-25 0 15,25 0-15,-25 0 0,25 0 16,0 0-16,-24 0 0,24 0 0,0 0 0,0 0 0,-25 0 0</inkml:trace>
  <inkml:trace contextRef="#ctx0" brushRef="#br0" timeOffset="1.05374E6">29270 14064 0,'0'0'0,"0"0"0,0 0 0,0 0 0,0 0 0,0 0 0,0 0 0,0 0 0,0 0 0,0 0 0,0 0 0,0 0 0,0 0 0,0 0 0,0 0 0,0 0 0,0 0 0,0 0 0,0 0 0,0 0 0,0 0 0,0 0 0,-25 0 0,25 0 0,0 0 0,0 0 0,0 0 0,0 0 0,0 0 0,0 0 0,0 0 0,0 0 0,0 0 0,0 0 0,0 0 0,0 0 16,0 0-1,0 0-15,-25 0 0,25 0 0,0 0 0,0 0 0,0 0 0,0 0 0,0 0 0,-25 0 0,25 0 0,0 0 16,0 0-16,0 0 78,0 0-78,-25 0 0,25 0 0,0 0 0,0 0 0,0 0 0,-24 0 0,24 0 0,0 0 0,0 0 16,-25 25-16,25-25 0,0 0 0,0 0 0,0 0 0,-25 0 0,25 0 0,0 25 0,0-25 0,0 0 0,-25 0 0,25 25 0,0-25 0,0 0 0,0 0 0,-25 24 0,25-24 0,0 0 0,0 0 0,0 25 0,0-25 0,0 0 0,0 25 0,-25-25 15,25 0-15,0 25 0,0-25 0,0 0 0,0 25 0,0-25 0,0 0 141,25 99-141,-25-99 78,100 0-78,-100 0 0,24 0 0,-24 0 0,0 0 0,0-25 0,0 25 0,0 0 0,0 0 0,0 0 0,25 0 0,-25 0 0,0-25 0,0 25 0,0 0 0,0 0 0,0 0 0,0 0 0,0-25 0,0 25 0,0 0 0,0 0 0,-25 0 15,25 0-15,0-24 0,0 24 0,0 0 0,0 0 0,0 0 0,0 0 0,0 0 0,-24 0 0,24-25 0,0 25 0,0 0 0,0 0 0,0 0 0,-25 0 0,25 0 16,0 0-16,0 25 0,-25-25 0,25 0 0,0 0 0,0 0 62,-25 0-62,25 0 0,0 0 0,0 0 0,0 0 0,-25 0 0,25 0 0,0 0 0,0 0 0,0 0 0,0 24 0,0-24 0,0 0 0,0 0 0,-25 0 0,25 0 0,0 0 0,0 0 0,0 0 0,0 0 0,0 25 0,0-25 0,0 0 16,0 0 140</inkml:trace>
  <inkml:trace contextRef="#ctx0" brushRef="#br0" timeOffset="1.05488E6">29394 14089 0,'0'0'0,"0"0"0,0 0 0,0 0 0,0 0 0,0 0 0,0 0 0,0 0 0,0 0 0,0 0 0,0 0 0,0 0 0,0 0 0,0 0 0,0 0 0,0 0 0,0 0 0,0 0 0,0 0 0,0-25 0,0 25 0,0 0 0,0 0 0,0 0 16,0 0-16,0 0 0,0 0 0,0 0 0,0 0 0,0 0 15,0 0-15,0 0 0,0 0 172,-75 75-172,75-75 0,0 0 0,0 24 0,-25-24 0,25 0 0,0 0 0,0 0 0,0 0 0,0 0 0,0 25 0,0-25 0,-24 0 0,24 0 0,0 0 0,0 0 0,0 0 0,0 0 0,0 0 0,0 0 0,0 0 0,0 0 0,0 0 0,0 0 0,0 0 0,0 0 0,0 0 16,0 0-16,0 0 0,0 0 0,0 0 0,0 0 0,0 0 0,0 0 0,0 0 0,0 0 0,0 25 0,0-25 15,0 0-15,0 0 0,0 0 0,0 0 0,0 0 0,0 0 0,0 0 16,0 0-16,0 0 0,0 0 0,0 0 0,0 0 0,0 0 15,0 0-15,0 0 0,0 0 16,0 0-16,0 0 0,0 0 0,0 0 0,24 0 0,-24 0 0,0 0 0,0 25 16,0-25-16,0 0 0,0 0 0,0 0 0,0 0 46,25 0-46,-25 0 0,0 0 0,0 0 63,0 0-63,0 0 0,0 0 0,25 0 0,-25 25 0,0-25 0,0 0 0,0 0 0,0 0 0,0 0 0,25 0 0,-25 0 0,0 0 0,0 0 0,0 0 0,0 0 0,0 0 0,25 0 0,-25 24 0,0-24 0,0 0 0,0 0 0,0 0 0,0 0 0,0 0 0,0 0 0,24 0 0,-24 0 0,0 0 0,0 0 0,0-24 0,0 24 0,0 0 0,0 0 0,0 0 15,0 0-15,0 0 16,0 0 31,0 0-47,0 0 0,0 0 0,0 0 0,0 0 0,0 0 0,0 0 0,0 0 0,0 0 0,25 0 0,-25 0 0,0 0 0,0 0 0,0 0 0,0 0 0,0 0 0,0 0 0,0 0 0,0 0 0,0 0 0,0 0 0,0 0 0,0 0 15,0 0-15,0 0 0,0-25 0,0 25 0,0 0 0,0 0 16,0 0-16,0 0 16,0 0-16,0 0 0,0 0 0,0 0 0,0 0 0,0-25 0,0 25 0</inkml:trace>
  <inkml:trace contextRef="#ctx0" brushRef="#br0" timeOffset="1.0553E6">29443 14163 0,'0'0'0,"0"0"0,0 0 0,0 0 0,0 0 0,0 0 0,0 0 0,0 0 0,0 0 0,0 0 0,0 25 0,0-25 0,0 0 0,-25 0 0,25 0 0,0 0 0,0 25 0,0-25 0,0 0 0,0 0 0,0 25 0,0-25 0,0 0 0,0 0 0,0 25 0,0-25 0,0 0 0,-24 0 0,24 24 0,0-24 0,0 0 0,0 0 0,0 25 0,0-25 0,0 0 0,0 0 0,0 25 16,0-25-16,-25 0 0,25 0 0,0 25 0,0-25 0,0 0 15,0 0-15,0 0 0,0 25 0,0-25 0,0 0 16,0 0-16,0 0 0,0 0 0,0 0 0,0 25 0,0-25 15,0 0-15,0 0 0,0 0 0,0 0 0,0 0 16,0 0-16,0 0 0,0 0 0,-25 0 0,25 0 16,0 0-16,0 0 0,0 0 0,0 0 0,0 0 0,0 0 15,0 0-15,0 0 0,0 0 0,0 0 0,0 0 16,0 0-16,0 0 0,0 0 0,0 0 0,0 0 62,25 0-62,-25-25 16,0 25-16</inkml:trace>
  <inkml:trace contextRef="#ctx0" brushRef="#br0" timeOffset="1.05715E6">29542 14139 0,'0'0'0,"0"0"16,0 0-16,0 0 0,0 0 0,0 0 0,0 0 0,0 0 0,0 0 0,0 0 46,0 0-46,0 0 0,0 0 0,0 0 0,0 0 0,0 0 0,-24 0 0,24 0 0,0 0 16,0 0-16,0 0 0,0 0 0,0 0 0,0 0 0,0 0 0,0 0 0,0 0 0,0 0 0,0 0 0,0 0 16,0 0-16,0 0 0,0 0 0,0 0 0,0 0 0,0 0 0,0 0 0,0 0 15,0 0-15,0 0 0,0 0 16,0 0-16,0 0 0,0 0 31,0 0-31,0 0 0,0 0 0,0-25 0,0 25 0,0 0 0,0 0 0,0 0 0,0 0 0,0 0 0,0 0 0,0 0 0,0 0 0,0 0 0,0 0 0,0 0 16,0 0-16,0 0 15,0 0-15,0 0 0,0 0 0,0 0 0,0 0 0,0 0 0,0 0 16,0 0-16,0 0 0,0 0 0,0 0 0,0 0 0,0 0 0,0 0 15,0 0 32,0 0-47,0-25 0,0 25 0,0 0 0,0 0 0,0 0 0,0 0 0,0 0 0,0 0 0,0 0 0,0 0 0,0 0 0,0 0 0,24 0 0,-24 0 0,0 0 0,0 0 0,0 0 0,0 0 0,0 0 0,0 0 16,0 0-1,0 0-15,0 0 0,0 0 0,0 0 0,0 0 0,25 0 0,-25 0 0,0 0 156,25 0-156,-25 0 0,0 0 0,0 0 0,0 0 0,0 0 0,25 0 0,-25 0 0,0 0 0,0 0 0,0 0 0,0 0 0,0 0 0,0 25 0,0-25 0,0 0 0,0 0 0,0 0 0,0 0 0,0 0 0,0 25 0,0-25 0,0 0 0,0 0 0,0 0 0,-25 0 0,25 0 0,0 24 0,0-24 0,0 0 0,0 0 0,0 0 0,0 25 0,0-25 0,0 0 0,0 0 0,0 0 16,0 0-16,0 25 16,0-25-16,0 0 0,0 0 0,0 0 0,-25 0 0,25 0 0,0 25 15,0-25-15,0 0 0,0 0 0,0 0 0,0 0 0,0 0 0,0 25 0,0-25 16,-25 0-1,25 0-15,0 0 0,0 0 0,0 0 0,0 0 0,0 0 0,0 24 16,0-24-16,0 0 0,0 0 0,-24 0 0,24 0 0,0 0 0,0 0 16,0 0-16,0 0 0,0 0 15,0 0-15,0 0 0,-25 0 0,25 25 0,0-25 0,0 0 16,0 0-16,0 0 0,0 0 0,0 0 0,0 0 0,0 25 0,0-25 0,-25 0 15,25 0-15,0 0 0,0 0 0,0 0 0,0 0 16,0 0-16,0 0 203,-25 75-203,50-75 0,-25 0 0,0 0 0,0 0 0,0 0 0,0 0 0,0 0 0,0 0 0,0 0 0,0 0 0,0 0 0,0 24 0,0-24 0,0 0 0,0 0 0,25 0 0,-25 0 0,0 0 0,0 0 0,0 0 0,0 0 0,0 0 0,0 0 0,0 0 0,0 0 15,0 0-15,0 0 0,0 0 0,0 0 0,0 0 0,0 0 0,0 0 0,0 0 0,0 0 0,0 0 0,25 0 0,-25 0 16,0 0-16,0 0 0,0 0 0,0 0 0,0 0 0,0 0 0,0 0 0,0 0 16,24 0-16,-24 0 0,0 0 0,0 0 0,0 0 0,0 0 15,0 0 360</inkml:trace>
  <inkml:trace contextRef="#ctx0" brushRef="#br0" timeOffset="1.06049E6">29071 14610 0,'0'0'0,"0"0"0,0 0 0,0 0 0,0 0 0,0 0 0,0 0 0,0 0 0,0 0 0,25 0 0,-25 0 0,0 0 15,0 0-15,0 0 0,0 0 0,25 0 0,-25 0 0,0 0 0,0 0 0,25 0 0,-25 0 0,0 0 203,644 74 234,-644-74-328,25 0-109,-25 0 0,0 0 0,0 0 0,0 0 0,0 0 0,0 0 0,0-24 0,-25 24 0,25 0 0,0 0 0,0 0 0,0 0 0</inkml:trace>
  <inkml:trace contextRef="#ctx0" brushRef="#br0" timeOffset="1.06213E6">28972 14932 0,'0'0'0,"0"0"62,0 0-62,0 0 0,0 0 0,0 0 0,0 0 0,0 0 0,0 0 0,0 0 0,0 0 0,0 0 0,0 0 0,0 0 0,0 0 0,0 0 0,0 0 0,0 0 0,0 25 0,0-25 0,0 0 0,0 0 0,0 0 0,0 0 16,0 0-16,0 0 0,0 0 0,0 0 0,0 0 0,0 0 0,0 0 140</inkml:trace>
  <inkml:trace contextRef="#ctx0" brushRef="#br0" timeOffset="1.06322E6">29096 14932 0,'0'0'0,"0"0"0,0 0 0,0 0 0,0 0 0,0 0 0,0 0 0,0 0 0,0 0 0,0 0 0,0 0 0,0 0 0,0 0 16,0 0-16,0 0 0,0 0 0,0 0 0,0 0 0,0 0 0,0 0 0,0 0 15,0 0-15,0 0 0,0 0 0,0 0 0,0 0 0,0 0 16,0 0-16,0 0 0,0 0 0,0 0 0,0 0 15,0 0-15,0 0 0,0 0 0,0 0 0,0 0 0,0 0 16,0 0-16,0 0 0,0 0 0,0 0 140,0 0-108,0 0-32,0 0 0,0 0 0,0 0 15,0 0-15,0 0 0,0 0 0,0 0 0,0 0 0,0 0 0,0 0 0,0 0 0,0 0 0,0 0 0,0 0 0,0 0 0,0 0 0,0 0 0,0 0 0,0 0 0,0 0 0,0 0 0,0 0 0,0 0 0,0 0 0,0 0 0,0 0 0,0 0 0,0 0 0,0 0 0,0 0 0,0 0 0,0-24 0,0 24 0,0 0 0,0 0 0,0 0 16,0 0-16,0 0 0,0 0 0,0 0 0,0 0 0,25 0 15,-25 0-15,49-25 328,-73 198-312,24-148-16,0-25 0,0 0 0,0 0 0,0 0 0,-25 0 0,25 0 0,0 0 0,0 0 0,-25 0 0,25 25 0,0-25 0,0 0 0,0 0 0,0 0 0,-25 0 0,25 0 0,0 0 0,0 0 0,0 0 0,0 0 0,0 0 0,-25 0 0,25 0 0,0 0 0,0 0 0,0 0 0,0 0 0,0 0 0,0 0 0,0 0 0,0 0 0,0 0 0,0 0 0,0 0 0,0 0 15,0 0-15,0 0 0,0 0 0,0 0 0,0 0 0,0 0 16,0 0-16,0 0 15,0 0-15,0 0 0,0 0 0,25 0 0,-25 0 0,0 0 0,0 0 0,0 0 16,0 0-16,0 0 0,25 0 0,-25 0 0,0 0 0,0 0 0,0 0 16,0 0-1,25 0-15,-25 0 0,0 0 0,0 0 0,0 0 0,25 0 0,-25 0 78,0 0-78,0 0 0,0 0 0,24 0 0,-24 0 0,0 0 0,0 0 0,0 0 0,0 0 0,0 0 0,25 0 0,-25 0 0,0 0 0,0 25 0,0-25 0,0 0 0,0 0 0,0 0 0,0 0 0,0 0 0,0 0 0,0 0 0,0 25 0,0-25 0,0 0 0,0 0 0,0 0 0,0 0 0,0 0 16,0 24-16,0-24 0,0 0 15,0 0-15,0 0 0,0 25 0,0-25 0,0 0 0,0 0 0,0 0 0,0 0 16,0 25-16,0-25 0,0 0 0,0 0 0,0 0 0,-25 0 16,25 0-1,0 25-15,0-25 0,0 0 0,0 0 0,0 0 0,0 0 0,0 0 0,0 25 16,-24-25-16,24 0 0,0 0 0,0 0 0,0 0 0,0 0 15,0 0-15,0 0 16,-25 0-16,25 24 0,0-24 0,0 0 0,0 0 0,0 0 0,0 0 0,0 0 16,0 0-16,-25 0 0,25 0 0,0 0 0,0 0 0,0 0 0,0 0 15,0 0 1,0 0-16,-25 0 0,25 0 0,0 0 0,0 0 0,0 0 0,0-24 15,0 24-15,0 0 0,-25 0 0,25 0 0,0 0 0,0 0 0,0 0 16,0 0-16,0 0 0,0 0 0,0 0 0,0 0 0,0 0 0,0 0 16,0 0-16,0 0 15,0 0-15,0 0 0,0 0 0,0 0 0,0 0 0,0 0 0,0-25 0,0 25 16,0 0-16,0 0 0,0 0 0,0 0 0,0 0 0,25 0 15,-25 0-15,0 0 16,0 0-16,0 0 0,0 0 0,0 0 0,0 0 0,0 0 0,25 0 16,-25 0-16,0 0 0</inkml:trace>
  <inkml:trace contextRef="#ctx0" brushRef="#br0" timeOffset="1.06441E6">29344 15156 0,'0'0'0,"0"0"0,0 0 0,0 0 15,0 0-15,0 0 0,0 0 0,0 0 0,0 0 0,0 0 16,0 0 0,0 0-16,0 0 0,0 0 0,0 0 0,0 0 0,0-25 0,0 25 0,25 0 15,-25 0-15,0 0 0,0 0 0,0 0 0,0 0 0,0 0 0,0 0 16,0 0-16,0 0 15,0 0-15,0 0 0,0-25 0,25 25 0,-25 0 0,0 0 0,0 0 0,0 0 16,0 0-16,0-25 0,0 25 0,0 0 0,0 0 0,24 0 16,-24 0-16,0-25 31,0 25-31,0 0 0,0 0 0,0-24 0,0 24 0,0 0 0,0-25 0,0 25 0,0 0 0,0 0 0,25-25 0,-25 25 0,0 0 0,0 0 15,0 0-15,0-25 16,0 25-16,0 0 0,0 0 0,0 0 0,0 0 0,0-25 16,0 25-16,0 0 0,0 0 0,0 0 0,0 0 0,0 0 0,0 0 0,0 0 15,0 0-15,0 0 0,0 0 0,0-24 0,0 24 16,0 0-16,0 0 0,0 0 0,25 0 15,-25 0-15,0 0 0,0 0 0,0 0 0,0 0 0,0 0 0,0 0 0,0 0 16,0 0-16,0 0 16,0 0-16,0 0 0,0 0 0,0 0 0,0 0 0,0 0 15,0 0-15,0 0 0,0 0 0,0 0 0,0 24 0,0-24 0,0 0 0,0 0 16,0 0-16,0 0 15,0 0-15,0 0 0,0 0 0,0 0 0,0 0 0,0 0 16,0 0-16,0 25 0,0-25 0,0 0 0,0 0 0,0 0 0,0 0 0,0 25 16,0-25-16,0 0 0,0 0 15,0 0-15,0 25 0,0-25 0,0 0 0,0 0 16,0 25-16,0-25 0,0 0 0,0 0 0,0 24 0,0-24 0,0 0 0,0 0 15,0 25-15,0-25 0,0 0 0,0 25 0,0-25 0,0 0 16,0 0-16,0 25 16,0-25-16,0 0 0,0 0 0,0 25 0,0-25 0,0 0 0,0 0 0,0 24 0,0-24 31,0 0-31,0 0 0,0 0 0,0 25 0,0-25 0,0 0 0,0 0 0,0 0 0,0 0 0,0 0 15,0 0-15,0 25 0,0-25 0,0 0 0,0 0 0,0 0 16,0 0-16,0 0 16,0 0-16,0 0 0,0 0 0,0 0 0,0 0 0,0 0 0,0 0 0,0 0 15,0 0-15,0 0 0,0 0 0,0 0 0,0 0 0,0 0 16,0 0-1,0 0-15,0 0 0,0 0 0,0 0 0,0 0 0,0 0 0,25 0 0,-25 0 16,0 0-16,0 0 0,0 0 0,0 0 0,0-25 0,0 25 0</inkml:trace>
  <inkml:trace contextRef="#ctx0" brushRef="#br0" timeOffset="1.09857E6">30138 14660 0,'24'0'0,"-24"-25"31,0 25-31,0 0 0,0 0 0,0 0 0,25 0 0,-25 0 0,0 0 0,0 0 0,0 0 16,0 0-16,0-25 0,0 25 0,25 0 0,-25 0 0,0 0 0,0 0 0,0 0 0,0 0 16,0 0-16,0 0 15,0 0-15,0 0 0,25 0 0,-25 0 0,0 0 16,0 0-16,0 0 0,0 0 0,0 0 0,0 0 0,0 0 0,0 0 0,0 0 15,0 0-15,0 0 0,0 0 0,0 0 0,0 0 0,0 0 16,0 0-16,0 0 16,0 0-16,0 0 0,0 0 0,0 0 0,0 0 0,0 0 0,0 0 15,0 0-15,0 0 0,0 0 16,0 0-16,0 0 0,0 0 0,0 0 0,0 0 0,0 0 0,0 0 0,0 0 0,0 0 31,0 0-31,0 0 0,0 0 0,0 0 0,0 0 0,0 0 0,0 0 0,0 0 16,0 0-16,0 0 0,0 0 0,0 0 0,0 0 0,0 0 15,0 0-15,0 0 0,0 0 0,0 0 0,0 0 0,0 0 0,0 0 0,0 0 16,0 0-1,0 0-15,0 0 0,0 0 0,0 0 0,0 0 0,0 25 0,25-25 16,-25 0-16,0 0 0,0 0 0,0 0 0,0 0 0,0 25 0,25-25 0,-25 0 0,0 0 16,0 0-16,0 24 0,0-24 15,24 0-15,-24 0 0,0 25 0,0-25 16,0 25-16,0-25 0,0 0 0,25 25 0,-25-25 0,0 0 0,0 25 0,0-25 15,0 24-15,0-24 16,0 0-16,0 25 0,0-25 0,0 25 0,0-25 0,0 0 0,0 25 0,0-25 16,0 0-16,0 25 0,0-25 0,0 0 0,0 0 0,0 24 0,0-24 15,0 0 1,0 0-16,0 0 0,0 25 0,0-25 0,0 0 0,0 0 0,0 0 0,0 0 0,0 25 0,0-25 15,0 0-15,0 0 0,0 0 16,0 0-16,0 0 0,0 0 0,0 0 16,0 0-16,0 0 0,0 0 0,0 0 0,0 0 0,0 0 0,0 0 0,0 0 0,0 0 15,0 0 1,0 0-16,0 0 0,0 0 0,0 0 0,0 0 0,0 0 0,0 0 0,0 0 15,0 0-15,0-25 0,0 25 0,0 0 0</inkml:trace>
  <inkml:trace contextRef="#ctx0" brushRef="#br0" timeOffset="1.0993E6">30088 14784 0,'0'0'0,"0"0"16,0 0-16,0 0 0,0 0 15,0 0-15,0 0 0,0 0 0,0 0 0,0 0 16,0 0-16,0 0 0,0 0 0,0 0 0,0 0 0,0 0 0,0 0 0,0 0 15,0 0-15,0 0 16,0-25-16,0 25 0,0 0 0,0 0 0,25 0 0,-25 0 16,0 0-16,0 0 0,0 0 0,0 0 0,0 0 0,0 0 0,0 0 15,0 0-15,0 0 0,0 0 0,0 0 0,0-25 0,25 25 0,-25 0 16,0 0-1,0 0-15,0 0 0,0 0 0,0-25 0,0 25 0,0 0 0,24 0 0,-24 0 0,0-25 16,0 25-16,0 0 0,0 0 0,0-24 0,25 24 0,-25 0 16,0 0-16,0 0 15,0-25-15,0 25 0,0 0 0,0 0 0,25-25 0,-25 25 0,0 0 16,0 0-16,0 0 0,0 0 0,0 0 0,25-25 0,-25 25 0,0 0 31,0 0-31,0 0 0,25 0 0,-25 0 0,0 0 0,0 0 0,0-25 0,0 25 0,25 0 0,-25 0 0,0 0 0,0 0 31,0 0-31,0 0 0,24 0 0,-24 0 0,0 0 0,0 0 0,0 0 0,25 0 16,-25-24-16,0 24 0,0 0 0,0 0 0,25 0 0,-25 0 0,0 0 15,0 0-15,25 0 16,-25 0-16,0 0 0,0 0 0,0 0 0,25 0 0,-25 24 0,0-24 16,0 0-16,24 0 0,-24 0 0,0 0 0,0 0 0,0 0 0,0 0 0,25 0 31,-25 0-31,0 25 0,0-25 0,0 0 0,0 0 0,0 0 0,0 25 0,0-25 15,0 0-15,0 0 0,0 25 0,0-25 0,0 0 0,0 0 0,0 25 0</inkml:trace>
  <inkml:trace contextRef="#ctx0" brushRef="#br0" timeOffset="1.10034E6">30435 15180 0,'0'0'0,"0"0"0,0 0 15,0 0-15,0 0 0,0 0 0,0 0 0,0 0 0,0 0 0,0 0 16,0 0 0,0 0-16,0 0 0,0 0 0,0 0 0,0 0 0,25 0 0,-25 0 0,0 0 15,0 0-15,0 0 0,0 0 0,25 0 0,-25 0 0,0 0 0,0 0 16,0 0-1,0 0-15,0 0 0,0 0 0,25 0 0,-25 0 0,0 0 0,0 0 0,0 0 16,0 0-16,0 0 0,0 0 0,0 0 0,0 0 16,0 25-16,0-25 0,0 0 0,0 0 0,0 0 0,0 0 0,0 0 0,0 0 15,0 0 1,0 25-16,0-25 0,0 0 0,0 0 0,0 0 0,0 0 0,0 25 0,-25-25 15,25 0-15,0 0 0,0 0 0,0 25 0,-25-25 0,25 0 0,0 0 0,0 24 32,-25-24-32,25 0 0,0 0 0,-24 25 0,24-25 0,0 0 0,-25 0 0,25 25 0,0-25 15,0 0-15,-25 0 0,25 0 0,0 25 0,0-25 0,0 0 0,-25 0 31,25 25-31,0-25 0,0 0 0,0 0 0,0 0 0,0 0 0,0 25 0,0-25 16,0 0-16,0 0 0,0 0 0,0 0 0,0 0 0,0 0 0,0 0 0,0 24 31,25-24-31,-25 0 0,0 0 0,0 0 0,0 0 0,0 0 0,25 0 0,-25 0 0,0 0 16,0 0-16,25 0 0,-25 0 0,0 25 0,0-25 0,24 0 0,-24 0 15,0 0 1,25 0-16,-25-25 0,0 25 0,25 0 0,-25 0 0,0 0 0,0 0 0,25 0 16,-25 0-16,0 0 0,25 0 0,-25-24 0,0 24 0,24 0 0,-24 0 0</inkml:trace>
  <inkml:trace contextRef="#ctx0" brushRef="#br0" timeOffset="1.10091E6">30783 15156 0,'0'0'0,"0"0"0,0 0 0,0 0 15,0 0-15,0 0 0,0 0 0,0 0 16,0 0-16,0 0 0,0 0 0,0 0 0,0 0 15,0 0-15,0 0 0,0 0 0,0 0 0,0 0 0,0 0 0,0 0 0,0 0 16,0 0 0,0 0-16,0 0 0,0 24 0,0-24 0,0 0 0,0 0 0,0 0 0,0 0 15,0 25-15,0-25 0,-25 0 0,25 0 0,0 0 0,0 0 0,0 25 16,0-25-1,0 0-15,0 0 0,0 0 0,0 25 0,0-25 0,0 0 0,0 0 0,0 0 16,0 25-16,0-25 0,0 0 0,0 0 0,0 0 0,0 24 0,0-24 31,25 0-31,-25 0 0,0 0 0,0 25 0,0-25 0,0 0 0,0 0 0,0 0 0,0 0 0,0 25 16,0-25-16,24 0 0,-24 0 0,0 0 0,0 0 0,0 0 0,0 25 0,0-25 15,0 0 1,25 0-16,-25 0 0,0 0 0,0 25 0,0-25 0,0 0 0,0 0 0,0 0 16,0 0-16,0 25 0,25-25 0,-25 0 0,0 0 0,0 0 0,0 0 31,0 0-31,0 0 0,0 24 0,0-24 0,0 0 0,0 0 0,0 0 0,0 0 0,0 0 0,0 0 15,0 0-15,-25 0 0,25 0 0,0 0 0,0 0 0,0 0 0,0 0 16,0 0 0,0 0-16,0 0 0,0 0 0,-25 0 0,25 0 0,0 0 0,0 0 0,0 0 15,0 0-15,-24 0 0,24 0 0,0 0 0,0 0 0,0 0 16,0 0-16,-25-24 0,25 24 0,0 0 15,0 0-15,0 0 0,0 0 0,0-25 0</inkml:trace>
  <inkml:trace contextRef="#ctx0" brushRef="#br0" timeOffset="1.10115E6">30956 15131 0,'25'0'0,"-25"0"0,0 0 0,0 0 15,0 0-15,0 0 0,0 0 0,25 0 0,-25 0 0,0 0 16,0 0-16,0 0 0,0 0 0,25 0 0,-25 0 15,0 0-15,0 0 0,24 0 0,-24 0 0,0 0 0,25 0 16,-25 0-16,0 0 0,0 25 0,25-25 0,-25 0 16,0 0-16,0 0 0,0 0 0,25 0 0,-25 0 0,0 0 15,0 0-15,0 0 0,25 0 0</inkml:trace>
  <inkml:trace contextRef="#ctx0" brushRef="#br0" timeOffset="1.10165E6">31279 15156 0,'0'0'0,"0"0"0,0 0 0,0 0 0,0 0 0,0 0 15,0 0-15,0 0 0,0 0 0,0 0 0,-25-25 0,25 25 16,0 25-16,0-25 0,0 0 0,0 0 0,0 0 16,0 0-16,-25 0 0,25 0 0,0 0 0,0 0 15,0 0-15,-25 0 0,25 24 0,0-24 16,0 0-16,-25 0 0,25 0 0,0 25 15,0-25-15,-24 0 0,24 25 0,0-25 0,0 0 0,-25 25 0,25-25 0,0 25 16,0-25-16,-25 24 0,25-24 0,0 25 0,0-25 0,0 25 16,-25-25-16,25 0 15,0 25-15,0-25 0,0 25 0,0-25 0,0 0 0,0 25 0,0-25 0,0 0 0,0 24 16,0-24-16,0 0 15,0 0-15,0 25 0,0-25 0,25 0 0,-25 0 16,0 0-16,0 0 0,0 0 0,0 0 0,25 0 0,-25 0 0,0 0 0,0 0 0,0 0 0,25 0 31,-25 0-31,0 0 0,0 0 0,0-25 0,24 25 0,-24 0 0,0 0 0,0-24 0,0 24 16,0 0-16,0 0 0,25-25 0,-25 25 0,0 0 0,0-25 0,0 25 31,0 0-31,0 0 0,0-25 0,0 25 0,0 0 0,0 0 0,-25-25 0,25 25 0,0 0 0,0 0 16,0 0-16,0 0 0,0 0 0,-24 0 0,24 0 0,0 0 0,0 0 15,0 0 1,-25 0-16,25 0 0,0 0 0,0 0 0,-25 0 0,25 0 0,0 25 0,0-25 15,0 0-15,0 0 0,-25 0 0,25 0 0,0 0 0,0 0 0,0 0 16,0 0-16,0 0 16,0 0-16,0 0 0</inkml:trace>
  <inkml:trace contextRef="#ctx0" brushRef="#br0" timeOffset="1.10252E6">31626 15131 0,'0'0'0,"0"0"16,0 0-16,-25 0 0,25 0 0,0-25 0,0 25 0,0 0 0,0 0 15,0 0-15,0 0 16,0 0-16,0 0 0,0 0 0,0 0 0,0 0 0,0 0 0,0 0 0,0 0 0,0 0 0,0 0 16,0 0-16,0 0 0,0 0 0,0 0 0,0 0 0,0 0 15,0 0 1,0 0-16,0 0 0,-25 0 0,25 0 0,0 0 0,0 0 0,0 0 0,0 0 15,0 0-15,0 25 0,0-25 0,0 0 0,0 0 0,0 0 0,0 0 0,0 25 16,-24-25-16,24 0 16,0 0-16,0 0 0,0 24 0,0-24 0,0 0 0,0 0 0,0 0 15,24 25-15,-24-25 0,0 0 0,0 0 0,0 25 0,0-25 0,0 0 16,0 0-16,0 25 15,0-25-15,0 0 0,25 25 0,-25-25 0,0 0 0,0 0 0,0 24 0,0-24 16,25 0-16,-25 25 0,0-25 16,0 0-16,0 25 0,0-25 0,0 0 0,25 25 0,-25-25 0,0 0 0,0 25 0,0-25 0,0 0 15,25 0 1,-25 25-16,0-25 0,0 0 0,0 0 0,0 24 0,0-24 0,0 0 0,0 0 15,24 0-15,-24 25 0,0-25 0,0 0 0,0 0 0,0 0 0,0 25 32,0-25-32,0 0 0,0 0 0,0 0 0,0 0 0,0 25 0,0-25 0,-24 0 0,24 0 0,0 0 0,0 0 0,0 0 15,0 0 1,0 0-16,-25 0 0,25 25 0,0-25 0,0 0 0,-25 0 0,25 0 15,0 0-15,0 0 0,-25 0 0,25 0 0,0 0 0,0-25 0,0 25 0,-25 0 16,25 0-16,0 0 0,0 0 0,0 0 16,0 0-16,0 0 0,0-25 0,0 25 0,0 0 15,0 0-15,0 0 0,0-25 0,0 25 0,25 0 0,-25-25 0,0 25 0,0 0 16,25-24-1,-25 24-15,0 0 0,25-25 0,-25 25 0,0-25 0,25 25 0,-25-25 16,24 25-16,-24 0 0,25 0 0,-25-25 0,25 25 0,-25 0 0,25-25 0,-25 25 0,25 0 16,-25 0-1,24-24-15,-24 24 0,25 0 0,0 0 0,-25 0 0,0-25 0,25 25 0,-25 0 16,25 0-16,-25 0 0,0 0 0,0 0 0,0 0 0,24-25 0,-24 25 0,0 0 15,0 0 1,0 0-16,0 0 0,0 0 0,0 0 0,0 0 0,0 0 0,-24 0 0,24 0 16,0 0-16,0 0 0,0 0 0,-25-25 0,25 25 0,0 0 0</inkml:trace>
  <inkml:trace contextRef="#ctx0" brushRef="#br0" timeOffset="1.10352E6">30435 15652 0,'0'0'0,"0"0"0,0 0 16,0 0-16,0 0 0,0 0 0,0 0 0,0 0 0,0 0 0,0 0 0,0 0 16,0 0-16,0 0 15,0 0-15,0 0 0,0 0 0,0 0 0,0 0 0,25 0 16,-25 25-16,0-25 0,0 0 0,0 0 0,0 0 0,0 0 0,0 0 15,0 0-15,25 0 0,-25 0 0,0 0 0,0 0 0,0 0 0,0 0 16,25 0 0,-25 0-16,0 0 0,0 0 0,0 0 0,25 24 0,-25-24 0,0 0 0,0 0 0,0 0 0,24 0 15,-24 0-15,0 0 0,25 0 0,-25 0 16,0 0-16,25 0 0,-25 0 0,25 0 15,-25 0-15,25 25 0,-25-25 0,24 0 0,-24 0 0,25 0 0,-25 0 0,25 0 16,0 0-16,-25 0 0,25 0 0,-1 25 0,1-25 16,-25 0-16,25 0 0,0 0 0,0 0 15,-1 0-15,-24 0 0,25 0 0,0 0 0,0 0 0,-25 0 0,25 0 16,-1 0-16,1 0 0,-25 0 0,25 0 0,0 0 0,-25 0 15,25 25-15,-25-25 16,24 0-16,1 0 0,-25 0 0,25 0 0,-25 0 0,25 0 0,-25 0 0,0 0 0,25 0 16,-25 0-16,25 0 15,-25 0-15,0 0 0,24 25 0,-24-25 0,0 0 0,25-25 0,-25 25 0,0 0 16,0 0-16,25 0 0,-25 0 0,0 0 0,0 0 0,0 0 0,0 0 15,0 0-15,25 0 16,-25-25-16,0 25 0,0 0 0,0 0 0,0 0 0,0 0 0,25 0 0,-25 0 16,0 0-16,0 0 0,0 0 0,0 0 0,24 0 0,-24 0 0,0 0 15,0 0 1,0 0-16,25 0 0,-25 0 0,0 0 0,0 0 0,0-25 0,0 25 0,0 0 15,0 0-15,0 0 0,0 0 0,0 0 0,0 0 0,0 0 0,0 0 0,0 0 16,0 0-16,0 0 0,0 0 0,0 0 16,-25 0-16</inkml:trace>
  <inkml:trace contextRef="#ctx0" brushRef="#br0" timeOffset="1.10447E6">30708 15900 0,'0'-25'0,"0"25"0,0 0 0,0 0 16,0 0-16,0 0 0,0 0 0,0 0 16,0 0-16,0 0 0,0 0 15,0 0-15,0 0 0,0 0 0,0-25 0,0 25 0,25 0 0,-25 0 0,0 0 0,0 0 0,0 0 16,0 0-16,0 0 0,0 0 15,0 0-15,25 0 0,-25 0 0,0 0 0,0 0 0,0 0 0,0 0 0,0 0 32,25 0-32,-25 0 0,0 0 0,0 0 0,0 0 0,0 0 0,0 0 0,24 0 0,-24 0 15,0 25-15,0-25 0,0 0 0,0 0 0,0 0 0,0 0 0,0 0 16,0 0-16,0 25 0,0-25 0,25 0 0,-25 0 0,-25 0 15,25 0-15,0 0 0,0 25 16,0-25-16,0 0 0,0 0 0,0 0 0,0 0 0,0 24 0,0-24 0,-24 0 0,24 0 16,0 0-16,0 0 0,-25 25 15,25-25-15,0 0 0,0 0 0,0 0 16,-25 25-16,25-25 0,0 0 0,0 0 0,0 0 0,-25 0 0,25 25 0,0-25 0,0 0 15,0 0-15,0 0 0,0 0 16,0 0-16,0 0 0,0 0 0,0 0 0,0 0 0,0 0 16,0 0-1,0 0-15,0 0 0,0 0 0,0 0 0,0 0 0,0 0 0,0 0 16,0 0-16,0 0 0,0 0 0,0 0 0,0 0 0,0 0 0,0 0 0,0 0 0,0 0 0,25 0 0,-25 0 15,0 0-15,0 0 0,0 0 0,0-25 0,25 25 0,-25 0 16,0 0-16,0 0 16,0 0-16,0 0 0,25 0 0,-25 25 0,0-25 0,0 0 0,0 0 0,24 0 15,-24 0-15,0 0 0,0 0 0,0 25 16,0-25-16,25 0 0,-25 0 0,0 0 0,0 0 0,0 24 15,0-24-15,0 0 0,25 0 0,-25 0 0,0 25 0,0-25 0,0 0 0,0 0 16,0 25-16,0-25 0,0 0 0,0 0 16,0 0-16,-25 25 0,25-25 0,0 0 15,0 0-15,0 25 0,0-25 0,0 0 0,0 0 0,0 0 0,0 0 0,-25 24 0,25-24 16,0 0-1,0 0-15,0 0 0,0 0 0,0 0 0,-24 0 0,24 0 0,0 25 16,0-25-16,0 0 0,0 0 0,0 0 0,0 0 0,0 0 0,0 0 0,-25 0 0,25 0 31,0 0-31,0 0 0,0 0 0,0-25 0,0 25 0,0 0 0,0 0 0,0 0 16,0 0-16,0 0 0,0 0 0,0 0 0,0 0 0,0 0 0,0 0 0,0 0 31,0 0-31,0-24 0,0 24 0,0 0 0,0 0 0,0 0 0,0 0 0,0 0 0,0 0 0,0-25 16,0 25-16,0 0 0,0 0 0,0 0 15,0 0-15,0 0 0,0 0 0</inkml:trace>
  <inkml:trace contextRef="#ctx0" brushRef="#br0" timeOffset="1.10494E6">31031 16173 0,'0'0'16,"0"0"-16,0 0 0,0 0 0,0 0 0,0 0 15,0 0-15,0 0 0,24-25 0,-24 25 0,0 0 0,0 0 16,0 0-16,0 0 0,25 0 0,-25 0 0,0-25 16,0 25-16,25 0 0,-25 0 0,0 0 15,0 0-15,25-25 0,-25 25 0,0 0 0,25 0 0,-25 0 0,0-25 16,0 25-16,24 0 0,-24 0 15,0-24-15,0 24 0,25 0 0,-25 0 0,0-25 0,0 25 0,0 0 16,25 0-16,-25-25 0,0 25 16,0 0-16,0 0 0,0 0 0,0 0 0,0 0 0,0 0 0,25-25 0,-25 25 0,0 0 31,0 25-31,0-25 0,0 0 0,0 0 0,0 0 0,0 0 0,0 0 0,0 0 0,0 0 0,0 0 0,0 25 0,0-25 15,0 0-15,0 0 16,0 0-16,0 0 0,0 25 0,0-25 0,0 0 0,0 0 0,0 24 0,0-24 16,0 0-16,0 0 0,0 25 0,0-25 0,0 0 0,0 0 0,0 25 15,0-25-15,0 0 16,0 25-16,0-25 0,0 0 0,0 0 0,25 25 0,-25-25 0,0 0 0,0 0 0,0 24 15,0-24-15,0 0 0,0 0 0,0 0 0,0 25 0,0-25 16,0 0-16,0 0 16,-25 0-16,25 0 0,0 25 0,0-25 0,0 0 0,0 0 0,0 0 0,0 0 0,0 0 0</inkml:trace>
  <inkml:trace contextRef="#ctx0" brushRef="#br0" timeOffset="1.11322E6">23837 16793 0,'0'0'0,"0"0"16,0 0-16,0 0 15,0 0-15,0 0 0,0 0 0,0 0 0,0 0 0,-25 0 0,25 0 16,0 0-16,0 0 0,0 0 0,0 0 0,0 0 0,0 0 0,0 0 16,0 0-16,0 0 0,0 0 15,0 0-15,0 0 0,0 0 0,0 0 0,0 0 0,0 0 0,0 25 31,0-25-31,0 0 0,0 0 0,0 0 16,0 0-16,0 0 0,0 0 0,0 0 0,0 0 0,25 0 0,-25 0 0,0 0 16,0 0-16,0 0 0,0 0 0,0 0 0,0 0 0,25 0 0,-25 0 0,0 0 0,0 0 15,25 0-15,-25 0 0,0 0 0,25 0 0,-25 0 0,25 24 0,-25-24 0,0 0 16,24 0-1,-24 0-15,25 0 0,-25 0 0,25 0 0,-25 0 0,0 0 0,25 0 0,-25 0 16,25 0-16,-25 0 0,24 0 0,-24 0 0,0 0 0,25 0 0,-25 0 0,0 0 31,0 0-31,0 0 0,25 0 0,-25 0 0,0 0 0,0 0 0,0 0 0,0 0 0,0 0 0,0 0 0,-25 0 16</inkml:trace>
  <inkml:trace contextRef="#ctx0" brushRef="#br0" timeOffset="1.11354E6">23812 16917 0,'-24'0'0,"24"0"0,0 0 0,0 0 15,0 0-15,0 0 0,0 0 0,0 0 0,0 0 16,0 0-16,0 0 0,0 0 0,0 0 0,0 0 16,0 0-16,0 0 0,0 0 0,0 0 0,0 0 0,0 0 15,0 0-15,0 0 0,0 0 0,0 0 0,0 0 0,0 0 16,0 0-16,24 0 0,-24 0 15,0 0-15,0 0 0,25 0 0,-25 0 0,0 25 0,25-25 16,-25 0-16,25 0 0,-25 0 0,0 0 0,25 0 0,-25 0 0,25 0 16,-25 0-16,24 24 15,-24-24-15,0 0 0,25 0 0,-25 0 0,25 0 0,-25 0 0,0 0 0,25 0 0,-25 0 16,0 0-16,0-24 15,25 24-15,-25 0 0,0 0 0,0 0 0</inkml:trace>
  <inkml:trace contextRef="#ctx0" brushRef="#br0" timeOffset="1.1139E6">24110 16743 0,'0'0'0,"0"0"16,0 0-16,0 0 0,0 0 0,0-25 0,0 25 15,0 0-15,0 0 0,0 0 0,0 0 0,0 0 0,0 0 16,0 0-16,25 0 0,-25 0 0,0 0 0,0 0 16,25 25-16,-25-25 0,0 0 0,0 0 0,25 0 15,-25 0-15,0 0 0,0 0 0,24 0 0,-24 25 16,0-25-16,0 0 0,25 0 0,-25 25 0,0-25 0,0 0 0,0 25 15,0-25-15,25 0 0,-25 24 0,0-24 0,0 0 16,0 25-16,0-25 0,0 0 0,0 25 0,-25-25 0,25 0 16,0 25-1,0-25-15,0 25 0,0-25 0,0 0 0,-25 24 0,25-24 0,0 0 0,-24 25 0,24-25 0,0 0 16,0 25-16,-25-25 15,25 0-15,0 0 0,-25 0 0,25 25 0,0-25 0,-25 0 0,25 0 16,0 0-16,-25 0 0,25 0 0,0 0 0,-24 0 0,24 0 0,0 0 0</inkml:trace>
  <inkml:trace contextRef="#ctx0" brushRef="#br0" timeOffset="1.11424E6">23837 16669 0,'0'0'0,"0"-25"0,0 25 0,0 0 15,-25 0-15,25 0 0,0 0 0,0-25 0,0 25 16,0 0-16,0 0 0,-24 0 0,24 0 0,0 0 0,0 0 15,-25 0-15,25 0 0,0 0 16,0 0-16,-25 0 0,25 0 0,0 0 31,-25 25-31,25-25 0,0 0 0,-25 0 0,25 0 0,-24 25 0,24-25 0,0 0 0,-25 25 0,25-25 0,0 0 0,0 24 0,-25-24 0,25 0 0,0 25 16,0-25-16,0 25 15,0-25-15,0 25 0,0-25 0,0 25 0,0-25 0,0 24 0,0-24 16,0 25-16,0-25 0,0 25 0,0-25 0,0 25 31,25-25-31,-25 25 0,0-25 0,25 24 0,-25-24 0,0 0 0,24 25 0,-24-25 0,25 25 0,-25-25 0,25 0 0,0 0 16,-25 25-16,25-25 0</inkml:trace>
  <inkml:trace contextRef="#ctx0" brushRef="#br0" timeOffset="1.11576E6">24904 16024 0,'0'0'0,"0"0"0,0 0 15,0 0-15,0-25 0,0 25 0,0 0 0,0 0 16,0 0-16,-25 0 0,25 0 0,0-25 15,0 25-15,0 0 0,0 0 0,0 0 0,0 0 16,0-25-16,0 25 0,0 0 16,0 0-16,0 0 0,0 0 0,0 0 0,-25 0 0,25-24 0,0 24 0,0 0 15,0 0-15,0 0 0,0 0 0,0 0 16,0 0-16,0 0 0,0 0 0,0 0 0,-25 0 0,25 0 0,0 0 0,0 0 15,0 0-15,0 0 0,-24 0 0,24 0 0,0 0 0,0 0 0,0 0 16,0 0-16,-25 0 0,25 0 16,0 0-16,0 0 0,0 0 0,-25 0 0,25 0 0,0 0 0,0 0 15,0 0-15,0 0 0,0 0 0,0 0 0,-25 0 0,25 0 16,0 0-16,0 24 15,0-24-15,0 0 0,0 0 0,0 0 0,0 0 0,0 0 0,0 25 0,-25-25 0,25 0 16,0 0-16,0 0 16,0 25-16,0-25 0,0 0 0,0 0 0,0 25 0,0-25 15,0 25-15,0-25 0,0 0 0,0 24 0,0-24 0,0 0 0,0 25 0,0-25 16,0 25-16,0-25 0,0 0 0,0 25 0,0-25 0,0 25 0,25-25 15,-25 24-15,0-24 0,0 0 16,0 25-16,0-25 0,25 0 0,-25 25 0,0-25 0,0 25 0,0-25 0,0 0 31,0 25-31,25-25 0,-25 24 0,0-24 0,0 0 0,0 25 0,0-25 0,0 25 16,0-25-16,0 0 0,25 25 0,-25-25 0,0 25 0,0-25 0,0 0 0,0 25 15,0-25 1,0 0-16,0 0 0,0 24 0,0-24 0,0 0 0,0 25 0,0-25 0,0 0 31,0 0-31,0 25 0,0-25 0,0 0 0,0 25 0,0-25 0,0 0 0,0 25 0,0-25 0,0 0 0,0 0 0,0 24 0,0-24 16,0 0-1,-25 0-15,25 25 0,0-25 0,0 0 0,0 0 0,0 25 0,0-25 0,-25 0 0,25 0 16,0 25-16,0-25 0,0 0 0,-25 0 0,25 25 0,0-25 0,0 0 16,-25 24-1,25-24-15,0 0 0,-24 0 0,24 0 0,0 25 0,0-25 0,0 0 0,-25 0 16,25 0-16,0 0 0,0 0 0,0 0 0,0 0 0,-25 25 0,25-25 0,0 0 15,0 0 1,0 0-16,0 0 0,0 0 0,0 0 0,0 0 0,0 0 0,-25 0 0,25 0 16,0 0-16,0 0 0,0 0 0,0 0 0,0 0 0,0 0 0,0 0 0,0 0 31,0 0-31,0 0 0,0 0 0,0 0 0,0 0 0,0 0 0,0 0 0,0 0 15,0 0-15,0 0 0,0 0 0,0 0 0,0 0 0,0 0 0,0 0 0,0 0 0,0 0 16,0 0 0,0 0-16,0 0 0,0 0 0,25 0 0,-25 0 0,0 0 0,0 0 0,0 25 15,0-25-15,-25 0 0,25 0 0,0 25 0,0-25 0,0 0 0,0 0 16,0 24-16,0-24 16,0 0-16,0 25 0,0-25 0,0 0 0,0 25 0,0-25 0,0 0 0,0 25 0,0-25 15,0 25-15,0-25 0,0 0 0,0 24 0,0-24 0,0 0 16,0 25-16,0-25 31,0 0-31,0 25 0,0-25 0,0 25 0,0-25 0,0 0 0,0 25 0,0-25 0,0 0 0,0 24 0,0-24 0,0 0 0,0 25 0,0-25 16,0 0-16,0 25 0,0-25 0,0 0 0,25 25 0,-25-25 0,0 0 31,0 25-31,0-25 0,0 0 0,0 24 0,0-24 0,-25 0 0,25 25 0,0-25 0,0 0 0,0 25 15,0-25-15,0 0 0,0 25 0,0-25 0,0 0 0,0 25 0,0-25 16,0 0 0,0 24-16,0-24 0,0 0 0,0 25 0,0-25 0,0 0 0,0 0 0,0 25 15,0-25-15,0 0 0,0 25 0,-25-25 0,25 0 0,0 25 0,0-25 0,0 24 16,0-24-1,0 0-15,0 25 0,0-25 0,0 25 0,0-25 0,0 0 0,0 25 0,-24-25 0,24 25 16,0-25-16,0 25 0,0-25 0,0 24 0,0-24 0,0 25 0,0-25 0,0 25 16,0-25 30,0 25-46,0-25 0,-25 25 0,25-25 0,0 24 0,0 1 0,0-25 0,0 25 0,0-25 0,0 25 0,0-25 0,0 25 0,0-25 0,0 24 0,0 1 0,0-25 16,0 25-16,0-25 0,0 25 0,0-25 0,0 25 0,0-1 0,0-24 0,0 25 16,0-25-16,0 25 0,0 0 0,0-25 0,0 25 0,0-25 0,0 24 15,0 1-15,0-25 0,0 25 0,-25-25 0,25 25 0,0-25 16,0 0-16,0 25 0,0-25 0,0 24 31,0-24-31,0 0 0,0 25 0,0-25 0,0 0 0,0 25 0,0-25 0,0 0 0,0 0 0,0 0 16,0 0-16,0 0 0,0 0 0,0 0 15,0 0-15,0 0 0,0 0 0,0-25 16,0 25-16,0 0 0,0-25 0</inkml:trace>
  <inkml:trace contextRef="#ctx0" brushRef="#br0" timeOffset="1.15058E6">25350 15478 0,'0'0'15,"0"0"-15,0 0 16,0 0-16,0 0 0,0 0 0,0 0 0,0 0 0,0 0 0,0 0 0,0 0 15,0 0 1,0 0-16,0 0 0,0 0 0,0 0 0,0 0 0,0 0 0,0 0 0,0 0 0,0 0 16,0 0-16,0 0 0,0 0 0,0 0 0,0 0 0,0 0 0,0 0 31,0 0-31,0 0 0,0 0 0,0 0 0,0 0 0,0 0 0,0 0 0,0 0 15,0 0-15,0 0 0,0 0 0,0 0 0,0 0 0,0 0 0,0 0 0,0 0 16,0 0 0,0 0-16,0 0 0,0 0 0,0 0 0,0 0 0,0 0 0,0 0 0,0 0 0,0 0 0,0 0 15,0 0-15,0 0 0,0 0 16,0 0-16,0 0 0,0 0 0,0 0 0,0 0 15,0 0-15,0 0 0,0 0 0,-24 0 0,24 0 0,0 0 0,0 0 0,0 0 16,0 0-16,0 25 0,0-25 0,-25 0 0,25 0 0,0 0 16,0 0-1,0 0-15,-25 0 0,25 0 0,0 0 0,0 0 0,0 0 0,-25 0 16,25 25-16,0-25 0,0 0 0,0 0 15,0 0-15,-25 0 0,25 0 0,0 25 0,0-25 16,0 0-16,-24 0 0,24 24 0,0-24 0,0 0 0,0 0 0,0 25 0,-25-25 16,25 0-16,0 0 0,0 25 0,0-25 0,0 0 0,0 0 0,0 25 15,-25-25 1,25 0-16,0 25 0,0-25 0,0 0 0,0 24 0,0-24 0,0 0 15,0 0-15,0 25 0,0-25 0,0 0 0,0 25 16,0-25-16,0 0 0,0 25 0,0-25 16,0 0-16,0 25 0,0-25 0,0 0 0,0 0 0,0 24 0,0-24 15,0 0-15,0 0 0,0 25 0,0-25 0,25 0 16,-25 0-16,0 0 0,0 0 0,0 0 0,25 25 0,-25-25 0,0 0 15,0 0-15,24 0 0,-24-25 0,0 25 0,0 0 0,25 0 0,-25 0 0,0 0 32,0 0-32,25 0 0,-25 0 0,0 0 0,0 0 0,0 0 0,25-25 0,-25 25 0,0 0 15,0 0-15,0 0 0,0 0 0,0 0 0,0 0 0,0-24 0,0 24 0,0 0 16,0 0-1,0 0-15,0 0 0,0 0 0,0-25 0,0 25 0,0 0 0,0 0 16,0 0-16,0 0 0,0-25 0,0 25 0,0 0 0,0 0 0,0 0 0,0 0 16,-25-25-16,25 25 15,0 0-15,0 0 0,0 0 0,0 0 0,-25 0 0,25-25 0,0 25 16,0 0-16,0 0 0,-25 0 0,25 0 0,0 0 0,0 0 0,0 0 15,-24 25 1,24-25-16,0 0 0,0 0 0,0 0 0,0 0 0,-25 0 0,25 0 0,0 0 0,0 0 0,0 25 16,0-25-16,0 0 0,0 0 0,0 0 15,0 0-15,-25 0 0,25 0 16,0 0-16,0 0 0,0 0 0,0 25 0,0-25 0,0 0 0,0 0 0,0 0 15,25 0-15,-25 0 0,0 0 16,0 0-16,0 0 0,0 0 0,0 0 0,25 0 0,-25 0 0</inkml:trace>
  <inkml:trace contextRef="#ctx0" brushRef="#br0" timeOffset="1.15112E6">25549 15553 0,'0'0'0,"0"0"15,0 0-15,0 0 0,0 0 0,0 0 0,0 0 16,0 0-16,0 0 0,0 0 0,0 0 16,0-25-16,0 25 0,0 0 0,0 0 0,0 0 15,0 0-15,0 0 0,0 0 0,0 0 0,0 0 0,0 0 0,0 0 0,0 0 16,0 0-16,0 25 15,0-25-15,0 0 0,0 0 0,0 0 0,-25 0 0,25 0 16,0 0-16,0 24 0,0-24 0,0 0 0,-25 0 0,25 0 0,0 25 31,0-25-31,-25 0 0,25 0 0,0 25 0,0-25 0,-24 0 0,24 0 0,0 25 0,0-25 0,0 0 0,-25 0 0,25 0 16,0 25-16,0-25 0,0 0 15,0 0-15,0 0 0,0 0 0,0 0 0,0 24 16,0-24-16,0 0 0,0 0 0,0 0 0,0 0 0,0 0 0,0 0 16,0 0-16,0 0 0,0 0 15,0 25-15,0-25 0,0 0 0,0 0 0,0 0 0,25 0 0,-25 0 16,0 0-16,0 0 0,0 0 0,24 0 0,-24 0 0,0 0 0,0 0 0,25 0 15,-25 0 1,0 0-16,25 0 0,-25 0 0,0 0 0,25 0 0,-25 0 0,0 0 0,25 0 0,-25 0 16,0 0-16,24 0 0,-24 0 0,25 0 0,-25 0 0,0 0 15,25 0-15,-25 0 16,25 0-16,-25 0 0,0 0 0,25 0 0,-25 0 0,0 0 0,0 0 0,24 0 15,-24 0-15,0 0 0,0 0 0,0 0 0,0-25 0,25 25 16,-25 0-16,0 0 0,0 0 16,0 0-16,0 0 0,0 0 0,0 0 0,0 0 0,-25-24 0</inkml:trace>
  <inkml:trace contextRef="#ctx0" brushRef="#br0" timeOffset="1.15138E6">25698 15652 0,'0'-25'16,"0"25"-16,0 0 0,0 0 0,0 0 0,0 0 15,0 0-15,0 0 0,0 0 0,0 0 0,0 0 16,0 0-16,0 0 0,0 0 0,0 0 0,0 0 0,0 0 15,0 0-15,0 0 0,0 0 0,0 0 0,0 0 16,0 0-16,0 0 0,0 25 0,0-25 0,0 0 0,0 25 16,0-25-16,-25 0 0,25 24 0,0-24 15,0 0-15,0 25 0,0-25 0,0 25 0,0-25 0,0 25 0,0-25 16,-25 0-16,25 25 0,0-25 0,0 24 0,0-24 15,0 0-15,0 25 0,0-25 0,0 0 0,0 25 0,-25-25 16,25 0-16,0 25 0,0-25 0,0 0 0,0 0 0,0 25 16,0-25-16,0 0 0,0 0 15,0 0-15,0 0 0,0 0 0,0 0 0,0 0 16,0 0-16,0 0 0,0 0 0</inkml:trace>
  <inkml:trace contextRef="#ctx0" brushRef="#br0" timeOffset="1.15222E6">25896 15528 0,'0'0'0,"0"0"0,0 0 0,0 0 0,0 0 0,0 0 0,25 0 16,-25 0-16,0-25 0,0 25 0,0 0 0,0 0 0,0 0 0,0 0 16,0 0-1,0 0-15,0 0 0,0 0 0,0 0 0,25-25 0,-25 25 0,0 0 0,0 0 16,0 0-16,25 0 0,-25 0 0,0 0 0,0 0 0,0 0 0,24 0 15,-24 0 1,0 0-16,0 0 0,0 0 0,0 0 0,25 0 0,-25 0 0,0 0 0,0 0 16,0 0-16,0 0 0,0 0 0,25 0 0,-25 0 0,0 0 0,0 0 15,0 0-15,0 0 16,0 0-16,0 25 0,0-25 0,0 0 0,0 0 0,25 0 0,-25 0 0,0 0 15,0 25-15,0-25 0,0 0 0,-25 0 0,25 0 0,0 25 0,0-25 16,0 0 0,0 0-16,0 24 0,0-24 0,0 0 0,0 0 0,0 25 0,0-25 15,0 0-15,0 0 0,0 0 0,0 25 0,-25-25 0,25 0 0,0 0 0,0 25 16,0-25-1,0 0-15,0 25 0,-25-25 0,25 0 0,0 0 0,0 24 0,0-24 0,0 0 32,-24 25-32,24-25 0,0 0 0,0 0 0,0 25 0,0-25 0,-25 0 0,25 0 0,0 0 0,0 25 0,0-25 0,0 0 0,0 0 15,0 0 1,-25 0-16,25 0 0,0 0 0,0 0 0,0 25 0,0-25 0,0 0 15,0 0-15,0 0 0,0 0 0,0 0 0,0 0 0,0 0 0,0 0 16,0 0-16,0 0 0,0 0 0,0 0 0,0 0 0,0 0 0,0 24 16,0-24-1,0 0-15,0 0 0,0 0 0,0 0 0,0 0 0,0 0 0,0 0 16,0 0-16,0 0 0,0 0 0,0 0 0,0 0 0,0 0 0,0 0 15,0 0-15,0 0 0,0 0 0,0 0 0,25 0 0,-25 0 0,0 0 16,0 0 0,0 0-16,0 0 0,25 0 0,-25 0 0,0 0 0,0 0 0,24 0 0,-24 0 0,0 0 0,0 0 15,25 0-15,-25 0 0,0 0 0,25 0 0,-25 0 16,0 0-16,25 0 15,-25 0-15,0 0 0,25 0 0,-25 0 0,0 0 0,24 0 0,-24 0 0,0 0 16,25 0-16,-25 0 0,0 0 0,0 0 0,0 0 0,0 0 0,25 0 16,-25 0-1,0 0-15,0 0 0,0 0 0,0 0 0,0 0 0,0 0 0,0 0 0,0 0 0,0 0 16,0 0-16,0 0 0,0-24 0,0 24 0,0 0 0,-25 0 15,25 0 1,0 0-16,0 0 0,0 0 0,0 0 0,-25 0 0,25 0 0</inkml:trace>
  <inkml:trace contextRef="#ctx0" brushRef="#br0" timeOffset="1.15286E6">25251 15974 0,'0'0'0,"0"0"0,-25 0 15,25 0-15,0 0 0,0 0 0,0 0 0,0 0 0,0 0 0,0 0 16,0 0-1,0 0-15,0 0 0,0 0 0,0 0 0,0 0 0,0 0 0,0 0 0,0 0 16,0 0-16,0 0 0,0 0 0,0 0 0,0 0 0,0 0 0,0 0 16,25 0-1,-25 0-15,0 0 0,0 0 0,0 0 16,25 0-16,-25 0 0,0 0 0,0 0 0,25 0 0,-25 0 0,25 0 0,-25 0 0,24 25 15,-24-25-15,25 0 0,-25 0 0,25 0 0,-25 0 0,25 0 0,-25 0 16,25 0-16,-1 0 0,-24 0 0,25 0 0,-25 0 0,25 0 0,0 0 16,-25 0-16,25 0 15,-1 0-15,-24 0 0,25 0 0,0 0 0,0 0 0,-25 0 0,25 0 0,-1 0 0,1 0 16,-25 0-16,25 0 0,0 0 15,-25 0-15,25 0 0,-1 0 0,-24 0 0,25 0 0,-25 0 0,25 0 0,-25 0 16,25 0-16,-25 0 0,25 0 16,-25 0-16,25 0 0,-25 0 0,0 0 0,24 0 15,-24 0-15,0 0 0,0 0 0,25 0 0,-25 0 0,0 0 0,0 0 0,0 0 16,0 0-1,0 0-15,0 0 0,0 0 0,0 0 0,0 0 0,0 0 0,0 0 0,0 0 16,0 0-16,0 0 0,0 0 0,0 0 0,0 0 0,0 0 0,0 0 0,0 0 16,0-25-1,0 25-15,0 0 0,-25 0 0,25 0 0,0 0 0,0 0 0,0 0 0</inkml:trace>
  <inkml:trace contextRef="#ctx0" brushRef="#br0" timeOffset="1.1536E6">25326 16148 0,'0'-25'15,"0"25"-15,0 0 0,0 0 16,0 0-16,0 0 0,0 0 0,0 0 0,0 0 0,0 0 0,0 0 0,0 0 0,0 0 16,0 0-16,0 0 0,0 0 0,0 0 15,24-25-15,-24 25 0,0 0 16,0 0-16,0 0 0,0 0 0,0 0 0,25 0 0,-25 0 0,0 0 0,0 0 0,0 0 15,25 25-15,-25-25 0,0 0 0,0 0 0,0 0 16,0 0-16,25 0 0,-25 0 16,0 0-16,0 0 0,0 0 0,0 0 0,0 0 0,0 0 0,0 25 0,0-25 15,0 0-15,0 0 0,0 0 0,0 0 0,0 25 0,0-25 0,0 0 16,0 0-1,0 0-15,0 24 0,0-24 0,0 0 0,-25 0 0,25 0 0,0 25 0,0-25 0,0 0 16,-25 0-16,25 0 0,0 25 16,0-25-16,0 0 0,0 0 0,-25 0 0,25 0 0,0 0 0,0 0 15,0 25-15,0-25 0,0 0 0,0 0 16,0 0-16,0 0 0,0 0 0,0 0 0,0 0 0,0 0 15,0 0-15,0 0 0,0 0 0,0 0 0,0 0 0,0 0 16,0 0-16,0 0 0,0 0 0,0 0 0,0 0 0,0 0 0,0 0 16,0 25-16,0-25 0,0 0 15,0 0-15,0 0 0,0 0 0,25 0 0,-25 0 0,0 0 0,0 0 0,0 0 0,0 24 16,0-24-16,25 0 0,-25 0 0,0 0 15,0 0-15,0 25 0,0-25 16,0 0-16,0 0 0,0 0 0,0 0 0,0 0 0,0 25 0,0-25 0,0 0 0,0 0 16,0 0-16,0 0 15,0 0-15,0 0 0,0 25 0,0-25 0,0 0 0,0 0 0,-25 0 0,25 0 16,0 0-16,0 0 0,0 25 15,0-25-15,-25 0 0,25 0 0,0 0 0,0 0 0,0 0 0,-24 0 16,24 0-16,0 0 0,0 0 0,0 0 0,0 0 0,0 0 0,0 0 16,0 0-16,-25 0 15,25 0-15,0 0 0,0-25 0,0 25 0,0 0 0,0 0 16,0 0-16,0 0 0,0 0 0,0 0 0,0 0 0,0 0 0,0 0 0,25 0 15,-25 0-15,0 0 0,0-25 0,0 25 0,0 0 0,0 0 0,24 0 16</inkml:trace>
  <inkml:trace contextRef="#ctx0" brushRef="#br0" timeOffset="1.15405E6">25524 16396 0,'0'0'0,"0"0"0,0 0 0,0 0 16,0 0-16,0 0 0,0 0 0,0 0 0,0 0 16,0 0-16,0 0 0,25 0 0,-25-25 0,0 25 15,0 0-15,0 0 0,0 0 0,0 0 0,25 0 0,-25-25 16,0 25-16,0 0 0,0 0 0,0 0 0,24-25 0,-24 25 15,0 0-15,0 0 0,0 0 16,0-24-16,25 24 0,-25 0 0,0 0 16,0 0-16,0-25 0,0 25 0,0 0 0,0 0 0,25 0 0,-25 0 0,0 0 0,0 0 15,0-25-15,0 25 0,0 0 16,0 0-16,0 0 0,0 0 0,0 0 0,0 0 15,0 0-15,0 0 0,0 0 0,0 0 0,0 0 0,0 0 0,0 0 0,0 0 16,0 0 0,0 25-16,0-25 0,0 0 0,0 0 0,0 0 0,0 0 0,0 0 15,0 25-15,0-25 0,0 0 16,0 0-16,0 24 0,0-24 0,0 0 0,0 25 0,0-25 0,0 0 0,0 0 0,0 25 15,0-25-15,0 0 0,0 25 0,0-25 0,0 0 0,0 25 0,0-25 0,0 0 16,0 0-16,0 25 0,0-25 16,0 0-16,0 24 0,0-24 0,25 0 0,-25 0 15,0 0-15,0 25 16,0-25-16,0 0 0,0 0 0,0 0 0,25 0 0,-25 0 0,0 0 0,0 0 0,0 0 0</inkml:trace>
  <inkml:trace contextRef="#ctx0" brushRef="#br0" timeOffset="1.15512E6">26491 15949 0,'0'0'0,"0"0"0,0 0 16,0 0-16,0 0 0,0 0 0,0 0 0,0 0 0,0 0 0,0 0 0,0 0 15,0 0-15,0 0 16,0 0-16,0 0 0,0 0 0,0 0 0,0 0 0,0 0 15,0-24-15,0 24 0,0 0 0,0 0 0,0 0 0,0 0 0,0 0 16,0 0-16,0 0 0,0 0 0,0 0 0,0 0 0,0 0 0,0-25 31,25 25-31,-25 0 0,0 0 0,0 0 0,0 0 0,0 0 0,0 0 0,25 0 16,-25 0-16,0 0 0,0 0 0,0 0 0,0 0 0,25 0 0,-25 0 0,0 0 0,0 0 15,0 0 1,0 0-16,25 25 0,-25-25 0,0 0 0,0 0 0,0 24 0,0-24 0,0 0 0,0 25 31,0-25-31,0 0 0,0 25 0,0-25 0,0 25 0,0-25 0,0 0 0,0 25 0,0-25 16,0 24-16,0-24 0,-25 0 0,25 25 0,0-25 0,0 25 0,0-25 0,0 0 15,0 25 1,-25-25-16,25 0 0,0 25 0,0-25 0,0 0 0,-25 24 0,25-24 0,0 0 0,0 0 16,0 0-16,0 25 0,0-25 0,0 0 0,-25 0 0,25 0 0,0 0 31,0 0-31,0 0 0,0 0 0,0 0 0,0 0 0,0 0 0,0 0 0,0 0 15,0 0-15,0 0 0,0 0 0,0 0 0,25 0 0,-25 0 0,0-25 0,0 25 16,0 0 0,0 0-16,0-24 0,0 24 0,0 0 0,25-25 0,-25 25 0,0 0 0,0-25 0,25 25 15,-25-25-15,0 25 0,0-25 0,25 25 0,-25 0 0,0-24 0,0 24 16,24-25-1,-24 25-15,0 0 0,0-25 0,25 25 0,-25 0 0,0-25 0,0 25 0,0 0 16,0 0-16,25 0 0,-25-25 0,0 25 0,0 0 0,0 0 0,0 0 16,0 0-1,0 0-15,0 0 0,0 0 0,0 0 0,0 0 0,0 0 0,0 0 0,0 0 16,0 0-16,0 0 0,0 25 0,0-25 0,0 0 0,-25 0 0,25 25 15,0-25 1,0 0-16,0 0 0,0 25 0,0-25 0,0 25 0,0-25 0,0 24 0,0-24 0,0 0 16,0 25-16,0-25 0,0 25 15,0-25-15,0 25 0,0-25 0,0 0 0,0 25 0,0-25 0,0 0 0,0 24 16,0-24-16,0 0 0,0 0 0,0 25 0,0-25 0,0 0 0,25 0 15,-25 0 1,0 25-16,0-25 0,0 0 0,0 0 0,0 0 0,0 0 0,25 0 16,-25 0-16,0 0 0,0 0 0,0 0 0,25 0 0,-25 0 0,0-25 0,0 25 0</inkml:trace>
  <inkml:trace contextRef="#ctx0" brushRef="#br0" timeOffset="1.15551E6">26814 16222 0,'0'0'0,"0"0"0,0 0 0,0 0 15,0 0-15,0 0 0,0 0 0,0 0 0,0 0 0,0 0 16,0 0-16,0 25 0,0-25 0,0 0 0,0 0 16,0 0-16,-25 0 0,25 0 0,0 0 0,0 0 0,0 0 15,0 0-15,0 25 0,0-25 0,0 0 0,-25 0 16,25 0-16,0 0 0,0 25 0,0-25 0,0 0 0,-25 0 15,25 0-15,0 24 0,0-24 0,0 0 0,0 0 16,-24 0-16,24 0 0,0 25 0,0-25 0,0 0 16,0 0-16,0 0 0,-25 0 0,25 0 15,0 0-15,0 0 0,0 25 0,0-25 16,0 0-16,0 0 0,0 0 0,0 0 0,0 0 0,0 0 0,0 0 15,0 0-15,0 0 0,25 0 0,-25 0 0,0 25 0,0-25 0,0 0 0,0 0 32,0 0-32,0 0 0,24 0 0,-24 0 0,0 0 0,0 0 0,0 0 0,25 0 0,-25 0 15,0 0-15,0 0 0,0 0 0,25 0 0,-25 0 0,0 0 0,0 0 16,25 0-1,-25 0-15,0 0 0,0 0 0,25 0 0,-25 0 0,0 0 0,24 0 16,-24 0-16,0-25 0,0 25 0,25 0 0,-25 0 0,0 0 0,25 0 0,-25 0 16,0 0-16,0 0 0,25 0 0,-25 0 0,0-25 15,0 25-15,0 0 0,0 0 0</inkml:trace>
  <inkml:trace contextRef="#ctx0" brushRef="#br0" timeOffset="1.15575E6">26938 16247 0,'-25'0'0,"25"0"16,0 0-16,0 0 0,0 0 0,0 0 0,0 0 0,0 0 15,0 0-15,0 0 0,0 0 0,0 0 0,0 0 16,0 0-16,0 0 94,0 0-94,0 0 15,0 25-15,0 0 0,0-25 0,0 0 0,0 24 0,0-24 0,0 0 0,0 25 0,0-25 0,0 0 0,0 25 0,0-25 0,-25 0 0,25 25 0,0-25 0,0 25 0,0-25 0,0 0 0,0 25 16,0-25-16,0 0 0,0 0 0,0 24 0,0-24 0,-25 0 0,25 25 0,0-25 0,0 0 0,0 0 0,0 0 0,0 0 0,0 0 0,0 0 0,0 0 0</inkml:trace>
  <inkml:trace contextRef="#ctx0" brushRef="#br0" timeOffset="1.15623E6">27236 16024 0,'0'0'16,"0"0"0,0 0-16,0 0 0,0 0 0,0 0 0,0 0 0,0 0 0,0 0 0,0 0 0,0 0 15,0 0-15,0 0 0,0 0 0,0 0 0,0 0 0,0 0 16,0 0-1,0 0-15,24 0 0,-24 0 0,0 0 0,0 0 0,0 0 0,0 25 0,0-25 16,0 0-16,25 0 0,-25 0 0,0 0 0,0 0 0,0 0 0,25 0 0,-25 0 16,0 0-1,0 0-15,0 0 0,25 0 0,-25 0 0,0 0 0,0 0 0,25 0 16,-25 0-16,0 0 0,0 0 0,24 24 0,-24-24 0,0 0 0,0 0 0,25 0 31,-25 0-31,0 0 0,25 0 0,-25 0 0,0 0 0,0 0 0,0-24 0,25 24 0,-25 0 16,0 0-16,0 0 0,0 0 0,25 0 0,-25 0 0,0 0 0,0 0 0,0 0 15,0 0-15,0 0 16,0 0-16,0 0 0,0 0 0,0 0 0,0 0 0,0 0 15</inkml:trace>
  <inkml:trace contextRef="#ctx0" brushRef="#br0" timeOffset="1.15658E6">27260 16272 0,'0'0'15,"0"0"-15,0 0 0,0 0 0,0 0 0,0 0 16,0 0-16,0 0 0,0 0 0,0 0 0,0 0 0,0 0 15,0 0-15,0 0 0,0 0 0,0 0 0,0 0 0,25 0 16,-25 0-16,0 0 0,0 0 0,0 0 0,25 0 16,-25 0-16,0 0 0,0 0 0,25 0 0,-25 0 15,0 0-15,0 25 0,25-25 0,-25 0 0,0 0 16,24 0-16,-24 0 0,0 0 0,25 0 0,-25 0 0,25 0 0,-25 0 31,25-25-31,-25 25 0,0 0 0,25 0 0,-25 0 0,0 0 0,0 0 0,24 0 16,-24 0-16</inkml:trace>
  <inkml:trace contextRef="#ctx0" brushRef="#br0" timeOffset="1.15776E6">27856 15577 0,'0'25'0,"0"-25"0,-25 0 16,25 0-16,0 0 0,0 0 0,0 0 0,0 0 0,0 0 0,0 0 15,0 0-15,0 0 16,0 0-16,0 0 0,0 0 0,0 0 0,0 0 0,-25 0 0,25 0 16,0 0-16,0 0 0,0 0 0,0 0 0,0 0 0,0 0 0,0 0 15,0 0-15,0 0 16,0 0-16,0 0 0,0 0 0,0 0 0,0 0 0,0 0 0,0 0 15,0-25-15,0 25 0,0 0 0,0 0 0,0 0 0,0 0 0,0 0 16,0 0-16,0 0 0,0 0 16,0 0-16,0 0 0,0-24 0,0 24 0,0 0 0,0 0 0,25 0 0,-25 0 15,0 0-15,0 0 0,0 0 0,0-25 0,25 25 0,-25 0 16,0 0-1,0 0-15,24 0 0,-24 0 0,0-25 0,0 25 0,25 0 0,-25 0 0,0 0 0,25 0 16,-25 0-16,0 0 0,0 0 0,25 0 0,-25 25 0,0-25 16,0 0-1,0 0-15,25 0 0,-25 0 0,0 25 0,0-25 0,0 0 0,0 0 0,0 24 0,0-24 16,0 0-16,0 25 0,0-25 0,0 0 0,-25 25 0,25-25 0,0 0 15,0 25-15,0-25 16,0 0-16,-25 0 0,25 25 0,0-25 0,0 0 0,-25 0 0,25 24 0,0-24 31,0 0-31,-25 25 0,25-25 0,0 0 0,0 0 0,-24 25 0,24-25 0,0 0 0,0 0 0,-25 25 16,25-25-16,0 0 0,0 0 0,0 0 0,-25 25 0,25-25 0,0 0 15,0 0 1,0 0-16,0 0 0,-25 24 0,25-24 0,0 0 0,0 0 0,0 0 16,0 0-16,0 0 0,0 0 0,0 0 0,0 0 0,0 0 0,0 0 0,0 0 31,0 0-31,0 0 0,0 0 0,0 0 0,0 0 0,0 0 0,0 0 0,0 0 0,0 0 0,0 0 0,0 0 15,0 0-15,25 0 16,-25 0-16,0 25 0,0-25 0,0 0 0,25 0 0,-25 0 0,0 0 0,0 0 16,25 0-16,-25 0 0,0 0 0,24 0 0,-24 0 0,0 0 0,25 0 31,-25 0-31,25 0 0,-25 0 0,0 0 0,25 0 0,-25 0 0,0 0 0,25 0 0,-25 0 15,0 0-15,0 0 0,24 0 0,-24 0 0,0 0 0,0 0 0,0 0 16,25 0-16,-25 0 16,0 0-16,0 0 0,0-25 0,0 25 0,25 0 0,-25 0 0,0 0 15,0 0-15,0 0 0,0 0 0,0-24 0,0 24 0</inkml:trace>
  <inkml:trace contextRef="#ctx0" brushRef="#br0" timeOffset="1.15833E6">28203 15577 0,'0'0'0,"0"0"16,0 0-16,0 0 0,0 0 0,0 0 0,0 0 15,0 0-15,0 0 0,0 0 0,0 0 0,0 0 0,0 0 16,0 0-16,0 0 0,0 0 0,0 0 0,0 0 16,0 0-16,0 0 0,0 25 0,0-25 0,0 0 0,0 0 15,0 0-15,0 0 0,0 25 0,0-25 0,-25 0 16,25 0-16,0 25 0,0-25 15,0 0-15,0 0 0,0 25 0,0-25 0,0 0 0,-25 0 0,25 24 16,0-24-16,0 0 0,0 0 0,0 0 0,0 25 0,0-25 16,0 0-1,0 0-15,0 0 0,0 25 0,0-25 0,0 0 0,0 0 0,0 0 0,0 0 16,0 25-16,0-25 0,0 0 0,0 0 0,0 0 0,25 0 15,-25 0-15,0 0 16,0 0-16,0 25 0,0-25 0,0 0 0,0 0 0,25 0 0,-25 0 0,0 0 0,0 0 16,0 0-16,0 24 0,25-24 0,-25 0 0,0 0 0,0 0 0,0 0 15,0 0 1,25 0-16,-25 0 0,0 25 0,0-25 0,0 0 0,0 0 0,0 0 0,24 0 0,-24 25 0,0-25 15,0 0-15,0 0 0,0 0 0,0 0 0,0 0 0,0 0 16,0 25 0,0-25-16,0 0 0,0 0 0,0 0 0,0 0 0,0 0 0,0 0 0,0 0 15,0 0-15,0 25 0,0-25 0,-24 0 0,24 0 0,0 0 16,0 0-16,0 0 15,-25 0-15,25 0 0,0 0 0,0 0 0,-25 0 0,25 0 0,0 24 0,0-24 0,-25 0 16,25 0-16,0 0 0,0-24 0,-25 24 0,25 0 0,0 0 0,0 0 31,0 0-31,0 0 0,0-25 0,-24 25 0,24 0 0</inkml:trace>
  <inkml:trace contextRef="#ctx0" brushRef="#br0" timeOffset="1.15858E6">28253 15627 0,'0'0'0,"0"0"0,0 0 0,24 0 0,-24 0 15,0 0-15,0 0 0,0 0 0,0 0 0,0 0 0,25 0 16,-25 0-16,0 0 0,0 0 0,25 0 0,-25 0 16,0 0-16,25 0 0,-25 0 0,0 0 0,25 0 0,-25 0 15,24 0-15,-24 25 0,0-25 0,25 0 16,-25 0-16,0 0 0,25 0 0,-25 0 0,0 0 0</inkml:trace>
  <inkml:trace contextRef="#ctx0" brushRef="#br0" timeOffset="1.15903E6">28625 15602 0,'0'0'0,"0"0"0,0 0 0,0 0 0,0 0 16,0 0-16,0 0 0,0 0 0,0 0 0,0 0 0,-25 0 15,25 0-15,0 0 0,0 0 0,0 0 0,0 0 16,0 0-16,-25 0 0,25 0 0,0 0 0,0 0 15,0 25-15,-25-25 0,25 0 0,0 0 0,0 0 0,0 0 16,0 25-16,-25-25 0,25 0 0,0 0 0,0 0 16,0 25-16,-24-25 0,24 0 0,0 24 0,0-24 0,0 0 15,-25 25-15,25-25 0,0 25 0,0-25 0,0 25 16,-25-25-16,25 0 0,0 25 0,0-25 0,0 24 15,0-24 1,0 25-16,0-25 0,-25 25 0,25-25 0,0 0 0,0 25 0,0-25 0,25 0 0,-25 0 16,0 25-16,0-25 0,0 0 0,0 0 0,0 0 0,0 0 0,0 0 31,25 0-31,-25 24 0,0-24 0,0 0 0,0-24 0,25 24 0,-25 0 0,0 0 0,24 0 0,-24 0 15,0 0-15,0 0 0,25 0 0,-25-25 0,0 25 0,0 0 0,25 0 32,-25 0-32,0-25 0,0 25 0,0 0 0,0 0 0,0-25 0,0 25 0,25 0 15,-25 0-15,0 0 0,0-25 0,0 25 0,0 0 0,0 0 0,0 0 0,-25 0 16,25 0-1,0 0-15,0 0 0,0 0 0,0 0 0,0 0 0,-25 0 0,25 0 0,0 0 16,0 0-16,-25 0 0,25 0 0,0 0 0,0 0 0,-24 0 0,24 0 16,0 0-1,0 0-15,0 0 0,-25 0 0,25 0 0,0 0 0,0 0 0,0 0 0,0 0 0,0 0 16,0 0-16,0 0 0,0 0 0,0 0 0,0 0 0</inkml:trace>
  <inkml:trace contextRef="#ctx0" brushRef="#br0" timeOffset="1.15988E6">28897 15627 0,'0'0'0,"0"0"0,0 0 15,0 0-15,0 0 0,-24 0 0,24 0 0,0 0 0,0 0 0,0 0 0,0 0 16,0 0-1,-25 0-15,25 0 0,0 0 0,0 0 0,0 0 0,0 0 0,0 0 16,-25 0-16,25 0 0,0 0 0,0 0 0,0 0 0,0 0 0,0 0 0,0 0 16,0 0-1,0 0-15,0 0 0,0 25 0,0-25 0,0 0 0,0 0 0,0 0 0,0 0 0,0 0 0,0 0 16,0 25-16,0-25 15,0 0-15,0 0 0,0 0 0,0 0 0,0 24 0,0-24 16,0 0-16,25 0 0,-25 0 0,0 25 0,0-25 0,0 0 0,0 0 0,0 25 16,0-25-16,25 0 0,-25 25 0,0-25 0,0 0 0,0 25 15,0-25-15,0 0 16,24 24-16,-24-24 0,0 0 0,0 0 0,0 25 0,0-25 0,25 0 0,-25 25 15,0-25-15,0 0 0,0 0 0,0 25 0,0-25 0,25 0 16,-25 0-16,0 25 16,0-25-16,0 0 0,0 0 0,0 24 0,0-24 0,0 0 0,0 0 0,25 0 0,-25 0 15,0 25-15,0-25 0,0 0 0,0 0 0,0 0 0,0 0 16,0 0-16,0 0 15,0 25-15,0-25 0,0 0 0,-25 0 0,25 0 0,0 0 0,0 0 0,0 0 16,0 0-16,0 0 0,-25 0 16,25 0-16,0 0 0,0 0 0,-25 0 15,25 0-15,0 0 0,0 0 0,0 0 0,0 0 0,-24 0 16,24 0-16,0-25 0,0 25 0,0 0 0,0 0 0,0 0 15,0 0-15,-25-25 0,25 25 0,0 0 0,0 0 0,0-24 0,0 24 0,0 0 16,0 0-16,0-25 0,0 25 0,0 0 16,0-25-16,0 25 0,0 0 0,0 0 0,0 0 0,25-25 15,-25 25-15,0 0 0,0 0 0,0 0 0,0 0 0,24-25 0,-24 25 0,0 0 16,0 0-16,25 0 15,-25 0-15,0-24 0,0 24 0,25 0 0,-25 0 0,0 0 0,25 0 0,-25-25 16,0 25-16,25 0 0,-25 0 0,0 0 0,24 0 0,-24-25 16,0 25-16,25 0 15,-25 0-15,0-25 0,25 25 0,-25 0 0,0 0 0,0 0 0,0-25 0,0 25 16,25 0-16,-25 0 15,0 0-15,0 0 0,0-24 0,0 24 0,0 0 0,0 0 0,0 0 0,0 0 0,0 0 16,0 0-16,0 0 0,0 0 0,0 0 0,-25 0 0,25 0 16,0 0-1,0 0-15,-25 24 0,25-24 0,0 0 0,-25 0 0</inkml:trace>
  <inkml:trace contextRef="#ctx0" brushRef="#br0" timeOffset="1.1606E6">28029 16049 0,'0'0'0,"0"0"0,0 0 16,0 0-16,0 0 0,0 0 0,0 0 0,0 0 0,0 0 0,0 0 15,0 0-15,0 0 16,0 0-16,0 0 0,0 0 0,0 0 0,0 0 0,0 0 0,0 0 15,0 0-15,0 0 0,0 0 0,0 0 0,0 0 0,25 0 0,-25 0 16,0 0-16,0 0 0,0 0 16,0 0-16,0 0 0,0 24 0,0-24 0,25 0 0,-25 0 0,0 0 0,0 0 15,0 0-15,0 0 0,25 0 0,-25 0 0,0 0 16,0 0-16,0 0 0,25 0 15,-25 0-15,0 25 0,24-25 0,-24 0 0,0 0 0,25 0 0,-25 0 0,0 0 16,25 0-16,-25 0 0,25 0 0,-25 25 0,25-25 0,-25 0 16,24 0-16,-24 0 0,25 0 15,0 0-15,0 0 0,-25 0 0,25 0 0,-1 0 0,1 25 0,-25-25 0,25 0 16,0 0-16,0 0 0,-1 0 0,1 0 0,-25 0 0,25 0 15,0 0-15,0 0 0,-25 0 16,24 0-16,1 0 0,0 0 0,-25 0 0,25 0 0,0 0 0,-25 0 0,24 0 16,-24 0-16,25 0 15,-25 0-15,25 0 0,-25 0 0,0 0 0,25 0 0,-25 0 16,0 0-16,25 0 0,-25 0 0,0 0 0,0 0 0,0 0 0,0 0 0,0 0 15,24 0-15,-24 0 0,0 0 0,0 0 0,0 0 16,0 0-16,0 0 0,-24-25 0,24 25 16,0 0-16,0 0 0,0 0 0,0 0 0,0 0 0,0 0 0,0 0 0,-25 0 15,25-25-15,0 25 16,0 0-16,0 0 0,-25 0 0,25 0 0,0 0 0,0 0 15,-25 0-15</inkml:trace>
  <inkml:trace contextRef="#ctx0" brushRef="#br0" timeOffset="1.1614E6">28228 16247 0,'0'0'0,"0"0"15,0 0 1,0 0-16,0 0 0,0 0 0,0 0 0,0 0 0,0 0 0,0 0 16,0 0-16,0 0 0,25 0 15,-25 0-15,0 0 0,0 0 0,0 0 0,0 0 0,24 0 0,-24 0 0,0 0 0,0 0 16,0 0-16,25 0 0,-25 0 0,0 0 0,0 0 0,0 0 0,25 0 31,-25 0-31,0 25 0,0-25 0,0 0 0,0 0 0,0 0 0,0 0 0,0 0 0,0 0 0,0 25 0,0-25 16,0 0-16,0 0 15,0 0-15,0 0 0,0 24 0,0-24 0,0 0 0,0 0 0,-25 25 0,25-25 16,0 0-16,0 0 0,0 0 0,-25 25 0,25-25 0,0 0 15,0 0-15,0 0 0,-24 0 16,24 25-16,0-25 0,0 0 0,-25 0 0,25 0 0,0 0 0,0 0 16,0 25-16,0-25 0,0 0 0,0 0 0,-25 0 0,25 0 0,0 0 15,0 0 1,0 0-16,0 0 0,0 0 0,0 0 0,0 0 0,0 0 0,0 0 15,25 0-15,-25 0 0,0 0 0,0 0 0,0 0 0,0 0 16,0 0-16,0 0 0,0 0 0,25 0 0,-25 0 16,0 0-16,0 0 0,0 0 0,0 0 0,24 0 0,-24 0 0,0 0 15,0 25-15,0-25 0,0 0 0,25 0 0,-25 0 0,0 0 0,0 0 16,0 24-16,0-24 15,0 0-15,0 0 0,25 0 0,-25 25 0,0-25 0,0 0 0,0 0 0,0 25 16,0-25-16,0 0 0,0 0 0,0 0 0,0 0 0,0 25 0,0-25 16,-25 0-1,25 0-15,0 0 0,0 0 0,0 25 0,0-25 16,0 0-16,0 0 0,-25 0 0,25 0 0,0 0 0,0 0 0,0 0 0,0 0 15,-24 0-15,24 24 0,0-24 0,0 0 0,0 0 0,-25 0 0,25 0 16,0 0-16,0 0 0,0 0 0,0 0 0,0-24 16,0 24-16,-25 0 0,25 0 0,0 0 15,0 0-15,0 0 0,0 0 0,0 0 0,0-25 0,0 25 0,0 0 0,0 0 0,0 0 16,0 0-16,0-25 0,0 25 15,25 0-15,-25 0 0,0 0 0,0 0 0</inkml:trace>
  <inkml:trace contextRef="#ctx0" brushRef="#br0" timeOffset="1.16181E6">28501 16570 0,'0'0'0,"0"0"0,0 0 0,0 0 0,0 0 0,24 0 16,-24 0-16,0 0 0,0 0 0,0 0 16,0 0-16,0 0 0,25 0 0,-25-25 0,0 25 0,0 0 0,0 0 15,25 0-15,-25 0 0,0-25 0,0 25 0,25 0 0,-25 0 16,0-25-16,0 25 0,25 0 0,-25-25 0,0 25 15,0 0-15,0 0 0,24-24 0,-24 24 16,0 0-16,0 0 16,0 0-16,0-25 0,0 25 0,0 0 0,0 0 0,0 0 0,0 0 0,0 0 0,0 0 0,0 0 0,0 0 15,0 0 1,0 0-16,0 0 0,0 0 0,0 0 0,0 0 0,0 0 15,0 0-15,0 0 0,0 25 0,0-25 0,0 0 0,0 0 0,0 24 0,0-24 16,0 0-16,0 25 0,0-25 0,0 0 0,0 25 16,0-25-16,0 0 0,0 25 0,0-25 0,0 0 15,0 25-15,0-25 0,0 0 0,0 24 0,0-24 0,0 0 0,0 0 0,0 25 31,-24-25-31,24 0 0,0 0 0,0 25 0,0-25 0,0 0 0,-25 0 0,25 25 16,0-25-16,0 0 0,0 0 0,0 0 0,-25 0 0,25 25 0,0-25 0,0 0 0,-25 0 16</inkml:trace>
  <inkml:trace contextRef="#ctx0" brushRef="#br0" timeOffset="1.16489E6">25152 17090 0,'0'0'0,"0"0"0,0 0 0,0 0 16,0 0-16,0 0 0,0 0 0,0 0 0,0 0 0,0 0 0,0 0 31,0 0-31,0 0 0,0 0 0,0 0 0,0 0 0,0 0 0,0 0 0,0 0 0,0 0 16,0 0-16,0 0 0,0 0 0,0 0 0,0 0 0,0 0 0,0 0 0,0 0 31,0 0-31,0 0 0,0 0 0,0 0 0,0 0 0,0 0 0,0 0 0,0 0 15,0 0-15,0 0 0,0 0 0,0 0 0,0 0 0,0 0 0,0 0 0,0 0 16,0 0-16,0 0 16,0 0-16,0 0 0,0 0 0,0 0 0,0 0 0,-25 0 0,25 0 15,0 0-15,0-24 0,0 24 0,0 0 0,0 0 0,0 0 0,0 0 0,0 0 16,25-25-1,-25 25-15,0 0 0,0 0 0,0 0 0,0 0 0,0 0 0,0-25 0,0 25 0,0 0 0,0 0 16,25 0-16,-25 0 0,0 0 0,0 0 0,0 0 0,0 0 16,0 0-16,0 0 15,25 0-15,-25 0 0,0 0 0,0 0 0,0 0 0,24 0 0,-24 0 16,0 0-16,0 0 0,0 0 0,25 0 0,-25 0 0,0 0 0,0 0 0,25 0 15,-25 0-15,0 25 0,0-25 16,0 0-16,25 0 0,-25 0 0,0 0 0,0 25 0,0-25 31,0 0-31,0 0 0,0 0 0,0 24 0,0-24 0,0 0 0,0 0 0,0 25 0,0-25 0,0 0 0,0 0 0,0 25 0,0-25 16,-25 0-16,25 0 15,0 25-15,0-25 0,0 0 0,-25 0 0,25 0 0,0 25 0,0-25 16,0 0-16,0 0 0,-25 0 0,25 24 0,0-24 0,0 0 0,0 0 16,0 0-1,0 0-15,-24 0 0,24 0 0,0 0 0,0 0 0,0 0 0,0 0 0,0 25 0,0-25 16,0 0-16,0 0 0,0 0 0,0 0 0,0 0 0,0 0 0,0 0 15,0 0-15,0 0 0,0 0 0,0 0 16,0 0-16,0 0 0,0 0 0,0 0 0,0 0 16,0 0-16,0 0 0,0 0 0,0 0 0,24 0 0,-24 0 15,0 0-15,0 0 0,0 0 0,0 0 0,0 0 16,25 0-16,-25 25 0,0-25 0,0 0 0,0 0 0,0 0 0,0 0 0,25 25 15,-25-25-15,0 0 0,0 0 0,0 0 0,0 25 16,0-25-16,0 0 0,0 0 0,0 0 0,0 24 16,0-24-16,0 0 0,0 0 0,-25 0 0,25 0 0,0 25 0,0-25 0,0 0 15,0 0 1,0 0-16,-25 0 0,25 0 0,0 25 0,0-25 0,0 0 0,-24 0 15,24 0-15,0 0 0,0 0 0,0 0 0,-25 0 0,25 0 0,0 0 0,0 0 16,0 0 0,0 0-16,0 0 0,-25 0 0,25 0 0,0 0 0,0-25 0,0 25 0,0 0 0,0 0 15,0 0-15,0 0 0,0 0 0,0 0 0,0 0 16,0-25-16,0 25 0,25 0 0,-25 0 0,0 0 0,0 0 0,0-24 15,0 24-15,25 0 0,-25 0 0,0 0 0,0 0 0</inkml:trace>
  <inkml:trace contextRef="#ctx0" brushRef="#br0" timeOffset="1.16531E6">25350 17314 0,'0'0'16,"0"0"-16,0 0 0,0 0 0,0 0 0,0 0 0,0 0 0,0 0 15,0 0-15,0 0 0,0 0 0,25 0 0,-25 0 16,0 0-16,0-25 0,0 25 0,25 0 0,-25 0 0,0 0 15,0 0-15,0-25 0,25 25 0,-25 0 0,0 0 16,0 0-16,0-25 0,25 25 0,-25 0 0,0 0 0,0-25 16,0 25-16,24 0 0,-24 0 0,0-24 0,0 24 0,0 0 15,0-25-15,25 25 0,-25-25 0,0 25 0,0 0 16,0-25-16,0 25 0,0 0 0,25 0 0,-25-25 0,0 25 15,0 0-15,0 0 0,0 0 0,0 0 0,0 0 16,0 0-16,0 0 0,0 0 0,0 0 0,0 0 0,0 0 16,0 0-16,0 0 0,0 25 0,0-25 0,0 0 15,0 0-15,0 25 0,0-25 0,0 0 0,0 25 0,0-25 16,0 0-16,0 25 15,0-25-15,0 24 0,0-24 0,0 0 0,0 25 0,0-25 0,0 25 0,0-25 0,0 0 16,0 25-16,0-25 16,0 0-16,0 25 0,0-25 0,0 0 0,0 24 0,0-24 0,0 0 15,0 0-15,-25 25 0,25-25 0,0 0 0,0 0 0,0 0 0,0 25 0,0-25 16,0 0-16,0 0 0,0 0 0,0 0 0,0 0 0,0 0 15,0 0-15,0 0 0,0 0 16,0 0-16,0 0 0,25 0 0,-25 0 0,0 0 0</inkml:trace>
  <inkml:trace contextRef="#ctx0" brushRef="#br0" timeOffset="1.16603E6">25846 17214 0,'0'0'0,"-24"0"0,24 0 15,0 0-15,0 0 0,0-24 0,0 24 0,0 0 16,0 0-16,0 0 0,0 0 16,0-25-16,0 25 0,0 0 0,0 0 0,0 0 0,0-25 0,0 25 0,24 0 15,-24 0-15,0 0 0,0 0 0,0-25 16,0 25-16,25 0 0,-25 0 0,0 0 0,0 0 0,25 0 0,-25-25 31,0 25-31,25 0 0,-25 0 0,0 0 0,25 0 0,-25 0 0,0 0 0,0 0 0,25 0 0,-25 0 0,0 0 0,24 25 31,-24-25-31,0 0 0,0 0 0,0 0 0,25 25 0,-25-25 0,0 0 0,0 25 0,0-25 0,0 0 0,0 25 16,0-25-16,0 24 0,0-24 0,0 0 15,0 25-15,0-25 0,-25 25 0,25-25 16,0 0-16,0 25 0,0-25 0,0 0 0,-24 25 0,24-25 0,0 0 0,0 24 16,0-24-16,-25 0 0,25 0 0,0 0 0,0 25 0,0-25 0,0 0 15,0 0 1,0 0-16,-25 0 0,25 0 0,0 0 0,0 0 0,0 0 0,0 0 0,0 0 0,0 0 0,0 0 15,0 0-15,0 0 16,0 0-16,0 0 0,0 0 0,0 0 0,0-25 0,25 25 16,-25 0-16,0-24 0,0 24 0,0 0 0,25-25 0,-25 25 0,0 0 0,0-25 0,24 25 15,-24-25-15,0 25 0,25-25 0,-25 25 0,0 0 16,25-24-16,-25 24 0,0-25 15,25 25-15,-25 0 0,0-25 0,25 25 0,-25 0 0,0 0 0,0-25 0,0 25 16,24 0-16,-24 0 0,0 0 0,0-25 0,0 25 16,0 0-16,0 0 0,0 0 0,0 0 15,0 0-15,0 0 0,0 0 0,0 0 0,0 0 0,0 0 0,0 0 0,0 0 16,0 0-16,0 0 15,0 25-15,-24-25 0,24 0 0,0 0 0,0 25 0,0-25 16,0 0-16,0 25 0,0-25 0,0 25 0,-25-25 0,25 24 0,0-24 0,0 0 0,0 25 62,0-25-62,0 25 0,0-25 0,0 0 0,0 25 0,0-25 0,25 0 0,-25 0 0,0 25 0,0-25 0,0 0 0,0 0 0,0 24 0,0-24 0,24 0 0,-24 0 0,0 0 0,0 0 0,0 0 0,25 0 0,-25 0 0,25 0 16,-25 0-16,0 0 16,25 0-16,-25 0 0,25 0 0,-25 0 0,24-24 0,-24 24 0,0 0 0</inkml:trace>
  <inkml:trace contextRef="#ctx0" brushRef="#br0" timeOffset="1.16658E6">26343 17264 0,'0'0'0,"0"0"0,0 0 16,0-25-16,0 25 0,0 0 0,0 0 0,0 0 0,0 0 0,0 0 0,0 0 0,0 0 0,0 0 0,24 0 0,-24 0 0,0 0 15,0 0-15,0-25 0,0 25 0,25 0 0,-25 0 0,0 0 0,0 0 0,0 0 0,25 0 0,-25 0 0,0 0 0,0 0 0,0 0 0,0 0 0,25 0 0,-25 0 0,0 0 0,0 0 0,0 0 0,0 0 0,0 0 0,0 0 0,0 0 0,0 0 0,0 25 16,0-25-16,0 0 0,0 0 0,0 0 0,0 25 0,-25-25 15,25 0 1,0 0-16,0 0 0,0 25 0,0-25 0,-25 0 0,25 0 0,0 0 0,0 25 0,0-25 0,-25 0 31,25 0-31,0 0 0,0 0 0,0 0 0,0 24 0,0-24 0,0 0 0,0 0 0,0 0 0,0 0 16,0 0-16,0 0 0,0 0 0,0 0 0,0 0 0,0 0 0,0 0 0,0 25 31,0-25-31,0 0 0,0 0 0,0 0 0,0 0 0,0 0 0,25 0 0,-25 0 16,0 0-16,0 0 0,0 0 0,0 0 0,0 0 0,0 25 0,25-25 0,-25 0 15,0 0 1,0 0-16,0 0 0,0 0 0,0 25 0,0-25 0,0 0 0,0 0 0,0 0 15,0 0-15,0 25 0,0-25 0,0 0 0,0 0 0,0 0 0,0 0 0,0 0 32,0 0-32,0 0 0,0 24 0,0-24 0,0 0 0,0 0 0,-25 0 0,25 0 0,0 0 0,0 0 0,0 0 15,-25 0-15,25 0 0,0 0 16,0 0-16,0 0 0,-24 0 0,24 0 0,0 0 0,0 0 15,0 0-15,0 0 0,0 0 0,-25 0 0,25 0 0,0 0 0,0 0 0,0-24 0,0 24 16,0 0-16,0 0 0,0 0 0,0-25 16,0 25-16,25 0 0,-25 0 0</inkml:trace>
  <inkml:trace contextRef="#ctx0" brushRef="#br0" timeOffset="1.167E6">26789 17190 0,'0'0'0,"0"0"0,0 0 16,0 0-16,0 0 0,0 0 0,0 0 0,0 0 0,0 0 0,0 0 15,0 0-15,0 0 0,0 0 16,0 0-16,0 0 0,0 0 0,0 0 0,0 0 0,25 0 0,-25 0 0,0 0 31,0 0-31,0 0 0,25 0 0,-25 0 0,0 24 0,24-24 0,-24 0 0,0 0 0,25 0 0,-25 0 0,0 0 16,25 0-16,-25 0 0,25 0 0,-25 0 0,0 0 15,25 0-15,-25 0 0,24 0 16,-24 0-16,0 0 0,25 0 0,-25 0 0,25 0 0,-25 0 0,0 0 0,0 0 0,0 0 16,25 0-16,-25 0 0,0 0 0,0 0 15,0 0-15,0 0 0,0 0 0,0 0 16,0 0-16,0 0 0,0 0 0,0-24 0,0 24 0,0 0 0,0 0 15,-25 0-15</inkml:trace>
  <inkml:trace contextRef="#ctx0" brushRef="#br0" timeOffset="1.16726E6">26938 17041 0,'0'0'0,"0"-25"0,-25 25 0,25 0 16,0 0-16,0 0 0,0 0 0,0 0 0,0 0 16,0 0-16,0 0 0,0 0 0,0 0 0,0 0 15,0 0-15,0 0 0,0 25 0,0-25 0,0 0 0,0 0 16,0 0-16,0 25 0,0-25 0,0 0 0,0 24 0,0-24 15,0 25-15,0-25 0,0 0 0,0 25 0,0-25 16,0 25-16,0-25 0,0 0 0,0 25 0,0-25 0,0 0 16,0 24-16,0-24 0,0 25 0,-25-25 0,25 0 15,0 25-15,0-25 0,0 0 0,0 0 0,0 25 0,0-25 16,0 0-16,-25 0 0,25 0 0,0 25 0,0-25 0,0 0 15,0 0-15,0 0 0,0 0 0,0 0 0,0 0 0,0 0 16,0 0 0</inkml:trace>
  <inkml:trace contextRef="#ctx0" brushRef="#br0" timeOffset="1.16852E6">27360 17090 0,'0'0'0,"0"0"15,0-24-15,0 24 0,0 0 0,0 0 0,0 0 16,0 0-16,0-25 0,0 25 0,0 0 16,0 0-16,0 0 0,0 0 0,0 0 0,0 0 0,0 0 0,0 0 0,0 0 31,0 0-31,0 25 0,0-25 0,0 0 0,0 24 0,0-24 0,0 0 0,0 25 0,0-25 15,0 25-15,0-25 0,0 0 0,0 25 0,0-25 0,0 25 0,0-25 0,0 0 16,0 24 0,0-24-16,-25 25 0,25-25 0,0 0 0,0 25 0,0-25 15,0 0-15,0 25 0,0-25 0,0 0 0,0 0 0,0 25 0,-25-25 0,25 0 0,0 0 0,0 0 16,0 0-16,0 0 15,0 0-15,0 0 0,0 0 0,0 0 0,0 0 16,25 0-16,-25 0 0,0 0 0,0 0 0,0 0 0,0 0 0,25-25 0,-25 25 0,0 0 0,24-25 31,-24 25-31</inkml:trace>
  <inkml:trace contextRef="#ctx0" brushRef="#br0" timeOffset="1.16892E6">27608 17041 0,'0'0'15,"0"0"-15,0-25 0,0 25 0,0 0 0,0 0 0,0 0 16,0 0-16,0 0 0,0-25 0,0 25 0,0 0 15,0 0-15,0 0 0,0 0 0,0 0 0,0 0 0,0 0 16,0 0-16,0 0 0,0 0 0,0 0 0,0 0 0,0 0 16,0 0-16,0 0 0,0 0 0,-25 0 0,25 0 15,0 25-15,0-25 0,0 0 0,0 25 0,-25-25 16,25 0-16,0 25 0,0-25 0,0 24 0,0-24 0,-25 0 15,25 25-15,0-25 0,0 25 0,0-25 0,0 25 0,0-25 16,0 0-16,0 25 0,0-25 0,0 24 0,0-24 16,0 0-16,0 0 0,0 25 0,0-25 15,0 0-15,0 0 0,0 0 0,0 0 0,25 25 0,-25-25 0,0 0 0,0 0 16,0 0-1,0 0-15,25-25 0,-25 25 0,0 0 0,0 0 0,25 0 0,-25 0 16,0-25-16,24 25 0,-24 0 0,0 0 0,0-24 0,25 24 0,-25 0 16,0-25-16,0 25 0,25-25 0,-25 25 15,0 0-15,0-25 0,0 25 0,0 0 0,0-25 0,0 25 16,0 0-16,0-24 0,25 24 0,-25 0 0,0 0 0,0 0 0,0-25 0,0 25 15,0 0-15,0 0 16,0 0-16,0 0 0,0 0 0,0 0 0,-25 0 0,25 0 16,0 0-16,0 0 0,0 0 0,0 0 15,0 0-15,0 0 0,0 0 0,0 0 0,0 0 0</inkml:trace>
  <inkml:trace contextRef="#ctx0" brushRef="#br0" timeOffset="1.16939E6">27880 16966 0,'0'0'0,"-24"-24"0,24 24 0,0 0 0,0 0 0,0 0 16,0 0-16,0 0 0,0 0 0,0 0 0,0 0 15,0 0-15,0 0 0,0 0 78,0 0-78,0 0 0,0 0 0,0 0 0,0 0 0,0 0 0,0 0 0,0 0 0,0 0 16,0 0-16,0 0 0,0 24 0,0-24 0,0 0 0,0 0 0,0 0 0,0 25 0,0-25 0,0 0 0,0 25 0,0-25 0,-25 0 0,25 0 0,0 25 0,0-25 0,0 0 0,0 0 15,0 25-15,0-25 0,0 0 0,0 24 0,0-24 0,0 0 0,0 0 0,0 25 0,25-25 0,-25 0 0,0 0 0,0 25 0,0-25 16,0 0-16,0 0 0,0 0 0,0 25 0,0-25 0,0 0 0,24 0 31,-24 25-31,0-25 0,0 0 0,0 0 0,0 0 0,0 24 0,0-24 0,25 0 0,-25 0 16,0 0-16,0 0 0,0 0 0,0 0 0,0 25 0,0-25 0,0 0 15,0 0-15,0 0 0,0 0 0,0 0 0,0 0 0,0 0 0,0 0 16,0 0-16,0 0 0,0 25 16,0-25-16,0 0 0,0 0 0,0 0 0,0 0 0,0 0 0,0 0 0,0 0 15,-25 0-15,25 0 16,0 0-16,0 0 0,0 0 0,-24 0 0,24 0 15,0 0-15,0 0 0,-25 0 0,25 0 0,0 0 0,0 0 0,-25 0 0,25-25 0,0 25 0,0 0 16,0 0 0,0 0-16,-25 0 0,25-25 0,0 25 0,0 0 0,0 0 0,0-24 0,0 24 15,0 0-15,0-25 0</inkml:trace>
  <inkml:trace contextRef="#ctx0" brushRef="#br0" timeOffset="1.16965E6">27880 16892 0,'25'0'0,"-25"0"16,0 0-16,0 0 0,0 0 0,0 0 0,25 0 0,-25 0 15,0 0-15,0 0 0,25 0 0,-25 0 0,0 0 0,25 0 16,-25 0-16,0 0 0,24 0 0,-24 0 0,25 0 16,-25 0-16,25 0 0,-25 0 0,0 0 0,25 0 0,-25 0 15,0 25-15,25-25 0,-25 0 0,0 0 0,25 0 16,-25 0-16</inkml:trace>
  <inkml:trace contextRef="#ctx0" brushRef="#br0" timeOffset="1.16991E6">28104 16942 0,'0'0'0,"0"0"0,25-25 16,-25 25-16,0 0 0,0 0 0,0 0 0,0 0 15,0-25-15,0 25 0,24 0 0,-24 0 0,0 0 0,0 0 16,0 0-16,25 0 0,-25 0 0,0 0 0,0 0 0,0 25 15,25-25-15,-25 0 0,0 0 0,0 0 0,0 25 16,25-25-16,-25 0 0,0 0 0,0 24 0,0-24 0,0 0 16,0 25-16,0-25 0,0 0 0,0 25 0,0-25 15,0 0-15,0 25 0,0-25 0,0 0 0,-25 25 0,25-25 16,0 0-16,0 24 0,0-24 0,0 0 0,-25 25 0,25-25 15,0 0-15,0 0 0,-25 25 0,25-25 0,0 0 0,0 0 16,-24 0-16,24 25 0,0-25 0,0 0 0,0 0 16,0 0-16,0 0 0,-25 0 0,25 0 0,0 0 0,0 0 15,0 0-15,0 0 0,0 0 0,0 0 0,0 0 16,0 0-16,0 0 0,0 0 0,0 0 0,0 0 0,25 0 15,-25-25-15,0 25 0,0 0 0,0-25 16,0 25-16,0 0 0,0-25 16,24 25-16,-24 0 0,0-24 0,0 24 0</inkml:trace>
  <inkml:trace contextRef="#ctx0" brushRef="#br0" timeOffset="1.17021E6">28203 16991 0,'25'0'0,"-25"-25"16,0 25-16,0 0 0,0 0 0,0 0 0,0 0 0,0 0 15,0 0-15,25-24 0,-25 24 0,0 0 0,0 0 0,0 0 16,0 0-16,0 24 0,0-24 0,0 0 0,0 0 16,0 0-16,-25 25 0,25-25 0,0 0 0,0 0 15,0 25-15,0-25 0,0 0 0,0 25 0,0-25 0,0 25 16,0-25-16,0 0 0,0 24 0,0-24 0,-25 0 15,25 25-15,0-25 0,0 0 0,0 25 0,0-25 0,0 0 0,0 25 16,0-25-16,0 0 0,0 25 0,0-25 0,25 0 16,-25 24-16,0-24 0,0 0 0,0 0 0,0 25 0,25-25 15,-25 0-15,0 0 0,0 0 0,24 0 0,-24 25 16,25-25-16,-25 0 0,0 0 0,25 0 0,-25 0 0,0 0 15,25 0-15,-25 0 0,25 0 0,-25 0 0,0 0 0,24 0 16,-24-25-16,0 25 0,0 0 0</inkml:trace>
  <inkml:trace contextRef="#ctx0" brushRef="#br0" timeOffset="1.17084E6">28476 17140 0,'0'0'0,"0"0"0,0 0 0,0 0 0,0 0 0,0 0 16,0 0-16,0 0 0,0 0 0,0 0 0,0 0 0,0 25 15,0-25-15,0 0 0,0 0 0,0 0 0,0 0 0,0 0 16,0 0-16,0 25 0,0-25 0,0 0 0,-25 0 16,25 0-16,0 0 0,0 0 0,0 0 0,0 24 15,0-24-15,0 0 0,0 0 0,0 0 0,0 0 0,-25 25 16,25-25-16,0 0 0,0 0 0,0 0 0,0 0 0,0 0 15,0 25-15,-25-25 0,25 0 0,0 0 0,0 0 0,0 0 16,0 25-16,-24-25 0,24 0 0,0 0 0,0 0 16,0 0-16,0 25 0,-25-25 0,25 0 0,0 0 0,0 0 15,0 0-15,0 24 0,0-24 0,-25 0 0,25 0 16,0 0-16,0 0 0,0 25 0,0-25 0,0 0 0,0 0 15,0 0-15,0 0 0,0 25 0,0-25 0,-25 0 0,25 0 16,0 0-16,0 0 0,0 0 0,0 0 0,0 25 16,0-25-1,0 0-15,0 0 0,0 0 0,0 0 0,0 0 0,0 0 0,0 0 0,0 0 16,0 0-16,0 0 0,0 0 0,0 0 0,0 0 0,0 0 0,0 0 0,0 0 15,0 0-15,0 0 0,0 0 0,0 0 0,0 0 16,0 0-16,0 0 0,0 0 16,0 0-16,0 0 0,25 0 0,-25 0 0,0 0 0,0 0 0,0 0 0,0 0 15,0 0-15,0 0 0,0 0 0,0 0 0,0 0 16,0 0-16,0 0 0,0 0 0,0 0 15,0 0-15,0 0 0,0 0 0,0 0 0,0 0 0,0 0 0,0 0 0,0 0 16,0 0-16,0 0 0,0 0 0,0 0 0,0 0 0,0 0 16,0 0-16,0 0 0,0 0 15,0 0-15,0 0 0,0 0 16,0 0-16,0 0 0,0 0 0,0 0 0,0 0 0,25 0 0,-25 0 15,0 0-15,0 0 0,0 0 0,0 0 0,25 0 0,-25 0 0,0 0 0,24 0 16,-24 0-16,0 0 0,0 0 0,25 0 0,-25 0 0,0 0 0,25 0 0,-25 0 31,0 0-31,25 0 0,-25 0 0,25 0 0,-25 0 0,0 0 0,24 0 0,-24 0 0,0 0 16,0 0-16,25 0 0,-25 0 31,0 0-31,0 0 0,0 0 0,25 0 0,-25 0 0,0 0 0,0 0 0,0 0 0,0 0 0,0 0 0,0 0 0,0 0 0,0 0 0,0 0 16,0 0-16,0 0 0,0 0 0,0 0 0,0 0 0,0 0 15,0 0-15,0 0 0,0 0 16,0 0-16,0 0 0,0 0 0,0-25 0,0 25 0,0 0 0,0 0 0,-25 0 15,25 0-15,0 0 0,0 0 0,0 0 0,0 0 0,0 0 0,0-25 16,0 25-16,0 0 16,0 0-16</inkml:trace>
  <inkml:trace contextRef="#ctx0" brushRef="#br0" timeOffset="1.17113E6">28550 17289 0,'0'-25'0,"0"25"0,0 0 0,0 0 0,0 0 0,0 0 16,0 0-16,0 0 0,0 0 0,0 0 0,0 0 0,0 0 16,0 0-16,0 0 0,0 0 0,0 0 15,0 0-15,0 0 0,0 0 0,0 0 0,0 0 0,0 0 0,0 0 16,0 25-16,0-25 0,0 0 0,0 0 0,0 25 15,0-25-15,0 0 0,0 24 0,0-24 0,0 25 0,0-25 16,0 0-16,0 25 0,0-25 0,0 25 0,-25-25 0,25 0 16,0 25-16,0-25 0,0 24 0,0-24 0,0 0 15,0 25-15,0-25 0,0 0 0,0 0 0,0 25 0,0-25 16,0 0-16,0 0 0,0 25 0,-24-25 0,24 0 15,0 0-15,0 0 0,0 0 0,0 0 0,0 25 0,0-25 16,0 0-16,0 0 0,0 0 0,0 0 0,0 0 0,0 0 16,0 0-16,0 0 0,0 0 15,0 0-15,0 0 0,0 0 0,0 0 0,0 0 0,0-25 0,0 25 0,0 0 0,0 0 16,0 0-16,0 0 0,0-25 0</inkml:trace>
  <inkml:trace contextRef="#ctx0" brushRef="#br0" timeOffset="1.1716E6">28823 16917 0,'0'0'0,"0"0"31,0-25-31,0 25 0,0 0 0,0 0 0,0 0 0,0 0 0,0-25 0,0 25 16,0 0-16,0 0 0,0 0 0,0 0 0,25 0 0,-25 0 0,0 0 0,0 0 16,0 0-16,0 0 0,25-25 0,-25 25 0,0 0 0,24 0 15,-24 0-15,0 0 16,25 0-16,-25 0 0,0 0 0,25 0 0,-25 0 0,0 0 0,25 0 0,-25 0 0,0 0 15,25 25-15,-25-25 0,0 0 0,0 0 0,24 0 0,-24 0 16,0 0-16,0 0 16,0 0-16,0-25 0,0 25 0,0 0 0,0 0 0,0 0 0,0 0 0,0 0 0,0 25 31,0-25-31,0 0 15,-24 0-15</inkml:trace>
  <inkml:trace contextRef="#ctx0" brushRef="#br0" timeOffset="1.17186E6">28798 17140 0,'0'0'0,"0"0"0,-25 25 16,25-25-16,0 0 0,0 0 0,0 0 0,0 0 15,0 0-15,0 0 0,0 0 0,0 0 0,0 0 0,0 0 16,0 0-16,25 0 0,-25 0 0,0 0 0,0 0 15,0 0-15,0 0 0,25 0 0,-25 0 0,0 0 0,0 0 16,25 0-16,-25 0 0,0 0 0,25 0 0,-25 0 0,0 0 16,24 0-16,-24 0 0,0 0 0,25 0 0,-25 0 15,0 0-15,25 0 0,-25 0 0,0 0 0,25 0 0,-25 0 16,0 0-16,0 0 0,25 0 0,-25 0 0,0 0 15,0 0-15,0 0 16,24 0-16,-24 0 0,0 0 0,0-25 0,0 25 0,0 0 0,0 0 16,0 0-16</inkml:trace>
  <inkml:trace contextRef="#ctx0" brushRef="#br0" timeOffset="1.17677E6">29418 16520 0</inkml:trace>
  <inkml:trace contextRef="#ctx0" brushRef="#br0" timeOffset="1.1785E6">29319 16594 0,'0'-24'0,"0"24"32,0 0-32,0 0 0,0 0 0,0 0 0,0 0 0,0 0 0,0 0 15,0 0-15,0 0 0,0 0 0,0 0 0,0 0 0,0 0 0,0 0 0,0 0 0,0 0 16,0 0-1,0 0-15,0 0 0,0 0 0,0 0 0,0 0 0,0 0 0,0 0 0,0 0 156,0 49-156,0-49 0,0 0 0,0 25 0,-25-25 0,25 0 0,0 0 0,0 25 0,0-25 0,0 0 0,0 25 0,0-25 0,0 0 16,0 24-16,0-24 0,-24 0 0,24 0 0,0 25 0,0-25 0,0 0 0,0 0 0,0 25 0,0-25 0,0 0 0,0 0 0,0 25 0,0-25 0,-25 0 0,25 0 0,0 0 0,0 0 0,0 0 0,0 0 0,0 25 0,0-25 0,0 0 0,0 0 0,0 0 0,0 0 16,0 0-16,0 0 0,0 0 0,0 0 0,0 0 0,0 0 15,0 0 110,25-25-125,-1 25 0,-24 0 0,0 0 47,25-25-47,-25 25 0,0 0 0,25 25 0,-25-25 0,0 0 0,0 0 0,0 0 0,0 0 0,0 0 0,0 0 0,25 0 0,-25 0 0,0 0 0,0 25 0,0-25 0,0 0 0,0 0 0,0 0 0,0 24 0,0-24 0,25 0 0,-25 0 0,0 0 0,0 25 0,0-25 16,0 0-16,0 0 0,0 0 0,0 25 0,0-25 0,0 0 0,0 0 0,24 0 0,-24 25 0,0-25 0,0 0 0,0 0 0,0 25 15,0-25-15,0 0 0,0 0 0,0 0 0,0 24 0,0-24 0,0 0 0,-148 149 687</inkml:trace>
  <inkml:trace contextRef="#ctx0" brushRef="#br0" timeOffset="1.17938E6">29369 16446 0,'0'0'0,"0"0"0,0 0 0,0 0 0,0 0 0,0 0 0,0 0 0,0 0 0,0 0 0,0 0 0,0 0 0,0 0 15,0 0-15,0 0 0,0 0 0,0 0 0,0 0 16,0 0-16,0 0 0,0 0 359,173 24-359,-173-24 0,0 0 0,0 0 0,0 0 0,0 0 0,25 0 0,-25 0 0,0 0 0,0 0 0,0 0 0,0 0 0,0 0 0,0 0 0,0 0 0,25 0 15,-25 0-15,0 0 0,0 0 0,0 0 0,0 0 0,0 0 0,0 0 0,0 0 0,0 0 0,0 0 0,0 0 0,0 0 0,0 0 0,0 0 0,0 0 0,0 0 0,0 0 0,0 0 0,0 0 0,0 0 0,0 0 0,0 0 0,0 0 0,0 0 16,0 0-16,0 0 0,0 0 0</inkml:trace>
  <inkml:trace contextRef="#ctx0" brushRef="#br0" timeOffset="1.18272E6">29592 16793 0,'0'0'0,"0"0"0,0 0 0,0 0 16,0 0-16,0 0 0,0 0 0,0 0 0,0 0 0,0 0 0,0 0 31,0 0-31,0 0 0,0 0 0,0 0 0,0 0 0,0 0 0,0 0 0,0 0 0,0 0 15,0 0-15,0 0 0,0 0 0,0 0 0,0 0 0,0 0 16,0 0-16,0 0 0,0 0 0,0 0 16,0 0 46,0 0-62,0 0 0,0 0 0,0 0 0,0 0 0,0 0 0,25 0 0,-25 0 0,0 0 0,0 0 0,0 0 0,0 0 0,25 0 0,-25-25 0,0 25 0,0 0 0,0 0 0,24 0 0,-24 0 0,0 0 0,0 0 0,25-25 0,-25 25 0,0 0 0,0 0 0,25 0 0,-25 0 0,0-25 0,25 25 0,-25 0 16,0 0-1,0-24-15,25 24 0,-25 0 0,0 0 0,0-25 0,24 25 0,-24 0 0,0 0 16,0-25-16,0 25 0,25 0 0,-25 0 0,0 0 0,0 0 0,0-25 0,0 25 15,0 0 1,0 0-16,0 0 0,0 0 0,0 0 0,0 0 0,0 0 0,0 0 16,0 0-16,0 0 0,0 0 0,0 0 0,0 0 0,0 0 0,0 0 0,0 0 15,0 0 1,0 0-16,0 0 0,0 0 0,0 0 0,0 0 0,0 0 0,0 0 0,0 0 15,0 0-15,0 0 0,0 0 0,0 0 0,0 25 0,0-25 0,0 0 0,0 0 16,0 25-16,0-25 0,0 0 0,0 25 16,0-25-16,0 0 0,0 24 0,-25-24 0,25 0 15,0 25-15,0-25 0,0 25 0,0-25 0,0 0 0,0 25 0,0-25 0,0 25 16,0-25-1,0 0-15,-24 24 0,24-24 0,0 0 0,0 25 0,0-25 0,0 0 0,0 25 16,0-25-16,0 0 0,0 0 0,0 25 0,0-25 0,0 0 0,0 0 0,-25 25 16,25-25-1,0 0-15,0 0 0,0 24 0,0-24 0,0 0 0,0 0 0,0 0 0,0 25 16,0-25-16,0 0 0,0 0 0,0 0 0,0 25 0,0-25 0,0 0 0,0 0 31,0 0-31,0 0 0,0 0 0,0 25 0,0-25 0,0 0 0,0 0 0,0 0 16,0 0-16,0 0 0,0 0 0,0 0 0,0 0 0,0 0 0,0 0 0,0 0 15,0 0-15,0 0 16,0 0-16,-25 0 0,25 0 0,0-25 0,0 25 0,0 0 0,0 0 15,25 0-15,-25-25 0,0 25 0,0 0 0</inkml:trace>
  <inkml:trace contextRef="#ctx0" brushRef="#br0" timeOffset="1.18384E6">29989 16694 0,'0'0'0,"0"0"0,0 0 0,0-25 0,0 25 0,0 0 0,0 0 0,0 0 0,0 0 0,0 0 0,0 0 0,0 0 0,0 0 16,0 0-16,0 0 0,0-25 0,0 25 0,0 0 0,0 0 0,0 0 0,0 0 0,0 0 0,0 0 0,0 0 0,0 0 0,0 0 0,0 0 0,0 0 0,0 0 0,0-25 0,0 25 0,0 0 0,0 0 0,0 0 0,0 0 0,0 0 0,0 0 0,0 0 0,0 0 16,0 0-16,25 0 0,-25 0 0,0-25 0,0 25 0,0 0 15,0 0-15,24 0 47,-24 0-47,0 0 31,0 0-15,25 0-16,-25 0 0,0 0 0,0 0 0,25 0 0,-25 0 0,0 0 0,0 0 0,25 0 0,-25 0 0,0 0 0,0 0 0,25 0 0,-25 0 0,0 0 0,0 0 0,0 0 0,0 0 0,24 0 0,-24 25 0,0-25 0,0 0 0,0 0 0,0 0 0,0 0 0,0 25 0,0-25 0,0 0 0,0 0 0,0 0 0,0 25 0,0-25 0,0 0 0,0 0 15,0 25-15,0-25 0,0 0 0,0 0 0,0 0 0,0 24 16,0-24 31,-24 0-32,24 0-15,0 0 0,0 25 0,0-25 0,-25 0 0,25 0 0,0 0 0,0 25 0,-25-25 0,25 0 0,0 0 0,0 0 0,-25 25 0,25-25 0,0 0 0,0 0 0,0 0 0,-25 0 0,25 0 0,0 0 0,0 25 0,0-25 0,0 0 0,0 0 0,-24 0 16,24 0-16,0 0 0,0 0 0,0 0 0,0 0 0,0 0 16,0 0-16,0 0 0,0 0 15,0 0-15,0 0 0,0 0 0,0 0 0,0 0 0,0 0 0,0 0 16,0 0-1,0 0-15,0 0 0,0 0 0,0 0 0,0 0 0,0 0 0,0 0 0,0 0 0,0 0 16,0 0-16,0 0 0,0 0 0,0 0 0,0 0 0,24 0 0,-24 0 0,0 0 16,0 0-16,0-25 0,25 25 15,-25 0-15,0 0 0,0 0 0,0 0 0,0 0 0,25 0 16,-25 0-16,0 0 0,0 0 0,0 0 0,25 0 0,-25 0 0,0 25 15,0-25-15,0 0 0,0 0 16,25 0-16,-25 0 0,0 0 0,0 24 0,0-24 0,0 0 0,0 0 16,0 0-16,0 25 0,0-25 0,0 0 0,0 0 0,0 25 0,0-25 62,0 0-62,0 0 0,0 25 0,0-25 0,0 0 0,0 0 0,0 25 0,0-25 0,0 0 0,-25 0 0,25 0 0,0 24 0,0-24 0,0 0 0,0 0 0,0 25 0,-25-25 0,25 0 0,0 0 0,0 0 0,-25 0 0,25 25 0,0-25 16,0 0-16,-25 0 0,25 0 0,0 0 15,0 0-15,-24 0 0,24 0 0,0 0 16,0 0-16,0 0 0,-25 0 0,25 0 0,0 0 0,0 0 0,0 0 0,-25 0 15,25 0-15,0 0 0,0 0 0,0 0 0,0 0 0,0 0 0,0 0 32,0 0-32,0 0 0,-25 0 0,25 0 0,0 0 0,0 0 0,0-25 15,0 25-15,0 0 0,0 0 0,0 0 0,0 0 0,0 0 0,0 0 0,0 0 0,0 0 0,0 0 16,0 0-1,0 0-15,0 0 0,0 0 0,0 0 0,0 0 0,0 0 16,0 0-16,0 0 0,0 0 0,0 0 0,0 0 0,25 0 16,-25 0-16,0 0 0</inkml:trace>
  <inkml:trace contextRef="#ctx0" brushRef="#br0" timeOffset="1.18974E6">25078 17760 0,'0'0'16,"0"0"-16,0 0 0,0 0 16,0 0-16,0 0 0,0 0 0,0 0 0,0 0 0,0 0 0,0 0 15,0 0-15,0 0 0,0 0 0,-25 0 0,25 0 0,0 0 0,0 0 0,0 0 16,0 0-1,0 0-15,0 0 0,0 0 0,0 0 0,0 0 0,0 0 0,0 0 0,0 0 0,0 0 16,0 0-16,0 0 0,0 0 0,0 0 0,0 0 0,0 0 0,0 0 16,0 0-1,0 0-15,0 0 0,0 0 0,0 0 0,0 0 0,0 0 0,25 0 0,-25 0 0,0 0 0,0-25 16,0 25-16,0 0 0,0 0 0,0 0 0,0 0 0,24 0 15,-24 0-15,0 0 16,0 0-16,0 0 0,25 0 0,-25 0 0,0 0 0,0 0 0,0 0 31,0 0-31,25 0 0,-25 0 0,0 0 0,0 0 0,0 0 0,0 25 0,25-25 0,-25 0 0,0 0 0,0 0 0,0 0 0,0 0 0,0 25 0,25-25 16,-25 0-16,0 0 0,0 25 15,0-25-15,0 0 0,0 0 0,0 0 0,0 25 0,0-25 0,0 0 0,0 24 16,0-24-16,0 0 16,0 0-16,-25 25 0,25-25 0,0 0 0,0 25 0,0-25 0,0 0 15,0 0-15,-25 25 0,25-25 0,0 0 0,0 0 0,0 0 0,0 25 0,0-25 0,-25 0 16,25 0-1,0 0-15,0 0 0,0 24 0,0-24 0,0 0 0,0 0 0,0 0 16,-25 0-16,25 0 0,0 0 0,0 0 0,0 0 0,0 0 0,0 0 0,0 0 0,0 0 16,0 0-16,0 0 15,25 0-15,-25 0 0,0 0 0,0 0 0,0-24 0,0 24 0,0 0 0,0 0 16,0-25-16,25 25 0,-25 0 0,0-25 0,0 25 0,0 0 0,25-25 31,-25 25-31,0 0 0,0-25 0,25 25 0,-25 0 0,0 0 0,24-24 0,-24 24 0,0 0 0,0-25 16,25 25-16,-25 0 0,0 0 0,0 0 0,0-25 0,25 25 0,-25 0 0,0 0 15,0 0 1,0 0-16,0-25 0,0 25 0,0 0 0,0 0 0,0 0 0,0 0 0,0 0 15,0 0-15,0 0 0,0 0 0,0 0 0,0 0 0,0 0 0,0 0 0,0 0 16,0 0 0,-25 0-16,25 0 0,0 0 0,0 0 0,0 0 0,0 0 0,0 25 0,-25-25 15,25 0-15,0 0 0,0 25 0,0-25 0,0 0 0,0 25 16,0-25-16,0 0 0,0 24 0,0-24 0,0 0 0,0 25 0,0-25 0,0 0 15,0 0-15,0 25 0,0-25 16,0 0-16,0 25 0,0-25 0,0 0 0,25 0 0,-25 0 0,0 25 16,0-25-16,0 0 0,0 0 0,25 0 0,-25 0 0,0 0 0,0 24 0,0-24 31,0 0-31,25 0 0,-25 0 0,0 0 0,0 0 0,0 0 0,25 0 0,-25 0 0,0 0 15,0 0-15,0 0 0,0 0 0,0 0 0</inkml:trace>
  <inkml:trace contextRef="#ctx0" brushRef="#br0" timeOffset="1.19017E6">25375 17983 0,'0'0'0,"0"0"0,0 0 0,0 0 0,25 0 0,-25-24 16,0 24-16,0 0 0,0 0 0,0 0 0,0 0 0,0 0 15,0 0-15,0 0 0,0 0 0,0 0 0,0 0 0,0 0 16,0 0-16,0 0 0,25 0 0,-25 0 0,0 0 15,0 0-15,0 0 0,0 0 0,0 0 0,0 0 0,25 0 0,-25 0 16,0 0-16,0 0 0,0 0 0,0 0 0,0 0 16,0 0-16,0 0 0,0 0 0,0 24 0,0-24 0,0 0 15,0 0-15,0 0 0,0 0 0,0 0 0,0 0 16,0 25-16,0-25 0,0 0 0,0 0 15,0 0-15,0 25 0,0-25 0,0 0 0,0 0 0,-25 25 16,25-25-16,0 0 16,0 0-16,0 0 0,0 25 0,0-25 0,-25 0 0,25 0 0,0 0 15,0 0-15,0 0 0,0 24 0,0-24 0,0 0 0,0 0 16,0 0-1,0 0-15,0 0 0,0 0 0,0 0 0,0 0 0,0 0 0,0 0 16,0 0-16,0 0 0,0 25 0,0-25 0,0 0 0,0 0 0,0 0 16,25 0 15,-25 0-31,0 0 0,0 0 0,0 0 0,0 0 15,25 0-15,-25 0 0,0 0 0,24 0 0,-24 0 0,0 0 0,25 0 0,-25-25 0,25 25 0,-25 0 0,25 0 0,-25 0 16,25 0-16,-1 0 0,-24 0 0,25 0 0,-25 0 0,25 0 0,0-24 16,-25 24-1,25 0-15,-1 0 0,1 0 0</inkml:trace>
  <inkml:trace contextRef="#ctx0" brushRef="#br0" timeOffset="1.19044E6">25896 17959 0,'0'0'0,"0"0"0,0 0 0,0 0 16,-25-25-16,25 25 0,0 0 0,0 0 0,0 0 0,0 0 0,0 0 15,0 0-15,0 0 0,0 0 0,0 0 0,25 0 0,-25 0 16,0 0-16,0 0 0,0 25 0,0-25 0,0 0 15,25 0-15,-25 0 0,0 0 0,0 0 0,0 0 0,25 0 16,-25 0-16,0 0 0,25 0 0,-25 0 0,0 0 16,24 0-16,-24 0 0,25-25 0,-25 25 0,0 0 0,25 0 15,-25 0-15,25 0 0,-25 0 0,25 0 0,-25 0 0,24 0 16,-24 0-16,25 0 0,-25 0 0,25 0 15,-25 0-15,25 0 0,-25 0 0,0 0 0</inkml:trace>
  <inkml:trace contextRef="#ctx0" brushRef="#br0" timeOffset="1.19142E6">26417 17884 0,'0'0'0,"0"0"16,0-25-16,0 25 0,0 0 0,0 0 0,0 0 0,0 0 0,0 0 0,0 0 15,0 0 1,0-24-16,0 24 0,0 0 0,0 0 0,0 0 0,0 0 0,0 0 0,0-25 0,0 25 31,0 0-31,0 0 0,0 0 0,0 0 0,0 0 0,0 0 0,0 0 0,0 0 0,0 0 0,0 0 0,0 0 0,0 0 16,0 0-16,0 0 0,0 0 0,0 0 0,0 0 0,0 0 0,0 0 31,0 0-31,0 0 0,0 0 0,0 0 0,0 0 0,0 0 0,0 0 0,0 0 0,25 0 0,-25 0 15,0 0-15,0 0 0,0 0 0,0 0 0,0 0 0,0 0 0,25 0 16,-25 0 0,0 0-16,0 0 0,0 0 0,0 25 0,24-25 0,-24 0 0,0 0 0,0 0 0,0 24 0,0-24 31,25 0-31,-25 25 0,0-25 0,0 0 0,0 0 0,0 25 0,0-25 0,0 0 0,0 25 0,0-25 0,0 0 0,0 25 15,0-25-15,0 0 0,0 0 16,-25 24-16,25-24 0,0 0 0,0 0 0,0 0 0,0 25 16,0-25-16,0 0 0,0 0 0,-24 0 0,24 25 0,0-25 0,0 0 15,0 0 1,0 0-16,0 0 0,0 0 0,0 0 0,0 0 0,0 0 15,0 0-15,0 0 0,0 0 0,0 0 0,0 0 0,0 0 0,0 0 0,0 0 16,0 0 0,0 0-16,0-25 0,0 25 0,0 0 0,0 0 0,24-25 0,-24 25 0,0 0 0,0 0 0,0-24 0,25 24 31,-25 0-31,0-25 0,0 25 0,25 0 0,-25-25 0,0 25 0,0 0 0,25-25 0,-25 25 0,0 0 15,0 0-15,0-25 0,0 25 0,25 0 0,-25 0 0,0 0 0,0-24 32,0 24-32,0 0 0,0 0 15,0 0-15,0 0 0,0 0 0,0 0 0,0 0 0,0 0 0,0 0 0,0 0 0,0 0 0,0 0 0,0 0 0,0 0 16,0 0-16,0 0 0,0 0 0,0 0 0,0 0 0,0 0 0,0 0 0,0 0 15,-25 0-15,25 24 0,0-24 0,0 0 0,0 25 0,0-25 0,0 0 16,0 25-16,0-25 0,0 0 16,0 25-16,0-25 0,25 25 0,-25-25 0,0 0 0,0 0 0,0 24 15,0-24-15,0 0 0,0 0 0,0 25 0,0-25 0,0 0 16,24 0-16,-24 0 15,0 0-15,0 25 0,0-25 0,25 0 0,-25 0 0,0 0 0,25 0 0,-25 0 0,0-25 16,25 25-16,-25 0 0,0 0 16,25 0-16,-25 0 0,0 0 0,24-25 15,-24 25-15,0 0 0</inkml:trace>
  <inkml:trace contextRef="#ctx0" brushRef="#br0" timeOffset="1.19197E6">26839 17884 0,'0'0'15,"0"0"-15,0 0 0,0 0 0,0 0 0,0 0 0,0 0 16,0 0-16,0 0 0,0 0 0,0 0 0,0 0 0,0 0 16,0 0-16,0 0 0,0 0 0,0 0 0,0 0 0,0 0 15,0 0-15,0 0 0,0 0 0,0 0 0,24 0 16,-24-25-16,0 25 0,0 0 0,0 0 0,0 0 0,0 0 15,0 0-15,0 0 0,25 0 0,-25 0 0,0 0 0,0 0 16,0 0-16,0 0 0,0 25 0,0-25 0,0 0 0,0 0 16,0 0-16,0 0 0,0 0 0,0 0 0,0 0 0,0 0 15,0 0-15,0 25 31,0-25-31,0 0 0,0 0 0,0 0 0,0 25 0,0-25 0,0 0 0,0 0 0,0 0 0,0 25 0,-25-25 0,25 0 0,0 0 0,0 0 16,0 0-16,0 24 0,0-24 16,0 0-16,0 0 0,0 0 0,0 0 0,-24 0 0,24 0 0,0 0 0,0 0 0,0 0 15,0 0-15,0 0 0,0 25 0,24-25 0,-24 0 0,0 0 16,0 0-1,0 0-15,0 0 0,0 0 0,0 0 0,0 0 0,25 0 0,-25 0 0,0 25 0,0-25 32,0 0-32,0 0 0,0 0 0,25 0 0,-25 0 0,0 25 0,0-25 0,0 0 0,0 0 0,0 0 15,0 0-15,0 25 0,0-25 0,0 0 16,0 0-16,0 24 0,0-24 15,0 0-15,-25 0 0,25 0 0,0 0 0,0 25 0,0-25 0,0 0 32,-25 0-32,25 0 0,0 0 0,0 0 0,0 0 0,-24 0 0,24 25 0,0-25 0,0 0 0,-25 0 15,25 0-15,0-25 0,0 25 0,0 0 0,0 0 0,-25 0 16,25 0-1,0 0-15,0 0 0,0 0 0,0 0 0,0-25 0,0 25 0,0 0 0,0 0 0,25 0 16,-25-24-16,0 24 16,0 0-16,0 0 0,25 0 0</inkml:trace>
  <inkml:trace contextRef="#ctx0" brushRef="#br0" timeOffset="1.19254E6">27260 17884 0,'0'0'0,"0"0"15,0 0-15,0 0 0,0 0 0,0 0 0,0 0 0,0 0 0,0 0 0,0 0 0,0 0 0,0 0 32,0 0-32,0 0 0,0 0 0,0 0 0,0 0 0,0 0 0,0 0 0,0 0 0,0 0 15,0 0-15,25 0 0,-25 0 0,0 0 0,0 0 0,25 0 0,-25 0 0,0 0 16,25 0-1,-25 25-15,0-25 0,25 0 0,-25 0 0,24 0 0,-24 0 0,0 0 0,25 0 0,-25 0 16,25 0-16,-25 0 0,25 0 0,-25 0 0,0 0 0,25 0 0,-25 0 16,24 0-1,-24 0-15,0 0 0,25 0 0,-25 0 0,0 0 0,0 0 0,0 0 0,25 0 0,-25 0 16,0 0-16</inkml:trace>
  <inkml:trace contextRef="#ctx0" brushRef="#br0" timeOffset="1.1931E6">27682 17735 0,'0'0'0,"0"0"0,0-24 16,0 24-16,0 0 0,0 0 0,0 0 0,0 0 0,0 0 15,0 0-15,0 0 0,0 0 0,0-25 0,0 25 0,0 0 16,0 0-16,0 25 0,25-25 0,-25 0 0,0 0 15,0 0-15,0 0 0,0 0 0,0 0 0,0 24 0,0-24 0,0 0 16,0 0 0,0 25-16,0-25 0,0 0 0,0 25 0,0-25 0,0 0 0,0 25 0,0-25 0,0 0 0,0 25 15,0-25-15,0 0 0,0 24 16,0-24-16,0 0 0,0 0 0,0 25 0,0-25 15,0 0-15,0 0 0,0 25 0,0-25 0,0 0 0,0 0 0,0 0 0,0 0 16,0 0-16,0 0 0,0 25 0,0-25 0,0 0 0,0 0 0,25 0 16,-25 0-16,0 0 0,0 0 15,0 0-15,0 0 0,24 0 0,-24 25 0,0-25 0,0 0 0,0 0 0,25 0 16,-25 0-16,0 0 0,0 0 0,0 0 0,0 0 0,25 24 0,-25-24 15,0 0 1,0 0-16,0 0 0,25 25 0,-25-25 0,0 0 0,0 0 0,0 0 16,0 25-16,25-25 0,-25 0 0,0 0 0,0 0 0,0 0 0,0 25 15,0-25-15,0 0 31,0 0-31,0 0 0,0 0 0,0 0 0,0 25 0,0-25 0,0 0 0,-25 0 0,25 0 0,0 0 0,0 0 0,0 0 32,-25 0-32,25 0 0,0 0 0,0 0 0,-25 0 0,25 0 0,0 0 0,0 0 0,-25 0 0,25 0 15,0 0 1,0 0-16,-24 0 0,24 0 0,0-25 0,0 25 0,0 0 0,0 0 15,0-25-15,0 25 0,0-25 0,0 25 0,0 0 0</inkml:trace>
  <inkml:trace contextRef="#ctx0" brushRef="#br0" timeOffset="1.19339E6">27831 17711 0,'0'0'0,"0"0"0,0-25 0,0 25 0,25 0 0,-25 0 16,0 0-16,0 0 0,24 0 0,-24-25 0,0 25 15,25 0-15,-25 0 0,0 0 0,25 0 0,-25 0 0,25 0 0,-25 0 16,0 25-16,25-25 0,-25 0 0,24 0 0,-24 0 15,0 0-15,25 0 0,-25 25 0,0-25 0,0 0 0,25 0 0,-25 24 16,0-24-16,0 0 0,25 0 0,-25 25 0,0-25 16,0 0-16,25 0 0</inkml:trace>
  <inkml:trace contextRef="#ctx0" brushRef="#br0" timeOffset="1.19363E6">28079 17884 0,'0'0'0,"0"0"0,0 0 0,0 0 0,0 0 0,0 0 0,0 0 0,0-25 0,0 25 0,0 0 0,0 0 0,0 0 15,25 0-15,-25 0 0,0 0 0,0 0 0,0 0 16,0-24-16,0 24 0,25 0 0,-25 0 0,0 0 0,0 0 16,0 0-16,0 0 0,0 24 0,24-24 0,-24 0 0,0 0 15,0 0-15,0 0 0,0 0 0,0 25 0,0-25 0,0 0 16,0 0-16,0 25 0,0-25 0,0 0 0,0 25 15,0-25-15,0 0 0,0 25 0,0-25 0,0 0 0,0 24 16,0-24-16,0 0 0,0 25 0,0-25 0,-24 0 16,24 25-16,0-25 0,0 0 0,0 25 0,-25-25 15,25 0-15,0 0 0,0 0 0,0 25 16,0-25-16,-25 0 0,25 0 0,0 0 0,0 0 0,0 0 15,0 0-15,0 0 0,0 0 0,0 0 0,0 0 0,0 0 16,0 0-16,0 0 0,0 0 0,0-25 16,0 25-16,0 0 0,25 0 0,-25-25 0,0 25 0,0 0 15,0-25-15,0 25 0,25-25 0,-25 25 16,0 0-16,0-24 0,0 24 0</inkml:trace>
  <inkml:trace contextRef="#ctx0" brushRef="#br0" timeOffset="1.19386E6">28178 17859 0,'0'0'0,"0"0"0,0 0 0,25 0 0,-25-24 16,0 24-16,0 0 0,0 0 0,0 0 0,0 0 0,0 0 15,0 0-15,0 0 0,0 0 0,0 0 0,0 0 0,0 0 16,0 24-16,0-24 0,-25 75 125,25-75-125,0 0 0,0 25 0,0-25 31,0 24-31,0-24 0,0 0 0,0 0 0,0 0 0,0 25 0,0-25 0,0 0 0,0 25 0,0-25 0,0 0 0,25 0 0,-25 0 0,0 25 0,0-25 0,25 0 0,-25 0 0,0 0 0,25 0 0,-25 0 0,0 25 0,24-25 0,-24 0 0,0 0 0,25 0 0,-25 0 0,25 0 0,-25 0 0,0-25 0,25 25 0,-25 0 0,0 0 0,0 0 0,0 0 0,25-25 0,-25 25 15</inkml:trace>
  <inkml:trace contextRef="#ctx0" brushRef="#br0" timeOffset="1.19512E6">28401 17983 0,'0'0'0,"0"0"0,0 0 0,0 0 16,0 0-16,0 0 0,0 0 0,0 0 0,0 0 0,0 0 16,0 0-16,0 0 15,0 0-15,0 0 0,0 0 0,0 0 0,0 0 0,0 0 0,0 0 0,0 0 0,0 0 16,0 0-1,0 0-15,0 0 0,0 0 0,0 0 0,0 0 0,0 0 0,0 0 16,0 0-16,0 25 0,0-25 0,0 0 0,0 0 0,0 0 0,0 25 0,0-25 31,0 0-31,0 25 0,0-25 0,-24 0 0,24 0 0,0 25 0,0-25 0,0 0 0,-25 0 0,25 0 0,0 24 16,0-24-16,0 0 0,-25 0 0,25 0 0,0 25 15,0-25 1,0 0-16,0 0 0,0 0 0,0 0 0,-25 0 0,25 0 0,0 25 0,0-25 16,0 0-16,0 0 0,0 0 0,0 0 0,0 0 0,0 0 15,0 0 1,0 0-16,0 0 0,0 0 0,0 0 0,0 0 0,0 0 0,0 0 15,0 0-15,0 0 0,0 0 0,0 0 0,0 0 0,0 0 0,0 0 16,25 0 0,-25 0-16,0 0 0,0 0 0,0 0 0,0 0 0,0 0 0,25 0 0,-25 0 0,0 0 15,25 0-15,-25 0 16,0 0-16,24 0 0,-24 0 0,0 0 15,25 0-15,-25 0 0,0 0 0,25 0 0,-25 0 0,25 0 0,-25 25 0,0-25 0,25 0 16,-25 0-16,0 0 0,24 0 16,-24 0-16,0 0 0,25 0 0,-25 0 15,0 0-15,25 0 0,-25 0 0,0 0 0,0 0 0,0 0 16,25 0-16,-25 0 0,0 0 0,0 0 0,0 0 0,0 0 0,0 0 15,0 0 1,0 0-16,0 0 0,0 0 0,0 0 0,0-25 0,0 25 0,0 0 0,0 0 16,0 0-16,0 0 0,0 0 0,0-25 0,0 25 0,0 0 15,0 0 1,0-25-16,0 25 0,0 0 0,0-24 0,0 24 0</inkml:trace>
  <inkml:trace contextRef="#ctx0" brushRef="#br0" timeOffset="1.19542E6">28575 17959 0,'0'0'0,"0"0"15,0 0-15,0 0 0,0 0 0,0 0 0,0 0 0,0 0 16,0 0-16,0 0 0,0 0 0,0 0 0,0 0 15,0 0-15,0 0 0,0 0 0,0 0 0,0 0 0,0 0 0,0 0 16,0 0-16,0 24 0,0-24 0,0 0 0,0 0 16,0 25-16,0-25 0,0 0 0,0 25 0,0-25 15,0 0-15,0 25 0,0-25 0,0 25 0,0-25 16,-25 24-16,25-24 0,0 0 0,0 25 0,0-25 15,0 25-15,0-25 0,0 0 0,0 25 0,0-25 0,0 0 16,0 25-16,-25-25 0,25 0 0,0 24 16,0-24-16,0 0 0,0 0 0,0 25 0,0-25 0,0 0 15,0 0-15,0 0 0,0 0 0,0 25 16,0-25-16,0 0 0,0 0 0,0 0 0,0 0 0,0 0 15,0 0-15,0 0 0,0 0 0,0 0 16,0 0-16,0-25 0,0 25 0,0 0 0,0 0 0,0 0 16,0 0-1,0-25-15,0 25 0,0 0 0,0 0 0,0-24 0,0 24 0,0 0 0,0 0 16</inkml:trace>
  <inkml:trace contextRef="#ctx0" brushRef="#br0" timeOffset="1.19594E6">28922 17785 0,'0'0'0,"0"0"15,0 0-15,0 0 0,0 0 0,0 0 0,0 0 0,0 0 0,0 0 16,0 0-16,0 0 16,0 0-16,0 0 0,0 0 0,0 0 0,0 0 0,0 0 0,0 0 0,25 0 0,-25 0 15,0 0-15,0 0 0,0 0 0,0 0 0,25 0 0,-25 0 0,0 0 16,25 0-1,-25 25-15,0-25 0,24 0 0,-24 0 0,0 0 0,25 0 0,-25 0 0,0 0 16,25 0-16,-25 0 0,0 0 0,25 0 0,-25 0 0,0 25 0,0-25 0,25 0 16,-25 0-16,0 0 15,25 0-15,-25 0 0,0 0 0,0 0 0,24 0 0,-24 0 0,0 0 0,0 0 0,0 0 0,0 0 16,25 0-16,-25 0 15,0 0-15,0 0 0,0 0 0,0 0 0,0 0 0,0 0 16,0 0-16,0 0 0,0 0 0,0 0 0,0 0 0,0 0 0,0 0 0,0 0 16,0 0-16,0 0 0,0-25 0</inkml:trace>
  <inkml:trace contextRef="#ctx0" brushRef="#br0" timeOffset="1.19627E6">28947 18058 0,'0'0'0,"0"0"0,0 0 0,0 0 16,0 25-16,0-25 0,0 0 0,0 0 0,0 0 15,0 0-15,0 0 0,0 0 0,0 0 0,0 0 16,0 0-16,0 0 0,0 0 0,0 0 0,0 0 0,0-25 15,25 25-15,-25 0 0,0 0 0,0 0 16,0 0-16,25 0 0,-25 0 0,0 0 0,0 0 0,24 25 16,-24-25-16,0 0 0,0 0 0,25 0 0,-25 0 15,0 0-15,25 0 0,-25 0 0,0 0 0,0 0 16,25 0-16,-25 0 0,0 0 0,0 0 15,25 0 1,-25 0-16,0-25 0,0 25 0,0 0 0,25 0 0,-25 0 16,0 0-16,0 0 0,0 0 0,0-25 0,0 25 0,24 0 0,-24 0 0,0 0 0</inkml:trace>
  <inkml:trace contextRef="#ctx0" brushRef="#br0" timeOffset="1.19668E6">29443 17859 0,'0'0'0,"0"0"31,-25 0-31,25 0 0,0 0 0,0 0 0,0 0 0,0 0 0,0 0 0,0 0 0,0 0 15,0 0-15,25 0 0,-25 0 0,0 0 0,0 0 0,0 0 0,0 0 0,25 0 16,-25 0 0,0 0-16,0 0 0,25 0 0,-25 0 0,0 0 0,25 0 0,-25 0 0,0 0 0,24 0 15,-24 0-15,0 0 0,25 0 0,-25 0 0,0 0 0,25 0 0,-25 0 0,0 0 16,25 0-1,-25 0-15,0 0 0,0 0 0</inkml:trace>
  <inkml:trace contextRef="#ctx0" brushRef="#br0" timeOffset="1.19724E6">29642 17810 0,'0'0'0,"0"0"16,0 0 62,0 0-78,0 0 0,0 0 0,0 0 0,0-25 0,0 25 0,0 0 0,24 0 0,-24 0 0,0-25 0,0 25 0,0 0 0,0 0 0,0 0 0,0 0 0,0 0 0,25-25 16,-25 25-16,0 0 0,0 0 0,0 0 0,0 0 0,25 0 0,-25 0 0,0 0 0,0 0 0,0 0 0,0 0 0,25 0 0,-25 0 0,0 0 0,0 0 0,0 0 0,0 0 0,25 25 0,-25-25 0,0 0 0,0 0 0,0 0 0,0 0 15,0 0-15,24 0 0,-24 0 0,0 25 0,0-25 16,0 0-16,0 0 0,0 0 15,0 0-15,0 25 0,0-25 0,0 0 0,0 0 0,0 25 0,0-25 0,0 0 16,0 24-16,0-24 0,0 0 0,0 0 0,-24 25 16,24-25-16,0 0 0,0 0 0,0 25 0,-25-25 15,25 0-15,0 25 0,0-25 0,-25 0 0,25 0 0,0 25 0,-25-25 0,25 0 0,0 24 16,0-24-16,-25 0 15,25 0-15,0 25 0,-24-25 0,24 0 0,0 25 16,0-25 0,-25 0-16,25 0 0,0 0 0,0 25 0,0-25 0,0 0 0,0 0 0,0 0 0,0 0 0,0 0 15,0 0-15,0 0 0,0 0 0,0 0 0,0 25 0,0-25 0,0 0 31,0 0-31,0 0 0,0 0 0,0 0 0,0 0 0,0 0 0,25 0 16,-25 0-16,0 0 0,24 0 0,-24 0 0,0 0 0,25 0 0,-25 0 16,25 0-16,-25 0 0,25-25 0,-25 25 0,25 0 15,-25 0-15,24 0 0,-24 0 16,25 0-16,-25 0 0,25 0 0,-25 0 0,25-25 0,-25 25 0</inkml:trace>
  <inkml:trace contextRef="#ctx0" brushRef="#br0" timeOffset="1.19765E6">29914 18058 0,'0'0'125,"0"0"-125,0 0 0,0 0 0,25 0 0,-25-25 15,25 0-15,-25 25 16,0-25-16,0 25 0,25 0 0,-25-24 0,0 24 0,0 0 0,25-25 0,-25 25 0,0 0 0,0-25 0,24 25 0,-24-25 0,0 25 0,0 0 0,0-25 0,25 25 16,-25-24-16,0 24 0,0 0 0,0-25 15,25 25-15,-25 0 0,0-25 0,0 25 0,0 0 0,0 0 0,0 0 0,0-25 0,0 25 0,0 0 0,0 0 0,0 0 0,0 0 0,0 0 0,0 0 0,0 0 0,0 0 0,0 0 0,0 25 0,0-25 0,0 0 0,0 0 0,0 0 0,0 0 0,-25 25 0,25-25 0,0 0 16,0 0-16,0 25 0,0-25 0,0 0 0,0 0 0,0 24 0,0-24 15,0 0-15,0 25 0,0-25 16,0 0-16,0 25 0,0-25 0,0 0 0,0 25 0,0-25 0,0 0 0,-25 25 0,25-25 16,0 0-1,0 24-15,0-24 0,0 0 0,0 25 0,0-25 0,0 0 0,0 25 16,0-25-16,0 0 0,0 0 0,0 25 0,0-25 0,0 0 15,-24 0-15,24 0 0,0 25 0,0-25 0,-25 0 0,25 0 16,0 0 0,0 0-16,-25 0 0,25 0 0</inkml:trace>
  <inkml:trace contextRef="#ctx0" brushRef="#br0" timeOffset="1.23531E6">30659 17115 0,'0'0'0,"0"0"15,0 0 1,0 0-16,0 0 0,0 0 0,0 0 0,0 0 0,0 0 0,0 0 0,0 0 16,0 0-16,0 0 0,0 0 0,0 0 0,0 0 0,0 0 0,0 0 0,0 0 15,24 0 1,-24 0-16,0 0 0,0 0 0,0 0 0,0-25 0,0 25 0,0 0 0,0 0 15,0 0-15,0 0 0,0 0 0,0 0 0,0 0 0,0 0 0,0 0 0,0 0 16,0 0 0,0 0-16,0 0 0,0 0 0,0 0 0,0 0 0,0 0 0,0 0 15,0 0-15,0-24 0,0 24 0,0 0 0,0 0 0,0 0 0,0 0 0,0 0 0,25 0 16,-25 0-16,0 0 0,0 0 0,0 0 0,0 0 15,0 0-15,0 0 0,25 0 16,-25 0-16,0 0 0,0 0 0,0 0 0,25-25 0,-25 25 0,0 0 0,25 0 0,-25 0 16,0 0-16,24 0 15,-24 0-15,25 0 0,-25 0 0,0 25 0,25-25 0,-25 0 0,25 0 0,-25 0 16,0 0-16,25 0 0,-25 0 0,24 0 0,-24 0 0,0 0 0,25 0 15,-25 0 1,0 0-16,0 0 0,0 0 0,0 0 0,0 0 0,0 0 0,0 0 0,0 0 0,0 0 31,0 0-31,0 0 0,0 0 0,0 0 0</inkml:trace>
  <inkml:trace contextRef="#ctx0" brushRef="#br0" timeOffset="1.23559E6">30435 16942 0,'0'0'0,"0"0"0,0 0 15,0 0-15,0 0 0,0 0 0,0 0 0,0 0 16,0 0-16,0 0 0,0-25 0,0 25 0,0 0 0,25 0 15,-25 0-15,0 0 0,0 0 0,0 0 0,25 0 0,-25 0 16,0 0-16,25 0 0,-25 0 0,0 0 0,25 0 0,-25 0 16,0 0-16,24 0 0,-24 0 0,0 0 0,25 0 15,-25 0-15,0 0 0,25 0 0,-25 0 0,0 0 16,25 0-16,-25 0 0,0 0 15,0 0-15,25 0 0,-25 0 0,0 0 0,0 0 0,24 0 0,-24 0 0,0 0 0</inkml:trace>
  <inkml:trace contextRef="#ctx0" brushRef="#br0" timeOffset="1.23652E6">30783 16743 0,'0'0'15,"0"0"-15,0 0 0,0 0 16,0 0-16,0 0 0,0 0 0,0 0 0,0 0 0,0 0 0,0 0 0,0 0 16,0 0-1,0 0-15,0 0 0,0 0 0,0 0 0,0 0 0,0 0 0,0 0 0,0 0 0,0 0 16,0 0-16,0 0 0,0 0 0,0 0 0,0 0 0,24 0 0,-24 0 31,0 0-31,0 0 0,0 0 0,0 0 0,0 0 0,25 0 0,-25 0 0,0 0 0,0 0 16,0 25-16,0-25 0,25 0 0,-25 0 0,0 0 0,25 0 0,-25 0 0,0 0 15,25 0-15,-25 25 16,24-25-16,-24 0 0,25 0 0,-25 0 0,0 25 0,25-25 0,-25 0 0,25 0 15,-25 0-15,0 24 0,25-24 0,-25 0 0,0 0 0,0 0 0,24 0 16,-24 25-16,0-25 16,0 0-16,0 0 0,0 0 0,25 25 0,-25-25 0,0 0 0,0 0 0,0 0 0,-25 25 15,25-25-15,0 0 0,0 25 0,0-25 0,0 0 0,0 0 0,-24 24 16,24-24-1,0 0-15,-25 25 0,25-25 0,0 0 0,-25 25 0,25-25 0,0 0 0,-25 25 0,25-25 16,0 0-16,-25 0 0,25 25 0,-24-25 0,24 0 16,-25 0-16,25 24 0,0-24 0,-25 0 0,25 0 15,-25 0-15,25 25 0,0-25 0,-25 0 0,25 0 0,0 0 0,-24 0 0,24 0 16,0 25-1,0-25-15,0 0 0,0 0 0,0-25 0,24 25 0</inkml:trace>
  <inkml:trace contextRef="#ctx0" brushRef="#br0" timeOffset="1.23872E6">25152 18380 0,'0'0'0,"0"0"0,0 0 16,0 0-16,0 0 0,0 0 0,0 0 0,0 0 0,0 0 0,0 0 15,0 0 1,0 0-16,0 0 0,0-25 0,0 25 0,0 0 0,0 0 0,0 0 16,0 0-16,0 0 0,0 0 15,0 0-15,0 0 0,0 0 0,0 0 0,0 0 0,0 0 0,0 0 16,0 0-16,0 0 0,0 0 0,0 0 0,0 0 0,0 0 0,0 0 15,0 0 1,0 0-16,0 0 0,0 0 0,0 0 0,0 0 0,0 0 16,0 0-16,0 0 0,0 0 0,0 0 0,0 0 0,0 0 0,0 25 31,0-25-31,0 0 0,0 0 0,0 0 0,0 0 0,0 0 0,0 25 0,25-25 0,-25 0 0,0 0 15,0 0-15,0 25 0,0-25 0,0 0 0,0 0 0,0 0 32,0 25-32,0-25 0,0 0 0,0 0 0,0 0 0,0 24 0,0-24 0,0 0 0,25 0 15,-25 0-15,0 0 0,0 0 0,0 0 0,0 0 0,0 0 16,0 25-1,0-25-15,0 0 0,0 0 0,0 0 0,0 0 0,0 0 0,0 0 16,24 0-16,-24 0 0,0 0 0,0 0 0,0-25 0,0 25 0,0 0 16,0 0-16,25 0 15,-25 0-15,0 0 0,0 0 0,0 0 0,0-24 16,25 24-16,-25 0 0,0 0 0,0 0 0,0 0 0,0 0 0,0-25 0,25 25 15,-25 0-15,0 0 0,0 0 0,0 0 16,0 0-16,25-25 0,-25 25 16,0 0-16,0 0 0,0 0 0,0 0 15,24 0-15,-24 0 0,0-25 16,0 25-16,0 0 0,0 0 0,0 0 0,0 0 0,0 0 0,0 0 0,0 0 0,0 0 0,25 0 15,-25 0-15,0 0 0,0 0 0,0 0 0,0 0 0,0 0 16,0 0 0</inkml:trace>
  <inkml:trace contextRef="#ctx0" brushRef="#br0" timeOffset="1.24433E6">31304 16768 0,'0'0'0,"0"0"15,0 0 1,0 0-16,0 0 0,0 0 0,24 0 0,-24 0 0,0 0 0,0 0 0,0 0 0,0 0 16,0 0-16,0-25 0,0 25 0,0 0 0,0 0 0,0 0 0,0 0 15,0 0 1,0 0-16,0 0 0,0 0 0,25 0 0,-25 0 0,0 0 0,0 0 0,0 0 15,0 0-15,0 0 0,0 0 0,0 0 0,0-25 0,0 25 0,0 0 32,0 0-32,0 0 0,0 0 0,0 0 0,0 0 0,0 0 0,0 0 0,0 0 0,0 0 0,0 0 0,0 0 0,0 0 0,0 0 15,0 0-15,0 0 0,0 0 0,0 0 0,0 0 0,0 0 16,0 0-1,0 0-15,0 0 0,0 0 0,0 0 0,0 0 0,0 0 0,0 0 0,0 0 0,0 0 16,0 0-16,0 0 0,0 0 0,0-24 0,0 24 0,0 0 16,0 0-16,0 0 0,0 0 15,0 0-15,0 0 0,0 0 0,0 0 0,0 0 0,0 0 0,0 0 0,0 0 31,0 0-31,0 0 0,0 0 0,0 0 0,0 0 0,0 0 0,0 0 0,0 0 0,0 0 0,0 0 0,0 0 0,0 0 16,0 0-16,0 0 0,0 0 0,0 0 0,0 0 0,0 0 0,0 0 16,0-25-16,0 25 15,0 0-15,0 0 0,0 0 0,0 0 0,0 0 0,0 0 0,0 0 16,0 0-16,0 0 0,0 0 0,0 0 0,0 0 0,0 0 0,0 0 0,0 0 15,0 0-15,0 0 0,0 0 16,0 0-16,0 0 0,0 0 0,0 0 0,0 0 0,0 0 16,0 0-16,0 0 0,0 0 0,0 0 0,0 0 0,0 0 0,0 0 0,0 0 15,0 0-15,0 0 0,0 0 0,0 0 0,0 0 0,0 0 0,0 0 16,0 0-16,0 0 0,0 0 15,0 0-15,0 0 0,0 0 0,0 0 0,-25 0 0,25 0 0,0 0 0,0 0 16,0 0-16,0 25 0,0-25 16,0 0-16,0 0 0,0 0 0,0 0 0,-24 0 15,24 24-15,0-24 0,0 0 0,0 0 0,0 0 0,0 25 0,-25-25 0,25 0 0,0 0 16,0 25-1,0-25-15,0 0 0,0 0 0,0 0 0,0 25 0,0-25 0,-25 0 0,25 0 0,0 0 16,0 25-16,0-25 0,0 0 0,0 0 0,0 24 0,0-24 0,0 0 0,0 0 16,0 25-1,0-25-15,0 0 0,0 0 0,0 0 0,0 25 0,-25-25 0,25 0 0,0 0 0,0 25 0,0-25 16,0 0-16,0 0 15,0 25-15,0-25 0,25 0 0,-25 0 0,0 0 0,0 24 16,0-24-16,0 0 0,0 0 0,0 0 0,0 25 0,0-25 0,0 0 0,0 0 0,0 25 16,0-25-16,0 0 0,0 0 0,0 25 15,0-25-15,0 0 0,0 0 0,0 25 0,0-25 0,0 0 0,0 0 0,0 24 31,0-24-31,0 0 0,0 0 0,0 25 0,0-25 0,0 0 0,0 0 0,0 25 0,0-25 0,0 0 16,0 0-16,0 0 0,0 0 0,0 25 0,0-25 0,-25 0 0,25 0 16,0 0-1,0 0-15,0 25 0,0-25 0,0 0 0,0 0 0,0 0 0,-25 0 0,25 0 0,0 0 16,0 0-16,-25 24 0,25-24 0,0 0 0,0 0 0,-24 0 15,24 0-15,0 0 0,0 0 16,-25 0-16,25 0 0,0 0 0,0 0 0,0 0 0,0 0 0,0 0 0,-25 25 16,25-25-16,0 0 0,0 0 0,0 0 0,0 0 0,0 0 0,0 0 15,0 0 1,0 0-16,0 0 0,0 0 0,0 0 0,0 0 0,0 0 0,0 0 0,0 0 0,0 0 0,0 0 15,0-25-15,0 25 0,0 0 16,0 0-16,0 0 0,0 0 0,0 0 0,0 0 16,0 0-16,0 0 0,0 0 0,25 0 0,-25 0 0,0 0 0,0 0 0,0 25 0,0-25 0,0 0 15,0 0 1,0 0-16,0 0 0,0 0 0,0 25 0,0-25 0,0 0 0,0 0 0,0 25 31,0-25-31,0 0 0,0 0 0,0 25 0,0-25 0,0 0 0,0 24 0,0-24 0,0 25 0,0-25 0,0 0 0,0 25 0,0-25 0,0 25 16,0-25-1,0 25-15,0-25 0,0 24 0,0-24 0,0 0 0,0 25 0,0-25 0,0 25 16,0-25-16,0 0 0,0 25 0,0-25 0,0 25 0,0-25 0,0 25 0,0-25 15,0 24-15,0-24 16,0 0-16,0 25 0,0-25 0,0 25 0,-25-25 0,25 25 0,0-25 16,0 25-16,0-25 0,0 24 0,0-24 0,0 0 0,-25 25 0,25-25 0,0 25 0,0-25 15,0 25 1,0-25-16,-25 0 0,25 25 0,0-25 0,0 0 0,0 24 0,-24-24 0,24 25 0,0-25 0,0 0 15,0 25-15,0-25 0,0 25 0,-25-25 0,25 0 0,0 25 0,0-25 16,0 24 0,0-24-16,0 0 0,-25 25 0,25-25 0,0 0 0,0 25 0,0-25 0,0 25 15,-25-25-15,25 0 0,0 25 0,0-25 0,0 24 0,0-24 0,-25 25 0,25-25 16,0 25-16,0-25 15,0 25-15,0-25 0,0 0 0,-24 25 0,24-25 0,0 24 16,0-24-16,0 25 0,0-25 0,0 0 0,0 25 0,0-25 0,0 0 16,0 0-1,0 25-15,0-25 0,0 0 0,0 0 0,0 0 0,0 0 0,0 0 0,0 0 0,0 0 16,0 0-16,0 0 0,0 0 0,-25 0 0,25 0 15,0 0-15,0 0 0,0 0 0,0 0 32,0 0-32,0 0 0,0 0 0,0 0 0,25 0 0,-25-25 0,0 25 0,0 0 0,0-25 0</inkml:trace>
  <inkml:trace contextRef="#ctx0" brushRef="#br0" timeOffset="1.24874E6">31601 16545 0,'0'0'0,"0"0"0,0 0 15,0 0-15,0 0 0,0 0 0,0 0 0,25 0 0,-25 0 0,0 0 0,0 0 0,0 0 31,0 0-31,0 0 0,0 0 0,0-25 0,0 25 0,0 0 0,0 0 0,0 0 0,0 0 0,0 0 16,0 0-16,0 0 0,0 0 0,0 0 0,0 0 0,0 0 0,0 0 16,0 0-1,0 0-15,0 0 0,0 0 0,0 0 0,0 0 0,0 0 0,0-25 0,0 25 16,0 0-16,0 0 0,0 0 0,0 0 0,0 0 0,0 0 0,0 0 0,0 0 15,0 0-15,0 0 16,0 0-16,0 0 0,0 0 0,0 0 0,0 0 0,0 0 0,0 0 16,0-25-16,0 25 0,0 0 0,0 0 0,0 0 0,0 0 0,0 0 0,0 0 15,0-24 1,0 24-16,25 0 0,-25 0 0,0 0 0,0 0 0,0 0 0,0 0 0,0 0 15,0 0-15,0 0 0,0 0 0,25 0 0,-25-25 0,0 25 0,0 0 0,0 0 16,0 0 0,0 0-16,24 0 0,-24 0 0,0 0 0,0 0 0,0 0 0,0 0 0,0 0 0,0 0 15,25 0-15,-25 25 0,0-25 0,0 0 0,0 0 0,0 0 0,0 0 31,0 0-31,0 24 0,0-24 0,0 0 0,0 0 0,0 25 0,0-25 0,-25 0 0,25 0 0,0 25 0,0-25 0,0 0 16,0 0 0,0 25-16,-24-25 0,24 0 0,0 25 0,0-25 0,0 0 0,-25 24 0,25-24 15,0 0-15,0 0 0,0 25 0,-25-25 0,25 0 0,0 0 0,0 0 0,-25 25 16,25-25-1,0 0-15,0 0 0,0 0 0,-25 25 0,25-25 0,0 0 0,0 0 0,0 0 16,0 0 31,0 0-47,-24 0 0,24 0 0,0 0 0,0 0 0,0 0 0,0 0 0,0 0 0,0 0 0,0 0 0,0 0 0,0 0 0,0 0 0,0 0 0,0 0 0,0 0 0,0 0 0,0 0 0,0 0 0,0 0 0,24 0 0,-24 0 0,0 0 0,0 0 0,0-25 15,0 25 1,25 0-16,-25 0 0,0-25 0,25 25 0,-25 0 0,0 0 0,0-25 0,25 25 16,-25 0-16,0-24 0,0 24 0,25 0 0,-25-25 0,0 25 0,24 0 0,-24-25 15,0 25 1,0 0-16,0-25 0,25 25 0,-25 0 0,0 0 0,0-25 0,0 25 0,25 0 15,-25 0-15,0 0 0,0 0 0,0-24 0,0 24 0,0 0 0,0 0 0,0 0 32,25 0-32,-25 0 0,0 0 0,0 0 0,0 0 0,0 0 0,0 0 0,0 0 0,0 0 0,0 0 15,0 0-15,0 0 0,0 0 0,0 24 0,0-24 0,0 0 0,-25 0 16,25 25-1,0-25-15,0 0 0,0 25 0,0-25 0,0 0 0,0 25 0,-25-25 0,25 25 0,0-25 0,0 0 0,0 24 16,0-24-16,0 25 16,0-25-16,0 0 0,0 0 0,0 25 0,0-25 0,0 0 15,0 25-15,0-25 0,0 0 0,0 0 0,0 0 0,25 25 0,-25-25 0,0 0 0,0 0 16,0 0-16,0 0 0,0 24 0,0-24 0,0 0 0,0 0 15,0 0-15,0 0 0,0 0 16,0 0-16,0 0 0,0 0 0,0 0 0,0 0 0</inkml:trace>
  <inkml:trace contextRef="#ctx0" brushRef="#br0" timeOffset="1.24906E6">31800 16669 0,'0'0'0,"0"0"0,0 0 0,0 0 16,0 0-16,0 0 0,0 0 0,0 0 0,0 0 15,0 0-15,0 0 0,0 0 0,0 0 0,0 0 0,0 25 16,0-25-16,0 0 0,-25 0 0,25 0 0,0 0 0,0 24 15,0-24-15,0 0 0,-25 0 0,25 0 0,0 25 16,0-25-16,0 0 0,0 0 0,0 0 0,-25 0 0,25 25 16,0-25-16,0 0 0,0 0 0,0 0 0,0 0 0,0 0 15,0 25-15,0-25 0,0 0 0,0 0 0,0 0 0,0 0 16,0 0-16,0 0 0,0 0 0,25 0 0,-25 0 0,0 25 15,0-25-15,0 0 0,0 0 0,25 0 0,-25 0 0,0 0 16,0 0-16,25 0 0,-25 0 0,0 0 0,0 24 0,24-24 16,-24 0-16,0 0 0,0 0 0,0 0 0,25 0 0,-25 0 31,0 0-31,0 0 0,0 0 0,25 0 0,-25 0 0,0 0 0,0 0 0,0 0 0,0 0 0,0 0 15,0 0-15,25-24 0,-25 24 0,0 0 0,0 0 0,0 0 16,0 0-16</inkml:trace>
  <inkml:trace contextRef="#ctx0" brushRef="#br0" timeOffset="1.24934E6">31924 16718 0,'0'0'0,"0"0"16,0 0-16,0 0 0,0 0 0,0 0 0,0 0 0,0 0 16,0 0-16,0 0 0,0 0 0,0 0 0,0 0 109,-25 25-109,25-25 0,0 25 0,0-25 0,0 0 15,0 25-15,0-25 0,0 25 0,0-25 0,0 0 0,-25 0 0,25 24 16,0-24-16,0 25 0,0-25 0,0 0 0,0 0 0,0 25 0,0-25 16,-25 0-16,25 0 0,0 25 0,0-25 0,0 0 0,0 0 0,0 0 0,0 0 0,0 25 0,0-25 15,0 0-15,0 0 16,0 0-16,0 0 0,0 0 15,0 0-15,0 0 0</inkml:trace>
  <inkml:trace contextRef="#ctx0" brushRef="#br0" timeOffset="1.24991E6">32147 16520 0,'0'0'0,"0"0"16,0 0-16,0 0 0,0 0 0,0 0 0,0 0 0,0 0 0,0 0 16,0 0-1,0-25-15,0 25 0,0 0 0,25 0 0,-25 0 0,0 0 0,0 0 0,0 0 0,0 0 0,0 0 16,0 0-16,0 0 0,0 0 0,24 0 0,-24 0 0,0 0 0,0 0 15,0 0 1,25 0-16,-25 0 0,0 0 0,0 0 0,0 0 0,25 0 0,-25 0 0,0 0 16,0 0-16,0 0 0,0 0 0,25 0 0,-25 0 0,0 0 0,0 0 0,0 0 15,0 0-15,25 0 16,-25 0-16,0 25 0,0-25 0,0 0 0,0 0 0,0 0 0,0 0 0,0 0 0,0 0 31,0 0-31,0 0 0,0 0 0,0 0 0</inkml:trace>
  <inkml:trace contextRef="#ctx0" brushRef="#br0" timeOffset="1.2502E6">32122 16644 0,'0'0'0,"0"0"0,0 0 0,0 0 16,0 0-16,0 0 0,0 0 0,0 0 0,0 0 0,0 0 15,0 0-15,25 0 0,-25 0 0,0 0 0,0 0 16,0 25-16,0-25 0,0 0 0,25 0 0,-25 0 0,0 0 16,0 0-16,24 0 0,-24 0 0,0 0 0,0 0 0,25 0 15,-25 0-15,0 0 0,0 0 0,0 0 0,25 0 0,-25 0 16,0 0-16,0 0 0,0 0 0,25 0 0,-25 0 0,0 0 15,0 0-15,0 0 0,0 25 0,0-25 0,0 0 0,0 0 16,0 0-16,0 0 0,25-25 0,-25 25 0,0 0 16,0 0-16,0 0 0,0 0 0</inkml:trace>
  <inkml:trace contextRef="#ctx0" brushRef="#br0" timeOffset="1.25092E6">32569 16446 0,'0'0'0,"0"0"0,0 0 0,0-25 0,0 25 0,0 0 16,24 0-16,-24 0 0,0 0 0,0 0 0,0 0 0,0 0 15,0 0-15,0 0 16,0 0-16,0 0 0,0 0 0,0 0 0,0 0 0,0 0 0,0 0 0,0 0 0,0 0 16,0 0-16,0 0 0,0 0 0,0 0 0,0 0 0,0 0 15,0 0-15,0 0 16,0 0-16,0 0 0,0 0 0,0 0 0,0 25 0,0-25 0,0 0 0,0 0 0,0 0 15,-24 0-15,24 0 16,0 0-16,0 0 0,0 0 0,0 24 0,0-24 0,0 0 0,0 0 0,-25 0 16,25 0-16,0 0 0,0 0 0,0 25 0,0-25 0,-25 0 0,25 0 0,0 0 15,0 0 1,0 0-16,0 25 0,0-25 0,0 0 0,-25 0 0,25 0 0,0 0 0,0 0 0,0 0 0,0 0 15,0 0-15,0 25 0,0-25 0,0 0 0,-25 0 0,25 0 0,0 0 16,0 0 0,0 0-16,0 0 0,0 0 0,0 0 0,0 0 0,0 0 0,0 25 0,0-25 15,0 0-15,0 0 0,0 0 0,0 0 0,0 0 0,0 0 0,0 0 16,0 0-16,0 0 0,0 0 0,0 0 0,0 0 15,0 0-15,25 0 0,-25 0 0,0 0 0,0 0 0,0 0 16,0 0-16,0 24 0,0-24 0,0 0 0,0 0 0,0 0 0,0 0 0,0 0 31,0 0-31,0 0 0,25 0 0,-25 0 0,0 0 0,0 0 0,0 0 0,0 0 0,0 0 16,0 0-16,25 0 0,-25 25 0,0-25 0,0 0 0,0 0 0,0 0 0,25 0 15,-25 0-15,0 0 0,0 0 0,0 0 0,0 0 16,24 0-16,-24 0 0,0 0 0,0 0 16,0 0-16,25 0 0,-25 0 0,0 0 0,0 0 15,0 0-15,0 0 0,25 0 0,-25 0 0,0 0 0,0 0 0,0 0 0,0 0 0,0 0 16,0 0-16,25 0 0,-25 0 15,0 0-15,0 0 0,0 0 0,0 0 0,0 0 0,0 0 16,0 0-16,0 0 0,0 0 0,0 0 0,0 0 0,0 0 0,0 0 16,0 0-16,0 0 0,0 0 15,0 0-15,0 0 0,0 0 0,0 0 0,0 0 0,0 0 0,0 0 0,0 0 16,0 0-16,0 0 0,0 0 0,0-25 0,0 25 0,0 0 0,0 0 0</inkml:trace>
  <inkml:trace contextRef="#ctx0" brushRef="#br0" timeOffset="1.25124E6">32693 16495 0,'0'0'16,"0"0"-16,0 0 0,0 0 0,0 0 0,0 0 0,0-25 16,0 25-16,0 0 0,0 0 0,0 0 0,0 0 0,0 0 15,0 0-15,0 0 0,0 0 0,0 0 0,0 0 0,0 25 16,0-25-16,0 0 0,0 0 0,0 0 0,0 0 0,0 0 15,0 0-15,0 25 0,0-25 0,0 0 0,0 0 16,0 25-16,0-25 0,0 0 0,0 25 0,0-25 0,0 0 16,-25 24-16,25-24 0,0 0 0,0 25 0,0-25 0,0 0 15,0 25-15,0-25 0,0 0 0,0 25 0,0-25 0,-25 0 16,25 25-16,0-25 0,0 0 0,0 24 0,0-24 0,0 0 15,0 0-15,0 25 0,-25-25 0,25 0 0,0 0 0,0 25 16,0-25-16,0 0 0,0 0 0,0 0 16,0 25-16,0-25 0,0 0 0,0 0 0,0 0 15,0 0-15,0 25 0,-25-25 0,25 0 0,0 0 0,0 0 0,0 0 0,0 0 16,0 0-1,0 0-15,0 0 0,0 0 0,0 0 0,0 0 0,0 0 0,0 0 0,0 0 0,0 0 0,0 0 16,0-25-16</inkml:trace>
  <inkml:trace contextRef="#ctx0" brushRef="#br0" timeOffset="1.25249E6">31527 17239 0,'0'0'16,"0"0"-16,0 0 15,0 0-15,0 0 0,0 0 0,0 0 0,0 0 0,0 0 0,0 0 16,0 0-16,0 0 0,0 0 0,0 0 0,0 0 0,0 0 0,0 0 0,0 0 0,0 0 15,0 0 1,0 0-16,0 0 0,0 0 0,0 0 0,0 0 0,0 0 0,0 0 0,0 0 0,0 0 16,0 0-16,-25 0 0,25 0 0,0 0 0,0 0 15,0 0-15,0 0 0,0 0 0,0 0 0,0-25 16,0 25-16,0 0 0,0 0 0,0 0 0,0 0 0,0 0 0,0 0 0,0 0 15,0 0-15,0 0 0,0 0 16,0 0-16,0-24 0,0 24 0,0 0 0,0 0 0,0 0 16,0 0-16,0 0 0,0 0 0,0 0 0,25-25 0,-25 25 0,0 0 0,0 0 0,0 0 15,0 0-15,0 0 0,0 0 16,0 0-16,0 0 0,25 0 0,-25 0 0,0-25 15,0 25-15,0 0 0,0 0 0,24 0 0,-24 0 0,0 0 0,0 0 0,0 0 16,0 0-16,25 0 0,-25 0 0,0 0 0,0 25 0,0-25 0,25 0 16,-25 0-16,0 0 15,0 0-15,0 0 0,0 0 0,0 25 0,0-25 0,0 0 0,0 0 0,0 0 0,0 24 16,0-24-16,0 0 0,0 0 0,0 25 0,0-25 0,-25 0 0,25 25 15,0-25 1,0 0-16,0 0 0,0 25 0,-25-25 0,25 0 0,0 25 0,0-25 0,0 0 0,-24 0 0,24 24 16,0-24-16,0 0 0,-25 0 0,25 25 15,0-25-15,0 0 0,0 0 0,-25 25 0,25-25 16,0 0-16,0 0 0,0 0 0,0 0 0,-25 0 31,25 25-31,0-25 0,0 0 0,0 0 0,0 0 0,0 0 0,0 0 0,0 0 0,0 0 0,0 0 0,0 0 0,0 0 0,0 0 16,0 0-16,0 0 0,0 0 0,0 0 0,0 0 0,0 0 15,0 0-15,0-25 0,0 25 0,0 0 0,25 0 0,-25 0 16,0 0-16,0-25 0,0 25 0,0 0 0,25 0 0,-25 0 0,0-25 0,0 25 0,25 0 31,-25 0-31,0-24 0,0 24 0,24 0 0,-24 0 0,0-25 0</inkml:trace>
  <inkml:trace contextRef="#ctx0" brushRef="#br0" timeOffset="1.25276E6">31725 17214 0,'0'-24'0,"25"24"0,-25 0 0,0 0 15,0 0-15,0 0 0,0 0 0,0 0 0,0-25 0,0 25 16,0 0-16,0 0 0,0 0 0,0 0 0,0 0 0,0 0 16,0 0-16,0 0 0,0 0 0,0 0 0,0 0 0,0 0 15,0 0-15,-25 25 0,25-25 0,0 0 0,0 0 16,-25 0-16,25 24 0,0-24 0,0 0 0,-24 0 0,24 25 15,0-25-15,0 0 0,-25 25 0,25-25 0,0 0 0,0 0 16,0 25-16,-25-25 0,25 25 0,0-25 62,0 0-62,0 0 16,0 24-16,0-24 0,0 0 0,0 25 0,0-25 0,0 0 0,0 0 16,0 25-16,0-25 0,0 0 0,0 0 0,0 25 0,0-25 0,25 0 15,-25 0-15,0 0 0,0 25 0,0-25 0,0 0 0,25 0 16,-25 0-16,0 0 0,0 0 0,0 0 0,24 0 0,-24 0 0,0 24 0,25-24 0,-25 0 0,0 0 0,25 0 0,-25 0 0</inkml:trace>
  <inkml:trace contextRef="#ctx0" brushRef="#br0" timeOffset="1.25347E6">31849 17438 0,'0'0'0,"0"0"0,0-25 0,0 25 0,0 0 0,0 0 0,-25 0 16,25 0-16,0 0 0,0 0 0,0 0 0,0-25 15,0 25-15,25 0 0,-25 0 0,0 0 0,0 0 0,0 0 0,0 0 16,0 0-16,0 0 0,0-25 0,0 25 0,0 0 0,0 0 15,0 0-15,25 0 0,-25 0 0,0 0 0,0 0 0,0 0 16,0 0-16,25 0 0,-25 0 0,0 0 0,0 0 0,0 0 16,25 0-16,-25 0 0,0 0 0,0 0 0,0 0 15,0 0 1,24 0-16,-24 0 0,0 0 0,0 0 0,0 0 0,0 0 0,0 0 0,0 0 0,0 0 0,0 0 0,0 25 15,0-25-15,0 0 0,0 0 16,0 0-16,0 0 0,0 25 0,-24-25 0,24 0 0,0 0 0,0 0 0,0 0 0,0 25 31,0-25-31,0 0 0,-25 0 0,25 0 0,0 0 0,0 24 0,0-24 0,0 0 0,0 0 0,-25 0 16,25 0-16,0 0 0,0 0 0,0 0 0,0 25 0,0-25 0,-25 0 0,25 0 15,0 0-15,0 0 16,0 0-16,0 0 0,0 0 0,0 0 0,0 0 0,0 0 0,0 0 0,0 0 16,0 0-16,0 0 0,0 0 0,0 0 0,0 0 0,0 0 0,0 0 0,0 0 15,0 0-15,0 0 16,0 0-16,0 0 0,0 0 0,0 0 0,0 0 0,0 0 0,25 0 0,-25 25 0,0-25 15,0 0-15,0 0 0,0 0 0,0 0 0,0 0 0,0 0 0,0 0 16,0 0 0,0 0-16,0 0 0,0 0 0,0 0 0,0 25 0,0-25 0,0 0 0,25 0 0,-25 0 15,0 0-15,0 0 0,0 25 0,0-25 0,0 0 0,-25 0 0,25 0 0,0 0 16,0 25-16,0-25 15,0 0-15,0 0 0,0 0 0,0 0 0,0 0 0,0 24 0,0-24 0,0 0 0,0 0 63,0 0-63,0 0 0,-25 0 0,25 0 15,0 0-15,0 0 0,0 25 0,0-25 0,0 0 0,-25 0 0,25 0 0,0 0 0,0 0 0,0 0 0,0 0 0,-24 0 0,24 0 0,0 0 0,0 0 0,0 0 0,0 0 0,0 0 0,-25 0 0,25 0 16,0 0-16,0 0 0,0 0 0,0-25 0,0 25 0,0 0 0,0 0 0,0 0 0,-25 0 0,25 0 0,0 0 0,0 0 0,0 0 16,0 0-16,0 0 0,0 0 0,25 0 15,-25 0-15,0-24 0,0 24 0,0 0 0,0 0 0,0 0 0,0 0 0,25 0 0,-25-25 16,0 25-1,0 0-15,24 0 0,-24 0 0,0-25 0,25 25 0</inkml:trace>
  <inkml:trace contextRef="#ctx0" brushRef="#br0" timeOffset="1.25378E6">32196 17314 0,'0'0'0,"0"0"0,0 0 16,0 0-16,0 0 0,0 0 0,0-25 0,0 25 0,0 0 16,0 0-16,0 0 0,25 0 0,-25 0 0,0 0 0,0 0 15,0 0-15,0 0 0,25 0 0,-25 0 0,0 0 0,0 0 16,25 0-16,-25 0 0,0 0 0,0 0 0,25 0 0,-25 0 15,0 0-15,0 0 0,0 25 0,25-25 0,-25 0 16,0 0-16,0 0 0,0 0 0,24 0 0,-24 0 16,0 0-16,0 0 0,0 0 0,0 0 0,0 0 0,25 0 0,-25 0 0,0 0 15,0 0-15,0 0 0,0 0 16,0 0-16,0 0 0,0 0 0</inkml:trace>
  <inkml:trace contextRef="#ctx0" brushRef="#br0" timeOffset="1.25406E6">32172 17462 0,'0'0'0,"0"0"0,0 25 15,0-25-15,0 0 0,0 0 0,0 0 0,0 0 0,0 0 16,0 0-16,0 0 0,0 0 0,24 0 0,-24 0 0,0 0 0,0 0 16,25 0-16,-25 0 0,0 0 0,0 0 0,25 0 15,-25 0-15,0 0 0,0 0 0,0 0 0,25 0 0,-25 0 0,0 0 16,0 0-16,0 0 0,0 0 0,0 0 0,0 0 0,0 0 15,25 0-15,-25 0 0,0 0 0,0 0 0,0 0 0</inkml:trace>
  <inkml:trace contextRef="#ctx0" brushRef="#br0" timeOffset="1.26109E6">32668 17190 0,'0'0'0,"0"0"0,0 0 0,0 0 0,0 0 0,0 0 0,0 0 0,0 0 0,0 0 15,0 0-15,0 0 0,0 0 0,0 0 0,0 0 0,0 0 0,0 0 0,0 0 0,0 0 0,0 0 0,0 0 0,0 0 0,0 0 0,0 0 0,0 0 0,0 0 0,0 0 0,0 0 0,0 0 0,0 0 0,0 0 0,0 0 0,0 0 0,0-25 0,0 25 0,0 0 0,0 0 0,0 0 0,0 0 16,0 0-1,0 0-15,0 0 0,0 0 0,0 0 0,0 0 0,0 0 0,0 0 0,0 0 0,0 0 0,0 0 110,-25 0-110,25 0 0,0 0 0,0 0 0,0 0 0,0-25 218,99 0-187,-99 25-31,0 0 0,0 0 0,-25 0 0,25 0 0,0 0 0,0 25 0,0-25 0,0 0 0,0 0 0,0 0 0,0 0 0,0 0 0,0 25 0,0-25 0,0 0 0,0 0 0,-24 0 0,24 0 0,0 0 0,0 25 0,0-25 0,0 0 0,0 0 0,0 0 0,0 0 0,-25 0 16,25 0-16,0 0 0,0 24 0,0-24 0,0 0 0,0 0 0,0 0 0,-25 0 15,25 0-15,0 0 0,0 0 0,0 0 0,0 0 0,0 0 0,-25 25 0,25-25 0,0 0 0,0 0 0,0 0 0,0 0 16,0 0-16,0 0 0,0 0 0,-25 0 0,25 0 0,0 0 140,-24 0-140,24 0 0,0 0 0,0 0 0,0 0 0,0 0 0,0 0 0,0 0 0,0 0 0,0 0 0,0 0 0,0 0 0,0 0 0,0 0 0,0 0 0,0 0 0,0 0 0,0 0 0,0 0 0,0 0 0,0 0 0,0 0 0,0 0 16,0 0-16,0 0 0,0 0 0,0 0 0,0 0 0,0 0 0,0 0 0,0 0 0,0 0 0,0 0 0,0 0 0,0 0 0,0 0 0,24 0 0,-24 0 0,0 0 16,0 0-16,0 0 0,0 0 0,0 0 0,0 0 0,0 0 0,0-25 15,25 25-15,-25 0 0,0 0 0,0 0 0,0 0 16,0 0 140,75 25-156,-75-25 0,0 0 0,0 0 0,0 0 0,0 25 0,0-25 0,0 0 0,24 0 0,-24 0 0,0 0 0,0 0 0,0 0 0,0 0 0,0 25 0,0-25 0,0 0 0,0 0 0,0 0 0,0 0 15,0 0-15,0 0 0,0 25 0,0-25 0,0 0 0,0 0 0,0 0 0,0 0 0,0 0 0,0 0 0,0 24 0,-24-24 0,24 0 0,0 0 16,0 0-16,0 0 0,0 0 0,0 0 0,0 25 0,0-25 0,0 0 0,0 0 0,0 0 0,0 0 0,0 0 0,0 25 0,-25-25 0,25 0 16,0 0 124,-25 50-140,25-50 0,-25 0 0,25 0 0,0 0 0,0 0 0,0 0 0,0 0 0,0 0 0,0 0 0,0 24 0,0-24 0,-25 0 0,25 0 0,0 0 0,0 0 0,0 0 0,0 0 0,0 0 0,0 0 0,0 0 0,0 0 0,0 0 0,0 0 0,0 0 0,0 0 0,-24 0 16,24 0-16,0 25 0,0-25 0,0 0 0,0 0 0,0 0 0,0 0 0,0 0 15,0 0-15,0 0 0,0 0 0,0 0 0,0 0 0,0 0 0,0 0 0,0 0 0,0 0 0,0 0 0,-25 0 0,25 0 0,0 0 16,0 0-16,0 0 0,0 0 0,0 0 0,0 0 0,0-25 0,0 25 0,0 0 15,0 0-15,0 0 16,0 0-16,0 0 0,0 0 0,0 0 0,0 0 0,0 0 0,0 0 0,-25 0 16,25 0-16,0 0 0,0 0 0,0 0 0,0 0 0,0 0 0,0 0 0,0 0 0,0 0 15,0 0 1,0 0-16,0 0 0,0 0 0,0 0 0,0 0 0,0 0 0,0 0 0,0 0 15,0 0-15,0 0 0,0 0 0,0 0 0,0 0 0,0 0 0,0 0 0,0 0 0,0 0 32,0 0-32,0 0 0,0 0 0,0 0 0,25 0 0,-25 0 0,0 0 0,0 0 0,25 0 0,-25 0 15,0 0-15,24 0 0</inkml:trace>
  <inkml:trace contextRef="#ctx0" brushRef="#br0" timeOffset="1.26276E6">31428 17884 0,'0'0'0,"0"0"16,0-25-16,0 25 0,0 0 0,0 0 0,0 0 0,0 0 0,0 0 234,74 0-234,-74 0 0,0 0 0,25 0 0,-25 0 0,0 0 0,0 0 0,0 25 0,0-25 0,0 0 0,0 0 0,0 0 0,-25 0 0,25 25 0,0-25 0,0 0 0,0 0 0,0 0 0,0 25 0,0-25 0,0 0 0,0 0 0,0 0 0,0 0 0,0 25 0,0-25 0,-25 0 0,25 0 0,0 0 0,0 24 0,0-24 0,0 0 0,0 0 0,-25 0 0,25 0 0,0 0 0,0 25 0,0-25 0,0 0 15,0 0-15,0 0 16,0 0-16,-24 0 0,24 25 0,0-25 0,0 0 0,0 0 0,0 0 0,0 0 0,0 0 140,0 0-140,0 0 0,0 0 0,0 0 0,0-25 0,0 25 0,0 0 0,0 0 0,0 0 0,0 0 0,24-25 0,-24 25 0,0 0 0,0 0 0,0 0 0,25-24 0,-25 24 0,0 0 0,0 0 0,0 0 0,25 0 0,-25-25 0,0 25 0,0 0 0,25 0 0,-25 0 0,0-25 0,0 25 0,25 0 0,-25 0 16,0 0-16,0 0 0,0 0 0,0 0 0,24-25 0,-24 25 0,0 0 0,0 0 0,0 0 15,0 0-15,0 0 0,0 0 0,0 0 0,25 0 0,-25 0 0,0 0 16,0 0-16,0 0 0,0 0 0,0 0 0,0 0 16,0 0-16,0 0 0,0 0 0,0 0 0,0 0 0,0 0 0,0 0 15,0 0-15,-25 0 0,25 0 0,0 0 0,0 0 0,0 0 0,0 0 0,0 0 31,0 0-31,0 0 0,-24 0 0,24 25 0,0-25 0,0 0 0,0 0 0,0 0 0,0 0 0,0 25 0,-25-25 0,25 0 172,25 124-32</inkml:trace>
  <inkml:trace contextRef="#ctx0" brushRef="#br0" timeOffset="1.2636E6">31676 18008 0,'0'0'0,"0"0"0,0 0 0,0 0 0,0 0 0,0 0 15,0 0-15,0 0 0,0 0 0,0 0 0,0 0 0,0-25 16,0 25-16,0 0 0,24 0 0,-24 0 0,0 0 0,0 0 16,0 0-16,0 0 0,0 0 0,0 0 0,0 0 124,50 0-124,-50 0 0,0 0 0,0 0 0,0 0 63,0 25-63,0-25 0,0 0 0,0 0 0,0 0 0,0 0 0,0 25 0,0-25 0,0 0 0,0 0 0,0 0 0,0 0 0,-25 0 0,25 0 0,0 0 0,0 0 0,0 25 0,0-25 0,0 0 0,0 0 0,0 0 0,-25 0 0,25 0 0,0 0 0,0 0 0,0 0 0,0 25 0,0-25 0,-24 0 0,24 0 0,0 0 0,0 0 0,0 0 0,0 0 0,0 0 0,0 0 0,0 0 0,-25 24 15,25-24-15,0 0 0,0 0 0,0 0 0,0 0 0,0 0 16,0 0-16,0 0 0,-25 0 0,25 0 0,0 0 0,0 0 16,0 0-16,0 25 0,0-25 0,0 0 0,0 0 0,0 0 15,0 0-15,0 0 0,0 0 0,0 0 0,-25 0 16,25 0-16,0 0 0,0 0 0,0 0 0,0 0 15,0 0-15,0 25 0,0-25 47,0 0-47,0 0 0,0 0 0,0 0 47,0 0-47,0 0 0,0 0 0,0 0 0,0 0 0,0 0 0,0 0 0,0 0 16,0 0-16,0 0 0,25 0 0,-25 0 0,0 0 0,0 0 0,0 0 0,0 0 0,0 0 0,0 0 0,0 0 0,0 0 0,0 0 0,25 0 0,-25 0 0,0 0 0,0 0 0,0 0 0,0 0 0,0 0 0,25 0 0,-25 0 249</inkml:trace>
  <inkml:trace contextRef="#ctx0" brushRef="#br0" timeOffset="1.26959E6">31973 17835 0,'0'0'0,"0"0"15,0 0-15,0 0 16,0 0-16,0 0 0,0 0 0,0 0 0,0 0 0,0 0 0,0 0 0,0 0 15,0 0-15,0 0 0,0 0 0,0 0 0,0 0 16,0 0-16,0 0 0,0 0 0,0 0 0,0 0 16,0 0-16,0 0 0,0 0 0,0 0 0,0 0 0,0 0 0,0 0 0,0 0 0,0 0 0,0 0 31,0 0-31,0 0 0,0 0 0,0 0 0,0 0 0,0 0 0,0 0 0,0 0 0,0 0 0,0 0 15,0 0-15,0 0 0,0 0 0,0 0 0,0 0 0,0 0 0,0 0 0,0 0 32,0 0-32,0 0 0,0 0 0,0 0 0,0 0 0,0 0 0,0 0 0,0 0 0,0 0 0,0 0 15,0 0-15,0 0 0,0 0 0,0 0 0,0 0 0,0 0 0,0 0 0,0 0 16,0 0-16,0 0 15,0 0-15,0 0 0,0 0 0,0 0 0,0 0 0,0 0 0,0 0 0,0 0 16,0 0-16,0 0 0,0 0 0,0 0 16,0 0-1,25 0-15,-25 0 0,0 0 0,0 0 0,0 0 0,0 0 0,0 0 0,0 0 0,25 0 0,-25 0 0,0 0 0,0 0 31,0 0-31,25 0 0,-25 0 0,0 0 16,0 0-16,0 0 0,24 0 0,-24 0 0,0 0 0,0 0 0,25 0 0,-25 0 0,0 0 0,0 0 0,0-25 0,0 25 0,25 0 16,-25 0-16,0 0 0,0 0 0,0 0 0,0 0 0,0 0 0,0 0 15,25 0-15,-25 0 0,0 0 0,0 0 0,0 0 0,0 0 0,0 0 0,0 0 0,0 0 16,0 0-16,0 25 0,0-25 15,0 0-15,0 0 0,0 0 0,0 0 0,0 0 0,0 0 0,0 0 16,0 0-16,0 0 0,0 0 0,0 0 0,0 0 0,0 0 0,0 0 0,0 0 16,0 0-16</inkml:trace>
  <inkml:trace contextRef="#ctx0" brushRef="#br0" timeOffset="1.27016E6">31924 17983 0,'0'0'0,"0"0"0,0 0 0,0 0 0,0 0 0,0 0 0,-25 0 0,25 0 0,0 0 0,0 0 0,0 0 0,0 0 15,0 0-15,0 0 0,0 0 16,0 0-16,0 0 0,0 0 0,0 0 0,0 0 0,0 0 0,0 0 0,0 0 0,0 0 16,0 0-16,0 0 0,0 0 15,0 0-15,0 0 0,0 0 0,0 0 0,0 0 0,0 0 0,0 0 0,0 0 16,0 0-16,0 0 0,0 0 0,0 0 0,0 0 0,0 0 0,0 0 0,0 0 15,0 0 1,0 0-16,25 0 0,-25 0 0,0 0 0,0 0 0,0 0 0,0 0 0,0 0 0,0 0 0,0 0 16,0 0-16,24 0 0,-24 0 0,0 0 0,0 0 0,0 0 0,0 0 15,25 0-15,-25 0 16,0 0-16,0 0 0,0 0 0,25 0 0,-25 0 0,0 0 0,0 0 0,0 0 0,25 0 15,-25 0-15,0 0 0,0 0 0,25 0 16,-25 0-16,0 0 0,0 0 0,0 0 0,0 0 16,0 0-16,24 0 0,-24 0 0,0 0 0,0 0 0,0 0 0,0 0 0,0 0 0,0 0 15,0 0-15,0 0 0,25 0 0,-25 0 0,0 0 16,0 0-16,0 0 0,0 0 0,0 0 0,0 0 0,0 0 0,0 0 0,0-24 15,0 24 1,0 0-16,0 0 0,0 0 0,0 0 0,0 0 0,0 0 0,0 24 0,0-24 16,0 0-16,0 0 0,0 0 0,0 0 0,0 0 0,0 0 0,0 0 15,0-24-15,0 24 0</inkml:trace>
  <inkml:trace contextRef="#ctx0" brushRef="#br0" timeOffset="1.2729E6">32420 17810 0,'0'0'0,"0"0"15,0 0-15,0 0 0,0 0 0,0 0 0,-25 0 16,25 0-16,0 0 0,0 0 0,0 0 0,0 0 15,0 0-15,0 0 0,0 0 16,0 0-16,0 0 0,0 0 0,0 0 0,0 0 0,0 0 0,0 0 0,0 0 0,0 0 0,0 0 0,0 0 16,0 0-16,0 0 0,0 0 0,0 0 0,0 0 15,0 0-15,0 0 0,0 0 0,0 0 16,0 0-16,0 0 0,0 0 0,0 0 0,0 0 31,0 0-31,0 0 0,0 0 0,0 0 0,0 0 0,0 0 0,0 0 0,0 0 0,0 0 0,0 0 0,0 0 0,0-25 0,0 25 0,0 0 0,0 0 0,0 0 0,0 0 0,0 0 0,0 0 16,0 0-1,0 0-15,0 0 0,0 0 0,0 0 0,0 0 0,0 0 0,0 0 0,0 0 0,0-25 0,0 25 0,25 0 31,-25 0-31,0 0 0,0 0 0,0 0 0,0 0 0,0 0 0,0 0 0,0 0 0,0 0 16,0 0-16,0 0 0,0 0 0,0 0 0,0-25 0,25 25 0,-25 0 0,0 0 16,0 0-1,0 0-15,0 0 0,0 0 0,0 0 0,24 0 0,-24 0 0,0 0 0,0 0 0,0 0 0,0 0 0,25 0 16,-25 0-16,0 0 0,0 0 0,0 0 0,0 0 0,0 0 0,25 0 0,-25 0 31,0 0-31,0 0 0,0 0 0,0 0 0,0 0 0,0 0 0,0 0 0,25 0 31,-25 0-31,0 0 0,0 0 0,0 0 0,0 0 0,0 0 0,0 0 0,0 0 0,0 25 0,0-25 0,0 0 0,0 0 0,0 0 0,0 0 0,0 0 0,0 0 0,0 0 16,0 0-1,0 25-15,0-25 0,0 0 0,0 0 0,0 0 0,0 0 0,0 0 0,0 0 16,0 25-16,0-25 0,0 0 0,-25 0 0,25 0 0,0 0 0,0 25 0,0-25 0,0 0 31,0 0-31,-25 0 0,25 0 0,0 24 0,0-24 0,0 0 0,0 0 0,0 0 0,-25 0 0,25 0 0,0 25 16,0-25-16,0 0 0,0 0 0,0 0 0,0 0 0,0 0 0,-24 25 0,24-25 15,0 0 1,0 0-16,0 0 0,0 0 0,0 0 0,0 0 0,0 0 0,-25 25 0,25-25 0,0 0 16,0 0-16,0 0 0,0 0 0,0 0 0,0 0 15,0 0-15,0 25 0,0-25 0,-25 0 0,25 0 0,0 0 16,0 0-16,0 0 0,0 0 0,0 0 0,0 24 0,0-24 0,0 0 0,0 0 0,0 0 15,0 0-15,0 0 0,0 0 0,0 0 0,0 0 0,0 0 0,-25 0 16,25 0-16,0 0 16,0 0-16,0 0 0,0 0 0,0 0 15,0 0-15,0 0 0,0 0 0,0 0 0,0 0 0,0 0 0,0 0 0,0 0 0,0 0 16,0 0-16,0 0 0,0 0 0,0 0 0,0 0 0,0 0 0,0 0 0,0 0 0,0 0 15,0 0 1,0 0-16,0 0 0,0 0 0,0 0 0,0 25 0,0-25 0,0 0 0,0 0 62,25 0-62,-25 0 0,0 0 0,0 0 0,0 0 0,0 0 0,0 0 0,25 0 0,-25 0 0,0 0 0,0 0 0,0 0 0,25 0 0,-25 0 0,0 0 0,0 0 0,0 0 0,24 0 0,-24 0 0,0 0 0,0 0 0,25 0 0,-25 0 0,0 0 0,0 0 0,25 0 0,-25 0 0,0 0 16,0 0-16,0 0 0,0 0 0,25 0 0,-25 0 0,0 0 16,0 25-16,0-25 15,0 0-15,0 0 0,25 0 0,-25 0 0,0 0 0,0 0 0,0 0 0,0 0 0,0 0 0,0 0 0,24 0 16,-24 0-1,0 0-15,0 0 0,0 0 0,0 0 0,0 0 0,0 0 0,0 0 0,0-25 0,0 25 0,0 0 16,0 0 0,0 0-16,25 0 0</inkml:trace>
  <inkml:trace contextRef="#ctx0" brushRef="#br0" timeOffset="1.27451E6">31155 18256 0,'0'0'0,"0"0"16,0 0-1,0 0-15,0 0 0,0 0 0,0 0 0,0 0 0,0 0 0,0 0 0,-25 0 16,25 0-16,0 0 0,0 0 0,0 0 0,0 0 0,0 0 15,0 0-15,0 0 16,0 0-16,0 0 0,0 0 0,0 0 0,0 0 0,0 0 0,0 0 16,0 0-16,0 0 0,0 0 0,0 0 0,0 0 0,0 0 15,0 0-15,0-25 16,0 25-16,0 0 0,0 0 0,25 0 0,-25 0 0,0 0 0,0 0 0,0 0 15,0 0-15,0 0 0,0 0 0,24 0 16,-24 0-16,0 0 0,0 0 0,0 0 16,0 0-16,25 0 0,-25 0 0,0 0 0,0 0 0,0 0 0,0 0 15,0 0-15,25 0 0,-25 0 0,0 25 0,0-25 0,0 0 0,0 0 16,0 0-16,0 0 15,0 0-15,0 25 16,0-25-16,0 0 0,0 0 0,0 0 0,0 25 0,0-25 0,0 0 0,-25 0 0,25 25 0,0-25 16,0 0-16,0 0 0,0 0 0,0 24 0,-25-24 0,25 0 31,0 0-31,0 0 0,0 25 0,-24-25 0,24 0 0,0 0 0,0 0 0,0 0 15,0 25-15,0-25 0,-25 0 0,25 0 0,0 0 16,0 0-16,0 0 0,0 0 0,0 0 0,0 0 16,0 0-16,0 0 0,0 0 0,0 0 0,0 0 0,0 0 31,0 0-31,0 0 0,0 0 0,0 0 0,0 0 0,0 0 0,0 0 0,25 0 0,-25-25 0,0 25 0,0 0 0,0 0 15,24 0-15,-24 0 16,0-25-16,0 25 0,25 0 0,-25 0 16,0-24-16,25 24 0,-25 0 0,0 0 0,0-25 0,25 25 0,-25 0 0,0 0 15,25 0-15,-25-25 0,0 25 16,0 0-16,25 0 0,-25 0 0,0-25 0,0 25 15,0 0-15,0 0 0,0 0 0,24 0 0,-24 0 0,0 0 0,0 0 0,0 0 16,0 0-16,0 0 16,0 0-16,0 0 0,0 0 0,0 0 0,0 0 15,-24 0-15,24 0 0,0 0 0,0 0 0,0 0 0,0 0 0,0 0 0,0 0 0,0 0 16,-25 0-1,25 0-15,0 0 0,0 0 16,0 25 0,-25-25-16,25 0 0,0 0 0,0 0 0,0 25 0,0-25 0,0 0 0,0 0 0,0 25 0,0-25 0,0 0 0,0 0 0,0 24 15,0-24-15,0 0 0,0 0 0,0 25 0,0-25 0,0 0 0,0 0 16,0 0-1,0 0-15,0 25 0,0-25 0,0 0 0,25 0 0,-25 0 0,0 0 0,0 0 16,0 0-16,0 0 0,25 0 0,-25 0 0,0 0 0,0 0 16,0 0-1,0 0-15,24 0 0,-24 0 0,0 0 0,0 0 0,0-25 0,0 25 16,25 0-16,-25 0 0,0 0 0,0 0 0,0-25 0,0 25 0,0 0 15,0 0-15,0 0 0,0 0 0,25-24 16,-25 24-16,0 0 0,0 0 0,0 0 0,0 0 62,0 0-62,0 0 0,0 0 0,0 0 0,0 0 0,0 0 0,0 0 0,0 0 0,0 0 0,0 0 0,0 0 0,0 0 0,0 0 0,0 0 0,0 0 0,0 0 0,0 0 0,0 0 0,0 0 0,0 0 0,0 0 0,0 24 16,0-24-16,-25 0 0,25 0 0,0 0 0,0 25 0,0-25 16,0 0-16,0 25 15,0-25-15,0 0 0,0 0 0,0 25 0,0-25 0,-25 0 0,25 25 0,0-25 31,0 0-31,0 0 0,0 24 0,0-24 0,0 0 0,0 0 0,0 25 0,0-25 0,0 0 0,0 0 0,0 0 16,0 0 0,0 25-16,0-25 0,0 0 0,0 0 0,0 0 0,0 0 0,0 0 0,0 0 15,0 0-15,0 0 0,0 0 0,0 0 0,0 0 0,0 0 31,0-25-31,25 25 0,-25 0 0</inkml:trace>
  <inkml:trace contextRef="#ctx0" brushRef="#br0" timeOffset="1.27502E6">31676 18380 0,'0'0'0,"0"0"16,0 0-16,0 0 0,0 0 0,0 0 0,0 0 0,0 0 15,0 0 1,0 0-16,0 0 0,0 0 0,0 0 0,0 0 0,0 0 0,0 0 15,0 0-15,0 0 0,0 0 0,0 0 0,0 0 0,24 0 0,-24 0 16,0 0-16,0 0 16,0 0-16,25 0 0,-25 0 0,0 0 0,0 0 0,25 0 0,-25 0 15,0 0-15,0 0 0,25 0 0,-25 0 0,0 0 0,25 0 0,-25 0 0,0 0 31,0 0-31,24 0 0,-24 0 0,0 0 0,0 0 0,0 0 0,25 0 0,-25 0 16,0 0-16,0 0 0,0-25 0,0 25 0,0 0 0,0 0 0,0 0 16</inkml:trace>
  <inkml:trace contextRef="#ctx0" brushRef="#br0" timeOffset="1.27528E6">31676 18479 0,'0'0'0,"0"0"0,0 0 0,0 0 0,0 0 0,0 0 16,0 0-16,0 0 0,0 0 0,0 0 0,0 0 16,0 0-16,0 0 0,24 0 0,-24 0 0,0 0 15,0 0-15,0 0 0,0 0 0,25 0 0,-25-24 0,0 24 16,0 0-16,25 0 0,-25 0 0,0 0 15,0 0-15,25 0 0,-25 0 0,0 0 0,0 0 0,25 0 16,-25 0-16,0 0 0,24 0 0,-24 0 0,0 0 16,0 0-16,25 0 0,-25 0 0,0 0 0,25 0 15,-25 0-15,25 24 0,-25-24 0,0 0 0,25 0 16</inkml:trace>
  <inkml:trace contextRef="#ctx0" brushRef="#br0" timeOffset="1.27591E6">32246 18405 0,'0'0'0,"0"0"15,0 0-15,0 0 0,0-25 0,0 25 0,0 0 0,0 0 0,0 0 16,0 0-16,0 0 0,0-25 0,25 25 0,-25 0 0,0 0 0,0 0 15,0 0-15,25 0 0,-25-24 16,0 24-16,0 0 0,25 0 0,-25 0 0,0-25 0,0 25 0,24 0 31,-24 0-31,0-25 0,25 25 0,-25-25 0,0 25 0,0 0 0,25-25 0,-25 25 0,0 0 16,25-24-16,-25 24 0,0-25 0,25 25 15,-25 0-15,0-25 0,24 25 0,-24 0 0,0-25 0,0 25 0,0 0 0,25 0 0,-25 0 16,0 0 0,0 0-16,0 0 0,0 0 0,0 0 0,0 0 0,0 0 0,0 0 0,0 0 15,0 0-15,0 0 0,0 0 0,0 0 0,0 25 0,0-25 0,0 0 0,0 0 16,0 0-1,0 0-15,0 25 0,0-25 0,0 0 0,0 0 0,0 25 0,0-25 0,0 0 16,-25 24-16,25-24 0,0 0 0,0 0 0,0 25 0,0-25 16,0 0-1,0 25-15,0-25 0,0 0 0,0 0 0,0 25 0,0-25 0,0 0 0,0 0 0,0 25 31,0-25-31,-24 0 0,24 0 0,0 24 0,0-24 0,0 0 0,0 0 0,0 0 0,0 0 0,0 0 0,0 25 0,0-25 16,0 0-16,0 0 16,0 0-16,0 0 0,0 0 0,0 0 0,0 0 0,0 0 15,0 0-15,0 0 0,24 0 0,-24 0 0,0 0 0,0 0 0,0 0 0,0 0 31,25-25-31</inkml:trace>
  <inkml:trace contextRef="#ctx0" brushRef="#br0" timeOffset="1.45326E6">0 0 0,'50'0'0</inkml:trace>
  <inkml:trace contextRef="#ctx0" brushRef="#br0" timeOffset="1.58632E6">0 422 0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1:59:59.16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2332 3150 0,'0'0'0,"0"0"0,0 0 0,0 0 0,0 0 0,0-25 0,0 25 0,0 0 0,0 0 0,0 0 0,0 0 0,0 0 0,0 0 0,0 0 0,0 0 0,0 0 0,0 0 0,0 0 0,0 0 0,0 0 0,0 0 0,0 0 0,0 0 0,-25 0 0,25 0 0,0 0 0,0 0 0,0 0 0,0 0 0,0 0 15,0 0-15,0 0 0,0 0 0,0 25 0,0-25 16,0 0-16,0 0 0,-25 0 0,25 0 0,0 0 0,0 0 15,0 25-15,0-25 0,0 0 0,-25 0 0,25 0 16,0 25-16,0-25 0,0 0 0,-25 0 0,25 0 0,0 25 16,0-25-16,0 0 0,-24 24 0,24-24 0,0 0 15,0 0-15,-25 25 0,25-25 0,0 0 0,0 25 0,-25-25 16,25 0-16,0 25 0,0-25 0,-25 0 0,25 25 15,0-25-15,0 0 0,0 24 0,-25-24 0,25 0 0,0 0 16,0 25-16,0-25 0,0 0 0,0 0 0,0 0 0,-24 0 16,24 0-16,0 0 0,0 0 0,0 0 0,0 0 15,0 0-15,0 0 0,0 0 0,0 0 0,0 25 0,0-25 16,0 0-16,0 0 0,0 0 0,0 0 0,0 0 15,0 0-15,0 0 0,0 0 0,0 0 0,0 0 0,0 0 16,0 0-16,0 0 0,0 0 0,0 0 0,0 0 0,0-25 16,0 25-16,0 0 0,0 0 0,0 0 0,0 0 15,-25 0-15,25 0 0,0 0 0,0 0 0,0 0 0,0-25 16,0 25-16,0 0 0,0 0 0,0 0 0,0 0 15,0-24-15</inkml:trace>
  <inkml:trace contextRef="#ctx0" brushRef="#br0" timeOffset="485.0277">2059 3200 0,'0'0'0,"0"0"16,0 0-16,0 0 0,0 0 0,0 0 0,0 0 15,0 0-15,0 0 0,0 0 0,0 0 0,0 0 0,0 0 16,0 0-16,0 0 0,0 0 0,0 0 0,0 0 15,0 0-15,0 0 0,0 0 0,0 0 0,0 25 0,0-25 16,0 0-16,0 0 0,25 0 0,-25 0 0,0 0 0,0 0 16,0 0-16,0 24 0,0-24 0,0 0 0,0 0 15,0 0-15,24 25 0,-24-25 0,0 0 0,0 25 0,0-25 16,0 0-16,25 0 0,-25 25 0,0-25 0,0 0 15,0 0-15,0 25 0,25-25 0,-25 0 0,0 24 0,0-24 16,0 0-16,25 0 0,-25 25 0,0-25 0,0 0 16,0 0-16,0 25 0,0-25 0,0 0 0,25 0 0,-25 0 15,0 25-15,0-25 0,0 0 0,0 0 0,0 0 16,0 0-16,0 0 0,0 0 0,0 0 0,0 0 0,0 0 15,0 0-15,0 0 0,0 0 0,0 0 0,24 0 0,-24 25 16,0-25-16,0 0 0,0 0 0,0 0 0,0 0 16,0 0-16,0 0 0,0 0 0,0 0 0,0 0 0,0 0 15,0 0-15,0 0 0,0 0 0,0 0 0,0 0 16,0 0-16,0 0 0,0 0 0,0 0 0,0 0 0,0-25 15,-24 25-15,24 0 0,0 0 0,0 0 0,0 0 0,0 0 16,0-25-16</inkml:trace>
  <inkml:trace contextRef="#ctx0" brushRef="#br0" timeOffset="916.0524">1935 3349 0,'0'0'0,"0"0"15,0 0-15,0 0 0,0 0 0,0 0 0,0 0 16,0 0-16,0 0 0,0 0 0,0 0 0,0 0 0,0 0 16,0 0-16,0 0 0,0 0 0,0 0 0,0 0 0,0 0 15,0 0-15,0 0 0,0 0 0,0 0 0,0 0 16,0 0-16,25 0 0,-25 0 0,0 0 0,0 0 0,0 0 15,24 0-15,-24 0 0,0 0 0,25 0 0,-25 0 16,0 0-16,25 0 0,-25-25 0,25 25 0,-25 0 0,25 0 16,-25 0-16,24 0 0,-24 0 0,25 0 0,-25 0 0,25 0 15,-25 0-15,25 0 0,0-25 0,-25 25 0,0 0 16,24 0-16,-24 0 0,25 0 0,-25 0 0,0 0 0,25 0 15,-25 0-15,0 0 0,0 0 0,0 0 0,0 0 16,0 0-16,0 0 0,0 0 0,0 0 0,0 0 0,0 0 16,0 0-16,0 0 0,0 0 0,0 0 0,0 0 0,0 0 15,0 0-15,0 0 0,0 0 0,0 0 0</inkml:trace>
  <inkml:trace contextRef="#ctx0" brushRef="#br0" timeOffset="1561.0891">3051 3274 0,'0'25'0,"0"-25"0,0 25 0,0-25 16,0 25-16,0-25 0,0 0 0,0 24 0,0-24 0,0 25 0,0-25 0,0 0 0,0 25 0,0-25 0,0 0 0,0 25 0,-25-25 0,25 0 0,0 0 0,0 25 0,0-25 0,0 0 0,0 0 0,0 24 0,0-24 0,0 0 0,0 0 0,0 25 0,0-25 0,0 0 0,0 0 0,0 0 0,0 25 0,0-25 0,0 0 0,0 0 0,0 0 0,0 0 16,0 0-16,0 0 0,0 0 0,0 0 0,0 0 0,0 25 15,0-25-15,0 0 0,0 0 0,0 0 0,0 0 16,0 0-16,0 0 0,0 0 0,0 0 0,0-25 0,0 25 15,0 0-15,0 0 0,0 0 0,0 0 0,0-25 16,0 25-16,0 0 0,0 0 0,0 0 0,0 0 0,0 0 16,0-25-16</inkml:trace>
  <inkml:trace contextRef="#ctx0" brushRef="#br0" timeOffset="2359.1349">3373 3101 0,'0'0'15,"0"0"-15,0 0 0,0 0 0,0 0 0,0 0 16,0 0-16,0 0 0,-24 0 0,24 0 0,0 0 0,0 0 15,0 0-15,0 0 0,0 0 0,0 0 0,0 0 16,0 0-16,0 0 0,0 0 0,0 0 0,0 0 0,0 0 16,0 0-16,0 0 0,0 0 0,0 0 0,0 0 15,0 0-15,0 0 0,0 0 0,0 0 0,0 0 0,-25 0 16,25 24-16,0-24 0,0 0 0,0 0 0,0 0 15,0 0-15,-25 25 0,25-25 0,0 0 0,0 0 16,0 25-16,-25-25 0,25 0 0,0 0 0,0 25 0,-25-25 16,25 0-16,0 0 0,0 25 0,-24-25 0,24 0 0,0 24 15,0-24-15,0 0 0,-25 0 0,25 25 0,0-25 16,0 0-16,0 25 0,-25-25 0,25 0 0,0 0 0,0 0 15,0 0-15,0 0 0,0 0 0,0 0 0,0 0 16,0 25-16,-25-25 0,25 0 0,0 0 0,0 0 0,0 0 16,0 0-16,0 0 0,0 0 0,0 0 0,0 0 15,0 25-15,-25-25 0,25 0 0,0 0 0,0 0 0,0 0 16,0 0-16,0 0 0,0 0 0,0 0 0,0 0 15,0 0-15,0 0 0,0 0 0,0 0 0,0 0 0,0 0 16,0 0-16,0 0 0,0 0 0,0 0 0,0 0 16,0 0-16,0 0 0,0 0 0,0 0 0,0 0 15,0 0-15,0 0 0,0 0 0,0 0 0,25 0 0,-25 0 16,0 0-16,0 0 0,0 0 0,0 0 0,0 0 0,25 0 15,-25 0-15,0 0 0,0 0 0,25 0 0,-25 0 16,0 24-16,0-24 0,25 0 94,-25 0-79,24 0-15,-24 25 0,0-25 0,25 0 0,-25 0 0,0 0 0,25 0 0,-25 0 0,0 0 0,0 25 0,25-25 0,-25 0 0,0 0 0,25 0 0,-25 0 0,0 0 0,0 0 0,0 25 0,24-25 0,-24 0 0,0 0 0,0 0 0,0 0 0,0 0 0,0 0 0,0 0 0,0 0 0,25 25 0,-25-25 0,0 0 0,0 0 0,0 0 0,0 0 0,0 0 0,0 0 0,0 0 0,0 0 16,0 0 46,0 0-62,0 0 0,0 0 0,0 0 0,0 0 0,-25 0 0,25-25 0,0 25 0,0 0 0,0 0 0,0 0 0,0-25 0,0 25 0,0 0 0</inkml:trace>
  <inkml:trace contextRef="#ctx0" brushRef="#br0" timeOffset="3297.1881">3572 2952 0,'0'0'0,"0"0"0,0 0 0,0 0 0,0 0 0,0 0 16,0 0-16,0 0 0,0 0 0,0 0 0,0 0 15,0 0-15,0 0 0,0 0 0,0 0 0,0 0 0,0 0 16,0 0-16,0 0 0,0 0 0,0 0 0,0 0 15,0 0-15,0 0 0,0 0 0,0 0 0,0 0 0,0 0 16,0 0-16,0 0 0,0 0 0,0 0 0,0 0 16,0 0-16,0 25 0,0-25 0,0 0 0,0 0 15,0 0-15,0 0 0,0 0 0,0 0 0,-25 24 0,25-24 16,0 0-16,0 0 0,25 25 0,-25-25 0,0 0 15,0 0-15,0 25 0,0-25 0,0 0 0,0 25 16,0-25-16,0 25 0,0-25 0,0 24 0,0-24 0,0 0 16,0 25-16,0-25 0,0 25 0,0-25 0,0 25 15,0-25-15,0 25 0,0-25 0,0 24 0,0-24 0,0 25 16,0-25-16,0 0 0,0 25 0,0-25 0,0 0 15,0 0-15,0 0 0,0 25 0,0-25 0,0 0 0,-25 0 16,25 25-16,0-25 0,0 0 0,0 24 0,0-24 16,0 0-16,0 0 0,0 25 0,0-25 0,0 0 15,0 0-15,0 0 0,0 0 0,0 0 0,0 25 0,0-25 16,0 0-16,0 0 0,0 0 0,0 0 0,0 0 0,0 0 15,0 0-15,0 0 0,0 0 0,0 0 0,0 0 16,0 0-16,0 0 0,0 0 0,0-25 0,0 25 16,0 0-16,0 0 0,0 0 0,0 0 0,0 0 0,0 0 15,0 0-15,0 0 0,0 0 0,0 0 0,0 0 16,0 0-16,0 0 0,0 0 0,0 0 0,0 0 15,0 0-15,0 0 0,0 0 0,25 0 0,-25-25 0,0 25 16,0 0-16,0 0 0,0 0 0,0 0 0,0-24 16,0 24-16,25 0 0,-25 0 0,0-25 0,0 25 15,0 0-15,0-25 0,24 25 0,-24 0 0,0 0 0,0-25 16,0 25-16,25 0 0,-25-25 0,0 25 0,0 0 0,0 0 15,25-24-15,-25 24 0,0 0 0,0 0 0,25 0 16,-25-25-16,0 25 0,0 0 0,0 0 0,25 0 16,-25 0-16,0 0 0,0 0 0,0 0 0,0 0 0,0-25 15,0 25-15,25 0 0,-25 25 0,0-25 0,0 0 16,0 0-16,0 0 0,0 0 0,0 0 0,0 0 0,24 0 15,-24 0-15,0 25 0,0-25 0,0 0 0,0 0 16,0 24-16,0-24 0,0 0 0,0 25 0,0-25 0,0 0 16,0 25-16,25-25 0,-25 0 0,0 0 0,0 25 15,0-25-15,0 0 0,0 25 0,0-25 0,0 0 16,0 0-16,0 24 0,0-24 0,0 0 0,0 25 0,0-25 15,0 0-15,0 0 0,0 25 0,0-25 0,-25 0 16,25 0-16,0 25 0,0-25 0,0 0 0,0 0 16,0 0-16,0 0 0,0 0 0,0 0 0,0 25 0,0-25 15,0 0-15,0 0 0,0 0 0,0 0 0,0 0 16,0 0-16,0 0 0,0 0 0,0 0 0,0 0 15,0-25-15,0 25 0,0 0 0,0 0 0,0 0 0,0 0 16,0 0-16,0 0 0,0 0 0,0 0 0,0 0 0,0-25 16,0 25-16,0 0 0,0 0 0,0 0 0,25-25 15,-25 25-15,0 0 0</inkml:trace>
  <inkml:trace contextRef="#ctx0" brushRef="#br0" timeOffset="3994.2283">4167 3225 0,'0'0'0,"0"0"15,0 0-15,0 0 0,0 0 0,0 0 0,0 0 16,0 0-16,0 0 0,0 0 0,-25 0 0,25 0 15,0 0-15,0 0 0,0-25 0,0 25 0,0 0 0,0 0 16,0 0-16,0 0 0,0 0 0,0 0 0,-24 0 0,24 0 16,0 0-16,0 0 0,0 0 0,0 0 0,0 0 15,0 0-15,0 0 0,-25 0 0,25 0 0,0 0 0,0 0 16,0 0-16,-25 0 0,25 0 0,0 0 0,0 0 15,0 0-15,-25 0 0,25 0 0,0 0 0,0 0 16,0 0-16,0 0 0,0 0 0,0 25 0,0-25 0,-25 0 16,25 0-16,0 0 0,0 0 0,0 24 0,0-24 15,0 0-15,-24 0 0,24 25 0,0-25 0,0 0 0,0 25 16,0-25-16,0 0 0,0 25 0,0-25 0,-25 0 15,25 25-15,0-25 0,0 24 0,0-24 0,0 0 16,0 25-16,25-25 0,-25 0 0,0 25 0,0-25 0,0 25 16,0-25-16,0 0 0,24 0 0,-24 25 0,0-25 15,0 0-15,25 24 0,-25-24 0,0 0 0,0 0 16,0 0-16,25 25 0,-25-25 0,0 0 0,25 0 0,-25 0 15,0 0-15,0 0 0,25 0 0,-25 0 0,0 0 16,0 0-16,24-25 0,-24 25 0,0 0 0,0 0 0,0 0 16,25 0-16,-25-24 0,0 24 0,0 0 0,25 0 15,-25-25-15,0 25 0,0 0 0,0-25 0,0 25 0,25 0 16,-25-25-16,0 25 0,0 0 0,0-25 0,0 25 15,0 0-15,0-24 0,0 24 0,0-25 0,0 25 0,0 0 16,0-25-16,0 25 0,-25-25 0,25 25 0,0 0 16,0 0-16,0-25 0,0 25 0,0 0 0,0 0 15,0 0-15,0 0 0,0 0 0,0-24 0,0 24 0,0 0 16,0 0-16,0 0 0,0 0 0,0 0 0,0 24 15,0-24-15,0 0 0,0 0 0,0 0 0,0 0 16,0 0-16,0 0 0,0 0 0,0 0 0,0 0 0,0 0 16,0 0-16,0 0 0,0 0 15,0 0-15,0 0 0,0 0 0</inkml:trace>
  <inkml:trace contextRef="#ctx0" brushRef="#br0" timeOffset="4638.2653">4415 3225 0,'0'0'16,"0"0"-16,0 0 0,0 0 0,0 0 0,0 0 15,0 0-15,0 0 0,0 0 0,0 0 0,0 0 0,0 0 16,0 0-16,0 0 0,0 0 0,0 0 0,0 0 15,0 0-15,0 0 0,0 0 0,0 0 0,0 0 16,0 0-16,0 0 0,0 0 0,0 0 0,0 24 0,0-24 16,0 0-16,0 0 0,0 0 0,0 25 0,0-25 15,0 0-15,0 0 0,0 25 0,0-25 0,0 0 0,0 0 16,0 25-16,0-25 0,0 0 0,0 25 0,0-25 15,0 0-15,0 24 0,0-24 0,0 0 0,0 0 0,0 25 16,0-25-16,0 0 0,0 0 0,0 25 0,0-25 0,0 0 16,0 0-16,0 0 0,0 0 0,0 0 0,0 0 15,0 0-15,0 0 0,0 0 0,0 0 0,0 25 16,0-25-16,0 0 0,0 0 0,0 0 0,0 0 0,0 0 15,0 0-15,0 0 0,0 0 0,0-25 0,0 25 16,0 0-16,0 0 0,0 0 0,25 0 0,-25 0 16,0 0-16,0-25 0,0 25 0,0 0 0,0 0 0,0-25 15,0 25-15,0 0 0,25-24 0,-25 24 0,0 0 16,0-25-16,25 25 0,-25 0 0,0-25 0,0 25 0,0 0 15,24-25-15,-24 25 0,0 0 0,25-25 0,-25 25 16,0 0-16,0 0 0,25 0 0,-25 0 0,0-24 16,0 24-16,25 0 0,-25 0 0,0 0 0,0 0 15,25 0-15,-25 0 0,0 0 0,0 0 0,0 0 0,24 24 16,-24-24-16,0 0 0,0 0 0,0 0 0,0 0 0,0 0 15,0 25-15,0-25 0,0 0 0,0 0 0,25 0 16,-25 25-16,0-25 0,0 0 0,0 0 0,0 25 16,0-25-16,0 0 0,0 25 0,0-25 0,0 0 0,0 24 15,0-24-15,0 0 0,0 25 0,0-25 0,0 0 0,0 25 16,-25-25-16,25 0 0,0 0 0,0 25 15,0-25-15,0 0 0,0 0 0,0 0 0,0 25 0,0-25 16,0 0-16,0 0 0,0 0 0,0 0 0,0 0 0,0 0 16,0 0-16,25 0 0,-25 0 0,0 0 0,0 0 15,25 0-15,-25-25 0,0 25 0,25 0 0,-25 0 16,25 0-16,-25-25 0,0 25 0</inkml:trace>
  <inkml:trace contextRef="#ctx0" brushRef="#br0" timeOffset="5337.3053">5035 3274 0,'0'0'0,"0"0"0,0 0 0,0-25 0,0 25 0,0 0 16,0 0-16,0 0 0,0 0 0,0 0 0,-24-24 15,24 24-15,0 0 0,0 0 0,0 0 0,0 0 0,0 0 16,-25-25-16,25 25 0,0 0 0,0 0 0,0 0 15,-25 25-15,25-25 0,0 0 0,0 0 0,0 0 16,0 0-16,0 0 0,-25 0 0,25 0 0,0 0 16,0 24-16,0-24 0,0 0 0,0 0 0,-25 25 0,25-25 15,0 0-15,0 0 0,0 25 0,-24-25 0,24 25 0,0-25 16,0 0-16,0 25 0,0-25 0,0 0 15,0 24-15,0-24 0,0 0 0,0 25 0,0-25 0,0 0 16,0 25-16,0-25 0,0 0 0,0 0 0,0 25 0,0-25 16,0 0-16,0 0 0,0 0 0,0 0 0,24 0 15,-24 0-15,0 0 0,0 0 0,0 0 0,25 0 16,-25 0-16,0 0 0,25 0 0,-25 0 0,0-25 0,25 25 15,-25 0-15,25 0 0,-25-25 0,0 25 0,24 0 0,-24-25 16,0 25-16,25 0 0,-25 0 0,0-24 0,0 24 16,0 0-16,0-25 0,25 25 0,-25 0 0,0 0 15,0-25-15,0 25 0,0 0 0,0 0 0,0 0 0,0 0 16,0 0-16,0 0 0,0 0 0,0 0 0,0 0 15,0 0-15,0 0 0,-25 25 0,25-25 0,0 0 16,0 0-16,0 25 0,0-25 0,0 24 0,0-24 0,0 25 16,0-25-16,0 25 0,0 0 0,0-25 0,0 25 15,0-1-15,0 1 0,0-25 0,0 25 0,0 0 16,0 0-16,0-25 0,0 24 0,0 1 0,0 0 0,0-25 15,-25 25-15,25 0 0,0-25 0,0 25 0,0-25 16,0 24-16,0-24 0,0 0 0,0 25 0,0-25 0,0 0 16,0 0-16,0 0 0,0 25 0,0-25 0,0 0 15,0 0-15,0 0 0,0 0 0,0 0 0,-24 0 0,24 0 16,0 0-16,0 0 0,0 0 0,0 0 0,-25 0 15,25 0-15,0 0 0,0 0 0,-25 0 0,25 0 0,0-25 16,0 25-16,0 0 62,0 0-62,0 0 0,0-25 0,0 25 0,0 0 0,0 0 16,0-24-16,25 24 0,-25 0 0,0 0 0,0 0 0,25-25 0,-25 25 0,0 0 0,0 0 0,24-25 0,-24 25 0,0 0 0,25 0 0,-25-25 0,0 25 0,25 0 0,-25-25 0,0 25 0,0 0 0,25 0 0,-25-25 0,0 25 0,0 0 0,25-24 16,-25 24-16,0-25 0,0 25 0,0 0 0,0-25 15,0 25-15,0-25 0,0 25 0,0 0 0,0-25 0,0 25 16,0 0-16</inkml:trace>
  <inkml:trace contextRef="#ctx0" brushRef="#br0" timeOffset="5865.3355">4366 3001 0,'-25'0'0,"25"25"16,0-25-16,0 0 0,0 0 0,0 0 0,0 0 16,0 0-16,0 0 0,0 0 0,0 0 0,0 0 0,0 0 15,0 0-15,0 0 0,0 0 0,0 0 0,0-25 16,0 25-16,0 0 0,0 0 0,0 0 0,25 0 15,-25 0-15,0 0 0,0 0 0,0-24 0,0 24 16,0 0-16,0 0 0,0 0 0,24-25 0,-24 25 0,0 0 16,0-25-16,0 25 0,25 0 0,-25 0 0,0-25 15,0 25-15,0 0 0,25 0 0,-25-25 0,0 25 0,0 0 16,0 0-16,25 0 0,-25-24 0,0 24 0,0 0 15,0 0-15,25 0 0,-25 0 0,0 0 0,0 0 0,0 0 16,0 0-16,0 0 0,24 0 0,-24 24 0,0-24 0,0 0 16,0 0-16,0 0 0,25 0 0,-25 0 0,0 0 15,0 0-15,0 25 0,25-25 0,-25 0 0,0 0 0,25 0 16,-25 0-16,0 0 0,25 25 0,-25-25 0,0 0 15,24 0-15,-24 25 0,25-25 0,-25 0 0,0 0 0,25 0 16,-25 0-16,25 25 0,-25-25 0,25 0 0,-25 0 16,24 0-16,-24 0 0,25 0 0,-25 0 0,25 0 15,-25 0-15</inkml:trace>
  <inkml:trace contextRef="#ctx0" brushRef="#br0" timeOffset="6855.3921">6127 3249 0,'0'0'0,"0"0"15,0 0-15,0 0 0,0 0 0,0 0 0,-25 0 0,25 0 16,0 0-16,0-24 0,0 24 0,0 0 0,0 0 15,0 0-15,0 0 0,0 0 0,0 0 0,-25 0 0,25 0 16,0 0-16,0 0 0,0 0 0,0 0 0,0-25 0,-25 25 16,25 0-16,0 0 0,0 0 0,-24 0 0,24 0 15,0 25-15,0-25 0,0 0 0,-25 0 0,25 0 16,0 0-16,-25 24 0,25-24 0,0 0 0,0 25 0,-25-25 15,25 0-15,0 25 0,-25-25 0,25 0 0,0 25 16,0-25-16,0 25 0,0-25 0,-24 0 0,24 24 0,0-24 16,0 25-16,0-25 0,0 0 0,0 25 0,0-25 15,0 0-15,0 0 0,0 25 0,24-25 0,-24 0 16,0 0-16,0 0 0,0 25 0,0-25 0,25 0 47,-25 0-1,0 0-46,0 0 0,0 0 0,25 0 0,-25 0 0,0 0 0,0 0 0,25 0 0,-25 0 0,0 0 0,25 0 0,-25-25 0,0 25 0,0 0 0,24 0 0,-24-25 0,0 25 0,25 0 0,-25-25 0,0 25 0,0 0 0,0-25 0,0 25 0,25 0 0,-25-24 0,0 24 0,0-25 0,0 25 0,0 0 0,0 0 0,0-25 0,0 25 16,0 0-16,0 0 0,0-25 0,0 25 0,0 0 0,0 0 16,0 0-16,0 0 0,0 0 0,0 0 0,0 0 15,0 25-15,0-25 0,0 0 0,0 0 0,0 25 16,0-25-16,0 0 0,0 25 0,-25-25 0,25 24 0,0-24 15,0 25-15,0 0 0,0-25 0,0 25 0,0-25 0,0 25 16,0-1-16,0 1 0,0-25 0,0 25 0,-25 0 16,25-25 15,0 25-31,0-1 0,0-24 0,0 25 0,0-25 0,0 25 0,0-25 0,0 25 0,0-25 0,0 0 0,0 25 0,0-25 0,0 0 0,0 25 0,-24-25 15,24 0-15,0 24 0,0-24 0,0 0 0,0 0 0,0 25 16,0-25-16,0 0 0,-25 0 0,25 0 0,0 0 16,0 0-16,0 0 0,0 0 0,0 0 0,-25 0 15,25 0-15,0 0 0,0 0 0,0-25 0,0 25 16,0 0-16,0 0 0,0 0 0,0 0 0,0 0 0,0-24 15,0 24-15,0 0 0,0 0 0,25 0 0,-25 0 16,0-25-16,0 25 0,0 0 0,0 0 0,25-25 0,-25 25 16,0 0-16,0 0 0,24-25 0,-24 25 0,0 0 15,0-25-15,25 25 0,-25-25 0,0 25 0,25 0 0,-25-24 16,0 24-16,0-25 0,25 25 0,-25 0 0,0-25 15,25 25-15,-25 0 0,0-25 0,0 25 0,24 0 16,-24-25-16,0 25 0,25 0 0</inkml:trace>
  <inkml:trace contextRef="#ctx0" brushRef="#br0" timeOffset="7137.4082">6375 3299 0,'0'0'0,"0"-25"0,0 25 0,0 0 15,0 0-15,25 0 0,-25 0 0,0 0 0,0-25 0,0 25 16,0 0-16,0 0 0,0 0 0,0 0 0,0 0 15,-25 0-15,25 25 0,0-25 0,0 0 0,0 0 0,0 0 16,0 0-16,0 25 0,0-25 0,0 0 0,0 0 16,0 25-16,0-25 0,0 0 0,0 25 0,0-25 0,0 24 15,-25-24-15,25 25 0,0-25 0,0 25 0,0-25 16,0 0-16,0 25 0,0-25 0,0 25 0,0-25 15,0 24-15,-25-24 0,25 0 0,0 25 0,0-25 0,0 0 16,0 0-16,0 0 0,0 25 0,0-25 0,0 0 16,0 0-16,0 0 0,0 0 0,0 0 0,0 0 15,0-25-15,0 25 0,25 0 0,-25-25 0,0 25 0,0 0 16,0-24-16,0 24 0,25-25 0</inkml:trace>
  <inkml:trace contextRef="#ctx0" brushRef="#br0" timeOffset="7309.4181">6499 3076 0,'0'0'0,"0"0"15,0 0-15,0 0 0,0 0 0,0-25 0,0 25 0,0 0 16,0 0-16,0 0 0,0 0 0,0 0 0,0 0 16,0 0-16,0 0 0,0 0 0,0 0 0,0 0 15,0 0-15,0 0 0,0 0 0,0 0 0,0 0 0,0 0 16,0 0-16,0 0 0,0 25 0,0-25 0,0 0 0,0 0 15,0 0-15,0 25 0,0-25 0</inkml:trace>
  <inkml:trace contextRef="#ctx0" brushRef="#br0" timeOffset="8065.4613">6747 3274 0,'0'0'0,"0"0"0,0 0 16,0-25-16,0 25 0,0 0 0,0 0 0,0 0 0,0 0 15,0 0-15,0 0 0,0 0 0,0-24 0,0 24 16,0 0-16,0 0 0,0 0 0,0 0 0,0 0 16,-25 0-16,25 0 0,0 0 0,0 0 0,0 0 0,0 0 15,0 0-15,-25 0 0,25 0 0,0 0 0,0 0 16,0 0-16,-25 0 0,25 0 0,0 0 15,0 24-15,-24-24 0,24 0 0,0 0 0,0 0 0,0 0 0,-25 0 16,25 0-16,0 25 0,0-25 0,0 0 0,-25 0 16,25 25-16,0-25 0,0 0 0,-25 25 0,25-25 0,0 0 15,0 25-15,0-25 0,0 0 0,0 0 0,0 24 0,0-24 16,0 0-16,0 25 0,0-25 0,0 0 15,0 25-15,0-25 0,0 0 0,0 25 0,0-25 0,0 0 16,25 25-16,-25-25 0,0 0 0,0 0 0,0 24 16,0-24-16,0 0 0,0 0 0,25 0 0,-25 0 0,0 0 15,0 0-15,0 0 0,25 0 0,-25 0 0,0 0 16,0 0-16,0 0 0,0 0 0,24 0 0,-24 0 0,0 0 15,0 0-15,0-24 0,25 24 0,-25 0 0,0 0 16,0 0-16,0 0 0,0-25 0,25 25 0,-25 0 16,0 0-16,0 0 0,0-25 0,0 25 0,0-25 0,0 25 15,25 0-15,-25-25 0,0 25 0,0 0 0,0-24 0,0 24 16,0 0-16,25-25 0,-25 25 0,0 0 15,0 0-15,0-25 0,0 25 0,0 0 0,0 0 0,0 0 16,0 0-16,0 0 0,0 0 0,0 0 0,0 0 0,0 0 16,0 0-16,0 0 0,0 0 0,0 0 0,0 0 15,0 0-15,0 0 0,0 0 0,0 0 0,0 0 16,0 0-16,0 0 0,0 0 0,0 0 0,-25 25 0,25-25 15,0 0-15,0 0 0,0 25 0,0-25 0,0 24 16,0-24-16,0 25 0,0-25 0,0 0 0,-25 25 16,25-25-16,0 25 0,0-25 0,0 0 0,0 25 0,0-25 15,0 0-15,0 24 0,0-24 0,0 0 0,0 0 0,0 0 16,0 25-16,0-25 0,25 0 0,-25 0 0,0 0 15,0 0-15,0 0 0,0 0 0,25 0 0,-25 0 16,0-25-16,0 25 0,24 0 0,-24 0 0,0 0 16,0 0-16,25 0 0,-25-24 0,0 24 0,25 0 0,-25 0 15,0 0-15,0 0 0,25-25 0,-25 25 0,0 0 0,25 0 16</inkml:trace>
  <inkml:trace contextRef="#ctx0" brushRef="#br0" timeOffset="8458.4838">6945 3299 0,'0'0'0,"0"0"0,0 0 0,0 0 15,0 0-15,0 0 0,0 0 0,0 0 0,0 0 0,0 0 16,0 0-16,0 0 0,0 0 0,0 0 0,0 25 15,0-25-15,0 0 0,0 0 0,0 0 0,0 25 16,0-25-16,0 0 0,0 0 0,0 24 0,0-24 0,0 0 16,0 25-16,0-25 0,-24 0 0,24 25 0,0-25 0,0 0 15,0 25-15,0-25 0,0 0 0,0 25 0,0-25 16,0 0-16,0 0 0,0 0 0,0 0 0,0 0 15,0 24-15,0-24 0,0 0 0,0 0 0,0 0 0,0 0 16,0 0-16,0 0 0,0-24 0,0 24 0,0 0 16,0 0-16,24 0 0,-24 0 0,0-25 0,0 25 15,0 0-15,25-25 0,-25 25 0,0-25 0,25 25 0,-25 0 16,0-25-16,0 25 0,25 0 0,-25-24 0,0 24 15,25 0-15,-25-25 0,0 25 0,0 0 0,24 0 0,-24 0 16,0 0-16,0 0 0,25 0 0,-25 0 0,0 0 16,0 0-16,0 0 0,0 0 0,0 0 0,0 0 15,0 25-15,0-25 0,0 0 0,0 0 0,0 24 0,0-24 16,0 0-16,0 0 0,0 25 0,0-25 0,0 0 15,0 25-15,0-25 0,0 0 0,0 25 0,0-25 0,0 0 16,0 0-16,0 25 0,0-25 0,0 0 0,0 0 16,0 0-16,0 0 0,0 0 0,0 0 0,0 0 0,0 0 15,25 0-15,-25 0 0,0 0 0,25 0 0,-25-25 16,25 25-16</inkml:trace>
  <inkml:trace contextRef="#ctx0" brushRef="#br0" timeOffset="9456.5409">7714 3225 0,'0'0'0,"0"0"15,0 0-15,0 0 0,25 0 0,-25 0 0,0-25 0,0 25 16,0 0-16,0 0 0,0 0 0,0 0 0,0 0 16,0 0-16,0 0 0,0 25 0,0-25 0,0 0 0,0 0 15,0 24-15,0-24 0,0 0 0,0 25 0,0-25 16,0 25-16,0-25 0,0 25 0,0-25 0,0 25 0,0-25 15,0 0-15,0 24 0,0-24 0,0 25 0,25-25 16,-25 25-16,0-25 0,0 25 0,0-25 0,0 25 16,0-25-16,0 0 0,0 24 0,0-24 0,0 0 0,0 25 15,0-25-15,0 0 0,0 0 0,0 0 0,0 0 0,0 25 16,0-25-16,0 0 0,0 0 0,0 0 0,0 0 15,25-25-15,-25 25 0,0 0 0,0 0 0,0 0 16,24 0-16,-24-25 0,0 25 0,0 0 0,0-24 0,25 24 16,-25 0-16,0-25 0,0 25 0,0 0 0,25-25 15,-25 25-15,0 0 0,0-25 0,0 25 0,0 0 16,25-25-16,-25 25 0,0 0 0,0 0 0,0-24 0,0 24 15,0 0-15,25 0 0,-25-25 0,0 25 0,0 0 0,0 0 234,0 124-234,0-124 0,0 0 0,0 0 0,0 0 0,24 0 0,-24 0 0,0 0 0,0 0 0,0 0 0,0 0 0,25 0 0,-25 0 0,0 0 0,25 0 0,-25 0 0,0 0 0,25 0 0,-25-25 0,0 25 0,25 0 0,-25 0 16,25 0-16,-25 0 0,0 0 0,24-25 0,-24 25 0,0 0 0,25 0 0,-25 0 0,0 0 0,0-25 0,25 25 0,-25 0 0,0 0 0,0 0 0,0 0 0,0 0 0,0 0 0,0-24 16,0 24-16,0 0 0,0 0 0,0 0 0,0 0 15,0 0-15,0-25 0,0 25 0,-25 0 0,25 0 0,0 0 16,0 0-16,0-25 0,0 25 0,-25 0 0,25 0 15,0 0-15,0 0 0,0 0 0,-24 0 0,24-25 0,0 25 16,0 0-16,0 0 0,0 0 0,-25 0 16,25 0-16,0 25 0,0-25 0,0 0 0,0 0 0,0 0 15,-25 0-15,25 0 0,0 0 0,0 25 0,0-25 0,0 0 16,-25 0-16,25 25 0,0-25 0,0 0 0,0 24 15,0-24-15,0 0 0,0 25 0,0-25 0,0 25 0,0-25 16,0 0-16,0 25 0,0-25 0,0 25 0,0-25 16,0 0-16,0 24 0,0-24 0,0 0 0,0 25 0,0-25 15,0 0-15,0 0 0,25 0 0,-25 25 0,0-25 16,0 0-16,0 0 0,25 0 0,-25 0 0,0 0 15,0 0-15,25 0 0,-25 0 0,0 0 0,24 0 0,-24-25 16,0 25-16,25 0 0,-25 0 0,25 0 0,-25-25 16,25 25-16,-25 0 0,25 0 0,-25 0 0,24-24 0,-24 24 15</inkml:trace>
  <inkml:trace contextRef="#ctx0" brushRef="#br0" timeOffset="9937.5684">8756 3373 0,'0'0'0,"0"-24"0,0 24 0,0 0 0,0 0 0,0 0 0,0 0 0,0-25 0,-25 25 0,25 0 0,0 0 16,0 0-16,0 0 0,0-25 0,0 25 0,0 0 15,-25 0-15,25 0 0,0 0 0,0 0 0,0-25 0,0 25 16,-24 0-16,24 0 0,0 0 0,0 0 0,-25 0 16,25 0-16,0 0 0,-25 0 0,25 0 0,0 0 0,0 0 15,-25 0-15,25 25 0,0-25 0,0 0 0,-25 0 16,25 0-16,0 0 0,0 0 0,-24 0 0,24 0 0,0 25 15,0-25-15,0 0 0,0 0 0,-25 0 0,25 25 16,0-25-16,0 0 0,0 24 0,0-24 0,0 0 16,-25 25-16,25-25 0,0 0 0,0 0 0,0 25 0,0-25 15,0 0-15,0 25 0,0-25 0,0 0 0,25 25 0,-25-25 16,0 0-16,0 0 0,0 24 0,0-24 15,25 0-15,-25 0 0,0 0 0,0 25 0,24-25 0,-24 0 16,0 0-16,25 0 0,-25 0 0,25 0 0,-25 0 0,0 0 16,25 0-16,-25 0 0,25 0 0,-25-25 0,24 25 15,-24 0-15,25 0 0,-25-24 0,25 24 0,0 0 16,-25-25-16</inkml:trace>
  <inkml:trace contextRef="#ctx0" brushRef="#br0" timeOffset="10283.5882">9128 2977 0,'0'0'0,"0"0"0,0 0 15,0-25-15,0 25 0,0 0 0,0 0 0,0 0 0,0 25 16,0-25-16,0 0 0,0 0 0,0 0 0,0 0 15,0 24-15,0-24 0,-25 25 0,25-25 0,0 25 0,0-25 16,0 25-16,0 0 0,0-1 0,-24-24 16,24 25-16,0 0 0,0 0 0,0-25 0,0 25 0,-25-1 15,25 1-15,0-25 0,0 25 0,0 0 0,-25-25 0,25 25 16,0-25-16,0 24 0,0 1 0,0-25 0,-25 0 15,25 25-15,0-25 0,0 25 0,0-25 0,0 0 16,0 25-16,0-25 0,-25 0 0,25 0 0,0 24 16,0-24-16,0 0 0,0 25 0,0-25 0,0 0 0,0 0 15,-25 0-15,25 0 0,0 25 0,0-25 0,0 0 16,0 0-16,0 0 0,0 0 0,0 0 0,-24 0 0,24 0 15,0 0-15,0 0 0,0-25 0,0 25 0,-25 0 16,25 0-16,0-25 0</inkml:trace>
  <inkml:trace contextRef="#ctx0" brushRef="#br0" timeOffset="10715.6129">8880 3398 0,'0'0'0,"0"-25"0,0 25 0,0 0 16,0-24-16,0 24 0,0 0 0,0 0 0,25-25 15,-25 25-15,0 0 0,0 0 0,25 0 0,-25 0 0,0-25 16,24 25-16,-24 0 0,0 0 0,25 0 0,-25 0 16,0-25-16,25 25 0,-25 0 0,25 0 0,-25 0 15,0 0-15,25 0 0,-25 0 0,25 0 0,-25 0 0,24 0 16,-24 0-16,0 25 0,25-25 0,-25 0 0,0 0 15,0 0-15,0 0 0,25 25 0,-25-25 0,0 0 0,0 0 16,0 0-16,0 25 0,0-25 0,0 0 0,0 24 16,0-24-16,0 25 0,0-25 0,-25 0 0,25 25 15,0-25-15,0 25 0,0-25 0,0 0 0,0 25 0,-25-25 16,25 24-16,0-24 0,0 0 0,0 25 0,0-25 15,0 0-15,0 25 0,0-25 0,0 0 0,0 0 16,0 0-16,0 25 0,0-25 0,0 0 0,25 0 0,-25 0 16,0 0-16,0 0 0,0 0 0,0 0 0,25 0 0,-25 0 15,0 0-15,0 0 0,25 0 0,-25 0 0,25 0 16,-25-25-16,0 25 0,24 0 0,-24 0 0,25-25 15,-25 25-15,0 0 0,25-25 0,-25 25 0,0 0 0,0-24 16,25 24-16,-25-25 0,0 25 0,0-25 0,0 25 16,0-25-16,0 25 0,0 0 0,0-25 0,0 25 15,0-24-15,0 24 0,0 0 0,0 0 0,0-25 0,0 25 16,0 0-16,0 0 0,0 0 0,0 0 0,0 0 15,0-25-15,-25 25 0,25 0 0,0 0 0,0 0 0,0 0 16,-25 0-16,25 0 0,0 0 0,0 0 0,0 0 16,-25 0-16,25 0 0,0 0 0,0-25 0,0 25 0,0 0 15,0 0-15,0 0 0,0 0 0,0 0 0,0 0 16</inkml:trace>
  <inkml:trace contextRef="#ctx0" brushRef="#br0" timeOffset="10954.6265">9302 3076 0,'-25'0'16,"25"0"-16,0 0 0,0 0 0,25-25 0,-25 25 16,0 0-16,0 0 0,0 0 0,0 0 0,0 0 15,25 0-15,-25 0 0,0 0 0,24 0 0,-24 0 0,0 0 16,25 25-16,-25-25 0,0 0 0,0 0 0,25 0 15,-25 25-15,0-25 0,0 0 0,0 24 0,0-24 0,0 0 16,0 25-16,0-25 0,0 0 0,-25 25 0,25-25 16,-25 25-16,25-25 0,-24 0 0,-1 25 0,25-25 0,-25 24 15,0-24-15,0 0 0,25 0 0,-24 25 0,-1-25 16,0 0-16</inkml:trace>
  <inkml:trace contextRef="#ctx0" brushRef="#br0" timeOffset="11500.6577">10120 3274 0,'25'0'0,"-25"0"15,0 0-15,0 0 0,0 0 0,0 0 0,0 0 0,0 0 16,0 0-16,0 0 0,0 0 0,0 0 0,0 0 15,0 0-15,0 0 0,0 0 0,0 0 0,0 0 0,0 0 16,0 0-16,0 0 0,0 0 0,0 0 0,0 0 16,0 0-16,0 0 0,0 0 0,0 0 0,0 0 0,0 0 15,0 0-15,0 0 0,0 0 0,0 0 0,0 0 16,0 0-16,-25 25 0</inkml:trace>
  <inkml:trace contextRef="#ctx0" brushRef="#br0" timeOffset="11765.6729">10145 3597 0,'0'0'0,"0"0"0,0 24 0,0-24 0,0 0 0,0 0 15,0 0-15,0 0 0,0 0 0,0 0 0,0 0 0,0 0 16,0 0-16,0 0 0,0 0 0,0 0 0,0 0 16,0 0-16,0 0 0,0 0 0,0 0 0,0 0 0,0 0 15,0 0-15,0 0 0,0-24 0,0 24 0,25 0 16,-25 0-16,0 0 0,0 0 0,0 0 0,0 0 0,0 0 15,0 0-15,25 0 0,-25 0 0,0 0 0,0 0 16,25 0-16,-25 0 0</inkml:trace>
  <inkml:trace contextRef="#ctx0" brushRef="#br0" timeOffset="12430.711">11559 3076 0,'0'-25'0,"0"25"16,0 0-16,0 0 0,0-25 0,0 25 0,0 0 15,0 0-15,0 0 0,0 0 0,0 0 0,0-25 16,0 25-16,0 0 0,0 0 0,0 0 0,0 0 0,0 0 15,0 0-15,0 0 0,0 25 0,-25-25 0,25 0 16,0 0-16,0 0 0,0 25 0,0-25 0,0 0 16,0 0-16,0 25 0,0-25 0,0 25 0,0-25 0,0 24 15,0-24-15,0 25 0,0-25 0,0 25 0,0-25 16,0 25-16,0 0 0,-25-25 0,25 24 0,0-24 15,0 25-15,0-25 0,0 25 0,0-25 0,-24 25 0,24-25 16,0 25-16,0-25 0,0 24 0,0-24 0,-25 25 0,25-25 16,0 0-16,0 25 0,0-25 0,0 0 0,-25 0 15,25 25-15,0-25 0,0 0 0,0 0 0,0 0 16,0 0-16,0 0 0,0 25 0,0-25 0,0 0 0,0 0 15,0 0-15,0 0 0,0 0 0,0 0 0,0 0 0,0 0 16,0 0-16,0 0 0,0 0 0,0 0 0,0 0 16,0 0-16,0-25 0,0 25 0,0 0 0,0-25 15,25 25-15,-25 0 0,0-25 0,0 25 0,0 0 0</inkml:trace>
  <inkml:trace contextRef="#ctx0" brushRef="#br0" timeOffset="12827.7337">11832 3175 0,'0'0'0,"0"0"0,0 0 16,0 0-16,0-25 0,0 25 0,-25 0 0,25 0 15,0 0-15,0 0 0,0 0 0,0 0 0,0 0 0,0 0 16,-25 0-16,25 0 0,0-25 0,0 25 0,0 0 15,0 0-15,-25 0 0,25 0 0,0 0 0,0 0 16,-24 0-16,24 25 0,0-25 0,0 0 0,0 0 0,-25 0 16,25 25-16,0-25 0,0 0 0,-25 0 0,25 25 15,0-25-15,0 0 0,-25 0 0,25 25 0,0-25 16,0 24-16,-25-24 0,25 0 0,0 25 0,0-25 0,0 0 15,-24 25-15,24-25 0,0 0 0,0 0 0,0 25 0,0-25 16,0 0-16,0 25 0,0-25 0,0 0 16,0 0-16,24 24 0,-24-24 0,0 0 0,0 0 0,25 0 15,-25 0-15,0 0 0,25 0 0,-25 0 0,0 0 16,0 0-16,25 0 0,-25 25 0,0-25 0,0 0 0,25 0 15,-25 0-15,0 0 0,0 25 0,24-25 0,-24 0 0,0 0 16,0 0-16,0 25 0,0-25 16,0 0-16,25 0 0,-25 0 0,0 0 0,0 0 0,0 25 0,25-25 15,-25 0-15,0 0 0,0 0 0,25 0 0,-25 0 0,0 0 16,25 0-16,-25 0 0</inkml:trace>
  <inkml:trace contextRef="#ctx0" brushRef="#br0" timeOffset="13088.7486">12030 3274 0,'0'0'0,"0"0"0,0 0 0,0 0 0,0 0 0,0 0 16,0 0-16,-25 0 0,25 0 0,0 0 0,0 0 0,0 0 15,0 0-15,0 25 0,0-25 0,0 0 0,0 0 16,0 25-16,0-25 0,0 0 0,0 0 0,0 25 15,0-25-15,0 0 0,0 24 0,-24-24 0,24 0 0,0 25 16,0-25-16,0 0 0,0 25 0,0-25 0,0 0 16,0 25-16,0-25 0,0 25 0,0-25 0,0 0 15,0 24-15,0-24 0,0 0 0,0 0 0,0 0 0,0 0 16,0 0-16,0 0 0,0 0 0,0 0 0,0 0 0,0 0 15,0 0-15,0-24 0,0 24 0,0 0 0,24-25 16</inkml:trace>
  <inkml:trace contextRef="#ctx0" brushRef="#br0" timeOffset="13283.7598">12229 3001 0,'0'0'15,"0"0"-15,0 0 0,0 0 0,0 0 0,0 0 16,0 25-16,0-25 0,-25 0 0,25 0 0,0 0 0,0 25 15,0-25-15,-25 0 0,25 25 0,0-25 0,0 0 16,0 25-16,-25-25 0,25 0 0,0 24 0,0-24 16,-25 25-16,25-25 0,0 0 0,0 25 0,0-25 0,0 25 15,0-25-15,0 0 0,0 25 0</inkml:trace>
  <inkml:trace contextRef="#ctx0" brushRef="#br0" timeOffset="13790.7888">13047 3373 0,'0'0'16,"0"0"-16,0 0 0,0 0 0,0 0 0,0 0 15,25 0-15,-25 0 0,0 0 0,0 0 0,0 0 0,25 0 16,-25 0-16,0 0 0,25 0 0,-25 0 0,24-24 15,-24 24-15,0 0 0,25 0 0,-25-25 0,25 25 16,0-25-16,-25 25 0,25 0 0,-25-25 0,25 25 0,-1-25 16,-24 25-16,25 0 0,0-24 0,0 24 0,0-25 0,-25 25 15,24-25-15,1 0 0,0 25 0,-25-25 0,25 25 16,0-24-16,-25 24 0,24-25 0,1 25 0,-25-25 15,25 25-15,-25-25 0,0 25 0,0-25 0,0 25 0,25-24 16,-25 24-16</inkml:trace>
  <inkml:trace contextRef="#ctx0" brushRef="#br0" timeOffset="14265.8157">13568 2927 0,'0'0'0,"0"0"16,-25 0-16,25 0 0,0 0 0,0 0 0,-24 0 15,24 0-15,0 0 0,0 0 0,0 0 0,-25 0 0,25 0 16,0 25-16,0-25 0,0 0 0,0 0 0,0 0 16,0 0-16,0 0 0,0 25 0,-25-25 0,25 0 0,0 0 15,0 24-15,0-24 0,0 0 0,0 25 0,0-25 16,0 0-16,0 25 0,0-25 0,0 25 0,0-25 15,-25 25-15,25-25 0,0 24 0,0 1 0,0-25 0,0 25 16,0-25-16,0 25 0,-25-25 0,25 25 0,0-1 16,0-24-16,0 25 0,0 0 0,-24-25 0,24 25 0,0-25 15,0 25-15,0-25 0,0 24 0,0-24 0,-25 25 16,25-25-16,0 0 0,0 0 0,0 25 0,0-25 0,0 0 15,0 0-15,-25 25 0,25-25 0,0 0 0,0 0 16,0 0-16,0 0 0,0 25 0,0-25 0,0 0 16,0 0-16,0 0 0,0 0 0,0 0 0,0 0 0,0 0 15,0 0-15,0 24 0,0-24 0,0 0 0,0-24 16,0 24-16,25 0 0,-25 0 0,0 0 0,0 0 15,25-25-15,-25 25 0,0 0 0,24 0 0,-24-25 0,25 25 16,-25 0-16,25-25 0,-25 25 0,25 0 0,-25 0 16,25-25-16,-25 25 0,0 0 0,24 0 0,-24-24 0,25 24 15,-25 0-15,0 0 0,0 0 0,25 0 0,-25 0 16,0 0-16,0 0 0,0 0 0,0 0 0,0 0 0,0 0 15,0 0-15,0 24 0,0-24 0,0 0 0,0 0 16,0 25-16,0-25 0,0 0 0,0 25 0,0-25 16,0 25-16,0-25 0,-25 0 0,25 25 0,0-25 0,0 0 15,0 24-15,0-24 0,0 0 0,0 25 0,0-25 16,0 0-16,0 0 0,0 0 0,0 0 0,0 0 15,0 0-15,0 0 0,0 0 0,0 0 0,25 0 0,-25 0 16,0 0-16,0 0 0,25 0 0</inkml:trace>
  <inkml:trace contextRef="#ctx0" brushRef="#br0" timeOffset="15286.8743">13891 3299 0,'0'0'0,"-25"0"0,25 0 16,0 0-16,0 0 0,0 0 0,0 0 0,0 0 0,0 0 15,0 0-15,-25 0 0,25 0 0,0 0 0,0 0 16,0 0-16,0 25 0,0-25 0,0 0 0,0 0 16,0 25-16,0-25 0,0 24 0,0-24 0,0 0 0,0 25 15,0-25-15,0 25 0,-25-25 0,25 25 0,0-25 16,25 0-16,-25 25 0,0-25 0,0 0 0,0 0 0,0 24 15,0-24-15,0 0 0,0 0 0,0 25 0,0-25 0,25 0 16,-25 0-16,0 0 0,0 0 0,0 25 0,25-25 16,-25 0-16,0 0 0,24 0 0,-24 0 0,25-25 15,-25 25-15,0 0 0,25 0 0,-25 0 0,25 0 0,0-25 16,-25 25-16,24 0 0,-24 0 0,25-24 0,-25 24 15,25 0-15,-25-25 0,25 25 0,0 0 0,-25 0 16,24-25-16,-24 25 0,0 0 0,25 0 0,-25-25 0,25 25 16,-25 0-16,0 0 0,0-25 0,0 25 0,25 0 15,-25 0-15,0 0 0,0-24 0,0 24 0,0 0 16,0 0-16,0-25 0,0 25 0,0 0 0,-25 0 0,25-25 15,0 25-15,0 0 0,0 0 0,0 0 0,-25 0 0,25-25 16,0 25-16,0 0 0,0 0 0,0 0 0,0 0 16,-25 0-16,25 0 0,0 0 0,0 0 0,0 0 15,0 0-15,0 25 0,0-25 0,0 0 0,-24 0 0,24 0 16,0 25-16,0-25 0,0 0 0,0 25 0,0-25 15,0 0-15,0 24 0,0-24 0,-25 25 0,25-25 16,0 0-16,0 25 0,0-25 0,0 25 0,25-25 0,-25 0 16,0 25-16,0-25 0,0 24 0,0-24 0,0 0 0,0 25 15,0-25-15,0 0 0,24 0 0,-24 0 0,0 25 16,0-25-16,0 0 0,25 0 0,-25 0 0,0 0 15,25 0-15,-25 0 0,0 0 0,25 0 0,-25-25 0,25 25 16,-25 0-16,24 0 0,-24 0 0,25-25 0,0 25 16,-25-24-16,25 24 0,-25 0 0,0-25 0,25 25 15,-25 0-15,0 0 0,25-25 0,-25 25 0,0 0 0,0-25 16,24 25-16,-24 0 0,0-25 0,0 25 0,0 0 15,0-24-15,0 24 0,25-25 0,-25 25 0,0 0 16,0 0-16,0-25 0,0 25 0,0 0 0,0-25 0,0 25 16,0 0-16,0 0 0,0 0 0,0-25 0,0 25 0,0 0 15,0 0-15,0 0 0,0 0 0,0 0 0,0 0 16,0 0-16,0 0 0,0 25 0,0-25 0,0 0 15,0 0-15,0 0 0,0 25 0,0-25 0,0 0 0,0 25 16,0-25-16,-25 0 0,25 25 0,0-25 0,0 24 16,0-24-16,0 0 0,0 25 0,0-25 0,0 0 0,0 25 15,0-25-15,0 0 0,0 25 0,0-25 0,0 0 16,0 25-16,0-25 0,25 0 0,-25 0 0,0 24 0,0-24 15,0 0-15,0 0 0,25 0 0,-25 0 0,0 0 16,25 0-16,-25 0 0,0 0 0,25 0 0,-25 0 16,0 0-16,24 0 0,-24 0 0,25-24 0,-25 24 0,0 0 15,25 0-15,-25-25 0,25 25 0,-25 0 0,0-25 16,25 25-16,-25 0 0,0-25 0,0 25 0,24 0 15,-24-25-15,0 25 0,0-24 0,0 24 0,25 0 0,-25-25 16,0 25-16,0 0 0,0-25 0,0 25 0,0 0 16,0 0-16,0 0 0,0 0 0,0 0 0,0 0 0,0 0 15,0 0-15,0 0 0,0 0 0,0 0 0,0 0 16,0 0-16,0 0 0,0 0 0,0 0 0,0 25 0,0-25 15,0 0-15,-25 25 0,25-25 0,0 0 0,0 24 16,0-24-16,0 0 0,0 25 0,0-25 0,0 0 16,0 25-16,0-25 0,0 0 0,0 25 0,0-25 0,0 0 15,0 25-15,0-25 0,0 0 0,25 0 0,-25 0 16,0 0-16,0 24 0,0-24 0,25 0 0,-25 0 0,0-24 15,25 24-15,-25 0 0,0 0 0,0 0 0,0 0 16,0 0-16,25-25 0,-25 25 0,0 0 0,0 0 0</inkml:trace>
  <inkml:trace contextRef="#ctx0" brushRef="#br0" timeOffset="15550.8894">14312 3051 0,'0'-25'0,"0"25"0,0 0 0,0 0 16,0-25-16,25 25 0,-25 0 0,0 0 0,0-24 0,0 24 16,0 0-16,0 0 0,25-25 0,-25 25 0,0 0 15,25 0-15,-25 0 0,0 0 0,25 0 0,-25-25 16,24 25-16,-24 0 0,25 0 0,-25 0 0,0 0 0,25 0 15,-25 0-15,0 0 0,25 0 0,-25 0 0,25 0 16,-25 0-16,0 0 0,0 0 0,0 0 0,24 25 0,-24-25 16,0 0-16,0 25 0,0-25 0,0 24 0,0-24 15,-24 25-15,24-25 0,0 25 0,0 0 0,0-25 16</inkml:trace>
  <inkml:trace contextRef="#ctx0" brushRef="#br0" timeOffset="15744.9005">14139 3944 0,'-25'0'16,"25"25"-16,0-25 0,0 0 0,0 0 0,0 0 15,0 25-15,-25-25 0,25 0 0,0 0 0,0 0 0,0 0 16,0 0-16,0 0 0,0 0 0,0 0 0,25 0 15,-25 0-15,0-25 0,0 25 0,0 0 0,0-25 16,0 25-16,0-25 0,0 25 0</inkml:trace>
  <inkml:trace contextRef="#ctx0" brushRef="#br0" timeOffset="15949.9123">14213 2927 0,'0'0'0,"0"-25"15,0 25-15,0 0 0,0 0 0,0 0 0,0 0 0,0 0 16,0 0-16,0-25 0,0 25 0,0 0 0,0 0 16,0 0-16,0 0 0,0 0 0,25 0 0,-25 0 0,0 0 15,0 0-15,0 0 0,0 0 0,0 0 0,0 0 16,0 0-16,0 0 0,0 0 0</inkml:trace>
  <inkml:trace contextRef="#ctx0" brushRef="#br0" timeOffset="16658.9528">15478 3423 0,'0'0'0,"0"0"0,0 0 0,0 0 0,0 0 15,0 0-15,0 0 0,25 0 0,-25 0 0,0 0 16,0-25-16,25 25 0,-25 0 0,25 0 0,-25-25 0,24 25 15,-24 0-15,25-24 0,0 24 0,-25-25 0,25 25 16,0-25-16,-1 25 0,1-25 0,0 25 0,0-25 16,0 25-16,-1-24 0,1 24 0,0-25 0,0 25 0,0-25 15,-1 0-15,1 25 0,0-25 0,0 1 0,0 24 16,-25-25-16,24 25 0,1-25 0,0 0 0,-25 25 0,25-25 15,-25 25-15,25 0 0,-25-24 0,0 24 0,24-25 16,-24 25-16,0-25 0,0 25 0,0 0 0,0-25 0,0 25 16,0 0-16,0-25 0,0 25 0,0 0 0,0 0 15,0-24-15,0 24 0,-24 0 0,24 0 0,0-25 16,0 25-16,-25 0 0,25-25 0,0 25 0,0 0 0,-25 0 15,25 0-15,0 0 0,0 0 0,0 0 0,0 0 16,-25 0-16,25-25 0,0 25 0,0 0 0,0 25 16,0-25-16,0 0 0,0 0 0,0 0 0,-25 0 0,25 0 15,0 25-15,0-25 0,0 0 0,0 0 0,0 25 0,0-25 16,0 24-16,0-24 0,0 0 0,0 25 0,0-25 15,-24 25-15,24 0 0,0-25 0,0 25 0,0-25 16,0 24-16,0 1 0,0-25 0,-25 25 0,25 0 0,0 0 16,0-25-16,0 24 0,0 1 0,-25-25 0,25 25 0,0 0 15,0 0-15,0-25 0,-25 24 0,25 1 0,0-25 16,0 25-16,0-25 0,-25 25 0,25 0 0,0-25 15,0 24-15,0-24 0,0 25 0,0-25 0,0 0 0,0 25 16,0-25-16,0 25 0,0-25 0,0 0 0,0 25 16,0-25-16,0 0 0,0 0 0,0 0 0,0 0 15,25 0-15,-25 0 0,25 0 0,-25 0 0,0 0 0,25 0 16,-25 0-16,25-25 0,-1 25 0,-24 0 0,25 0 15</inkml:trace>
  <inkml:trace contextRef="#ctx0" brushRef="#br0" timeOffset="17077.9768">16321 3373 0,'0'0'16,"0"0"-16,0 0 0,0 0 0,0 0 0,0-24 15,0 24-15,0 0 0,-24 0 0,24 0 0,0-25 0,0 25 16,0 0-16,0 0 0,0 0 0,0-25 0,-25 25 16,25 0-16,0 0 0,0 0 0,0 0 0,0 0 0,0 0 15,0-25-15,0 25 0,-25 0 0,25 0 0,0 0 16,0 0-16,0 0 0,0 0 0,0 0 0,-25 0 0,25 0 15,0 0-15,0 25 0,-25-25 0,25 0 0,0 0 16,0 25-16,0-25 0,-24 0 0,24 25 0,0-25 16,0 0-16,0 24 0,-25-24 0,25 0 0,0 25 0,0-25 15,0 0-15,0 25 0,0-25 0,0 0 0,-25 25 16,25-25-16,0 0 0,0 0 0,0 25 0,0-25 15,0 0-15,0 0 0,0 0 0,0 0 0,0 0 0,25 0 16,-25 0-16,0 0 0,0 0 0,0 0 0,25 0 16,-25 0-16,0 0 0,24 0 0,-24 0 0,0 0 0,0-25 15,25 25-15,-25 0 0,0 0 0,25 0 0,-25-25 16,0 25-16,0 0 0,0 0 0,25 0 0,-25 0 0,0 0 15,0-25-15,0 25 0,0 0 0,0 0 0,0 0 16,0 0-16,0 0 0,0 0 0,0 0 0,0 0 16,0 25-16,0-25 0,0 0 0,0 0 0,0 0 0,0 25 15,0-25-15,0 0 0,0 0 0,0 0 0,0 25 16,0-25-16,0 0 0,0 0 0,0 0 0,0 24 0,0-24 15,0 0-15,0 0 0,0 0 0,0 0 0,0 0 16,0 0-16,0-24 0,0 24 0,0 0 0,0-25 0</inkml:trace>
  <inkml:trace contextRef="#ctx0" brushRef="#br0" timeOffset="17252.9868">16247 3125 0,'0'0'0,"0"0"15,0 0-15,0 0 0,0 0 0,0 0 0,0 0 16,0 0-16,25 0 0,-25 0 0,0 0 0,25 0 0,-25 0 15,0 0-15,24 0 0,1 0 0,-25 0 0,25 0 16,0 0-16,-25-24 0,25 24 0,0 0 0,-1 0 0,1 0 16,0 0-16,-25 0 0,25 0 0,0 0 0,-1 0 15</inkml:trace>
  <inkml:trace contextRef="#ctx0" brushRef="#br0" timeOffset="18236.043">17363 2952 0,'0'0'0,"0"0"0,0 0 0,0 0 0,0 0 0,0 0 16,0 0-16,0 0 0,0 0 0,0 0 0,25 0 0,-25 0 15,0 0-15,0 0 0,0 0 0,0 0 0,0 25 16,0-25-16,0 0 0,0 0 0,0 24 0,0-24 15,0 0-15,0 25 0,0-25 0,25 25 0,-25 0 16,0-25-16,0 25 0,0-1 0,0-24 0,-25 25 0,25 0 16,0 0-16,0 0 0,0-25 0,0 24 0,0 1 15,0-25-15,0 25 0,0 0 0,0-25 0,0 25 0,0-25 16,0 24-16,0-24 0,0 0 0,0 25 0,0-25 15,0 25-15,0-25 0,0 0 0,0 0 0,0 0 16,0 0-16,0 0 0,0 25 0,0-25 0,0 0 0,0 0 16,0 0-16,0 0 0,0-25 0,25 25 0,-25 0 0,0 0 15,0 0-15,25-25 0,-25 25 0,24 0 0,-24-25 16,25 25-16,-25-24 0,25 24 0,-25-25 0,25 25 15,-25-25-15,25 0 0,-25 25 0,25-25 0,-25 1 0,24-1 16,-24 0-16,25 25 0,-25-25 0,25 0 0,-25 25 16,25-24-16,-25 24 0,0 0 0,0-25 0,25 25 15,-25 0-15,0 0 0,0 0 0,0 0 0,0 0 0,0 0 16,0 0-16,0 0 0,0 0 0,0 0 0,0 0 15,0 0-15,0 0 0,0 0 0,0 0 0,0 0 16,0 0-16</inkml:trace>
  <inkml:trace contextRef="#ctx0" brushRef="#br0" timeOffset="19743.1289">18058 3473 0,'0'0'0,"0"0"16,0 0-16,0 0 0,0 0 0,0 0 0,0 0 0,0 0 0,0 0 15,0 0-15,0 0 0,0 0 0,0 0 0,0 0 16,0 0-16,0 0 0,0 0 0,0 0 0,0 0 0,0 0 15,0 0-15,0 0 0,0 0 0,0 0 0,0 24 16,0-24-16,25 0 0,-25 0 0,0 0 0,0 0 0,0 25 16,0-25-16,0 0 0,0 0 0,0 25 0,0-25 15,0 0-15,0 25 0,0-25 0,0 0 0,-25 25 16,25-25-16,0 24 0,-25-24 0,25 25 0,-25-25 0,25 0 15,-25 25-15,1-25 0,24 0 0,-25 25 0,25-25 16,-25 0-16,25 0 0,-25 25 0,25-25 0,-25 0 0,25 0 16,0 0-16,0 0 0,0 0 0</inkml:trace>
  <inkml:trace contextRef="#ctx0" brushRef="#br0" timeOffset="20590.1777">18678 3299 0,'0'0'0,"0"0"0,0 0 0,0 0 16,0 0-16,25 0 0,-25 0 0,0 0 0,0 0 0,0-25 15,0 25-15,0 0 0,0 0 0,0 0 0,0 0 16,0-25-16,25 25 0,-25 0 0,0 0 0,0 0 0,0 0 15,0 0-15,0 0 0,0 0 0,0 0 0,0 0 16,0 0-16,0 0 0,0 0 0,-25 0 0,25 0 0,0 0 16,0 0-16,0 0 0,0 0 0,0 0 0,0 0 15,0 0-15,-25 0 0,25-24 0,0 24 0,0 0 16,0 0-16,-25 0 0,25 0 0,0 0 0,0 0 0,-25 0 15,25 0-15,0 0 0,0 0 0,-24 0 0,24 0 16,0 0-16,0 0 0,0 0 0,-25 24 0,25-24 0,0 0 16,0 0-16,0 0 0,-25 25 0,25-25 0,0 25 15,0-25-15,0 0 0,0 25 0,-25-25 0,25 25 0,0-25 16,0 24-16,0-24 0,0 25 0,0-25 0,0 25 15,0-25-15,0 25 0,0-25 0,0 0 0,0 25 16,0-25-16,0 0 0,0 24 0,0-24 0,0 0 0,25 25 16,-25-25-16,0 0 0,0 0 0,0 0 0,0 0 15,25 0-15,-25 0 0,25 0 0,-25 0 0,0 0 16,24 0-16,-24 0 0,25-25 0,-25 25 0,25 0 0,-25-24 15,25 24-15,0 0 0,-25-25 0,24 25 0,-24 0 16,25 0-16,-25-25 0,25 25 0,-25 0 0,25 0 16,-25 0-16</inkml:trace>
  <inkml:trace contextRef="#ctx0" brushRef="#br0" timeOffset="21148.2094">19075 3373 0,'0'0'0,"0"0"15,0-24-15,0 24 0,0 0 0,0 0 0,0 0 16,0 0-16,0 0 0,0-25 0,0 25 0,0 0 15,0 0-15,0 0 0,0-25 0,0 25 0,0 0 0,0 0 16,0 0-16,0-25 0,0 25 0,0 0 0,0 0 16,-25 0-16,25 0 0,0-25 0,0 25 0,0 0 15,-25 0-15,25 0 0,0 0 0,0 0 0,-25 0 0,25 0 16,0 0-16,-24 0 0,24 0 0,0 0 0,0 0 15,-25 0-15,25 0 0,-25 25 0,25-25 0,0 0 16,-25 0-16,25 0 0,0 25 0,-25-25 0,25 0 0,0 25 16,0-25-16,-24 25 0,24-25 0,0 24 0,0-24 0,-25 0 15,25 25-15,0-25 0,0 25 0,0-25 0,0 25 16,0-25-16,0 0 0,0 0 0,0 25 0,0-25 0,0 0 15,0 0-15,25 24 0,-25-24 0,0 0 0,0 0 16,0 0-16,0 0 0,24 0 0,-24 0 0,0 0 0,0 0 16,0 0-16,25 0 0,-25 0 0,0-24 0,25 24 15,-25 0-15,0 0 0,25 0 0,-25-25 0,0 25 16,25 0-16,-25 0 0,0-25 0,24 25 0,-24 0 0,0-25 15,25 25-15,-25 0 0,0-25 0,0 25 0,25-24 16,-25 24-16,0-25 0,0 25 0,0 0 0,0-25 16,25 25-16,-25 0 0,0 0 0,0-25 0,0 25 0,0 0 15,0 0-15,0 0 0,0 0 0,0 0 0,0 0 16,0 25-16,0-25 0,0 0 0,0 0 0,0 0 0,0 0 15,-25 25-15,25-25 0,0 0 0,0 25 0,0-25 16,0 0-16,0 24 0,0-24 0,0 0 0,-25 25 0,25-25 16,0 25-16,0-25 0,0 0 0,0 25 0,0-25 15,0 0-15,0 25 0,0-25 0,0 0 0,0 0 16,0 24-16,0-24 0,0 0 0,0 0 0,25 0 0,-25 0 15,0 0-15,0 0 0,25 0 0,-25 0 0,0 0 16,25-24-16,-25 24 0,24 0 0,-24 0 0,25-25 0,-25 25 16,25 0-16,0 0 0,-25-25 0,25 25 0</inkml:trace>
  <inkml:trace contextRef="#ctx0" brushRef="#br0" timeOffset="21416.2249">19372 3299 0,'0'-25'0,"0"25"0,0 0 0,0 0 0,0-25 15,0 25-15,0 0 0,0 0 0,0 0 0,0 0 16,0 0-16,-24 0 0,24-24 0,0 24 0,0 0 0,0 24 15,0-24-15,0 0 0,0 0 0,-25 0 0,25 0 16,0 0-16,0 0 0,0 25 0,-25-25 0,25 0 0,0 25 16,0-25-16,0 25 0,-25-25 0,25 25 0,0-25 15,0 24-15,0-24 0,0 25 0,0-25 0,0 25 0,0-25 16,0 25-16,0-25 0,0 0 0,0 25 0,0-25 15,0 24-15,0-24 0,0 0 0,25 0 0,-25 25 16,0-25-16,0 0 0,25 0 0,-25 0 0,0 0 0,25 0 16,-25 0-16,0 0 0,24 0 0,-24 0 0,25 0 15,0-25-15,-25 25 0,25 0 0,0-24 0,-1 24 0,-24-25 16,25 25-16,0-25 0,-25 0 0,25 25 0</inkml:trace>
  <inkml:trace contextRef="#ctx0" brushRef="#br0" timeOffset="21598.2353">19794 2927 0,'0'0'0,"0"0"16,0 0-16,0-25 0,0 25 0,0 0 0,0 0 0,-25 0 16,25 0-16,0 0 0,0 0 0,0 0 0,-24 0 15,24 25-15,0-25 0,0 0 0,-25 25 0,25-25 0,0 25 16,0-1-16,-25-24 0,25 25 0,0-25 0,-25 25 15,25-25-15,0 25 0,0-25 0,0 25 0,0-25 0,-25 24 16,25-24-16,0 0 0,0 25 0</inkml:trace>
  <inkml:trace contextRef="#ctx0" brushRef="#br0" timeOffset="22034.2603">20637 3349 0,'0'0'0,"0"0"0,0 0 15,0 0-15,0 0 0,0 0 0,0-25 0,0 25 0,-24 0 16,24 0-16,0 0 0,0 0 0,0 0 0,0 25 16,0-25-16,0 0 0,0 0 0,0 0 0,-25 24 15,25-24-15,0 25 0,0-25 0,0 25 0,0-25 0,0 25 16,-25-25-16,25 25 0,0-1 0,0-24 0,0 25 15,0 0-15,-25 0 0,25 0 0,0-25 0,0 24 16,0 1-16,0 0 0,-25-25 0,25 25 0,0 0 0,0-25 16,-24 25-16,24-1 0,0-24 0,0 25 0,0-25 15,-25 25-15,25-25 0,0 25 0,0-25 0,0 25 0,0-25 16,0 0-16,0 24 0,0-24 0,0 0 0,0 0 0,-25 25 15,25-25-15,0 0 0,0 0 0,0 0 16,0 0-16,0 0 0,0 0 0,0 0 0,0 0 0,0 0 16,0 0-16,0 0 0,0 0 0,0 0 0,0-25 0,0 25 15,0 0-15,0 0 0,0-24 0,0 24 0,0-25 16,0 25-16,0-25 0</inkml:trace>
  <inkml:trace contextRef="#ctx0" brushRef="#br0" timeOffset="22310.2761">20687 3225 0,'0'0'0,"25"-25"0,-25 25 0,0 0 0,25 0 0,-25 0 16,0 0-16,25 0 0,-25 0 0,24 0 0,-24 0 0,25 0 15,-25 0-15,0 0 0,25 0 0,-25 0 0,25 0 16,-25 25-16,0-25 0,25 0 0,-25 0 0,0 0 0,0 24 15,0-24-15,0 0 0,0 25 0,0-25 0,0 25 16,0-25-16,0 25 0,0-25 0,0 0 0,-25 25 16,25-25-16,0 24 0,-25-24 0,25 0 0,0 25 0,-25-25 15,25 0-15,0 25 0,-25-25 0,25 0 0,-24 25 16,24-25-16,0 0 0,-25 25 0,25-25 0,0 0 0,-25 24 15,25-24-15,0 0 0,0 0 0,0 0 0,0 0 16,0 0-16,-25 0 0,25 0 0,0-24 0,0 24 0,0 0 16</inkml:trace>
  <inkml:trace contextRef="#ctx0" brushRef="#br0" timeOffset="23007.3158">20985 3200 0,'0'0'0,"0"0"0,0 0 0,0 0 16,0 0-16,0 0 0,0 0 0,0 0 0,0 0 0,0 0 15,0 0-15,0 0 0,25 0 0,-25 0 0,0-25 0,24 25 16,-24 0-16,25 0 0,-25 0 0,25-25 0,-25 25 15,25 0-15,-25-25 0,25 25 0,-1 0 0,-24-24 16,25 24-16,-25-25 0,25 25 0,-25 0 0,0-25 16,25 25-16,-25 0 0,25-25 0,-25 25 0,0 0 0,0 0 15,24-25-15,-24 25 0,0 0 0,0-24 0,0 24 16,0 0-16,0 0 0,0-25 0,0 25 0,0 0 0,-24-25 15,24 25-15,0 0 0,0 0 0,0 0 0,0-25 16,-25 25-16,25 0 0,0 0 0,0-25 0,-25 25 16,25 0-16,0 0 0,0-24 0,0 24 0,0 0 0,-25 0 15,25 0-15,0 24 0,0-24 0,0 0 0,0 0 16,-25 0-16,25 25 0,0-25 0,0 0 0,0 0 0,0 25 15,0-25-15,0 0 0,0 25 0,0-25 0,0 0 16,-24 25-16,24-25 0,0 24 0,0 1 0,0-25 0,0 25 16,0-25-16,-25 25 0,25 0 0,0-25 0,0 24 15,-25-24-15,25 25 0,0 0 0,0-25 0,-25 25 0,25 0 16,0-25-16,0 24 0,-25-24 0,25 25 0,0-25 15,0 25-15,-24 0 0,24-25 0,0 0 0,0 25 0,-25-25 16,25 24-16,0-24 0,0 0 0,0 25 0,0-25 16,-25 0-16,25 25 0,0-25 0,0 0 0,0 0 15,0 0-15,0 0 0,0 0 0,0 0 0,0 0 0,0 0 16,0 0-16,0 0 0,0 0 0,0 0 0,0 0 15,0 0-15,25-25 0,-25 25 0,0 0 0,0 0 16,25-25-16,-25 25 0,0 0 0,24 0 0,-24-24 0,0 24 16,25 0-16,-25 0 0,0 0 0,0-25 0,25 25 15,-25 0-15,0 0 0,0 0 0,0 0 0,25 0 16,-25 0-16,0 0 0,0 0 0,0 0 0,0 0 0,0 25 15,0-25-15,0 0 0,0 0 0,0 0 0,0 0 0,0 24 16,0-24-16,0 0 0,0 0 0,0 0 0,0 25 16,0-25-16,0 0 0,0 0 0,0 25 0,0-25 15,0 0-15,0 0 0,0 25 0,0-25 0,-25 0 0,25 25 16,0-25-16,0 0 0,0 24 0,0-24 0,0 0 15,0 25-15,0-25 0,0 0 0,0 0 0,0 0 0,0 0 16,25 0-16,-25 25 0,0-25 0,25 0 0</inkml:trace>
  <inkml:trace contextRef="#ctx0" brushRef="#br0" timeOffset="23558.3474">21580 3398 0,'0'0'0,"0"-25"0,0 25 0,0 0 16,-25 0-16,25-24 0,0 24 0,0 0 0,0-25 15,0 25-15,0 0 0,-25 0 0,25-25 0,0 25 0,0 0 16,0 0-16,-24 0 0,24 0 0,0 0 0,0 0 16,0-25-16,-25 25 0,25 25 0,0-25 0,0 0 15,-25 0-15,25 0 0,0 0 0,0 0 0,-25 0 0,25 0 16,0 0-16,0 25 0,-25-25 0,25 0 0,0 0 15,0 25-15,-24-25 0,24 0 0,0 24 0,0-24 0,-25 0 16,25 25-16,0-25 0,0 25 0,0-25 0,-25 25 16,25-25-16,0 0 0,0 25 0,0-25 0,0 24 0,0-24 15,0 0-15,0 25 0,0-25 0,0 0 0,0 0 16,0 25-16,0-25 0,0 0 0,0 0 0,0 0 15,25 0-15,-25 0 0,0 25 0,0-25 0,0 0 0,25-25 16,-25 25-16,0 0 0,24 0 0,-24 0 0,0 0 16,25 0-16,-25 0 0,0 0 0,25 0 0,-25-25 15,25 25-15,-25 0 0,25-25 0,-25 25 0,0 0 0,24-24 16,-24 24-16,0-25 0,0 25 0,25 0 0,-25-25 15,0 25-15,0 0 0,0-25 0,0 25 0,25 0 0,-25-25 16,0 25-16,0 0 0,0-24 0,0 24 0,0 0 16,0 0-16,0 0 0,0 0 0,0 0 0,0 0 15,0 0-15,0 0 0,0 0 0,0 0 0,-25 0 0,25 0 16,0 0-16,0 24 0,0-24 0,0 0 0,0 0 15,0 25-15,0-25 0,0 0 0,-25 25 0,25-25 0,0 0 16,0 25-16,0-25 0,0 0 0,0 25 0,0-25 0,0 0 16,0 24-16,0-24 0,0 0 0,0 0 0,0 25 15,25-25-15,-25 0 0,0 0 0,0 25 0,0-25 0,0 0 16,0 0-16,0 0 0,0 0 0,25 0 0,-25 0 15,0 0-15,25 0 0,-25 0 0,0 0 0,25 0 16,-25 0-16,0-25 0,24 25 0,-24 0 0,0 0 16,25-25-16,-25 25 0</inkml:trace>
  <inkml:trace contextRef="#ctx0" brushRef="#br0" timeOffset="23944.3694">21779 3349 0,'0'0'0,"0"-25"0,0 25 16,0 0-16,0 0 0,0 0 0,0 0 0,0 0 16,0 0-16,0 0 0,0 0 0,0 25 0,0-25 0,0 0 15,0 0-15,0 24 0,0-24 0,0 25 0,0-25 0,0 0 16,-25 25-16,25-25 0,0 25 0,0-25 15,0 0-15,0 25 0,0-25 0,-25 0 0,25 24 0,0-24 16,0 0-16,0 0 0,0 25 0,0-25 0,0 0 0,0 0 16,0 0-16,0 25 0,0-25 0,0 0 0,0 0 15,0 0-15,0 0 0,0 0 0,0 0 0,0 0 0,0 0 16,0 0-16,0-25 0,0 25 0,25 0 0,-25 0 15,0-25-15,0 25 0,25 0 0,-25-24 0,0 24 16,24 0-16,-24-25 0,0 25 0,25-25 0,-25 25 0,0-25 16,25 25-16,-25-25 0,0 25 0,25 0 0,-25-24 15,0 24-15,25 0 0,-25 0 0,0 0 0,0 0 0,24 0 16,-24 0-16,0 0 0,0 0 0,0 24 0,0-24 15,0 0-15,0 0 0,0 25 0,0-25 0,-24 0 16,24 25-16,0-25 0,0 25 0,0-25 0,0 0 0,0 25 16,0-25-16,0 0 0,-25 0 0,25 24 0,0-24 15,0 0-15,0 0 0,0 25 0,0-25 0,0 0 16,0 0-16,0 0 0,0 25 0,0-25 0,0 0 0,0 0 15,0 0-15,0 0 0,0 0 0,0 0 0,0 0 0,25 0 16,-25 0-16,0 0 0,0 0 0,0 0 0,0-25 16</inkml:trace>
  <inkml:trace contextRef="#ctx0" brushRef="#br0" timeOffset="24223.3855">21506 3125 0,'0'0'0,"0"-24"16,-25 24-16,25 0 0,0 0 0,0-25 0,0 25 16,25 0-16,-25-25 0,0 25 0,0 0 0,0-25 15,24 25-15,-24 0 0,0 0 0,25-25 0,-25 25 0,0 0 16,0 0-16,25-24 0,-25 24 0,0 0 0,25 0 15,-25 0-15,0 0 0,25 0 0,-25 0 0,0 0 0,0 0 16,24 0-16,-24 24 0,0-24 0,0 0 0,0 0 16,0 25-16,25-25 0,-25 0 0,0 0 0,0 0 15,0 25-15,0-25 0,0 0 0,0 0 0,0 0 0,25 0 16,-25 0-16,0 0 0,0 0 0,0 0 0</inkml:trace>
  <inkml:trace contextRef="#ctx0" brushRef="#br0" timeOffset="24396.3954">21803 2853 0,'0'0'0,"0"0"0,25 0 0,-25 0 0,0 0 0,0 0 16,0 0-16,0 0 0,25-25 0,-25 25 0,0 0 0,25 0 15,-25 0-15,25 0 0,-25 0 0,24 0 0,1 0 16,-25 0-16,25 0 0,0 0 0,-25 0 0,25 0 15,-1 0-15,-24 0 0,25 0 0,-25 0 0,25 0 0</inkml:trace>
  <inkml:trace contextRef="#ctx0" brushRef="#br0" timeOffset="24861.422">22895 2853 0,'0'0'0,"0"0"0,0 0 16,0 0-16,0 24 0,0-24 0,0 0 0,0 0 0,-25 25 15,25-25-15,0 25 0,0-25 0,0 25 0,-25 0 16,25-25-16,0 24 0,0 1 0,0 0 0,-25-25 0,25 25 15,0 0-15,0-1 0,0-24 0,-24 25 0,24 0 16,0 0-16,0 0 0,-25-1 0,25-24 0,0 25 16,0 0-16,-25-25 0,25 25 0,0-25 0,0 25 15,0-1-15,-25-24 0,25 0 0,0 25 0,0-25 0,0 25 16,-25-25-16,25 0 0,0 0 0,0 0 0,0 0 15,-25 0-15,25 0 0,0 0 0,0 0 0,0 0 0</inkml:trace>
  <inkml:trace contextRef="#ctx0" brushRef="#br0" timeOffset="25330.4488">22696 3249 0,'0'-24'0,"0"24"15,25 0-15,-25 0 0,0-25 0,0 25 0,25 0 16,-25 0-16,0 0 0,0 0 0,25-25 0,-25 25 16,0 0-16,25 0 0,-25 0 0,24 0 0,-24 0 0,0 0 15,25 0-15,-25 0 0,25 0 0,-25 0 0,0 0 16,25 25-16,-25-25 0,0 0 0,25 0 0,-25 25 0,0-25 15,0 0-15,24 0 0,-24 24 0,0-24 0,0 25 16,0-25-16,0 0 0,0 25 0,0-25 0,0 25 16,0-25-16,-24 25 0,24-25 0,0 24 0,0-24 0,0 25 15,0-25-15,0 0 0,-25 25 0,25-25 0,0 25 16,0-25-16,0 0 0,0 0 0,0 25 0,0-25 0,0 0 15,0 0-15,0 0 0,0 0 0,0 0 0,0 0 16,0 0-16,0 0 0,25 0 0,-25 0 0,0 0 0,24 0 16,-24-25-16,0 25 0,25 0 0,-25 0 0,25-25 15,-25 25-15,25 0 0,-25-25 0,25 25 0,-25 0 0,24-25 16,-24 25-16,25-24 0,-25 24 0,25-25 15,-25 25-15,25-25 0,-25 25 0,0-25 0,25 25 0,-25-25 16,0 25-16,0 0 0,24-24 0,-24 24 0,0 0 0,0 0 16,0 0-16,0 0 0,0 0 0,0 0 0,-24 0 15,24 24-15,0-24 0,0 0 0,0 0 0,0 25 0,0-25 16,0 0-16,-25 25 0,25-25 0,0 25 0,0-25 15,0 0-15,0 25 0,0-25 0,0 24 0,-25-24 0,25 0 16,0 25-16,0-25 0,0 25 0,0-25 0,0 0 16,0 25-16,0-25 0,0 0 0,0 25 0,0-25 15,0 0-15,0 0 0,0 0 0,0 0 0,0 0 16,0 0-16,0 0 0,0 0 0,0 0 0,25 0 0,-25-25 15,0 25-15,0 0 0,0 0 0,0-25 0</inkml:trace>
  <inkml:trace contextRef="#ctx0" brushRef="#br0" timeOffset="25543.461">23292 3001 0,'0'0'0,"24"0"0,-24 0 16,0-24-16,0 24 0,0 0 0,25 0 0,-25 0 15,0 0-15,0 0 0,0 0 0,25 0 0,-25 0 0,0 0 16,25 0-16,-25 0 0,0 0 0,25 0 0,-25 24 15,0-24-15,0 0 0,0 0 0,24 25 0,-24-25 16,0 0-16,0 0 0,0 25 0,0-25 0,0 0 0,-24 0 16,24 25-16,0-25 0,0 0 0,-25 0 0,25 25 15,0-25-15,-25 0 0,25 0 0,-25 0 0,25 0 0,0 24 16,-25-24-16,25 0 0</inkml:trace>
  <inkml:trace contextRef="#ctx0" brushRef="#br0" timeOffset="25767.4738">23540 2704 0,'0'0'0,"24"-25"0,-24 25 16,0 0-16,25 0 0,-25 0 0,25 0 0,-25 0 15,0 25-15,25-25 0,-25 0 0,0 0 0,25 0 0,-25 25 16,24-25-16,-24 0 0,0 0 0,0 24 15,25-24-15,-25 0 0,0 0 0,0 25 0,0-25 0,0 0 16,0 25-16,0-25 0,0 0 0,-25 25 0,25-25 0,-24 0 16,24 25-16,-25-25 0,25 0 0,-25 0 0,0 24 15,25-24-15,-25 0 0,1 25 0,-1-25 0</inkml:trace>
  <inkml:trace contextRef="#ctx0" brushRef="#br0" timeOffset="26660.5249">24011 3225 0,'0'0'0,"0"24"0,25-24 0,-25 0 0,0 0 15,0 0-15,0 0 0,0 0 0,0 0 0,0 0 16,0 0-16,0 0 0,0 0 0,0 0 0,0 0 0,0-24 16,0 24-16,0 0 0,0 0 0,0 0 0,0 0 15,0 0-15,0-25 0,0 25 0,-25 0 0,25 0 0,0 0 16,0 0-16,0 0 0,-25 0 0,25-25 0,0 25 15,-25 0-15,25 0 0,0 25 0,-24-25 0,24 0 0,0 0 16,-25 0-16,25 0 0,-25 25 0,25-25 0,0 0 16,-25 24-16,25-24 0,0 25 0,-25-25 0,25 25 15,0-25-15,0 25 0,0-25 0,0 25 0,0-25 0,0 24 16,0-24-16,0 0 0,0 25 15,0-25-15,0 25 0,0-25 0,0 0 0,0 25 0,25-25 0,-25 0 0,0 0 16,0 25-16,0-25 0,25 0 0,-25 0 0,0 0 16,25 0-16,-25 0 0,0 0 0,25 0 0,-25 0 0,24 0 15,-24 0-15,25-25 0,-25 25 0,25 0 0,0 0 16,-25-25-16,25 25 0,-25 0 0,24 0 0,1-25 15,-25 25-15,25 0 0,-25-25 0,0 25 0,25 0 0,-25-24 16,0 24-16,25-25 0,-25 25 0,0 0 0,0-25 0,24 25 16,-24 0-16,0-25 0,0 25 0,0 0 15,0 0-15,0-25 0,0 25 0,0 0 0,0 0 0,0 0 16,-24 0-16,24 0 0,0 0 0,0-24 0,0 24 15,0 0-15,0 0 0,0 24 0,0-24 0,0 0 0,-25 0 16,25 0-16,0 25 0,0-25 0,0 25 0,0-25 16,0 25-16,-25-25 0,25 25 0,0-25 0,0 24 0,0-24 15,0 25-15,0-25 0,0 25 0,0-25 0,-25 25 16,25-25-16,0 25 0,0-25 0,0 0 0,0 24 15,25-24-15,-25 0 0,0 25 0,0-25 0,0 0 0,25 0 16,-25 0-16,0 25 0,25-25 0,-25 0 0,0 0 0,24 0 16,-24-25-16,25 25 0,-25 0 0,25 0 15,-25 0-15,25-25 0,0 25 0,-25 0 0,0-24 0,24 24 16,-24 0-16,25-25 0,-25 25 0,25 0 0,-25-25 0,0 25 15,25-25-15,-25 25 0,0-25 0,25 25 0,-25 0 16,0-24-16,0 24 0,0-25 0,0 25 0,24 0 0,-24-25 16,0 25-16,0 0 0,0 0 0,0-25 0,0 25 15,-24 0-15,24 0 0,0 0 0,0 0 0,0 25 16,0-25-16,0 0 0,0 25 0,-25-25 0,25 0 15,0 25-15,0-25 0,0 24 0,0-24 0,-25 0 0,25 25 16,0-25-16,0 0 0,0 25 0,0-25 0,0 0 0,0 25 16,0-25-16,0 0 0,0 25 0,0-25 0,0 0 15,0 24-15,0-24 0,0 0 0,0 0 0,0 25 16,25-25-16,-25 0 0,0 0 0,25 0 0,-1 0 0,-24 0 15,25 0-15,-25 0 0,25 0 0,0 0 0,0-25 16</inkml:trace>
  <inkml:trace contextRef="#ctx0" brushRef="#br0" timeOffset="27043.5468">24755 3324 0,'0'0'0,"0"-25"16,0 25-16,0 0 0,-25 0 0,25 0 0,0-25 0,0 25 16,0 0-16,0 0 0,0 0 0,0 0 0,0 0 15,-25 0-15,25 0 0,0 0 0,0 0 0,0 25 0,-24-25 16,24 0-16,0 0 0,0 25 0,-25-25 0,25 0 15,0 25-15,0-25 0,-25 0 0,25 24 0,0-24 16,-25 25-16,25-25 0,0 0 0,-25 25 0,25-25 16,0 0-16,0 25 0,0-25 0,0 0 0,0 0 0,0 25 15,0-25-15,0 0 0,0 0 0,0 0 0,0 0 0,25 24 16,-25-24-16,0-24 0,0 24 0,25 0 0,-25 0 15,0 0-15,25 0 0,-25 0 0,0 0 0,25 0 16,-25 0-16,0 0 0,24-25 0,-24 25 0,0 0 16,0 0-16,25-25 0,-25 25 0,0 0 0,0-25 0,25 25 15,-25 0-15,0 0 0,0 0 0,0 0 0,0 0 16,0 0-16,0 0 0,0 0 0,0 0 0,0 0 0,0 0 15,0 0-15,0 0 0,0 25 0,0-25 0,0 0 0,0 0 16,0 25-16,0-25 0,0 0 0,0 25 0,0-25 16,0 24-16,0-24 0,0 0 0,0 25 0,0-25 15,0 0-15,0 0 0,0 0 0,0 25 0,0-25 0,25 0 16,-25 0-16,0 0 0,0 0 0,0 0 0,0-25 15,0 25-15,0 0 0,25 0 0,-25-25 0</inkml:trace>
  <inkml:trace contextRef="#ctx0" brushRef="#br0" timeOffset="27273.5598">24929 2902 0,'25'0'0,"-25"0"16,0 0-16,0 0 0,24 0 0,-24 0 0,25 0 15,-25 0-15,0 0 0,25 0 0,-25 0 0,25 0 0,-25 25 16,0-25-16,25 0 0,-25 0 0,0 25 0,0-25 16,0 0-16,0 25 0,0-25 0,0 0 0,0 24 0,-25-24 15,25 0-15,-25 25 0,25-25 0,-25 0 0,0 0 16,1 25-16,24-25 0,-25 0 0,0 0 0,0 0 15,0 0-15,0 25 0,1-25 0</inkml:trace>
  <inkml:trace contextRef="#ctx0" brushRef="#br0" timeOffset="27946.5984">25896 3175 0,'0'0'0,"0"0"0,0 0 0,0 0 16,0 0-16,0 0 0,0 0 0,0 0 0,0 25 15,0-25-15,0 0 0,0 0 0,0 0 0,0 25 0,0-25 16,0 0-16,0 24 0,0-24 0,0 25 0,0-25 15,0 25-15,0 0 0,0-25 0,-25 25 0,25-1 16,0 1-16,0-25 0,0 25 0,0 0 0,0 0 0,0-25 16,0 24-16,0-24 0,0 25 0,0-25 0,0 25 15,0-25-15,0 0 0,0 0 0,0 25 0,0-25 0,0 0 16,0 0-16,25 0 0,-25 0 0,0 0 0,0 0 15,25 0-15,-25-25 0,0 25 0,25 0 0,-25 0 16,25-25-16,-25 25 0,0 0 0,24-25 0,-24 25 16,25-24-16,-25 24 0,25-25 0,0 0 0,-25 25 0,25-25 15,-25 0-15,24 25 0,-24-24 0,25-1 0,-25 25 0,25-25 16,-25 0-16,0 25 0,25-25 0,-25 25 0,0-24 15,0 24-15,0 0 0,0-25 0,25 25 0,-25 0 0,0 0 16,0 0-16,0 0 0,0 25 0,-25-25 0,25 0 16,0 0-16,0 0 0,0 0 0,0 0 0,0 0 15,0 0-15,0 0 0,0 0 0</inkml:trace>
  <inkml:trace contextRef="#ctx0" brushRef="#br0" timeOffset="30183.7264">26591 3423 0,'0'0'0,"0"0"0,0 0 15,0 0-15,0 0 0,24 25 0,-24-25 0,0 0 16,0 0-16,0-25 0,0 25 0,0 0 0,0 0 0,0 0 15,0 0-15,0 0 0,0 0 0,0 0 0,0 0 16,0 0-16,0 0 0,0 0 0,0 0 0,0 0 16,0 0-16,0 0 0,0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0,0 0 16,0 0-16,0 0 0,0 0 0,0 0 0,0 0 15,0 0-15,0 0 0,0 0 0,0 0 0,0 0 16,0 0-16,25 0 0,-25 0 0,0-25 0,0 25 0,0 0 16,0 0-16,0 0 0,25 0 0,-25 0 0,0 0 15,0 0-15,25-25 0,-25 25 0,0 0 0,0 0 0,0 0 16,25 0-16,-25-24 0,0 24 0,0 0 0,24 0 15,-24 0-15,0-25 0,0 25 0,0 0 0,25 0 0,-25-25 16,0 25-16,0 0 0,0 0 0,25 0 0,-25 0 16,0 0-16,0-25 0,25 25 0,-25 0 0,0 0 15,0 0-15,25 0 0,-25-25 0,0 25 0,24 0 16,-24 0-16,0-24 0,25 24 0,-25 0 0,0 0 0,0-25 15,25 25-15,-25 0 0,0 0 0,0 0 0,25-25 16,-25 25-16,0 0 0,0 0 0,0 0 0,0-25 0,0 25 16,0 0-16,25 0 0,-25 0 0,0 0 0,0-25 15,0 25-15,0 0 0,0 0 0,0 0 0,0 0 0,0 0 16,0 0-16,0 0 0,0 0 0,0 0 0,-25 0 15,25 0-15,0 0 0,0 0 0,0 0 0,0 0 0,0 0 16,0 0-16,0 0 0,0 0 0,0 0 0,0 0 16,0 0-16,0 0 0,0 0 0,0 0 0,0 0 15,0 0-15,0 0 0,0 0 0,0-24 0,0 24 0,0 0 16,0 0-16,0 0 0,0 0 0,0 0 0,0 0 15,0 0-15,0 0 0,0 0 0,0 0 0,0 0 16,0 0-16,0 0 0,0 0 0,0 0 0,0 0 0,0 0 16,0 0-16,0 0 0,0-25 0,0 25 0,0 0 15,0 0-15,0 0 0,0 0 0,0 0 0,0-25 0,0 25 16,0 0-16,25 0 0,-25 0 0,0 0 0,0-25 15,0 25-15,0 0 0,0 0 0,0 0 0,0 0 0,0-25 16,0 25-16,0 0 0,0 0 0,0 0 0,0 0 16,0 0-16,0 0 0,0 0 0,0-24 0,0 24 15,0 0-15,0 0 0,0 0 0,0 0 0,0 0 0,0 0 16,0 0-16,0 0 0,0 0 0,0 0 0,-25 0 15,25 0-15,0 0 0,0 0 0,0 0 0,0 24 0,0-24 16,0 0-16,-25 0 0,25 0 0,0 0 0,0 25 16,0-25-16,0 0 0,0 0 0,0 0 0,-25 25 15,25-25-15,0 0 0,0 0 0,0 25 0,0-25 0,-25 0 16,25 0-16,0 25 0,0-25 0,-24 0 0,24 24 15,0-24-15,0 25 0,-25-25 0,25 25 0,0-25 0,-25 0 16,25 25-16,0-25 0,0 25 0,-25-1 0,25-24 16,0 0-16,0 25 0,-25-25 0,25 25 0,0-25 15,0 25-15,0-25 0,0 25 0,-24-25 0,24 0 0,0 24 16,0-24-16,0 25 0,0-25 0,0 0 0,0 0 15,0 25-15,0-25 0,0 0 0,0 0 0,0 0 0,0 25 16,0-25-16,0 0 0,0 0 0,0 0 0,0 0 16,0 0-16,0 25 0,0-25 0,0 0 0,24 0 0,-24 0 15,0 0-15,0 0 0,25 0 0,-25-25 0,0 25 16,25 0-16,-25 0 0,25 0 0,-25 0 0,25 0 15,-25-25-15,24 25 0,-24 0 0,25 0 0,-25 0 0,25 0 16,-25-25-16,0 25 0,25 0 0,-25 0 0,0 0 16</inkml:trace>
  <inkml:trace contextRef="#ctx0" brushRef="#br0" timeOffset="30691.7554">27112 3373 0,'0'0'0,"0"0"0,24-24 0,-24 24 0,0 0 16,0 0-16,25-25 0,-25 25 0,0 0 0,0-25 15,25 25-15,-25 0 0,0-25 0,0 25 0,0 0 0,0-25 16,0 25-16,0 0 0,0 0 0,0-24 0,0 24 16,0 0-16,0 0 0,0 0 0,0-25 0,-25 25 0,25 0 15,0 0-15,0 0 0,0 0 0,0 0 0,0 0 16,-25 0-16,25 0 0,0 0 0,-24 0 0,24 0 15,-25 0-15,25 25 0,0-25 0,-25 0 0,25 24 0,-25-24 16,25 0-16,-25 0 0,25 25 0,0-25 0,-25 25 16,25-25-16,0 25 0,-24-25 0,24 0 0,0 25 15,0-25-15,-25 24 0,25-24 0,0 25 0,0-25 0,0 25 16,0-25-16,0 0 0,0 0 0,0 25 0,0-25 15,0 0-15,25 0 0,-25 0 0,0 0 0,0 25 0,0-25 16,24 0-16,-24 0 0,0 0 0,0 0 0,25 0 16,-25 0-16,25 0 0,-25 0 0,0 0 0,25-25 0,-25 25 15,25 0-15,-25 0 0,0-25 0,25 25 0,-25 0 16,24-25-16,-24 25 0,0 0 0,25 0 0,-25-25 0,0 25 15,0 0-15,0-24 0,25 24 0,-25 0 0,0 0 16,0 0-16,0 0 0,0-25 0,0 25 0,0 0 16,0 0-16,0 0 0,0 0 0,0 0 0,0 0 0,0 0 15,0 25-15,0-25 0,0 0 0,0 0 0,-25 0 0,25 24 16,0-24-16,0 0 0,0 25 0,0-25 0,0 25 15,0-25-15,0 0 0,0 25 0,0-25 0,0 0 16,0 0-16,0 25 0,0-25 0,0 0 0,0 0 16,0 0-16,0 0 0,0 0 0,0 0 0,0 0 0,0 0 15,0 0-15,25 0 0,-25 0 0,0 0 0,0-25 16,25 25-16,-25 0 0,0-25 0</inkml:trace>
  <inkml:trace contextRef="#ctx0" brushRef="#br0" timeOffset="30883.7664">27360 3026 0,'0'0'0,"0"0"0,0 0 0,0 0 16,0 0-16,0 0 0,0 0 0,0 0 0,0 0 0,0 0 16,0 0-16,0 0 0,0 0 0,24 0 0,-24 0 15,0 0-15,25 0 0,-25 0 0,25 0 0,-25 0 16,25 0-16,-25 25 0,25-25 0,-25 0 0,24 0 0,-24 0 15,25 0-15,-25 0 0,25 0 0,-25 0 0,25 0 16,0 0-16,-25 0 0,24 0 0,-24 0 0</inkml:trace>
  <inkml:trace contextRef="#ctx0" brushRef="#br0" timeOffset="31235.7866">28054 3200 0,'0'0'0,"0"-25"0,0 25 0,0 0 0,0-25 0,0 25 16,0 0-16,-25-25 0,25 25 0,0 0 0,0-24 16,0 24-16,0 0 0,0-25 0,-25 25 0,25 0 15,0-25-15,0 25 0,0 0 0,-24 0 0,24 0 0,0 0 16,0 0-16,-25 0 0,25 0 0,0 0 0,-25 0 15,25 0-15,-25 25 0,25-25 0,0 0 0,-25 25 16,25-25-16,0 24 0,-24-24 0,24 25 0,0-25 0,-25 25 16,25 0-16,0-25 0,-25 25 0,25-1 0,0-24 15,0 25-15,0-25 0,0 25 0,0-25 0,0 25 16,0-25-16,0 0 0,0 25 0,0-25 0,0 0 0,0 24 15,0-24-15,25 0 0,-25 0 0,0 0 0,25 0 0,-25 25 16,0-25-16,24 0 0,-24 0 0,25 0 0,-25-25 16,25 25-16,-25 0 0,25 0 0,0 0 0,-25 0 15,24 0-15,1 0 0,-25 0 0,25-24 0,0 24 0</inkml:trace>
  <inkml:trace contextRef="#ctx0" brushRef="#br0" timeOffset="31675.8117">28203 3299 0,'25'-25'0,"-25"25"0,0 0 16,25-25-16,-25 25 0,0 0 0,24-24 0,-24 24 16,0 0-16,0-25 0,0 25 0,0 0 0,25 0 15,-25 0-15,-25-25 0,25 25 0,0 0 0,0 0 0,0 0 16,0 0-16,0 0 0,0 0 0,0 0 0,-24 0 15,24 0-15,0-25 0,0 25 0,-25 25 0,25-25 16,0 0-16,-25 0 0,25 0 0,0 0 0,-25 0 0,25 0 16,-25 25-16,25-25 0,0 25 0,-24-25 0,24 0 15,-25 24-15,25-24 0,0 25 0,-25-25 0,25 25 0,0-25 16,0 25-16,0-25 0,0 0 0,-25 25 0,25-25 15,0 0-15,0 0 0,0 0 0,0 24 0,0-24 0,0 0 16,25 0-16,-25 0 0,0 25 0,0-25 0,0 0 16,0 0-16,25 0 0,-25 0 0,0 0 0,0 0 0,25 0 15,-25 0-15,0 0 0,24-25 0,-24 25 0,0 0 16,0 0-16,25 0 0,-25 0 0,0-24 0,25 24 15,-25 0-15,0-25 0,25 25 0,-25 0 0,0-25 0,25 25 16,-25 0-16,0-25 0,0 25 0,0 0 0,24 0 16,-24-25-16,0 25 0,0 0 0,0 0 0,0 0 0,0 0 15,0 0-15,0 0 0,0 0 0,0 0 0,0 0 16,0 0-16,0 25 0,0-25 0,0 0 0,-24 0 15,24 25-15,0-25 0,0 0 0,0 25 0,0-25 0,-25 25 16,25-25-16,0 0 0,0 24 0,0-24 0,0 0 16,0 25-16,0-25 0,0 0 0,0 0 0,0 25 0,0-25 15,0 0-15,0 0 0,0 0 0,0 0 0,0 25 16,0-25-16,25 0 0,-25 0 0,0 0 0,0 0 15,24 0-15,-24 0 0,25 0 0,-25 0 0,25 0 0,-25 0 16,25 0-16,-25 0 0,25-25 0,-1 25 0,-24 0 16,25 0-16,0 0 0,0 0 0,-25 0 0</inkml:trace>
  <inkml:trace contextRef="#ctx0" brushRef="#br0" timeOffset="31918.8256">28600 3324 0,'25'0'0,"-25"0"15,0-25-15,0 25 0,0 0 0,0 0 0,0 0 16,0 0-16,24-25 0,-24 25 0,-24 0 0,24 0 16,0 0-16,0-25 0,0 25 0,0 0 0,0 0 0,0 0 15,0 0-15,-25 0 0,25 0 0,0 0 0,0 0 16,0 0-16,-25 0 0,25 25 0,0-25 0,0 0 15,-25 0-15,25 0 0,0 0 0,0 25 0,-25-25 0,25 25 16,0-25-16,0 0 0,0 25 0,-24-25 0,24 24 16,0-24-16,0 25 0,0-25 0,0 25 0,0-25 0,0 0 15,0 25-15,0-25 0,0 25 0,0-25 0,0 0 16,24 24-16,-24-24 0,0 0 0,0 0 0,25 0 0,-25 0 15,0 0-15,25 0 0,-25 0 0,0 0 0,25 0 16,-25 0-16,25-24 0,-25 24 0,24 0 0,-24 0 16,25-25-16,-25 25 0,25 0 0,0-25 0,-25 25 0,25-25 15,-25 25-15</inkml:trace>
  <inkml:trace contextRef="#ctx0" brushRef="#br0" timeOffset="32107.8364">29046 2927 0,'0'0'0,"0"0"16,0 0-16,0 0 0,0 0 0,-25 0 0,25-25 0,0 25 15,0 25-15,0-25 0,0 0 0,0 0 0,-24 0 16,24 0-16,0 0 0,0 25 0,-25-25 0,25 25 16,0-25-16,-25 24 0,25-24 0,0 25 0,0-25 0,-25 25 15,25-25-15,0 0 0,-25 25 0,25-25 0,0 25 16,0-25-16,0 24 0,-24-24 0,24 0 0,0 25 0,0-25 15,0 0-15,0 25 0</inkml:trace>
  <inkml:trace contextRef="#ctx0" brushRef="#br0" timeOffset="32522.8602">29245 3249 0,'0'0'0,"0"0"0,0 0 16,25 0-16,-25 0 0,0 0 0,0 0 0,0 0 0,0 0 16,0 0-16,0-24 0,0 24 0,0 0 0,0 0 15,0 0-15,0 0 0,0 24 0,0-24 0,0 0 0,0 0 16,0 0-16,0 25 0,0-25 0,0 25 0,0-25 15,0 25-15,0-25 0,0 25 0,-25-25 0,25 24 16,0 1-16,0-25 0,0 25 0,0-25 0,0 25 0,0 0 16,-25-25-16,25 24 0,0-24 0,0 25 0,0-25 0,0 0 15,0 25-15,0-25 0,0 0 0,0 25 0,25-25 16,-25 0-16,0 0 0,0 0 0,0 0 0,0 0 15,0 0-15,25 0 0,-25 0 0,0-25 0,24 25 0,-24 0 16,25-25-16,-25 25 0,0 0 0,25 0 0,-25-25 16,25 25-16,-25 0 0,25-24 0,-25 24 0,24-25 0,-24 25 15,25-25-15,-25 25 0,0 0 0,25-25 0,-25 25 16,0-25-16,0 25 0,25 0 0,-25 0 0,0 0 15,0-24-15,0 24 0,0 0 0,0 0 0,0 0 16,0 0-16,0 0 0,25 0 0,-25 0 0,0 0 0,0 24 16,0-24-16,0 0 0,0 0 0,0 0 0,24 0 0</inkml:trace>
  <inkml:trace contextRef="#ctx0" brushRef="#br0" timeOffset="32923.8831">29592 3473 0,'0'0'0,"-25"0"0,25 0 0,0 0 0,0 0 15,0 0-15,0 0 0,0 0 0,0 0 0,0 0 16,0 0-16,0 0 0,0 0 0,25 0 0,-25 0 0,0 0 15,0 0-15,0 0 0,0 0 0,25 0 0,-25 0 16,25 0-16,-25 0 0,0 0 0,24 0 0,-24 0 16,25-25-16,-25 25 0,25 0 0,-25 0 0,25 0 0,-25 0 15,0-25-15,25 25 0,-25 0 0,0 0 0,24 0 16,-24-25-16,0 25 0,0 0 0,0 0 0,0-25 15,0 25-15,25 0 0,-25 0 0,0-24 0,0 24 0,0 0 16,0-25-16,-25 25 0,25 0 0,0 0 0,0-25 16,0 25-16,0 0 0,0 0 0,0-25 0,0 25 0,0 0 15,0 0-15,0 0 0,-24 0 0,24 0 0,0 0 16,0 0-16,0 0 0,-25 25 0,25-25 0,0 0 0,-25 0 15,25 0-15,0 25 0,-25-25 0,25 0 0,0 0 16,-25 0-16,25 25 0,0-25 0,-24 0 0,24 0 16,0 24-16,-25-24 0,25 0 0,0 25 0,0-25 0,-25 0 15,25 25-15,0-25 0,0 0 0,0 25 0,0-25 16,0 0-16,0 0 0,0 25 0,0-25 0,0 0 15,0 0-15,0 24 0,0-24 0,0 0 0,25 0 0,-25 0 16,0 25-16,0-25 0,25 0 0,-25 0 0,24 0 0,-24 0 16,25 0-16,-25 0 0,25 0 0,-25 0 0,25 0 15,0 0-15,-25 0 0,24 0 0,1 0 0,-25 0 16,25 0-16,0 0 0,-25 0 0</inkml:trace>
  <inkml:trace contextRef="#ctx0" brushRef="#br0" timeOffset="33239.9012">30237 3448 0,'0'-25'0,"0"25"0,0 0 0,25-25 0,-25 25 15,0 0-15,0-25 0,0 25 0,0 0 0,0-24 16,0 24-16,-25 0 0,25-25 0,0 25 0,0 0 0,0 0 16,0-25-16,0 25 0,0 0 0,-25 0 0,25 0 15,0 0-15,0 0 0,-25-25 0,25 25 0,0 0 16,0 0-16,-25 25 0,25-25 0,0 0 0,-24 0 0,24 0 15,0 0-15,-25 0 0,25 25 0,0-25 0,-25 0 16,25 25-16,-25-25 0,25 0 0,0 24 0,0-24 0,-25 0 16,25 25-16,0-25 0,-24 25 0,24-25 0,0 25 15,0-25-15,0 25 0,0-25 0,0 24 0,0-24 16,0 0-16,0 25 0,0-25 0,0 0 0,0 25 0,0-25 15,0 0-15,24 0 0,-24 25 0,0-25 0,0 0 16,25 0-16,-25 0 0,0 0 0,25 0 0,-25 0 0,25 0 16,-25 0-16,25 0 0,-25 0 0,24 0 0,1-25 15,-25 25-15,25 0 0,0-25 0,-25 25 0,25 0 16,0 0-16,-25-25 0,24 25 0,-24-24 0,25 24 0</inkml:trace>
  <inkml:trace contextRef="#ctx0" brushRef="#br0" timeOffset="33888.9383">30634 3150 0,'0'0'0,"0"0"0,0 0 0,0 0 0,0 0 0,0 0 15,0 0-15,0 0 0,-25 0 0,25 0 0,0 0 16,0 0-16,0 0 0,0 0 0,0 25 0,-25-25 16,25 0-16,0 25 0,0-25 0,-25 25 0,25-1 0,0-24 15,0 25-15,-24-25 0,24 25 0,0 0 0,0-25 16,-25 25-16,25-1 0,0-24 0,0 25 0,-25-25 0,25 25 15,0-25-15,0 25 0,0-25 0,0 0 0,0 25 16,0-25-16,-25 0 0,25 24 0,0-24 0,0 0 0,0 0 16,0 25-16,0-25 0,0 0 0,-25 0 0,25 0 15,0 0-15,0 0 0,0 0 0,0 0 0,0 0 16,0 0-16,0 0 0,-24 0 0,24 0 0,0 0 0,0 0 15,0 0-15,0 0 0,0-25 0,0 25 0,0 0 16,0-24-16,0 24 0,0 0 0,0-25 0,0 25 0,0 0 16,0-25-16,0 25 0,0-25 0,0 25 0,0 0 15,0-25-15,0 25 0,0 0 0,0-24 0,0 24 0,0 0 16,0 0-16,24 0 0,-24-25 0,0 25 0,0 0 15,0 0-15,25 0 0,-25 0 0,0 0 0,0 0 16,25 0-16,-25 0 0,0 0 0,25 0 0,-25 0 0,0 0 16,25 0-16,-25 0 0,0 0 0,24 0 0,-24 0 0,0 25 15,25-25-15,-25 0 0,0 0 0,0 0 0,25 0 16,-25 0-16,0 0 0,0 24 0,0-24 0,0 0 0,0 0 15,0 0-15,0 0 0,0 25 0,0-25 0,0 0 16,0 0-16,0 25 0,-25-25 0,25 0 0,0 25 0,0-25 16,0 0-16,0 25 0,0-25 0,-25 0 0,25 24 15,0-24-15,0 0 0,0 0 0,0 25 0,0-25 0,0 0 16,0 0-16,0 0 0,0 25 0,0-25 0,0 0 15,0 0-15,0 0 0,0 25 0,0-25 0,25 0 16,-25 0-16,0 0 0,0 0 0,0 0 0,25 0 0,-25 0 16,0 0-16,25 0 0,-25 0 0,0 0 0,25-25 0,-25 25 15,24 0-15,-24 0 0,0-25 0,25 25 0,-25 0 16,0-25-16,25 25 0,-25-24 0,0 24 0,0-25 0,0 25 15,25-25-15,-25 25 0,0-25 0,0 25 0,0-25 16,25 25-16,-25 0 0,0-24 0,0 24 0,0 0 0,0 0 16,0 0-16,0-25 0,0 25 0,0 0 15,0 0-15,0 0 0,0 0 0,0 0 0,0 0 0,0 0 0,0 0 16,0 0-16,0 0 0,0 0 0,0 0 0,-25-25 15,25 25-15,0 0 0,0 0 0,0 0 0,0 0 0,25-25 16,-25 25-16,0 0 0</inkml:trace>
  <inkml:trace contextRef="#ctx0" brushRef="#br0" timeOffset="34114.9512">30907 3026 0,'0'0'0,"0"0"0,0 0 0,0 0 15,0 0-15,0 0 0,24 0 0,-24 0 0,0 0 16,0 0-16,0 0 0,0 0 0,0 0 0,25 0 15,-25 0-15,0 0 0,25 0 0,-25 0 0,0 0 0,25 25 16,-25-25-16,0 0 0,25 0 0,-25 25 0,0-25 0,0 25 16,0-25-16,0 0 0,0 24 0,-25-24 0,25 0 15,-25 0-15,0 25 0,0-25 0,1 0 0,-1 0 16,0 0-16,0 25 0,0-25 0,1 0 0,-26 0 0,25 0 15,0 0-15,-24 0 0,24 0 0,0 0 0,-24 0 16</inkml:trace>
  <inkml:trace contextRef="#ctx0" brushRef="#br0" timeOffset="36611.094">2133 4366 0,'0'0'0,"0"0"15,0 0-15,25 0 0,-25 0 0,0-25 0,0 25 16,0 0-16,25 0 0,-25 0 0,0 0 0,0-25 16,25 25-16,-25 0 0,0 0 0,0-25 0,24 25 0,-24 0 15,0-25-15,25 25 0,-25 0 0,0-24 0,25 24 16,-25 0-16,25-25 0,-25 25 0,0-25 0,25 25 0,-25 0 15,0-25-15,24 25 0,-24 0 0,0 0 0,0-25 0,25 25 16,-25 0-16,0-24 0,0 24 0,25 0 0,-25-25 16,0 25-16,0 0 0,0-25 0,0 25 0,0 0 0,0-25 15,0 25-15,0 0 0,0 0 0,0-25 0,0 25 0,0 0 16,0 0-16,0-24 0,0 24 0,0 0 0,0 0 15,0 0-15,0-25 0,0 25 0,0 0 0,0 0 16,-25 0-16,25 0 0,0-25 0,0 25 0,0 0 0,0 0 16,-25 0-16,25 0 0,0 0 0,0 0 0,0 0 0,0 0 15,-24 0-15,24 0 0,0 0 0,0 0 0,0 0 0,0 0 16,0 0-16,0 0 0,0 0 0,0 0 0,0 0 15,-25 0-15,25 0 0,0 0 0,0 25 0,0-25 0,0 0 16,0 0-16,0 0 0,0 25 0,0-25 0,-25 0 16,25 0-16,0 24 0,0-24 0,0 0 0,0 25 0,0-25 15,0 25-15,0-25 0,0 0 0,0 25 0,-25-25 16,25 25-16,0-25 0,0 24 0,0-24 0,0 25 0,0-25 15,0 25-15,0-25 0,0 25 0,0-25 0,-25 25 16,25-25-16,0 24 0,0-24 0,0 25 0,0-25 0,0 25 16,0-25-16,0 0 0,0 25 0,-24-25 0,24 0 0,0 25 15,0-25-15,0 0 0,0 24 0,0-24 0,0 0 16,0 0-16,0 25 0,0-25 0,0 0 0,0 0 0,0 0 15,0 0-15,0 0 0,0 0 0,0 0 0,0 0 16,0 0-16,0 0 0,0 0 0,0 0 0,0-25 0,0 25 16,0 0-16,0 0 0,0 0 0,0 0 0,0-24 15,0 24-15,0 0 0,0 0 0,24 0 0,-24-25 0,0 25 16,0 0-16,25 0 0,-25-25 0,0 25 0,25 0 0,-25-25 15,0 25-15,0 0 0,25-25 0,-25 25 0,0 0 16,0 0-16,25-24 0,-25 24 0,0 0 0,0 0 0,0 0 16,0-25-16,0 25 0,0 0 0,0 0 0,0 0 15,0 0-15,0 0 0,0 0 0,0 0 0,0 0 0,0 0 16,0 0-16,0 0 0,0 25 0,0-25 0,0 0 0,0 0 15,0 0-15,0 24 0,0-24 0,0 0 0,0 25 16,-25-25-16,25 0 0,0 25 0,0-25 0,0 0 0,0 25 16,0-25-16,0 0 0,25 25 0,-25-25 0,0 0 0,0 0 15,0 24-15,0-24 0,0 0 0,0 0 0,0 0 16,24 25-16,-24-25 0,0 0 0,0 0 0,0 0 0,25 0 15,-25 0-15,0 0 0,0-25 0,0 25 0,25 0 16,-25 0-16,0 0 0,25 0 0,-25 0 0,0-24 0,0 24 16,25 0-16,-25-25 0,0 25 0,0 0 0,24-25 0,-24 25 15,0 0-15,0-25 0,25 25 0,-25 0 0,0 0 16,0-25-16,0 25 0,0 0 0,0-24 0,0 24 0,0 0 15,0 0-15,0-25 0,0 25 0,0 0 0,0 0 16,0 0-16,0 0 0,0-25 0,0 25 0,0 0 0,0 0 16,0 0-16,0 0 0,0 0 0,0 0 0,0 0 15,0 0-15,-25 0 0,25 25 0,0-25 0,0 0 0,0 0 16,0 0-16,0 25 0,0-25 0,0 0 0,0 0 15,0 24-15,0-24 0,0 0 0,0 0 0,0 25 16,0-25-16,0 0 0,0 25 0,0-25 0,0 0 0,0 0 16,25 25-16,-25-25 0,0 0 0,0 0 0,0 0 15,0 25-15,0-25 0,0 0 0,0 0 0,0 0 0,0 0 16,0 0-16,0 0 0,0 0 0,0 0 0,0 0 0,25 0 15,-25 0-15,0 0 0,0 0 0,0-25 0,0 25 16</inkml:trace>
  <inkml:trace contextRef="#ctx0" brushRef="#br0" timeOffset="36792.1043">2753 3969 0,'0'0'0,"0"0"0,0 0 0,0 0 0,0 0 0,0 0 15,0 25-15,-24-25 0,24 0 0,0 0 0,0 0 16,0 24-16,-25-24 0,25 0 0,0 25 0,0-25 0,0 25 15,0-25-15,-25 0 0,25 25 0,0-25 0,0 25 16,0-25-16,0 0 0,0 24 0,0-24 0,0 25 0,0-25 16,0 0-16,0 0 0,0 25 0</inkml:trace>
  <inkml:trace contextRef="#ctx0" brushRef="#br0" timeOffset="37535.1469">3125 4415 0,'0'0'0,"0"0"16,0 0-16,0-25 0,0 25 0,25 0 0,-25 0 0,0 0 15,0-24-15,25 24 0,-25 0 0,0 0 0,25-25 16,-25 25-16,0-25 0,25 25 0,-25 0 0,24-25 0,1 25 15,-25-25-15,25 25 0,-25-24 0,25 24 0,-25-25 16,25 25-16,-1-25 0,-24 25 0,25-25 0,-25 25 16,0-25-16,25 25 0,-25-24 0,0 24 0,0-25 0,25 25 15,-25 0-15,0-25 0,0 25 0,0-25 0,0 25 16,-25 0-16,25 0 0,0-25 0,0 25 0,0 0 0,-25 0 15,25-24-15,0 24 0,0 0 0,0 0 0,-25 0 16,25-25-16,0 25 0,0 0 0,0 0 0,-24 0 0,24 0 16,0 0-16,0 0 0,0 0 0,-25 0 0,25 0 15,0 0-15,0 0 0,0 0 0,0 25 0,0-25 0,0 0 16,-25 0-16,25 0 0,0 24 0,0-24 0,0 0 15,0 25-15,0-25 0,0 0 0,0 25 0,0-25 0,0 25 16,0-25-16,0 25 0,0-25 0,0 24 0,0-24 16,0 25-16,-25 0 0,25-25 0,0 25 0,0-25 0,0 25 15,0-25-15,0 24 0,0-24 0,0 0 0,0 25 16,-25-25-16,25 25 0,0-25 0,0 0 0,0 0 0,0 25 15,0-25-15,0 0 0,0 0 0,0 0 0,0 0 16,0 0-16,0 0 0,0 0 0,0 0 0,0 0 0,0 0 16,0 0-16,0 0 0,0 0 0,0 0 0,25 0 15,-25 0-15,0-25 0,0 25 0,0 0 0,0 0 0,25 0 16,-25-25-16,0 25 0,0 0 0,0-25 0,25 25 15,-25 0-15,0-24 0,0 24 0,25 0 0,-25-25 0,0 25 16,0 0-16,24 0 0,-24 0 0,0 0 0,0 0 16,0 0-16,25 0 0,-25 0 0,0 0 0,0 0 15,0 25-15,0-25 0,0 0 0,0 0 0,0 24 0,0-24 16,0 0-16,0 0 0,0 25 0,0-25 0,0 25 0,0-25 15,0 0-15,0 25 0,0-25 0,0 0 0,0 25 16,0-25-16,0 0 0,0 0 0,0 0 0,0 0 16,0 24-16,0-24 0,0 0 0,0 0 0,0 0 15,0 0-15,0 0 0,0 0 0,0 0 0,0 0 0,0 0 16,0 0-16,0 0 0,0 0 0,25 0 0,-25 0 0,0 0 15</inkml:trace>
  <inkml:trace contextRef="#ctx0" brushRef="#br0" timeOffset="38507.2025">3597 4192 0,'0'0'0,"-25"0"0,25 0 0,0 0 16,0 0-16,0 0 0,0 0 0,0 0 0,0 0 15,-25 0-15,25 0 0,0 0 0,0 0 0,0 25 0,0-25 16,0 0-16,0 0 0,0 25 0,0-25 0,0 0 0,0 0 15,0 24-15,0-24 0,0 25 0,0-25 0,0 0 16,0 25-16,0-25 0,0 0 0,0 25 0,0-25 0,0 25 16,0-25-16,0 0 0,0 24 0,0-24 0,0 0 15,0 0-15,0 25 0,0-25 0,25 0 0,-25 0 16,0 25-16,0-25 0,0 0 0,0 0 0,0 0 0,25 0 15,-25 0-15,0 0 0,0 0 0,0 0 0,24 0 16,-24 0-16,0 0 0,25 0 0,-25-25 0,0 25 16,0 0-16,25 0 0,-25-25 0,0 25 0,25 0 0,-25-24 15,0 24-15,25 0 0,-25-25 0,0 25 0,0 0 16,0 0-16,25-25 0,-25 25 0,0 0 0,0-25 0,0 25 15,0 0-15,0 0 0,0-25 0,0 25 0,0 0 16,0 0-16,0-24 0,0 24 0,0 0 0,0 0 0,0 0 16,0 0-16,0 0 0,0 0 0,-25 0 15,25 0-15,0-25 0,0 25 0,0 0 0,0 0 0,0 0 16,-25 25-16,25-25 0,0 0 0,0 0 0,0 0 0,0 0 15,0 0-15,0 0 0,0 0 0,0 0 0,-25 24 16,25-24-16,0 0 0,0 0 0,0 25 0,0-25 0,0 0 16,25 25-16,-25-25 0,0 0 0,0 25 0,0-25 15,0 0-15,0 25 0,0-25 0,0 24 0,0-24 0,25 0 16,-25 25-16,0-25 0,0 0 0,0 0 0,0 25 15,0-25-15,25 0 0,-25 0 0,0 0 0,0 0 16,0 0-16,24 0 0,-24 0 0,0 0 0,0 0 0,0 0 16,25 0-16,-25 0 0,0 0 0,0 0 0,25-25 15,-25 25-15,25 0 0,-25-25 0,0 25 0,25 0 16,-25 0-16,0-24 0,24 24 0,-24 0 0,25-25 0,-25 25 15,0-25-15,25 25 0,-25 0 0,0-25 0,0 25 16,25 0-16,-25-25 0,0 25 0,0 0 0,0-24 16,0 24-16,0 0 0,0 0 0,0 0 0,0 0 0,0 0 15,0 0-15,0 0 0,0 0 0,0 0 0,0 0 16,0 0-16,0 0 0,0 0 0,0 0 0,0 0 0,0 0 15,0 0-15,0 0 0,0 24 0,0-24 0,0 0 16,0 0-16,-25 0 0,25 25 0,0-25 0,0 0 0,0 0 16,0 25-16,0-25 0,0 0 0,0 25 0,0-25 15,0 0-15,0 25 0,0-25 0,0 0 0,0 24 0,0-24 16,0 0-16,0 25 0,0-25 0,0 0 0,0 25 15,0-25-15,25 0 0,-25 0 0,0 0 0,0 0 0,0 0 16,0 0-16,0 0 0,0 0 0,25 0 0,-25 0 16,0 0-16,0 0 0,0 0 0,24 0 0,-24 0 15,0-25-15,0 25 0,25 0 0,-25 0 0,0 0 0,25-25 16,-25 25-16,0 0 0,25 0 0,-25-24 0,0 24 15,25 0-15,-25-25 0,0 25 0,24 0 0,-24-25 16,0 25-16,0 0 0,0-25 0,0 25 0,25 0 0,-25-25 16,0 25-16,0 0 0,0 0 0,0 0 0,0 0 15,0 0-15,0 0 0,0 0 0,0 0 0,0 0 0,0 0 16,0 0-16,0 0 0,-25 0 0,25 0 0,0 0 15,0 25-15,0-25 0,0 0 0,0 25 0,-24-25 0,24 0 16,0 25-16,0-25 0,0 0 0,0 25 0,0-25 16,0 24-16,0-24 0,0 0 0,0 25 0,0-25 15,0 25-15,0-25 0,0 0 0,0 25 0,0-25 0,24 0 16,-24 0-16,0 0 0,0 0 0,0 25 0,0-25 15,0 0-15,0 0 0,0 0 0,0 0 0,0 0 16,0-25-16,0 25 0,0 0 0,0 0 0,0-25 0,0 25 16,0 0-16,0-25 0,0 25 0</inkml:trace>
  <inkml:trace contextRef="#ctx0" brushRef="#br0" timeOffset="38817.2198">3870 4018 0,'0'-24'0,"0"24"0,0 0 0,0 0 0,0-25 0,0 25 15,0 0-15,0 0 0,24 0 0,-24 0 0,0-25 16,0 25-16,0 0 0,25 0 0,-25 0 0,0 0 15,0 0-15,25 0 0,-25 0 0,0 0 0,0 0 16,25 0-16,-25 0 0,0 0 0,0 0 0,25 0 0,-25 0 16,0 0-16,0 0 0,0 25 0,0-25 0,0 0 15,24 0-15,-24 25 0,0-25 0,0 0 0,0 24 0,0-24 16,0 0-16,0 25 0,0-25 0,0 25 0,0-25 15</inkml:trace>
  <inkml:trace contextRef="#ctx0" brushRef="#br0" timeOffset="38977.2288">3894 4564 0,'0'0'0,"0"0"15,0 0-15,0 25 0,0-25 0,0 0 0,0 0 0,0 0 16,0 0-16,0 25 0,0-25 0,0 0 0,0 0 15,0 0-15,0-25 0,0 25 0,0 0 0,0 0 16,-24 0-16,24 0 0,0-25 0,0 25 0,0 0 0,0-25 16,0 25-16,0 0 0,0-25 0</inkml:trace>
  <inkml:trace contextRef="#ctx0" brushRef="#br0" timeOffset="39171.2403">3795 3944 0,'0'0'0,"0"0"0,-25 0 0,25 0 0,0 0 16,0 0-16,0 0 0,0 0 0,0 0 0,0 0 16,0 0-16,0 0 0,0 0 0,0 0 0,0 0 0,0 0 15,0 0-15,0 0 0,0 0 0,0 0 0,0 0 16,0 0-16,0 0 0,25 0 0,-25 0 0,0 0 15,0 0-15</inkml:trace>
  <inkml:trace contextRef="#ctx0" brushRef="#br0" timeOffset="39852.2792">4936 3994 0,'0'0'0,"0"0"0,0-25 0,0 25 0,0 0 16,0 0-16,0 0 0,0 0 0,0 0 0,0 0 15,0 0-15,0 0 0,0 0 0,0 0 0,0 25 16,0-25-16,0 24 0,0-24 0,0 25 0,0-25 0,0 25 15,0 0-15,0 0 0,0-25 0,0 24 0,0 1 16,0-25-16,-25 25 0,25 0 0,0 0 0,0-25 0,0 24 16,0-24-16,-24 25 0,24 0 0,0-25 0,0 25 15,0-25-15,0 25 0,0-25 0,-25 24 0,25-24 16,0 0-16,0 25 0,0-25 0,0 0 0,0 0 0,0 25 15,0-25-15,0 0 0,0 0 0,0 0 0,0 0 16,0 0-16,0 0 0,0 0 0,0 0 0,0-25 0,0 25 16,0 0-16,0 0 0,0-25 0,0 25 0,0 0 15,0-24-15,0 24 0,0 0 0,0-25 0,0 25 0,25 0 16,-25-25-16,0 25 0,0 0 0,24-25 15,-24 25-15,0 0 0,0 0 0,0 0 0,25-25 0,-25 25 16,0 0-16,0 0 0,25 0 0,-25 0 0,0 0 0,0 0 16,25 0-16,-25 25 0,0-25 0,0 0 0,25 25 15,-25-25-15,0 0 0,0 25 0,0-25 0,0 25 16,0-25-16,0 24 0,0-24 0,0 25 0,0-25 0,0 25 15,0-25-15,0 25 0,0-25 0,0 0 0,0 25 16,-25-25-16,25 0 0,0 0 0,0 24 0,0-24 0,0 0 16,-25 0-16,25 0 0,0 0 0,0 0 0,-25 0 15,25 0-15,0 0 0,0 0 0,-25 0 0,25 0 0,0 0 16,0 0-16,0 0 0,-24-24 0,24 24 0,0 0 15,0 0-15,0 0 0,0 0 0,0-25 0,0 25 16,0 0-16,0 0 0,0 0 0,0 0 0,24-25 0,-24 25 16,0 0-16,0 0 0,0 0 0,0 0 0,25 0 15,-25 0-15,0 0 0,25-25 0,-25 25 0</inkml:trace>
  <inkml:trace contextRef="#ctx0" brushRef="#br0" timeOffset="40421.3119">5333 4341 0,'0'0'0,"0"-25"0,0 25 0,0 0 16,0 0-16,-25 0 0,25-25 0,0 25 0,0 0 0,0 0 16,-25 0-16,25-25 0,0 25 0,0 0 0,-24 0 15,24 0-15,0 0 0,0 0 0,0 0 0,-25 0 0,25-24 16,0 24-16,0 0 0,0 0 0,-25 0 0,25 24 15,0-24-15,0 0 0,-25 0 0,25 0 0,0 0 0,99 273 390,-99-273-390,0 0 0,25 0 0,-25 0 0,0 0 0,0 0 0,0 0 0,25 0 0,-25 0 0,0 0 0,0-25 0,25 25 0,-25 0 0,0 0 0,0 0 0,25-24 0,-25 24 0,0 0 0,24-25 0,-24 25 0</inkml:trace>
  <inkml:trace contextRef="#ctx0" brushRef="#br0" timeOffset="42298.4193">5482 4341 0,'0'0'0,"0"0"0,0 0 0,0 0 0,0 0 0,0 0 16,0 0-16,0 0 0,0 0 0,0 0 0,0 0 15,0 0-15,0 0 0,0 0 0,0 0 0,25 0 16,-25 0-16,0-25 0,0 25 0,-25 0 0,25 0 0,0 0 15,0 0-15,0 0 0,0 0 0,0 0 0,0 0 0,0 0 16,0 0-16,0 0 0,0 0 0,0 0 0,0 0 16,0 0-16,0 0 0,0 0 0,0-25 0,0 25 15,-25 0-15,25 0 0,0 0 0,0 0 0,0 0 0,0 0 16,-25-25-16,25 25 0,0 0 0,0 0 0,0 0 15,-25 0-15,25 0 0,0 0 0,0 0 0,-24-24 0,24 24 16,0 0-16,0 0 0,0 0 0,-25 0 0,25 0 16,0 0-16,0 0 0,0 0 0,0 0 0,-25 0 15,25 0-15,0 0 0,0 0 0,0 0 0,0 0 0,0 0 16,0 0-16,-25 0 0,25 0 0,0 0 0,0 0 15,0 0-15,0 0 0,0 0 0,-25 24 0,25-24 0,0 0 16,0 0-16,0 0 0,-24 25 0,24-25 0,0 0 16,0 0-16,0 0 0,0 25 0,-25-25 0,25 0 15,0 0-15,0 0 0,0 25 0,0-25 0,0 0 0,0 0 16,0 25-16,0-25 0,0 0 0,0 0 0,0 24 15,0-24-15,0 0 0,0 25 0,0-25 0,0 0 16,0 25-16,0-25 0,0 0 0,0 0 0,0 25 0,25-25 16,-25 0-16,0 0 0,0 25 0,0-25 0,0 0 0,0 0 15,0 24-15,24-24 0,-24 0 0,0 0 0,0 0 16,0 0-16,0 0 0,25 0 0,-25 0 0,0 25 15,0-25-15,0 0 0,25 0 0,-25-25 0,0 25 0,25 0 16,-25 0-16,0 0 0,25 0 0,-25 0 0,0-24 16,24 24-16,-24 0 0,0 0 0,0 0 0,25-25 15,-25 25-15,0 0 0,0 0 0,25-25 0,-25 25 0,0 0 16,0 0-16,0-25 0,25 25 0,-25 0 0,0 0 15,0-25-15,0 25 0,0 0 0,0 0 0,0-24 0,25 24 16,-25 0-16,0 0 0,0-25 0,0 25 0,0 0 16,0 0-16,0-25 0,0 25 0,0 0 0,0 0 15,0 0-15,0-25 0,0 25 0,0 0 0,0 0 16,0 0-16,0 0 0,0 0 0,0 0 0,0 0 0,0 0 15,0 0-15,0 0 0,0 0 0,0 0 0,0 0 0,0 0 16,0 0-16,0 0 0,0 0 0,0 0 0,0 0 0,0 0 16,0 0-16,0 0 0,0 25 0,0-25 0,0 0 15,0 0-15,0 25 0,0-25 0,0 0 0,0 0 16,0 25-16,-25-25 0,25 0 0,0 24 0,0-24 0,0 0 15,0 25-15,0-25 0,0 0 0,0 25 0,0-25 16,0 25-16,0-25 0,0 0 0,25 0 0,-25 0 0,0 25 16,0-25-16,0 0 0,0 0 0,0 0 0,0 0 15,0 0-15,0 24 0,0-24 0,0 0 0,24 0 16,-24 0-16,0 0 0,0 0 0,0 0 0,0 0 15,25 0-15,-25 0 0,0 0 0,0 0 0,25 0 0,-25 0 16,0 0-16,0 0 0,25 0 0,-25-24 0,0 24 16,0 0-16,0 0 0,25 0 0,-25 0 0,0-25 0,0 25 15,24 0-15,-24 0 0,0 0 0,0-25 0,0 25 16,0 0-16,0 0 0,0-25 0,25 25 0,-25 0 0,0 0 15,0-25-15,0 25 0,0 0 0,0 0 0,0-24 16,0 24-16,0 0 0,0 0 0,0 0 0,0 0 16,0 0-16,0 0 0,0 0 0,0 0 0,0 0 0,0 0 15,0 0-15,0 0 0,0 0 0,0 0 0,0 0 0,0 0 16,0 0-16,0 0 0,0 24 0,0-24 0,0 0 15,0 0-15,0 0 0,0 25 0,0-25 0,0 0 16,0 25-16,0-25 0,0 0 0,0 0 0,0 25 0,-25-25 16,25 0-16,0 25 0,0-25 0,0 0 0,0 0 15,0 24-15,0-24 0,0 0 0,0 0 0,0 0 16,0 25-16,0-25 0,0 0 0,0 0 0,0 0 0,0 0 15,0 0-15,0 0 0,0 0 0,0 0 0,0 0 16,0 0-16,0 0 0,0 0 0,0 0 0,0-25 0,25 25 16,-25 0-16,0 0 0,0 0 0,0-24 0,0 24 15,0 0-15,25-25 0,-25 25 0,0-25 0,0 25 0,25 0 16,-25-25-16,0 25 0,25-25 0,-25 25 0,0 0 15,0 0-15,24-24 0,-24 24 0,0 0 0,0 0 16,25 0-16,-25 0 0,0 0 0,0 0 0,0 0 0,0 0 16,0 0-16,25 0 0,-25 0 0,0 0 0,0 0 15,0 24-15,0-24 0,0 0 0,0 0 0,0 25 16,0-25-16,0 0 0,0 0 0,-25 25 0,25-25 0,0 0 15,0 0-15,0 25 0,0-25 0,0 0 0,0 0 16,0 0-16,0 0 0,0 25 0,0-25 0,0 0 0,0 0 16,0 0-16,0 0 0,0 24 0,0-24 0,0 0 15,0 0-15,0 0 0,0 0 0,0 0 0,0 0 0,0 0 16,0 0-16,25 0 0,-25 0 0,0-24 15,25 24-15,-25 0 0,0 0 0</inkml:trace>
  <inkml:trace contextRef="#ctx0" brushRef="#br0" timeOffset="43040.4618">6127 4415 0,'0'0'0,"-25"0"0,25 0 16,0 0-16,0-25 0,0 25 0,0 0 0,-25 0 15,25-24-15,0 24 0,0 0 0,0 0 0,0 0 0,0 0 16,-25 0-16,25 0 0,0 0 0,0 0 0,0 0 15,0 0-15,0 0 0,0 0 0,-24 0 0,24 0 16,0 0-16,0 0 0,0 24 0,0-24 0,-25 0 0,25 0 16,0 25-16,0-25 0,0 25 0,0-25 0,0 0 15,0 25-15,0-25 0,0 0 0,-25 25 0,25-25 0,0 0 16,0 24-16,0-24 0,0 0 0,0 25 0,25-25 15,-25 0-15,0 0 0,0 0 0,0 25 0,0-25 0,0 0 16,0 0-16,0 0 0,0 0 0,25 0 0,-25 0 16,0 0-16,0 0 0,0 0 0,0 0 0,24 0 15,-24 0-15,0 0 0,0 0 0,0-25 0,25 25 0,-25 0 16,0 0-16,0-25 0,25 25 0,-25 0 0,0 0 15,0-24-15,25 24 0,-25 0 0,0-25 0,0 25 16,0 0-16,25-25 0,-25 25 0,0 0 0,0-25 0,0 25 16,0 0-16,0 0 0,0 0 0,0 0 0,0 0 15,0 0-15,0 0 0,0 0 0,0 0 0,0 25 16,0-25-16,0 0 0,0 0 0,0 25 0,-25-25 0,25 25 15,0-25-15,0 24 0,0-24 0,0 25 0,0 0 0,0-25 16,0 25-16,0 0 0,0-25 0,0 24 0,0 1 16,0-25-16,0 25 0,0 0 0,0 0 0,0-25 15,0 24-15,0-24 0,-25 25 0,25-25 0,0 25 0,0-25 16,0 25-16,0-25 0,0 0 0,0 0 0,0 25 15,0-25-15,0 0 0,-25 0 0,25 0 0,0 0 0,0 0 16,0 0-16,0 0 0,0 0 0,-25 0 0,25 0 16,0 0-16,0 0 0,0 0 0,0-25 0,0 25 0,-24 0 15,24 0-15,0 0 0,0 0 0,0 0 0,0 0 16,0 0-16,0-25 0,0 25 0,0 0 0,0 0 15,0 0-15,0 0 0,0 0 0,0 0 0,0 0 0,24 0 16,-24-25-16,0 25 0,0 0 0,0 0 0,0-25 16,0 25-16,25 0 0,-25-24 0,0 24 0,0-25 15,0 25-15,0 0 0,0-25 0,0 25 0,0-25 0</inkml:trace>
  <inkml:trace contextRef="#ctx0" brushRef="#br0" timeOffset="43316.4775">5631 3919 0,'0'0'0,"0"0"16,0 0-16,0 0 0,0 0 0,0 0 0,0 0 16,0 25-16,0-25 0,0 0 0,0 0 0,0 0 0,0 0 15,0 0-15,0 0 0,0 25 0,0-25 0,0 0 16,0 0-16,0 25 0,0-25 0,0 0 0,0 24 0,0-24 15,0 0-15,0 25 0,0-25 0,0 0 0,24 0 16,-24 0-16,0 25 0,0-25 0,0 0 0,0 0 16,0 0-16,0 0 0,0 0 0,0 0 0,25 0 0,-25 0 15,0 0-15,0 0 0,0 0 0,25 0 0,-25 0 16,0 0-16,0-25 0,25 25 0,-25 0 0,0 0 15,0-25-15,25 25 0,-25 0 0,0-24 0,0 24 0</inkml:trace>
  <inkml:trace contextRef="#ctx0" brushRef="#br0" timeOffset="43482.487">5755 3894 0,'0'0'0,"0"0"0,0 0 0,0 0 0,0 0 16,0 0-16,0 0 0,0 0 0,0 0 0,0 0 16,24 0-16,-24 0 0,0 0 0,25 0 0,-25 0 0,25 0 15,-25 25-15,25-25 0,-25 0 0,25 0 0,0 0 16,-1 0-16,-24 0 0,25 0 0,0 0 0,-25 0 0,25 0 15,0 0-15,-1 0 0,-24 0 0,25 0 0,-25 0 16,25 0-16,-25 25 0,25-25 0</inkml:trace>
  <inkml:trace contextRef="#ctx0" brushRef="#br0" timeOffset="44015.5175">6846 4366 0,'0'0'0,"0"0"0,0 0 0,0 0 15,0 0-15,-25 0 0,25 0 0,0 0 0,0 0 0,0 0 16,0 0-16,-25 0 0,25 0 0,0 0 0,0 0 15,0 0-15,-24 0 0,24 0 0,0 0 0,0 0 0,0 0 16,0 0-16,-25 0 0,25 0 0,0 0 0,0 0 16,0 0-16,-25 0 0,25 0 0,0 24 0,0-24 0,0 0 15,-25 0-15,25 0 0,0 25 0,0-25 0,0 25 16,0-25-16,0 0 0,-25 25 0,25-25 0,0 25 15,0-25-15,0 24 0,0-24 0,0 25 0,0-25 0,0 0 16,0 25-16,0-25 0,25 25 0,-25-25 0,0 0 16,0 25-16,0-25 0,25 0 0,-25 0 0,0 0 0,0 0 15,25 0-15,-25 0 0,0 0 0,25 0 0,-25 0 16,24 0-16,-24 0 0,25 0 0,-25 0 0,25 0 0,-25-25 15,25 25-15,0 0 0,-25 0 0</inkml:trace>
  <inkml:trace contextRef="#ctx0" brushRef="#br0" timeOffset="44491.5448">7218 4539 0,'0'-25'0,"0"25"0,0 0 0,0 0 0,-25 0 0,25-24 16,0 24-16,0 0 0,0 0 0,-24-25 0,24 25 16,0 0-16,0 0 0,-25-25 0,25 25 0,0 0 0,0 0 15,-25 0-15,25 0 0,0-25 0,0 25 0,-25 0 16,25 0-16,0 0 0,0 0 0,0 0 0,-25 0 0,25 0 15,0 0-15,0 0 0,-24 0 0,24 0 0,0 25 16,0-25-16,-25 0 0,25 25 0,0-25 0,0 0 16,0 25-16,-25-25 0,25 24 0,0-24 0,0 0 0,0 25 15,0-25-15,0 25 0,0-25 0,0 0 0,0 25 16,0-25-16,0 25 0,0-25 0,0 0 0,0 0 15,0 24-15,0-24 0,0 0 0,0 0 0,25 0 0,-25 25 16,0-25-16,0 0 0,0 0 0,25 0 0,-25 0 16,0 0-16,0 0 0,24-25 0,-24 25 0,0 0 0,25 0 15,-25 0-15,0-24 0,25 24 0,-25 0 0,0-25 16,25 25-16,-25 0 0,0-25 0,25 25 0,-25 0 0,0-25 15,0 25-15,24 0 0,-24 0 0,0-25 0,0 25 16,0 0-16,0 0 0,25 0 0,-25-24 0,0 24 16,0 0-16,0 0 0,0 0 0,0 0 0,0 0 0,0 0 15,0 0-15,0 0 0,0 0 0,0 0 0,0 0 0,-25 0 16,25 0-16,0 24 0,0-24 0,0 0 0,0 0 15,0 25-15,0-25 0,-24 0 0,24 25 0,0-25 16,0 25-16,0-25 0,0 0 0,0 25 0,0-25 16,0 0-16,0 24 0,0-24 0,0 0 0,0 0 0,0 25 15,0-25-15,0 0 0,0 0 0,24 0 0,-24 0 16,0 0-16,0 0 0,25 0 0,-25 0 0,25 0 0,-25 0 15,0 0-15,25 0 0,-25-25 0,25 25 0,-25 0 16</inkml:trace>
  <inkml:trace contextRef="#ctx0" brushRef="#br0" timeOffset="44753.5597">7441 4514 0,'0'-24'0,"0"24"0,0 0 0,0 0 0,0 0 0,0-25 16,-24 25-16,24 0 0,0 0 0,0 0 0,0-25 15,0 25-15,0 0 0,0 0 0,-25 0 0,25 0 16,0 0-16,0 0 0,0 0 0,0 25 0,0-25 0,0 0 15,0 0-15,-25 25 0,25-25 0,0 0 0,0 24 16,0-24-16,0 0 0,0 25 0,0-25 0,0 25 16,0-25-16,0 25 0,0-25 0,0 25 0,0-25 0,0 0 15,0 24-15,0-24 0,0 25 0,0-25 0,0 0 0,0 25 16,25-25-16,-25 0 0,0 0 0,0 25 0,0-25 15,25 0-15,-25 0 0,0 0 0,0 0 0,24 0 16,-24 0-16,0-25 0,25 25 0,-25 0 0,25-25 16,-25 25-16,25-25 0,-25 25 0,25 0 0,-25-24 0,24 24 15</inkml:trace>
  <inkml:trace contextRef="#ctx0" brushRef="#br0" timeOffset="44934.5701">7714 4217 0,'0'0'16,"0"0"-16,0 0 0,0 0 0,0 0 0,0 0 0,0 25 15,0-25-15,-25 0 0,25 0 0,0 0 0,0 24 16,0-24-16,0 0 0,-24 25 0,24-25 0,0 25 0,0-25 16,-25 25-16,25-25 0,0 25 0,0-25 0,-25 24 15,25 1-15,0-25 0,0 25 0,-25-25 0,25 0 0,0 25 16,0-25-16,0 0 0</inkml:trace>
  <inkml:trace contextRef="#ctx0" brushRef="#br0" timeOffset="47695.7274">8310 4663 0</inkml:trace>
  <inkml:trace contextRef="#ctx0" brushRef="#br0" timeOffset="48967.8008">8086 4291 0,'0'0'0,"0"0"16,0 0-16,0 0 0,0 0 0,0 0 0,0 0 15,0 0-15,0 0 0,0 0 0,0 0 0,0 0 0,0 0 0,0 0 16,0 0-16,0 0 0,0 0 0,0 0 0,0 0 0,0 0 15,0 0-15,0 0 0,0 0 0,0 0 0,0 0 16,0 0-16,0 0 0,25-25 0,-25 25 0,0 0 0,0 0 0,0 0 16,0 0-16,0 0 0,0 0 0,0 0 0,0 0 0,0 0 15,0 0-15,0 0 0,0 0 0,0 0 0,0 0 16,0 0-16,0 0 0,0 0 0,0 0 0,0 0 0,0 0 15,0 0-15,-25 0 0,25 0 0,0-24 0,0 24 0,0 0 0,0 0 16,0 0-16,0 0 0,0 0 0,0 0 0,0 0 16,0 0-16,0-25 0,0 25 0,0 0 0,0 0 0,0 0 15,0 0-15,0 0 0,0 0 0,0 0 0,0 0 0,0 0 16,0 0-16,0 0 0,0 0 0,-24 0 0,24 0 0,0 0 0,0-25 15,0 25-15,0 0 0,0 0 0,0 0 0,0 0 0,0 0 0,0 0 16,0 0-16,0 0 0,0 0 0,0 0 0,0 0 0,0 0 16,0 0-16,0 0 0,0 0 0,0 0 0,0 25 0,0-25 0,0 0 15,-25 0-15,25 0 0,0 0 0,0 0 0,0 0 0,0 25 0,-25-25 16,25 0-16,0 0 0,0 24 0,-25-24 0,25 0 0,0 25 15,0-25-15,-25 0 0,25 25 0,0-25 0,0 0 0,-25 0 0,25 25 16,0-25-16,0 0 0,0 0 0,0 25 0,0-25 16,-24 0-16,24 24 0,0-24 0,0 0 0,0 25 0,0-25 15,0 0-15,0 25 0,0-25 0,24 0 0,-24 25 0,0-25 16,0 0-16,0 0 0,0 25 0,0-25 0,0 0 0,25 24 15,-25-24-15,0 0 0,0 0 0,0 25 0,0-25 16,25 0-16,-25 0 0,0 25 0,0-25 0,0 0 16,25 0-16,-25 0 0,0 0 0,0 0 0,0 0 0,25 25 0,-25-25 15,0 0-15,0 0 0,25 0 0,-25 0 0,0 0 733</inkml:trace>
  <inkml:trace contextRef="#ctx0" brushRef="#br0" timeOffset="51278.933">8310 4514 0,'0'0'0,"0"0"16,0 0-16,0 0 0,0 0 0,0 0 0,0 0 15,0 0-15,0 0 0,0 0 0,0 0 0,0 0 16,0 0-16,0 0 0,0 0 0,0 0 0,0 0 0,0 0 15,0 0-15,0 0 0,0 0 0,0 0 0,0 0 16,0 0-16,0 0 0,0 0 0,0 0 0,0 0 0,0 0 16,0 0-16,0 0 0,0 0 0,0 0 0,0 0 15,24 0-15,-24 0 0,0 0 0,0 0 0,0 0 16,25-24-16,-25 24 0,0 0 0,0 0 0,25 0 0,-25-25 15,0 25-15,25 0 0,-25 0 0,0-25 0,25 25 16,-25 0-16,0 0 0,24-25 0,-24 25 0,0 0 0,25-25 16,-25 25-16,0 0 0,25-24 0,-25 24 0,0 0 15,25 0-15,-25-25 0,0 25 0,0 0 0,25-25 16,-25 25-16,0 0 0,0 0 0,0-25 0,24 25 0,-24 0 15,0 0-15,0 0 0,0 0 0,0-25 0,0 25 0,0 0 16,0 0-16,0 0 0,0 0 0,0-24 0,0 24 16,0 0-16,0 0 0,25 0 0,-25-25 0,0 25 15,-25 0-15,25 0 0,0 0 0,0-25 0,0 25 0,0 0 16,0 0-16,0 0 0,0 0 0,0 0 15,0 0-15,0 0 0,0 0 0,-24-25 0,24 25 0,0 0 0,0 0 16,0 0-16,-25 0 0,25 0 0,0 0 0,0 0 16,0 0-16,0 0 0,-25 0 0,25 0 0,0 0 15,0 0-15,0 0 0,0 0 0,0 0 0,0 0 0,0 0 16,0 0-16,0 0 0,0 0 0,0 0 0,0 0 15,0 0-15,0 0 0,-25 0 0,25 0 0,0 0 0,0 0 16,0 0-16,0 0 0,0 0 0,0 0 0,0 0 16,0 25-16,0-25 0,0 0 0,0 0 0,0 0 15,0 0-15,0 25 0,0-25 0,0 0 0,0 0 0,-25 25 16,25-25-16,0 24 0,0-24 0,0 25 0,0-25 15,0 0-15,0 25 0,0-25 0,0 25 0,0-25 0,0 25 16,0-25-16,0 24 0,0-24 0,0 25 0,-24-25 16,24 25-16,0-25 0,0 0 0,0 25 0,0-25 0,0 25 15,0-25-15,0 0 0,0 24 0,0-24 0,0 0 16,0 25-16,0-25 0,0 25 0,0-25 0,-25 0 15,25 0-15,0 25 0,0-25 0,0 0 0,0 25 0,0-25 16,0 0-16,0 0 0,0 0 0,0 0 0,0 24 16,0-24-16,0 0 0,0 0 0,0 0 0,0 0 15,0 0-15,0 0 0,0 0 0,0 0 0,0 0 0,0 0 16,0 0-16,0 0 0,0 0 0,0 0 0,0 0 15,0 0-15,0 0 0,0-24 0,25 24 0,-25 0 0,0 0 16,0 0-16,0 0 0,0-25 0,0 25 0,24 0 16,-24 0-16,0-25 0,25 25 0,-25-25 0,0 25 0,25 0 15,-25-25-15,0 25 0,25 0 0,-25 0 0,0-24 16,0 24-16,25 0 0,-25 0 0,0 0 0,0-25 15,0 25-15,24 0 0,-24 0 0,0 0 0,0 0 0,0 0 16,0 0-16,0 0 0,0 0 0,0 0 0,0 0 16,0 0-16,0 0 0,0 0 0,0 25 0,0-25 0,0 0 15,0 0-15,0 0 0,0 24 0,0-24 0,0 0 16,0 0-16,0 0 0,0 25 0,0-25 0,0 0 0,0 25 15,0-25-15,0 0 0,0 25 0,0-25 0,0 0 16,0 25-16,0-25 0,0 0 0,0 24 0,0-24 16,0 25-16,0-25 0,0 0 0,0 0 0,0 25 0,0-25 15,0 0-15,0 0 0,0 0 0,0 0 0,0 0 16,25 0-16,-25 0 0,0 0 0,0 0 0,0 0 15,0 0-15,25 0 0,-25 0 0,0 0 0,0-25 0,25 25 16,-25 0-16,0 0 0,25-25 0,-25 25 0,0 0 0,24-24 16,-24 24-16,0 0 0,25 0 0,-25-25 0,0 25 15,25 0-15,-25-25 0,0 25 0,25 0 0,-25-25 16,0 25-16,0 0 0,0-25 0,25 25 0,-25 0 0,0 0 15,0 0-15,0-24 0,0 24 0,0 0 0,0 0 16,0 0-16,0 0 0,0 0 0,0 0 0,0 0 0,0 0 16,0 0-16,0 0 0,0 0 0,0 0 0,0 0 15,0 0-15,0 0 0,0 0 0,0 0 0,0 0 16,0 0-16,0 0 0,0 0 0,0 0 0,0 24 0,0-24 15,-25 0-15,25 0 0,0 25 0,0-25 0,0 0 16,0 25-16,0-25 0,0 0 0,0 25 0,0-25 16,0 0-16,0 25 0,0-25 0,0 0 0,0 0 0,0 24 15,0-24-15,0 0 0,25 0 0,-25 25 0,0-25 16,0 0-16,0 0 0,0 25 0,24-25 0,-24 0 0,0 0 15,0 0-15,0 0 0,25 0 0,-25 0 0,0 0 16,0 0-16,25 0 0,-25 0 0,0 0 0,25 0 16,-25 0-16,25 0 0,-25 0 0,0 0 0,24-25 0,-24 25 15,0 0-15,25 0 0,-25 0 0,0-25 0,0 25 16,0 0-16,25 0 0,-25-24 0,0 24 0,0 0 0,0 0 15,0-25-15,0 25 0,0 0 0,25-25 0,-25 25 16,0 0-16,0-25 0,0 25 0,0 0 0,0-25 0,0 25 16,0 0-16,0 0 0,0-24 0,0 24 0,0 0 15,0 0-15,0-25 0,0 25 0,0 0 0,0 0 16,0 0-16,0 0 0,0 0 0,0 0 0,0 0 15,0 0-15,0 0 0,0 0 0,0 25 0,0-25 0,0 0 16,0 0-16,0 0 0,0 24 0,0-24 0,0 0 16,0 25-16,0-25 0,-25 0 0,25 25 0,0-25 0,0 0 15,0 25-15,0-25 0,0 0 0,0 25 0,0-25 0,0 24 16,0-24-16,0 0 0,0 25 0,0-25 0,0 0 15,0 25-15,0-25 0,0 0 0,0 0 0,0 25 16,0-25-16,0 0 0,0 0 0,25 0 0,-25 0 0,0 0 16,0 0-16,0 0 0,0 0 0,0 0 0,0 0 15,25 0-15,-25-25 0,0 25 0,0 0 0,0 0 16,0-25-16,25 25 0,-25 0 0,0-25 0,0 25 0</inkml:trace>
  <inkml:trace contextRef="#ctx0" brushRef="#br0" timeOffset="52578.0073">9054 4341 0,'-75'273'0,"75"-273"0,0 0 0,0 0 0,0-25 16,0 25-16,0 0 0,0 0 0,0 0 0,0 0 0,0 0 15,0 0-15,0 0 0,-25 0 0,25 0 0,0 0 16,0 0-16,0 0 0,0 0 0,0-25 0,0 25 0,0 0 16,0 0-16,0 0 0,0 0 0,0 0 0,0 0 0,0 0 0,0 0 15,0 0-15,0 0 0,0 0 0,25 0 0,-25 0 0,0-25 16,0 25-16,0 0 0,25 0 0</inkml:trace>
  <inkml:trace contextRef="#ctx0" brushRef="#br0" timeOffset="53481.0589">9054 4291 0,'0'0'16,"0"0"-16,0 0 0,0 0 0,0 0 0,0 0 0,0 0 16,0 0-16,0 0 0,0-25 0,0 25 0,0 0 15,0 0 204</inkml:trace>
  <inkml:trace contextRef="#ctx0" brushRef="#br0" timeOffset="56888.2538">9203 4192 0,'-75'-74'46</inkml:trace>
  <inkml:trace contextRef="#ctx0" brushRef="#br0" timeOffset="58296.3343">9550 4068 0,'-25'0'15,"25"0"-15,0 0 0,0 0 0,0 0 0,0 0 0,0 0 16,0 0-16,0 0 0,0 0 0,0 0 0,0 0 15,0 0-15,0 0 0,0 0 0,0 0 0,-25 0 16,25 0-16,0 0 0,0 0 0,0 0 0,0 0 0,0 0 16,0 0-16,0 0 0,0 0 0,0 0 0,0 0 15,0 0-15,0 0 0,0 0 0,0 0 0,0 0 0,-25 0 16,25 0-16,0 0 0,0-25 0,0 25 0,0 0 15,0 0-15,0 0 0,0 0 0,0 0 0,0 0 16,0 0-16,0 0 0,-24 0 0,24 0 0,0 0 0,0-25 16,0 25-16,0 0 0,0 0 0,0 0 0,0 0 15,0 0-15,0 0 0,0 0 0,0-24 0,0 24 0,0 0 16,0 0-16,24 0 0,-24 0 0,0 0 0,0 0 15,0 0-15,0 0 0,0-25 0,25 25 0,-25 0 16,0 0-16,0 0 0,25 0 0,-25-25 0,0 25 0,25 0 16,-25 0-16,25 0 0,-25 0 0,0-25 0,24 25 15,-24 0-15,0 0 0,25 0 0,-25 0 0,0 0 0,0 0 16,25 0-16,-25 0 0,0 0 0,0 0 0,0 0 0,0 0 15,0 0-15,25 0 0,-25 0 0,0 25 0,0-25 16,0 0-16,0 0 0,0 0 0,0 25 0,0-25 16,0 0-16,0 0 0,0 25 0,0-25 0,0 0 15,0 0-15,0 0 0,0 24 0,0-24 0,25 0 0,-25 0 16,0 0-16,0 0 0,0 25 0,0-25 0,0 0 15,0 0-15,0 0 0,24 0 0,-24 0 0,0 0 16,0 0-16,0 0 0,25 0 0,-25 0 0,0 0 0,0 0 16,0 0-16,25 0 0,-25 0 0,0 0 0,0 0 15,25 0-15,-25-25 0,0 25 0,0 0 0,0 0 0,25-24 16,-25 24-16,0 0 0,0-25 0,0 25 0,0 0 0,24 0 15,-24-25-15,0 25 0,0 0 0,0 0 16,0-25-16,0 25 0,0 0 0,0-25 0,0 25 0,0 0 16,0 0-16,0 0 0,0 0 0,0-24 0,0 24 15,0 0-15,0 0 0,0 0 0,0 0 0,0 24 0,0-24 16,0 0-16,0 0 0,0 0 0,-24 0 0,24 0 15,0 0-15,0 0 0,0 25 0,24-25 0,-24 0 0</inkml:trace>
  <inkml:trace contextRef="#ctx0" brushRef="#br0" timeOffset="59272.3902">10319 4589 0,'0'0'0,"0"0"15,0 0-15,0 0 0,0 0 0,25 0 0,-25-25 0,0 25 16,0 0-16,0 0 0,0 0 0,0 0 0,0 0 16,0-25-16,0 25 0,0 0 0,0 0 0,0 0 15,0 0-15,0 0 0,0 0 0,0-25 0,0 25 0,0 0 16,0 0-16,0 0 0,0 0 0,0 0 0,0-24 15,0 24-15,-25 0 0,25 0 0,0 0 0,0-25 0,0 25 16,0 0-16,-25 0 0,25 0 0,0 0 0,0 0 16,0 0-16,0 0 0,-25 0 0,25 0 0,0 0 0,0 0 15,-25 0-15,25 0 0,0 0 0,-24 0 0,24 0 16,0 0-16,-25 25 0,25-25 0,0 0 0,0 24 15,-25-24-15,25 0 0,0 25 0,-25-25 0,25 25 0,0-25 16,0 25-16,0-25 0,0 25 0,-25-25 0,25 24 16,0-24-16,0 25 0,0-25 0,25 25 0,-25-25 0,0 0 15,0 25-15,0-25 0,0 25 0,0-25 0,0 0 16,0 24-16,25-24 0,-25 0 0,0 0 0,0 0 0,0 25 15,25-25-15,-25 0 0,0 0 0,25 0 0,-25 0 16,0 0-16,24 25 0,-24-25 0,0 0 0,25 0 16,-25 0-16,25-25 0,0 25 0,-25 0 0,25 0 15,-1 0-15,-24 0 0,25 0 0,0-25 0,-25 25 0,25 0 16,0 0-16,-1 0 0,-24 0 0,25 0 0</inkml:trace>
  <inkml:trace contextRef="#ctx0" brushRef="#br0" timeOffset="60075.4361">10790 4663 0,'0'-25'0,"0"25"0,0 0 0,0 0 0,0 0 0,0 0 15,0-24-15,0 24 0,0 0 0,0 0 0,0 0 16,0 0-16,-25 0 0,25 0 0,0 0 0,0-25 15,0 25-15,0 0 0,0 0 0,-25 0 0,25 0 0,0 0 16,0 0-16,0 0 0,0 0 0,-24-25 0,24 25 0,0 0 16,0 0-16,-25 0 0,25 0 0,0 0 15,-25 0-15,25 0 0,0 0 0,-25 0 0,25 0 0,-25 0 16,25 0-16,0 0 0,-24 0 0,24 25 0,0-25 0,-25 0 15,25 0-15,0 0 0,-25 0 0,25 25 0,0-25 16,0 0-16,0 24 0,-25-24 0,25 25 0,0-25 0,0 0 16,0 25-16,0-25 0,0 25 0,0-25 0,0 25 15,0-25-15,0 0 0,0 24 0,0-24 0,0 0 0,0 25 16,25-25-16,-25 0 0,0 0 0,0 25 0,0-25 15,25 0-15,-25 0 0,0 0 0,0 0 0,25 0 16,-25 0-16,0 0 0,24 0 0,-24 0 0,0 0 0,25 0 16,-25 0-16,0-25 0,25 25 0,-25 0 0,0 0 15,25-25-15,-25 25 0,0 0 0,0 0 0,25-24 16,-25 24-16,0 0 0,0-25 0,24 25 0,-24 0 0,0-25 15,0 25-15,0 0 0,0-25 0,0 25 0,25 0 16,-25-25-16,0 25 0,0 0 0,0-24 0,0 24 0,0 0 16,0 0-16,0-25 0,0 25 0,0 0 0,0 0 15,0 0-15,0 0 0,0 0 0,0 0 0,0 0 0,0 0 16,0 0-16,0 0 0,0 0 0,0 0 0,0 25 15,0-25-15,0 0 0,0 0 0,-25 0 0,25 24 16,0-24-16,0 0 0,0 0 0,0 25 0,0-25 0,0 0 16,0 25-16,0-25 0,0 25 0,0-25 0,0 0 15,0 25-15,0-25 0,0 24 0,0-24 0,0 25 16,0-25-16,0 25 0,0-25 0,0 0 0,0 25 0,0-25 15,0 0-15,25 0 0,-25 0 0,0 0 0,0 25 16,0-25-16,0 0 0,0 0 0,25 0 0,-25 0 0,0-25 16,0 25-16,25 0 0,-25 0 0,0 0 0,0 0 15,25 0-15,-25-25 0,24 25 0,-24 0 0,0 0 0,0-25 16,25 25-16,-25 0 0,0-25 0,25 25 0,-25 0 15,0-24-15,0 24 0,25 0 0,-25-25 0,0 25 16,0 0-16,0-25 0,0 25 0,0 0 0,0-25 0,0 25 16,25 0-16,-25 0 0,0-25 0,0 25 0,0 0 15,-25 0-15,25 0 0,0 0 0,0 0 0,0 0 16,0 0-16,0 0 0,0 0 0,0 0 0,0 0 0,0 0 15,0 0-15,0 0 0,0 0 0,0 0 0,0 0 16,0 0-16,0 0 0,0 25 0,0-25 0,0 0 0,0 25 16,0-25-16,0 0 0,0 25 0,-25-25 0,25 25 15,0-25-15,0 24 0,0-24 0,0 0 0,0 25 0,0-25 16,0 25-16,25-25 0,-25 0 0,0 25 15,0-25-15,0 0 0,0 0 0,0 25 0,0-25 0,0 0 16,0 0-16,0 0 0,0 0 0,25 0 0,-25 0 0,0 0 16,0 0-16,24 0 0,-24-25 0,0 25 0,0 0 15,25 0-15,-25 0 0,0-25 0,25 25 0,-25 0 0,0 0 16,25-25-16,-25 25 0,0 0 0,0-25 0,25 25 15,-25 0-15</inkml:trace>
  <inkml:trace contextRef="#ctx0" brushRef="#br0" timeOffset="60369.4529">11212 4192 0,'0'0'0,"0"0"0,0 0 0,0 0 15,0 0-15,0 0 0,0 0 0,0 0 0,0 0 0,0 0 16,0 0-16,0 0 0,0 25 0,0-25 0,-25 0 16,25 0-16,0 25 0,0-25 0,-25 24 0,25-24 15,0 25-15,-25-25 0,25 25 0,0-25 0,-25 25 0,25-25 16,0 25-16,-24-1 0,24-24 0,0 0 0,0 25 15,-25-25-15,25 25 0,0-25 0,0 0 0</inkml:trace>
  <inkml:trace contextRef="#ctx0" brushRef="#br0" timeOffset="60784.4767">12105 4490 0,'0'0'15,"0"0"-15,0 0 0,0 0 0,0 0 0,0 0 16,0 0-16,0 24 0,-25-24 0,25 0 0,0 0 0,0 0 16,0 25-16,0-25 0,0 25 0,0-25 0,0 25 0,-25 0 15,25-25-15,0 24 0,0 1 0,0-25 0,0 25 16,0 0-16,-25 0 0,25-25 0,0 24 0,0 1 15,0-25-15,0 25 0,-25 0 0,25-25 0,0 25 0,0-25 16,0 0-16,0 25 0,0-25 0,0 0 0,-24 24 0,24-24 16,0 0-16,0 0 0,0 0 0,0 25 0,0-25 15,0 0-15,0 0 0,-25 0 0,25 0 0,0 0 16,0 0-16,0 0 0,-25 0 0,25-25 0,0 25 0,0 0 15,-25 0-15,25-24 0,0 24 0</inkml:trace>
  <inkml:trace contextRef="#ctx0" brushRef="#br0" timeOffset="60923.4846">11881 4787 0,'0'0'0,"0"-25"15,0 25-15,0 0 0,0 0 0,25 0 0,-25 0 0,0 0 16,0 0-16,0 0 0,25 0 0,-25-24 0,0 24 15,0 0-15,25 0 0,-25 0 0,25 0 0,-25 0 16,0 0-16,24 0 0,-24 0 0,25 0 0,-25 0 16,25 0-16,-25 0 0,25-25 0,-25 25 0,25 0 0,-25 0 15,24 0-15,1 0 0,-25-25 0,25 25 0,-25 0 16,25 0-16,-25 0 0,25-25 0</inkml:trace>
  <inkml:trace contextRef="#ctx0" brushRef="#br0" timeOffset="61951.5434">12402 4440 0,'0'0'0,"0"0"0,0 0 0,-24 0 16,24 0-16,0 0 0,0 0 0,0 0 0,0 0 15,0 0-15,0 25 0,0-25 0,0 0 0,0 25 16,-25-25-16,25 24 0,0-24 0,0 25 0,0-25 0,0 25 15,0-25-15,0 25 0,0 0 0,-25-25 0,25 24 16,0 1-16,0-25 0,0 25 0,0 0 0,-25-25 0,25 25 16,0-25-16,0 24 0,0 1 0,-25-25 0,25 25 15,0-25-15,0 25 0,0-25 0,-24 0 0,24 25 0,0-25 16,0 0-16,0 0 0,0 25 0,0-25 0,0 0 15,0 0-15,0 0 0,-25 0 0,25 0 0,0 24 16,0-24-16,0 0 0,0 0 0,0 0 0,0 0 0,0-24 16,0 24-16,0 0 0,25 0 0,-25 0 0,0 0 15,0 0-15,0-25 0,0 25 0,0 0 0,24-25 0,-24 25 16,0 0-16,0-25 0,25 25 0,-25 0 0,0-25 15,25 25-15,-25 0 0,0-25 0,25 25 0,-25 0 16,0 0-16,25 0 0,-25-24 0,0 24 0,0 0 0,0 0 16,0 0-16,24 0 0,-24 0 0,0 0 0,0 0 15,0 0-15,0 0 0,0 0 0,0 0 0,0 0 0,0 24 16,0-24-16,0 0 0,0 0 0,0 0 0,0 0 15,0 25-15,0-25 0,0 0 0,0 25 0,0-25 16,0 0-16,0 25 0,0-25 0,0 0 0,-24 25 0,24-25 16,0 25-16,0-25 0,0 0 0,0 0 0,0 0 15,0 24-15,24-24 0,-24 0 0,0 0 0,0 0 0,0 0 16,0 0-16,0 0 0,0 0 0,0 0 0,0 0 15,25 0-15,-25 0 0,0 0 0,0 0 0,25 0 0,-25 0 16,0 0-16,25 0 0,-25 0 0,0-24 0,25 24 16,-25 0-16,0 0 0,24 0 0,-24-25 0,0 25 15,25 0-15,-25 0 0,0-25 0,25 25 0,-25 0 0,0-25 16,0 25-16,25-25 0,-25 25 0,0 0 0,0-25 15,0 25-15,0-24 0,0 24 0,25 0 0,-25-25 16,0 25-16,0 0 0,0-25 0,0 25 0,0 0 0,0 0 16,0 0-16,0 0 0,0 0 0,0 0 0,0 0 15,0 0-15,0 0 0,0 0 0,0 0 0,0 0 0,0 0 16,0 0-16,0 0 0,0 0 0,0 0 0,0 0 15,-25 0-15,25 0 0,0 25 0,0-25 0,0 0 0,0 25 16,0-25-16,0 24 0,0-24 0,0 0 0,0 25 16,0-25-16,0 25 0,0-25 0,0 25 0,0-25 15,0 25-15,-25-25 0,25 0 0,0 25 0,0-25 0,0 24 16,0-24-16,0 0 0,0 0 0,0 25 0,0-25 15,25 0-15,-25 0 0,0 0 0,0 0 0,0 0 0,0 0 16,0 0-16,0 25 0,0-25 0,25 0 0,-25 0 16,0-25-16,0 25 0,24 0 0,-24 0 0,25 0 15,-25 0-15,0 0 0,25-25 0,-25 25 0,25 0 0,-25 0 16,0-24-16,25 24 0,-25 0 0,0 0 0,24-25 15,-24 25-15,0 0 0,25-25 0,-25 25 0,0 0 0,0-25 16,0 25-16,25-25 0,-25 25 0,0-25 0,0 25 16,0 0-16,0-24 0,0 24 0,0-25 0,0 25 15,0 0-15,0 0 0,0-25 0,0 25 0,0 0 0,0 0 16,0 0-16,0 0 0,0 0 0,0 0 0,0 0 15,0 0-15,0 0 0,0 0 0,0 0 0,0 25 0,0-25 16,0 0-16,0 0 0,0 25 0,0-25 0,0 24 16,-25-24-16,25 0 0,0 25 0,0-25 0,0 25 0,0-25 15,0 25-15,0-25 0,0 0 0,-25 25 0,25-25 16,0 25-16,0-25 0,0 0 0,0 24 0,0-24 15,0 0-15,-24 25 0,24-25 0,0 0 0,0 0 0,0 25 16,0-25-16,0 0 0,0 0 0,24 0 0,-24 0 0,0 0 16,0 0-16,0 0 0,0 0 0,25 0 15,-25 0-15,0 0 0,25 0 0,-25 0 0,0-25 0,25 25 16,-25 0-16,25 0 0,-25 0 0,24 0 0,-24-25 0,25 25 15,-25 0-15</inkml:trace>
  <inkml:trace contextRef="#ctx0" brushRef="#br0" timeOffset="62655.5837">13022 4837 0,'0'0'0,"0"-25"0,0 25 0,0 0 0,0-25 16,0 25-16,0 0 0,0 0 0,0-25 0,0 25 15,0 0-15,0-24 0,0 24 0,0 0 0,0 0 0,0-25 16,0 25-16,-24 0 0,24 0 0,0 0 0,0 0 0,0 0 16,0 0-16,0 0 0,0 0 0,-25 0 15,25 0-15,0 0 0,0 0 0,0 0 0,-25 25 0,25-25 16,0 0-16,0 0 0,-25 24 0,25-24 0,0 25 0,0-25 15,0 25-15,0-25 0,-25 25 0,25-25 0,0 25 16,0-25-16,0 25 0,0-25 0,0 24 0,0-24 0,0 0 16,0 25-16,0-25 0,25 25 0,-25-25 0,0 0 15,0 25-15,0-25 0,0 0 0,0 0 0,0 0 0,0 0 16,0 25-16,0-25 0,25 0 0,-25 0 0,0 0 15,0 0-15,0 0 0,25 0 0,-25-25 0,0 25 16,0 0-16,25 0 0,-25 0 0,0-25 0,24 25 16,-24 0-16,0 0 0,25-25 0,-25 25 0,0 0 0,0-25 15,25 25-15,-25 0 0,0-24 0,0 24 0,0-25 16,0 25-16,0 0 0,0-25 0,25 25 0,-25 0 15,0-25-15,0 25 0,0 0 0,0 0 0,0-25 0,0 25 16,0 0-16,0 0 0,0 0 0,0 0 0,0 0 16,0 0-16,0 0 0,25 0 0,-25 0 0,0 0 0,0 0 15,0 0-15,0 0 0,24 0 0,-24 0 0,0 0 0,0 25 16,0-25-16,0 0 0,25 0 0,-25 0 0,0 0 15,0 25-15,0-25 0,0 0 0,25 25 0,-25-25 16,0 0-16,0 0 0,0 25 0,0-25 0,0 0 0,0 0 16,0 24-16,0-24 0,0 0 0,0 0 0,0 0 15,0 0-15,-25 25 0,25-25 0,0 0 0,0 0 0,0 0 16,0 0-16,0 0 0,0 0 0,0 0 0,0 0 15,0 0-15,0 0 0,0 0 0,0 0 0,0 0 16,0 0-16,0 0 0,0 0 0,0-25 0,0 25 0,0 0 16,0 0-16,0-24 0,25 24 0,-25 0 0,0-25 15,0 25-15,25 0 0,-25-25 0,0 25 0,25 0 0,-25-25 16,25 25-16,-25 0 0,0-25 0,24 25 0,-24 0 15,25 0-15,-25-25 0,0 25 0,25 0 0,-25 0 16,25 0-16,-25 0 0,0 0 0,25 0 0,-25 0 0,0 0 16,24 25-16,-24-25 0,0 0 0,0 0 0,25 0 15,-25 25-15,0-25 0,0 0 0,0 25 0,0-25 16,0 0-16,0 25 0,0-25 0,0 25 0,0-25 0,0 0 15,0 24-15,-25-24 0,25 25 0,0-25 0,0 0 0,0 25 16,0-25-16,0 0 0,0 0 0,0 25 0,-24-25 16,24 0-16,0 0 0,0 0 0,24 0 0,-24 0 15,0 0-15,0 0 0,0 0 0,0 0 0,0 0 0,25 0 16,-25 0-16,25 0 0,-25 0 0,25 0 0,-25 0 15,25-25-15,-25 25 0</inkml:trace>
  <inkml:trace contextRef="#ctx0" brushRef="#br0" timeOffset="63166.6129">13742 4762 0,'0'-24'0,"0"24"0,0-25 0,0 25 0,0 0 0,0-25 0,-25 25 0,25 0 0,0 0 0,0 0 0,0 0 0,-25 0 0,25 0 0,0 0 15,0 0-15,0 25 0,-25-25 0,25 25 0,0-25 0,0 24 16,-24-24-16,24 25 0,0-25 0,0 25 0,0-25 15,0 25-15,-25-25 0,25 25 0,0-25 0,0 0 16,0 25-16,0-25 0,0 24 0,0-24 0,0 0 0,0 25 16,0-25-16,0 0 0,0 0 0,0 0 0,25 25 0,-25-25 15,0 0-15,0 0 0,0 0 0,24 0 0,-24 0 16,0-25-16,0 25 0,25 0 0,-25 0 0,0 0 15,0 0-15,25 0 0,-25-25 0,0 25 0,0 0 0,25-24 16,-25 24-16,0 0 0,0-25 0,25 25 0,-25-25 16,0 25-16,0-25 0,0 25 0,24 0 0,-24-25 0,0 25 15,0 0-15,0 0 0,0 0 0,0-25 0,0 25 16,0 0-16,0 25 0,0-25 0,0 0 0,0 0 15,0 25-15,0-25 0,0 0 0,0 25 0,0-25 0,0 25 16,0 0-16,-24-25 0,24 24 0,0 1 0,0-25 16,0 25-16,0 0 0,0-25 0,-25 25 0,25-1 0,0 1 15,0-25-15,0 25 0,0 0 0,-25-25 0,25 25 16,0-25-16,0 24 0,0-24 0,-25 25 0,25-25 15,0 25-15,0-25 0,-25 25 0,25-25 0,0 25 0,0-25 16,0 24-16,-24-24 0,24 0 0,0 25 0,0-25 16,0 0-16,-25 25 0,25-25 0,0 0 0,0 0 0,0 0 15,0 0-15,0 0 0,0 25 0,0-25 0,-25 0 16,25 0-16,0 0 0,0 0 0,0 0 0,0 0 0,-25 0 15,25-25-15,0 25 0,0 0 0,0 0 0,0-25 16,0 25-16,0 0 0,-25-25 0,25 25 0,0-24 16,0 24-16,-24-25 0,24 0 0,0 25 0,-25-25 0,25 0 15,-25 25-15</inkml:trace>
  <inkml:trace contextRef="#ctx0" brushRef="#br0" timeOffset="63638.6399">13171 4390 0,'0'0'15,"0"0"-15,0 0 0,0 0 0,0 0 0,0 0 16,0 0-16,0 0 0,0-24 0,0 24 0,0 0 0,0 0 15,0 0-15,0 0 0,0 0 0,0 0 0,25 0 0,-25 0 16,0 0-16,0 24 0,0-24 0,25 0 0,-25 0 16,0 0-16,0 0 0,0 0 0,25 25 0,-25-25 15,0 0-15,0 0 0,0 0 0,0 25 0,0-25 16,0 0-16,0 0 0,0 25 0,0-25 0,0 0 0,0 0 15,0 25-15,0-25 0,0 0 0,0 0 0,0 0 16,0 24-16,-25-24 0,25 0 0,0 0 0,-25 25 0,25-25 16,-25 0-16,25 0 0,-25 25 0,25-25 0,-24 0 15,24 0-15,-25 25 0,25-25 0,-25 0 0,25 0 16,0 0-16,-25 0 0,25 0 0,-25 25 0,25-25 0,0 0 15,-24 0-15,24 0 0,-25 0 0</inkml:trace>
  <inkml:trace contextRef="#ctx0" brushRef="#br0" timeOffset="63933.6568">12824 4390 0,'0'0'0,"0"0"0,0 0 0,0 0 16,25 0-16,-25 0 0,0 0 0,0 25 0,0-25 16,0 0-16,25 0 0,-25 0 0,0 0 0,0 0 15,0 25-15,24-25 0,-24 0 0,0 0 0,0 25 0,0-25 16,0 0-16,0 0 0,0 25 0,0-25 0,0 0 15,0 0-15,0 24 0,0-24 0,0 0 0,0 0 0,-24 0 16,24 25-16,0-25 0,0 0 0,-25 0 0,25 0 16,0 0-16,0 25 0,-25-25 0,25 0 0,0 0 0,0 0 15,-25 0-15,25 0 0,0 0 0,0 0 0,0 0 16,-25 0-16,25 0 0</inkml:trace>
  <inkml:trace contextRef="#ctx0" brushRef="#br0" timeOffset="64154.6693">12849 4192 0,'0'0'0,"0"0"16,0 0-16,0 0 0,25 0 0,-25 0 0,0 0 0,24 0 15,-24 0-15,25-25 0,-25 25 0,25 0 0,-25 0 16,25 0-16,0 0 0,-25 0 0,24 0 0,1 0 15,0 0-15,0 0 0,-25 0 0,25 0 0,-1 0 0,1 0 16,0 25-16,0-25 0,-25 0 0,25 0 0,0 0 16,-1 0-16,-24 0 0,25 0 0,-25 0 0,25 25 0,-25-25 15,25 0-15,-25 0 0</inkml:trace>
  <inkml:trace contextRef="#ctx0" brushRef="#br0" timeOffset="65127.7248">14833 4862 0,'0'0'15,"0"0"-15,0 0 0,0 0 0,-25 0 0,25 0 16,0 0-16,0-25 0,0 25 0,0 0 0,0 0 0,0 0 15,0 0-15,0 0 0,0-25 0,25 25 0,-25 0 16,0 0-16,0-25 0,0 25 0,0 0 0,0 0 16,0-25-16,25 25 0,-25 0 0,0 0 0,0 0 0,0-24 15,0 24-15,25 0 0,-25 0 0,0 0 0,0 0 16,25-25-16,-25 25 0,0 0 0,0 0 0,24 0 15,-24 0-15,0 25 0,0-25 0,25 0 0,-25 0 0,0 24 16,0-24-16,0 0 0,25 25 0,-25-25 0,0 25 0,0-25 16,0 25-16,0-25 0,0 25 0,-25-25 0,25 25 15,0-25-15,0 24 0,0-24 0,0 0 0,-25 25 16,25-25-16,0 25 0,0-25 0,0 0 0,-24 25 0,24-25 15,0 0-15,0 25 0,-25-25 0,25 0 0,0 0 0,0 24 16,0-24-16,0 0 0,-25 0 0,25 0 0,0 0 16,0 0-16,0 0 0,0 0 0,0 0 0,0 0 15,0 0-15,0 0 0,25 0 0,-25 0 0,0-24 0,0 24 16,0 0-16,0 0 0,25-25 0,-25 25 0,0 0 15,24-25-15,-24 25 0,0-25 0,25 25 0,-25-25 16,25 25-16,-25 0 0,25-24 0,-25 24 0,0-25 0,25 25 16,-25-25-16,24 25 0,-24-25 0,25 25 0,-25-25 15,0 25-15,25-25 0,-25 25 0,0 0 0,25-24 16,-25 24-16,0 0 0,0 0 0,0 0 0,25-25 0,-25 25 15,0 0-15,0 0 0,0 0 0,0 0 0,0 0 0,0 0 16,-25 0-16,25 0 0,0 25 0,0-25 0,0 0 16,0 0-16,-25 0 0,25 24 0,0-24 0,0 0 15,0 25-15,-25-25 0,25 0 0,0 25 0,0-25 0,0 25 16,-25-25-16,25 25 0,0-25 0,0 25 0,0-25 15,0 24-15,0-24 0,0 0 0,25 25 0,-25-25 0,0 0 16,0 25-16,0-25 0,0 0 0,0 0 0,25 25 16,-25-25-16,0 0 0,0 0 0,25 0 0,-25 0 15,25 25-15,-25-25 0,24 0 0,-24 0 0,25 0 0,-25 0 16,25 0-16,-25-25 0,25 25 0,-25 0 0,0 0 15,25 0-15,-25 0 0,0 0 0,24-25 0,-24 25 0</inkml:trace>
  <inkml:trace contextRef="#ctx0" brushRef="#br0" timeOffset="65334.7369">15453 4961 0,'0'0'0,"0"0"0,0 0 0,0 0 0,0 0 0,0 0 15,0 0-15,0 25 0,0-25 0,0 0 0,0 0 16,0 0-16,0 25 0,0-25 0,0 0 0,0 0 15,0 24-15,0-24 0,0 25 0,-24-25 0,24 0 0,0 25 16,0-25-16,0 0 0,0 25 0,0-25 0,-25 25 16,25-25-16,0 0 0,0 0 0,-25 24 0,25-24 0,0 0 15,0 0-15,0 25 0,-25-25 0,25 0 0,0 0 16,0 0-16</inkml:trace>
  <inkml:trace contextRef="#ctx0" brushRef="#br0" timeOffset="66088.78">16049 4837 0,'0'0'16,"0"0"-16,0 0 0,0 0 0,24 0 0,-24-25 0,0 25 15,0 0-15,0 0 0,0 0 0,25 0 0,-25 0 16,0 0-16,0 0 0,0 0 0,0 0 0,0 0 0,0 0 15,0 0-15,0 0 0,0 0 0,0 0 0,0 0 16,0 0-16,0 0 0,0 25 0,0-25 0,0 0 16,0 25-16,0-25 0,0 25 0,-25-25 0,25 24 0,0-24 15,0 25-15,-24-25 0,24 25 0,0-25 0,0 25 16,0-25-16,0 25 0,0-25 0,0 24 0,0-24 0,-25 0 15,25 25-15,0-25 0,25 0 0,-25 0 0,0 25 16,0-25-16,0 0 0,0 0 0,0 0 0,0 0 0,24 0 16,-24 0-16,0 0 0,0-25 0,25 25 0,-25 0 15,0 0-15,25 0 0,-25-25 0,25 25 0,-25 0 16,0-24-16,25 24 0,-25 0 0,24-25 0,-24 25 0,0 0 15,25-25-15,-25 25 0,0 0 0,25-25 0,-25 25 16,0-25-16,0 25 0,25 0 0,-25-24 0,0 24 16,0 0-16,0-25 0,0 25 0,0 0 0,0 0 0,0 0 15,0 0-15,0 0 0,0 0 0,0 25 0,0-25 16,0 0-16,-25 24 0,25-24 0,0 25 0,0-25 0,0 25 15,0 0-15,0-25 0,-25 25 0,25-1 0,0 1 16,0-25-16,0 25 0,-25 0 0,25-25 0,0 25 0,0-1 16,0-24-16,0 25 0,0 0 0,-24-25 0,24 25 0,0-25 15,0 25-15,0-25 0,0 24 0,-25-24 16,25 0-16,0 25 0,0-25 0,0 0 0,0 0 0,-25 0 15,25 0-15,0 0 0,0 0 0,-25 0 0,25 0 0,0 0 16,0 0-16,0 0 0,-25 0 0,25 0 0,0 0 16,0 0-16,0 0 0,0 0 0,0 0 0,0 0 15,-24-25-15,24 25 0,0 0 0,0 0 0,0 0 0,0 0 16,0 0-16,0 0 0,0 0 0,0 0 0,0-24 15,0 24-15,0 0 0,24 0 0,-24 0 0,0 0 16,0 0-16,25 0 0,-25 0 0,0-25 0,25 25 0,-25 0 16,0 0-16,25 0 0,-25 0 0</inkml:trace>
  <inkml:trace contextRef="#ctx0" brushRef="#br0" timeOffset="66332.794">16495 5159 0,'0'0'0,"0"0"0,0 0 0,0 0 0,0 0 15,0 0-15,0 0 0,0 0 0,0 0 0,0 0 16,0 25-16,25-25 0,-25 0 0,0 0 0,0 25 0,0-25 16,0 0-16,-25 0 0,25 25 0,0-25 0,0 0 15,0 0-15,0 25 0,0-25 0,0 0 0,0 24 16,-25-24-16,25 0 0,0 25 0,0-25 0,-24 25 0,24-25 15,0 0-15,0 0 0,0 25 0,-25-25 0,25 0 16,0 0-16,0 0 0,0 0 0,0 0 0,0 0 16,0 0-16,0 0 0,0 0 0,0 0 0,0 0 0,0 0 15,25 0-15</inkml:trace>
  <inkml:trace contextRef="#ctx0" brushRef="#br0" timeOffset="66819.8219">17066 4762 0,'0'0'0,"0"0"0,0-24 15,0 24-15,0 0 0,0 0 0,0-25 0,0 25 16,0 0-16,0-25 0,0 25 0,24 0 0,-24 0 0,0-25 16,0 25-16,0 0 0,0 0 0,25-25 0,-25 25 15,0 0-15,0 0 0,25 0 0,-25 0 0,0 0 16,25 0-16,-25 0 0,0-24 0,25 24 0,-25 0 0,0 0 15,24 0-15,-24 0 0,0 0 0,25 24 16,-25-24-16,0 0 0,0 0 0,25 0 0,-25 0 0,0 0 16,0 25-16,0-25 0,0 0 0,0 25 0,0-25 0,0 0 15,-25 25-15,25 0 0,0-25 0,0 24 0,0-24 16,-25 25-16,25 0 0,0-25 0,-24 25 0,24-25 0,0 25 15,-25 0-15,25-25 0,-25 24 0,25-24 0,-25 25 16,25 0-16,0-25 0,-25 25 0,25-25 0,0 25 0,-24-25 16,24 24-16,0-24 0,0 25 0,-25-25 0,25 25 15,0-25-15,0 25 0,0-25 0,0 0 0,0 0 16,0 25-16,0-25 0,0 0 0,0 0 0,0 24 0,25-24 15,-25 0-15,0 0 0,0 0 0,0 0 0,24 0 0,-24 0 16,0 0-16,25 0 0,-25 0 0,25 0 0,-25 0 16,0 0-16,25 0 0,-25 0 0,0 0 0,25-24 0,-25 24 15,0 0-15,0 0 0,0 0 0,0-25 0,0 25 16,0 0-16</inkml:trace>
  <inkml:trace contextRef="#ctx0" brushRef="#br0" timeOffset="66991.8317">17066 4961 0,'0'0'0,"0"0"0,0 0 0,0 0 0,0 0 0,0 0 15,0 0-15,0-25 0,0 25 0,0 0 0,0 0 16,24 0-16,-24 0 0,0 0 0,25 0 0,-25 25 0,25-25 16,-25 0-16,0 0 0,25 0 0,-25 0 0,25 0 15,-1 0-15,-24 0 0,25 25 0,-25-25 0,25 0 0,-25 0 16,25 0-16,-25 0 0,25 0 0,-25 0 0,0 25 15,24-25-15,-24 0 0</inkml:trace>
  <inkml:trace contextRef="#ctx0" brushRef="#br0" timeOffset="67186.8424">17338 5011 0,'0'0'0,"0"0"0,0 0 15,0 0-15,0 0 0,0 24 0,0-24 0,25 0 16,-25 0-16,0 0 0,0 0 0,0 25 0,0-25 16,0 0-16,0 0 0,0 25 0,25-25 0,-25 25 0,0-25 15,0 0-15,0 25 0,0-25 0,0 24 0,0-24 16,0 25-16,0-25 0,-25 25 0,25-25 0,0 0 0,-25 25 15,25-25-15,0 25 0,-24-25 0,24 0 0,-25 24 16,0-24-16,25 25 0,-25-25 0,25 0 0,-25 0 16,25 25-16,-24-25 0,24 0 0,-25 0 0,25 0 0</inkml:trace>
  <inkml:trace contextRef="#ctx0" brushRef="#br0" timeOffset="67988.8887">18529 4986 0,'0'0'0,"0"0"0,0 0 0,0 0 15,0 0-15,0-25 0,0 25 0,0 0 0,0 0 0,0 0 16,0 0-16,0-25 0,0 25 0,0 0 0,0 0 16,0 0-16,0 0 0,0-25 0,0 25 0,-25 0 0,25 0 15,0 0-15,0 0 0,0 0 0,0 0 0,0-24 16,0 24-16,-25 0 0,25 0 0,0 0 0,0 0 0,0 0 15,-24 0-15,24 0 0,0 0 0,0 0 0,-25 0 16,25 0-16,0 0 0,-25 0 0,25 0 0,0 0 16,-25 0-16,25 0 0,0 0 0,-25 0 0,25 0 0,0 0 15,0 24-15,-24-24 0,24 0 0,0 0 0,-25 25 0,25-25 16,0 0-16,0 25 0,0-25 0,0 25 0,-25-25 15,25 0-15,0 25 0,0-25 0,0 24 0,0-24 16,0 0-16,0 25 0,0-25 0,0 0 0,0 25 0,0-25 16,25 0-16,-25 0 0,0 25 0,0-25 0,0 0 15,25 0-15,-25 0 0,0 0 0,0 0 0,24 0 16,-24 25-16,0-25 0,0 0 0,25 0 0,-25 0 0,0 0 15,25-25-15,-25 25 0,0 0 0,25 0 0,-25 0 16,0 0-16,25-25 0,-25 25 0,0 0 0,24 0 16,-24-25-16,0 25 0,25 0 0,-25-25 0,0 25 0,0 0 15,25-24-15,-25 24 0,0 0 0,0 0 0,25-25 0,-25 25 16,0 0-16,0 0 0,0 0 0,0-25 0,0 25 15,0 0-15,0 0 0,0 0 0,0 0 0,0 0 16,0 0-16,0 0 0,0 0 0,0 0 0,0 0 0,0 0 16,0 0-16,0 25 0,0-25 0,0 0 0,0 0 15,0 25-15,0-25 0,0 0 0,0 24 0,0-24 0,-25 25 16,25-25-16,0 0 0,0 25 0,0-25 0,0 0 15,0 25-15,0-25 0,0 25 0,0-25 0,0 0 16,0 24-16,0-24 0,0 0 0,0 0 0,0 25 0,25-25 16,-25 0-16,0 0 0,0 0 0,25 0 0,-25 0 15,0 0-15,25 0 0,-25 0 0,24 0 0,-24 0 0,25 0 16,-25 0-16</inkml:trace>
  <inkml:trace contextRef="#ctx0" brushRef="#br0" timeOffset="68189.9001">18777 5110 0,'0'0'0,"0"0"0,0 0 0,0 0 15,0 0-15,0 0 0,0 0 0,0 0 0,0 0 16,0 0-16,0 25 0,0-25 0,0 0 0,0 0 0,0 0 16,0 24-16,-25-24 0,25 0 0,0 25 0,0-25 15,0 0-15,0 25 0,0-25 0,-24 25 0,24-25 16,0 0-16,0 25 0,0-25 0,0 0 0,-25 24 0,25-24 15,0 0-15,0 25 0,0-25 0,0 0 0,0 0 16,0 0-16,0 0 0,0 25 0,0-25 0,0 0 0,0 0 16,0 0-16</inkml:trace>
  <inkml:trace contextRef="#ctx0" brushRef="#br0" timeOffset="68661.9271">19348 4862 0,'0'0'0,"0"0"0,0 0 0,0-25 0,0 25 15,0 0-15,0 0 0,0 0 0,0-25 0,0 25 16,0 0-16,0 0 0,0 0 0,0 0 0,0-25 0,0 25 15,0 0-15,0 0 0,0 0 0,0 0 0,0 0 16,0 25-16,0-25 0,0 0 0,0 0 0,0 25 0,0-25 16,0 0-16,24 25 0,-24-25 0,0 0 0,0 25 0,0-25 15,0 24-15,0-24 0,0 0 0,0 25 0,0-25 16,-24 25-16,24-25 0,0 25 0,0-25 0,0 0 0,0 25 15,0-25-15,0 24 0,0-24 0,0 0 16,0 25-16,24-25 0,-24 0 0,0 0 0,0 0 0,0 0 16,0 0-16,0 25 0,0-25 0,0 0 0,0 0 0,0 0 15,0 0-15,0 0 0,0 0 0,0 0 0,0 0 16,0 0-16,25-25 0,-25 25 0,0 0 0,0 0 15,0 0-15,0 0 0,25-25 0,-25 25 0,0 0 0,0 0 16,0 0-16,0 0 0,0-24 0,0 24 0,0 0 16,0 0-16,0 0 0,0 0 0,0 0 0,0 0 0,0 0 15,0 0-15,0 0 0,0 0 0,0 0 0,0 0 16,0 0-16,0 0 0,0 0 0,0 0 0,0 0 0,0 0 15,0 0-15,0 0 0,0 0 0,0 0 0,0 0 16,0 0-16,0 0 0,0 0 0,0 0 0,0 0 16,0 0-16,0 0 0,0-25 0</inkml:trace>
  <inkml:trace contextRef="#ctx0" brushRef="#br0" timeOffset="69298.9631">19521 4564 0,'0'0'0,"0"0"15,0 0-15,0 0 0,0 0 0,0 0 0,0 0 16,0 0-16,0 0 0,0 0 0,0 0 0,0 0 0,-25 25 15,25-25-15,0 0 0,0 25 0,0-25 0,0 24 16,-24-24-16,24 25 0,0 0 0,0 0 0,0-25 0,-25 25 16,25-1-16,0 1 0,0 0 0,-25-25 0,25 25 15,0 0-15,-25 0 0,25-25 0,0 24 0,0-24 16,-25 25-16,25 0 0,0-25 0,0 25 0,-24-25 0,24 25 15,0-25-15,0 24 0,0-24 0,0 0 0,0 25 16,0-25-16,0 0 0,0 0 0,0 0 0,0 0 16,0 25-16,0-25 0,0 0 0,0 0 0,0 0 0,0 0 15,0 0-15,0 0 0,0 0 0,0 0 0,0-25 16,0 25-16,0 0 0,0 0 0,0 0 0,0-25 15,0 25-15,24 0 0,-24-24 0,0 24 0,0-25 0,25 25 16,-25 0-16,0-25 0,0 25 0,25-25 0,-25 25 0,0-25 16,0 25-16,25-24 0,-25 24 0,0 0 0,25-25 15,-25 25-15,0 0 0,0 0 0,24 0 0,-24 0 16,0 0-16,25 0 0,-25 0 0,0 0 0,25 0 0,-25 0 15,0 25-15,0-25 0,0 0 0,25 0 0,-25 24 16,0-24-16,0 25 0,0-25 0,0 25 0,0-25 16,0 25-16,0-25 0,25 25 0,-25-25 0,-25 0 0,25 24 15,0-24-15,0 25 0,0-25 0,0 0 0,0 25 0,0-25 16,0 0-16,0 25 0,-25-25 0,25 0 0,0 0 15,0 0-15,0 25 0,-25-25 0,25 0 0,0 0 16,-25 0-16,25 0 0,0 0 0,-24 0 0,24 0 0,0-25 16,0 25-16,-25 0 0,25 0 0,0 0 0,0 0 15,-25 0-15,25 0 0,0 0 0,0-25 0,0 25 16,-25 0-16,25 0 0,0 0 0,0 0 0,0 0 0,0 0 15,0 0-15,0 0 0,0 0 0,0-25 0,25 25 16,-25 0-16,0 0 0,0 0 0,0 0 0,25-25 0,-25 25 16,0 0-16,0 0 0</inkml:trace>
  <inkml:trace contextRef="#ctx0" brushRef="#br0" timeOffset="69543.9777">19819 5035 0,'0'0'0,"0"0"15,25 0-15,-25 0 0,0 0 0,0 0 0,0 0 0,0 0 16,0 0-16,0 0 0,0 0 0,0 25 0,0-25 16,25 0-16,-25 0 0,0 0 0,0 0 0,0 25 0,0-25 15,0 0-15,-25 0 0,25 25 0,0-25 0,0 0 16,0 25-16,0-25 0,-25 24 0,25-24 0,0 25 15,-25-25-15,25 0 0,0 25 0,-25-25 0,25 0 16,0 25-16,0-25 0,-24 0 0,24 0 0,0 25 0,0-25 16,-25 0-16,25 0 0,0 0 0,0 0 0,0 24 15,0-24-15,0 0 0,0 0 0,0 0 0,0 0 16,0 0-16</inkml:trace>
  <inkml:trace contextRef="#ctx0" brushRef="#br0" timeOffset="69930.9997">20464 4961 0,'0'0'0,"0"-25"0,0 25 0,0 0 0,0 0 16,0-25-16,0 25 0,-25 0 0,25-24 0,0 24 15,0 0-15,0 0 0,0-25 0,0 25 0,0 0 0,0 0 16,0-25-16,-25 25 0,25 0 0,0 0 0,0 0 16,0 0-16,0 0 0,0-25 0,-25 25 0,25 25 0,0-25 15,0 0-15,-24 0 0,24 0 0,0 25 0,-25-25 16,25 0-16,-25 25 0,25-25 0,-25 24 0,25-24 0,0 25 15,-25-25-15,25 25 0,0-25 0,-24 25 0,24-25 16,0 25-16,0-1 0,-25-24 0,25 25 0,0 0 16,0-25-16,0 25 0,0-25 0,0 25 0,0-25 0,0 24 15,0-24-15,0 25 0,0-25 0,0 0 0,0 0 16,25 25-16,-25-25 0,0 0 0,0 0 0,0 0 15,24 0-15,-24 0 0,0 0 0,25 0 0,-25 0 0,25 0 16,-25-25-16,25 25 0,-25 0 0,25 0 0,-25 0 16,0-25-16,24 25 0,-24 0 0,25 0 0,-25 0 15,0 0-15,25 0 0,-25 0 0,0 0 0,25 0 0</inkml:trace>
  <inkml:trace contextRef="#ctx0" brushRef="#br0" timeOffset="70490.0318">20910 5011 0,'0'0'0,"0"0"0,0 0 0,0 0 0,-24 0 0,24 0 15,0 0-15,0 0 0,0 0 0,0 0 0,0 0 0,0 0 16,0 0-16,0 0 0,0 0 0,0 0 0,0 0 16,0 0-16,0 0 0,0 0 0,0 0 0,0 0 15,0 0-15,0 0 0,0 0 0,0 0 0,0 0 0,0 0 16,0 0-16,0 0 0,0 0 0,0 0 0,0 0 15,0 0-15,0 0 0,0 0 0,0 0 0,0 0 16,0 0-16,0 0 0,0 0 0,0 0 0,0 0 0,0 0 16,0 0-16,0 0 0,0 0 0,0 24 0,0-24 15,0 0-15,0 0 0,0 0 0,0 0 0,0 0 16,0 0-16,0 0 0,0 0 0,24 25 0,-24-25 0,0 0 15,0 0-15,0 0 0,0 0 0,0 0 0,0-25 16,0 25-16,0 0 0,0 0 0,0 0 0,0 0 0,0 0 16,0 0-16,0 0 0,0 0 0,0 0 0,0 0 15,0 0-15,0 0 0,0 0 0,0 0 0,0 0 0,0 0 16,0 0-16,0 0 0,0 0 0,0 0 0,0 0 0,0 0 15,-24 0-15,24 0 0,0 0 0,0 0 0,0 0 16,0 0-16,0 0 0,0 0 0,0 0 0,0 0 16,0 0-16,0 0 0,0 0 0,0 0 0,0 0 0,0 0 15,0 0-15,24 0 0,-24 0 0</inkml:trace>
  <inkml:trace contextRef="#ctx0" brushRef="#br0" timeOffset="70934.0572">21233 5135 0,'0'0'0,"0"0"0,25 0 0,-25 0 0,0 0 0,0 0 15,0 0-15,0 0 0,0 0 0,0 0 0,0 0 16,0 0-16,0 0 0,0 0 0,0-25 0,0 25 15,0 0-15,0 0 0,0 0 0,0 0 0,-25 0 0,25 0 16,0 0-16,0 0 0,0 0 0,0 0 0,0-25 0,0 25 16,0 0-16,0 0 0,0 0 0,0 0 0,0 0 15,0 0-15,0 0 0,0 0 0,0 0 0,0 0 16,0 0-16,0 25 0,0-25 0,0 0 0,0 0 0,0 0 15,0 0-15,0 0 0,0 0 0,0 0 0,0 0 16,0 0-16,0 0 0,0 0 0,0 0 0,0 0 16,0 0-16,0 0 0,0 0 0,0 0 0,0 0 0,0 0 15,0 0-15,0 0 0,0 0 0,25 0 0,-25 0 16,0 0-16,0 25 0,0-25 0,0 0 0,0 0 0,0 0 15,0 0-15,0-25 0,0 25 0,0 0 0,0 0 16,0 0-16,0 0 0,24 0 0,-24 0 0,0 0 16,0 0-16,0 0 0,0 0 0,0 0 0,-24 0 0,24 0 15,0 0-15,0-25 0,0 25 0,0 0 0,0 0 16,0 0-16,0 0 0,0 0 0,0 0 0,0 0 0,0 0 15,0 0-15,0 0 0,0 0 0,0 0 0,0 0 16,0 0-16,0 0 0,0 0 0,0 0 0,0 0 16,24 0-16,-24 0 0,0 0 0,0 0 0,0 0 0,25 0 15,-25 0-15</inkml:trace>
  <inkml:trace contextRef="#ctx0" brushRef="#br0" timeOffset="71340.0804">21779 5110 0,'0'0'0,"0"0"0,-25 0 0,25 0 16,0 0-16,0 0 0,0 0 0,0 0 15,0 0-15,0 0 0,0-25 0,0 25 0,0 0 0,0 0 16,0 0-16,0 25 0,0-25 0,0 0 0,0 0 0,0 0 16,0 0-16,0 0 0,0 0 0,0 0 0,0 0 15,0 0-15,0 0 0,0 0 0,0 0 0,-25 0 0,25 0 16,0 0-16,0 0 0,0 25 0,0-25 0,0 0 15,0 0-15,0 0 0,0 0 0,0 0 0,25 24 16,-25-24-16,0 0 0,0 0 0,0 0 0,0 0 0,0 25 16,0-25-16,0 0 0,25 0 0,-25 0 0,0 0 15,0 0-15,24 0 0,-24 0 0,0 0 0,0 0 0,25 0 16,-25 0-16,0 0 0,0 0 0,25 0 0,-25 0 15,0 0-15,0 0 0,0 0 0,0 0 0,0 0 16,0 0-16,0 0 0,0 0 0,0 0 0,0 0 0,0 0 16,0 0-16,0 0 0,0 0 0,-25 0 0,25 0 15,0 0-15,0 0 0,0 0 0,-25 0 0,25-25 16,0 25-16</inkml:trace>
  <inkml:trace contextRef="#ctx0" brushRef="#br0" timeOffset="78324.4799">2505 6152 0,'0'0'0,"0"0"0,0 0 0,0 0 0,0 0 16,0 0-16,0 0 0,0-25 0,0 25 0,0 0 15,0 0-15,0 0 0,0 0 0,0 0 0,0 0 0,0 0 16,0 0-16,0 0 0,0 0 0,0 0 0,0 0 0,0 0 15,0 0-15,0 0 0,0 0 0,0 0 0,0 0 16,0 0-16,0 0 0,0 0 0,0 0 0,0 0 16,0 0-16,0 0 0,0 0 0,0 0 0,0 0 0,0 0 15,0 0-15,0 0 0,0 0 0,0 0 0,0 0 0,0 0 16,0 0-16,0 0 0,0 0 0,0 0 0,0 0 15,0 0-15,0 0 0,0 0 0,0 0 0,0 0 0,0 0 16,0 0-16,0 0 0,0 0 0,0 0 0,0 0 16,0 0-16,0 0 0,0 0 0,0 0 0,0 0 0,0 0 15,0 0-15,0 0 0,0 0 0,0 0 0,0 0 16,0 0-16,0 0 0,-25 0 0,25 0 0,0 0 0,0 0 15,0 25-15,0-25 0,-24 0 0,24 0 0,0 24 16,0-24-16,-25 0 0,25 0 0,0 25 0,0-25 16,-25 0-16,25 0 0,0 25 0,0-25 0,0 0 0,-25 0 15,25 25-15,0-25 0,0 0 0,0 0 0,-25 0 0,25 25 16,0-25-16,0 0 0,0 0 0,0 0 0,-24 0 15,24 0-15,0 0 0,0 0 0,0 24 0,0-24 0,0 0 16,0 0-16,0 0 0,-25 0 0,25 0 0,0 0 0,0 0 16,0 0-16,0 0 0,0 0 0,0 25 0,-25-25 15,25 0-15,0 0 0,0 0 0,0 0 0,0 0 0,0 0 16,-25 0-16,25 0 0,0 0 0,0 0 0,0 0 15,0 0-15,0 0 0,0 0 0,0 0 0,0 0 0,0 0 16,0-25-16,0 25 0,0 0 0,0 0 0,0-24 0</inkml:trace>
  <inkml:trace contextRef="#ctx0" brushRef="#br0" timeOffset="78666.4994">2332 6102 0,'0'0'0,"0"0"0,0 0 16,0 0-16,0 0 0,0 0 0,0 0 0,0 0 0,0 0 15,0 0-15,0 0 0,0 0 0,0 0 0,0 0 0,0 0 16,0 0-16,0 0 0,0 0 0,0 0 0,24 0 15,-24 0-15,0 0 0,0 0 0,0 0 0,0 25 0,0-25 16,0 0-16,0 0 0,0 25 0,0-25 0,0 0 16,0 24-16,0-24 0,0 0 0,0 25 0,25-25 0,-25 25 15,0-25-15,0 25 0,0-25 0,0 0 0,0 25 0,0-25 16,0 24-16,0-24 0,0 0 0,0 25 0,0-25 15,0 25-15,0-25 0,0 0 0,0 0 0,0 25 0,0-25 16,0 0-16,0 0 0,0 0 0,0 0 0,0 0 16,0 0-16,0 0 0,0 0 0,0 0 0,0 0 0,0 0 15,0 0-15,0 0 0,0 0 0,0 0 0</inkml:trace>
  <inkml:trace contextRef="#ctx0" brushRef="#br0" timeOffset="78954.5159">2158 6251 0,'0'0'0,"0"0"0,0 0 16,0 0-16,0 0 0,0 0 0,0 0 0,0 0 15,-25 0-15,25 0 0,0 0 0,0 0 0,0 0 0,25 0 16,-25 0-16,0 0 0,0 0 0,0 0 0,0 0 16,0 0-16,25 0 0,-25 0 0,0 0 0,25 0 0,-25 0 15,0 0-15,24 0 0,-24 0 0,25 0 0,-25 0 16,25 0-16,-25 0 0,25 25 0,-25-25 0,25 0 0,-1 0 15,-24 0-15,25 0 0,0 0 0,0-25 0,0 25 0,-25 0 16,24 0-16,1 0 0,0 0 0,-25 0 0,25 0 16,0-25-16,-25 25 0</inkml:trace>
  <inkml:trace contextRef="#ctx0" brushRef="#br0" timeOffset="82697.73">3969 5978 0,'0'0'0,"0"0"0,0 0 0,0 0 0,0 0 0,0 0 0,0 0 0,0 0 0,0 0 0,0 0 0,0 0 0,0-25 15,0 25-15,0 0 0,0 0 0,0 0 16,0 0-16,0 0 0,0 0 0,0 0 0,0-25 0,0 25 15,0 0-15,0 0 0,0 0 0,0 0 0,0 0 16,0 0-16,0 0 0,0 0 0,0 0 0,0 0 0,0 0 16,0 0-16,0 0 0,0 0 0,0 0 0,0 0 15,0 0-15,0 0 0,0 0 0,0 0 0,0 0 0,0 0 16,0 0-16,0 0 0,0 0 0,0 0 0,0 0 0,0 0 15,0 0-15,0 0 0,0 0 0,0 0 0,0 0 16,0 0-16,0 0 0,0 0 0,0 0 0,0 0 16,0 0-16,0 0 0,0 0 0,0 0 0,0 0 0,0 0 15,0 0-15,0 0 0,0 0 0,0 0 0,0 0 16,0 0-16,0 0 0,0 0 0,0 0 0,0 0 15,0 0-15,0-24 0,0 24 0,0 0 0,0 0 0,0 0 16,0 0-16,0 0 0,0 0 0,0 0 0,0 0 16,0 0-16,0 0 0,0 0 0,0 0 0,0 0 0,0 0 15,0 0-15,0 0 0,0 0 0,0 0 0,0 0 16,0 0-16,0 0 0,0 0 0,0-25 0,0 25 0,0 0 15,0 0-15,-25 0 0,25 0 0,0 0 0,0 0 16,0 0-16,0-25 0,0 25 0,-25 0 0,25 0 16,0 0-16,0 0 0,0 0 0,0 0 0,-25 0 0,25 0 15,0 0-15,0 0 0,0 0 0,0 0 0,-24 0 16,24 0-16,0 0 0,0 0 0,0 0 0,0 0 0,-25 0 15,25 0-15,0 0 0,0 0 0,0 0 0,0 0 16,0 0-16,-25 0 0,25 0 0,0 0 0,0 0 0,0 0 16,0 25-16,-25-25 0,25 0 0,0 0 0,0 0 15,0 0-15,0 25 0,-25-25 0,25 0 0,0 24 16,0-24-16,0 0 0,-24 25 0,24-25 0,0 25 0,0-25 15,0 25-15,-25-25 0,25 25 0,0-25 0,0 24 16,-25 1-16,25-25 0,0 25 0,0-25 0,0 25 0,0-25 16,0 25-16,-25-25 0,25 24 0,0 1 0,0-25 15,0 25-15,0-25 0,0 25 0,0-25 0,0 0 0,0 25 16,0-25-16,0 24 0,25-24 0,-25 0 0,0 25 15,0-25-15,0 0 0,25 25 0,-25-25 0,0 0 16,25 0-16,-25 25 0,0-25 0,24 0 0,-24 0 0,0 0 16,25 0-16,-25 0 0,0 0 0,25 25 0,-25-25 15,25 0-15,-25 0 0,0 0 0,25 0 0,-25 0 16,24 0-16,-24-25 0,25 25 0,-25 0 0,0 0 0,25 0 15,-25 0-15,25-25 0,-25 25 0,25 0 0,-25-25 0,24 25 16,-24 0-16,0-25 0,25 25 0,-25-24 16,0 24-16</inkml:trace>
  <inkml:trace contextRef="#ctx0" brushRef="#br0" timeOffset="84037.8067">4068 6201 0,'0'25'0,"0"-25"0,-25 0 0,25 0 0,0 0 0,0 0 16,0 0-16,0 0 0,0 0 0,0 0 0,0 0 16,25 0-16,-25 0 0,0 0 0,0 0 0,0 0 15,0-25-15,0 25 0,25 0 0,-25 0 0,0 0 0,0 0 16,0-25-16,25 25 0,-25 0 0,0 0 0,24-24 15,-24 24-15,0 0 0,0 0 0,25-25 0,-25 25 16,0 0-16,25-25 0,-25 25 0,0-25 0,25 25 0,-25 0 16,0-25-16,25 25 0,-25-24 0,0 24 0,24-25 15,-24 25-15,0-25 0,0 25 0,25 0 0,-25-25 0,0 25 16,0 0-16,0-25 0,0 25 0,0 0 0,0 0 15,0-24-15,0 24 0,0 0 0,0 0 0,-25-25 0,25 25 16,0 0-16,0 0 0,0 0 0,0 0 0,0-25 16,-24 25-16,24 0 0,0 0 0,0 0 0,-25 0 15,25 0-15,0 0 0,0 0 0,0 0 0,-25 0 0,25 0 16,0 0-16,0 0 0,0 0 0,0 25 0,-25-25 15,25 0-15,0 0 0,0 0 0,0 0 0,0 0 16,0 0-16,-25 25 0,25-25 0,0 0 0,0 0 0,0 0 16,0 0-16,0 0 0,0 24 0,0-24 0,0 0 0,0 0 15,0 25-15,0-25 0,0 0 0,0 25 0,0-25 16,0 0-16,0 25 0,0-25 0,-24 25 0,24-25 15,0 0-15,0 24 0,0-24 0,0 25 0,0-25 0,0 25 16,0-25-16,0 25 0,0-25 0,0 25 0,0-25 16,0 24-16,0-24 0,0 25 0,-25-25 0,25 25 15,0-25-15,0 0 0,0 25 0,0-25 0,0 25 0,0-25 16,0 24-16,0-24 0,-25 0 0,25 25 0,0-25 15,0 0-15,0 25 0,0-25 0,0 0 0,0 0 16,0 25-16,0-25 0,0 0 0,0 0 0,0 0 0,0 0 16,0 0-16,0 0 0,0 0 0,0 0 0,0 0 15,0 0-15,0 0 0,0 0 0,0 0 0,0 0 16,25 0-16,-25-25 0,0 25 0,0 0 0,0 0 0,25-25 15,-25 25-15,0 0 0,24-25 0,-24 25 0,0-24 0,25 24 16,-25 0-16,0-25 0,25 25 0,-25 0 0,0-25 16,25 25-16,-25 0 0,0-25 0,0 25 0,25 0 15,-25 0-15,0 0 0,0-25 0,0 25 0,0 0 0,0 0 16,0 0-16,0 0 0,0 0 0,0 0 0,24 0 0,-24 0 15,0 25-15,0-25 0,0 0 0,0 0 0,0 0 16,0 0-16,0 25 0,0-25 0,-24 0 0,24 0 16,0 25-16,0-25 0,0 0 0,0 25 0,0-25 0,0 24 15,0-24-15,24 0 0,-24 25 0,0-25 0,0 0 16,0 25-16,0-25 0,0 0 0,0 25 0,0-25 0,0 0 15,0 0-15,0 25 0,0-25 0,25 0 0,-25 0 16,0 0-16,0 24 0,0-24 0,0 0 0,0 0 16,0 0-16,25 0 0,-25 0 0,0 0 0,0 0 15,0 0-15,0-24 0,25 24 0,-25 0 0,0 0 0,0 0 16,25 0-16,-25-25 0,0 25 0,0 0 0,24 0 0,-24-25 15,0 25-15,25 0 0,-25-25 0,0 25 0,0 0 16,0-25-16,25 25 0,-25 0 0,0-24 0,0 24 16,0 0-16,0-25 0,25 25 0,-25 0 0,0-25 0,0 25 15,0 0-15,0 0 0,0 0 0,0 0 0,0-25 16,0 25-16,0 0 0,0 0 0,0 0 0,0 0 15,0 0-15,0 0 0,0 0 0,0 0 0,0 0 0,0 0 16,0 0-16,0 0 0,0 0 0,0 0 0,0 0 16,0 25-16,0-25 0,-25 0 0,25 0 0,0 0 0,0 0 15,0 25-15,0-25 0,0 0 0,0 25 0,0-25 16,0 0-16,0 24 0,0-24 0,0 0 0,0 25 0,0-25 15,0 25-15,0-25 0,0 0 0,0 25 0,0-25 16,0 25-16,0-25 0,0 0 0,0 24 0,25-24 16,-25 0-16,0 0 0,0 25 0,0-25 0,0 0 15,0 0-15,25 0 0,-25 0 0,0 0 0,0 0 0,0 0 16,24 0-16,-24 0 0,0 0 0,0 0 0,25 0 0,-25 0 15,0 0-15,0 0 0,25-25 0,-25 25 0,0 0 16,25 0-16,-25 0 0,0-24 0,25 24 0,-25 0 0,0 0 16,0-25-16,24 25 0,-24 0 0,0-25 0,25 25 15,-25 0-15,0-25 0,0 25 0,0-25 0,0 25 16,25 0-16,-25-24 0,0 24 0,0 0 0,0-25 0,0 25 15,0 0-15,0 0 0,0-25 0,0 25 0,0 0 0,0 0 16,0 0-16,0 0 0,0 0 0,0-25 0,0 25 16,0 0-16,0 0 0,0 0 0,0 0 0,0 0 15,0 0-15,0 0 0,0 25 0,0-25 0,0 0 16,0 0-16,0 0 0,0 0 0,0 0 0,0 25 0,0-25 15,0 0-15,0 0 0,0 25 0,0-25 0,-25 24 16,25-24-16,0 25 0,0-25 0,0 0 0,0 25 0,0-25 16,0 25-16,0-25 0,0 25 0,0-25 0,0 0 15,0 24-15,0-24 0,25 0 0,-25 25 0,0-25 16,0 0-16,0 0 0,0 0 0,0 0 0,0 25 0,0-25 15,0 0-15,0 0 0,25 0 0,-25 0 0,0 0 0,0-25 16,25 25-16,-25 0 0,0 0 0,24 0 16,-24-25-16,25 25 0,-25 0 0,0-24 0,25 24 0,-25-25 15,25 25-15</inkml:trace>
  <inkml:trace contextRef="#ctx0" brushRef="#br0" timeOffset="84458.8307">4936 6201 0,'0'0'0,"0"0"0,0 0 15,0 0-15,0 0 0,0 0 0,0 0 0,0 0 16,0 0-16,0 0 0,0 0 0,0 25 0,0-25 0,0 0 15,0 0-15,-25 25 0,25-25 0,0 25 0,0-25 0,0 0 16,0 24-16,0-24 0,0 25 0,0-25 0,0 25 16,0-25-16,0 0 0,0 25 0,0-25 0,0 0 15,0 25-15,0-25 0,0 0 0,0 0 0,0 0 16,0 0-16,0 24 0,0-24 0,0 0 0,0 0 0,0 0 15,0 0-15,0 0 0,0 0 0,0 0 0,0 0 0,0 0 16,0 0-16,0 0 0,0-24 0,0 24 0,0 0 16,0 0-16,25 0 0,-25-25 0,0 25 0,0 0 15,0-25-15,0 25 0,25-25 0,-25 25 0,0-25 16,0 25-16,0 0 0,25-24 0,-25 24 0,0 0 0,0 0 15,25-25-15,-25 25 0,0 0 0,24 0 0,-24 0 16,0 0-16,0 0 0,25-25 0,-25 25 0,0 25 0,0-25 16,0 0-16,0 0 0,0 0 0,25 0 0,-25 25 15,0-25-15,0 0 0,0 24 0,0-24 0,0 0 0,0 25 16,0-25-16,0 0 0,0 25 0,0-25 0,0 0 15,-25 25-15,25-25 0,0 0 0,0 0 0,0 25 0,0-25 16,0 0-16,0 0 0,0 0 0,0 24 0,0-24 16,0 0-16,0 0 0,0 0 0,0 0 0,0 0 15,0 0-15,0 0 0,0 0 0,25 0 0,-25 0 0,0 0 16,25 0-16,-25-24 0,25 24 0,-25 0 0,24 0 15,-24 0-15</inkml:trace>
  <inkml:trace contextRef="#ctx0" brushRef="#br0" timeOffset="85002.8619">5383 6226 0,'-25'0'0,"25"-25"16,0 25-16,0 0 0,0 0 0,0 0 0,0-25 15,-25 25-15,25 0 0,0 0 0,0 0 0,0 0 0,0 0 16,0 0-16,-25 25 0,25-25 0,0 0 0,0 25 15,0-25-15,0 0 0,0 25 0,-25-25 0,25 25 0,0-25 16,0 0-16,0 24 0,0-24 0,0 25 0,0-25 16,0 0-16,0 25 0,0-25 0,0 25 0,0-25 15,0 0-15,0 25 0,0-25 0,0 0 0,0 0 0,0 0 16,0 0-16,25 24 0,-25-24 0,0 0 0,0 0 15,0 0-15,0 0 0,25 0 0,-25-24 0,0 24 0,0 0 16,25 0-16,-25 0 0,0-25 0,0 25 0,25 0 16,-25 0-16,0-25 0,0 25 0,24 0 0,-24-25 0,0 25 15,0 0-15,25-25 0,-25 25 0,0 0 0,0-24 16,0 24-16,0 0 0,25-25 0,-25 25 0,0 0 15,0 0-15,0 0 0,0 0 0,0 0 0,0 0 0,0 0 16,0 0-16,0 0 0,0 0 0,0 25 0,0-25 16,0 0-16,0 24 0,0-24 0,0 25 0,0-25 15,-25 25-15,25 0 0,0-25 0,0 25 0,0-1 0,0-24 16,0 25-16,0 0 0,0 0 0,0-25 0,0 25 0,0-1 15,0-24-15,0 25 0,0-25 0,0 25 0,0 0 16,0-25-16,0 25 0,0-25 0,0 24 0,0-24 16,0 0-16,0 25 0,0-25 0,0 0 0,-25 25 0,25-25 15,0 0-15,0 0 0,0 0 0,0 0 0,0 25 16,0-25-16,0 0 0,-24 0 0,24 0 0,0 0 15,0 0-15,-25 0 0,25 0 0,0 0 0,0 0 0,-25 0 16,25 0-16,0 0 0,-25 0 0,25-25 0,0 25 0,-25 0 16,25 0-16,0 0 0,0-25 0,-24 25 0,24 0 15,0-25-15,0 25 0,-25 0 0,25-24 0,0 24 16,-25-25-16,25 25 0,0 0 0,-25-25 0,25 25 15</inkml:trace>
  <inkml:trace contextRef="#ctx0" brushRef="#br0" timeOffset="85358.8821">4738 5904 0,'0'-25'0,"0"25"15,0 0-15,0 0 0,0 0 0,0 0 0,0 0 16,0 0-16,0 0 0,0 0 0,0 0 0,0 0 0,0-25 15,24 25-15,-24 0 0,0 0 0,0 0 0,0 0 16,25 0-16,-25 25 0,0-25 0,0 0 0,0 0 0,0 0 16,0 0-16,25 0 0,-25 25 0,0-25 0,0 0 15,0 24-15,0-24 0,0 0 0,-25 25 0,25-25 16,0 0-16,0 25 0,0-25 0,0 0 0,0 25 0,0-25 15,0 0-15,-25 25 0,25-25 0,0 0 0,0 0 16,0 0-16,-24 24 0,24-24 0,0 0 0,0 0 0,0 0 16,0 0-16,0 0 0,0 0 0,0 0 0</inkml:trace>
  <inkml:trace contextRef="#ctx0" brushRef="#br0" timeOffset="85566.8941">5011 5655 0,'24'0'0,"-24"0"0,0 0 0,0 0 16,0-24-16,0 24 0,25 0 0,-25 0 0,0 0 16,0 0-16,0 0 0,0 0 0,0 0 0,0 0 15,0 24-15,0-24 0,0 0 0,0 25 0,-25-25 0,25 0 16,0 25-16,0-25 0,-24 25 0,24-25 15,-25 25-15,25-25 0,-25 24 0,25-24 0,-25 0 0,25 25 16,0-25-16</inkml:trace>
  <inkml:trace contextRef="#ctx0" brushRef="#br0" timeOffset="86518.9481">6672 6325 0,'0'0'0,"0"0"0,0 0 16,0 0-16,0-25 0,0 25 0,0 0 0,0 0 0,0 0 16,0 0-16,0 0 0,0 0 0,0 0 0,0 0 15,0 0-15,0 0 0,0 0 0,0 0 0,0 0 16,0 0-16,0 25 0,0-25 0,0 0 0,0 0 0,0 25 15,0-25-15,0 25 0,0-25 0,0 0 0,0 25 16,0-25-16,0 24 0,0-24 0,0 25 0,0-25 0,0 0 16,0 25-16,-24-25 0,24 25 0,0-25 0,0 0 15,0 25-15,0-25 0,0 0 0,0 0 0,0 24 16,0-24-16,0 0 0,0 0 0,0 0 0,-25 0 0,25 0 15,0 0-15,0 0 0,0 0 0,0 0 0,0 0 16,0 0-16,0 0 0,0 0 0,0 0 0,0 0 0,0 0 16,0 0-16,25-24 0,-25 24 0,0 0 0,0-25 15,0 25-15,0 0 0,0-25 0,0 25 0,24-25 0,-24 25 16,0-25-16,0 25 0,25-24 0,-25 24 0,0-25 15,25 25-15,-25-25 0,0 25 0,25-25 0,-25 25 16,0 0-16,25-25 0,-25 25 0,0 0 0,0 0 0,24 0 16,-24 0-16,0 0 0,0 0 0,25 0 0,-25 0 15,0 0-15,0 25 0,0-25 0,0 0 0,0 0 16,0 25-16,0-25 0,0 0 0,0 25 0,0-25 0,0 0 15,0 25-15,0-25 0,0 0 0,0 24 0,0-24 16,0 0-16,0 25 0,0-25 0,0 0 0,0 0 0,0 25 16,-25-25-16,25 0 0,0 0 0,0 25 0,0-25 15,0 0-15,0 0 0,0 0 0,0 0 0,0 0 0,0 0 16,0 0-16,0 0 0,0 0 0,0 0 0,0 0 15,0 0-15,0 0 0,0-25 0,0 25 0,25 0 16,-25 0-16,0-25 0,0 25 0,0 0 0,0-25 0,25 25 16,-25 0-16,0 0 0,0-24 0,0 24 0,0 0 0,25 0 15,-25 0-15,0-25 0,0 25 0,0 0 0,0 0 16,0 0-16,0 0 0,0 0 0,25 0 0,-25 0 15,0 25-15,0-25 0,0 0 0,0 0 0,0 0 16,0 0-16,0 24 0,0-24 0,25 0 0,-25 0 0,0 25 16,0-25-16,0 0 0,0 0 0,0 25 0,0-25 0,0 0 15,0 0-15,0 25 0,0-25 0,0 0 0,0 0 16,0 0-16,0 0 0,0 0 0,0 0 0,0 0 0,0 0 15,0 0-15,0 0 0,0 0 0,0 0 16,24 0-16,-24 0 0,0 0 0,25 0 0,-25-25 0,0 25 16,25 0-16</inkml:trace>
  <inkml:trace contextRef="#ctx0" brushRef="#br0" timeOffset="87209.9881">7243 6325 0,'0'0'0,"0"0"0,0 0 0,0-25 0,0 25 0,0 0 16,0 0-16,0 0 0,0 0 0,0 0 0,0 0 0,0 0 15,0 0-15,-25 0 0,25 0 0,0 0 0,0 0 16,0 0-16,0 0 0,0 25 0,0-25 0,0 0 16,-25 0-16,25 0 0,0 25 0,0-25 0,0 0 0,0 0 15,0 25-15,0-25 0,0 0 0,0 25 0,0-25 16,0 0-16,0 24 0,0-24 0,0 25 0,0-25 0,0 0 15,0 25-15,0-25 0,0 0 0,0 25 0,0-25 16,0 0-16,0 25 0,0-25 0,0 0 0,25 0 16,-25 0-16,0 24 0,0-24 0,0 0 0,0 0 15,25 0-15,-25 0 0,0 0 0,0 0 0,25 0 0,-25 0 16,0-24-16,0 24 0,25 0 0,-25 0 0,24-25 0,-24 25 15,0 0-15,25 0 0,-25-25 0,0 25 0,25 0 16,-25-25-16,0 25 0,25 0 0,-25-25 0,0 25 16,0 0-16,0-24 0,25 24 0,-25-25 0,0 25 0,0 0 15,0-25-15,0 25 0,0 0 0,0 0 0,0-25 16,0 25-16,0 0 0,0 0 0,0 0 0,0 0 15,0 0-15,0 0 0,0 0 0,0 0 0,0 0 0,0 0 16,0 0-16,24 0 0,-24 0 0,0 0 0,0 25 16,0-25-16,0 0 0,0 25 0,0-25 0,0 0 0,-24 25 15,24-25-15,0 0 0,0 24 0,0-24 0,0 0 16,0 0-16,0 25 0,0-25 0,0 0 0,0 25 0,0-25 15,0 0-15,0 0 0,0 25 0,0-25 0,0 0 16,-25 0-16,25 0 0,0 0 0,0 0 0,0 0 16,0 0-16,0 0 0,0 0 0,0 0 0,0 0 0,0 0 15,25 0-15,-25 0 0,0 0 0,0 0 0,0 0 16,0-25-16,0 25 0,24 0 0,-24 0 0,0-25 15,0 25-15,25-25 0,-25 25 0,0 0 0,25-24 0,-25 24 16,0 0-16,0-25 0,25 25 0,-25 0 0,0 0 16,25-25-16,-25 25 0,0 0 0,0 0 0,0 0 0,24 0 15,-24 25-15,0-25 0,0 0 0,0 0 0,0 0 16,0 25-16,0-25 0,0 0 0,0 0 0,0 24 0,0-24 15,0 0-15,0 25 0,0-25 0,0 0 0,0 0 16,0 25-16,0-25 0,0 0 0,0 0 0,0 25 0,0-25 16,0 0-16,25 0 0,-25 0 0,0 0 0,0 0 15,0 0-15,0 0 0,0 0 0,0 0 0,25 0 0,-25 0 16,0 0-16,0 0 0,25 0 0,-25 0 0,0 0 15,25 0-15,-25 0 0,0 0 0,24-25 0,-24 25 16,0 0-16,0 0 0,25-25 0</inkml:trace>
  <inkml:trace contextRef="#ctx0" brushRef="#br0" timeOffset="87868.0257">7739 6325 0,'0'0'0,"0"0"0,0 0 16,0 0-16,0 0 0,0 0 0,0 0 0,0 0 15,0-25-15,0 25 0,25 0 0,-25 0 0,0 0 0,0 0 16,25-24-16,-25 24 0,24 0 0,-24 0 0,0-25 15,25 25-15,0 0 0,-25-25 0,25 25 0,-25-25 16,25 25-16,-25 0 0,24-25 0,1 25 0,-25-24 16,25 24-16,-25-25 0,25 25 0,-25-25 0,25 25 0,-25-25 15,25 25-15,-25-25 0,0 25 0,24-24 0,-24 24 0,0 0 16,0-25-16,0 25 0,0-25 0,0 25 0,0 0 15,0-25-15,0 25 0,0-25 0,0 25 0,0 0 16,-24 0-16,24-24 0,0 24 0,0 0 0,-25 0 0,25 0 16,0 0-16,0 0 0,-25 0 0,25 0 0,0 0 15,0 0-15,0 0 0,-25 0 0,25 0 0,0 0 16,0 24-16,0-24 0,-25 0 0,25 0 0,0 25 0,0-25 15,0 0-15,0 25 0,-25-25 0,25 25 0,0-25 16,0 25-16,0-25 0,0 24 0,0 1 0,0-25 0,0 25 16,0 0-16,0-25 0,-24 25 0,24-25 0,0 24 15,0 1-15,0-25 0,0 25 0,0-25 0,0 25 0,0 0 16,-25-25-16,25 24 0,0-24 0,0 25 0,0-25 15,0 0-15,0 25 0,0-25 0,-25 0 0,25 25 0,0-25 16,0 0-16,0 0 0,0 0 0,0 0 0,0 25 16,25-25-16,-25 0 0,0 0 0,0 0 0,0-25 15,0 25-15,25 0 0,-25 0 0,0 0 0,24 0 0,-24 0 16,25-25-16,-25 25 0,0 0 0,25 0 0,-25 0 15,0-25-15,0 25 0,0 0 0,25 0 0,-25 0 16,0 0-16,0 25 0,0-25 0,0 0 0,0 0 0,0 0 16,0 25-16,0-25 0,0 25 0,0-25 0,0 0 0,0 24 15,0-24-15,0 25 0,0-25 0,0 25 0,0-25 16,0 0-16,0 25 0,-25-25 0,25 0 0,0 25 15,0-25-15,0 0 0,0 0 0,0 0 0,0 0 0,-25 0 16,25 0-16,0 0 0,0 0 0,0 0 0,0 0 16,-25 0-16,25-25 0,0 25 0,0 0 0</inkml:trace>
  <inkml:trace contextRef="#ctx0" brushRef="#br0" timeOffset="87951.0304">7640 6003 0,'0'0'0,"0"0"0,0 0 0,0 0 0,0 0 0,0 0 16,-25 0-16,25 0 0,0 0 0,0 0 0,0 0 16,0 0-16,0 0 0,0 0 0,0 0 0,0 0 0,0 0 15,0 0-15,0 0 0,0 0 0,0 0 0</inkml:trace>
  <inkml:trace contextRef="#ctx0" brushRef="#br0" timeOffset="88465.0599">9203 6648 0,'0'0'0,"0"0"15,0 0-15,-25 0 0,25 0 0,0 0 0,0-25 16,0 25-16,0 0 0,0 0 0,25 0 0,-25-25 0,0 25 16,0 0-16,24-25 0,-24 25 0,25 0 0,-25-25 15,25 25-15,-25 0 0,25-24 0,0 24 0,-25-25 0,24 25 16,-24 0-16,25-25 0,0 25 0,-25-25 0,25 25 15,-25-25-15,25 1 0,-25 24 0,24-25 0,-24 25 16,25 0-16,-25-25 0,0 25 0,0-25 0,25 25 0,-25 0 16,0-25-16,0 25 0,0 0 0,0 0 0,0 0 0,0 0 15,0 0-15,0 0 0,0 0 0,0 0 16,0 0-16,0 0 0,0 0 0,0 0 0,0 0 0,0 0 15,0 25-15,0-25 0,0 0 0,0 25 0,0-25 0,0 25 16,0-25-16,0 25 0,0-1 0,0-24 0,0 25 16,0-25-16,-25 25 0,25-25 0,0 25 0,0 0 15,0-25-15,0 24 0,-25-24 0,25 25 0,0 0 0,0-25 16,0 25-16,0-25 0,0 25 0,-24-25 0,24 0 0,0 24 15,0-24-15,0 0 0,0 25 0,0-25 16,0 0-16,24 0 0,-24 0 0,0 0 0,0 0 0</inkml:trace>
  <inkml:trace contextRef="#ctx0" brushRef="#br0" timeOffset="88833.0809">10542 6672 0,'0'0'0,"0"0"0,0 0 15,0 0-15,25 0 0,-25 0 0,0 0 0,0-24 16,0 24-16,25 0 0,-25 0 0,0 0 0,24 0 16,-24-25-16,25 25 0,-25 0 0,25-25 0,0 25 0,-25 0 15,25-25-15,-25 25 0,24-25 0,1 25 0,-25 0 16,25-24-16,0 24 0,-25-25 0,25 25 0,-1-25 0,-24 25 15,25-25-15,0 25 0,-25-25 0</inkml:trace>
  <inkml:trace contextRef="#ctx0" brushRef="#br0" timeOffset="89088.0955">11063 6201 0,'0'0'15,"0"0"-15,0 0 0,0 0 0,0-25 0,-25 25 16,25 0-16,0 0 0,0 0 0,0 0 0,0 0 0,0 0 16,0 0-16,-25 0 0,25 0 0,0 0 0,0 25 15,0-25-15,0 0 0,0 25 0,0-25 0,0 25 0,-25 0 16,25-25-16,0 24 0,0 1 0,0-25 0,0 25 15,-24 0-15,24-25 0,0 25 0,0-1 0,0-24 16,0 25-16,0 0 0,-25-25 0,25 25 0,0 0 0,0-25 16,0 24-16,0-24 0,0 25 0,-25-25 0,25 25 15,0-25-15,0 25 0,0-25 0,0 0 0,-25 25 0,25-25 16,0 0-16,0 0 0,0 0 0,-25 0 0,25 0 15,0 24-15,0-24 0,-24 0 0,24-24 0,0 24 16,0 0-16,-25 0 0,25 0 0,0 0 0,0-25 0</inkml:trace>
  <inkml:trace contextRef="#ctx0" brushRef="#br0" timeOffset="89238.1041">10765 6548 0,'0'0'0,"0"0"0,0-24 16,0 24-16,0 0 0,0 0 0,0 0 0,0-25 15,0 25-15,0 0 0,0 0 0,0 0 0,0 0 0,25 0 16,-25 0-16,0 0 0,0 0 0,25 0 0,-25 0 16,25 0-16,-25 0 0,0 0 0,24 0 0,-24 0 15,25 0-15,0 0 0,-25 0 0,25 0 0,-25 0 0,25 0 16,-25 0-16,24 0 0,-24 0 0,25 0 0,-25 0 15,25-25-15,0 25 0,-25 0 0,25 0 0,-25 0 16,24 25-16,1-25 0,-25 0 0</inkml:trace>
  <inkml:trace contextRef="#ctx0" brushRef="#br0" timeOffset="90068.1516">11435 6400 0,'0'0'0,"0"0"0,-25 0 15,25-25-15,0 25 0,0 0 0,0 0 0,0-25 16,-25 25-16,25 0 0,0 0 0,0 0 0,-24-25 0,24 25 15,0 0-15,0 0 0,-25 0 0,25 0 0,0 0 16,0 0-16,-25 0 0,25 0 0,0 0 0,0 0 16,-25 0-16,25 25 0,0-25 0,0 0 0,-25 0 0,25 25 15,0-25-15,-24 0 0,24 0 0,0 25 0,0-25 16,0 0-16,-25 24 0,25-24 0,0 25 0,0-25 15,0 25-15,0-25 0,0 0 0,0 25 0,-25-25 0,25 25 16,25-25-16,-25 24 0,0-24 0,0 0 0,0 25 16,0-25-16,0 0 0,0 25 0,0-25 0,0 0 15,25 0-15,-25 0 0,0 25 0,0-25 0,0 0 0,24 0 16,-24 0-16,0 0 0,25-25 0,-25 25 0,0 0 15,25 0-15,-25 0 0,25 0 0,-25-25 0,0 25 0,25 0 16,-25-25-16,0 25 0,24 0 0,-24 0 0,0-24 16,25 24-16,-25 0 0,0-25 0,0 25 0,25 0 0,-25-25 15,0 25-15,0-25 0,0 25 0,0 0 0,0-25 16,0 25-16,0 0 0,0 0 0,0-24 0,0 24 0,0 0 15,0 0-15,0 0 0,0-25 0,0 25 0,0 0 16,0 0-16,0 0 0,0 0 0,0 0 0,0 0 16,0 0-16,0 0 0,0 0 0,0 25 0,0-25 0,0 0 15,0 0-15,0 24 0,0-24 0,0 0 0,0 25 16,0-25-16,0 0 0,0 25 0,0-25 0,0 0 0,0 25 15,0-25-15,0 25 0,0-25 0,0 0 0,0 24 16,0-24-16,0 0 0,0 25 0,0-25 0,0 0 16,25 0-16,-25 0 0,0 0 0,0 25 0,0-25 0,25 0 15,-25 0-15,0 0 0,0-25 0,24 25 0,-24 0 16,0 0-16,25 0 0,-25 0 0,0-25 0,25 25 0,-25 0 15,25-24-15,-25 24 0,0 0 0,25-25 0,-25 25 16,24 0-16,-24-25 0,0 25 0,25-25 0,-25 25 0,0 0 16,0-25-16,0 25 0,0-24 0,25 24 15,-25-25-15,0 25 0,0 0 0,0-25 0,0 25 0,0 0 16,0 0-16,0-25 0,0 25 0,0 0 0,0 0 0,0 0 15,0 0-15,0 0 0,0 0 0,0 0 0,0 0 16,0 0-16,0 25 0,0-25 0,0 0 0,-25 0 16,25 25-16,0-25 0,0 25 0,0-25 0,0 24 0,0-24 15,0 25-15,0 0 0,0-25 0,0 25 0,0 0 16,0-25-16,0 24 0,-25 1 0,25-25 0,0 25 0,0 0 15,0 0-15,0-25 0,0 24 0,0 1 0,0-25 16,0 25-16,0 0 0,0-25 0,0 25 0,0-25 0,0 24 16,0-24-16,-24 25 0,24 0 0,0-25 0,0 25 15,0-25-15,0 0 0,0 25 0,0-25 0,-25 25 16,25-25-16,0 24 0,0-24 0,0 0 0,-25 25 0,25-25 15,0 0-15,0 25 0,0-25 0,0 0 0,0 0 16,0 0-16,0 25 0,0-25 0,-25 0 0,25 0 16,0 0-16,0 0 0,0 0 0,0-25 0,0 25 0,0 0 15,0 0-15,0-25 0,0 25 0,0 0 0,0-25 0,25 25 16,-25-24-16,0 24 0,0-25 0</inkml:trace>
  <inkml:trace contextRef="#ctx0" brushRef="#br0" timeOffset="90444.1731">11782 6276 0,'0'0'0,"0"0"0,0 0 15,25 0-15,-25 0 0,0 0 0,0-25 0,25 25 0,-25 0 0,0 0 16,25 0-16,-25 0 0,0 25 0,24-25 0,-24 0 15,0 0-15,25 0 0,-25 0 0,0 24 0,25-24 16,-25 0-16,0 25 0,25-25 0,-25 0 0,0 25 0,0-25 16,25 0-16,-25 25 0,0-25 0,0 0 0,0 25 15,0-25-15,0 0 0,0 24 0,-25-24 0,25 0 16,0 25-16,0-25 0,0 0 0,-25 0 0,25 25 0,0-25 15,-25 0-15,25 0 0,0 25 0,-25-25 0,25 0 16,0 0-16,-24 0 0,24 25 0,0-25 0,-25 0 0,25 0 16,-25 0-16,25 0 0,0 0 0,-25 0 0,25 0 15,-25 0-15,25 0 0,0 0 0,-24-25 0,24 25 0,0 0 16,-25 0-16,25-25 0,0 25 0</inkml:trace>
  <inkml:trace contextRef="#ctx0" brushRef="#br0" timeOffset="90609.1825">11435 6127 0,'-25'-25'0,"25"25"0,0 0 0,0 0 0,0-25 16,0 25-16,0 0 0,0 0 0,25 0 0,-25-25 15,0 25-15,25 0 0,-25 0 0,0 0 0,25 0 0,-25-24 16,24 24-16,1 0 0,-25 0 0,25 0 0,-25 0 15,25 0-15,-25 0 0,0 24 0,25-24 0,-25 0 16,0 0-16,24 25 0,-24-25 0,0 0 0,0 25 0,0-25 16,0 25-16,0 0 0,0-25 0,0 24 0,0 1 15,0-25-15,0 25 0,0 0 0,-24 0 0,24-1 0,0 1 16,-25 0-16,25 0 0</inkml:trace>
  <inkml:trace contextRef="#ctx0" brushRef="#br0" timeOffset="90815.1943">11361 6945 0,'-25'0'15,"25"0"-15,0 0 0,0 0 0,0 0 0,0 0 0,-25 0 16,25 0-16,0 0 0,0 0 0,0 0 0,0 0 16,0 0-16,0 0 0,0 0 0,25 0 0,-25 0 15,0 0-15,0 0 0,0 0 0,0-24 0,0 24 0,0 0 16,0 0-16,0 0 0,0 0 0,0-25 0</inkml:trace>
  <inkml:trace contextRef="#ctx0" brushRef="#br0" timeOffset="92072.2659">12526 6623 0,'0'0'0,"0"0"16,0 0-16,-24 0 0,24-25 0,0 25 0,0 0 15,0 0-15,0 0 0,0 0 0,0 0 0,0 0 16,0-25-16,24 25 0,-24 0 0,0 0 0,25 0 0,-25-25 15,25 25-15,-25 0 0,25-24 0,-25 24 0,25 0 16,-25 0-16,24-25 0,1 25 0,-25 0 0,25-25 0,0 25 16,0-25-16,-1 25 0,-24-25 0,25 25 0,0-24 15,0 24-15,0-25 0,-1 25 0,1-25 0,-25 25 0,25-25 16,0 25-16,0-25 0,-25 1 0,24 24 0,-24-25 15,25 25-15,-25-25 0,25 25 0,-25-25 0,0 25 16,0-25-16,0 25 0,0-24 0,0 24 0,0 0 0,0-25 16,0 25-16,0-25 0,0 25 0,0 0 0,-25-25 15,25 25-15,0 0 0,0 0 0,-25-25 0,25 25 0,0 0 16,-24 0-16,24 0 0,0-24 0,-25 24 0,25 0 15,0 0-15,0 0 0,0 0 0,-25 0 0,25 0 16,0 0-16,0 0 0,0 0 0,0 0 0,-25 0 0,25 0 16,0 24-16,0-24 0,0 0 0,0 0 0,0 25 15,-25-25-15,25 25 0,0-25 0,0 25 0,0-25 16,0 25-16,0-25 0,0 24 0,0 1 0,-24 0 0,24-25 15,0 25-15,0 0 0,0-1 0,0 1 0,0-25 16,0 25-16,-25 0 0,25 0 0,0-25 0,0 24 0,0 1 16,-25-25-16,25 25 0,0 0 0,0-25 0,0 25 15,0-25-15,-25 0 0,25 24 0,0-24 0,0 25 0,0-25 16,0 0-16,0 25 0,0-25 0,0 0 0,0 0 15,0 0-15,0 0 0,0 0 0,0 0 0,0 0 0,0 0 16,0 0-16,0 0 0,0 0 0,0 0 0,0 0 16,25-25-16,-25 25 0,0 0 0,0 0 0,25-25 15,-25 25-15,25-24 0,-25 24 0,0-25 0,24 25 0,-24-25 16,25 25-16,-25 0 0,25-25 0,-25 25 0,25-25 15,-25 25-15,25 0 0,-25 0 0,24-24 0,-24 24 0,0 0 16,0 0-16,25 0 0,-25 0 0,0 0 0,0 0 16,0 0-16,0 0 0,0 0 0,0 0 0,0 0 15,0 0-15,0 0 0,0 0 0,0 0 0,0 0 0,0 0 16,0 0-16,0 0 0,0 0 0,0 24 0,0-24 15,0 0-15,0 0 0,0 25 0,0-25 0,0 0 16,0 25-16,0-25 0,0 0 0,0 25 0,0-25 0,0 0 16,0 25-16,0-25 0,0 0 0,0 0 0,0 24 15,0-24-15,0 0 0,0 0 0,0 0 0,0 0 0,0 25 16,25-25-16,-25 0 0,0 0 0,0 0 0,0 0 0,0 0 15,25 0-15,-25 0 0,0-25 0,0 25 0,25 0 16,-25 0-16,24 0 0,-24-24 0,25 24 0,-25 0 16,25-25-16,-25 25 0,0-25 0,25 25 0,-25 0 0,25-25 15,-25 25-15,25-25 0,-25 25 0,0 0 0,0-24 16,24 24-16,-24-25 0,0 25 0,0 0 0,0-25 0,25 25 15,-25 0-15,0 0 0,0 0 0,0-25 0,0 25 16,0 0-16,0 0 0,0 0 0,0 0 0,0 0 16,-25 0-16,25 0 0,0 0 0,0 25 0,0-25 15,0 0-15,0 0 0,0 25 0,-24-25 0,24 0 0,0 0 16,0 25-16,0-25 0,0 0 0,0 24 0,-25-24 0,25 25 15,0-25-15,0 25 0,0-25 0,0 0 0,0 25 16,0-25-16,0 25 0,0-25 0,0 24 0,0-24 16,0 0-16,25 25 0,-25-25 0,0 0 0,0 0 0,0 25 15,0-25-15,0 0 0,24 0 0,-24 0 0,0 0 16,0 0-16,0 0 0,0 0 0,25 0 0,-25 0 0,0-25 15,25 25-15,-25 0 0,0 0 0,0-25 0,25 25 16,-25 0-16,0-24 0,0 24 0,0 0 0,0-25 0,25 25 16,-25-25-16,0 25 0,0 0 0,0-25 0,0 25 15,0-25-15,0 25 0,0-24 0,0 24 0,0-25 16,0 25-16,0 0 0,0-25 0,0 25 0,0 0 0,0 0 15,0 0-15,0 0 0,0 0 0,0 0 0,-25 0 16,25 0-16,0 0 0,0 25 0,0-25 0,0 0 16,0 0-16,-25 0 0,25 25 0,0-25 0,0 0 15,0 0-15,0 0 0,0 24 0,0-24 0,0 0 0,0 0 16,0 0-16,0 0 0,0 0 0,0 0 0,0 25 15,25-25-15,-25 0 0,0 0 0,25 0 0,-25 0 0,24 0 16,-24 0-16,25 0 0,0 0 0,-25-25 0,25 25 0,0 0 16,-25 0-16,24 0 0,-24 0 0,25 0 15,-25 0-15</inkml:trace>
  <inkml:trace contextRef="#ctx0" brushRef="#br0" timeOffset="92369.2831">13816 6350 0,'0'0'0,"0"0"0,0 0 0,0 0 0,0-25 15,0 25-15,0 0 0,0 0 0,0 0 0,0 0 0,0 0 0,0 0 0,0 0 0,0 0 0,0 0 16,0 0-16,0 25 0,0-25 0,0 0 0,0 0 0,0 25 15,0-25-15,0 0 0,0 25 0,0-25 0,0 24 16,-25-24-16,25 25 0,0-25 0,0 25 0,0 0 16,0-25-16,0 25 0,0-1 0,0-24 0,0 25 0,0 0 15,-24-25-15,24 25 0,0 0 0,0-25 0,0 24 16,0 1-16,0-25 0,0 25 0,0 0 0,0-25 0,0 25 15,0-25-15,-25 24 0,25-24 0,0 25 0,0-25 16,0 25-16,0-25 0,0 25 0,0-25 0,-25 0 0,25 25 16,0-25-16,0 0 0,0 25 0,0-25 0,0 0 15,-25 0-15,25 24 0,0-24 0,0 0 0,0 0 0,0 0 16,0 0-16,0 0 0,0 0 0,0 0 0,0 0 15,0 0-15,0 0 0,0-24 0,0 24 0,0 0 16,0 0-16,0-25 0,0 25 0,0 0 0,0-25 0,0 25 16,25-25-16</inkml:trace>
  <inkml:trace contextRef="#ctx0" brushRef="#br0" timeOffset="92653.2994">13915 6276 0,'0'0'0,"0"0"0,0 0 0,0-25 0,0 25 15,25 0-15,-25 0 0,0 0 0,0 0 0,0 0 16,25 0-16,-25 0 0,0 0 0,0 0 0,25 0 0,-25 0 16,0 25-16,0-25 0,25 0 0,-25 0 0,0 24 15,0-24-15,0 0 0,0 0 0,24 25 0,-24-25 0,0 25 16,0-25-16,0 0 0,0 25 0,0-25 0,0 25 15,-24-25-15,24 0 0,0 24 0,0-24 0,0 0 0,-25 25 16,25-25-16,0 0 0,-25 0 0,25 25 0,0-25 16,-25 0-16,25 0 0,0 0 0,-25 25 0,25-25 15,-24 0-15,24 0 0,-25 0 0,25 0 0,0 0 0,-25 0 16,25 0-16,-25 0 0,25 0 0,-25 0 0,25-25 15,-24 25-15,-1 0 0</inkml:trace>
  <inkml:trace contextRef="#ctx0" brushRef="#br0" timeOffset="92881.3124">13469 6052 0,'0'0'0,"0"0"0,0 0 78,0 0-78,0 0 0,0 0 15,0 0-15,0-24 0,25 24 0,-25 0 0,0 0 0,25 0 0,-25 0 0,0 0 0,24 0 0,-24 0 0,0 0 0,25 0 0,-25 24 0,0-24 0,0 0 0,25 0 0,-25 0 0,0 0 0,0 25 0,25-25 0,-25 0 0,0 25 0,0-25 0,0 25 0,0-25 0,0 25 0,-25-25 0,25 24 0,0 1 0,0-25 0,-25 25 16,25 0-16,0 0 0,-25-1 0,25 1 0,-24 0 15,24 0-15</inkml:trace>
  <inkml:trace contextRef="#ctx0" brushRef="#br0" timeOffset="93043.3218">13246 6896 0,'0'0'0,"0"25"0,0-25 0,0 0 0,-25 0 16,25 0-16,0 0 0,0 0 0,0 0 0,0 0 16,0 0-16,0 0 0,0 0 0,0 0 0,0 0 0,0 0 15,25-25-15,-25 25 0,0 0 0,0 0 0,0 0 16,0 0-16,0-25 0,0 25 0,0 0 0,25 0 15,-25 0-15,0 0 0,0-25 0</inkml:trace>
  <inkml:trace contextRef="#ctx0" brushRef="#br0" timeOffset="93719.3604">15081 6722 0,'0'0'0,"0"0"0,0 0 16,25 0-16,-25 0 0,0 0 0,0 0 0,0 0 15,0 0-15,0 0 0,25 0 0,-25 0 0,0 0 16,0 0-16,25-25 0,-25 25 0,24 0 0,-24-25 0,25 25 16,0-24-16,-25 24 0,25 0 0,0-25 0,-1 0 15,-24 25-15,25-25 0,0 25 0,0-25 0,0 25 0,0-24 16,-1 24-16,1-25 0,-25 25 0,25-25 0,0 25 15,0-25-15,-1 0 0,-24 25 0,25 0 0,0-24 16,0 24-16,-25-25 0,25 25 0,-25-25 0,0 25 0,24-25 16,-24 25-16,0-25 0,0 25 0,25-24 0,-25 24 15,0-25-15,0 25 0,-25-25 0,25 25 0,0-25 0,0 25 16,0-25-16,0 25 0,-24 0 0,24-24 0,0 24 15,0-25-15,0 25 0,-25 0 0,25-25 0,0 25 16,0 0-16,0 0 0,-25 0 0,25 0 0,0 0 0,0-25 16,0 25-16,0 25 0,-25-25 0,25 0 0,0 0 15,0 0-15,0 0 47,-25 25-47,25-25 0,0 0 0,0 25 0,0-25 0,0 0 0,-24 24 0,24-24 0,0 25 0,0 0 0,0-25 0,0 25 0,-25-25 0,25 25 0,0-1 0,0-24 0,0 25 0,0 0 0,-25-25 0,25 25 16,0-25-16,0 25 0,0-1 0,0-24 0,-25 25 15,25-25-15,0 25 0,0-25 0,0 25 0,0-25 0,0 25 16,-25-25-16,25 24 0,0-24 0,0 0 0,0 25 15,25-25-15,-25 0 0,0 0 0,0 25 0,0-25 0,0 0 16,25 0-16,-25 0 0,0 0 0,25 0 0,-25 0 16,0 0-16,25 0 0,-25 0 0,24 0 0,-24-25 15,25 25-15,-25 0 0,25 0 0,0 0 0,-25 0 0</inkml:trace>
  <inkml:trace contextRef="#ctx0" brushRef="#br0" timeOffset="94108.3827">15850 6499 0,'0'0'0,"25"-25"0,-25 25 0,0 0 16,0 0-16,25-25 0,-25 25 0,0 0 0,0 0 0,0-25 15,0 25-15,0 0 0,0 0 0,0 0 0,0-24 16,0 24-16,0 0 0,0 0 0,0 0 0,0 0 15,0 0-15,0 0 0,0 0 0,0 0 0,-25 0 0,25 0 16,0 0-16,0 0 0,0 0 0,0 0 0,-25 0 16,25 0-16,0 0 0,0 0 0,0 24 0,-25-24 15,25 0-15,0 0 0,-24 25 0,24-25 0,0 25 0,-25-25 16,25 0-16,0 25 0,0-25 0,0 0 0,-25 25 15,25-25-15,0 24 0,0-24 0,0 0 0,0 0 0,0 25 16,0-25-16,0 0 0,25 0 0,-25 25 0,0-25 16,0 0-16,0 0 0,0 0 0,0 0 0,25 0 0,-25 0 15,0 0-15,0 0 0,0 0 0,24 0 0,-24 0 16,0 0-16,0-25 0,0 25 0,25 0 0,-25 0 15,0 0-15,0 0 0,0-25 0,0 25 0,25 0 0,-25 0 16,0 0-16,0-24 0,0 24 0,25 0 0,-25 0 16,0 0-16,0 0 0,0-25 0,0 25 0,0 0 0,0 0 15,0 0-15,0 25 0,0-25 0,0 0 0,0 0 16,0 0-16,0 24 0,0-24 0,0 0 0,0 25 15,0-25-15,0 0 0,0 25 0,0-25 0,0 0 16,0 25-16,0-25 0,0 0 0,-25 0 0,25 0 0,0 0 16,0 0-16,0 0 0,0 0 0,0 0 0,0 0 0,0 0 15,0 0-15,25 0 0,-25 0 0</inkml:trace>
  <inkml:trace contextRef="#ctx0" brushRef="#br0" timeOffset="94297.3934">15900 6300 0,'0'0'0,"0"0"0,0 0 0,0 0 15,0 0-15,0 0 0,0 0 0,0 0 0,0 0 16,0 0-16,0 0 0,25 0 0,-25 0 0,0 0 16,24 0-16,-24 0 0,25 0 0,-25 0 0,25 0 0,0 0 15,-25 0-15,25 0 0,-1 0 0,1 0 0,-25 0 16,25 0-16,0 0 0,0 0 0,-1 0 0,-24 0 15,25 0-15,0 0 0,0 0 0,-25 0 0,25 0 0</inkml:trace>
  <inkml:trace contextRef="#ctx0" brushRef="#br0" timeOffset="94754.4194">16842 6573 0,'0'0'0,"0"25"0,0-25 15,0 0-15,0 0 0,0 0 0,0 0 0,0 0 16,0-25-16,0 25 0,0 0 0,0 0 0,25 0 0,-25 0 15,0-25-15,25 25 0,-25 0 0,25-24 0,-25 24 16,25 0-16,-25 0 0,24-25 0,-24 25 0,25 0 0,-25-25 16,0 25-16,25-25 0,-25 25 0,25-25 0,-25 25 15,25 0-15,-25-24 0,0 24 0,24-25 0,-24 25 0,25-25 16,-25 0-16,0 25 0,25-25 0,-25 25 0,0-24 16,0 24-16,0 0 0,25-25 0,-25 25 0,0 0 15,0 0-15,0 0 0,0-25 0,0 25 0,0 0 0,0 25 16,0-25-16,0 0 0,0 0 0,0 25 0,0-25 15,0 24-15,-25-24 0,25 25 0,0-25 0,0 25 0,0 0 16,-25-25-16,25 25 0,0-25 0,0 24 0,-25 1 16,25-25-16,0 25 0,0-25 0,0 25 0,0-25 0,-24 25 15,24-25-15,0 24 0,0-24 0,0 0 0,0 25 16,0-25-16,0 0 0,0 0 0,0 25 0,0-25 15,0 0-15,0 0 0,0 0 0,0 0 0,0 0 0,0 0 16,0 0-16,0 0 0,0 0 0,0 0 0,0 0 16</inkml:trace>
  <inkml:trace contextRef="#ctx0" brushRef="#br0" timeOffset="95351.4537">18455 6102 0,'0'0'0,"0"0"0,0 0 0,0 0 0,0-25 0,0 25 15,0 0-15,-25 0 0,25 0 0,0 0 0,0 0 16,0 0-16,0 0 0,0 0 0,0 0 0,0 0 15,0 0-15,0 0 0,0 0 0,0 0 0,0 25 0,0-25 16,0 0-16,0 25 0,0-25 0,0 25 0,-25-25 16,25 24-16,0 1 0,0-25 0,0 25 0,0 0 0,-25 0 15,25-1-15,0-24 0,0 25 0,0 0 0,-25 0 16,25-25-16,0 25 0,0-25 0,-24 24 0,24 1 0,0-25 15,0 25-15,0-25 0,-25 0 0,25 25 0,0-25 16,0 25-16,0-25 0,0 0 0,0 0 0,0 24 16,-25-24-16,25 0 0,0 0 0,0 0 0,0 0 0,0 0 15,0 0-15,0 0 0,0 0 0,25 0 0,-25 0 0,0-24 16,0 24-16,0 0 0,0 0 0,25 0 0,-25-25 15,0 25-15,24 0 0</inkml:trace>
  <inkml:trace contextRef="#ctx0" brushRef="#br0" timeOffset="95662.4716">18728 6176 0,'24'-24'0,"-24"24"16,0 0-16,0 0 0,0 0 0,0 0 0,-24-25 0,24 25 15,0 0-15,0 0 0,-25 0 0,25 0 0,0 0 0,0 0 16,-25 0-16,25 0 0,0 0 0,-25 0 0,25 0 15,0 0-15,-25 25 0,25-25 0,-24 0 0,24 0 16,0 24-16,-25-24 0,25 25 0,-25-25 0,25 0 0,0 25 16,0-25-16,-25 0 0,25 25 0,0-25 0,0 0 15,0 25-15,0-25 0,0 0 0,0 24 0,0-24 0,0 25 16,0-25-16,0 0 0,0 25 0,0-25 0,0 25 15,0-25-15,25 0 0,-25 25 0,0-25 0,0 0 16,0 24-16,0-24 31,25 0-31,-25 25 0,0-25 0,25 0 0,-25 0 0,0 25 0,24-25 0,-24 0 0,0 0 0,25 0 0,-25 0 0,25 0 0,-25 0 0,25 0 16,-25 0-16,25 0 0,-25 0 0,24 0 0,1 0 0,-25 0 15,25-25-15,-25 25 0</inkml:trace>
  <inkml:trace contextRef="#ctx0" brushRef="#br0" timeOffset="96282.507">19273 6201 0,'25'0'0,"-25"-25"0,0 25 0,0 0 16,0-24-16,-25 24 0,25-25 0,0 25 0,0 0 15,0-25-15,0 25 0,0 0 0,0-25 0,0 25 16,-25 0-16,25 0 0,0 0 0,0-25 0,0 25 0,0 0 16,0 0-16,-24 0 0,24 0 0,0 0 0,0 0 15,-25 0-15,25 0 0,0 0 0,-25 25 0,25-25 0,0 0 16,-25 0-16,25 25 0,-25-25 0,25 0 0,-24 25 15,24-25-15,-25 0 0,25 25 0,-25-25 0,25 24 0,-25 1 16,0-25-16,25 25 0,-24 0 0,24-25 0,-25 25 16,25-1-16,0-24 0,0 25 0,-25 0 0,25-25 15,0 25-15,0-25 0,0 25 0,0-25 0,0 24 0,0-24 16,25 0-16,-25 25 0,0-25 0,0 0 0,25 0 15,-25 25-15,0-25 0,0 0 0,24 0 0,-24 0 0,0 0 16,25 0-16,-25 0 0,0 0 0,25 0 0,-25 0 16,0 0-16,25 0 0,-25 0 0,0 0 0,0 0 15,25-25-15,-25 25 0,0 0 0,0 0 0,24 0 0,-24-25 16,0 25-16,0 0 0,0 0 0,0-24 0,25 24 15,-25 0-15,0 0 0,0-25 0,0 25 0,0 0 0,0 0 16,0-25-16,0 25 0,0 0 0,0 0 0,0 0 16,0 0-16,0 0 0,0 0 0,0 0 0,0 0 15,0 25-15,0-25 0,0 0 0,0 25 0,0-25 0,0 0 16,0 24-16,0-24 0,0 25 0,-25-25 0,25 0 15,0 25-15,0-25 0,0 25 0,0-25 0,0 0 0,0 25 16,0-25-16,0 0 0,0 24 0,0-24 0,0 0 16,0 0-16,0 0 0,0 0 0,0 0 0,0 0 0,0 0 15,0 0-15,0 0 0,0-24 0,0 24 0,-24 0 16,24 0-16,0-25 0</inkml:trace>
  <inkml:trace contextRef="#ctx0" brushRef="#br0" timeOffset="96452.5161">19075 6375 0,'0'0'0,"0"0"15,0-25-15,0 25 0,0 0 0,0 0 0,0 0 0,0 0 16,0 0-16,0 0 0,0 0 0,0 0 0,0 0 15,0 0-15,25 0 0,-25 0 0,0 0 0,24 0 0,-24 0 16,25 0-16,-25 0 0,25 0 0,-25 0 0,25 0 16,0 0-16,-25 0 0,24 0 0,1 0 0,-25 0 0,25 0 15,0 0-15,0 0 0,-25 0 0,24 0 0,1 0 0,-25 0 16,25-25-16,0 25 0,-25 0 0,25 0 15,-1 0-15</inkml:trace>
  <inkml:trace contextRef="#ctx0" brushRef="#br0" timeOffset="96763.5345">19621 6152 0,'0'-25'0,"0"25"0,0 0 0,0-25 0,0 25 16,0 0-16,0 0 0,0 0 0,0-25 0,0 25 16,0 0-16,0 0 0,0 0 0,0 0 0,0 0 0,0 0 15,0 0-15,24 0 0,-24 0 0,0 0 0,0 25 0,0-25 16,0 0-16,0 0 0,0 25 0,0-25 15,0 25-15,0-25 0,0 24 0,0-24 0,0 25 0,0-25 16,0 25-16,0 0 31,0-25-31,-24 25 0,24-1 0,0-24 0,0 25 0,0-25 0,0 25 0,0-25 0,0 25 0,0-25 0,0 25 0,0-25 0,0 0 0,0 24 16,0-24-16,0 0 0,0 0 0,0 25 0,0-25 0,0 0 15,0 0-15,0 0 0,0 0 0,0 0 0,0 0 16,0 0-16,0 0 0,0-25 0,0 25 0,0 0 16,24 0-16,-24 0 0,0-24 0,0 24 0,25 0 0,-25-25 15,0 25-15,25 0 0,-25-25 0,0 25 0,0-25 0,25 25 16,-25-25-16,0 25 0,25-24 0,-25 24 0,0-25 15,0 25-15,24-25 0,-24 25 0,0 0 0,25-25 16,-25 25-16,0 0 0,0 0 0,0-25 0,0 25 0,0 0 16,0 0-16,25 0 0,-25 0 0,0 0 0,0 0 15,0 0-15,0 0 0,0 0 0,0 0 0,25 0 16,-25 0-16,0 0 0,0 0 0,25 0 0,-25 0 0,24 0 15,-24 0-15,25 0 0,-25 0 0,25 0 0,0 0 16</inkml:trace>
  <inkml:trace contextRef="#ctx0" brushRef="#br0" timeOffset="97061.5516">20216 6102 0,'0'0'0,"0"0"16,0 0-16,0 0 0,0 0 0,0-25 0,0 25 15,0 0-15,0 0 0,0 0 0,0 0 0,0 0 0,0 0 16,0 0-16,0 0 0,0 0 0,0 25 0,0-25 15,0 0-15,0 0 0,0 25 0,0-25 0,0 25 16,0-25-16,0 0 0,0 24 0,0 1 0,-25-25 0,25 25 16,0-25-16,0 25 0,0-25 0,0 25 0,-25-1 15,25-24-15,0 25 0,0-25 0,0 25 0,-25-25 0,25 25 16,0-25-16,0 25 0,0-25 0,0 24 0,0-24 15,-24 0-15,24 25 0,0-25 0,0 0 0,0 0 16,0 25-16,0-25 0,0 0 0,0 0 0,-25 0 0,25 0 16,0 0-16,0 0 0,0 0 0,0 0 0,0 0 15,0 0-15,0 0 0,0 0 0,0-25 0,0 25 0,0 0 16,0 0-16,0-25 0,0 25 0,0 0 0</inkml:trace>
  <inkml:trace contextRef="#ctx0" brushRef="#br0" timeOffset="97277.5637">20092 6102 0,'0'0'0,"0"-25"0,0 25 0,0 0 0,0 0 15,0 0-15,0 0 0,0-25 0,0 25 0,0 0 16,0 0-16,0 0 0,0 0 0,0 0 0,0 0 0,25 0 16,-25 25-16,0-25 0,24 0 0,-24 0 0,0 0 15,25 0-15,-25 0 0,25 0 0,-25 0 0,25 25 0,0-25 16,-25 0-16,24 0 0,-24 0 0,25 0 0,0 0 15,-25 0-15,25 25 0,-25-25 0,25 0 0,-25 0 0,24 0 16,-24 0-16,25 0 0,-25 0 0,0 0 0,0 0 16,0 0-16,0 0 0,0 0 0,0 0 0,0 0 15,0 0-15,0 0 0,0 0 0,0 0 0,0 0 0</inkml:trace>
  <inkml:trace contextRef="#ctx0" brushRef="#br0" timeOffset="99335.6817">3994 7764 0,'0'0'0,"0"0"0,0 0 0,0 0 0,24 0 0,-24-25 15,0 25-15,0 0 0,0 0 0,0 0 0,25 0 16,-25-25-16,0 25 0,0 0 0,25 0 0,-25-25 16,0 25-16,0 0 0,25 0 0,-25-24 0,0 24 15,25 0-15,-25 0 0,0-25 0,24 25 0,-24 0 0,0-25 16,0 25-16,25 0 0,-25-25 0,0 25 0,25 0 15,-25 0-15,0-25 0,0 25 0,0 0 0,0 0 0,25-24 16,-25 24-16,0 0 0,0 0 0,0 0 0,0 0 16,0-25-16,0 25 0,0 0 0,0 0 0,0 0 15,0 0-15,0 0 0,0 0 0,0 0 0,0 0 0,0 0 16,0 0-16,0 0 0,0 0 0,0 0 0,0 0 15,0 0-15,0 0 0,0 0 0,0 0 0,0 0 0,0 25 16,0-25-16,0 0 0,0 0 0,0 24 0,0-24 16,0 25-16,0-25 0,0 0 0,0 25 0,0-25 0,0 25 15,0-25-15,0 25 0,0-25 0,0 24 0,0-24 16,0 0-16,-25 25 0,25-25 0,0 25 0,0-25 0,0 0 15,0 25-15,0-25 0,0 0 0,0 25 0,0-25 16,0 0-16,0 0 0,0 24 0,0-24 0,0 0 16,0 0-16,0 0 0,0 0 0,0 0 0,0 0 0,0 0 15,0 0-15,0 0 0,0 0 0,0 0 0,-25 0 16,25 0-16,0 0 0,0 0 0,0-24 0,0 24 0,0 0 15,0 0-15,0-25 0,0 25 0</inkml:trace>
  <inkml:trace contextRef="#ctx0" brushRef="#br0" timeOffset="100129.7271">4217 7392 0,'0'0'0,"0"0"0,-25 0 0,25-25 0,0 25 16,0 0-16,0 0 0,-25 0 0,25 0 0,0 0 0,0 0 15,-25 0-15,25 0 0,0 0 0,0 0 0,0 0 16,-24 0-16,24 0 0,0 0 0,0 0 0,0 0 16,-25 0-16,25 0 0,0 0 0,0 0 0,-25 0 0,25 25 15,0-25-15,0 0 0,-25 0 0,25 0 0,0 0 16,0 0-16,-25 0 0,25 0 0,0 0 0,0 25 0,-24-25 15,24 0-15,0 0 0,0 0 0,-25 0 0,25 0 0,0 0 16,0 24-16,0-24 0,0 0 0,-25 0 16,25 0-16,0 25 0,0-25 0,0 0 0,-25 25 0,25-25 15,0 0-15,0 0 0,0 25 0,0-25 0,-25 0 0,25 25 16,0-25-16,0 0 0,0 24 0,0-24 0,0 0 15,0 25-15,-24-25 0,24 0 0,0 25 0,0-25 16,0 0-16,0 25 0,0-25 0,0 25 0,0-25 0,0 0 16,-25 24-16,25-24 0,0 25 0,0-25 0,0 0 15,0 25-15,0-25 0,0 25 0,0-25 0,0 25 16,0-25-16,0 24 0,0-24 0,0 0 0,0 25 0,0-25 15,25 25-15,-25-25 0,0 25 0,0-25 0,0 0 0,0 25 16,0-25-16,24 0 0,-24 24 0,0-24 0,0 0 16,25 25-16,-25-25 0,0 0 0,0 0 0,25 25 15,-25-25-15,25 0 0,-25 25 0,0-25 0,25 0 0,-25 0 16,24 0-16,-24 25 0,0-25 0,25 0 0,-25 0 15,25 0-15,-25 0 0,25 0 0,-25 0 0,25 0 16,-1 0-16,-24 0 0,25 0 0,-25 0 0,25 0 0,0 0 16,-25 0-16,25 0 0,-25 0 0,24 0 0,-24 0 0,25 0 15,-25 0-15,25-25 0,-25 25 0,25 0 0,-25 0 16,25-25-16,-1 25 0,-24 0 0,25 0 0,-25-25 15,25 25-15,-25 0 0,25-25 0,-25 25 0,25 0 0,-25-24 16,0 24-16,24 0 0,-24-25 0,25 25 0,-25-25 16,0 25-16,0 0 0,25-25 0,-25 25 0,0-25 15,0 25-15,25-24 0,-25 24 0,0-25 0,0 25 0,0-25 16,0 25-16,0-25 0,0 25 0,0-25 0,0 1 15,0 24-15,0-25 0,-25 0 0,25 0 0,0 25 0,0-25 16,0 1-16,0-1 0,0 25 0,-25-25 0,25 25 16,0-25-16,0 25 0,0 0 0,0 0 0,0-25 0,0 25 15,-25 0-15,25 0 0,0 0 0,0 0 16,0 0-16,0 0 0,0 0 0,-24 0 0,24 0 0,0 0 15,0 0-15,0 0 0,-25 0 0,25 0 0,0 0 0,-25 25 16,25-25-16,0 0 0,0 0 0</inkml:trace>
  <inkml:trace contextRef="#ctx0" brushRef="#br0" timeOffset="103618.9264">14461 6127 0,'0'0'0,"0"0"15,0 0-15,0 0 0,0 0 0,0 0 0,0 0 16,0 0-16,0 0 0,0 0 0,0 0 0,0 0 0,0 0 15,0 0-15,0 0 0,0 0 0,0 0 0,0 0 16,0 0-16,0 0 0,0 0 0,0 0 0,0 0 16,0 0-16,0 0 0,0 0 0,25 0 0,-25 0 15,0 0-15,0 0 0,-25 0 0,25 0 0,0 0 0,0 0 16,0 0-16,0 0 0,0 0 0,0 0 0,0 0 15,0 0-15,0 0 0,0 0 0,0 0 0,0 0 16,0 0-16,0 0 0,0 0 0,0 0 0,0 0 0,0 0 16,0 0-16,0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16,0 0-16,0 0 0,0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0,0 0 0,0 0 0,0 0 16,0 0-16,0 0 0,0 0 0,0 0 0,0 0 0,0 0 15,0 0-15,0 0 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0,0 0 0,0 0 16,0 0-16,0 0 0,0 0 0,0 0 0,0 0 15,0 0-15,0 0 0,0 0 0,0 0 0,0 0 0,0 0 16,0 0-16,0 0 0,0 0 0,0 0 0,0 0 0,0 0 15,0 0-15,0 0 0,0 0 0,0 0 0,0 0 16,0 0-16,0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25 0,0-25 15,0 0-15,0 0 0,0 0 0,0 0 0,0 0 16,0 0-16,0 24 0,0-24 0,0 0 0,0 0 0,-25 0 15,25 25-15,0-25 0,0 0 0,0 0 0,0 0 16,0 25-16,0-25 0,0 0 0,0 0 0,0 0 0,0 0 16,0 25-16,0-25 0,0 0 0,0 0 0,0 0 15,0 0-15,0 0 0,0 0 0,0 0 0,0 0 0,0 25 16,0-25-16,-24 0 0,24 0 0,0 0 0,0 0 15,0 0-15,0 0 0,0 0 0,0 0 0,0 24 16,0-24-16,0 0 0,0 0 0,0 0 0,0 0 0,0 0 16,0 25-16,0-25 0,0 0 0,0 0 0,0 0 0,0 25 15,0-25-15,-25 0 0,25 0 0,0 25 0,0-25 16,0 0-16,0 0 0,0 25 0,0-25 0,-25 0 15,25 24-15,0-24 0,0 0 0,0 0 0,0 25 0,0-25 16,0 0-16,0 25 0,0-25 0,-25 0 0,25 0 16,0 25-16,0-25 0,0 0 0,0 0 0,0 25 0,0-25 15,0 0-15,0 24 0,-25-24 0,25 0 0,0 0 16,0 25-16,0-25 0,0 0 0,0 25 0,0-25 15,-25 0-15,25 0 0,0 25 0,0-25 0,0 0 16,-24 0-16,24 25 0,0-25 0,0 0 0,0 0 0,0 24 16,0-24-16,0 0 0,0 0 0,0 0 0,-25 0 0,25 0 15,0 25-15,0-25 0,0 0 0,0 0 0,0 0 16,0 0-16,0 0 0,0 0 0,0 0 0,0 0 15,0 0-15,0 0 0,0 0 0,0 0 0,0 0 0,0 0 16,0 0-16,0 0 0,0 0 0,0-25 0,0 25 16,0 0-16,0 0 0,0 0 0,0 0 0,0 0 0,0-24 15,25 24-15,-25 0 0,0-25 0,0 25 0,0 0 16,0 0-16,0-25 0,0 25 0,0 0 0,0-25 15,0 25-15,0 0 0</inkml:trace>
  <inkml:trace contextRef="#ctx0" brushRef="#br0" timeOffset="104363.9693">14461 6176 0,'0'0'0,"0"0"16,0 0-16,0 0 0,0 0 0,0-24 0,0 24 15,0 0-15,0 0 0,0 0 0,0 0 0,0 0 16,0 0-16,0 0 0,0 0 0,0 0 0,0 0 0,0 0 15,0 0-15,0 0 0,25 0 0,-25 0 0,0 0 16,0 0-16,0 0 0,0 0 0,0 0 0,0 0 16,0 0-16,0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</inkml:trace>
  <inkml:trace contextRef="#ctx0" brushRef="#br0" timeOffset="104776.9923">14759 6102 0,'0'0'0,"0"0"15,0 0-15,0 0 0,0 0 0,0 0 0,0 0 16,0 0-16,0 0 0,0 0 0,0 0 0,0 0 0,0 0 15,0 0-15,0 0 0,0 0 0,0 0 0,0 0 16,0 0-16,0 0 0,0 0 0,0 0 0,0 0 0,0 0 16,0 0-16,0 0 0,0 0 0,0 0 0,0 0 0,0 0 15,0 0-15,0 0 0,0 0 0,0 0 0,0 0 16,0 0-16,0 0 0,0 0 0,0 0 0,0-25 15,0 25-15,0 0 0,0 0 0,0 0 0,0 0 0,0 0 16,0 0-16,0 0 0,0 0 0,0 0 0,0 0 16,0 0-16,0 0 0,0 0 31,0 0-31,0 0 0,-25 0 0,25 0 0,0 0 0</inkml:trace>
  <inkml:trace contextRef="#ctx0" brushRef="#br0" timeOffset="105215.0177">14536 6102 0,'0'0'15,"-25"0"-15,25 0 0,0 0 0,0 0 0,0 0 16,0 0-16,0 0 0,0 0 0,0 0 0,0 0 15,0 0-15,0 0 0,0 0 0,0 0 0,0 0 0,0 0 16,0 0-16,0 0 0,0 0 0,0 0 0,0 0 16,0 0-16,0 0 0,0 0 0,0 0 0,0 0 0,0 0 15,0 0-15,0 0 0,0 0 0,0 0 0,0 0 16,0 0-16,0 0 0,0 0 0,0 0 0,0 0 0,25 0 15,-25 0-15,0 0 0,0 0 0,0 0 0,0 0 16,0 0-16,0 0 0,24 0 0,-24 0 0,0 0 16,0 0-16,0 0 0,25 25 0,-25-25 0,0 0 15,0 0-15,25 0 0,-25 0 0,25 0 0,-25 0 0,0 0 16,25 0-16,-25 0 0,24 0 0,-24 0 0,25 0 0,0 0 15,-25 0-15,25 0 0,-25 0 0,25 0 16,-25 0-16,24 0 0,-24 0 0,0 0 0,25 0 0,-25 0 16,0 0-16,25 0 0,-25 0 0,0 0 0,0 0 0,0 0 15,0 0-15,0 0 0,0 0 0,0 0 0,0 0 16,0 0-16,0 0 0,0 0 0,0 0 0,0 0 0,0 0 15,0 0-15,0 0 0,0 0 0,0 0 0,0 0 16,0 0-16,0 0 0,-25 0 0,25 0 0,0 0 0,0 0 16,0 0-16,-25 25 0,25-25 0</inkml:trace>
  <inkml:trace contextRef="#ctx0" brushRef="#br0" timeOffset="105630.0417">14436 6350 0,'0'0'0,"0"0"0,0 0 0,0 0 15,0 0-15,-24 0 0,24 0 0,0 0 0,0 0 16,0 0-16,0 0 0,0 0 0,0 0 0,0 0 0,0 0 16,0 0-16,0 0 0,0 0 0,0 0 0,0 0 15,0 0-15,0 0 0,0 0 0,0 0 0,0 0 0,0 0 16,0 0-16,24 0 0,-24 0 0,0 0 0,0 0 15,0 25-15,0-25 0,0 0 0,25 0 0,-25 0 16,0 0-16,0 0 0,0 0 0,25 0 0,-25 0 0,0 0 16,0 0-16,25 0 0,-25 0 0,0 0 0,25 0 15,-25 0-15,0 0 0,24 25 0,-24-25 0,0 0 16,25 0-16,-25 0 0,25 0 0,-25 0 0,0 0 0,25 0 15,-25 0-15,25 0 0,-25 0 0,0 0 0,24 0 16,-24 0-16,0 0 0,0 0 0,0 0 0,25 0 0,-25 0 16,0 0-16,0 0 0,0 0 0,0 0 0,0 0 15,-25 0-15,25 0 0,0 0 0,0 0 0,0 0 0,-24 0 16,24 0-16</inkml:trace>
  <inkml:trace contextRef="#ctx0" brushRef="#br0" timeOffset="106051.0658">14213 6722 0,'0'0'0,"0"0"0,-25 0 0,25 0 0,0 0 0,0 0 0,0 0 0,0 0 0,0 0 0,0 0 0,0 0 0,0 0 0,0 0 0,0 0 0,0 0 0,25 0 0,-25 25 0,0-25 0,0 0 0,0 0 0,0 0 0,0 0 0,0 0 0,25 0 15,-25 0-15,0 0 0,0 0 0,25 0 0,-25 0 0,0 0 16,0 0-16,24 0 0,-24 0 0,25 0 0,-25 0 15,0 0-15,25 0 0,-25 0 0,25 0 0,-25 0 16,25 0-16,0 0 0,-25 0 0,24 0 0,-24 0 0,25 0 16,-25 0-16,25 0 0,0 0 0,-25 0 0,25 0 15,-25 0-15,0 0 0,24 0 0,-24 0 0,0 0 0,25 0 16,-25 0-16,0 0 0,0 0 0,0 0 0,0 0 15,0 0-15,0 0 0,0 0 0,0 0 0,0 0 0,0 0 16,0 0-16</inkml:trace>
  <inkml:trace contextRef="#ctx0" brushRef="#br0" timeOffset="109196.2456">21158 6201 0,'0'0'0,"0"25"0,0-25 0,0 0 0,0 0 0,0 0 15,25 0-15,-25 0 0,0 0 0,0 0 0,0 0 16,0 0-16,0 0 0,0 0 0,0 0 0,0 0 0,0-25 16,0 25-16,0 0 0,0 0 0,0 0 0,0 0 15,25 0-15,-25 0 0,0 0 0,0 0 0,0 0 0,0 0 16,0 0-16,0 0 0,0 0 0,0 0 0,0 0 15,0 0-15,0 0 0,0 0 0,0 0 0,0 0 16,0 0-16,0 0 0,0 0 0,0 0 0,0 0 0,0 0 16,0 0-16,0 0 0,0 0 0,0 0 0,0-25 15,0 25-15,0 0 0,0 0 0,0 0 0,0 0 0,0 0 16,0 0-16,0-24 0,0 24 0,0 0 0,0 0 15,-25 0-15,25 0 0,0 0 0,0-25 0,0 25 0,0 0 16,0 0-16,0 0 0,-25 0 0,25-25 0,0 25 16,0 0-16,0 0 0,0 0 0,0 0 0,-24 0 15,24 0-15,0 0 0,0 0 0,0-25 0,0 25 0,0 0 16,0 0-16,0 0 0,0 0 0,-25 25 0,25-25 15,0 0-15,0 0 0,0 0 0,0 0 0,-25 0 0,25 0 16,0 25-16,0-25 0,-25 0 0,25 25 0,0-25 16,-25 24-16,25-24 0,0 25 0,0-25 0,-24 25 15,24 0-15,0-25 0,0 25 0,-25-1 0,25-24 0,0 25 16,0 0-16,0-25 0,0 25 0,0 0 0,-25-25 15,25 24-15,0-24 0,0 25 0,0-25 0,0 0 0,0 25 16,0-25-16,0 0 0,0 25 0,25-25 0,-25 0 16,0 0-16,0 25 0,0-25 0,0 0 0,25 0 15,-25 0-15,0 0 0,24 0 0,-24 0 0,0-25 0,25 25 16,-25 0-16,0 0 0,25 0 0,-25 0 0,25-25 0,-25 25 15,0 0-15,25 0 0,-25-25 0,0 25 0,0 0 16,24 0-16,-24-25 0,0 25 0,0 0 0,25 0 16,-25 0-16,0 0 0,25-24 0,-25 24 0,0 0 0</inkml:trace>
  <inkml:trace contextRef="#ctx0" brushRef="#br0" timeOffset="109704.2747">21506 6375 0,'0'-25'16,"0"25"-16,0 0 0,0 0 0,0 0 0,0 0 16,0 0-16,0 0 0,0-25 0,0 25 0,0 0 0,0 0 15,0 0-15,0 0 0,0 0 0,0-25 0,0 25 16,0 0-16,0 0 0,0 0 0,0 0 0,0 0 15,0 0-15,0 0 0,0-24 0,0 24 0,0 0 0,0 0 16,-25 0-16,25 0 0,0 0 0,0 0 0,0 0 0,-25 0 16,25 0-16,0 0 0,0 0 0,-25 0 0,25 0 15,0 0-15,0 0 0,-25 0 0,25 0 0,0 0 16,-24 0-16,24 0 0,0 24 0,0-24 0,-25 0 0,25 0 15,0 0-15,0 25 0,-25-25 0,25 0 0,0 0 16,0 25-16,0-25 0,0 25 0,-25-25 0,25 0 16,0 25-16,0-25 0,0 24 0,0-24 0,0 25 0,0-25 15,0 0-15,0 25 0,0-25 0,0 0 0,0 25 16,0-25-16,25 0 0,-25 0 0,0 25 0,0-25 15,0 0-15,25 0 0,-25 0 0,0 0 0,0 0 0,25 0 16,-25 0-16,0 0 0,24 0 0,-24 0 0,0-25 0,25 25 16,-25 0-16,0 0 0,25-25 0,-25 25 0,0 0 15,25-25-15,-25 25 0,0 0 0,0-25 0,25 25 16,-25 0-16,0-24 0,0 24 0,0-25 0,0 25 0,24 0 15,-24 0-15,0-25 0,0 25 0,0 0 0,0 0 16,0-25-16,0 25 0,0 0 0,0 0 0,0 0 16,0 0-16,0 0 0,0 0 0,0 0 0,0 0 0,0 0 15,0 0-15,0 0 0,0 0 0,0 0 0,0 0 0,0 0 16,0 0-16,0 0 0,0 0 0,0 0 15,0 0-15,0 0 0,0 0 0</inkml:trace>
  <inkml:trace contextRef="#ctx0" brushRef="#br0" timeOffset="110159.3007">21679 6276 0,'0'0'0,"0"0"0,0 0 0,0-25 15,0 25-15,0 0 0,0 0 0,0 0 0,0 0 0,0 0 16,0 0-16,0 0 0,0 0 0,0 0 0,0 25 15,0-25-15,0 0 0,0 0 0,0 0 0,0 24 16,0-24-16,0 0 0,0 25 0,0-25 0,0 25 0,0-25 16,0 0-16,0 25 0,-25-25 0,25 25 0,0-25 15,0 0-15,0 24 0,0-24 0,0 0 0,-24 25 0,24-25 16,0 0-16,0 0 0,0 25 0,0-25 0,0 0 15,0 0-15,0 0 0,0 0 0,0 25 0,0-25 16,0 0-16,0 0 0,0 0 0,0 0 0,0 0 0,0 0 16,0 0-16,0 0 0,0 0 0,0-25 0,0 25 15,0 0-15,0 0 0,0 0 0,0 0 0,24-25 0,-24 25 16,0 0-16,25 0 0,-25-25 0,25 25 0,-25-24 15,0 24-15,25 0 0,-25-25 0,25 25 0,-25 0 16,25-25-16,-25 25 0,0 0 0,24 0 0,-24-25 0,0 25 16,25 0-16,-25 0 0,0 0 0,25 0 0,-25 0 15,0 0-15,0 0 0,0 0 0,0 25 0,0-25 0,25 0 16,-25 0-16,0 0 0,0 25 0,0-25 0,0 0 15,0 25-15,0-25 0,0 0 0,-25 24 0,25-24 0,0 0 16,0 25-16,0-25 0,0 0 0,0 0 0,0 25 16,0-25-16,0 0 0,0 0 0,0 0 0,0 0 15,0 25-15,0-25 0,0 0 0,0 0 0,25 0 0,-25 0 16,0 0-16,25 0 0,-25 0 0</inkml:trace>
  <inkml:trace contextRef="#ctx0" brushRef="#br0" timeOffset="111679.3877">22796 6276 0,'0'0'0,"0"-25"16,0 25-16,-25 0 0,25 0 0,0 0 0,0 0 0,0 0 16,0 0-16,0-25 0,0 25 0,-25 0 0,25 0 0,0 0 15,0 0-15,0 0 0,0 0 0,0 0 0,0 0 16,-25 0-16,25 0 0,0 0 0,0 0 0,0 0 15,-25 25-15,25-25 0,0 0 0,-25 0 0,25 0 0,0 25 16,-24-25-16,24 0 0,-25 24 0,25-24 0,0 25 16,0-25-16,-25 0 0,25 25 0,0-25 0,0 25 15,-25-25-15,25 25 0,0-25 0,0 24 0,0-24 0,0 0 16,0 25-16,0-25 0,0 25 0,0-25 0,25 25 15,-25-25-15,0 0 0,0 25 0,25-25 0,-25 0 0,0 24 16,25-24-16,-25 0 0,0 25 0,24-25 0,-24 0 16,25 0-16,-25 0 0,25 0 0,-25 0 0,0 0 0,25 0 15,-25 0-15,25 0 0,-25 0 0,25 0 0,-25 0 16,24 0-16,-24 0 0,25-25 0,-25 25 0,0 0 15,25 0-15,-25-24 0,0 24 0,25 0 0,-25-25 0,0 25 16,25 0-16,-25-25 0,0 25 0,24 0 0,-24-25 0,0 25 16,0 0-16,25-25 0,-25 25 0,0 0 0,0-24 15,0 24-15,25-25 0,-25 25 0,0 0 0,0-25 16,0 25-16,0-25 0,0 25 0,0 0 0,0-25 15,25 25-15,-25 0 0,0 0 0,0 0 0,0 0 0,0-24 16,0 24-16,0 0 0,0 0 0,0 0 0,0 0 16,0 0-16,0 0 0,0 0 0,-25 24 0,25-24 0,0 0 15,0 0-15,0 0 0,0 25 0,0-25 0,0 0 16,0 25-16,0-25 0,0 0 0,0 25 0,0-25 15,0 25-15,-25-25 0,25 24 0,0-24 0,0 25 0,0-25 16,0 0-16,25 25 0,-25-25 0,0 25 0,0-25 0,0 0 16,0 0-16,0 25 0,0-25 0,25 0 0,-25 0 15,0 24-15,0-24 0,25 0 0,-25 0 0,0 0 16,0 0-16,24 0 0,-24 0 0,0 0 0,25-24 0,-25 24 15,0 0-15,25 0 0,-25 0 0,25-25 0,-25 25 16,0 0-16,25-25 0,-25 25 0,0 0 0,24-25 0,-24 25 16,0 0-16,25-25 0,-25 25 0,0 0 0,0-24 15,25 24-15,-25-25 0,0 25 0,0 0 0,0-25 0,25 25 16,-25-25-16,0 25 0,0 0 0,0-25 15,0 25-15,0 0 0,0 0 0,0-24 0,0 24 0,0 0 16,0 0-16,0 0 0,0 0 0,0 0 0,0 0 0,0 24 16,0-24-16,0 0 0,0 0 0,0 25 0,0-25 15,-25 0-15,25 25 0,0-25 0,0 0 0,0 25 16,0-25-16,0 0 0,0 25 0,-25-25 0,25 0 0,0 24 15,0-24-15,0 0 0,0 25 0,0-25 0,0 0 16,0 0-16,0 25 0,0-25 0,0 0 0,0 0 0,25 0 16,-25 0-16,0 25 0,0-25 0,0 0 0,25 0 15,-25 0-15,0 0 0,25 0 0,-25 0 0,24 0 0,-24 0 16,25 0-16,-25 0 0,25 0 0,-25 0 0,25-25 15,0 25-15,-25 0 0</inkml:trace>
  <inkml:trace contextRef="#ctx0" brushRef="#br0" timeOffset="112068.4099">23614 6400 0,'0'-25'0,"0"25"15,0 0-15,0 0 0,-25-25 0,25 25 0,0 0 16,0 0-16,0 0 0,0-25 0,0 25 0,0 0 0,0 0 16,0 0-16,0 0 0,0 0 0,0 0 0,0-25 15,-25 25-15,25 25 0,0-25 0,0 0 0,0 0 0,-24 0 16,24 0-16,0 25 0,0-25 0,-25 0 0,25 25 15,0-25-15,0 0 0,-25 25 0,25-25 0,0 24 16,-25-24-16,25 0 0,0 25 0,0-25 0,0 0 0,0 25 16,0-25-16,0 0 0,-25 25 0,25-25 0,0 0 15,0 0-15,0 0 0,0 25 0,0-25 0,25 0 0,-25 0 16,0 0-16,0 0 0,0 0 0,0 0 0,0 0 15,0 0-15,0 0 0,25 0 0,-25 0 0,0 0 0,0 0 16,25-25-16,-25 25 0,0 0 0,0 0 0,25 0 16,-25 0-16,0-25 0,24 25 0,-24 0 0,0 0 15,0-25-15,25 25 0,-25 0 0,0 0 0,25-25 0,-25 25 16,0 0-16,0 0 0,25 0 0,-25 0 0,0-24 15,0 24-15,0 24 0,0-24 0,0 0 0,0 0 16,0 0-16,0 0 0,0 0 0,0 25 0,0-25 0,0 0 16,0 25-16,0-25 0,0 0 0,0 0 0,-25 25 15,25-25-15,0 0 0,0 25 0,0-25 0,0 0 0,0 0 16,0 0-16,0 0 0,0 0 0,0 24 0,0-24 15,0 0-15,0 0 0,0 0 0,0 0 0,0 0 0,0-24 16,-25 24-16,25 0 0,0 0 0,0 0 0,0-25 16</inkml:trace>
  <inkml:trace contextRef="#ctx0" brushRef="#br0" timeOffset="112316.4241">23812 5928 0,'0'-24'16,"0"24"-16,0 0 0,0 0 0,0 0 0,0 0 15,0 0-15,25 0 0,-25 0 0,0 0 0,0 0 0,0 0 16,25 0-16,-25 0 0,0 0 0,25 0 0,-25 0 16,0 0-16,0 0 0,25 0 0,-25 0 0,0 0 15,0 0-15,25 24 0,-25-24 0,0 0 0,0 25 0,0-25 16,0 25-16,0-25 0,0 0 0,-25 25 0,25-25 15,0 0-15,-25 25 0,25-25 0,-25 0 0,25 24 0,-25-24 16,0 0-16,25 0 0,-24 25 0,-1-25 0,25 0 16,-25 0-16,0 25 0,0-25 0,25 0 0,-24 0 0</inkml:trace>
  <inkml:trace contextRef="#ctx0" brushRef="#br0" timeOffset="112837.4539">25053 6276 0,'0'0'0,"0"0"0,0 0 16,0 0-16,0 0 0,0 0 0,0 0 0,0 0 15,0-25-15,0 25 0,0 0 0,0 0 0,0 25 0,0-25 16,0 0-16,0 0 0,0 0 0,0 0 0,-25 24 16,25-24-16,0 0 0,0 25 0,0-25 0,0 25 15,0 0-15,-25-25 0,25 25 0,0-25 0,0 24 0,-25-24 16,25 25-16,0-25 0,0 25 0,0-25 0,-24 25 15,24-25-15,0 25 0,0-25 0,0 24 0,-25-24 16,25 25-16,0-25 0,0 0 0,0 25 0,0-25 0,0 0 16,-25 0-16,25 25 0,0-25 0,0 0 0,0 0 15,0 0-15,0 0 0,0 0 0,0 0 0,0 0 0,0 0 16,0 0-16,0 0 0,0 0 0,25 0 0,-25 0 15,0-25-15,0 25 0,25 0 0,-25 0 0,0-25 0,24 25 16,-24-25-16</inkml:trace>
  <inkml:trace contextRef="#ctx0" brushRef="#br0" timeOffset="113113.4697">25251 6375 0,'0'0'0,"0"-25"0,0 25 0,0 0 0,0 0 0,0-25 16,0 25-16,0 0 0,0 0 0,0-25 0,0 25 15,0 0-15,-25 0 0,25-24 0,0 24 0,0 0 0,0 0 16,0 0-16,-24 0 0,24 0 0,0 0 0,0 0 15,-25 0-15,25 0 0,0 0 0,0 24 0,0-24 0,-25 0 16,25 0-16,0 25 0,0-25 0,0 0 0,-25 25 0,25-25 16,0 25-16,0-25 0,0 25 0,0-25 15,0 0-15,0 24 0,0-24 0,0 25 0,0-25 0,0 25 16,0-25-16,0 25 0,0-25 0,0 25 0,0-25 15,0 0-15,0 24 0,25-24 0,-25 0 0,0 0 0,0 25 16,25-25-16,-25 0 0,25 0 0,-25 0 0,24 0 16,-24 0-16,25 0 0,0 0 0,-25-25 0,25 25 0,0 0 15,-1 0-15,1 0 0,0-24 0,-25 24 0,25 0 16</inkml:trace>
  <inkml:trace contextRef="#ctx0" brushRef="#br0" timeOffset="113591.497">25995 6226 0,'0'0'16,"0"-25"-16,0 25 0,-24-25 0,24 25 0,0 0 0,0-24 16,0 24-16,0 0 0,-25 0 0,25-25 15,0 25-15,0 0 0,0 0 0,-25 0 0,25-25 0,0 25 0,0 0 16,0 0-16,-25 0 0,25 0 0,0 0 0,-25 0 15,25 0-15,0 25 0,-25-25 0,25 0 0,0 0 16,-24 0-16,24 25 0,-25-25 0,25 0 0,0 24 0,-25-24 16,25 25-16,-25-25 0,25 25 0,0 0 0,-25-25 15,25 25-15,-24-1 0,24-24 0,0 25 0,-25 0 16,25 0-16,0-25 0,0 25 0,0-25 0,-25 24 0,25 1 15,0-25-15,0 25 0,0-25 0,0 25 0,0-25 16,0 0-16,0 25 0,0-25 0,0 0 0,25 24 16,-25-24-16,0 0 0,0 0 0,0 0 0,25 0 0,-25 0 15,0 0-15,0 0 0,24 0 0,-24 0 0,0 0 16,25 0-16,-25 0 0,0 0 0,25 0 0,-25-24 0,0 24 15,0 0-15,25 0 0,-25 0 0,0-25 0,25 25 16,-25 0-16,0 0 0,0-25 0,0 25 0,24 0 0,-24 0 16,0-25-16,0 25 0,0 0 0,0 0 0,0 0 15,0 0-15,0 0 0,0 0 0,0 0 16,0 0-16,0 0 0,0 0 0,0 25 0,0-25 0,0 0 0,0 0 15,0 25-15,0-25 0,0 0 0,0 25 0,0-25 16,-24 0-16,24 24 0,0-24 0,0 0 0,0 25 16,0-25-16,0 0 0,0 0 0,0 0 0,0 25 0,0-25 15,0 0-15,0 0 0,0 0 0,0 0 0,0 0 0,0 0 16,0 0-16,-25-25 0,25 25 0</inkml:trace>
  <inkml:trace contextRef="#ctx0" brushRef="#br0" timeOffset="113747.506">25747 6474 0,'0'0'0,"0"-25"0,0 25 0,0 0 0,0 0 16,0 0-16,0 0 0,0 0 0,0 0 0,0 0 15,25 0-15,-25 0 0,0 0 0,25 0 0,-25 0 0,0 0 16,25 0-16,-1 0 0,-24-25 0,25 25 16,-25 0-16,25 0 0,0 0 0,-25 0 0,25 0 0,0 0 15,-25 0-15,24 0 0,1 0 0,-25 0 0,25 0 0,0 0 16,-25 0-16,25 0 0,-1 0 0</inkml:trace>
  <inkml:trace contextRef="#ctx0" brushRef="#br0" timeOffset="114144.5287">26343 6152 0,'0'0'0,"0"0"16,0 0-16,0 0 0,0 0 0,0 0 0,0 0 16,0 0-16,0 0 0,0 0 0,0 0 0,0 0 15,0 0-15,0 0 0,0 0 0,0 24 0,0-24 0,0 0 16,0 25-16,0-25 0,0 0 0,0 25 0,0-25 15,0 25-15,0-25 0,0 25 0,0-1 0,0-24 16,0 25-16,0-25 0,0 25 0,0-25 0,0 25 0,0-25 16,0 25-16,0-25 0,0 0 0,0 24 0,0-24 0,0 0 15,0 25-15,0-25 0,0 0 0,0 25 0,0-25 16,0 0-16,0 0 0,0 0 0,0 0 0,0 0 15,0 0-15,0 0 0,0 0 0,0 0 0,0 0 0,0 0 16,24 0-16,-24-25 0,0 25 0,0 0 0,25 0 16,-25-25-16,0 25 0,25 0 0,-25-24 0,0 24 0,25-25 15,-25 25-15,25-25 0,-25 25 0,24-25 0,-24 25 16,0-25-16,25 25 0,-25 0 0,0-24 0,25 24 15,-25 0-15,0-25 0,0 25 0,0 0 0,25 0 0,-25 0 16,0 0-16,0 0 0,0 0 0,0 0 0,0 0 16,0 0-16,0 0 0,0 0 0,0 0 0,0 0 0,0 0 15,0 0-15,0 0 0,0 0 0,0 0 0,0 0 16,0-25-16,0 25 0,25 0 0,-25 0 0,0 0 15,0 0-15</inkml:trace>
  <inkml:trace contextRef="#ctx0" brushRef="#br0" timeOffset="114410.5439">26839 6176 0,'0'-24'0,"0"24"0,0 0 16,0 0-16,0-25 0,0 25 0,0 0 0,0 0 16,0-25-16,0 25 0,0 0 0,0 0 0,0 0 0,0 0 15,0 0-15,0 0 0,0 0 0,0 25 0,0-25 16,0 0-16,0 0 0,0 25 0,0-25 0,0 24 0,0-24 15,0 25-15,0-25 0,0 25 0,-25 0 0,25-25 16,0 25-16,0-25 0,0 24 0,-25 1 0,25-25 16,0 25-16,0-25 0,0 25 0,-25-25 0,25 0 0,0 25 15,0-25-15,0 0 0,0 24 0,-25-24 0,25 0 16,0 0-16,0 25 0,0-25 0,0 0 0,0 0 0,0 0 15,-24 0-15,24 0 0,0 0 0,0 0 0,0 0 16,0 0-16,0-25 0,0 25 0,0 0 0,0 0 16,-25 0-16</inkml:trace>
  <inkml:trace contextRef="#ctx0" brushRef="#br0" timeOffset="114595.5545">26690 6176 0,'0'0'0,"0"0"16,0-24-16,0 24 0,0 0 0,0 0 0,0 0 16,0 0-16,0 0 0,25 0 0,-25-25 0,0 25 0,0 0 15,24 0-15,-24 0 0,0 0 0,25 0 0,-25 0 0,25 0 16,-25 0-16,25 25 0,-25-25 0,25 0 0,-25 0 15,24 0-15,1 0 0,-25 0 0,25 0 0,0 0 16,-25 0-16,25 0 0,-1 0 0,-24 0 0,25 0 16,0 0-16,-25 24 0,25-24 0,0 0 0,-25 0 0,25 0 15,-1 0-15</inkml:trace>
  <inkml:trace contextRef="#ctx0" brushRef="#br0" timeOffset="115038.5798">27533 6201 0,'0'0'0,"0"0"0,0 0 0,0-25 0,0 25 16,0 0-16,0 0 0,0 0 0,0-24 0,0 24 0,25 0 16,-25 0-16,0 0 0,0 0 0,0 0 0,0 0 15,0 0-15,0 0 0,0 0 0,0 0 0,0 0 0,25 0 16,-25 24-16,0-24 0,0 0 0,0 0 0,0 25 15,0-25-15,0 0 0,0 25 0,0-25 0,0 25 16,0-25-16,0 25 0,0-25 0,-25 24 0,25-24 16,0 25-16,0-25 0,0 25 0,0-25 0,0 25 0,-25-25 15,25 25-15,0-1 0,0-24 0,0 25 0,0-25 16,-25 25-16,25-25 0,0 0 0,0 25 0,0-25 0,0 25 15,0-25-15,0 0 0,0 0 0,0 0 0,0 24 16,0-24-16,0 0 0,0 0 0,0 0 0,0 0 16,0 0-16,0 0 0,0 0 0,25 0 0,-25 0 0,0 0 15,0 0-15,25 0 0,-25-24 0,25 24 0,-25 0 0,25 0 16,-25-25-16,24 25 0,-24 0 0,25-25 0,-25 25 15,25-25-15,0 25 0,-25-25 0,25 25 0,-25-24 0,24 24 16,-24-25-16,25 25 0,0-25 0,-25 25 0,0-25 16,25 25-16,-25 0 0,25-25 0,-25 25 0,0 0 15,0-24-15,0 24 0,0 0 0,24 0 0,-24 0 0,0 0 16,0-25-16,0 25 0,0 0 0,0 0 0,0 0 15,0 0-15,0 0 0,0 0 0,-24 0 0,24 0 16,0 0-16,0 0 0,0 0 0,0 0 0,-25 0 0,25 0 16,0-25-16,0 25 0</inkml:trace>
  <inkml:trace contextRef="#ctx0" brushRef="#br0" timeOffset="115824.6248">28997 6276 0,'0'0'0,"0"0"0,0 0 0,0 0 0,0 0 16,0 0-16,0-25 0,0 25 0,0 0 0,0 0 0,0 0 15,0-25-15,0 25 0,0 0 0,0 0 0,0 0 0,0 0 16,0-25-16,-25 25 0,25 0 0,0 0 0,0 0 15,0 0-15,0 0 0,0 0 0,-25 0 0,25 0 0,0 0 16,0 0-16,0 0 0,-25 0 0,25 0 0,0 0 16,0 0-16,-25 0 0,25 0 0,0 25 0,-24-25 15,24 0-15,-25 0 0,25 25 0,0-25 0,-25 0 0,25 25 16,-25-25-16,25 0 0,0 24 0,0-24 0,-25 25 15,25-25-15,0 25 0,0-25 0,0 25 0,0-25 0,0 25 16,0-25-16,0 0 0,0 24 0,25-24 0,-25 25 16,0-25-16,0 0 0,0 25 0,25-25 0,-25 0 0,25 0 15,-25 25-15,0-25 0,25 0 0,-25 0 0,24 0 16,-24 0-16,25 0 0,-25 0 0,25 0 0,-25 0 15,25 0-15,0 0 0,-25 0 0,24 0 0,-24-25 0,25 25 16,0 0-16,-25 0 0,25-25 0,0 25 0,-25-25 16,25 25-16,-1 0 0,-24-24 0,25 24 0</inkml:trace>
  <inkml:trace contextRef="#ctx0" brushRef="#br0" timeOffset="116665.6729">29493 6003 0,'0'0'0,"25"-25"0,-25 25 0,0 0 0,0 0 0,0 0 15,0 0-15,0-25 0,0 25 0,0 0 0,0 0 16,0 0-16,0 0 0,0 0 0,0 25 0,0-25 15,0 0-15,0 0 0,-25 0 0,25 0 0,0 25 0,0-25 16,0 25-16,0-25 0,0 24 0,0-24 0,-25 25 16,25-25-16,0 25 0,0 0 0,0-25 0,0 25 0,0-1 15,-25-24-15,25 25 0,0 0 0,0-25 0,0 25 16,0 0-16,-25-1 0,25-24 0,0 25 0,0-25 15,0 25-15,0-25 0,-24 25 0,24-25 0,0 25 16,0-25-16,0 0 0,0 24 0,-25-24 0,25 0 0,0 25 16,0-25-16,0 0 0,0 0 0,0 0 0,0 0 0,0 0 15,0 0-15,0 0 0,0 0 0,0 0 0,0 0 16,0 0-16,0 0 0,0 0 0,0 0 0,0 0 15,0 0-15,0 0 0,0 0 0,0 0 0,0-25 0,0 25 16,25 0-16,-25 0 0,0-24 0,24 24 0,-24 0 16,0-25-16,25 25 0,-25-25 0,25 25 0,-25-25 0,25 25 15,-25 0-15,25-25 0,-25 25 0,24 0 0,-24 0 16,25-24-16,-25 24 0,0 0 0,0 0 0,0 0 0,25 0 15,-25 0-15,0 24 0,0-24 0,0 0 0,0 0 16,0 0-16,0 25 0,0-25 0,0 0 0,0 0 16,0 25-16,0-25 0,-25 0 0,25 25 0,0-25 0,0 0 15,0 25-15,0-25 0,0 0 0,0 0 0,0 24 16,-25-24-16,25 0 0,0 25 0,0-25 0,0 0 15,0 0-15,0 25 0,0-25 0,0 0 0,0 0 0,0 0 16,0 0-16,0 25 0,0-25 0,0 0 0,0 0 16,0 0-16,0 0 0,25 0 0,-25 0 0,0 0 15,0 0-15,25 0 0,-25 0 0,0 0 0,25 0 0,-25 0 16,25 0-16,-25-25 0,24 25 0,-24 0 0,25 0 0,-25-25 15,25 25-15,-25 0 0,25 0 0,-25-25 0,25 25 16,-25 0-16,24-24 0,-24 24 0,25 0 0,-25-25 16,0 25-16,25 0 0,-25 0 0,0-25 0,0 25 0,25 0 15,-25 0-15,0 0 0,0 0 0,0 0 0,0-25 0,0 25 16,0 0-16,0 0 0,0 0 0,0 0 15,0 0-15,0 0 0,0 0 0,0 0 0,0 25 0,0-25 16,0 0-16,0 0 0,0 0 0,-25 0 0,25 25 16,0-25-16,0 0 0,-25 0 0,25 25 0,0-25 0,0 0 15,0 24-15,0-24 0,-25 25 0,25-25 0,0 0 16,0 25-16,0-25 0,0 0 0,0 25 0,0-25 0,0 0 15,0 0-15,0 25 0,0-25 0,0 0 0,0 0 16,0 0-16,0 24 0,0-24 0,0 0 0,25 0 16,-25 0-16,0 0 0,0 0 0,0 0 0,25-24 0,-25 24 15,0 0-15,25 0 0,-25 0 0,25-25 0,-25 25 0,0 0 16,24 0-16,-24-25 0,25 25 0,-25-25 0,0 25 15,25 0-15,-25-25 0,0 25 0,0-24 0,25-1 16,-25 25-16,0-25 0,0 25 0,0-25 0,0 0 0,25 25 16,-25-24-16,0 24 0,0 0 0,-25 0 0,25-25 15,0 25-15,0 0 0,0 0 0,-25 0 0,25 0 0,0 0 16,-25 0-16,25 0 0,-25 0 0,25 0 0,0 25 15,-24-25-15,24 0 0,0 0 0,0 0 0,0 0 0,0 0 16,0 0-16,0 0 0,0 0 0</inkml:trace>
  <inkml:trace contextRef="#ctx0" brushRef="#br0" timeOffset="117175.702">31031 6052 0,'0'0'0,"0"0"16,0 0-16,-25-24 0,25 24 0,0 0 0,0 0 0,0 0 16,0 0-16,0 0 0,0 0 0,0 0 0,0 0 15,0 0-15,0 0 0,0 0 0,0 0 0,0 0 0,0 0 16,0 0-16,0 0 0,0 0 0,0 24 0,0-24 15,0 0-15,0 0 0,0 0 0,-25 25 0,25-25 0,0 25 16,0-25-16,-25 25 0,25-25 0,0 25 0,-25-1 16,25-24-16,0 25 0,-24 0 0,24-25 0,-25 25 0,25-25 15,0 25-15,0-25 0,-25 24 0,25-24 0,0 25 0,0-25 16,-25 25-16,25-25 0,0 25 0,0-25 0,-25 25 15,25-25-15,0 0 0,0 0 0,0 24 0,-24-24 0,24 0 16,0 0-16,0 0 0,-25 0 0,25 0 16,0 0-16,0 0 0,0 0 0,0 0 0,-25 0 0,25 0 15,0 0-15,0 0 0,0 0 0,-25-24 0,25 24 0,0 0 16,0 0-16</inkml:trace>
  <inkml:trace contextRef="#ctx0" brushRef="#br0" timeOffset="117332.711">30659 6276 0,'0'0'0,"0"0"0,0-25 0,0 25 0,0 0 0,0 0 15,0 0-15,24 0 0,-24 0 0,0 0 0,25-25 0,-25 25 16,0 0-16,25 0 0,-25 0 0,0 0 0,25 0 15,-25 0-15,0 0 0,25 0 0,-25 0 0,0 0 16,24 0-16,-24 0 0,0 25 0,25-25 0,-25 0 0,25 0 16,-25 0-16,25 0 0,-25 0 0,25 25 0,-25-25 15,24 0-15,-24 0 0,25 24 0,-25-24 0,0 0 0,0 0 16,25 25-16,-25-25 0</inkml:trace>
  <inkml:trace contextRef="#ctx0" brushRef="#br0" timeOffset="121120.9277">30956 6524 0,'0'0'0,"0"0"0,0 0 16,0 0-16,0 0 0,0 0 0,0 0 0,0 0 0,0 0 15,0 0-15,0 0 0,0 0 0,0 0 0,0 0 16,0 0-16,0 0 0,0 0 0,0 0 0,0 0 0,0 0 15,0 0-15,0 0 0,0 0 0,0 0 0,0 0 16,0 0-16,0 0 0,0 0 0,0 0 0,0 0 0,0 0 16,0 0-16,0 0 0,0 0 0,0 0 0,0 0 15,25 0-15,-25 0 0,0 0 0,0 0 0,0 0 0,25-25 16,-25 25-16,0 0 0,25 0 0,-25 0 0,24 0 15,-24-25-15,25 25 0,-25 0 0,25 0 0,-25-25 0,25 25 16,-25 0-16,25 0 0,-25-25 0,24 25 0,-24 0 16,0-24-16,25 24 0,-25 0 0,0 0 0,0-25 0,25 25 15,-25 0-15,0 0 0,0 0 0,0 0 0,0 0 16,0 0-16,0-25 0,0 25 0,0 0 0,0 0 0,0 0 15,0 0-15,0 0 0,0 0 0,0 0 0,0 0 0,0-25 16,0 25-16,0 0 0,-25 0 0,25 0 0,0 0 16,0 0-16,0 0 0,-25 0 0,25 0 0,0 0 0,0 0 15,0 0-15,0 0 0,0 0 0,0 0 0,0 0 16,0 0-16,0 0 0,0 0 0,0 0 0,0 0 15,0 0-15,0 0 0,25 0 0,-25 25 0,0-25 0,0 0 16,0 0-16,0 0 0,0 0 0,0 25 0,25-25 0,-25 0 16,0 0-16,0 0 0,0 25 0,0-25 0,0 0 15,0 24-15,0-24 0,0 0 0,0 25 0,0-25 16,0 0-16,0 25 0,0-25 0,0 0 0,0 25 0,0-25 15,0 0-15,0 0 0,0 25 0,25-25 0,-25 0 0,0 0 16,0 0-16,0 0 0,0 24 0,0-24 0,0 0 16,0 0-16,0 0 0,0 0 0,0 0 0,0 0 0,25 0 15,-25 0-15,0 0 0,0 0 0,0 0 0,25 0 16,-25 0-16,0 0 0,24 0 0,-24-24 0,0 24 0,25 0 15,-25 0-15,25 0 0,-25-25 0,0 25 0,25 0 0,-25-25 16,0 25-16,25 0 0,-25-25 0,0 25 0,24 0 16,-24-25-16,0 25 0</inkml:trace>
  <inkml:trace contextRef="#ctx0" brushRef="#br0" timeOffset="121971.9764">31502 6375 0,'0'-25'0,"25"25"0,-25 0 0,0-25 16,0 25-16,0 0 0,25-25 0,-25 25 0,0 0 0,0 0 15,0 0-15,0 0 0,0 0 0,0 0 0,0 0 0,0 0 16,0 0-16,0 0 0,0 0 0,0 0 0,0 0 16,0 0-16,0 0 0,0 0 0,0 0 0,0 0 0,0 0 15,0 0-15,0 0 0,0 0 0,0 0 0,0 0 16,-25 0-16,25 0 0,0 25 0,0-25 0,0 0 0,-25 25 15,25-25-15,0 0 0,0 25 0,0-25 0,-25 25 16,25-25-16,0 24 0,0-24 0,0 25 0,0-25 0,-25 25 16,25-25-16,0 0 0,0 25 0,0-25 0,0 0 15,0 25-15,0-25 0,0 0 0,0 0 0,0 24 0,0-24 16,0 0-16,0 0 0,0 0 0,0 0 0,25 0 0,-25 0 15,0 0-15,0 0 0,0 0 0,0 0 0,25 0 16,-25 0-16,0 0 0,25 0 0,-25-24 0,0 24 0,25 0 16,-25 0-16,24 0 0,-24-25 0,0 25 0,25 0 0,-25-25 15,0 25-15,25 0 0,-25 0 0,0-25 0,25 25 16,-25-25-16,0 25 0,25 0 0,-25-24 0,0 24 0,0 0 15,24-25-15,-24 25 0,0 0 0,0-25 0,0 25 16,0 0-16,0 0 0,0 0 0,25-25 0,-25 25 0,0 0 16,0 0-16,0 0 0,0 0 0,0 0 0,0 0 15,0 0-15,0 0 0,-25 0 0,25 0 0,0 25 0,0-25 16,0 0-16,0 0 0,0 25 0,-24-25 0,24 0 0,0 25 15,0-25-15,0 0 0,0 24 0,-25-24 0,25 25 0,0-25 16,0 0-16,0 25 0,0-25 0,0 0 0,0 0 16,0 25-16,0-25 0,0 0 0,0 0 0,0 25 0,0-25 15,0 0-15,0 0 0,0 0 0,0 0 0,0 0 16,0 0-16,0 0 0,0 0 0,0 0 0,25 0 0,-25 0 15,0 0-15,0 0 0,24 0 0,-24 0 0,0 0 0,0 0 16,25 0-16,-25 0 0,25-25 0,-25 25 0,0 0 16,25 0-16,-25 0 0,25-25 0,-25 25 0,0 0 0,24 0 15,-24-25-15,25 25 0,-25 0 0,0 0 0,0-25 16,25 25-16,-25 0 0,0 0 0,0-24 0,25 24 0,-25 0 15,0-25-15,0 25 0,0 0 0,0 0 0,0-25 0,25 25 16,-25 0-16,0 0 0,0 0 0,0 0 0,0 0 16,0 0-16,0-25 0,0 25 0,0 0 0,0 0 0,0 0 15,0 0-15,0 0 0,0 0 0,0 0 0,0 25 16,-25-25-16,25 0 0,0 0 0,0 0 0,0 0 0,0 25 15,0-25-15,0 0 0,-25 0 0,25 25 0,0-25 0,0 0 16,0 24-16,0-24 0,0 0 0,0 25 0,-25-25 0,25 25 16,0-25-16,0 0 0,0 25 0,0-25 0,0 0 15,0 25-15,0-25 0,0 24 0,0-24 0,0 0 16,0 0-16,0 25 0,0-25 0,0 0 0,0 0 0,0 0 15,0 0-15,0 0 0,25 0 0,-25 0 0,0 0 16,0 0-16,0 0 0,25 0 0,-25 0 0,0 0 0,25 0 0,-25 0 16,24 0-16,-24-25 0,25 25 0,-25 0 0,0 0 15,25-24-15,-25 24 0,0 0 0,25-25 0,-25 25 0,0 0 16,25-25-16,-25 25 0,0 0 0,0-25 0,0 25 15,0-25-15,0 25 0,0-24 0,0 24 0,0 0 16,0-25-16,0 25 0,0 0 0,0 0 0,0-25 0,0 25 0,0 0 16,0 0-16,0 0 0,-25 0 0,25 0 0,0 0 15,0 0-15,0 0 0,0 0 0,0 0 0,0 0 0,-25 0 16,25 0-16,0 0 0,0 0 0,0 0 0,0 0 15,0 0-15,0 0 0,0 0 0,0 0 0,-25 0 0,25 0 16,0 0-16,0 0 0,0 0 0,0 0 0,0 25 0</inkml:trace>
  <inkml:trace contextRef="#ctx0" brushRef="#br0" timeOffset="122308.9957">32271 6375 0,'0'0'16,"0"0"-16,0-25 0,0 25 0,0 0 0,0 0 0,0 0 15,0 0-15,0 0 0,0 0 0,0-25 0,0 25 16,0 0-16,0 0 0,0 0 0,0 0 0,0 0 0,0 0 16,0 0-16,0 0 0,0 0 0,0 0 0,-25 0 0,25 0 15,0 0-15,0 0 0,0 0 0,-25 0 0,25 0 0,0 0 16,0 0-16,-25 25 0,25-25 0,0 0 0,-24 0 15,24 25-15,0-25 0,-25 0 0,25 25 0,0-25 0,-25 24 16,25-24-16,0 25 0,0-25 0,-25 25 0,25-25 16,0 25-16,0-25 0,0 25 0,-25-25 0,25 24 0,0-24 15,0 0-15,0 25 0,0-25 0,0 25 0,25-25 0,-25 0 16,0 0-16,0 25 0,0-25 0,25 0 0,-25 0 15,0 0-15,0 0 0,25 0 0,-25 0 0,25 0 0,-25 0 16,0 0-16,24 0 0,-24 0 0,25-25 0,-25 25 0,25 0 16,-25 0-16,0-25 0,25 25 0,-25 0 0,0 0 0,25-25 15,-25 25-15,0 0 0</inkml:trace>
  <inkml:trace contextRef="#ctx0" brushRef="#br0" timeOffset="122630.014">32048 6028 0,'0'0'0,"0"0"0,0 0 0,0 0 0,0 0 0,0 0 15,0-25-15,0 25 0,0 0 0,24 0 0,-24 0 0,0 0 16,0 0-16,0 0 0,25 0 0,-25 0 0,0 0 16,0 0-16,25 0 0,-25 0 0,0 0 0,0 25 0,25-25 15,-25 0-15,0 0 0,0 0 0,0 24 0,25-24 16,-25 0-16,0 0 0,0 25 0,0-25 0,0 0 0,0 0 15,0 25-15,0-25 0,-25 0 0,25 25 0,0-25 16,0 0-16,0 0 0,-25 25 0,25-25 0,0 0 0,0 0 16,-25 24-16,25-24 0,0 0 0,-25 0 0,25 25 0,0-25 15,-24 0-15,24 0 0,-25 0 0,25 0 0,0 25 16,-25-25-16</inkml:trace>
  <inkml:trace contextRef="#ctx0" brushRef="#br0" timeOffset="122875.028">31626 6152 0,'0'0'0,"0"0"0,0 0 0,25 0 16,-25 0-16,0 0 0,0 0 0,0 0 0,0 0 16,25 0-16,-25 0 0,0 0 0,24 0 0,-24 0 0,0 0 15,25 0-15,-25 0 0,0 0 0,25 0 0,-25 0 16,0 0-16,0 0 0,0 0 0,0 0 0,0 0 0,0 24 15,0-24-15,0 0 0,0 0 0,0 25 0,0-25 0,0 0 16,0 0-16,-25 25 0,25-25 0,0 0 0,0 0 0,-25 0 16,25 25-16,-24-25 0,24 0 0,0 0 0,-25 0 15,25 25-15,0-25 0,-25 0 0,25 0 0,0 0 0,0 0 16,-25 0-16,25 0 0,0 0 0,0 0 0</inkml:trace>
  <inkml:trace contextRef="#ctx0" brushRef="#br0" timeOffset="123114.0417">32221 5779 0,'25'0'0,"-25"0"0,0 0 0,0 0 0,0 0 15,0 0-15,0 0 0,0 0 0,0 0 0,0 0 16,0 0-16,0 0 0,0 0 0,0 0 0,-25 0 0,25 0 16,0 25-16,-25-25 0,25 0 0,0 25 0,-24-25 0,24 25 15,-25-25-15,25 25 0,-25-25 0,0 25 0,25-25 16,-25 24-16,25-24 0,-24 0 0,-1 25 0,0-25 0,25 25 15</inkml:trace>
  <inkml:trace contextRef="#ctx0" brushRef="#br0" timeOffset="125952.204">6201 7590 0,'25'0'0,"-25"0"16,0 0-16,0 0 0,0 0 0,0 0 0,0 0 0,0 0 15,0 0-15,0 0 0,0 0 0,0-25 0,0 25 16,0 0-16,0 0 0,0 0 0,0 0 0,0 0 0,0 0 16,0 0-16,0 0 0,0 0 0,0 0 0,0 0 15,0-24-15,0 24 0,0 0 0,0 0 0,0 0 16,0 0-16,0 0 0,0 0 0,0 0 0,0 0 0,0 0 15,0 0-15,0 0 0,0 0 0,0 0 0,0 0 16,0 0-16,0 0 0,-25-25 0,25 25 0,0 0 0,0 0 16,0 0-16,0 0 0,-25 0 0,25 0 0,0 0 15,0 0-15,0 0 0,-24 0 0,24 0 0,0 0 16,0 0-16,0 0 0,-25 0 0,25 0 0,0 0 0,0 0 16,-25 0-16,25 0 0,0 0 0,0 0 0,-25 25 15,25-25-15,-25 0 0,25 24 0,0-24 0,-24 0 0,24 25 16,-25 0-16,25-25 0,-25 25 0,25 0 0,-25-25 15,25 24-15,-25 1 0,25 0 0,0-25 0,-24 25 16,24 0-16,0-25 0,0 24 0,0 1 0,0-25 0,0 25 16,0 0-16,0-25 0,0 25 0,0-25 0,0 0 15,0 24-15,0-24 0,24 0 0,-24 25 0,0-25 0,0 0 16,25 0-16,-25 0 0,0 0 0,25 25 0,-25-25 15,25 0-15,-25 0 0,0 0 0,25 0 0,-25 0 0,24 0 16,-24 0-16,25 0 0,-25 0 0,25 0 0,-25-25 16,25 25-16,0 0 0,-25 0 0,24 0 0,-24 0 15,25 0-15,-25 0 0,0 0 0,25-25 0,-25 25 0,25 0 16</inkml:trace>
  <inkml:trace contextRef="#ctx0" brushRef="#br0" timeOffset="127276.2798">6251 7863 0,'0'0'0,"0"0"16,0 0-16,0 0 0,0 0 0,-25 0 0,25 0 15,0 0-15,0 0 0,0 0 0,0 0 0,0 0 0,0-25 16,0 25-16,0 0 0,25 0 0,-25 0 0,0 0 16,0-25-16,0 25 0,25 0 0,-25-24 0,24 24 0,-24-25 15,25 25-15,-25 0 0,25-25 0,-25 25 0,25-25 16,0 25-16,-25-25 0,24 25 0,-24-24 0,25 24 15,0-25-15,-25 25 0,25-25 0,-25 25 0,25-25 0,-1 25 16,-24-25-16,0 25 0,25-24 0,-25 24 0,25-25 16,-25 25-16,0 0 0,25-25 0,-25 25 0,0-25 15,0 25-15,0 0 0,0-25 0,0 25 0,0 0 0,0-24 16,0 24-16,0 0 0,0 0 0,0-25 0,0 25 15,0 0-15,0-25 0,-25 25 0,25 0 0,0 0 0,0 0 16,-25-25-16,25 25 0,0 0 0,0 0 0,0 0 16,0 0-16,-25 0 0,25 0 0,0 0 0,0 0 0,0 0 15,0 0-15,-24 0 0,24 0 0,0 0 0,0 0 16,0 0-16,0 0 0,0 0 0,-25 25 0,25-25 15,0 0-15,0 0 0,0 25 0,0-25 0,0 0 0,-25 0 16,25 25-16,0-25 0,0 24 0,0-24 0,0 0 16,0 25-16,0-25 0,0 25 0,0-25 0,0 25 0,-25-25 15,25 25-15,0-25 0,0 24 0,0 1 0,0-25 16,0 25-16,0-25 0,0 25 0,0 0 0,-25-25 15,25 24-15,0 1 0,0-25 0,0 25 0,0-25 16,0 25-16,0-25 0,0 25 0,-24-25 0,24 24 0,0-24 16,0 25-16,0-25 0,0 25 0,0-25 0,0 0 0,0 0 15,0 25-15,0-25 0,0 0 0,0 0 0,0 0 16,-25 0-16,25 0 0,0 0 0,0 0 0,0 0 15,0 0-15,0 0 0,0 0 0,0 0 0,0 0 0,25 0 16,-25 0-16,0 0 0,0 0 0,0 0 0,0 0 0,0 0 16,0-25-16,0 25 0,24 0 0,-24-25 0,0 25 15,0 0-15,25-25 0,-25 25 0,0-24 0,25 24 16,-25 0-16,0-25 0,0 25 0,25 0 0,-25-25 0,0 25 15,0 0-15,25 0 0,-25 0 0,0 0 0,0-25 16,0 25-16,0 0 0,0 0 0,24 0 0,-24 0 16,0 0-16,0 0 0,0 0 0,0 25 0,0-25 0,0 0 15,0 0-15,0 0 0,0 25 0,0-25 0,0 0 16,0 25-16,0-25 0,0 0 0,0 24 0,0-24 15,0 0-15,0 25 0,0-25 0,0 25 0,0-25 0,0 25 16,0-25-16,0 0 0,0 25 0,0-25 0,0 24 0,0-24 16,0 0-16,0 25 0,0-25 0,0 0 0,0 0 15,0 25-15,0-25 0,0 0 0,25 0 0,-25 0 16,0 0-16,0 0 0,0 0 0,0 0 0,0 0 0,0 0 15,0 0-15,25 0 0,-25 0 0,0 0 0,0 0 16,25 0-16,-25 0 0,25-25 0,-25 25 0,0 0 0,24 0 16,-24-25-16,25 25 0,-25 0 0,0-24 0,25 24 15,-25-25-15,0 25 0,25 0 0,-25-25 0,0 25 16,0 0-16,25-25 0,-25 25 0,0 0 0,0-25 0,0 25 15,0 0-15,24-24 0,-24 24 0,0 0 0,0 0 16,0-25-16,0 25 0,0 0 0,0 0 0,0 0 0,0 0 16,0 0-16,0 0 0,0 0 0,0 0 0,0 0 15,0 0-15,0 0 0,0 0 0,0 0 0,0 0 16,0 0-16,0 0 0,0 0 0,0 0 0,0 25 0,0-25 15,-24 0-15,24 0 0,0 24 0,0-24 0,0 25 16,0-25-16,0 0 0,0 25 0,0-25 0,0 25 0,0-25 16,0 25-16,-25-25 0,25 0 0,25 24 0,-25-24 15,0 0-15,0 25 0,0-25 0,0 0 0,0 0 0,0 0 16,0 25-16,0-25 0,0 0 0,0 0 0,24 0 15,-24 0-15,0 0 0,0 0 0,0 0 0,25 0 16,-25 0-16,0 0 0,25 0 0,-25 0 0,0 0 0,25 0 16,-25-25-16,25 25 0,-25 0 0,25 0 0,-25-25 15,0 25-15,24 0 0,-24-24 0,25 24 0,-25 0 0,0-25 16,25 25-16,-25-25 0,0 25 0,0 0 0,25-25 15,-25 25-15,0-25 0,0 25 0,0-24 0,0 24 0,25 0 16,-25-25-16,0 25 0,0 0 0,0-25 0,0 25 16,0 0-16,0 0 0,0 0 0,0 0 0,0 0 15,0 0-15,0 0 0,0 0 0,0 0 0,0 0 0,0 0 16,0 0-16,-25 0 0,25 0 0,0 0 0,0 25 15,0-25-15,0 0 0,0 25 0,0-25 0,0 0 16,0 24-16,0-24 0,0 0 0,0 25 0,0-25 0,-25 25 16,25-25-16,0 0 0,0 25 0,0-25 0,0 25 15,0-25-15,0 24 0,0-24 0,0 0 0,0 25 0,0-25 16,0 0-16,0 25 0,0-25 0,0 0 0,0 0 15,25 25-15,-25-25 0,0 0 0,0 0 0,0 0 0,0 0 16,0 0-16,0 0 0,25 0 0,-25 0 0,0 0 16,24 0-16,-24 0 0,0 0 0,25-25 0,-25 25 15,25 0-15,0 0 0,-25-25 0,25 25 0,-25 0 0,24-25 16,-24 25-16,0-24 0,25 24 0</inkml:trace>
  <inkml:trace contextRef="#ctx0" brushRef="#br0" timeOffset="127625.2997">7293 7739 0,'0'0'16,"0"0"-1,0 0-15,0 0 0,0 0 0,0 0 0,0 0 0,0 0 0,0 0 0,0 0 0,0 0 0,0 25 16,0-25-16,0 0 0,0 25 0,0-25 0,0 0 16,0 24-16,0-24 0,0 0 0,0 25 0,0-25 15,0 25-15,0-25 0,0 25 0,0-25 0,-25 25 0,25-25 16,0 0-16,0 24 0,0-24 0,0 0 0,0 25 15,0-25-15,0 0 0,0 0 0,0 25 0,0-25 0,0 0 16,0 0-16,0 0 0,0 0 0,0 0 0,0 0 16,0 0-16,0 0 0,0 0 0,0 0 0,0 0 0,0 0 15,0 0-15,0-25 0,0 25 0,0 0 0,25 0 16,-25-25-16,0 25 0,0 0 0,0-24 0,0 24 15,0-25-15,24 25 0,-24-25 0,0 25 0,0-25 0,25 25 16,-25 0-16,0-25 0,25 25 0,-25-24 0,0 24 16,25 0-16,-25 0 0,25-25 0,-25 25 0,0 0 15,0 0-15,24 0 0,-24 0 0,0 0 0,0 0 0,0 0 16,25 0-16,-25 0 0,0 25 0,0-25 0,0 0 15,0 24-15,0-24 0,0 0 0,0 25 0,0-25 0,0 0 16,0 25-16,0-25 0,0 0 0,0 25 0,0-25 0,0 0 16,-25 0-16,25 25 0,0-25 0,0 0 0,0 0 15,0 0-15,0 24 0,0-24 0,0 0 0,0 0 16,0 0-16,0 0 0,0 0 0,0 0 15,0 0-15,0 0 0,0 0 0,25 0 0,-25 0 0,0 0 16,0 0-16,25 0 0</inkml:trace>
  <inkml:trace contextRef="#ctx0" brushRef="#br0" timeOffset="128152.3299">7764 7714 0,'0'-25'0,"-25"25"0,25 0 0,0 0 0,0 0 0,0 0 15,0 0-15,0 0 0,0 0 0,-25 0 0,25 0 16,0 0-16,0 0 0,0 0 0,0 25 0,-25-25 15,25 0-15,0 0 0,0 25 0,0-25 0,0 25 0,-24-25 16,24 25-16,0-25 0,0 24 0,0-24 0,0 0 0,0 25 16,0-25-16,0 25 0,0-25 0,0 25 0,0-25 15,0 0-15,0 25 0,0-25 0,0 0 0,0 24 16,0-24-16,0 0 0,0 0 0,24 0 0,-24 0 0,0 0 15,0 0-15,0 0 0,0 0 0,25 0 0,-25 0 16,0 0-16,0 0 0,25 0 0,-25-24 0,0 24 0,25 0 16,-25 0-16,0-25 0,0 25 0,25 0 0,-25-25 15,0 25-15,0 0 0,0-25 0,0 25 0,0-25 16,24 25-16,-24 0 0,0-24 0,0 24 0,0-25 0,0 25 15,0 0-15,0 0 0,0 0 0,0 0 0,0 0 16,0 0-16,0 0 0,0 0 0,0 0 0,0 0 0,0 0 16,0 25-16,0-25 0,0 24 0,0-24 0,0 25 15,-24-25-15,24 25 0,0 0 0,0-25 0,0 25 16,0-1-16,0 1 0,0-25 0,0 25 0,0 0 0,-25 0 15,25-25-15,0 25 0,0-1 0,0 1 0,0-25 16,0 25-16,0 0 0,0-25 0,0 25 0,0-25 0,0 24 16,-25-24-16,25 25 0,0-25 0,0 25 0,0-25 15,0 0-15,0 25 0,-25-25 0,25 0 0,0 25 0,0-25 16,0 0-16,-25 0 0,25 0 0,0 0 0,0 0 15,-24 0-15,24 0 0,0 0 0,-25 0 0,25 0 16,0 0-16,-25 0 0,25 0 0,0 0 0,-25 0 0,25-25 16,-25 25-16,25 0 0,0 0 0,-24 0 0,24-25 15,-25 25-15,25 0 0,-25-25 0,25 25 0,0 0 16,-25-25-16,25 25 0,0 0 0,-25-24 0,25 24 15</inkml:trace>
  <inkml:trace contextRef="#ctx0" brushRef="#br0" timeOffset="128474.3483">6970 7392 0,'0'0'0,"0"0"0,0 0 16,0 0-16,0 0 0,0 0 0,0 0 0,0 0 15,0 0-15,0 0 0,0 0 0,0 0 0,0 0 0,0 0 16,25 0-16,-25 0 0,0 0 0,0 0 0,0 0 15,25 25-15,-25-25 0,0 0 0,0 0 0,0 0 0,25 24 16,-25-24-16,0 0 0,0 0 0,0 25 0,0-25 16,0 0-16,0 25 0,0-25 0,0 0 0,0 25 0,0-25 15,0 0-15,0 0 0,-25 25 0,25-25 0,0 0 16,-25 0-16,25 24 0,0-24 0,-25 0 0,25 0 15,0 0-15,-25 0 0,25 0 0</inkml:trace>
  <inkml:trace contextRef="#ctx0" brushRef="#br0" timeOffset="128676.3598">7367 7193 0,'25'0'0,"-25"0"15,0 0-15,25 0 0,-25 0 0,0 0 0,0 0 16,0 0-16,0 0 0,0 25 0,-25-25 0,25 0 15,0 0-15,0 25 0,0-25 0,0 0 0,-25 25 0,25-25 16,0 25-16,0-25 0,-25 24 0,25-24 0,0 25 16,-25-25-16,25 25 0,0-25 0,0 0 0,-24 25 15,24-25-15,0 0 0,0 25 0</inkml:trace>
  <inkml:trace contextRef="#ctx0" brushRef="#br0" timeOffset="129559.4104">8731 7764 0,'0'0'0,"0"0"15,0 0-15,0 0 0,0 0 0,0 0 0,0 0 0,0 0 16,0 0-16,0 0 0,0 0 0,0 0 0,0 0 15,0 25-15,0-25 0,0 0 0,0 0 0,0 0 16,0 0-16,0 24 0,0-24 0,0 0 0,0 0 0,0 25 16,0-25-16,0 0 0,0 25 0,0-25 0,0 0 15,0 25-15,0-25 0,0 0 0,0 25 0,0-25 0,0 0 16,0 24-16,0-24 0,0 0 0,0 25 0,0-25 15,0 0-15,-25 0 0,25 0 0,0 0 0,0 0 16,0 0-16,0 0 0,0 0 0,0 0 0,0 0 0,0 0 16,0 0-16,0 0 0,0 0 0,0 0 0,0 0 15,0 0-15,0 0 0,0 0 0,0-25 0,0 25 0,0 0 16,25 0-16,-25-24 0,0 24 0,0-25 0,0 25 15,25 0-15,-25-25 0,0 25 0,0-25 0,25 25 16,-25 0-16,0-25 0,25 25 0,-25 0 0,0-24 0,24 24 16,-24 0-16,0 0 0,25-25 0,-25 25 0,0 0 0,25 0 15,-25 0-15,0 0 0,0 0 0,25 0 0,-25 0 16,0 25-16,0-25 0,0 0 0,0 0 0,0 24 15,25-24-15,-25 0 0,0 25 0,0-25 0,0 0 0,0 25 16,0-25-16,0 25 0,0-25 0,0 0 0,-25 25 16,25-25-16,0 0 0,0 24 0,0-24 0,0 0 15,0 25-15,0-25 0,0 0 0,0 0 0,0 25 0,0-25 16,-25 0-16,25 0 0,0 0 0,0 0 0,0 0 15,0 0-15,0 0 0,0 0 0,0 0 0,0 0 16,0 0-16,0 0 0,0 0 0,25 0 0,-25 0 0,0-25 16,0 25-16,0 0 0,0 0 0,0-25 0,0 25 15,0 0-15,0-24 0,0 24 0,25 0 0,-25-25 0,0 25 16,0-25-16,24 25 0,-24 0 0,0-25 0,25 25 15,-25 0-15,0-25 0,25 25 0,-25 0 0,0 0 0,0 0 16,25-24-16,-25 24 0,0 0 0,0 0 0,0 0 16,25 24-16,-25-24 0,0 0 0,0 0 0,0 0 15,0 0-15,0 25 0,0-25 0,0 0 0,0 25 0,0-25 16,0 0-16,0 25 0,0-25 0,0 0 0,0 25 0,0-25 15,0 24-15,0-24 0,0 0 0,0 25 0,0-25 16,0 0-16,-25 25 0,25-25 0,0 0 0,0 0 16,0 0-16,0 25 0,0-25 0,0 0 0,0 0 0,0 0 15,0 0-15,0 0 0,0 0 0,0 0 0,0 0 16,0 0-16,25 0 0,-25 0 0,0 0 0,0 0 15,25-25-15</inkml:trace>
  <inkml:trace contextRef="#ctx0" brushRef="#br0" timeOffset="130228.4486">9302 7789 0,'0'0'0,"0"0"0,0-25 0,0 25 16,0 0-16,0 0 0,0 0 0,0 0 0,-25 0 0,25 25 15,0-25-15,0 0 0,0 0 0,0 0 0,0 0 0,0 0 16,0 24-16,0-24 0,0 0 0,-25 25 0,25-25 15,0 0-15,0 25 0,0-25 0,0 25 0,0-25 16,0 0-16,0 25 0,0-25 0,0 24 0,0-24 0,0 0 16,0 25-16,0-25 0,0 25 0,0-25 0,0 0 15,0 25-15,0-25 0,0 0 0,0 0 0,0 25 16,0-25-16,0 0 0,0 0 0,0 0 0,0 0 0,0 0 15,0 0-15,25 0 0,-25 0 0,0 0 0,0 0 16,0 0-16,25-25 0,-25 25 0,0 0 0,25 0 16,-25-25-16,0 25 0,24-25 0,-24 25 0,0 0 0,25-25 15,-25 25-15,0-24 0,25 24 0,-25-25 0,0 25 16,25-25-16,-25 25 0,0 0 0,0-25 0,25 25 15,-25-25-15,0 25 0,0 0 0,0 0 0,24-24 0,-24 24 16,0 0-16,0 0 0,0 0 0,0 0 0,0 0 16,0 0-16,0 0 0,0 0 0,0 0 0,0 0 0,0 0 15,0 24-15,0-24 0,0 0 0,0 0 0,0 25 16,0-25-16,0 0 0,0 25 0,0-25 0,0 0 0,0 25 15,0-25-15,0 25 0,0-25 0,-24 0 0,24 24 0,0-24 16,0 0-16,0 25 0,0-25 0,0 0 16,0 0-16,0 25 0,0-25 0,0 0 0,0 0 0,0 0 15,0 0-15,0 0 0,0 0 0,0 0 0,0 0 0,0 0 16,0 0-16,0 0 0,0 0 0,0 0 0,0 0 15,24 0-15,-24-25 0,0 25 0,0 0 0,0 0 16,25-25-16,-25 25 0,0 0 0,25-24 0,-25 24 0,25 0 16,-25-25-16,0 25 0,25-25 0,-25 25 0,0 0 15,24-25-15,-24 25 0,0 0 0,25 0 0,-25 0 0,0-25 16,25 25-16,-25 0 0,0 0 0,0 0 0,0 0 15,0 25-15,25-25 0,-25 0 0,0 0 0,0 0 0,-25 25 16,25-25-16,0 0 0,0 0 0,0 25 16,0-25-16,0 0 0,0 25 0,0-25 0,0 0 0,-25 0 15,25 24-15,0-24 0,0 0 0,0 0 0,0 25 0,0-25 16,25 0-16,-25 0 0,0 0 0,0 25 0,0-25 15,25 0-15,-25 0 0,0 0 0,25 0 0,-25 0 16,24 0-16,-24 0 0,25 0 0,0 0 0,-25 0 0,25 0 16,-25 0-16,25-25 0,-25 25 0,24 0 0,-24 0 0</inkml:trace>
  <inkml:trace contextRef="#ctx0" brushRef="#br0" timeOffset="130803.4815">9897 7714 0,'0'0'15,"0"0"-15,0 0 0,0 0 0,0 0 0,0 0 16,0 0-16,25-25 0,-25 25 0,0 0 0,0 0 0,0 0 16,25 0-16,-25-24 0,0 24 0,24 0 0,-24 0 0,0-25 15,25 25-15,-25 0 0,25 0 0,-25-25 0,25 25 16,0 0-16,-25-25 0,25 25 0,-25 0 0,24-25 15,-24 25-15,25-24 0,-25 24 0,25 0 0,-25-25 0,25 25 16,-25 0-16,0-25 0,0 25 0,25 0 0,-25 0 16,0-25-16,0 25 0,0-25 0,0 25 0,0 0 15,0-24-15,0 24 0,0 0 0,0-25 0,-25 25 0,25 0 16,0 0-16,0-25 0,0 25 0,0 0 0,-25 0 15,25 0-15,0 0 0,0 0 0,0 0 0,0 0 0,0 0 16,-25 0-16,25 0 0,0 0 0,0 0 0,0 0 16,0 0-16,0 0 0,0 0 0,0 25 0,0-25 0,-25 0 15,25 25-15,0-25 0,0 0 0,0 24 0,-24 1 16,24-25-16,0 25 0,0-25 0,0 25 0,0 0 15,-25-25-15,25 24 0,0-24 0,0 25 0,0 0 0,0-25 16,-25 25-16,25 0 0,0-25 0,0 24 0,0-24 16,-25 25-16,25 0 0,0-25 0,0 25 0,0-25 0,0 0 15,0 25-15,-25-25 0,25 0 0,0 24 0,0-24 16,0 0-16,0 0 0,0 0 0,0 0 0,0 0 15,0 0-15,0 0 0,0 0 0,0 0 0,0 0 0,0 0 16,0 0-16,0 0 0,0 0 0,0 0 0,0 0 16,0 0-16,0 0 0,0 0 0,0 0 0,0 0 0,25 0 15,-25 0-15,0 0 0,0 0 0,0 0 0,0 25 16,0-25-16,0 0 0,0 0 0,0 25 0,0-25 15,0 0-15,0 25 0,0-25 0,0 25 0,0-25 0,0 24 16,0-24-16,-25 0 0,25 25 0,0-25 0,0 25 16,0-25-16,0 0 0,0 0 0,0 0 0,0 25 0,0-25 15,0 0-15,0 0 0,0 0 0,-25 0 0,25 0 16,0 0-16,0 0 0,-24-25 0,24 25 0,0 0 0</inkml:trace>
  <inkml:trace contextRef="#ctx0" brushRef="#br0" timeOffset="130994.4924">9649 7417 0,'0'0'0,"0"0"0,0 0 0,0 0 0,0 0 0,0 0 16,0 0-16,0 0 0,0 0 0,0 0 0,0 0 0,0 0 15,0 0-15,0 0 0,0 0 0,0 0 0,0 0 16,25 0-16,-25 0 0,0 0 0,0 0 0,0 0 16,0 0-16</inkml:trace>
  <inkml:trace contextRef="#ctx0" brushRef="#br0" timeOffset="131579.5259">11485 7541 0,'0'0'0,"0"0"0,0 0 0,0 0 0,0 0 16,0 0-16,0 0 0,0 0 0,0 0 0,0 0 16,0 0-16,0 0 0,0 0 0,0 0 0,0 0 0,0 0 15,0 0-15,0 0 0,0 0 0,0 0 0,-25 0 0,25 24 16,0-24-16,0 0 0,0 25 0,0-25 0,0 25 15,-25-25-15,25 25 0,0-25 0,0 25 0,0-1 16,-25 1-16,25-25 0,0 25 0,0 0 0,-25 0 0,25-25 16,0 24-16,0 1 0,-24-25 0,24 25 0,0 0 0,0-25 15,0 25-15,0-25 0,-25 24 0,25-24 0,0 25 16,0-25-16,0 0 0,0 25 0,0-25 0,0 0 15,0 0-15,0 0 0,0 25 0,0-25 0,0 0 0,0 0 16,0 0-16,0 0 0,-25 0 0,25 0 0,0 0 16,0-25-16,0 25 0,0 0 0,0 0 0,0 0 0,0 0 15,0-25-15,0 25 0,0 0 0,0-25 0,25 25 16,-25-24-16,0-1 0,0 25 0</inkml:trace>
  <inkml:trace contextRef="#ctx0" brushRef="#br0" timeOffset="131837.5407">11509 7565 0,'0'0'0,"0"0"0,0 0 16,0 0-16,0 0 0,0 0 0,25 0 0,-25 0 0,0 0 15,0-24-15,0 24 0,0 0 0,0 0 0,0 0 16,25 0-16,-25 0 0,0 0 0,0 0 0,25 0 15,-25 0-15,25 0 0,-25 0 0,0 0 0,24 0 0,-24 0 16,25 0-16,-25 0 0,25 0 0,-25 0 0,25 0 16,-25 0-16,25 0 0,-25 0 0,0 0 0,24 0 15,-24 0-15,25 0 0,-25 0 0,0 0 0,0 24 0,25-24 16,-25 0-16,0 0 0,0 0 0,0 0 0,0 0 15,0 0-15,0 0 0,0 25 0,0-25 0,0 0 0,0 0 16,-25 0-16</inkml:trace>
  <inkml:trace contextRef="#ctx0" brushRef="#br0" timeOffset="132074.5539">11509 7789 0,'0'0'0,"0"0"0,0 0 0,0 0 15,0 0-15,0 0 0,0 0 0,0 0 0,0 0 16,0 0-16,0 0 0,0 0 0,0 0 0,0 0 15,0 0-15,0 0 0,0 0 0,25 0 0,-25 0 0,0 0 16,25 0-16,-25 0 0,0 0 0,0 0 0,25 0 16,-25 0-16,0 0 0,25 0 0,-25 0 0,0 0 0,0 0 15,24 0-15,-24 0 0,0 0 0,0 0 0,0 24 16,0-24-16,25 0 0,-25 0 0,0 0 15,0 25-15,0-25 0,0 0 0,0 0 0,0 0 0,0 0 0,0 25 16,0-25-16,0 0 0</inkml:trace>
  <inkml:trace contextRef="#ctx0" brushRef="#br0" timeOffset="132316.5681">11361 8037 0,'0'0'0,"-25"0"16,25 0-16,0 0 0,0 0 0,0 0 0,0 0 15,0 0-15,0 0 0,0 0 0,0 0 0,0 0 0,0 0 16,0 0-16,0 0 0,0 25 0,25-25 0,-25 0 16,0 0-16,24 0 0,-24 0 0,25 0 0,-25 0 0,25 0 15,-25 0-15,25 0 0,-25 0 0,25 0 0,-25 0 0,24 0 16,1 0-16,-25 0 0,25 0 0,0 0 0,-25 24 15,25-24-15,-1 0 0,-24 0 0,25 0 0,0 0 16,-25 0-16,25 0 0,-25 0 0,25 0 0,-1 0 0</inkml:trace>
  <inkml:trace contextRef="#ctx0" brushRef="#br0" timeOffset="132674.5883">12278 7764 0,'0'0'0,"0"0"0,0 0 15,0 0-15,0 0 0,0 0 0,25 0 0,-25 0 0,0 0 16,0 0-16,0 0 0,25 0 0,-25 0 0,0 0 16,25 0-16,-25 0 0,0 0 0,25 0 0,-25 0 15,24 0-15,-24 0 0,25 0 0,0 0 0,-25 0 0,25 0 16,0 0-16,-25 0 0,24 25 0,1-25 0,-25 0 15,25 0-15,-25 0 0,25 0 0,-25 0 0,25 0 0,-25 0 16,0 0-16,0 0 0,0 0 0,24 0 0,-24 0 16,0 0-16,0 0 0,0 0 0,0 0 0,0 0 0,-24 0 15</inkml:trace>
  <inkml:trace contextRef="#ctx0" brushRef="#br0" timeOffset="132901.6015">12254 7962 0,'0'0'0,"0"0"16,0 0-16,0 0 0,0 0 0,0 0 0,0 0 16,0 0-16,24 0 0,-24 0 0,0 0 0,25 0 0,-25 0 15,25 0-15,-25 0 0,25 0 0,-25 0 0,25 0 16,-25 0-16,24 0 0,-24 0 0,25 0 0,0 0 0,-25 0 15,25 0-15,0 0 0,-25 0 0,24 0 0,-24 0 16,25 0-16,-25 0 0,25 0 0,-25 0 0,25 0 16,-25 0-16,0 0 0,25 0 0,-25 0 0,0 0 0,0 0 15,0 0-15,24 0 0,-24 0 0,0 0 0,0 0 16,0 0-16,0 0 0</inkml:trace>
  <inkml:trace contextRef="#ctx0" brushRef="#br0" timeOffset="133205.6189">12502 7689 0,'0'0'0,"0"0"0,0 0 16,0 0-16,0 0 0,0 0 0,0 0 0,0 0 0,0 0 15,-25 25-15,25-25 0,0 0 0,0 0 0,0 0 16,0 0-16,0 0 0,0 25 0,0-25 0,0 0 0,0 25 16,0-25-16,0 0 0,0 25 0,0-25 0,0 24 15,0-24-15,-25 25 0,25-25 0,0 25 0,0-25 16,0 25-16,-25-25 0,25 25 0,0-1 0,0-24 0,-25 25 15,25-25-15,0 0 0,0 25 0,-24-25 0,24 25 16,0-25-16,0 25 0,0-25 0,-25 0 0,25 25 16,0-25-16,0 0 0,0 24 0,0-24 0,0 0 0,-25 0 15,25 0-15,0 0 0,0 25 0,0-25 0,0 0 16</inkml:trace>
  <inkml:trace contextRef="#ctx0" brushRef="#br0" timeOffset="134031.6662">13816 7665 0,'0'0'16,"0"0"-16,0 0 0,0 0 0,0 0 0,0 0 0,0-25 15,0 25-15,0 0 0,0 0 0,-25 0 0,25 0 16,0-25-16,0 25 0,0 0 0,0 0 0,-24 0 0,24 0 15,0 0-15,0 0 0,-25 0 0,25-25 0,0 25 16,0 0-16,-25 0 0,25 0 0,0 0 0,-25 0 16,25 0-16,0 0 0,-25 0 0,25 0 0,0 25 0,-24-25 15,24 0-15,0 0 0,-25 0 0,25 0 0,0 25 16,-25-25-16,25 0 0,0 25 0,0-25 0,-25 0 0,25 24 15,0-24-15,0 0 0,-25 25 0,25-25 0,0 25 16,0-25-16,0 25 0,-24-25 0,24 25 0,0-25 16,0 0-16,0 24 0,0-24 0,0 25 0,0-25 0,-25 25 15,25-25-15,0 25 0,0-25 0,0 25 0,0-25 16,0 24-16,0-24 0,25 0 0,-25 25 0,0-25 0,0 25 15,0-25-15,0 0 0,0 25 0,24-25 0,-24 0 16,0 25-16,0-25 0,25 0 0,-25 25 0,0-25 16,25 0-16,-25 0 0,25 24 0,-25-24 0,25 0 0,-25 0 15,24 0-15,-24 0 0,25 0 0,-25 0 0,25 0 16,-25 0-16,25 0 0,0 0 0,-25 0 0,24-24 0,-24 24 15,25 0-15,-25 0 0,25-25 0,-25 25 0,25 0 16,-25-25-16,25 25 0,-25-25 0,24 25 0,-24-25 0,0 25 16,0 0-16,25-25 0,-25 25 0,0-24 0,0 24 15,0-25-15,0 25 0,0-25 0,0 0 0,0 25 16,0-25-16,0 25 0,0-24 0,0 24 0,0-25 0,0 25 15,-25-25-15,25 25 0,0-25 0,0 25 0,0 0 16,0 0-16,-24-25 0,24 25 0,0 0 0,0 0 0,0 0 16,-25 0-16,25 0 0,0 0 0,0 0 0,-25 0 15,25 0-15,0 0 0,0 0 0,-25 0 0,25 0 16,0 0-16,0 0 0,0 0 0,0 0 0,0 0 0,0 25 15,0-25-15,0 0 0,0 0 0,0 0 0,0 0 16,-25 0-16,25 0 0,0 0 0,0 0 0,0-25 0</inkml:trace>
  <inkml:trace contextRef="#ctx0" brushRef="#br0" timeOffset="134436.6893">14114 7590 0,'0'0'0,"0"0"16,0 0-16,0 0 0,0 0 0,-25 0 0,25 0 0,0 0 16,0 0-16,0 0 0,0 0 0,0 0 0,0 0 15,0 0-15,-25 25 0,25-25 0,0 0 0,0 0 16,-25 25-16,25-25 0,0 25 0,0-25 0,-24 24 0,24-24 15,0 25-15,-25-25 0,25 25 0,0-25 0,-25 25 0,25 0 16,-25-25-16,25 24 0,-25 1 0,25-25 0,-24 25 16,24 0-16,-25-25 0,25 25 0,-25-1 0,25-24 15,-25 25-15,25-25 0,0 25 0,-25 0 0,25-25 0,-24 25 16,24-25-16,-25 25 0,25-25 0,-25 24 0,25-24 15,0 25-15,-25-25 0,25 25 0,-25-25 0,25 0 0,0 25 16,0-25-16,-24 0 0,24 25 0,0-25 0,0 0 16,0 0-16,-25 24 0,25-24 0,0 0 0,0 0 0,0 0 15,0 0-15,0 0 0,0 0 0,0 0 0,25 0 16,-25 0-16,0 0 0,0 0 0,0-24 0,0 24 15,0 0-15,0 0 0,24 0 0,-24 0 0,0 0 0,0-25 16,0 25-16,0 0 0,25 0 0</inkml:trace>
  <inkml:trace contextRef="#ctx0" brushRef="#br0" timeOffset="137559.8679">4093 9302 0</inkml:trace>
  <inkml:trace contextRef="#ctx0" brushRef="#br0" timeOffset="138838.9411">4118 9103 0,'0'25'0,"0"-25"0,0 0 0,24 0 0,-24 0 16,0 0-16,0 0 0,0 0 0,0 0 0,0 0 15,0 0-15,0 0 0,0 0 0,0 0 0,0 0 0,0 0 16,0 0-16,0 0 0,0 0 0,0 0 0,0 0 15,0 0-15,0 0 0,0 0 0,0 0 0,0 0 16,0 0-16,0 0 0,0 0 0,0 0 0,0 0 0,0 0 16,0 0-16,0 0 0,0 0 0,0 0 0,0 0 0,0 0 15,0 0-15,-24 0 0,24 0 0,0 0 0,0 0 16,0 0-16,0 0 0,0 0 0,0 0 0,0 0 15,0 0-15,0 0 0,0 0 0,-25 0 0,25 0 0,0 0 16,0 0-16,0 0 0,0 0 0,0 0 0,0 0 16,0 0-16,-25 0 0,25 0 0,0 0 0,0 0 0,0 0 15,0-25-15,0 25 0,0 0 0,0 0 0,0 0 16,0 0-16,0 0 0,0 0 0,0-24 0,0 24 0,0 0 15,0 0-15,0 0 0,0 0 0,0 0 0,0 0 16,0 0-16,0 0 0,0-25 0,25 25 0,-25 0 16,0 0-16,0 0 0,0 0 0,25-25 0,-25 25 0,0 0 15,0 0-15,24 0 0,-24 0 0,0-25 0,0 25 16,0 0-16,25 0 0,-25 0 0,0 0 0,0 0 15,25 0-15,-25 0 0,0 0 0,0 0 0,0 25 0,25-25 16,-25 0-16,0 0 0,0 25 0,0-25 0,0 0 16,0 0-16,25 25 0,-25-25 0,0 0 0,0 24 0,0-24 15,0 25-15,0-25 0,0 0 0,0 25 0,0-25 16,0 25-16,0-25 0,0 0 0,-25 25 0,25-25 0,0 24 15,0-24-15,0 0 0,0 25 0,-25-25 0,25 25 16,0-25-16,0 0 0,-25 25 0,25-25 0,0 0 16,0 0-16,-25 25 0,25-25 0,0 0 0,-24 0 0,24 24 15,0-24-15,0 0 0,-25 0 0,25 0 0,0 0 16,0 25-16,-25-25 0,25 0 0,0 0 0,-25 0 0,25 0 15,0 0-15,0 0 0,-25 0 0,25 0 0,0 0 16,0 0-16,0 0 0,0 0 0,0 0 0,-24 0 16,24 0-16,0 0 0,0 0 0,0-25 0,0 25 15,0 0-15,0 0 0,0 0 0,0 0 0,0 0 0,0-24 16,0 24-16,0 0 0,0 0 0,0 0 0,0-25 0,0 25 15,0 0-15,0 0 0,24 0 0,-24 0 0,0-25 16,0 25-16,0 0 0,0 0 0,0 0 0,25 0 16,-25 0-16,0 0 0,0 0 0,0 0 0,25 0 0,-25 0 15,0 0-15,0 0 0,25 0 0,-25 0 0,0 0 16,0 0-16,0 0 0,25 0 0,-25 25 0,0-25 0,0 0 15,0 0-15,0 0 0,0 25 0,0-25 0,0 0 16,0 0-16,24 0 0,-24 24 0,0-24 0,0 0 0,0 0 16,0 25-16,0-25 0,0 0 0,0 0 0,25 0 15,-25 25-15,0-25 0,0 0 0,0 0 0,0 0 16,0 0-16,0 25 0,0-25 0,25 0 0,-25 0 0,0 0 15,0 0-15,0 0 0,0 0 0,0 0 0,25 0 16,-25 0-16,0 0 0,0 0 0,0 0 0,25 0 16,-25 0-16,0 0 0,24 0 0,-24 0 0,0 0 0,25 0 15,-25 0-15,0-25 0,25 25 0,-25 0 0,0 0 16,25-25-16,-25 25 0,0 0 0,0-25 0,0 25 0,25-24 15</inkml:trace>
  <inkml:trace contextRef="#ctx0" brushRef="#br0" timeOffset="139739.9927">4242 8930 0,'0'-25'15,"0"25"-15,0 0 0,0 0 0,0 0 0,0 0 16,0 0-16,-25-25 0,25 25 0,0 0 0,0 0 0,0 0 15,0 0-15,0-25 0,0 25 0,0 0 0,-25 0 16,25 0-16,0 0 0,0 0 0,0-25 0,0 25 0,0 0 16,-25 0-16,25 0 0,0 0 0,0 0 0,0 0 15,0 0-15,-25 0 0,25 0 0,0 0 0,0-24 0,0 24 16,0 0-16,-24 0 0,24 0 0,0 0 0,0 0 15,-25 0-15,25 0 0,0 0 0,0 0 0,-25 0 16,25 0-16,0 0 0,0 0 0,-25 24 0,25-24 0,0 0 16,0 0-16,-25 0 0,25 0 0,0 0 0,-24 0 15,24 0-15,0 0 0,0 0 0,-25 0 0,25 0 16,0 0-16,0 0 0,0 0 0,-25 25 0,25-25 0,0 0 15,0 0-15,0 0 0,0 0 0,-25 0 0,25 25 16,0-25-16,0 0 0,0 0 0,0 0 0,-25 25 16,25-25-16,0 0 0,0 0 0,0 25 0,-24-25 0,24 0 15,0 24-15,0-24 0,0 0 0,-25 25 0,25-25 0,0 0 16,0 25-16,0-25 0,-25 0 0,25 25 0,0-25 15,0 0-15,0 25 0,0-25 0,0 0 0,0 25 16,-25-25-16,25 0 0,0 24 0,0-24 0,0 0 0,0 25 16,0-25-16,0 0 0,0 25 0,0-25 0,0 0 0,0 25 15,0-25-15,0 0 0,0 25 0,0-25 0,0 24 16,25-24-16,-25 0 0,0 25 0,0-25 0,0 25 15,0-25-15,25 25 0,-25-25 0,0 25 0,0-25 0,25 24 16,-25-24-16,0 25 0,0-25 0,24 25 0,-24-25 16,0 0-16,25 25 0,-25-25 0,0 25 0,25-25 15,-25 24-15,25-24 0,-25 0 0,25 25 0,-25-25 0,24 0 16,-24 25-16,25-25 0,-25 0 0,25 0 0,-25 25 15,25-25-15,-25 0 0,25 0 0,-25 0 0,24 0 16,-24 0-16,25 0 0,-25 0 0,25 0 0,-25 0 0,25 0 16,0 0-16,-25 0 0,24 0 0,-24 0 0,25 0 0,-25-25 15,25 25-15,0 0 0,-25 0 0,25 0 0,-25-25 16,24 25-16,-24 0 0,25 0 0,-25 0 0,0-25 15,25 25-15,-25 0 0,0 0 0,25 0 0,-25-24 0,0 24 16,25 0-16,-25-25 0,0 25 0,0 0 0,0-25 16,0 25-16,0 0 0,24-25 0,-24 25 0,0-25 15,0 25-15,0-24 0,0-1 0,0 25 0,0-25 0,0 25 16,0-25-16,0 0 0,-24 25 0,24-24 0,0-1 15,0 0-15,0 0 0,0 25 0,0-25 0,0 1 0,-25-1 16,25 25-16,0-25 0,0 0 0,0 25 0,0-25 16,0 25-16,-25 0 0,25-25 0,0 25 0,0 0 0,0 0 15,-25-24-15,25 24 0,0 0 0,0 0 0,0 0 16,0 0-16,-25 0 0,25-25 0,0 25 0,0 0 15,0 0-15,-24 0 0,24 0 0,0 0 0,0 0 0,-25 0 16,25 0-16,0 0 0,0 0 0,0 0 0,-25 0 16,25 0-16,0 0 0,0 0 0,-25 0 0</inkml:trace>
  <inkml:trace contextRef="#ctx0" brushRef="#br0" timeOffset="143507.2081">5829 8905 0,'0'0'0,"0"0"0,0 0 0,0 0 0,0 0 0,0 25 0,0-25 0,0 0 0,0 24 0,0-24 0,0 25 0,-25-25 0,25 25 0,0-25 0,0 25 0,0 0 0,0-25 0,0 25 0,0-1 0,-25-24 0,25 25 0,0-25 0,0 25 0,0 0 0,0-25 0,0 25 0,-24-25 0,24 24 0,0-24 0,0 25 0,0-25 0,0 25 0,0-25 0,0 25 15,-25-25-15,25 25 0,0-25 0,0 0 0,0 24 16,0-24-16,0 0 0,0 25 0,0-25 0,0 0 0,0 0 16,0 25-16,-25-25 0,25 0 0,0 0 0,0 0 15,0 25-15,0-25 0,0 0 0,0 0 0,0 0 0,0 0 16,0 0-16,0 0 0,0 0 0,0 0 0,0 0 15,0 0-15,0 0 0,0 0 0,0 0 0,0 0 16,0 0-16,0 0 0,0 25 0,0-25 0,0 0 0,0 0 16,0 0-16,0 0 0,0 0 0,0 0 0,0 0 15,0 0-15,0 0 0,0 0 0,0 0 0,0 0 0,0 24 16,0-24-16,0 0 0,0 0 0,0 0 0,0 0 15,0 0-15,0 25 0,0-25 0,0 0 0,0 0 16,0 0-16,0 0 0,0 0 0,0 25 0,0-25 0,0 0 16,0 0-16,0 0 0,0 0 0,0 0 0,0 0 15,0 0-15,0 0 0,0 0 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0,25-25 0,-25 25 0,0 0 15,0 0-15,0 0 0,0 0 0,0 0 0,0 0 0,0 0 16,0 0-16,0 0 0,0 0 0,0 0 0,0 0 15,0 0-15,0 0 0,0 0 0,0 0 0,0 0 0,25 0 16,-25 0-16,0 0 0,0 0 0,0 0 0,24 0 16,-24 0-16,0 0 0,0 0 0,25 0 0,-25 0 15,0 0-15,0-25 0,25 25 0,-25 0 0,0 0 0,0 0 16,25 0-16,-25 0 0,0 0 0,0 0 0,25 0 0,-25 0 15,0 0-15,0 0 0,0 0 0,25 0 0,-25 0 16,0 0-16,0 0 0,0 0 0,0 0 0,0 0 16,0 0-16,0 0 0,24 0 0,-24 0 0,0 0 0,0 0 15,0 0-15,0 0 0,0 0 0,0 0 0,0 0 16,0 0-16,25 0 0,-25 0 0,0 0 0,0 0 15,0 0-15,0 0 0,0 0 0,0-24 0,0 24 0,0 0 16,0 0-16,0 0 0,0 0 0,0 0 0,0 0 16</inkml:trace>
  <inkml:trace contextRef="#ctx0" brushRef="#br0" timeOffset="146009.3509">6300 9227 0,'0'0'0,"0"0"0,0 0 0,0 0 0,0 0 15,0 0-15,-24 0 0,24 0 0,0 0 0,0-24 0,0 24 16,0 0-16,0 0 0,-25 0 0,25 0 0,0 0 0,0 0 16,0 0-16,0 0 0,-25 0 0,25 0 0,0 0 0,0 0 15,0 0-15,0 0 0,-25 0 0,25 0 0,0 0 0,0 0 16,0 0-16,0 0 0,0 0 0,0 0 0,-25 0 0,25 0 0,0 0 15,0 0-15,0 0 0,0 0 0,0 0 0,0 0 0,-24 0 0,24 24 0,0-24 16,0 0-16,0 0 0,0 0 0,-25 25 0,25-25 0,0 0 0,0 0 16,0 25-16,0-25 0,0 0 0,0 0 0,0 25 0,-25-25 15,25 0-15,0 25 0,0-25 0,0 24 0,0-24 0,0 0 16,0 25-16,0-25 0,0 0 0,0 25 0,0-25 0,0 0 15,0 25-15,0-25 0,0 0 0,0 25 0,0-25 16,0 0-16,0 0 0,0 0 0,0 24 0,0-24 0,0 0 0,0 0 0,0 0 16,0 0-16,0 0 0,25 25 0,-25-25 0,0 0 0,0 0 15,0 0-15,0 0 0,0 0 0,25 0 0,-25 0 0,0 0 16,0 0-16,24 0 0,-24 0 0,0 0 0,0 0 0,0-25 15,25 25-15,-25 0 0,0 0 0,0 0 0,25 0 0,-25 0 0,0-24 16,0 24-16,0 0 0,25 0 0,-25 0 0,0-25 0,0 25 0,0 0 16,0 0-16,0 0 0,0-25 0,25 25 0,-25 0 0,0 0 15,0-25-15,0 25 0,0 0 0,0 0 0,0-25 0,0 25 0,0 0 16,24 0-16,-24-24 0,0 24 0,0 0 0,0 0 0,0 0 15,0-25-15,0 25 0,0 0 0,0 0 0,0 0 16,0 0-16,0-25 0,0 25 0,0 0 0,0 0 0,0 0 16,0 0-16,-24 0 0,24 0 0,0 0 0,0 0 0,0-25 15,0 25-15,0 0 0,0 0 0,0 0 0,0 0 0,0 0 0,0 0 16,0 0-16,0 0 0,0 0 0,0 0 0,0 0 15,0 0-15,0 0 0,0 0 0,0 0 0,0 0 0,0 0 16,0 0-16,0 0 0,0 0 0,0 0 0,0-25 0,0 25 0,0 0 16,0 0-16,0 0 0,0 0 0,0 0 0,0 0 0,0 0 15,0 0-15,0 0 0,0 0 0,0 0 0,0 0 0,0 0 16,0-24-16,0 24 0,0 0 0,0 0 0,0 0 0,0 0 0,0 0 15,0 0-15,0 0 0,0 0 0,0 0 0,0 0 0,0 0 16,0 0-16,0 0 0,0 0 0,0 0 0,0 0 0,0 0 16,0 0-16,0 0 0,0 0 0,0 0 0,0 0 0,0 0 15,0 0-15,0 0 0,0 0 0,0 0 0,0 24 0,0-24 0,0 0 16,0 0-16,0 0 0,0 0 0,0 25 0,0-25 0,0 0 15,0 0-15,0 25 0,0-25 0,0 0 0,0 0 0,0 0 16,0 25-16,0-25 0,0 0 0,0 0 0,0 25 16,0-25-16,0 0 0,0 0 0,0 24 0,0-24 15,0 0-15,0 0 0,-25 25 0,25-25 0,0 0 0,0 0 16,0 25-16,0-25 0,0 0 0,0 0 0,0 25 15,25-25-15,-25 0 0,0 0 0,0 0 0,0 25 16,0-25-16,0 0 0,0 0 0,0 0 0,0 0 0,0 24 16,0-24-16,0 0 0,0 0 0,24 0 0,-24 0 15,0 0-15,0 0 0,0 0 0,0 0 0,0 0 16,0 0-16,0 0 0,0 0 0,25 0 0,-25 0 0,0 0 15,0 0-15,0 0 0,0 0 0,0 0 0,0 0 16,25 0-16,-25 0 0,0 0 0,0 0 0,0 0 0,0 0 16,0 0-16,25 0 0,-25 0 0,0-24 0,0 24 15,0 0-15,0 0 0,25 0 0,-25 0 0,0-25 0,0 25 16,0 0-16,0 0 0,0 0 0,24-25 0,-24 25 15,0 0-15,0 0 0,0-25 0,0 25 0,0 0 0,25-25 16,-25 25-16,0 0 0,0-24 0,0 24 0,0 0 16,0-25-16,0 25 0,25 0 0,-25-25 0,0 25 0,0 0 15,0 0-15,0-25 0,0 25 0,0 0 0,0 0 16,0 0-16,0 0 0,0 0 0,0 0 0,0 0 15,0 0-15,0 0 0,0 0 0,0 0 0,0-25 0,0 25 16,0 0-16,0 0 0,0 0 0,0 0 0,0 0 16,0 0-16,0 0 0,0 0 0,0 0 0,0 25 15,0-25-15,0 0 0,0 0 0,0 0 0,0 0 0,0 0 16,0 0-16,0 25 0,0-25 0,0 0 15,0 0-15,0 25 0,0-25 0,0 0 0,0 0 0,0 25 16,0-25-16,0 24 0,0-24 0,0 0 0,0 25 0,0-25 16,0 0-16,0 25 0,0-25 0,0 0 0,0 0 15,0 25-15,0-25 0,0 0 0,0 0 0,0 25 0,0-25 16,0 0-16,0 0 0,25 0 0,-25 0 0,0 0 15,0 24-15,0-24 0,0 0 0,0 0 0,0 0 0,0 0 16,25 0-16,-25 0 0,0 0 0,0 0 0,0 0 16,0 0-16,24 0 0,-24 0 0,0 0 0,0 0 15,25 0-15,-25-24 0,0 24 0,0 0 0,25 0 0,-25 0 16,0 0-16,0-25 0,25 25 0,-25 0 0,0 0 15,25 0-15,-25-25 0,0 25 0,0 0 0,0-25 0,24 25 16,-24 0-16,0-25 0,0 25 0,0 0 0,25-24 16,-25 24-16,0 0 0,0-25 0,0 25 0,0 0 0,0-25 15,0 25-15,0 0 0,0-25 0,0 25 0,0 0 16,25 0-16,-25-25 0,0 25 0,0 0 0,0 0 15,0 0-15,0 0 0,0 0 0,0 0 0,0 0 0,0 0 16,0 0-16,0 0 0,0 0 0,0 0 0,0 0 16,0 0-16,0 0 0,0 0 0,0 0 0,0 0 15,0 0-15,-25 0 0,25 25 0,0-25 0,0 0 0,0 0 16,0 0-16,0 25 0,0-25 0,0 0 0,0 25 15,0-25-15,0 0 0,0 25 0,0-25 0,0 0 0,-25 24 16,25-24-16,0 0 0,0 25 0,0-25 0,0 0 16,0 25-16,0-25 0,0 0 0,0 0 0,0 25 0,0-25 15,0 0-15,0 0 0,0 25 0,0-25 0,25 0 16,-25 0-16,0 24 0,0-24 0,0 0 0,0 25 15,0-25-15,0 0 0,0 0 0,0 25 0,0-25 0,0 0 16,0 0-16,0 25 0,0-25 0,0 0 0,0 0 16,0 25-16,-25-25 0,25 0 0,0 24 0,0-24 0,0 0 15,0 0-15,0 25 0,0-25 0,0 0 0,0 25 16,0-25-16,0 0 0,0 0 0,0 25 0,0-25 0,0 0 15,0 25-15,0-25 0,-24 0 0,24 0 0,0 0 16,0 24-16,0-24 0,0 0 0,0 0 0,0 0 16,0 25-16,0-25 0,0 0 0,0 0 0,0 0 0,0 0 15,-25 0-15,25 0 0,0 0 0,0 0 0,0 25 16,0-25-16,0 0 0,0 0 0,0 0 0,0 0 0,0 0 15,0 0-15,0 0 0,0 0 0,0 0 0,0 0 16,0 0-16,0 0 0,0 0 0,0 0 0,0-25 0,0 25 16,0 0-16,0 0 0,0 0 0,0 0 15,0 0-15,0 0 0,0 0 0,0 0 0,0 0 0,0 0 16,0 0-16,0-25 0,0 25 0,0 0 0,0 0 15,0 0-15,25 0 0,-25 0 0,0-24 0,0 24 0,24 0 16,-24 0-16,0 0 0,0-25 0,0 25 0,25 0 16,-25 0-16,0-25 0,0 25 0,0 0 0,25 0 0,-25-25 15,0 25-15,0 0 0,0-25 0,0 25 0,0 0 0,0 0 16,0-24-16,0 24 0,0 0 0</inkml:trace>
  <inkml:trace contextRef="#ctx0" brushRef="#br0" timeOffset="146361.3713">6424 9054 0,'0'0'0,"0"0"16,0 0-16,0 0 0,0 0 0,0 0 0,0 0 15,0-25-15,0 25 0,0 0 0,0 0 0,0 0 16,0 0-16,0 0 0,0 0 0,0 0 0,0 0 0,25 0 15,-25 0-15,0 0 0,0-25 0,0 25 16,0 0-16,25 0 0,-25 0 0,0 0 0,0 0 0,0 0 0,25 0 16,-25 0-16,0 0 0,0 0 0,0 0 0,25 0 15,-25 0-15,0 25 0,0-25 0,0 0 0,24 0 16,-24 0-16,0 25 0,0-25 0,0 0 0,0 0 15,0 0-15,25 25 0,-25-25 0,0 0 0,0 0 0,0 0 16,0 0-16,0 0 0,0 0 0,0 0 0,0 0 0,0 0 16,0 0-16</inkml:trace>
  <inkml:trace contextRef="#ctx0" brushRef="#br0" timeOffset="146569.3829">6846 8806 0,'0'0'0,"0"0"0,0 0 0,0 0 16,0 0-16,0 0 0,0 0 0,0 0 0,0 0 0,0 0 16,0 24-16,0-24 0,0 0 0,0 0 0,0 25 15,0-25-15,0 0 0,0 25 0,0-25 0,0 0 0,-25 25 16,25-25-16,0 0 0,0 25 0,0-25 0,0 24 15,-25-24-15,25 0 0,0 25 0</inkml:trace>
  <inkml:trace contextRef="#ctx0" brushRef="#br0" timeOffset="148179.4754">7863 9327 0,'0'0'16,"0"0"-16,0 0 0,0 0 0,0-25 0,0 25 15,0 0-15,0 0 0,0 0 0,0 0 0,0 0 16,0 0-16,0 0 0,0 0 0,-25 0 0,25 0 0,0 0 16,0 0-16,0 0 0,0 0 0,0-25 0,0 25 15,0 0-15,0 0 0,0 0 0,0 0 0,0-25 0,0 25 16,0 0-16,0 0 0,0 0 0,0-25 0,0 25 15,0 0-15,0 0 0,0-24 0,0 24 78,99 99 110,-99-74-188,0-25 0,0 24 0,-24-24 0,24 25 0,0-25 0,-25 0 0,25 25 0,0-25 0,-25 25 0,25-25 0,0 0 0,-25 25 0,25-25 0,0 0 0,0 24 0,-25-24 0,25 0 0,0 0 0,0 0 0,0 25 0,0-25 0,0 0 0,0 0 0,-24 0 0,24 0 0,0 0 0,0 0 0,0 0 0,0 0 0,0 0 0,0 0 0,0 0 0,0 0 0,0 0 15,0 0-15,0 0 0,0 25 0,0-25 0,0 0 16,0 0-16,0 0 0,0 0 0,0 0 0,0 0 0,24 0 15,-24 0-15,0 0 0,0 0 0,0 0 0,0 0 16,0 0-16,0 0 0,25 0 0,-25 0 0,0 0 16,0 0-16,25 0 0,-25 0 0,0 0 0,25 0 15,-25 0-15,0 0 0,0 0 0,25 0 0,-25 0 0,0 0 16,0 0-16,24 0 0,-24 0 0,0 0 0,25 0 15,-25 0-15,0 0 0,0 0 0,25 0 0,-25 0 0,0 0 16,0 0-16,0 0 0,25 0 0,-25 0 0,0 0 0,0 0 16,25 0-16,-25 0 0,0 0 0,0 0 15,0 0-15,0 0 0,25 0 0,-25 0 0,0 0 0</inkml:trace>
  <inkml:trace contextRef="#ctx0" brushRef="#br0" timeOffset="149035.5243">8806 9227 0,'0'0'0,"0"0"0,0 0 0,0 0 15,0 0-15,0 0 0,0 0 0,0 0 0,0 0 0,0 0 16,0-24-16,0 24 0,0 0 0,0 0 0,-25 24 16,25-24-16,0 0 0,0 0 0,0 0 0,0 0 15,0 0-15,0 0 0,0 25 0,0-25 0,0 0 0,0 25 16,0-25-16,0 25 0,0-25 0,0 25 0,0-25 15,-25 24-15,25 1 0,0-25 0,0 25 0,0 0 0,0-25 16,0 25-16,0-25 0,-25 24 0,25 1 0,0-25 16,0 25-16,0-25 0,0 25 0,0-25 0,0 25 0,-25-25 15,25 24-15,0-24 0,0 25 0,0-25 0,0 25 16,0-25-16,0 25 0,-24-25 0,24 25 0,0-25 15,0 24-15,0-24 0,0 0 0,0 25 0,-25-25 0,25 25 16,0-25-16,0 0 0,0 0 0,0 25 0,0-25 16,0 0-16,-25 25 0,25-25 0,0 0 0,0 0 0,0 0 15,0 0-15,0 24 0,0-24 0,0 0 0,0 0 16,0 0-16,0 0 0,0 0 0,0 0 0,0 0 15,0 0-15,0 0 0,0 0 0,0 0 0,0 0 0,0 0 16,0-24-16,0 24 0,0 0 0,0 0 0,0 0 16,0-25-16,-25 25 0,25 0 0,0-25 0,0 25 15,0-25-15,25 0 0,-25 25 0,0-24 0</inkml:trace>
  <inkml:trace contextRef="#ctx0" brushRef="#br0" timeOffset="149438.5474">8806 9227 0,'0'0'0,"0"0"0,0 0 16,24-24-16,-24 24 0,0 0 0,0 0 0,0 0 15,0 0-15,0 0 0,0 0 0,0 0 0,0 0 0,25 0 16,-25 0-16,0 0 0,0 0 0,0 0 0,25 0 16,-25 0-16,0 0 0,25 24 0,-25-24 0,0 0 15,25 0-15,-25 0 0,0 25 0,24-25 0,-24 0 0,0 0 16,0 25-16,25-25 0,-25 0 0,0 25 0,0-25 15,0 0-15,0 0 0,0 25 0,0-25 0,0 0 0,0 24 16,0-24-16,0 0 0,0 0 0,0 25 0,0-25 16,0 0-16,0 25 0,0-25 0,-25 0 0,25 0 0,0 0 15,0 25-15,0-25 0,-24 0 0,24 0 0,0 0 0,-25 25 16,25-25-16,0 0 0,0 0 0,-25 0 15,25 0-15,0 24 0,0-24 0,-25 0 0,25 0 0,0 0 16,0 0-16,-25 0 0,25 25 0,0-25 0,0 0 0,0 0 16,0 0-16,0 0 0,0 0 0,0 0 0,0 0 15,0 0-15,0 0 0,0-25 0,0 25 0,0 0 16,0 0-16,0 0 0,0-24 0</inkml:trace>
  <inkml:trace contextRef="#ctx0" brushRef="#br0" timeOffset="150195.5907">8930 9227 0,'0'0'0,"0"0"16,0 0-16,0 0 0,24 0 0,-24 0 0,0-24 0,0 24 15,0 0-15,25 0 0,-25 0 0,0-25 0,25 25 16,-25 0-16,0 0 0,25-25 0,-25 25 0,25 0 16,-25 0-16,0-25 0,25 25 0,-25 0 0,24-25 0,-24 25 15,25 0-15,-25-24 0,0 24 0,25 0 0,-25 0 0,0-25 16,25 25-16,-25 0 0,0-25 0,0 25 15,25 0-15,-25-25 0,0 25 0,0 0 0,0-25 0,0 25 16,0 0-16,0-25 0,0 25 0,0 0 0,0 0 0,0-24 16,0 24-16,0 0 0,-25 0 0,25-25 0,0 25 15,0 0-15,-25 0 0,25-25 0,0 25 0,0 0 16,-25 0-16,25 0 0,0 0 0,0 0 0,-25 0 0,25-25 15,0 25-15,0 0 0,0 0 0,0 0 0,0 25 0,-24-25 16,24 0-16,0 0 0,0 0 0,0 0 0,0 0 16,0 0-16,0 25 0,0-25 0,0 0 0,0 25 15,0-25-15,0 0 0,-25 24 0,25-24 0,0 25 0,0-25 16,0 0-16,0 25 0,0-25 0,0 25 15,0 0-15,0-25 0,0 25 0,-25-25 0,25 24 0,0-24 16,0 25-16,0 0 0,0-25 0,0 25 0,0-25 0,0 25 16,0-25-16,0 24 0,0 1 0,-25-25 0,25 25 15,0-25-15,0 25 0,0-25 0,0 25 0,0-25 16,0 0-16,-25 24 0,25-24 0,0 25 0,0-25 0,0 0 15,0 0-15,0 25 0,0-25 0,0 0 0,0 0 16,-25 25-16,25-25 0,0 0 0,0 0 0,0 0 16,0 0-16,0 0 0,0 0 0,0 0 0,0 0 0,0 0 15,0 0-15,0 0 0,0 0 0,0 0 0,0 0 0,0 0 16,0 0-16,0 0 0,25 0 0,-25-25 0,0 25 15,0 0-15,0 0 0,0-25 0,25 25 0,-25 0 16,0-25-16,25 25 0,-25 0 0,0-24 0,25 24 0,-25 0 16,0-25-16,25 25 0,-25 0 0,0 0 0,0 0 15,24-25-15,-24 25 0,0 0 0,0 0 0,25 0 0,-25 0 16,0 0-16,0 0 0,0 0 0,0 0 0,0 25 15,25-25-15,-25 0 0,0 0 0,0 0 0,0 25 0,0-25 16,0 0-16,0 24 0,0-24 0,0 0 16,0 25-16,0-25 0,0 0 0,0 25 0,0-25 0,0 0 15,0 25-15,-25-25 0,25 0 0,0 25 0,0-25 0,0 0 16,0 0-16,0 0 0,0 24 0,0-24 0,0 0 15,0 0-15,0 0 0,0 0 0,0 0 0,0 0 0,0 0 16,0 0-16,0 0 0,0 0 0,0 25 0,0-25 16,0 0-16,0 0 0,0 0 0,25 0 0,-25 0 15</inkml:trace>
  <inkml:trace contextRef="#ctx0" brushRef="#br0" timeOffset="151009.6372">9451 9451 0,'49'-149'0,"-49"124"0,25 25 0,-25 0 0,0 0 16,0-25-16,0 25 0,0 0 0,0 0 0,0 0 15,-25-25-15,25 25 0,0 0 0,0 0 0,0 0 0,0 0 0,0 0 16,0 0-16,0 0 0,0 0 0,0 0 0,0 0 0,0 0 15,0 0-15,0 0 0,0 0 0,0 0 0,0 0 0,0 0 16,0 0-16,0 0 0,0 0 0,0 0 0,0 0 16,0 0-16,0 0 0,0 0 0,0 0 0,0 0 0,0 0 0,0 0 15,0 0-15,0 0 0,0 0 0,0 0 0,0 0 0,0 0 16,0 0-16,0 0 0,0 0 0,0 0 0,0 0 0,0 0 15,0 0-15,0 0 0,0 0 0,0 0 0,0 0 0,0 0 16,0 0-16,0 0 0,0 0 0,0 0 0,0 0 0,0 0 16,0 0-16,0 0 0,0 0 0,0 0 0,0 0 0,0 0 15,-25 0-15,25 0 0,0 0 0,0 0 0,0 0 0,0 0 0,0 0 16,0 0-16,0 0 0,0 0 0,0 0 0,0 0 0,0 0 15,0 0-15,0 0 0,0 0 0,0 0 0,0 0 0,0 0 0,0 0 16,0 0-16,0 0 0,0 0 0,0 0 0,0 0 0,0 0 16,0 0-16,0 0 0,0 0 0,0 0 0,0 0 0,0 0 15,0 0-15,0 0 0,0 0 0,0 0 0,0 0 0,0 0 0,0 0 16,0 0-16,0 0 0,0 0 0,25 0 0,-25 0 0,0 0 15,0-24-15</inkml:trace>
  <inkml:trace contextRef="#ctx0" brushRef="#br0" timeOffset="152020.6951">9575 9252 0,'0'0'0,"0"0"15,0 0-15,0 0 0,0 0 0,0 0 0,0 0 0,0 0 16,0 0-16,0 0 0,0 0 0,0 0 0,0 0 15,0 0-15,0 0 0,0 0 0,0 0 0,0 0 0,0 0 16,0 0-16,0 0 0,0 0 0,0 0 0,0 0 16,0 0-16,0-25 0,0 25 0,0 0 0,0 0 15,-25 0-15,25 0 0,0 0 0,0 0 0,0 0 0,0 0 16,0-24-16,0 24 0,0 0 0,0 0 0,0 0 15,0 0-15,-25 0 0,25 0 0,0 0 0,0-25 0,0 25 16,0 0-16,-25 0 0,25 0 0,0 0 0,0 0 16,0 0-16,-25 0 0,25 0 0,0 0 0,0 0 15,0 0-15,0 0 0,-24 0 0,24 0 0,0 0 0,0 0 16,0 0-16,-25 0 0,25 0 0,0 0 0,0 0 15,0 0-15,-25 0 0,25 0 0,0 0 0,0 0 0,0 0 16,0 0-16,-25 25 0,25-25 0,0 0 0,0 0 16,0 0-16,0 0 0,-25 24 0,25-24 0,0 0 0,0 0 15,0 25-15,0-25 0,-24 0 0,24 0 0,0 25 16,0-25-16,0 0 0,0 0 0,0 25 0,0-25 15,0 0-15,-25 25 0,25-25 0,0 0 0,0 24 0,0-24 16,0 0-16,0 25 0,0-25 0,0 0 0,0 0 16,0 25-16,0-25 0,0 0 0,0 0 0,0 25 15,0-25-15,0 0 0,0 0 0,0 25 0,0-25 0,0 0 16,25 0-16,-25 0 0,0 0 0,0 0 0,0 0 15,0 0-15,24 24 0,-24-24 0,0 0 0,0 0 16,0 0-16,25 0 0,-25 0 0,0 0 0,0 0 0,25-24 16,-25 24-16,0 0 0,0 0 0,25 0 0,-25 0 15,0 0-15,25-25 0,-25 25 0,0 0 0,0 0 0,24 0 16,-24-25-16,0 25 0,0 0 0,0 0 0,25 0 15,-25-25-15,0 25 0,0 0 0,0-25 0,0 25 0,25 0 16,-25-24-16,0 24 0,0 0 0,0 0 0,0-25 16,0 25-16,0 0 0,25-25 0,-25 25 0,0 0 0,0-25 15,0 25-15,0 0 0,0 0 0,0 0 0,0-25 16,0 25-16,0 0 0,0 0 0,0 0 0,0 0 0,0 0 15,0 0-15,0 0 0,0 0 0,0 0 0,0 0 16,0 0-16,0 0 0,0 0 0,0 0 0,0 0 16,0 0-16,0 0 0,0 0 0,0 0 0,-25 0 0,25 0 15,0 0-15,0 25 0,0-25 0,0 0 0,0 0 16,0 0-16,0 25 0,0-25 0,0 0 0,0 25 15,0-25-15,-25 0 0,25 25 0,0-25 0,0 24 0,0-24 16,0 0-16,0 25 0,0-25 0,0 0 0,0 25 16,0-25-16,0 0 0,0 25 0,0-25 0,0 0 0,0 25 15,0-25-15,0 0 0,0 0 0,0 0 0,0 24 16,0-24-16,0 0 0,0 0 0,25 0 0,-25 0 0,0 0 15,0 0-15,0 0 0,0 0 0,25 0 0,-25 0 16,0 0-16,0-24 0,25 24 0,-25 0 0,0 0 16,24 0-16,-24-25 0,0 25 0,25 0 0,-25-25 0,0 25 15,0 0-15,0 0 0,0-25 0,0 25 0,25 0 0,-25 0 16,0 0-16,0 0 0,0 0 0,0 0 0,0 0 15</inkml:trace>
  <inkml:trace contextRef="#ctx0" brushRef="#br0" timeOffset="152997.751">9649 9203 0,'25'0'15,"-25"0"-15,0 0 0,0 0 0,0 0 0,0 0 16,0 0-16,0 0 0,0 0 0,0 0 0,0 0 0,0 0 16,0 0-16,0 0 0,0 0 0,0 0 0,0 0 15,0 0-15,0 0 0,0 24 0,0-24 0,0 0 0,0 0 16,0 0-16,0 25 0,0-25 0,0 0 0,0 25 15,-25-25-15,25 25 0,0-25 0,0 25 0,0-25 16,0 0-16,0 24 0,0-24 0,0 25 0,0-25 16,0 25-16,0-25 0,0 0 0,0 25 0,0-25 0,-25 0 15,25 25-15,0-25 0,0 0 0,0 0 0,0 24 16,0-24-16,0 0 0,0 0 0,0 0 0,0 0 0,0 0 15,0 0-15,0 0 0,0 0 0,0 0 0,0 0 16,0 0-16,0 0 0,0 0 0,0 0 0,0 0 0,0 0 16,0 0-16,0 0 0,0 0 0,0 0 0,0-24 15,0 24-15,25 0 0,-25 0 0,0-25 0,0 25 0,0-25 16,25 25-16,-25 0 0,0-25 0,0 25 0,25-25 15,-25 25-15,0 0 0,24-24 0,-24 24 0,0-25 0,25 25 16,-25 0-16,0 0 0,25-25 0,-25 25 0,0 0 16,25 0-16,-25 0 0,0 0 0,0 0 0,25 0 15,-25-25-15,0 25 0,0 0 0,0 0 0,0 0 0,0 0 16,0 0-16,0 25 0,0-25 0,0 0 0,0 0 15,0 0-15,0 0 0,0 25 0,0-25 0,0 0 16,0 0-16,0 25 0,0-25 0,0 0 0,0 24 0,0-24 16,0 0-16,0 25 0,0-25 0,0 25 0,0-25 15,0 0-15,-25 25 0,25-25 0,0 0 0,0 25 0,0-25 16,0 0-16,0 0 0,0 24 0,0-24 0,0 0 15,0 0-15,0 0 0,25 0 0,-25 25 0,0-25 0,0 0 16,0 0-16,0 0 0,0 0 0,0 0 0,0 0 16,24 0-16,-24-25 0,0 25 0,0 0 0,25 0 15,-25 0-15,0 0 0,0-24 0,25 24 0,-25 0 0,0 0 16,25-25-16,-25 25 0,0 0 0,25-25 0,-25 25 15,0 0-15,0-25 0</inkml:trace>
  <inkml:trace contextRef="#ctx0" brushRef="#br0" timeOffset="153995.808">9475 8930 0,'0'0'0,"0"0"0,25 0 0,-25 0 0,0-25 0,0 25 0,0 0 0,0 0 0,25 0 0,-25 0 0,0 0 0,0 0 0,0 0 0,0 0 0,25 0 0,-25 0 0,0 0 0,0 0 0,0 25 0,25-25 0,-25 0 0,0 0 0,0 24 0,0-24 0,0 0 0,24 0 0,-24 25 31,0-25-31,0 0 0,0 0 0,0 25 0,0-25 0,0 0 0,0 0 0,0 0 0,0 0 0,0 0 0,0 0 0,0 0 0,0 0 0,0 0 0,0 0 0,0 0 0,0 0 15,25 0-15</inkml:trace>
  <inkml:trace contextRef="#ctx0" brushRef="#br0" timeOffset="155256.8799">9922 8830 0,'49'25'0,"-49"-25"16,0 0-16,0 0 0,0 0 0,0 0 0,0 0 0,0 0 15,0 0-15,0 0 0,0 0 0,0 0 0,0 0 0,0 0 16,0 0-16,0 0 0,0 0 0,0-25 0,0 25 0,0 0 0,0 0 16,0 0-16,0 0 0,0 0 0,-24 0 0</inkml:trace>
  <inkml:trace contextRef="#ctx0" brushRef="#br0" timeOffset="156253.9372">9773 8781 0,'0'0'0,"0"0"0,0 0 0,0 0 0,0 0 16,0 0-16,0 0 0,0 0 0,0 0 0,0 0 15,0 0-15,0 0 0,0 0 0,0 0 0,0 0 0,0 0 16,0-25-16,0 25 0,0 0 0,0 0 0,0 0 16,0 0-16,0 0 0,0 0 0,0 0 0,0 0 15,0 0-15,0 0 0,0 0 0,0 0 0,0 0 0,0 0 16,0 0-16,0 0 0,0 0 0,0 0 0,0 0 15,0 0-15,0 0 0,0 0 0,0 0 0,0 0 0,0 0 16,0 0-16,0 0 0,0 25 0,25-25 0,-25 0 16,0 0-16,0 0 0,0 0 0,25 0 0,-25 0 0,0 0 15,0 25-15,24-25 0,-24 0 0,0 0 0,25 0 16,-25 0-16,0 0 0,25 24 0,-25-24 0,25 0 15,-25 0-15,25 0 0,-25 0 0,24 0 0,-24 25 0,25-25 16,-25 0-16,0 0 0,25 0 0,-25 0 0,0 0 16,25 0-16,-25 0 0,0 0 0,0 0 0,0 0 0,0 0 15,25 0-15,-25 0 0,0 0 0,0 0 0,0 0 16,0 0-16,0 0 0,0 0 0,0 0 0,-25 0 0,25 0 15,0 0-15,0 0 0,0 0 0,-25 0 0,25 0 16,0 0-16,0 0 0</inkml:trace>
  <inkml:trace contextRef="#ctx0" brushRef="#br0" timeOffset="157625.0156">10641 9103 0,'0'0'16,"0"0"-16,0-24 0,0 24 0,0 0 0,0 0 15,0 0-15,0 0 0,0-25 0,0 25 0,0 0 0,0 0 16,0 0-16,0 0 0,0-25 0,0 25 0,0 0 0,0 0 15,0 0-15,0 0 0,0 0 0,0 0 16,0 0-16,0 0 0,0-25 0,0 25 0,0 0 0,0 0 16,0 0-16,0 0 0,0 0 0,0 0 0,0 0 0,0 0 15,0 0-15,0 0 0,0 25 0,0-25 0,0 0 16,0 0-16,0 0 0,0 25 0,0-25 0,0 25 15,0-25-15,-25 0 0,25 24 0,0 1 0,0-25 0,0 25 16,0-25-16,0 25 0,0 0 0,-24-25 0,24 24 16,0-24-16,0 25 0,0 0 0,0-25 0,0 25 15,-25-25-15,25 25 0,0-25 0,0 24 0,0-24 0,0 25 16,-25-25-16,25 25 0,0-25 0,0 25 0,0-25 0,0 0 15,-25 25-15,25-25 0,0 0 0,0 0 0,0 24 16,0-24-16,0 0 0,0 0 0,0 0 0,0 0 16,0 0-16,0 25 0,0-25 0,0 0 0,0 0 0,0 0 15,0 0-15,0 0 0,0 0 0,0 0 0,0 0 16,0 0-16,0 0 0,0 0 0,0 0 0,0-25 0,0 25 15,0 0-15,0 0 0,0 0 0,0-24 0,0 24 16,0 0-16</inkml:trace>
  <inkml:trace contextRef="#ctx0" brushRef="#br0" timeOffset="157832.0275">10468 9203 0,'0'0'0,"0"0"16,0 0-16,0 0 0,0 0 0,0 0 0,0 0 0,0 0 15,0 0-15,0 0 0,0 0 0,0 0 0,0 0 16,24-25-16,-24 25 0,0 0 0,25 0 0,-25 0 0,0 25 15,25-25-15,-25 0 0,25 0 0,-25 0 0,25 0 16,-25 0-16,0 0 0,24 0 0,-24 0 0,25 0 0,-25 0 16,25 0-16,-25 0 0,25 0 0,-25 0 0,0 0 15,25 0-15,-25 0 0,0 0 0,0 0 0,24 0 16,-24 24-16,0-24 0,0 0 0</inkml:trace>
  <inkml:trace contextRef="#ctx0" brushRef="#br0" timeOffset="158443.0624">10815 9153 0,'0'0'0,"0"0"0,0 0 0,0 0 0,0 0 16,0 0-16,0 0 0,0 0 0,0 0 0,0 0 16,25 0-16,-25 0 0,0 0 0,0 0 0,0 0 0,0 0 15,0 0-15,0 0 0,0 0 0,0 0 0,0 0 16,0 0-16,0 25 0,0-25 0,0 0 0,0 0 15,0 25-15,0-25 0,0 0 0,0 0 0,0 24 0,0-24 16,0 25-16,0-25 0,0 25 0,-25-25 0,25 25 0,0-25 16,0 25-16,0-25 0,0 24 0,0-24 0,0 25 15,0-25-15,0 0 0,0 25 0,0-25 0,0 25 16,0-25-16,0 0 0,0 25 0,0-25 0,0 0 0,0 0 15,0 0-15,0 0 0,0 24 0,25-24 0,-25 0 16,0 0-16,0 0 0,0 0 0,0 0 0,24 0 0,-24 0 16,0 0-16,0-24 0,25 24 0,-25 0 0,0 0 15,25 0-15,-25-25 0,0 25 0,0 0 0,25 0 16,-25-25-16,0 25 0,0 0 0,0-25 0,25 25 0,-25-25 15,0 25-15,0 0 0,0-24 0,0 24 0,0-25 16,24 25-16,-24 0 0,0-25 0,0 25 0,0-25 0,0 25 16,0 0-16,0-25 0,0 25 0,0 0 0,0 0 15,0-24-15,0 24 0,0 0 0,0 0 0,0 0 16,0 0-16,0 0 0,0 0 0,0 0 0,0 0 0,0 0 15,0 0-15,0 0 0,0 0 0,0 24 0,0-24 16,0 0-16,0 0 0,0 25 0,0-25 0,0 0 0,0 25 16,0-25-16,0 25 0,0-25 0,0 0 0,0 25 15,-24-25-15,24 24 0,0-24 0,0 0 0,0 25 0,0-25 16,0 25-16,0-25 0,0 0 0,0 0 0,0 25 15,0-25-15,0 0 0,0 0 0,0 0 0,0 0 16,0 25-16,0-25 0,0 0 0,0 0 0,0 0 0,0 0 16,0-25-16,24 25 0,-24 0 0,0 0 0,0 0 15,0-25-15,0 25 0,0 0 0,0 0 0</inkml:trace>
  <inkml:trace contextRef="#ctx0" brushRef="#br0" timeOffset="158725.0785">11013 8954 0,'0'0'0,"0"0"0,0 0 0,25 0 0,-25 0 0,0 0 15,0 0-15,0 0 0,0 0 0,25 0 0,-25 0 0,0 0 16,0 0-16,0 0 0,25 0 0,-25 25 0,0-25 16,0 0-16,0 0 0,0 0 0,24 25 0,-24-25 15,0 0-15,-24 25 0,24-25 0,0 0 0,0 0 0,0 25 16,0-25-16,-25 0 0,25 0 0,0 25 0,0-25 15,-25 0-15,25 0 0,0 0 0,-25 24 0,25-24 0,0 0 16,-25 0-16,25 0 0,-24 0 0,24 0 0</inkml:trace>
  <inkml:trace contextRef="#ctx0" brushRef="#br0" timeOffset="158967.0924">11187 8781 0,'0'0'0,"0"0"0,0 0 0,25-25 16,-25 25-16,0 0 0,0 0 0,25 0 0,-25 0 0,0 25 15,0-25-15,0 0 0,24 0 0,-24 0 0,0 0 16,0 0-16,0 25 0,0-25 0,0 0 0,0 0 0,0 24 15,0-24-15,0 0 0,0 0 0,-24 25 0,24-25 16,-25 25-16,25-25 0,0 0 0,-25 0 0,0 25 16,25-25-16,-25 0 0</inkml:trace>
  <inkml:trace contextRef="#ctx0" brushRef="#br0" timeOffset="159851.1429">11807 8930 0,'0'0'0,"0"0"16,0 0-16,0 0 0,0 0 0,0 0 0,0 0 15,0 0-15,0 0 0,0 0 0,0 0 0,0 0 0,0 0 16,0 0-16,0 0 0,0 24 0,0-24 0,0 0 15,0 25-15,0-25 0,0 0 0,0 25 0,0-25 0,0 25 16,0 0-16,0-25 0,0 25 0,0-25 0,-25 24 0,25 1 16,0-25-16,0 25 0,0 0 0,-25-25 15,25 25-15,0-1 0,0-24 0,-24 25 0,24 0 0,0-25 16,0 25-16,-25-25 0,25 25 0,0-25 0,0 0 0,0 24 15,0-24-15,-25 0 0,25 25 0,0-25 0,0 0 16,0 0-16,0 25 0,0-25 0,0 0 0,0 0 16,0 0-16,0 0 0,0 0 0,0 0 0,0 0 15,0 0-15,0 0 0,-25 0 0,25 0 0,0 0 0,0 0 16,0 0-16,0-25 0,0 25 0,0 0 0,25 0 0,-25-25 15,0 25-15,0 0 0,0-24 0,0 24 0,25 0 16,-25-25-16,0 25 0,0-25 0,25 25 0,-25 0 0,0-25 16,0 25-16,24 0 0,-24-25 0,0 25 0,0 0 15,25 0-15,-25-24 0,0 24 0,0 0 0,25 0 16,-25 0-16,0 0 0,0 0 0,25 0 0,-25 0 0,0 0 15,0 0-15,25 0 0,-25 24 0,0-24 0,0 0 16,0 0-16,24 0 0,-24 25 0,0-25 0,0 0 0,0 25 16,0-25-16,0 25 0,0-25 0,0 0 0,0 25 15,0-25-15,0 24 0,0-24 0,0 0 16,0 25-16,0-25 0,0 0 0,0 0 0,0 25 0,0-25 15,0 0-15,0 0 0,-24 25 0,24-25 0,0 0 0,0 0 16,-25 0-16,25 25 0,0-25 0,0 0 0,-25 0 0,25 0 16,0 0-16,0 0 0,-25 0 0,25 0 15,0 0-15,-25 0 0,25 0 0,0 0 0,0 0 0,-24 0 16,24 0-16,0 0 0,0 0 0,0 0 0,0-25 0,-25 25 15,25 0-15,0 0 0,0 0 0,0 0 0,0 0 16,0 0-16,0 0 0,0 0 0,0 0 0,0 0 16,0 0-16,0 0 0,25-25 0,-25 25 0,0 0 0,0 0 15,0 0-15,24 0 0,-24-25 0,0 25 0,25 0 0</inkml:trace>
  <inkml:trace contextRef="#ctx0" brushRef="#br0" timeOffset="160508.1803">12229 9327 0,'0'-25'16,"0"25"-16,0 0 0,25 0 0,-25 0 0,0-25 0,0 25 15,0 0-15,0 0 0,0 0 0,0-25 0,-25 25 16,25 0-16,0 0 0,0 0 0,0 0 0,0-25 0,0 25 16,0 0-16,0 0 0,-25 0 0,25 0 0,0 0 15,0 0-15,0 0 0,-25 0 0,25 0 0,0 0 16,0 0-16,-25 0 0,25 0 0,0 0 0,-25 0 0,25 0 15,0 0-15,-24 0 0,24 0 0,0 0 0,-25 0 0,25 25 16,0-25-16,-25 0 0,25 0 0,0 0 0,-25 25 16,25-25-16,0 0 0,0 0 0,-25 25 0,25-25 15,0 0-15,0 25 0,-24-25 0,24 0 0,0 24 16,0-24-16,0 0 0,0 25 0,0-25 0,0 0 0,0 25 15,0-25-15,0 25 0,0-25 0,0 0 0,0 0 16,0 25-16,24-25 0,-24 0 0,0 24 0,0-24 0,0 0 16,0 0-16,25 0 0,-25 0 0,0 0 0,0 0 15,25 0-15,-25 0 0,0 0 0,0 0 0,25 0 16,-25 0-16,0 0 0,25 0 0,-25-24 0,0 24 0,24 0 15,-24 0-15,0-25 0,0 25 0,25 0 0,-25-25 0,0 25 16,0 0-16,25-25 0,-25 25 0,0-25 0,0 25 16,0-24-16,0 24 0,25 0 0,-25-25 0,0 25 15,0 0-15,0-25 0,0 25 0,0 0 0,0 0 0,0 0 16,0-25-16,0 25 0,0 0 0,0 0 0,0 0 15,0 0-15,0 0 0,0 0 0,0 0 0,0 0 0,0 25 16,0-25-16,0 0 0,0 0 0,0 0 0,0 0 16,0 0-16,0 25 0,0-25 0,0 0 0,0 25 0,0-25 15,0 0-15,0 24 0,-25-24 0,25 25 0,0-25 16,0 0-16,0 25 0,0-25 0,0 25 0,0-25 15,0 0-15,0 25 0,0-25 0,0 0 0,0 24 16,0-24-16,0 0 0,0 0 0,0 0 0,0 25 0,0-25 16,25 0-16,-25 0 0,0 0 0,0 0 0,0 0 15,0 0-15,25-25 0,-25 25 0,0 0 0,25 0 0,-25 0 16,0-24-16,24 24 0,-24 0 0,25-25 0,-25 25 15,0 0-15,25-25 0,-25 25 0,25-25 0,-25 25 0,25-25 16</inkml:trace>
  <inkml:trace contextRef="#ctx0" brushRef="#br0" timeOffset="160786.1963">12576 8954 0,'0'0'0,"0"0"0,0 0 0,0 0 15,0 0-15,0 0 0,0 0 0,0 0 0,0 25 0,0-25 16,0 0-16,-25 0 0,25 25 0,0-25 0,0 25 15,0-25-15,0 25 0,0-25 0,-25 25 0,25-25 0,0 24 16,0 1-16,0-25 0,0 25 0,-24 0 0,24-25 16,0 25-16,0-1 0,0 1 0,-25-25 0,25 25 0,0 0 15,0-25-15,0 25 0,0-25 0,-25 24 0,25 1 16,0-25-16,0 25 0,0-25 0,0 0 0,-25 25 15,25-25-15,0 25 0,0-25 0,0 0 0,0 0 0,0 0 16,0 24-16,0-24 0,-25 0 0,25 0 0,0 0 16,0 0-16,0 0 0,0 0 0,0 0 0,0 0 0,0 0 15,0-24-15,0 24 0,0 0 0,0 0 0</inkml:trace>
  <inkml:trace contextRef="#ctx0" brushRef="#br0" timeOffset="161051.2116">12328 9302 0,'0'0'16,"0"0"-16,0 0 0,0 0 0,0 0 0,25 0 15,-25 0-15,0 0 0,0 0 0,25 0 0,-25 0 0,0 0 16,24 0-16,-24 0 0,0 0 0,25 0 0,-25 0 0,25 0 16,-25 0-16,0 0 0,25 0 0,-25 0 0,0 0 15,25-25-15,-25 25 0,0 0 0,0 0 0,24 0 16,-24 0-16,0 0 0,0-25 0,0 25 0,0 0 0,0 0 15,0 0-15</inkml:trace>
  <inkml:trace contextRef="#ctx0" brushRef="#br0" timeOffset="161269.2241">12055 9079 0,'0'0'0,"0"0"0,0-25 0,0 25 0,0 0 16,0 0-16,0 0 0,0 0 0,25 0 0,-25 0 0,0-25 16,0 25-16,25 0 0,-25 0 0,0 0 0,24 0 15,-24-25-15,25 25 0,-25 0 0,25 0 0,-25 0 16,0 0-16,25 0 0,-25 0 0,25 0 0,-25 0 15,25 0-15,-25 0 0,0 0 0,24 0 0,-24 25 0,0-25 16,0 0-16,25 0 0,-25 25 0,0-25 0,0 0 16,0 0-16,0 0 0,0 25 0,0-25 0,0 0 0,0 0 15,0 24-15,25-24 0,-25 0 0,0 0 0,0 0 16,0 0-16,0 0 0,0 0 0,0 0 0,0 0 0</inkml:trace>
  <inkml:trace contextRef="#ctx0" brushRef="#br0" timeOffset="161460.235">12576 8756 0,'0'0'0,"0"0"16,0 0-16,0 0 0,0 0 0,0 25 15,0-25-15,0 0 0,0 0 0,0 25 0,0-25 0,0 0 16,-25 24-16,25-24 0,0 25 0,0-25 0,-25 25 0,25-25 15,0 25-15,0-25 0,-24 25 0,24-25 0,0 24 16,0-24-16,0 0 0,0 25 0,-25-25 0,25 0 16,0 25-16</inkml:trace>
  <inkml:trace contextRef="#ctx0" brushRef="#br0" timeOffset="162075.2702">13345 9079 0,'0'0'0,"0"0"0,0 0 0,0 0 0,0 0 0,0 0 16,0 0-16,0 0 0,0 0 0,0 0 0,25 0 15,-25 0-15,0 0 0,-25 0 0,25 24 0,0-24 0,0 0 16,0 0-16,0 0 0,0 25 0,0-25 0,0 25 16,0-25-16,0 25 0,0-25 0,0 25 0,0-25 0,0 24 15,-25-24-15,25 25 0,0 0 0,0-25 16,0 25-16,0 0 0,0-25 0,0 24 0,-25 1 0,25-25 15,0 25-15,0-25 0,0 25 0,0-25 0,-24 25 0,24-25 16,0 24-16,0-24 0,0 25 0,0-25 0,0 0 16,-25 25-16,25-25 0,0 0 0,0 0 0,0 25 0,0-25 15,0 0-15,0 0 0,-25 0 0,25 0 0,0 0 16,0 0-16,0 0 0,0 0 0,0 0 0,0 0 15,0 0-15,0 0 0,0 0 0,0-25 0,25 25 0,-25 0 16,0-25-16,0 25 0</inkml:trace>
  <inkml:trace contextRef="#ctx0" brushRef="#br0" timeOffset="162431.2905">13618 9227 0,'0'0'0,"0"0"16,0 0-16,0-24 0,0 24 0,0 0 0,0 0 15,0 0-15,0 0 0,0 0 0,0 0 0,0-25 0,0 25 16,0 0-16,0 0 0,-25 0 0,25 0 0,0 0 16,0 0-16,0 0 0,-25 0 0,25 0 0,0 0 0,-25 25 15,25-25-15,0 0 0,-24 0 0,24 0 0,0 24 16,0-24-16,-25 0 0,25 0 0,0 25 0,0-25 15,0 0-15,-25 25 0,25-25 0,0 0 0,0 25 0,0-25 16,0 0-16,0 25 0,0-25 0,0 0 0,0 24 0,0-24 16,0 0-16,0 25 0,25-25 0,-25 0 0,0 25 15,0-25-15,0 0 0,0 25 0,0-25 0,0 0 16,25 25-16,-25-25 0,0 0 0,0 0 0,0 0 15,0 24-15,0-24 0,0 0 0,0 0 0,24 0 0,-24 0 16,0 0-16,0 0 0,0 0 0,0 0 0,0 0 16,0 0-16,25 0 0,-25 0 0,0 0 0,0 0 0,25 0 15,-25 0-15,0 0 0,25-24 0,-25 24 0,0 0 0,0 0 16,25-25-16</inkml:trace>
  <inkml:trace contextRef="#ctx0" brushRef="#br0" timeOffset="162685.305">13742 9277 0,'0'0'15,"0"-25"-15,0 25 0,0 0 0,0 0 0,0 0 16,0 0-16,0 0 0,0 0 0,0 0 0,0 0 0,0 0 15,0 0-15,0 0 0,0 0 0,0 0 0,0 0 16,0 25-16,0-25 0,0 0 0,0 0 0,0 25 0,0-25 16,0 0-16,0 25 0,0-25 0,0 0 0,-25 24 15,25-24-15,0 25 0,0-25 0,0 0 0,0 25 0,0-25 16,0 0-16,0 25 0,0-25 0,0 0 0,0 25 15,0-25-15,0 0 0,0 0 0,0 24 0,0-24 16,0 0-16,0 0 0,0 0 0,0 0 0,0 0 0,0 0 16,0 0-16,0 0 0,0 0 0,0 0 0,0 0 15,25 0-15,-25 0 0,0 0 0,0 0 0,0 0 0,25-24 16,-25 24-16,0 0 0,0-25 0,24 25 0,-24 0 15,0-25-15,25 0 0,-25 25 0</inkml:trace>
  <inkml:trace contextRef="#ctx0" brushRef="#br0" timeOffset="162928.3189">13915 9029 0,'0'0'0,"0"0"0,0 0 0,0 0 16,0 0-16,0 0 0,0 0 0,0 0 0,0 0 15,0 0-15,0 0 0,0 0 0,25 0 0,-25 0 0,0 0 16,25 0-16,-25 0 0,25 0 0,-25 0 0,25 0 15,-25 0-15,24 0 0,-24 0 0,25 0 0,-25 0 0,25 0 16,-25 0-16,25 0 0,-25 0 0,25 25 0,-25-25 16,24 0-16,-24 0 0</inkml:trace>
  <inkml:trace contextRef="#ctx0" brushRef="#br0" timeOffset="164076.384">14684 9153 0,'0'0'0,"0"0"16,0 0-16,0 0 0,0 0 0,0 0 0,0 0 15,0 0-15,0 0 0,0-25 0,0 25 0,0 0 0,0 0 16,0 0-16,0 0 0,0 0 0,0 0 0,0 0 16,0 0-16,0 0 0,0 0 0,0 0 0,0 0 15,0 0-15,0 0 0,0 0 0,0 0 0,0 0 0,0 0 16,0 0-16,0 0 0,0 0 0,0 0 0,0 25 15,0-25-15,0 0 0,0 0 0,0 25 0,0-25 0,-24 0 16,24 25-16,0-25 0,0 0 0,0 24 0,0-24 0,-25 25 16,25-25-16,0 25 0,0-25 0,0 25 0,0 0 15,-25-25-15,25 24 0,0-24 0,0 25 0,0-25 16,0 0-16,0 25 0,0-25 0,-25 0 0,25 25 0,0-25 15,0 0-15,0 25 0,0-25 0,0 0 16,0 0-16,0 24 0,0-24 0,0 0 0,0 0 0,0 0 0,25 0 16,-25 0-16,0 0 0,0 25 0,0-25 0,0 0 15,25 0-15,-25 0 0,0 0 0,0 0 0,0 0 16,25 0-16,-25 0 0,0 0 0,0 0 0,24 0 0,-24 0 15,0 0-15,0 0 0,25-25 0,-25 25 0,0 0 16,25 0-16,-25 0 0,0 0 0,25 0 0,-25-24 0,0 24 16,25 0-16,-25-25 0,0 25 0,24 0 15,-24-25-15,0 25 0,25 0 0,-25-25 0,0 25 0,0-25 16,25 25-16,-25-24 0,0 24 0,0-25 0,25 25 15,-25-25-15,0 25 0,0-25 0,25 25 0,-25-25 0,0 25 16,0-24-16,0 24 0,24 0 0,-24-25 0,0 25 0,0 0 16,0-25-16,0 25 0,0 0 0,25 0 0,-25 0 15,0 0-15,0 0 0,0-25 0,0 25 0,0 0 16,0 0-16,0 0 0,0 0 0,0 0 0,0 0 0,0 0 15,0 0-15,0 25 0,0-25 0,0 0 0,-25 0 16,25 0-16,0 0 0,0 25 0,0-25 0,0 0 0,0 0 16,0 25-16,0-25 0,0 0 0,0 24 0,0-24 15,-24 25-15,24-25 0,0 25 0,0-25 0,0 0 16,0 25-16,0-25 0,-25 25 0,25-25 0,0 24 0,0-24 15,0 25-15,0-25 0,0 0 0,0 25 0,-25-25 16,25 0-16,0 0 0,0 25 0,0-25 0,0 0 0,0 0 16,0 0-16,0 0 0,0 0 0,0 0 0,0 0 15,0 0-15,0 0 0,0 0 0,0 0 0,0 0 0,0 0 16,0 0-16,0 0 0,0 0 0</inkml:trace>
  <inkml:trace contextRef="#ctx0" brushRef="#br0" timeOffset="164408.4036">15180 9426 0,'0'0'0,"0"0"0,0 0 0,0 0 0,0 0 15,0 0-15,0 0 0,0 0 0,0 0 0,0 0 0,25 0 16,-25 25-16,0-25 0,0 0 0,0 0 0,0 0 15,0 24-15,0-24 0,0 0 0,0 0 0,0 25 0,0-25 16,0 0-16,0 25 0,0-25 0,0 0 0,0 25 16,0-25-16,0 0 0,-25 0 0,25 0 0,0 25 15,-24-25-15,24 0 0,0 0 0,-25 24 0,25-24 16,-25 0-16,25 0 0,-25 0 0,25 25 0,0-25 0,-25 0 15,25 0-15,-24 0 0,24 0 0,-25 0 0,25 0 16,0 0-16</inkml:trace>
  <inkml:trace contextRef="#ctx0" brushRef="#br0" timeOffset="165016.4383">15925 9227 0,'0'0'0,"24"0"0,-24 0 0,0 0 16,0 0-16,0 0 0,0-24 0,0 24 0,0 0 0,0 0 16,0 0-16,0 0 0,0 0 0,0 24 0,0-24 0,0 0 15,0 0-15,0 0 0,0 0 0,0 25 0,0-25 16,0 0-16,0 25 0,25-25 0,-25 25 0,0-25 15,0 25-15,0-25 0,0 24 0,0-24 0,0 25 0,0-25 16,-25 25-16,25-25 0,0 25 0,0-25 16,0 25-16,0-25 0,0 0 0,0 24 0,0-24 0,0 0 15,0 25-15,0-25 0,0 0 0,0 0 0,0 0 0,0 0 16,0 0-16,25 0 0,-25 0 0,0 0 0,0 0 15,0 0-15,0 0 0,0 0 0,0 0 0,25 0 0,-25-25 16,0 25-16,0 0 0,25 0 0,-25-24 0,0 24 16,25 0-16,-25-25 0,0 25 0,24-25 0,-24 25 0,25-25 15,-25 25-15,0-25 0,25 1 0,-25 24 0,25-25 16,-25 25-16,25-25 0,-25 25 0,0-25 0,24 25 15,-24 0-15,0-25 0,0 25 0,0 0 0,25 0 0,-25 0 16,0 0-16,0-24 0,0 24 0,0 0 0,0 0 16,0 0-16,0 0 0,0 0 0,0 0 0,0 0 0,0 0 15,0 0-15,0 0 0,0 0 0,0 0 0,25 0 16,-25 0-16,0 0 0,0 0 0,0-25 0,0 25 15</inkml:trace>
  <inkml:trace contextRef="#ctx0" brushRef="#br0" timeOffset="165778.482">17239 9227 0,'0'0'16,"0"0"-16,0 0 0,0 0 0,0-24 0,0 24 0,0 0 15,0 0-15,0 0 0,0-25 0,0 25 0,0 0 16,0 0-16,0-25 0,0 25 0,-25 0 0,25 0 0,0-25 15,0 25-15,0 0 0,0 0 0,0 0 0,0-25 16,-24 25-16,24 0 0,0 0 0,0 0 0,0 0 16,-25-24-16,25 24 0,0 0 0,0 0 0,-25 0 0,25 0 15,0 0-15,-25 0 0,25 0 0,0 0 0,-25 0 0,25 0 16,-24 0-16,24 24 0,0-24 0,-25 0 15,25 0-15,-25 0 0,25 0 0,0 0 0,-25 25 0,25-25 16,0 0-16,-25 0 0,25 0 0,0 0 0,0 25 0,0-25 16,-24 25-16,24-25 0,0 0 0,0 25 0,0-25 15,0 24-15,-25-24 0,25 25 0,0 0 0,0-25 16,0 25-16,0-25 0,0 25 0,0-25 0,-25 24 0,25 1 15,0-25-15,0 25 0,0-25 0,0 25 0,0-25 16,0 0-16,0 25 0,0-25 0,0 24 0,0-24 16,0 0-16,25 25 0,-25-25 0,0 0 0,0 0 0,0 25 15,0-25-15,25 0 0,-25 0 0,0 0 0,0 0 16,24 25-16,-24-25 0,0 0 0,25 0 0,-25 0 0,0 0 15,0 0-15,25 0 0,-25 0 0,0 0 0,25 0 16,-25 0-16,0 0 0,25 0 0,-25-25 0,0 25 0,24 0 16,-24 0-16,0 0 0,0 0 0,25-25 0,-25 25 15,0 0-15,0 0 0,0-25 0,0 25 0</inkml:trace>
  <inkml:trace contextRef="#ctx0" brushRef="#br0" timeOffset="166036.4967">16892 9227 0,'0'0'0,"0"0"0,0 0 0,0 0 15,0 0-15,0 0 0,0 0 0,25 0 0,-25 0 0,0 0 16,0 0-16,25 0 0,-25 0 0,24 0 0,-24 0 16,25 25-16,-25-25 0,25 0 0,-25 0 0,25 0 15,-25 0-15,25 0 0,-1 0 0,-24 0 0,25 0 0,0 0 16,-25 0-16,25 25 0,-25-25 0,25 0 0,-1 0 15,-24 0-15,25 0 0</inkml:trace>
  <inkml:trace contextRef="#ctx0" brushRef="#br0" timeOffset="166516.5239">18033 9103 0,'0'0'0,"0"0"0,0 0 0,0 0 0,0 0 15,0 0-15,0 0 0,0 25 0,0-25 0,0 0 16,0 0-16,0 0 0,0 0 0,0 0 0,0 0 0,-25 25 16,25-25-16,0 0 0,0 25 0,0-25 0,0 25 15,-25-25-15,25 24 0,0 1 0,0-25 0,0 25 16,0 0-16,-24-25 0,24 25 0,0-25 0,0 24 0,0-24 15,-25 25-15,25-25 0,0 25 0,0-25 0,0 25 16,-25-25-16,25 25 0,0-25 0,0 0 0,0 24 16,-25-24-16,25 0 0,0 0 0,0 25 0,0-25 0,0 0 15,0 0-15,-25 0 0,25 25 0,0-25 0,0 0 0,0 0 16,0 0-16,0 0 0,0 0 0,0 0 15,0 0-15,0 0 0,0-25 0,0 25 0,0 0 0,0 0 16,0 0-16</inkml:trace>
  <inkml:trace contextRef="#ctx0" brushRef="#br0" timeOffset="166800.5404">18058 9153 0,'0'0'0,"0"0"0,25 0 15,-25 0-15,0 0 0,0 0 0,0 0 0,0 0 16,0 0-16,24 0 0,-24 0 0,0 0 0,0 0 0,0 0 16,25 0-16,-25 0 0,0 0 0,25 0 0,-25 0 15,0 0-15,25 0 0,-25 0 0,0 0 0,0 25 0,25-25 16,-25 0-16,0 0 0,24 0 0,-24 0 0,0 0 15,25 0-15,-25 0 0,0 0 0,25 0 0,-25 25 0,0-25 16,25 0-16,-25 0 0,0 0 0,0 0 0,25 0 16,-25 0-16,0 0 0,0 0 0,24 0 0,-24 0 15,0 24-15,0-24 0,0 0 0,0 0 0,0 0 0,0 0 16,0 0-16</inkml:trace>
  <inkml:trace contextRef="#ctx0" brushRef="#br0" timeOffset="167070.5559">18008 9401 0,'0'0'0,"0"0"0,0 0 0,0 0 0,0 0 16,0 0-16,0 0 0,0 0 0,0 0 0,0 0 15,0 0-15,0 0 0,0 0 0,0 0 0,0 0 0,0 0 16,0 0-16,0 0 0,0 0 0,0 0 0,0 0 15,0 0-15,0 0 0,0 0 0,0 0 0,25 0 16,-25 0-16,0 0 0,0 0 0,25 0 0,-25 0 0,0 25 16,0-25-16,25 0 0,-25 0 0,0 0 0,0 0 0,24 0 15,-24 0-15,0 0 0,0 0 0,0 0 0,25 0 16,-25 0-16,0 0 0,0 25 0,0-25 0,0 0 15,0 0-15,0 0 0,0 0 0,0 0 0,0 0 0,-25 0 16,25 24-16,0-24 0,0 0 0</inkml:trace>
  <inkml:trace contextRef="#ctx0" brushRef="#br0" timeOffset="167347.5717">17785 9624 0,'0'0'0,"0"0"0,0 0 0,0 0 16,0 0-16,25 0 0,-25 0 0,0 0 0,0 0 16,0 0-16,25 0 0,-25 0 0,0 0 0,0 0 15,0 0-15,24 0 0,-24 0 0,0 0 0,0 0 0,25 0 16,-25 0-16,0 0 0,25 0 0,-25 0 0,0 0 0,25 0 15,-25 0-15,0 0 0,25 0 0,-25 0 0,24 0 16,-24 0-16,25 0 0,-25 0 0,25 0 0,-25 0 16,25 0-16,-25 25 0,25-25 0,-25 0 0,24 0 0,-24 0 15,25 0-15,-25 0 0,0 0 0,0 0 0,25 25 0,-25-25 16,0 0-16</inkml:trace>
  <inkml:trace contextRef="#ctx0" brushRef="#br0" timeOffset="167729.5936">18529 9550 0,'0'0'0,"0"0"0,0 0 0,0 0 16,0 0-16,0 0 0,0 0 0,0 0 0,0 0 15,0 0-15,0 0 0,0 0 0,0 0 0,0 0 16,0 0-16,0 0 0,0 0 0,0 0 0,0 0 0,0 0 16,0 0-16,0 0 0,0 0 0,0 0 0,0 0 15,0 0-15,0 0 0,-25 0 0,25 0 0</inkml:trace>
  <inkml:trace contextRef="#ctx0" brushRef="#br0" timeOffset="168815.6557">19769 9227 0,'0'0'15,"0"0"-15,25 0 0,-25 0 0,0 0 0,0 0 16,0-24-16,25 24 0,-25 0 0,0 0 0,0 0 0,0 0 16,0 0-16,0 0 0,0 0 0,0-25 0,0 25 15,0 0-15,0 0 0,0 0 0,0 0 0,0 0 16,0 0-16,0 0 0,0 0 0,0-25 0,0 25 0,0 0 15,0 0-15,0 0 0,0 0 0,0 0 0,0 0 16,-25 0-16,25 0 0,0 0 0,0 0 0,0-25 16,-25 25-16,25 0 0,0 0 0,0 0 0,0 0 0,0 0 15,-24 0-15,24 0 0,0 0 0,0 0 0,0 0 16,-25 0-16,25 0 0,0 0 0,0 0 0,-25 0 0,25 0 15,0 0-15,0 0 0,-25 0 0,25 25 0,0-25 16,-25 0-16,25 0 0,0 0 0,0 25 0,-24-25 16,24 0-16,0 0 0,0 25 0,-25-25 0,25 24 0,0-24 15,0 25-15,-25 0 0,25-25 0,0 25 0,0 0 16,-25-25-16,25 24 0,0 1 0,0-25 0,0 25 0,0-25 15,0 25-15,0 0 0,0-25 0,0 0 0,0 24 0,0-24 16,0 25-16,25-25 0,-25 0 0,0 0 16,0 25-16,25-25 0,-25 0 0,0 0 0,25 0 0,-25 0 15,24 0-15,1 0 0,-25 0 0,25 0 0,-25-25 0,25 25 16,0 0-16,-25 0 0,24 0 0,-24 0 0,25-25 15,-25 25-15,25 0 0,-25 0 0,25-24 0</inkml:trace>
  <inkml:trace contextRef="#ctx0" brushRef="#br0" timeOffset="170093.7288">19918 9401 0,'0'0'0,"0"0"16,0-25-16,0 25 0,0 0 0,0 0 0,25 0 15,-25 0-15,0-25 0,0 25 0,25 0 0,-25 0 0,0 0 16,25-24-16,-25 24 0,24 0 0,-24 0 0,25-25 16,-25 25-16,25 0 0,-25-25 0,25 25 0,-25 0 15,25-25-15,-25 25 0,24 0 0,-24-25 0,25 25 16,0 0-16,-25-24 0,25 24 0,-25 0 0,25-25 0,-25 25 15,24 0-15,-24-25 0,0 25 0,25 0 0,-25-25 0,0 25 16,25 0-16,-25-25 0,0 25 0,0 0 0,25-24 16,-25 24-16,0 0 0,0-25 0,0 25 0,0 0 15,0 0-15,0-25 0,0 25 0,0 0 0,0-25 0,0 25 16,0 0-16,-25 0 0,25 0 0,0-25 0,0 25 15,0 0-15,0 0 0,-25 0 0,25 0 0,0 0 0,0 0 16,0-25-16,0 25 0,0 0 0,0 0 0,-25 0 16,25 0-16,0 0 0,0 0 0,0 0 0,0 0 15,0 0-15,0 0 0,0 0 0,0 0 0,-24 25 16,24-25-16,0 0 0,0 0 0,0 0 0,0 0 0,0 0 15,0 25-15,-25-25 0,25 0 0,0 0 0,0 25 16,0-25-16,0 0 0,0 25 0,-25-25 0,25 25 0,0-25 16,0 0-16,0 24 0,0-24 0,0 25 0,-25-25 15,25 25-15,0-25 0,0 25 0,0-25 0,0 25 16,-25-25-16,25 24 0,0 1 0,0-25 0,0 25 0,0-25 15,0 25-15,-24-25 0,24 25 0,0-25 0,0 24 0,0-24 16,0 0-16,0 25 0,0-25 0,0 0 0,-25 25 16,25-25-16,0 0 0,0 0 0,0 0 0,0 0 0,0 25 15,0-25-15,0 0 0,0 0 0,0 0 0,0 0 16,0 0-16,0 0 0,0 0 0,0 0 0,0 0 15,0 0-15,0 0 0,0 0 0,0 0 0,0 0 0,0 0 16,0 0-16,25-25 0,-25 25 0,0 0 0,0 0 16,0 0-16,0-25 0,24 25 0,-24 0 0,0-25 0,25 25 15,-25 0-15,0-24 0,25 24 0,-25 0 0,25-25 16,-25 25-16,0 0 0,0 0 0,25-25 0,-25 25 15,0 0-15,0 0 0,24 0 0,-24 0 0,0 0 0,0 0 16,0 0-16,0 0 0,0 0 0,0 0 0,0 0 16,0 0-16,0 0 0,0 0 0,0 25 0,0-25 0,0 0 15,0 0-15,0 0 0,0 25 0,0-25 0,0 0 16,0 24-16,0-24 0,0 0 0,0 25 0,0-25 15,0 0-15,0 25 0,0-25 0,0 0 0,0 25 0,-24-25 16,24 0-16,0 25 0,0-25 0,24 0 0,-24 0 16,0 24-16,0-24 0,0 0 0,0 0 0,0 0 0,0 25 15,0-25-15,0 0 0,0 0 0,0 0 0,0 0 16,25 0-16,-25 0 0,0 0 0,0 0 0,25 0 0,-25 0 15,0 0-15,25 0 0,-25 0 0,0 0 0,0-25 16,25 25-16,-25 0 0,0 0 0,24 0 0,-24 0 16,0-24-16,25 24 0,-25 0 0,0 0 0,25-25 0,-25 25 15,0 0-15,0-25 0,25 25 0,-25 0 0,0-25 16,0 25-16,25 0 0,-25-25 0,0 25 0,0-24 15,0 24-15,0 0 0,0 0 0,0-25 0,24 25 0,-24 0 16,0 0-16,0 0 0,0 0 0,0 0 0,0 0 16,0-25-16,0 25 0,0 0 0,0 0 0,0 0 15,0 0-15,0 0 0,0 25 0,0-25 0,-24 0 0,24 0 16,0 0-16,0 0 0,0 0 0,0 25 0,0-25 0,0 0 15,0 0-15,0 24 0,0-24 0,0 0 0,0 25 16,-25-25-16,25 25 0,0-25 0,0 0 0,0 25 16,0-25-16,0 0 0,0 25 0,0-25 0,0 24 0,0-24 15,0 0-15,0 0 0,0 25 0,0-25 0,0 0 16,0 0-16,0 0 0,0 25 0,0-25 0,25 0 0,-25 0 15,0 0-15,0 0 0,0 0 0,24 0 0,-24 0 16,0 0-16,25 0 0,-25 0 0,0 0 0,25 0 0,-25-25 16,0 25-16,25 0 0,-25 0 0,0 0 0,25 0 15,-25-25-15,24 25 0,-24 0 0,0 0 0,25-24 16,-25 24-16,0 0 0,25-25 0,-25 25 0,0 0 0,0-25 15,25 25-15,-25-25 0,0 25 0,0 0 0,0-25 16,0 25-16,0 0 0,25-24 0,-25 24 0,0 0 16,0 0-16,0-25 0,0 25 0,0 0 0,0 0 0,0 0 15,0 0-15,0 0 0,0 0 0,0 0 0,0 0 16,0 0-16,0 0 0,0 0 0,0 0 0,0 0 0,0 0 15,0 0-15,0 0 0,0 0 0,0 25 0,-25-25 16,25 0-16,0 0 0,0 24 0,0-24 0,0 25 0,0-25 16,0 0-16,0 25 0,0-25 0,-25 0 0,25 25 15,0-25-15,0 0 0,0 25 0,0-25 0,0 0 16,0 24-16,0-24 0,0 0 0,0 0 0,0 25 0,0-25 15,0 0-15,0 0 0,0 0 0,0 0 0,0 0 0,0 0 16,0 0-16,0 25 0,25-25 0,-25 0 0,0 0 16,25 0-16,-25 0 0,0 0 0,25 0 0,-25-25 15,24 25-15,-24 0 0,25 0 0,-25 0 0,25 0 0,-25 0 16,25-25-16,-25 25 0,0 0 0,25-24 0,-25 24 15,24 0-15,-24-25 0</inkml:trace>
  <inkml:trace contextRef="#ctx0" brushRef="#br0" timeOffset="170508.7525">20960 9302 0,'0'0'0,"0"0"16,0 0-16,0 0 0,0 0 0,0 0 0,0 0 0,0 0 15,0 0-15,0 0 0,0 0 0,0 0 0,0 0 0,0 0 16,0 25-16,0-25 0,0 0 0,0 24 0,0-24 16,0 0-16,0 25 0,0-25 0,0 0 0,0 25 15,0-25-15,0 0 0,-25 25 0,25-25 0,0 0 0,0 25 16,0-25-16,0 0 0,0 0 0,0 24 0,0-24 15,0 0-15,0 0 0,0 25 0,0-25 0,0 0 0,-25 0 16,25 0-16,0 0 0,0 0 0,0 0 0,0 0 16,0 0-16,0 0 0,0 0 0,0 0 0,0 0 15,0 0-15,25 0 0,-25 0 0,0-25 0,0 25 16,0 0-16,0 0 0,0-24 0,25 24 0,-25 0 0,0-25 15,0 25-15,25 0 0,-25-25 0,0 25 0,25-25 0,-25 25 16,24-25-16,-24 25 0,0-24 0,25 24 0,-25 0 16,25-25-16,-25 25 0,25 0 0,-25 0 0,25 0 15,-25 0-15,0 0 0,24 0 0,-24 0 0,0 0 0,0 0 16,0 0-16,0 0 0,25 0 0,-25 25 0,0-25 15,0 0-15,0 24 0,-25-24 0,25 0 0,0 25 0,0-25 16,0 0-16,0 25 0,0-25 0,0 0 0,0 0 16,-24 25-16,24-25 0,0 0 0,0 25 0,0-25 0,0 0 15,0 0-15,0 0 0,0 24 0,-25-24 16,25 0-16,0 0 0,0 0 0,25 0 0,-25 25 0,0-25 15,0 0-15,0 0 0,24 0 0,-24 0 0,0 0 0,25 0 16,-25 0-16,25 0 0,0 0 0,-25 0 0,25 0 16</inkml:trace>
  <inkml:trace contextRef="#ctx0" brushRef="#br0" timeOffset="171067.7843">21555 9302 0,'0'0'0,"0"0"0,0-25 0,0 25 0,0 0 0,0-25 15,-25 25-15,25 0 0,0 0 0,0-25 0,0 25 16,0 0-16,0 0 0,0 0 0,0 0 0,0 0 15,-24 0-15,24 0 0,0 25 0,0-25 0,0 0 0,-25 0 16,25 25-16,0-25 0,0 0 0,-25 25 0,25-25 16,0 25-16,0-25 0,-25 24 0,25-24 0,0 25 0,0-25 15,0 0-15,0 25 0,0-25 0,0 25 0,0-25 16,0 0-16,0 25 0,0-25 0,0 0 0,0 0 0,0 24 15,0-24-15,0 0 0,0 0 0,0 0 0,25 25 16,-25-25-16,0 0 0,0 0 0,0 0 0,25 0 16,-25 0-16,0 0 0,25-25 0,-25 25 0,0 0 0,24 0 15,-24 0-15,25-24 0,-25 24 0,0 0 0,25 0 16,-25-25-16,25 25 0,-25 0 0,0-25 0,0 25 15,0-25-15,25 25 0,-25 0 0,0-25 0,0 25 0,0 0 16,0 0-16,0-24 0,0 24 0,0 0 0,0 0 16,0 0-16,0 0 0,0 0 0,0 24 0,0-24 0,0 0 15,-25 25-15,25-25 0,0 0 0,0 25 0,0-25 16,0 25-16,-25 0 0,25-25 0,0 24 0,0-24 0,-25 25 15,25 0-15,0 0 0,0-25 0,0 25 0,-25-1 16,25 1-16,0-25 0,0 25 0,0 0 0,0 0 16,-24-25-16,24 24 0,0 1 0,0-25 0,0 25 0,0-25 15,0 25-15,-25-25 0,25 25 0,0-25 0,0 24 16,0-24-16,0 25 0,0-25 0,0 0 0,0 0 0,0 25 15,0-25-15,-25 0 0,25 0 0,0 0 0,0 0 16,0 0-16,0 0 0,0 0 0,0 25 0,-25-25 16,25 0-16,0 0 0,0 0 0,0 0 0,-25-25 0,25 25 15,0 0-15,0 0 0,-24 0 0,24 0 0,0 0 16,0 0-16,-25-25 0,25 25 0,0 0 0,-25 0 0,25-25 15,0 25-15,0 0 0,-25 0 0,25-24 0,0 24 16,0 0-16,0-25 0,0 25 0,0 0 0,0-25 16,0 25-16,0-25 0,0 25 0,0-25 0,0 25 0</inkml:trace>
  <inkml:trace contextRef="#ctx0" brushRef="#br0" timeOffset="171490.8087">20910 8855 0,'0'0'0,"0"0"0,0 0 0,0 0 0,0 0 16,0 0-16,0 0 0,0 0 0,0 0 0,25 0 16,-25 0-16,0 0 0,0 0 0,0 0 0,0 0 0,25 0 15,-25 0-15,0 0 0,0 25 0,0-25 0,25 0 16,-25 0-16,0 0 0,0 25 0,0-25 0,0 0 15,0 0-15,0 0 0,0 25 0,0-25 0,0 0 0,0 0 16,0 0-16,0 24 0,0-24 0,0 0 0,0 0 16,-25 25-16,25-25 0,0 0 0,0 0 0,0 0 0,-25 0 15,25 0-15,0 25 0,0-25 0,-25 0 0,25 0 16,0 0-16,0 0 0,0 0 0,0 0 0,-24 0 15</inkml:trace>
  <inkml:trace contextRef="#ctx0" brushRef="#br0" timeOffset="171700.8203">21357 8682 0,'25'0'0,"-25"0"0,0 0 0,0 0 0,0 0 0,-25 0 15,25 24-15,0-24 0,0 0 0,0 0 0,0 0 16,-25 25-16,25-25 0,0 25 0,-25-25 0,25 0 16,-25 25-16,25-25 0,0 25 0,-24-25 0,24 24 0,0-24 15,0 25-15,-25-25 0,25 0 0</inkml:trace>
  <inkml:trace contextRef="#ctx0" brushRef="#br0" timeOffset="172712.8786">22597 9054 0,'0'0'0,"0"25"16,0-25-16,0 0 0,0 0 0,0 0 0,0 0 15,0 0-15,0 0 0,0 0 0,0 0 0,0 24 0,0-24 16,0 0-16,0 0 0,0 0 0,0 0 0,0 25 16,0-25-16,0 0 0,0 25 0,0-25 0,0 0 0,0 25 15,0-25-15,0 25 0,0-25 0,0 0 0,0 24 16,0-24-16,0 25 0,0-25 0,-25 25 0,25-25 15,0 0-15,0 25 0,0-25 0,0 0 0,0 25 0,-25-25 16,25 0-16,0 0 0,0 0 0,0 24 0,0-24 16,0 0-16,0 0 0,0 0 0,0 0 0,0 0 15,0 0-15,0 0 0,0 0 0,0 0 0,0 0 0,0 0 16,0 0-16,0 0 0,0 0 0,0 0 0,0 0 15,0-24-15,0 24 0,0 0 0,0 0 0,25-25 0,-25 25 16,0 0-16,0-25 0,25 25 0,-25-25 0,0 25 16,25-25-16,-25 25 0,0-24 0,25 24 0,-25 0 0,24-25 15,-24 25-15,0-25 0,25 25 0,-25 0 0,0-25 16,25 25-16,-25 0 0,0 0 0,25 0 0,-25 0 15,0 0-15,0 0 0,25 0 0,-25 0 0,0 0 0,0 0 16,0 0-16,0 0 0,25 0 0,-25 0 0,0 25 16,0-25-16,0 0 0,0 25 0,0-25 0,0 0 15,0 25-15,0-25 0,0 24 0,0-24 0,0 0 0,0 25 16,-25-25-16,25 25 0,0-25 0,0 25 0,0-25 15,0 0-15,0 25 0,0-25 0,-25 0 0,25 0 16,0 24-16,0-24 0,0 0 0,0 0 0,0 0 0,0 25 16,0-25-16,-25 0 0,25 0 0,0 0 0,0 0 0,0 0 15,0 0-15,0 0 0,0 0 0,0 0 0,0-25 16,0 25-16,0 0 0,25 0 0,-25 0 0,0-24 15,0 24-15,0 0 0,0-25 0,25 25 0,-25-25 0,0 25 16,0 0-16,25-25 0,-25 25 0,0-25 0,24 25 16,-24-24-16,0 24 0,25 0 0,-25 0 0,0-25 0,25 25 15,-25 0-15,0 0 0,25 0 0,-25 0 0,0 0 16,25 0-16,-25 0 0,0 0 0,0 0 0,0 0 0,24 0 15,-24 25-15,0-25 0,0 0 0,0 0 0,0 24 16,0-24-16,0 0 0,0 25 0,0-25 0,0 25 16,0-25-16,-24 0 0,24 25 0,0-25 0,0 0 0,0 25 15,0-25-15,0 0 0,-25 24 0,25-24 0,0 0 16,0 25-16,0-25 0,0 0 0,0 0 0,-25 0 15,25 25-15,0-25 0,0 0 0,0 0 0,0 0 0,0 0 16,0 0-16,0 0 0,25 0 0,-25 0 0,0 0 16,0 0-16,25 0 0,-25 0 0,0 0 0,24 0 0,-24 0 15,25-25-15,-25 25 0</inkml:trace>
  <inkml:trace contextRef="#ctx0" brushRef="#br0" timeOffset="173439.9202">23168 9178 0,'0'0'16,"0"0"-16,0 0 0,0-25 0,0 25 0,0 0 0,0 0 15,0 0-15,0 0 0,0 0 0,0 0 0,0 0 16,0 0-16,0 0 0,0 0 0,0 0 0,0 25 0,0-25 16,0 0-16,0 0 0,0 25 0,0-25 0,-25 0 15,25 24-15,0-24 0,0 25 0,0-25 0,0 25 16,0-25-16,-25 25 0,25-25 0,0 25 0,0-25 0,0 24 15,-25-24-15,25 25 0,0-25 0,0 0 0,0 25 16,0-25-16,0 25 0,0-25 0,0 0 0,0 0 16,-25 25-16,25-25 0,0 0 0,0 0 0,0 24 0,0-24 15,0 0-15,0 0 0,0 0 0,25 0 0,-25 0 16,0 0-16,0 0 0,0 0 0,25 0 0,-25-24 0,0 24 15,25 0-15,-25 0 0,25 0 0,-25-25 0,0 25 16,24 0-16,-24-25 0,25 25 0,-25 0 0,0-25 0,25 25 16,-25 0-16,0-25 0,25 25 0,-25-24 0,0 24 15,0-25-15,25 25 0,-25 0 0,0-25 0,0 25 16,0-25-16,0 25 0,0 0 0,24-25 0,-24 25 0,0 0 15,0-24-15,0 24 0,0 0 0,0 0 0,0 0 16,0 0-16,0 0 0,0 0 0,0 0 0,0 0 0,0 0 16,0 0-16,0 0 0,0 0 0,0 0 0,0 0 15,0 0-15,0 0 0,0 0 0,0 24 0,0-24 16,0 0-16,0 25 0,0-25 0,0 0 0,0 25 0,0-25 15,0 25-15,0-25 0,0 0 0,-24 25 0,24-25 16,0 24-16,0-24 0,0 0 0,0 25 0,0-25 0,-25 0 16,25 25-16,0-25 0,0 0 0,0 0 0,0 0 15,0 25-15,0-25 0,0 0 0,0 0 0,0 0 16,0 0-16,0 0 0,0 0 0,0 0 0,0 0 0,0 0 15,0 0-15,0 0 0,0 0 0,0 0 0,0 0 16,0-25-16,25 25 0,-25 0 0,0 0 0,24-25 0,-24 25 16,0 0-16,25-25 0,-25 25 0,25-24 0,-25 24 15,25 0-15,-25-25 0,25 25 0,-25 0 0,0 0 0,24-25 16,-24 25-16,0 0 0,0 0 0,0 0 0,25 0 15,-25 0-15,0 0 0,0 0 0,0 0 0,0 0 16,0 0-16,0 0 0,0 25 0,0-25 0,0 0 0,-25 25 16,25-25-16,0 0 0,0 0 0,0 24 0,0-24 15,0 0-15,0 25 0,0-25 0,0 25 0,0-25 16,0 0-16,0 0 0,0 25 0,0-25 0,0 0 0,0 25 15,0-25-15,0 0 0,0 0 0,0 0 0,25 0 16,-25 24-16,0-24 0,0 0 0,0 0 0,25 0 0,-25 0 16,25 0-16,-25 0 0,0 0 0,25 0 0,-1 0 15,-24-24-15,25 24 0,-25 0 0,25 0 0,-25 0 0,25 0 16,-25-25-16,25 25 0,-25 0 0,24-25 0,-24 25 15</inkml:trace>
  <inkml:trace contextRef="#ctx0" brushRef="#br0" timeOffset="174082.957">23713 9103 0,'0'0'0,"0"0"16,0 0-16,0 0 0,0 0 0,0 0 0,0 0 16,0 0-16,0 0 0,0 0 0,0 0 0,0-24 15,0 24-15,0 0 0,0 0 0,25 0 0,-25 0 0,0 0 16,25 0-16,-25-25 0,0 25 0,25 0 0,-25 0 15,24 0-15,-24-25 0,25 25 0,0 0 0,-25 0 16,25-25-16,-25 25 0,25 0 0,0-25 0,-25 25 0,24 0 16,-24-25-16,25 25 0,0 0 0,-25 0 0,0-24 0,25 24 15,-25 0-15,0-25 0,25 25 0,-25 0 0,0 0 16,0-25-16,0 25 0,0 0 0,0-25 0,0 25 15,0 0-15,0 0 0,0-25 0,0 25 0,0 0 0,0-24 16,0 24-16,-25 0 0,25 0 0,0-25 0,0 25 16,0 0-16,-25 0 0,25 0 0,0 0 0,0 0 0,0 0 15,-25-25-15,25 25 0,0 0 0,0 0 0,0 0 16,0 25-16,0-25 0,0 0 0,0 0 0,-25 0 15,25 0-15,0 0 0,0 0 0,0 0 0,0 25 0,-24-25 16,24 0-16,0 24 0,0-24 0,0 25 0,0-25 16,-25 25-16,25-25 0,0 25 0,0-25 0,0 25 0,-25-1 15,25-24-15,0 25 0,0 0 0,-25-25 0,25 25 16,0 0-16,-25 0 0,25-25 0,0 24 0,0-24 15,-25 25-15,25 0 0,0-25 0,0 25 0,-24-25 0,24 25 16,0-25-16,0 0 0,0 24 0,0-24 0,0 0 16,0 25-16,-25-25 0,25 0 0,0 0 0,0 25 0,0-25 15,0 0-15,25 0 0,-25 0 0,0 0 0,0 0 16,0 0-16,0 0 0,0 0 0,24 0 0,-24-25 0,0 25 15,0 0-15,25 0 0,-25 0 0,0 0 0,25-25 16,-25 25-16,0 0 0,25 0 0,-25 0 0,0 0 16,0 0-16,0 0 0,0 0 0,0 0 0,0 0 0,0 0 15,0 25 110,0 74-125,-25-99 0,25 0 0,0 25 0,0-25 0,0 0 0,0 25 0,0-25 0,0 0 0,-25 0 0,25 0 0,0 25 0,0-25 0,0 0 0,0 0 0,-25 0 0,25 0 0,0 0 0,0-25 0,-24 25 0,24 0 0,-25 0 0</inkml:trace>
  <inkml:trace contextRef="#ctx0" brushRef="#br0" timeOffset="174224.9651">23465 8830 0,'0'0'0,"0"0"16,-25 0-16,25 0 0,0 0 0,0 0 0,0 0 16,0 0-16,0 0 0,0 0 0,0 0 0,25 0 15,-25 0-15,0 0 0,0 0 0,0 0 0,0 0 0,0-24 16,0 24-16,0 0 0,0 0 0,0 0 0,0 0 15,0 0-15,25 0 0</inkml:trace>
  <inkml:trace contextRef="#ctx0" brushRef="#br0" timeOffset="175443.0347">24904 9054 0,'0'0'0,"0"0"0,0 0 0,0 0 16,0 0-16,0 0 0,0 0 0,0 0 0,0 0 0,0 0 15,0 0-15,0 0 0,0 0 0,0 0 0,0 0 16,0 0-16,0 0 0,0 0 0,0 0 0,0 0 0,0 0 16,0 0-16,0 0 0,0 0 0,0 0 0,0 0 15,0 0-15,0 0 0,0 0 0,0 0 0,0 0 0,0 0 16,0 0-16,0 25 0,0-25 0,0 0 0,0 0 15,0 0-15,0 0 0,0 24 0,0-24 0,0 0 16,0 25-16,-25-25 0,25 0 0,0 25 0,0-25 0,0 25 16,0 0-16,-25-25 0,25 24 0,0-24 0,0 25 0,0-25 15,-25 25-15,25-25 0,0 25 0,0 0 0,0-25 16,0 0-16,-24 24 0,24-24 0,0 25 0,0-25 15,0 25-15,0-25 0,0 0 0,0 0 0,0 25 0,0-25 16,0 0-16,0 0 0,0 25 0,0-25 0,24 0 16,-24 0-16,0 0 0,0 0 0,0 24 0,0-24 15,0 0-15,25 0 0,-25 0 0,0 0 0,0 0 0,25 0 16,-25 0-16,0 0 0,25 0 0,-25 0 0,25-24 15,-25 24-15,0 0 0,25 0 0,-25 0 0,24 0 16,-24-25-16,25 25 0,-25 0 0,0-25 0,25 25 0,-25 0 16,25-25-16,-25 25 0,0 0 0,25-25 0,-25 25 0,0-24 15,0 24-15,24-25 0,-24 25 0,0-25 0,0 25 16,25-25-16,-25 25 0,0-25 0,0 25 0,0-24 15,0 24-15,25 0 0,-25-25 0,0 25 0,0 0 0,0-25 16,0 25-16,0 0 0,0 0 0,0-25 0,0 25 16,0 0-16,0 0 0,0 0 0,0 0 0,0 0 0,0 0 15,0 0-15,0 0 0,0 0 0,0 0 0,0 0 16,0 0-16,0 0 0,0 0 0,0 0 0,0 25 0,0-25 15,0 0-15,0 25 0,-25-25 0,25 0 0,0 25 16,0-25-16,0 24 0,0-24 0,0 25 0,0-25 16,-25 25-16,25-25 0,0 25 0,0-25 0,0 25 0,0-25 15,-24 24-15,24-24 0,0 25 0,0-25 0,0 0 16,0 25-16,0-25 0,-25 25 0,25-25 0,0 0 0,0 0 15,0 25-15,0-25 0,0 0 0,0 0 0,0 0 16,0 0-16,0 0 0,0 24 0,0-24 0,0 0 0,0 0 16,0 0-16,0 0 0,0 0 0,0 0 0,0 0 15,0-24-15,0 24 0</inkml:trace>
  <inkml:trace contextRef="#ctx0" brushRef="#br0" timeOffset="175779.0539">25474 9302 0,'0'0'0,"0"0"0,0 0 0,0 0 15,0 0-15,0 0 0,25 0 0,-25 0 0,0 0 16,0 0-16,25 0 0,-25 25 0,0-25 0,25 0 15,-25 0-15,25 0 0,-25 0 0,24 0 0,-24 0 0,25 0 16,-25 0-16,25 24 0,-25-24 0,25 0 0,0 0 16,-25 0-16,24 0 0,-24 0 0,25 25 0,-25-25 15,0 0-15,25 0 0,-25 0 0,25 0 0,-25 0 0,0 0 16,0 0-16,0-25 0,0 25 0,0 0 0,0 0 15</inkml:trace>
  <inkml:trace contextRef="#ctx0" brushRef="#br0" timeOffset="176027.0682">25648 9203 0,'0'0'0,"0"0"0,0 0 16,0 0-16,0 0 0,0 0 0,0 0 0,0 0 0,0 0 15,0 0-15,0 0 0,0 0 0,0 0 0,0 0 16,0 0-16,0 0 0,0 0 0,0 24 0,0-24 15,0 0-15,0 25 0,0-25 0,0 25 0,0-25 0,0 25 16,0-25-16,-25 25 0,25-25 0,0 24 0,0-24 16,0 25-16,0-25 0,0 25 0,0-25 0,-25 25 0,25-25 15,0 25-15,0-25 0,0 0 0,0 24 0,0-24 16,-24 25-16,24-25 0,0 0 0,0 25 0,0-25 0,0 0 15,0 0-15,0 0 0,0 25 0,0-25 0</inkml:trace>
  <inkml:trace contextRef="#ctx0" brushRef="#br0" timeOffset="176537.0973">26194 9327 0,'0'0'0,"0"-25"0,0 25 16,0 0-16,0 0 0,0 0 0,0 0 0,0 0 0,0 0 15,0 0-15,0 0 0,0 0 0,0 0 0,0 0 16,0 25-16,0-25 0,0 0 0,0 0 0,0 0 0,0 24 15,0-24-15,0 25 0,0-25 0,0 25 0,0-25 16,0 0-16,0 25 0,0-25 0,0 25 0,0-25 0,0 24 16,0-24-16,0 25 0,0-25 0,0 25 0,0-25 15,0 25-15,0-25 0,0 25 0,-25-25 0,25 0 0,0 24 16,0-24-16,0 0 0,0 0 0,0 25 0,0-25 15,0 0-15,0 0 0,0 0 0,0 0 0,0 0 16,0 0-16,0 0 0,0 0 0,0 0 0,0 0 16,25 0-16,-25 0 0,0 0 0,0 0 0,0 0 0,25-25 15,-25 25-15,0 0 0,24 0 0,-24-24 0,0 24 16,25-25-16,-25 25 0,25 0 0,-25-25 0,0 25 0,25-25 15,-25 0-15,25 25 0,-25-24 0,0 24 0,24-25 16,-24 25-16,0-25 0,25 25 0,-25-25 0,0 25 16,0-25-16,25 25 0,-25 0 0,0 0 0,0-24 0,0 24 15,0 0-15,0 0 0,0 0 0,0 0 0,0-25 0,0 25 16,0 0-16,0 0 0,0 0 0,0 0 0,0 0 15,0 0-15,0 0 0,0 0 0,0 0 0,0 0 16,0 0-16,0 0 0,0 0 0,0 0 0,25 0 0,-25 0 16,0 0-16,0 0 0,0 0 0,0 0 0,0 0 15,0 0-15,25 0 0</inkml:trace>
  <inkml:trace contextRef="#ctx0" brushRef="#br0" timeOffset="177461.1502">27682 9302 0,'0'0'0,"0"0"0,0 0 0,0-25 0,0 25 16,0 0-16,0 0 0,0 0 0,0 0 0,0-25 0,0 25 15,0 0-15,0 0 0,0 0 0,0 0 0,-25-25 16,25 25-16,0 0 0,0 0 0,0 0 0,0 0 0,0-24 16,0 24-16,0 0 0,0 0 0,0 0 15,0 0-15,0 0 0,0 0 0,0-25 0,0 25 0,0 0 16,0 0-16,-25 0 0,25 0 0,0 0 0,0 0 0,0 0 15,-24-25-15,24 25 0,0 0 0,0 0 0,0 0 16,-25 0-16,25 0 0,0 0 0,-25 0 0,25 0 0,0 0 16,-25 0-16,25 0 0,-25 0 0,25 0 0,-24 0 15,24 0-15,0 0 0,-25 0 0,25 0 0,0 0 0,-25 0 16,25 0-16,-25 25 0,25-25 0,0 0 0,-25 0 15,25 0-15,0 25 0,-24-25 0,24 0 0,0 24 16,-25-24-16,25 25 0,0-25 0,-25 25 0,25-25 0,0 25 16,0-25-16,-25 25 0,25-25 0,0 24 0,0-24 15,0 25-15,0-25 0,-25 25 0,25-25 0,0 25 16,0-25-16,0 25 0,0-25 0,0 24 0,0-24 0,0 0 15,0 25-15,0-25 0,25 25 0,-25-25 0,0 25 16,0-25-16,0 0 0,0 25 0,25-25 0,-25 0 16,0 24-16,0-24 0,25 0 0,-25 0 0,0 25 0,0-25 15,25 0-15,-25 0 0,0 0 0,24 0 0,-24 0 16,0 0-16,25 0 0,-25 0 0,25 0 0,-25 0 0,25 0 15,-25 0-15,0 0 0,25 0 0,-25 0 0,0 0 16,24 0-16,-24 0 0,0 0 109</inkml:trace>
  <inkml:trace contextRef="#ctx0" brushRef="#br0" timeOffset="177660.1616">27310 9376 0,'0'0'0,"0"0"0,0 0 0,0 0 0,0 0 0,0 0 0,25 0 0,-25 0 0,0 0 0,0 0 15,0 0-15,0 0 0,25 0 0,-25 0 0,0 0 16,24 0-16,-24 0 0,0 0 0,25 0 0,-25 0 0,25 0 16,-25 0-16,0 0 0,25 0 0,-25 0 0,25 0 15,-25 0-15,24 0 0,-24 25 0,25-25 0,-25 0 0,25 0 16,-25 0-16,25 0 0,-25 0 0,0 0 0,25 0 0</inkml:trace>
  <inkml:trace contextRef="#ctx0" brushRef="#br0" timeOffset="179258.253">28426 9128 0,'0'0'16,"0"0"-16,0 0 0,0 0 0,0 0 0,0 0 15,0 0-15,0 0 0,0 0 0,0 0 0,0 0 0,0 0 16,0-25-16,0 25 0,0 0 0,0 0 0,0 0 0,0 0 16,0 0-16,0 0 0,0 0 0,0 0 0,0 0 15,0 0-15,0 0 0,0 0 0,0 0 0,0 0 16,0 0-16,0 0 0,0 0 0,0 0 0,0 0 0,0 0 15,0 0-15,0 0 0,0 0 0,0 0 0,0 0 16,0 0-16,0 0 0,0 0 0,0 0 0,0 0 16,0 0-16,0 0 0,0 0 0,0 0 0,0 0 0,0 0 15,0 0-15,0 0 0,0 0 0,0 0 0,0 0 16,0 0-16,0 0 0,0 0 0,0 0 0,0 0 15,0 0-15,0 0 0,0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0,0 0 16,0 0-16,0 0 0,0 0 0,0 0 0,0 0 15,0 0-15,0 0 0,0 0 0,0 0 0,0 0 16,0 0-16,0 0 0,0 0 0,0 0 0,0 0 16,0 0-16,0 0 0,0 0 0,0 0 0,0 0 15,0 0-15,0 0 0,0 0 0,0 0 0,0 0 0,0 0 16,0 0-16,0 0 0,0 0 0,0 0 0,0 0 0,0 0 15,0 0-15,0 0 0,0 0 0,0 0 0,0 0 16,0 0-16,0 0 0,0 0 0,0 0 0,0 0 16,0 0-16,0 0 0,0 0 0,0 0 0,0 0 0,0 0 15,0 0-15,0 0 0,0 0 0,0 0 0,0 0 0,0 0 16,0 0-16,0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0,0 0 16,0 0-16,0 0 0,0 0 0,-25 0 0,25 0 15,0 25-15,0-25 0,0 0 0,0 25 0,-24-25 16,24 25-16,0-25 0,0 25 0,0-25 0,-25 0 0,25 24 16,0-24-16,0 25 0,-25-25 0,25 25 0,0-25 15,0 25-15,-25-25 0,25 25 0,0-25 0,0 24 0,0-24 16,-25 0-16,25 25 0,0-25 0,0 25 0,0-25 15,-24 0-15,24 25 0,0-25 0,0 0 0,0 25 16,0-25-16,-25 0 0,25 0 0,0 24 0,0-24 0,0 0 16,0 0-16,-25 0 0,25 25 0,0-25 0,0 0 15,0 0-15,0 0 0,0 0 0,0 0 0,0 25 0,0-25 16,-25 0-16,25 0 0,0 0 0,0 0 0,0 0 15,0 0-15,0 0 0,0 0 0,0 0 0,0 0 16,0 0-16,0 0 0,0 0 0,0 0 0,0 0 0,0 0 16,0 0-16,0 0 0,0 0 0,0-25 0,0 25 15</inkml:trace>
  <inkml:trace contextRef="#ctx0" brushRef="#br0" timeOffset="179722.2795">28426 9128 0,'0'0'0,"0"0"15,0 0-15,0-25 0,0 25 0,0 0 0,0 0 0,0 0 16,0 0-16,0 0 0,0 0 0,0 0 0,0 0 0,0 0 15,0 0-15,0 0 0,0 0 0,0 0 0,0 0 16,0 0-16,0 0 0,0 0 0,0 0 0,0 0 16,0 0-16,25 0 0,-25 0 0,0 0 0,0 0 15,0 0-15,0 0 0,0 0 0,0 0 0,0 0 0,0 0 16,0 0-16,0 0 0,0 0 0,0 0 0,0 0 15,0 0-15,0 0 0,25 0 0,-25 0 0,0 0 16,0 0-16,0 0 0,25 25 0,-25-25 0,0 0 0,0 0 16,24 0-16,-24 0 0,0 0 0,25 0 0,-25 0 15,0 0-15,25 0 0,-25 0 0,0 0 0,25 0 0,-25 0 16,0 25-16,25-25 0,-25 0 0,0 0 0,0 0 0,0 0 15,0 0-15,24 0 0,-24 0 0,0 0 16,0 0-16,0 0 0,0 0 0,0 0 0,0 0 0,0 0 16,0 0-16,0 0 0,0 0 0</inkml:trace>
  <inkml:trace contextRef="#ctx0" brushRef="#br0" timeOffset="180052.2984">28302 9327 0,'0'0'0,"0"0"15,0 0-15,0 0 0,0 0 0,0 0 16,0 0-16,0 0 0,-25 0 0,25 0 0,0 0 0,0 0 0,0 0 15,0 0-15,0 0 0,0 0 0,0 0 0,25 0 16,-25 0-16,0 0 0,0 0 0,0 0 0,0 0 0,0 0 16,0 0-16,0 0 0,0 0 0,25 0 0,-25 0 15,0 0-15,0 0 0,25 24 0,-25-24 0,0 0 16,25 0-16,-25 0 0,0 0 0,24 0 0,-24 0 0,0 0 15,25 25-15,-25-25 0,0 0 0,25 0 0,-25 0 16,0 0-16,0 0 0,25 0 0,-25 0 0,0 0 16,0 25-16,25-25 0,-25 0 0,0 0 0,0 0 15,0 0-15,0 0 0,0 0 0,0 0 0,0 0 0,0 0 16</inkml:trace>
  <inkml:trace contextRef="#ctx0" brushRef="#br0" timeOffset="180336.3143">28104 9550 0,'-25'0'16,"25"0"-16,0 0 0,0 0 0,0 0 0,0 0 0,0 0 15,0 0-15,0 0 0,0 0 0,0 0 0,25 0 16,-25 0-16,0 0 0,0 25 0,0-25 0,25 0 0,-25 0 16,0 0-16,0 0 0,24 0 0,-24 0 0,0 0 15,25 0-15,-25 0 0,25 0 0,-25 0 0,0 0 16,25 0-16,-25 0 0,0 0 0,25 0 0,-25 0 0,24 0 15,-24 0-15,0 0 0,25 24 0,-25-24 0,0 0 16,25 0-16,-25 0 0,25 0 0,-25 0 0,0 0 16,25 0-16</inkml:trace>
  <inkml:trace contextRef="#ctx0" brushRef="#br0" timeOffset="182495.4381">4167 10492 0,'0'0'0,"0"0"0,0 0 0,0 0 0,0 0 16,0 0-16,0 0 0,0 0 0,0 0 0,0 0 16,0 0-16,0 0 0,0 0 0,0 0 0,0 0 0,0 0 15,0 0-15,0 0 0,0 0 0,0 0 0,0 0 16,0 0-16,0 0 0,0 0 0,0 0 0,0 0 15,-25 0-15,25 0 0,0 0 0,0 0 0,0 0 0,0 0 16,0 0-16,0 0 0,0 25 0,0-25 0,0 0 16,0 0-16,0 0 0,-24 0 0,24 0 0,0 0 15,0 0-15,0 0 0,0 0 0,0 0 0,-25 0 0,25 0 16,0 0-16,0 0 0,0 0 0,-25 0 0,25 0 0,0 0 15,0 0-15,0-25 0,0 25 0,0 0 0,-25 0 16,25 0-16,0 0 0,0 0 0,0 0 0,0 0 16,0 0-16,0 0 0,0 0 0,0 0 0,0-24 0,0 24 15,0 0-15,0 0 0,0 0 0,0 0 0,25 0 16,-25-25-16,0 25 0,0 0 0,0 0 0,0 0 15,0 0-15,25-25 0,-25 25 0,0 0 0,0 0 0,25 0 16,-25 0-16,0 0 0,0 0 0,0-25 0,24 25 0,-24 0 16,0 0-16,0 0 0,0 0 0,0 0 0,25 0 15,-25 0-15,0 0 0,0 0 0,0 0 0,0 0 16,25 0-16,-25 0 0,0 25 0,0-25 0,0 0 0,0 0 15,0 25-15,25-25 0,-25 0 0,0 0 0,0 25 16,0-25-16,0 0 0,0 24 0,0-24 0,0 0 16,0 25-16,-25-25 0,25 0 0,0 25 0,0-25 0,0 0 15,-25 25-15,25-25 0,0 25 0,0-25 0,-25 0 16,25 24-16,0-24 0,0 0 0,-24 0 0,24 25 15,0-25-15,0 0 0,-25 0 0,25 0 0,0 25 0,0-25 16,0 0-16,-25 0 0,25 0 0,0 0 0,0 0 0,0 0 16,0 0-16,0 0 0,0 0 0,-25 25 0,25-25 15,0 0-15,0 0 0,0 0 0,0 0 0,0 0 16,0 0-16,0 0 0,0 0 0,0 0 0,0 0 0,0 0 15,0 0-15,25-25 0,-25 25 0,0 0 0,0 0 16,0 0-16,0 0 0,0 0 0,0 0 0,25 0 0,-25 0 16,0 0-16,0 0 0,0 0 0,0 0 0,25 0 15,-25 0-15,0 0 0,0 0 0,0 0 0,0 25 0,0-25 16,24 0-16,-24 0 0,0 0 0,0 25 0,0-25 15,0 0-15,25 24 0,-25-24 0,0 0 0,0 0 16,0 25-16,0-25 0,0 0 0,0 25 0,0-25 0,0 0 16,0 25-16,0-25 0,0 0 0,0 25 0,0-25 15,0 0-15,0 24 0,0-24 0,-25 0 0,25 25 0,0-25 16,0 0-16,0 0 0,0 25 0,-24-25 0,24 0 15,0 0-15,0 25 0,-25-25 0,25 0 0,0 0 16,0 0-16,-25 0 0,25 25 0,0-25 0,0 0 0,-25 0 16,25 0-16,0 0 0,0 0 0,-25 0 0,25 0 15,0 0-15,0 0 0,0 0 0,-24 0 0,24 0 0,0 0 16,0-25-16,0 25 0,0 0 0,0 0 0,-25 0 15,25 0-15,0 0 0,0 0 0,0 0 0,0 0 16,0 0-16,0 0 0,0 0 0,0 0 0,0-25 0,0 25 16,0 0-16,0 0 0,0 0 0,0 0 0,0-25 15,0 25-15,0 0 0,0 0 0,0-25 0,0 25 16,0 0-16,0-24 0,0 24 0,0 0 0,25-25 0,-25 25 15,0 0-15,0-25 0,0 25 0</inkml:trace>
  <inkml:trace contextRef="#ctx0" brushRef="#br0" timeOffset="183566.4993">4142 10319 0,'0'0'0,"0"0"0,0 0 0,-24 0 16,24 0-16,0 0 0,0 0 0,-25 0 0,25 0 0,0 0 15,-25 0-15,25 0 0,0 0 0,0 0 0,-25 0 16,25 0-16,0 0 0,0 0 0,-25 0 0,25 0 15,0 0-15,0 0 0,0 0 0,-24 0 0,24 0 16,0-25-16,0 25 0,0 0 0,0 0 0,0 0 0,-25 0 16,25 0-16,0 0 0,0 0 0,0 0 0,0 0 15,0 0-15,0 0 0,0 0 0,0 0 0,0 0 0,-25 0 16,25 0-16,0 0 0,0 0 0,0 0 0,0 0 15,0 0-15,0 0 0,0 0 0,0 0 0,0 0 0,0 0 16,0 0-16,0 0 0,0 0 0,0 0 0,0 0 16,0 0-16,0 0 0,0 0 0,-25 0 0,25 0 0,0 0 15,0 25-15,0-25 0,0 0 0,0 0 0,0 0 16,0 0-16,0 0 0,-25 0 0,25 25 0,0-25 15,0 0-15,0 0 0,0 0 0,0 0 0,0 24 0,-24-24 16,24 0-16,0 0 0,0 25 0,0-25 0,0 0 16,0 0-16,0 0 0,0 25 0,-25-25 0,25 0 15,0 0-15,0 25 0,0-25 0,0 0 0,0 25 0,0-25 16,0 0-16,-25 24 0,25-24 0,0 0 0,0 25 15,0-25-15,0 25 0,0-25 0,0 0 0,-25 25 0,25-25 16,0 25-16,0-25 0,0 0 0,0 24 0,0-24 16,0 25-16,0-25 0,0 0 0,0 25 0,0-25 0,0 0 15,0 25-15,-25-25 0,25 0 0,0 25 0,0-25 16,0 24-16,0-24 0,0 0 0,0 25 0,0-25 15,25 0-15,-25 25 0,0-25 0,0 25 0,0-25 0,0 0 16,0 25-16,0-25 0,0 24 0,0-24 0,0 0 0,25 25 16,-25-25-16,0 0 0,0 25 0,0-25 0,0 25 15,0-25-15,25 0 0,-25 25 0,0-25 0,0 0 16,0 24-16,25-24 0,-25 0 0,0 0 0,0 25 15,0-25-15,24 0 0,-24 25 0,0-25 0,0 0 0,0 0 16,25 25-16,-25-25 0,0 0 0,0 0 0,25 0 16,-25 25-16,0-25 0,25 0 0,-25 0 0,0 0 0,25 0 15,-25 24-15,24-24 0,-24 0 0,0 0 0,25 0 16,-25 0-16,25 0 0,-25 0 0,25 0 0,-25 0 15,25 0-15,-1 0 0,-24 0 0,25 0 0,-25 0 0,25 0 16,-25 0-16,25 0 0,0 0 0,-25 0 0,24 0 0,-24-24 16,25 24-16,-25 0 0,25 0 0,-25 0 0,0 0 15,25 0-15,-25-25 0,25 25 0,-25 0 0,0 0 16,24 0-16,-24-25 0,0 25 0,25 0 0,-25 0 0,0-25 15,0 25-15,25-25 0,-25 25 0,0 0 0,25-24 16,-25 24-16,0-25 0,0 25 0,25-25 0,-25 25 0,0-25 16,0 25-16,0-25 0,24 25 0,-24-24 0,0-1 15,0 25-15,0-25 0,0 0 0,0 25 0,0-25 16,0 1-16,0 24 0,0-25 0,0 0 0,0 25 15,0-25-15,0 0 0,0 25 0,0-24 0,0-1 0,0 25 16,-24-25-16,24 25 0,0-25 0,0 0 0,0 25 16,0 0-16,-25-24 0,25 24 0,0-25 0,0 25 0,0-25 15,-25 25-15,25 0 0,0 0 0,0-25 0,-25 25 16,25 0-16,0 0 0,0 0 0,-25 0 0,25 0 0,0 0 15,-24 0-15,24-25 0,0 25 0,-25 0 0,25 0 16,-25 0-16,25 0 0,-25 0 0,25 0 0,0 0 0,-25 0 16,25 0-16,0 0 0,0 0 0,-24 0 0,24 0 15,0 0-15,0-24 0,0 24 0,0 0 0,0 0 0</inkml:trace>
  <inkml:trace contextRef="#ctx0" brushRef="#br0" timeOffset="185284.5977">6201 10269 0,'0'0'0,"0"0"0,0 0 0,0 0 16,0 0-16,0 0 0,0 0 0,0 0 0,0 0 0,0 0 15,0 0-15,-25 0 0,25 25 0,0-25 0,0 0 16,0 0-16,0 0 0,0 25 0,0-25 0,0 0 15,0 25-15,0-25 0,0 24 0,0-24 0,-24 0 0,24 25 16,0 0-16,0-25 0,0 25 0,0 0 0,0-25 16,0 24-16,-25 1 0,25 0 0,0 0 0,0-25 0,0 25 15,-25-1-15,25 1 0,0 0 0,0 0 0,0-25 16,-25 25-16,25-1 0,0-24 0,0 25 0,0 0 0,-25-25 15,25 25-15,0-25 0,0 25 0,0-25 0,0 24 16,0-24-16,-24 25 0,24-25 0,0 0 0,0 25 16,0-25-16,0 0 0,0 0 0,0 0 0,0 25 0,0-25 15,0 0-15,0 0 0,0 0 0,0 0 0,0 0 0,0 0 16,0 0-16,0 0 0,0 0 0,0 0 0,0 0 15,0 0-15,0 0 0,0 0 0,0 0 0,0 0 16,0 0-16,0 0 0,0 0 0,0 0 0,0 0 16,24 0-16,-24 0 0,0 0 0,0 0 0,0 0 0,0 0 15,25 0-15,-25 0 0,0 0 0,0 0 0,25 0 16,-25 0-16,0 0 0,0 0 0,25 0 0,-25 0 0,25 0 15,-25 0-15,0 0 0,24 0 0,-24 0 0,0 0 16,25 0-16,-25 0 0,0 0 0,25 0 0,-25 0 16,0 0-16,0 0 0,0 0 0,25 0 0,-25 0 0,0 0 15,0 0-15,0 0 0,25-25 0,-25 25 0,0 0 0,0 0 16,0 0-16</inkml:trace>
  <inkml:trace contextRef="#ctx0" brushRef="#br0" timeOffset="186553.6702">6747 10765 0,'0'0'15,"-25"0"-15,25 0 0,0-25 0,0 25 0,0 0 0,-25 0 16,25 0-16,0 0 0,0 0 0,0 0 0,-25-24 15,25 24-15,0 0 0,0 0 0,-24 0 0,24 0 0,0 0 16,0 0-16,-25 0 0,25 0 0,0 0 0,0 0 16,-25 0-16,25 0 0,0 0 0,0 0 0,-25 0 15,25 0-15,0 0 0,0 24 0,-25-24 0,25 0 0,0 0 16,0 0-16,-24 0 0,24 25 0,0-25 15,-25 0-15,25 25 0,0-25 0,0 0 0,0 25 0,-25-25 16,25 0-16,0 25 0,0-25 0,0 0 0,0 24 16,0-24-16,0 25 0,0-25 0,0 0 0,0 25 0,0-25 15,0 0-15,0 25 0,25-25 0,-25 0 0,0 0 0,0 0 16,0 25-16,0-25 0,0 0 0,25 0 0,-25 0 15,0 0-15,0 0 0,0 0 0,24 0 0,-24 0 0,0 0 16,0 0-16,25 0 0,-25 0 0,0 0 0,25 0 16,-25 0-16,0-25 0,25 25 0,-25 0 0,0 0 15,0 0-15,25-25 0,-25 25 0,0 0 0,0-25 0,24 25 16,-24 0-16,0-25 0,0 25 0,0 0 0,25-24 15,-25 24-15,0 0 0,0-25 0,0 25 0,0 0 16,0-25-16,0 25 0,0 0 0,0 0 0,0-25 0,0 25 16,0 0-16,0 0 0,0 0 0,0-25 0,0 25 15,0 0-15,0 0 0,0 0 0,0 0 0,0 0 0,0 0 16,0 0-16,0 0 0,0 0 0,0 0 0,0 0 15,0 0-15,0 0 0,0 25 0,0-25 0,0 0 0,0 0 16,0 0-16,0 0 0,0 25 0,0-25 0,0 0 16,0 25-16,0-25 0,0 0 0,0 25 0,0-25 15,0 24-15,0-24 0,0 25 0,0-25 0,0 0 0,0 25 16,0-25-16,0 0 0,0 25 0,0-25 0,0 0 15,0 0-15,0 0 0,0 25 0,25-25 0,-25 0 0,0 0 16,0 0-16,0 0 0,0 0 0,25 0 0,-25 0 16,0 0-16,0 0 0,0 0 0,25 0 0,-25 0 0,0 0 15,24 0-15,-24-25 0,0 25 0,25 0 0,-25 0 16,25-25-16,-25 25 0,0 0 0,25-25 0,-25 25 15,0-25-15,25 25 0,-25 0 0,0-24 0,0 24 0,0 0 16,0 0-16,0-25 0,0 25 0,25 0 0,-25 0 16,0 0-16,0-25 0,0 25 0,-25 0 0,25 0 15,0 0-15,0 0 0,0 0 0,0 0 0,0 0 0,0 0 16,0 0-16,0 0 0,0 0 0,0 0 0,0 0 15,0 0-15,0 0 0,0 0 0,0 0 0,0 0 0,0 25 16,0-25-16,0 0 0,0 0 0,0 0 0,0 0 16,0 25-16,-25-25 0,25 0 0,0 24 0,0-24 0,25 25 15,-25-25-15,0 0 0,0 25 0,0-25 0,0 25 16,0-25-16,0 0 0,0 25 0,0-25 0,0 0 15,0 0-15,0 24 0,25-24 0,-25 0 0,0 0 0,0 0 16,0 0-16,0 0 0,24 0 0,-24 0 0,0 0 16,0 0-16,25 0 0,-25 0 0,0 0 0,25-24 0,-25 24 15,25 0-15,-25-25 0,25 25 0,-25 0 0,24-25 16,-24 25-16,25 0 0,-25-25 0,25 25 0,-25-25 0,0 25 15,0 0-15,25-24 0,-25 24 0,0 0 0,0-25 16,0 25-16,0 0 0,0-25 0,0 25 0,25 0 16,-50 0-16,25 0 0,0-25 0,0 25 0,0 0 0,0 0 15,0 0-15,0 25 0,0-25 0,0 0 0,0 0 16,0 0-16,0 25 0,0-25 0,0 25 0,-25-25 15,25 24-15,0-24 0,0 25 0,0 0 0,0-25 0,0 25 16,0 0-16,-25-1 0,25-24 0,0 25 0,0 0 16,0 0-16,0 0 0,0-25 0,0 24 0,-25 1 0,25 0 15,0 0-15,0-25 0,0 25 0,0 0 0,0-25 16,-24 24-16,24 1 0,0-25 0,0 25 0,0-25 0,0 0 15,0 25-15,-25-25 0,25 0 0,0 0 0,0 0 16,0 25-16,0-25 0,-25 0 0,25 0 0,0 0 16,0 0-16,0 0 0,-25-25 0,25 25 0,0 0 0,0 0 15,0 0-15,0-25 0,0 25 0,-25 0 0,25-25 16,0 25-16,0-25 0,25 25 0,-25 0 0,0-24 15,0 24-15,0 0 0,0-25 0,25 25 0,-25 0 0,0-25 16,25 25-16,-25 0 0,0-25 0,25 25 0,-25 0 16,0-25-16,0 25 0,24 0 0,-24-25 0,0 25 0,25 0 15,-25-24-15,0 24 0,0 0 0,0-25 0,25 25 16,-25 0-16,0-25 0,0 25 0,0-25 0,0 25 0,0-25 15,0 25-15,0-24 0,0 24 0</inkml:trace>
  <inkml:trace contextRef="#ctx0" brushRef="#br0" timeOffset="186794.6839">6796 10418 0,'0'0'0,"0"0"0,0-25 0,0 25 0,0 0 0,0 0 15,0 0-15,0 0 0,0 0 0,0 0 0,25 0 16,-25 0-16,0 0 0,0 0 0,25 0 0,-25 0 16,0 0-16,25 0 0,-25 0 0,25 0 0,-25 0 0,0 0 15,25 0-15,-25 0 0,0 0 0,24 0 0,-24 25 0,0-25 16,0 0-16,0 0 0,0 0 0,25 0 0,-25 0 15,0 25-15,0-25 0,0 0 0,0 0 0,0 0 16,0 25-16</inkml:trace>
  <inkml:trace contextRef="#ctx0" brushRef="#br0" timeOffset="186986.695">7218 10244 0,'0'0'0,"0"0"0,0 0 0,0 0 16,0 0-16,0 0 0,0 25 0,0-25 0,0 0 15,0 25-15,0-25 0,-25 0 0,25 25 0,0-25 16,0 25-16,0-25 0,-24 24 0,24-24 0,0 25 0,0-25 16,0 0-16,0 25 0,-25-25 0,25 25 0,0-25 15</inkml:trace>
  <inkml:trace contextRef="#ctx0" brushRef="#br0" timeOffset="188136.7608">7937 10840 0,'0'0'0,"0"0"0,0 0 0,25-25 16,-25 25-16,0 0 0,0 0 0,0 0 0,0 0 0,0 0 16,0-25-16,0 25 0,25 0 0,-25 0 0,0-25 15,25 25-15,-25 0 0,0-25 0,25 25 0,-25-24 0,25 24 16,-25 0-16,24-25 0,-24 25 0,0-25 0,25 25 15,-25 0-15,25-25 0,-25 25 0,25-25 0,-25 25 0,0 0 16,25-24-16,-25 24 0,0-25 0,0 25 0,24 0 16,-24 0-16,0 0 0,0-25 0,0 25 0,0 0 15,0 0-15,0 0 0,0 0 0,0 0 0,0 0 0,0 0 16,0 0-16,0 0 0,0 0 0,0 0 0,0 0 15,0 25-15,0-25 0,0 0 0,0 0 0,0 0 16,0 25-16,0-25 0,0 24 0,-24-24 0,24 25 0,0-25 16,0 25-16,0-25 0,0 25 0,0-25 0,0 25 15,0-1-15,0-24 0,0 25 0,0-25 0,0 0 0,0 25 16,-25-25-16,25 25 0,0-25 0,0 0 0,0 25 15,0-25-15,0 0 0,0 24 0,-25-24 0,25 0 0,0 0 16,0 0-16,0 0 0,-25 25 0,25-25 0,0 0 16</inkml:trace>
  <inkml:trace contextRef="#ctx0" brushRef="#br0" timeOffset="188833.8007">9178 10988 0,'0'0'0,"0"0"0,0 0 0,25 0 0,-25 0 0,0 0 0,0-24 0,0 24 0,0 0 0,24-25 0,-24 25 0,0 0 0,0-25 0,0 25 0,25-25 0,-25 25 0,0-25 0,0 25 0,0-24 0,25 24 0,-25-25 0,0 25 0,0-25 0,0 25 0,0-25 15,25 25-15,-25 0 0,0-25 0,0 25 0,0-24 16,0 24-16,0 0 0,0 0 0,0-25 0,0 25 0,0 0 16,0 0-16,0 0 0,0 0 0,0 0 0,0 0 15,0 0-15,0 0 0,0 0 0,0 0 0,25 0 16,-25 0-16,0 0 0,0 0 0,0 25 0,24-25 0,-24 0 15,0 0-15,25 24 0,-25-24 0,0 0 0,0 25 16,0-25-16,25 0 0,-25 25 0,0-25 0,0 25 0,25-25 16,-25 25-16,0-25 0,0 24 0,0-24 0,25 25 15,-25-25-15,0 25 0,0-25 0,0 25 0,0-25 0,0 0 16,0 25-16,0-25 0,0 0 0,0 24 0,0-24 15,0 0-15,0 0 0,0 0 0,0 25 0,0-25 16,0 0-16,0 0 0,0 0 0,-25 0 0,25 0 0,0 0 16,0 0-16,0 0 0,-25 25 0,25-25 0,0 0 0,0-25 15,-25 25-15,25 0 0,0 0 0,0 0 0,-25 0 16,25 0-16,0 0 0,0 0 0,0-25 0,0 25 15,0 0-15,-24 0 0,24 0 0,0 0 0,0-24 0,0 24 16,0 0-16,0 0 0,0 0 0,0 0 0,0 0 16,0 0-16,24-25 0,-24 25 0,0 0 0,0 0 15,0 0-15,0 0 0,25-25 0,-25 25 0,0 0 0</inkml:trace>
  <inkml:trace contextRef="#ctx0" brushRef="#br0" timeOffset="189690.8497">9847 10790 0,'0'0'0,"0"-25"0,0 25 0,-24 0 16,24 0-16,0-25 0,0 25 0,0 0 0,0 0 15,0-24-15,0 24 0,-25 0 0,25 0 0,0 0 0,0 0 16,0 0-16,0-25 0,-25 25 0,25 0 0,0 0 16,0 0-16,0 0 0,0 25 0,-25-25 0,25 0 0,0 0 15,0 0-15,0 0 0,-25 0 0,25 24 0,0-24 16,0 0-16,0 0 0,-24 25 0,24-25 0,0 0 15,0 25-15,0-25 0,0 25 0,-25-25 0,25 25 0,0-25 16,0 24-16,0-24 0,0 25 0,0-25 0,0 25 16,0-25-16,0 25 0,0-25 0,0 25 0,0-25 0,0 24 15,0-24-15,0 0 0,0 0 0,25 25 0,-25-25 16,0 0-16,0 0 0,0 0 0,24 0 0,-24 0 15,0 0-15,0 0 0,25 0 0,-25 0 0,0 0 0,25-25 16,-25 25-16,0 0 0,25-24 0,-25 24 0,0-25 16,25 25-16,-25-25 0,0 25 0,0-25 0,0 25 0,0-25 15,24 25-15,-24 0 0,0-24 0,0 24 0,0-25 16,0 25-16,0 0 0,0-25 0,-24 25 0,24 0 15,0 0-15,0-25 0,0 25 0,0 0 0,0 0 16,0-25-16,0 25 0,-25 0 0,25 0 0,0 0 0,0-24 16,0 24-16,-25 0 0,25 0 0,0 0 0,0-25 0,-25 25 15,25 0-15,0 0 0,0 0 0,-25-25 0,25 25 16,0 0-16,0 0 0,0 0 0,0-25 0,0 25 0,-24 0 15,24 0-15,0 0 0,0-25 0,0 25 16,0 0-16,0 0 0,0-24 0,0 24 0,24 0 0,-24 0 16,0 0-16,0-25 0,0 25 0,25 0 0,-25 0 0,25 0 15,-25-25-15,0 25 94,397-124 124,-397 124-218,0 25 0,-25-25 0,25 0 0,0 25 0,0-25 0,0 24 0,-25-24 0,25 25 0,0-25 0,-24 25 0,24-25 0,0 25 0,0-25 0,0 0 0,-25 25 0,25-25 0,0 0 0,0 24 0</inkml:trace>
  <inkml:trace contextRef="#ctx0" brushRef="#br0" timeOffset="190953.9213">10666 10220 0,'0'0'0,"0"-25"0,0 25 16,0 0-16,0 0 0,0 0 0,0 0 0,0 0 16,0 0-16,0 0 0,0 0 0,0 0 0,0 0 0,0 0 15,0 0-15,0-25 0,0 25 0,0 0 0,0 0 16,0 0-16,0 0 0,0 0 0,0 0 0,0 0 0,0 0 15,0 0-15,0 0 0,0 0 0,0 0 0,0 0 16,0 0-16,0 0 0,0 0 0,0 0 0,0 0 0,0 0 16,0 0-16,0 0 0,-25 0 0,25 25 0,0-25 15,0 0-15,0 0 0,-25 0 0,25 25 0,0-25 16,-24 0-16,24 24 0,0-24 0,-25 25 0,25-25 0,-25 25 15,25-25-15,0 25 0,-25-25 0,25 0 0,-25 25 16,25-25-16,0 24 0,0-24 0,-24 0 0,24 25 16,0-25-16,0 0 0,0 25 0,0-25 0,0 0 0,0 0 15,0 0-15,0 0 0,0 0 0,0 0 0,0 0 0,0 0 16,0 0-16,0-25 0,24 25 0</inkml:trace>
  <inkml:trace contextRef="#ctx0" brushRef="#br0" timeOffset="192399.0043">10864 10939 0,'0'0'0,"0"0"0,0 0 0,0 0 15,0 0-15,0 0 0,0 0 0,0 0 0,25 0 0,-25 0 16,0 0-16,0 0 0,0-25 0,0 25 0,0 0 15,0 0-15,25 0 0,-25 0 0,0 0 0,0-25 16,0 25-16,25 0 0,-25 0 0,0-25 0,25 25 0,-25 0 16,0-24-16,24 24 0,-24 0 0,0-25 0,25 25 0,-25-25 15,25 25-15,-25 0 0,25-25 0,-25 25 0,25-25 16,-25 25-16,24-24 0,1 24 0,-25-25 0,25 0 15,-25 25-15,25-25 0,0 25 0,-25-25 0,25 25 0,-25-24 16,24-1-16,-24 25 0,0-25 0,25 25 0,-25-25 16,0 25-16,25-25 0,-25 25 0,0-24 0,0 24 0,0-25 15,0 25-15,0-25 0,0 25 0,0-25 0,0 25 16,-25-25-16,25 25 0,0-24 0,0 24 0,0 0 15,-25-25-15,25 25 0,0 0 0,0-25 0,-24 25 0,24 0 16,0 0-16,0 0 0,0-25 0,-25 25 0,25 0 16,0 0-16,0 0 0,0 0 0,0 0 0,-25 0 0,25 0 15,0 0-15,0 25 0,0-25 0,-25 0 16,25 0-16,0 25 0,0-25 0,0 0 0,-25 25 0,25-25 15,0 24-15,0-24 0,0 25 0,0-25 0,0 25 0,0-25 16,0 25-16,-25-25 0,25 25 0,0-1 0,0-24 16,0 25-16,0-25 0,0 25 0,0 0 0,0-25 0,0 25 15,0-1-15,0-24 0,0 25 0,0-25 0,0 25 16,0 0-16,0-25 0,0 25 0,0-25 0,-24 24 0,24-24 15,0 25-15,0-25 0,0 25 0,0-25 0,0 25 16,0-25-16,0 0 0,0 25 0,0-25 0,0 0 16,0 24-16,-25-24 0,25 0 0,0 0 0,0 25 0,0-25 15,0 0-15,0 0 0,0 0 0,0 0 0,0 0 16,0 0-16,0 0 0,0 0 0,0 0 0,0 0 0,0 0 15,0 0-15,0 0 0,0 0 0,0 0 0,25 0 16,-25-25-16,0 25 0,0 0 0,0-24 0,24 24 16,-24 0-16,0-25 0,25 25 0,-25-25 0,0 25 15,25-25-15,-25 25 0,25-25 0,-25 25 0,0-24 0,25 24 16,-25-25-16,0 25 0,0 0 0,25-25 0,-25 25 0,0 0 15,0-25-15,0 25 0,0 0 0,0 0 0,0 0 16,0 0-16,0 0 0,0 0 0,0 0 0,0 0 16,0 0-16,0 0 0,0 0 0,0 0 0,0 0 15,0 0-15,0 0 0,-25 0 0,25 0 0,0 25 0,0-25 16,0 0-16,0 0 0,-25 25 0,25-25 0,0 0 0,0 0 15,0 25-15,0-25 0,0 0 0,0 24 0,0-24 16,0 25-16,0-25 0,0 0 0,0 25 0,0-25 0,25 25 16,-25-25-16,0 0 0,0 25 0,0-25 15,25 0-15,-25 0 0,0 24 0,0-24 0,24 0 0,-24 0 16,0 0-16,25 25 0,-25-25 0,0 0 0,25 0 15,-25 0-15,25 0 0,-25 0 0,25 0 0,-25 0 0,24 0 16,1 0-16,-25-25 0,25 25 0,0 0 0,-25 0 16,25 0-16</inkml:trace>
  <inkml:trace contextRef="#ctx0" brushRef="#br0" timeOffset="193879.0889">12055 10716 0,'0'0'0,"0"0"0,-25-25 16,25 25-16,0 0 0,0 0 0,0 0 0,0 0 0,0 0 15,0 0-15,0 0 0,0 0 0,0 0 0,0 0 16,0 0-16,0 0 0,0 0 0,0 0 0,0 0 0,0 0 16,0 0-16,0 0 0,0 0 0,0 0 0,0 0 15,0 0-15,0 0 0,0 0 0,0 0 0,0 0 16,0 0-16,25 0 0,-25 0 0,0 0 0,0 0 0,25 0 15,-25 0-15,0 0 0,25 0 0,-25 0 0,24 0 16,-24 25-16,25-25 0,-25 0 0,25 0 0,0 0 0,-25 0 16,25 0-16,-25 0 0,25 0 0,-1 0 0,-24 0 15,25 0-15,-25 0 0,25 0 0,-25 0 0,25 0 0,-25 0 16,25 0-16,-25 0 0,0 0 0,0 0 0,24 0 15,-24 0-15,0 0 0,0 0 0,0 0 0,0 0 16,0 0-16,0 0 0,0 0 0,0 0 0,0 0 0,0 0 16,0 0-16</inkml:trace>
  <inkml:trace contextRef="#ctx0" brushRef="#br0" timeOffset="194187.1068">12080 10840 0,'0'0'0,"0"0"0,0 0 0,0 0 0,0 0 0,0 0 16,0 0-16,0 0 0,0 0 0,0 0 15,0 0-15,0 0 0,0 0 0,0-25 0,0 25 0,0 0 0,0 0 16,0 0-16,25 0 0,-25 0 0,0 0 0,0 0 15,24 0-15,-24 0 0,0 0 0,25 0 0,-25 0 0,25 0 16,-25 0-16,25 0 0,-25 0 0,25 0 0,-25 0 16,25 0-16,-25 0 0,24 0 0,-24 0 0,25 0 15,-25 0-15,25 0 0,-25 0 0,25 0 0,-25 0 0,0 0 16,25 0-16,-25 0 0,0 0 0,0 0 0,24 0 15,-24 0-15,0 0 0,0 0 0,0 0 0,0 0 16,0 0-16,0 0 0,0 0 0,0 0 0,0 0 0</inkml:trace>
  <inkml:trace contextRef="#ctx0" brushRef="#br0" timeOffset="194486.1239">12254 10592 0,'0'0'0,"0"0"0,0 0 0,-25 0 0,25 0 0,0 0 16,0 0-16,0 0 0,0 0 0,0 0 0,0 0 15,0 0-15,0 0 0,0 24 0,0-24 0,-25 0 0,25 0 16,0 0-16,0 25 0,0-25 0,0 0 0,0 25 15,-25-25-15,25 25 0,0-25 0,0 25 0,0-25 16,-25 24-16,25-24 0,0 25 0,0 0 0,0-25 0,0 25 16,-25 0-16,25-25 0,0 24 0,0-24 0,0 25 15,0 0-15,-24-25 0,24 25 0,0-25 0,0 25 0,0-25 16,0 24-16,0-24 0,0 0 0,0 25 0,0-25 15,0 0-15,0 0 0,0 25 0,-25-25 0,25 0 0,0 0 16</inkml:trace>
  <inkml:trace contextRef="#ctx0" brushRef="#br0" timeOffset="195099.1589">12824 10641 0,'0'0'0,"0"0"0,0 0 0,-25 0 15,25 0-15,0 0 0,0 0 0,0-25 0,0 25 0,0 0 16,0 0-16,0 0 0,0 0 0,0 0 0,-25 25 15,25-25-15,0 0 0,0 0 0,0 0 0,0 0 16,0 0-16,0 0 0,-24 0 0,24 0 0,0 25 0,0-25 16,0 0-16,-25 0 0,25 25 0,0-25 0,0 0 15,-25 25-15,25-25 0,0 24 0,0-24 0,0 25 0,0-25 16,0 25-16,-25-25 0,25 25 0,0-25 0,0 25 15,0-1-15,0-24 0,0 25 0,0-25 0,0 25 0,0-25 16,0 25-16,25-25 0,-25 25 0,0-25 0,0 24 16,0-24-16,0 25 0,0-25 0,25 0 0,-25 25 15,0-25-15,0 0 0,25 25 0,-25-25 0,0 0 0,24 0 16,-24 0-16,0 0 0,25 0 0,-25 0 0,25 0 15,-25-25-15,0 25 0,25 0 0,-25 0 0,25-25 16,-25 25-16,24 0 0,-24-25 0,25 25 0,-25-24 0,0 24 16,25-25-16,-25 25 0,0-25 0,0 0 0,0 25 15,25-25-15,-25 1 0,0 24 0,0-25 0,0 0 16,-25 25-16,25-25 0,0 0 0,0 25 0,0-24 0,0 24 15,0-25-15,-25 25 0,25-25 0,0 25 0,0 0 0,0 0 16,0 0-16,0-25 0,-25 25 0,25 0 0,0 0 16,0 0-16,0 0 0,0 0 0,0 0 0,0 0 15,0 0-15,-24 25 0,24-25 0,0 0 0,0 0 0,0 0 16,0 0-16,0 0 0,0 0 0,0 0 0,0 0 15,0 25-15,0-25 0</inkml:trace>
  <inkml:trace contextRef="#ctx0" brushRef="#br0" timeOffset="196062.2141">13965 10368 0,'0'0'0,"0"0"15,0 0-15,0 0 0,0 0 0,0 0 0,0 0 16,0 0-16,0 0 0,0 0 0,0 0 0,-25 0 15,25 0-15,0 25 0,0-25 0,0 25 0,0-25 0,0 25 16,0-25-16,-25 25 0,25-1 0,0 1 0,0-25 0,0 25 16,0 0-16,-24 0 0,24-1 0,0 1 0,0-25 15,0 25-15,0 0 0,-25 0 0,25-1 0,0-24 16,0 25-16,0 0 0,-25-25 0,25 25 0,0-25 0,0 25 15,0-25-15,0 24 0,0-24 0,0 25 0,-25-25 16,25 0-16,0 0 0,0 25 0,0-25 0,0 0 0,0 0 16,0 0-16,0 0 0,0 0 0,0 0 0,0 0 15,0 0-15,0 0 0,0 0 0,0 0 0,0 0 16,0-25-16,25 25 0,-25 0 0,0 0 0,0-25 0,0 25 15,0-24-15,25 24 0,-25-25 0,0 25 0,25-25 16,-25 25-16,0 0 0,24-25 0,-24 25 0,0-25 16,0 25-16,25 0 0,-25 0 0,0 0 0,0-24 15,25 24-15,-25 0 0,0 0 0,0 0 0,25 0 0,-25 24 16,0-24-16,0 0 0,0 0 0,25 25 0,-25-25 0,0 0 15,0 25-15,0-25 0,0 0 0,0 25 16,0-25-16,0 25 0,0-25 0,0 24 0,0-24 0,0 25 0,0 0 16,0-25-16,0 0 0,0 25 0,0-25 0,0 25 15,0-25-15,0 0 0,0 24 0,-25-24 0,25 0 0,0 25 16,0-25-16,0 0 0,0 0 0,-25 0 0,25 0 15,0 25-15,0-25 0,0 0 0,-25 0 0,25 0 16,0 0-16,0 0 0,-25 0 0,25 0 0,0 0 0,-24-25 16,24 25-16,0 0 0,0 0 0,-25 0 0,25 0 15,0-25-15,0 25 0,0 0 0,0 0 0,-25-24 16,25 24-16,0 0 0,0 0 0,0 0 0,0-25 0,0 25 15,0 0-15,0 0 0,25 0 0,-25 0 0,0 0 16,0 0-16,0 0 0,25-25 0,-25 25 0,0 0 16,24 0-16</inkml:trace>
  <inkml:trace contextRef="#ctx0" brushRef="#br0" timeOffset="196668.2488">14387 10864 0,'0'0'0,"0"-24"0,0 24 0,0 0 0,0-25 16,0 25-16,0 0 0,0-25 0,0 25 0,-25 0 0,25-25 16,0 25-16,0 0 0,0 0 0,0-25 0,0 25 15,-25 0-15,25 0 0,0-24 0,0 24 0,0 0 16,-25 0-16,25 0 0,0 0 0,0 0 0,-25 0 0,25 0 15,0 0-15,0 0 0,-24 0 0,24 0 0,0 0 16,-25 0-16,25 0 0,0 0 0,0 24 0,-25-24 16,25 0-16,0 25 0,0-25 0,-25 0 0,25 25 0,0-25 15,0 25-15,0-25 0,0 25 0,-25-25 0,25 24 0,0-24 16,0 25-16,0-25 0,0 25 0,0-25 0,0 25 15,0-25-15,25 0 0,-25 25 0,0-25 0,0 0 16,0 0-16,0 24 0,0-24 0,0 0 0,0 0 0,25 0 16,-25 25-16,0-25 0,0 0 0,0 0 0,0 0 15,25 0-15,-25 0 0,0-25 0,0 25 0,25 0 0,-25 0 16,0 0-16,24 0 0,-24-24 0,0 24 0,0 0 15,25-25-15,-25 25 0,0 0 0,0-25 0,25 25 16,-25 0-16,0-25 0,0 25 0,0-25 0,25 25 0,-25-24 16,0 24-16,0 0 0,0-25 0,0 25 0,0-25 15,0 25-15,0 0 0,0-25 0,0 25 0,0 0 0,0-25 16,0 25-16,0 0 0,0 0 0,0 0 0,0 0 15,0 0-15,0 0 0,0 0 0,0 0 0,0 0 0,0 0 16,0 25-16,0-25 0,0 0 0,0 25 0,0-25 16,0 25-16,0-25 0,0 25 0,0-25 0,0 24 15,0-24-15,-25 25 0,25-25 0,0 25 0,0 0 0,0-25 16,0 0-16,0 25 0,0-25 0,0 24 0,0-24 15,0 0-15,0 25 0,0-25 0,0 0 0,0 0 0,0 0 16,0 0-16,25 0 0,-25 0 0,0 0 0,0 0 16,0 0-16,0 0 0,0 0 0,25 0 0,-25 0 15,0 0-15,25 0 0,-25-25 0,0 25 0,24 0 0,-24-24 16,25 24-16,-25 0 0,25-25 0,-25 25 0,0-25 15,25 25-15,-25-25 0,25 25 0,-25-25 0,24 1 0</inkml:trace>
  <inkml:trace contextRef="#ctx0" brushRef="#br0" timeOffset="196937.2641">14734 10418 0,'0'0'0,"0"0"16,0 0-16,0 0 0,0-25 0,0 25 0,0 0 0,0 0 15,-25 0-15,25 25 0,0-25 0,0 0 0,0 0 16,0 25-16,0-25 0,0 0 78,0 25-78,0-1 0,0-24 0,0 25 0,-25 0 0,25 0 0,0-25 0,0 25 0,0-1 0,0 1 0,0-25 0,0 25 0,-24 0 0,24 0 0,0-25 15,0 24-15,0 1 0,0-25 0,0 25 0,-25 0 0,25-25 0,0 25 0,0-25 0,0 24 0,0-24 0,0 25 0,-25-25 0,25 0 0,0 25 0,0-25 0,0 0 0,0 0 0,0 25 0,0-25 0,0 0 16,0 0-16,0 0 0,0 0 0,0 0 0,0 0 16,-25 0-16,25-25 0,0 25 0,0 0 0,0 0 15,0 0-15,0-25 0</inkml:trace>
  <inkml:trace contextRef="#ctx0" brushRef="#br0" timeOffset="197140.2758">14536 10790 0,'0'0'0,"0"0"0,0 0 16,24 0-16,-24 0 0,0 0 0,0 0 0,0 0 0,0 0 15,25 0-15,-25 0 0,0 0 0,25 0 0,-25 0 16,0 0-16,25 0 0,-25 0 0,0 0 0,25 0 0,-25 0 15,24 0-15,-24 0 0,0 0 0,25 0 0,-25 0 16,0 0-16,25 0 0,-25 0 0,0 0 0,0-25 16,25 25-16,-25 0 0,0 0 0,0 0 0,0 0 0,0-25 15,0 25-15,0 0 0,-25 0 0</inkml:trace>
  <inkml:trace contextRef="#ctx0" brushRef="#br0" timeOffset="197405.2909">14238 10592 0,'0'0'0,"0"-25"0,0 25 0,0 0 15,0 0-15,0 0 0,0 0 0,0 0 0,0-25 16,0 25-16,0 0 0,25 0 0,-25 0 0,0-25 15,0 25-15,0 0 0,0 0 0,24 0 0,-24-25 0,0 25 16,0 0-16,25 0 0,-25 0 0,0 0 0,25-24 0,-25 24 16,0 0-16,25 0 0,-25 0 0,0 0 0,25 0 15,-25 0-15,0 0 0,25 0 0,-25 0 0,0 0 16,24 0-16,-24 0 0,0 24 0,25-24 0,-25 0 0,0 0 15,0 0-15,0 0 0,25 25 0,-25-25 0,0 0 16,0 0-16,0 0 0,25 0 0,-25 25 0,0-25 0,0 0 16,0 0-16,0 0 0,0 0 0,0 25 0,25-25 15,-25 0-15</inkml:trace>
  <inkml:trace contextRef="#ctx0" brushRef="#br0" timeOffset="197614.3029">14858 10220 0,'0'0'0,"0"0"0,0 24 0,0-24 0,0 0 0,0 25 16,0-25-16,-25 0 0,25 25 0,0-25 0,-25 25 15,25-25-15,0 0 0,-24 25 0,24-25 0,0 24 16,-25-24-16,25 0 0,0 25 0</inkml:trace>
  <inkml:trace contextRef="#ctx0" brushRef="#br0" timeOffset="198268.3403">15925 10542 0,'0'0'0,"0"0"0,0 0 0,0 0 16,0 0-16,0 0 0,0 0 0,0 0 0,0 0 15,0 0-15,0 0 0,0 0 0,0 25 0,0-25 16,-25 25-16,25-25 0,0 24 0,0-24 0,0 25 15,0 0-15,0-25 0,0 25 0,0 0 0,-25-1 0,25-24 16,0 25-16,0 0 0,0-25 0,0 25 0,0 0 16,0-25-16,0 24 0,-25 1 0,25-25 0,0 25 0,0-25 15,0 25-15,0-25 0,0 0 0,0 25 0,0-25 16,0 0-16,0 24 0,-25-24 0,25 0 0,0 0 15,0 0-15,0 25 0,0-25 0,0 0 0,0 0 0,0 0 16,0 0-16,0 0 0,0 0 0,0 0 0,0 0 0,0 0 16,0 0-16,0-25 0,25 25 0,-25 0 0,0-24 15,0 24-15,0 0 0</inkml:trace>
  <inkml:trace contextRef="#ctx0" brushRef="#br0" timeOffset="198622.3603">16272 10666 0,'0'0'0,"0"0"0,0 0 0,0 0 16,0-25-16,0 25 0,0 0 0,0 0 0,0 0 15,0 0-15,0 0 0,-25 0 0,25 0 0,0 0 16,0 0-16,-25 0 0,25 0 0,0 0 0,-25 0 0,25 0 15,0 0-15,-24 0 0,24 0 0,0 0 0,-25 0 16,25 25-16,0-25 0,-25 0 0,25 0 0,0 25 16,-25-25-16,25 25 0,0-25 0,0 0 0,-25 24 0,25-24 15,0 25-15,0-25 0,-24 25 0,24-25 0,0 25 16,0 0-16,0-25 0,0 24 0,0-24 0,0 25 0,0-25 15,0 0-15,0 25 0,0-25 0,0 25 0,0-25 16,0 0-16,0 0 0,24 25 0,-24-25 0,0 0 0,0 0 16,25 0-16,-25 0 0,0 0 0,25 0 0,-25 0 15,0 0-15,25 0 0,-25 0 0,0 0 0,25 0 16,-25 0-16,24 0 0,-24-25 0,25 25 0,-25 0 0,25 0 15,-25 0-15,0-25 0,25 25 0,-25 0 0,25 0 16,-25 0-16,0-25 0</inkml:trace>
  <inkml:trace contextRef="#ctx0" brushRef="#br0" timeOffset="198843.3732">16371 10790 0,'0'0'0,"0"0"16,25 0-16,-25-25 0,0 25 0,0 0 0,0 0 15,0 0-15,0 0 0,0-25 0,0 25 0,0 0 16,0 0-16,0 0 0,0 0 0,0 0 0,0 0 0,0 0 16,-25 25-16,25-25 0,0 0 0,0 0 0,0 0 15,0 25-15,0-25 0,0 0 0,0 25 0,0-25 0,0 25 16,0-25-16,0 24 0,0-24 0,-25 25 0,25-25 15,0 25-15,0-25 0,0 25 0,0-25 0,0 25 0,0-25 16,0 24-16,0-24 0,0 0 0,0 0 0,0 25 16,25-25-16,-25 0 0,0 0 0,0 0 0,0 0 15,0 25-15,0-25 0,0-25 0,0 25 0,0 0 0,25 0 16,-25 0-16,0 0 0,0-25 0,25 25 0,-25-24 15,0 24-15,25-25 0</inkml:trace>
  <inkml:trace contextRef="#ctx0" brushRef="#br0" timeOffset="199085.3864">16520 10468 0,'0'0'0,"0"0"16,0 0-16,0 0 0,0 0 0,0 0 0,0 0 16,0 0-16,0 0 0,0 0 0,0 0 0,0 0 15,0 0-15,0 0 0,0 0 0,25 0 0,-25 0 0,0 0 16,25 0-16,-25 0 0,24 0 0,1 0 0,-25 24 15,25-24-15,-25 0 0,25 0 0,0 0 0,-25 0 16,24 0-16,1 0 0,0 0 0,-25 0 0,25 0 0,0 0 16,-25 0-16,24 0 0,1 25 0,-25-25 0,25 0 15</inkml:trace>
  <inkml:trace contextRef="#ctx0" brushRef="#br0" timeOffset="199267.3973">16966 10988 0,'0'0'0,"0"0"0,0 0 0,0 0 0,0 0 15,0 0-15,0 0 0,0 0 0,0 0 0,0 0 16,0 0-16,0 0 0,0 0 0,0 0 0,0-24 0,0 24 15,0 0-15,0 0 0,0 0 0,0 0 0,0 0 16,0 0-16,0 0 0,-24 0 0,24 0 0,0-25 0,0 25 16,0 0-16,0 0 0</inkml:trace>
  <inkml:trace contextRef="#ctx0" brushRef="#br0" timeOffset="200041.4417">18604 10790 0,'0'-25'0,"0"25"0,24 0 0,-24 0 0,0 0 0,0 0 16,0-25-16,0 25 0,0 0 0,0 0 0,0 0 15,0-24-15,0 24 0,0 0 0,0 0 0,0 0 16,0 0-16,-24-25 0,24 25 0,0 0 0,0 0 0,0 0 15,0 0-15,0-25 0,0 25 0,0 0 0,0 0 16,-25 0-16,25 0 0,0 0 0,0 0 0,-25 0 16,25 0-16,0 0 0,-25 0 0,25 0 0,0 0 0,-25 0 15,25 25-15,-25-25 0,1 0 0,24 0 0,-25 25 16,25-25-16,-25 0 0,25 24 0,-25-24 0,25 25 15,-25 0-15,25-25 0,0 25 0,-24-25 0,24 25 0,0-1 16,0 1-16,0-25 0,0 25 0,0 0 0,0-25 0,0 25 16,0-25-16,0 24 0,24-24 0,-24 25 0,0-25 15,25 25-15,-25-25 0,25 25 0,-25-25 0,0 0 16,25 0-16,-25 25 0,25-25 0,-1 0 0,-24 0 0,25 0 15,0 0-15,-25 0 0,25-25 0,0 25 0,-25 0 16,25 0-16,-1-25 0,1 25 0,-25 0 0,25 0 16,-25-25-16</inkml:trace>
  <inkml:trace contextRef="#ctx0" brushRef="#br0" timeOffset="201290.5131">18777 10939 0,'0'0'0,"0"0"0,0 0 0,0 0 0,0 0 15,0 0-15,0 0 0,0 0 0,0 0 0,0 0 16,0 0-16,0 0 0,0 0 0,0 0 0,0 0 0,0 0 15,0 0-15,0 0 0,25 0 0,-25 0 0,0 0 16,0 0-16,25-25 0,-25 25 0,25 0 0,-25 0 16,24 0-16,-24-25 0,25 25 0,-25 0 0,25-25 0,-25 25 15,25 0-15,0-24 0,-25 24 0,24-25 0,1 25 0,-25 0 16,25-25-16,0 25 0,-25-25 0,25 25 0,-25-25 15,0 25-15,24 0 0,-24-24 0,0 24 0,25-25 16,-25 25-16,0 0 0,0-25 0,0 25 0,0-25 0,0 25 16,0 0-16,0-25 0,0 25 0,0-24 0,0 24 15,0 0-15,0-25 0,0 25 0,0 0 0,0-25 16,-25 25-16,25 0 0,0 0 0,0-25 0,0 25 0,0 0 15,-24 0-15,24 0 0,0 0 0,0 0 0,0 0 16,-25 0-16,25 0 0,0 0 0,0 0 0,0 0 0,-25 0 16,25 0-16,0 25 0,0-25 0,-25 0 0,25 0 15,0 25-15,0-25 0,0 0 0,-25 25 0,25-25 0,0 0 16,0 24-16,0-24 0,-24 25 0,24-25 0,0 25 15,0-25-15,0 25 0,-25-25 0,25 25 0,0-1 16,0-24-16,0 25 0,-25 0 0,25-25 0,0 25 16,0-25-16,0 25 0,0-1 0,0-24 0,-25 25 0,25 0 15,0-25-15,0 25 0,0-25 0,0 25 0,-25-25 0,25 24 16,0-24-16,0 25 0,0-25 0,0 0 0,0 25 15,0-25-15,0 0 0,0 0 0,0 0 0,0 25 0,0-25 16,0 0-16,0 0 0,0 0 0,0 0 0,0 0 16,0 0-16,0 0 0,0 0 0,0-25 0,0 25 15,0 0-15,0 0 0,25 0 0,-25 0 0,0-25 0,25 25 16,-25 0-16,25-25 0,-25 25 0,25 0 0,-25-24 15,24 24-15,-24-25 0,25 25 0,-25 0 0,25-25 16,-25 25-16,0 0 0,25 0 0,-25 0 0,0-25 0,0 25 16,0 0-16,0 0 0,25 0 0,-25 0 0,0 0 15,0 0-15,0 0 0,0 0 0,0 0 0,0 0 0,0 0 16,0 0-16,0 0 0,0 0 0,0 0 0,0 0 15,0 0-15,0 25 0,0-25 0,0 0 0,0 0 0,0 25 16,-25-25-16,25 0 0,0 25 0,0-25 0,0 24 16,0-24-16,0 0 0,0 25 0,0-25 0,0 25 15,0-25-15,0 25 0,0-25 0,0 0 0,0 25 0,0-25 16,0 0-16,0 0 0,0 0 0,0 24 0,0-24 15,0 0-15,0 0 0,25 0 0,-25 0 0,0 0 0,0 0 16,0 0-16,24 0 0,-24 0 0,0 0 0,25 0 16,-25 0-16,25 0 0,-25 0 0,0 0 0,25-24 0,-25 24 15,25 0-15,-25 0 0,24 0 0,-24-25 0,25 25 16,-25 0-16,0-25 0,25 25 0,-25 0 0,25 0 15,-25-25-15,0 25 0,0 0 0,25-25 0,-25 25 0,0-24 16,0 24-16,0 0 0,0-25 0,24 25 0,-24 0 16,0-25-16,0 25 0,0 0 0,0 0 0,0-25 15,0 25-15,0 0 0,0 0 0,0 0 0,0 0 0,0 0 16,0 0-16,0 0 0,0 0 0,0 0 0,0 0 15,0 0-15,0 0 0,0 25 0,0-25 0,0 0 0,-24 0 16,24 0-16,0 25 0,0-25 0,0 0 0,0 25 16,0-25-16,-25 0 0,25 24 0,0-24 0,0 0 0,0 25 15,0-25-15,0 0 0,0 25 0,0-25 0,0 0 16,0 25-16,0-25 0,0 0 0,0 25 0,0-25 15,0 0-15,0 0 0,0 24 0,0-24 0,0 0 0,0 0 16,0 0-16,0 25 0,0-25 0,0 0 0,0 0 16,0 0-16,0 0 0,0 0 0,25 0 0,-25 0 0,0 0 15,0 0-15,0 0 0,24 0 0,-24 0 0,0 0 16,25 0-16,-25-25 0,0 25 0,25 0 0,-25 0 15,25 0-15,-25-24 0,0 24 0,25 0 0,-25 0 0,24-25 16,-24 25-16,0 0 0,25-25 0,-25 25 0,0-25 16,0 25-16,25 0 0,-25-25 0,0 25 0,25 0 0,-25-24 15,0 24-15,0 0 0,0-25 0,0 25 0,0 0 16,0 0-16,0 0 0,0-25 0,0 25 0,0 0 15,0 0-15,0 0 0,0 0 0,0 0 0,0 0 0,0 0 16,0 0-16,0 0 0,0 0 0,0 0 0,0 25 16,0-25-16,0 0 0,0 0 0,0 0 0,0 25 0,0-25 15,0 0-15,-25 24 0,25-24 0,0 0 0,0 25 16,0-25-16,0 25 0,0-25 0,0 0 0,0 25 0,0-25 15,0 25-15,-25-25 0,25 0 0,0 24 0,0-24 16,0 0-16,0 0 0,25 25 0,-25-25 0,0 0 16,0 0-16,0 0 0,0 0 0,0 0 0,0 25 0,0-25 15,25 0-15,-25-25 0,0 25 0,25 0 0,-25 0 0,25 0 16,-25 0-16,24 0 0,-24 0 0,25-25 0,-25 25 15,25 0-15,-25 0 0,25 0 0,-25-24 0,25 24 16,-25 0-16,24-25 0,-24 25 0,25 0 0,-25-25 0,0 25 16,25-25-16</inkml:trace>
  <inkml:trace contextRef="#ctx0" brushRef="#br0" timeOffset="201695.5363">19844 10939 0,'0'0'15,"0"-25"-15,0 25 0,0 0 0,0 0 0,0 0 0,0 0 16,0 0-16,0 0 0,0 0 0,0 0 0,0 0 16,0 0-16,0 0 0,0 0 0,0 25 0,0-25 0,-25 0 15,25 0-15,0 25 0,0-25 0,0 0 0,0 24 0,0-24 16,0 25-16,0-25 0,0 0 0,0 25 0,-25-25 15,25 25-15,0-25 0,0 0 0,0 25 0,0-25 16,0 0-16,0 24 0,0-24 0,0 0 0,-25 0 0,25 25 16,0-25-16,0 0 0,0 0 0,0 0 0,0 0 15,0 0-15,0 0 0,0 0 0,0 0 0,0 0 0,0 0 16,0 0-16,0 0 0,0 0 0,0 0 0,0 0 15,25 0-15,-25-25 0,0 25 0,0 0 0,0-24 0,25 24 16,-25 0-16,0-25 0,25 25 0,-25 0 0,0-25 16,25 25-16,-25-25 0,0 25 0,24 0 0,-24-25 15,0 25-15,25 0 0,-25 0 0,0-24 0,25 24 0,-25 0 16,0 0-16,0 0 0,25 0 0,-25 0 0,0 0 15,0 0-15,0 0 0,0 24 0,0-24 0,0 0 16,0 0-16,0 0 0,0 0 0,0 25 0,0-25 0,0 0 16,0 25-16,0-25 0,0 0 0,0 0 0,0 25 15,-25-25-15,25 0 0,0 0 0,0 25 0,0-25 0,0 0 16,0 0-16,0 0 0,0 24 0,-25-24 0,25 0 15,0 0-15,0 0 0,0 0 0,0 0 0,0 0 0,0 25 16,25-25-16,-25 0 0,0 0 0,0 0 0,25 0 16,-25 0-16,25 0 0,-25 0 0,24 0 0,1 0 15,-25-25-15</inkml:trace>
  <inkml:trace contextRef="#ctx0" brushRef="#br0" timeOffset="202263.5688">20265 10914 0,'0'0'0,"0"0"0,0 0 0,0-25 0,0 25 0,0 0 0,0 0 0,0 0 0,-24 0 0,24 0 0,0 25 0,0-25 0,0 0 0,-25 0 0,25 25 0,0-25 0,0 0 0,0 25 0,-25-25 0,25 24 0,0-24 0,0 25 0,0-25 0,0 0 16,-25 25-16,25-25 0,0 25 0,0-25 0,0 0 15,0 25-15,0-25 0,0 0 0,0 24 0,0-24 0,0 0 16,0 0-16,0 25 0,0-25 0,0 0 0,0 0 16,25 0-16,-25 0 0,0 0 0,0 0 0,0 0 0,25 0 15,-25 0-15,0-25 0,0 25 0,25 0 0,-25 0 16,0 0-16,24-24 0,-24 24 47,0 0-47,25-25 0,-25 25 0,0 0 0,25-25 0,-25 25 0,0 0 0,0-25 0,25 25 0,-25-25 0,0 25 0,0 0 0,0-24 0,25 24 0,-25 0 0,0 0 0,0 0 0,0 0 15,0 0-15,0 0 0,0 0 0,-25 0 0,25 0 0,0 0 16,0 24-16,0-24 0,0 25 0,0-25 0,-25 0 15,25 25-15,0 0 0,0-25 0,-25 25 0,25-1 16,0-24-16,0 25 0,0 0 0,-25 0 0,25-25 0,0 25 16,0 0-16,0-25 0,0 24 78,0 1-78,0-25 0,-24 25 0,24 0 15,0-25-15,0 25 0,0-1 0,0-24 0,-25 25 0,25-25 0,0 25 0,0-25 0,0 25 0,0-25 0,-25 0 0,25 25 0,0-25 0,0 24 0,0-24 0,0 0 0,-25 0 0,25 25 0,0-25 0,0 0 0,0 0 0,-25 0 0,25 25 0,0-25 0,0 0 0,-24 0 0,24 0 0,0 0 0,-25 0 0,25 0 0,0 0 16,0 0-16,-25 0 0,25 0 0,0 0 0,0 0 15,0 0-15,0 0 0,-25 0 0,25 0 0,0 0 16,0 0-16,0-25 0,0 25 0,0 0 0,0 0 0,0-25 16,0 25-16,0 0 0,0-24 0,0 24 0,0-25 0,25 25 15,-25 0-15,0-25 0,0 0 0,0 25 0,0-25 16,0 25-16,0-24 0,25-1 0,-25 25 0</inkml:trace>
  <inkml:trace contextRef="#ctx0" brushRef="#br0" timeOffset="202696.5936">19670 10517 0,'0'0'0,"0"0"0,0 0 0,0-25 0,0 25 0,0 0 15,0 0-15,0 0 0,0 0 0,25 0 0,-25 0 16,0 0-16,0 0 0,0 0 0,25-24 0,-25 24 15,0 24-15,0-24 0,0 0 0,25 0 0,-25 0 0,0 0 16,0 0-16,24 0 0,-24 25 0,0-25 0,0 0 16,0 0-16,0 25 0,0-25 0,0 0 0,0 0 0,0 0 15,0 25-15,0-25 0,0 0 0,0 0 0,-24 0 16,24 25-16,0-25 0,0 0 0,-25 0 0,25 24 0,-25-24 15,25 0-15,0 0 0,-25 25 0,25-25 0,-25 0 16,25 0-16,0 0 0,-24 0 0,24 25 0,0-25 16,-25 0-16,25 0 0,0 0 0</inkml:trace>
  <inkml:trace contextRef="#ctx0" brushRef="#br0" timeOffset="202913.606">20067 10344 0,'25'0'0,"-25"0"0,0 0 16,0 0-16,0 0 0,0 0 0,-25 0 0,25 0 16,0 24-16,0-24 0,-25 0 0,25 25 0,0-25 0,-25 0 15,25 25-15,0-25 0,-24 25 0,24-25 0,-25 25 0,25-25 16,-25 24-16,25-24 0,-25 0 0,25 25 0,0-25 15,-25 25-15,25-25 0</inkml:trace>
  <inkml:trace contextRef="#ctx0" brushRef="#br0" timeOffset="204394.6907">21109 10815 0,'0'-25'0,"25"25"0,-25 0 16,0-25-16,0 25 0,0 0 0,0 0 0,0-25 15,0 25-15,0 0 0,0 0 0,0 0 0,0 0 0,0-24 16,0 24-16,0 0 0,0 0 0,0 0 0,0 0 16,0 0-16,0 0 0,0 0 0,0 0 0,0 0 15,0 24-15,0-24 0,0 0 0,0 0 0,0 0 0,0 25 16,0-25-16,0 0 0,0 25 0,0-25 0,0 25 15,0-25-15,0 25 0,0-25 0,-25 24 0,25-24 16,0 25-16,0 0 0,0-25 0,0 0 0,0 25 0,-25-25 16,25 25-16,0-25 0,0 24 0,0-24 0,0 0 15,0 25-15,0-25 0,0 0 0,-25 0 0,25 0 0,0 25 16,0-25-16,0 0 0,0 0 0,0 0 0,0 0 15,0 0-15,0 0 0,0 0 0,0 0 0,0 0 0,0 0 16,0 0-16,0 0 0,25 0 0,-25 0 0,0-25 16,0 25-16,0 0 0,0 0 0,0 0 0,0-25 15,0 25-15,0 0 0,0-24 0,25 24 0,-25-25 0,0 25 16,0-25-16,25 25 0,-25-25 0,0 25 0,24-25 15,-24 25-15,0-24 0,25 24 0,-25-25 0,0 0 0,25 25 16,-25 0-16,25-25 0,-25 25 0,0 0 0,25-25 16,-25 25-16,0 0 0,0 0 0,24 0 0,-24 0 15,0 0-15,25 0 0,-25 0 0,0 0 0,0 0 16,0 25-16,25-25 0,-25 0 0,0 25 0,0-25 0,0 0 15,0 25-15,0-25 0,0 25 0,0-25 0,0 24 0,0-24 16,0 25-16,-25-25 0,25 0 0,0 25 0,0-25 16,0 25-16,0-25 0,0 0 0,0 25 0,0-25 15,-25 0-15,25 0 0,0 0 0,0 24 0,0-24 0,0 0 16,0 0-16,0 0 0,0 0 0,0 0 0,0 0 15,0 0-15,0 0 0,0 0 0,0 0 0,0 0 16,0 0-16,0 0 0,0 0 0,0 0 0,0 0 0,0 0 16,0-24-16,0 24 0,0 0 0,0-25 0,25 25 0,-25 0 15,0-25-15,0 25 0,0 0 0,0-25 0,25 25 16,-25 0-16,0-25 0,0 25 0,25 0 0,-25-24 15,0 24-15,0 0 0,25 0 0,-25 0 0,0-25 0,24 25 16,-24 0-16,0 0 0,0 0 0,25 0 0,-25 0 16,0 0-16,25 0 0,-25 0 0,0 25 0,0-25 0,0 0 15,25 0-15,-25 24 0,0-24 0,0 0 0,0 25 16,0-25-16,0 0 0,0 25 0,0-25 0,-25 0 15,25 25-15,0-25 0,0 0 0,0 25 0,0-25 0,0 0 16,0 24-16,0-24 0,0 0 0,-25 0 0,25 25 16,0-25-16,0 0 0,0 0 0,0 25 0,0-25 0,0 0 15,-25 0-15,25 0 0,0 0 0,0 25 0,0-25 16,0 0-16,0 0 0,25 0 0,-25 0 0,0 0 15,0 0-15,0 0 0,25 0 0,-25 0 0,25 0 0,-25 0 16,25-25-16</inkml:trace>
  <inkml:trace contextRef="#ctx0" brushRef="#br0" timeOffset="205089.7304">21704 10864 0,'0'0'0,"0"0"16,0 0-16,0-24 0,0 24 0,0 0 0,0 0 0,0 0 15,0 0-15,0 0 0,0 0 0,0 0 0,0 0 16,0 0-16,0 0 0,0 0 0,0 24 0,0-24 0,0 0 15,0 0-15,0 25 0,0-25 0,0 0 0,0 25 16,-25-25-16,25 25 0,0-25 0,0 0 0,0 25 16,0-25-16,0 24 0,-25-24 0,25 25 0,0-25 0,0 25 15,0-25-15,0 0 0,0 25 0,0-25 0,0 0 16,0 25-16,0-25 0,0 0 0,0 24 0,0-24 0,0 0 15,0 0-15,0 0 0,0 0 0,0 25 0,0-25 16,0 0-16,0 0 0,25 0 0,-25 0 0,0 0 16,0-25-16,0 25 0,25 0 0,-25 0 0,0 0 0,25 0 15,-25-24-15,25 24 0,-25 0 0,0 0 0,25-25 16,-25 25-16,0 0 0,0 0 0,24-25 0,-24 25 15,0-25-15,25 25 0,-25 0 0,0-25 0,25 25 0,-25-24 16,0 24-16,0 0 0,25-25 0,-25 25 0,0-25 16,0 25-16,0 0 0,0 0 0,0 0 0,0-25 0,0 25 15,0 0-15,0 0 0,0 0 0,0 0 0,0 0 16,0 0-16,0 0 0,0 25 0,0-25 0,0 0 0,0 0 15,0 25-15,0-25 0,0 0 0,0 25 0,0-25 16,0 0-16,0 24 0,-25-24 0,25 0 0,0 25 16,0-25-16,0 0 0,0 25 0,0-25 0,0 0 0,0 25 15,-25-25-15,25 0 0,0 25 0,0-25 0,0 0 16,0 0-16,0 0 0,0 24 0,0-24 0,0 0 0,0 0 15,0 0-15,0 0 0,0 0 0,0 0 0,0 0 16,0 0-16,0 0 0,0-24 0,25 24 0,-25 0 0,0 0 16,0 0-16,0-25 0,25 25 0,-25 0 0,25 0 15,-25-25-15,0 25 0,24-25 0,-24 25 0,25-25 16,-25 25-16,25 0 0,-25-24 0,0 24 0,25-25 0,-25 25 15,25 0-15,-25-25 0,0 25 0,24 0 0,-24 0 0,0 0 16,0 0-16,0 0 0,0 0 0,0 0 0,0 0 16,0 25-16,0-25 0,0 0 0,0 25 0,0-25 15,0 0-15,0 24 0,0-24 0,0 0 0,-24 25 0,24-25 16,0 0-16,0 25 0,0-25 0,0 0 0,0 25 15,0-25-15,-25 0 0,25 0 0,0 25 0,0-25 16,0 0-16,0 0 0,0 0 0,0 0 0,0 24 0,25-24 16,-25 0-16,0 0 0,0 0 0,24 0 0,-24 0 15,0 0-15,25 0 0,-25 0 0,25 0 0,-25 0 16,25-24-16,-25 24 0,25 0 0,-1 0 0,-24 0 0,25 0 15,-25-25-15,25 25 0,0 0 0,-25 0 0,25-25 0</inkml:trace>
  <inkml:trace contextRef="#ctx0" brushRef="#br0" timeOffset="205696.7652">22250 10790 0,'0'0'0,"0"0"0,0 0 0,0-25 0,0 25 0,0 0 15,0 0-15,0 0 0,0 0 0,0 0 0,0 0 16,0 0-16,0 0 0,0-25 0,0 25 0,0 0 15,25 0-15,-25 0 0,0 0 0,0-24 0,24 24 0,-24 0 16,25 0-16,-25 0 0,25-25 0,-25 25 0,25 0 16,-25 0-16,25-25 0,-25 25 0,24 0 0,-24-25 15,25 25-15,-25 0 0,25-25 0,-25 25 0,25 0 16,-25-24-16,25 24 0,-25 0 0,24-25 0,-24 25 0,0 0 15,0-25-15,25 25 0,-25 0 0,0-25 0,0 25 0,0 0 16,0-25-16,0 25 0,0 0 0,0-24 0,0 24 16,0-25-16,0 25 0,0 0 0,-25-25 0,25 25 0,0 0 15,0 0-15,0-25 0,0 25 0,-24 0 0,24 0 16,0 0-16,0 0 0,0-25 0,0 25 156,-124 224-156,124-200 15,0-24-15,-25 25 0,25-25 0,0 25 0,0 0 0,-25-25 0,25 25 0,0-1 0,0-24 0,-25 25 0,25-25 0,0 25 0,0-25 0,0 25 0,-25-25 0,25 25 0,0-25 0,0 24 0,0-24 0,0 0 0,0 0 0,0 25 0,0-25 0,0 0 0,0 0 0,0 0 0,0 0 0,0 0 0,0 0 0,0 0 0,0 0 0,25 0 0,-25 0 0,0 0 0,0 0 0,25-25 0,-25 25 16,25 0-16,-25 0 0,0 0 0,25 0 0,-25 0 16,0 0-16,24-24 0,-24 24 0,0 24 0,0-24 0,0 0 15,0 0-15,0 0 0,25 0 0,-25 25 0,0-25 16,0 0-16,0 25 0,0-25 0,-25 25 0,25-25 0,0 0 15,0 25-15,0-25 0,0 24 0,0-24 0,0 25 16,-24-25-16,24 0 0,0 25 0,0-25 0,0 0 16,0 0-16,0 25 0,0-25 0,-25 0 0,25 0 0,0 0 15,0 0-15,0 0 0,-25 0 0,25 0 0,0 0 16,0-25-16,0 25 0,-25 0 0,25 0 0</inkml:trace>
  <inkml:trace contextRef="#ctx0" brushRef="#br0" timeOffset="206186.7932">21779 10294 0,'0'0'0,"0"0"0,0 0 16,0 0-16,0 0 0,0 0 0,0 0 0,0 0 16,0 0-16,0 0 0,0 0 0,0 0 0,0 0 0,0 0 15,0 0-15,0 0 0,0 0 0,0 0 0,0 0 16,0 0-16,0 0 0,0 0 0,0 0 0,0 0 15,0 0-15,0 0 0,0 0 0,0 0 0,0 0 0,0 0 16,0 0-16</inkml:trace>
  <inkml:trace contextRef="#ctx0" brushRef="#br0" timeOffset="208098.9026">23168 10790 0,'24'0'0,"1"0"16,-25-25-16,25 25 0,-25 0 0,25-25 0,0 25 0,-25 0 15,24-24-15,1 24 0,-25-25 0,25 25 0,0 0 0,-25-25 0,25 25 16,-1-25-16,1 25 0,-25-25 0,25 25 0,0-24 0,-25 24 15,25-25-15,-25 25 0,24 0 0,1-25 0,-25 25 0,0-25 0,25 25 16,-25-25-16,25 25 0,-25-24 0,0 24 0,0 0 16,0-25-16,25 25 0,-25-25 0,0 25 0,0 0 0,0-25 15,0 25-15,0 0 0,0-25 0,0 25 0,0 0 16,0 0-16,0-24 0,0 24 0,0 0 0,0 0 0,0 0 15,-25-25-15,25 25 0,0 0 0,0 0 0,0 0 0,-25 0 16,25 0-16,0 0 0,0 0 0,0 0 0,0 0 16,-25 0-16,25 0 0,0 0 0,0 0 0,0 0 0,0 0 15,0 0-15,0 0 0,0 0 0,0 0 0,0 0 0,-25 0 16,25 0-16,0 0 0,0 0 0,0 0 0,0 0 15,0 0-15,0 25 0,0-25 0,0 0 0,-24 0 0,24 0 16,0 24-16,0-24 0,0 0 0,0 25 16,0-25-16,0 25 0,0-25 0,-25 25 0,25-25 0,0 25 15,0-25-15,0 24 0,0-24 0,0 25 0,0-25 16,-25 25-16,25-25 0,0 0 0,0 25 0,0-25 0,0 25 0,0-25 0,0 24 15,0-24-15,-25 0 0,25 25 0,0-25 16,0 0-16,0 25 0,0-25 0,0 0 0,0 25 16,0-25-16,0 0 0,-25 25 0,25-25 0,0 0 0,0 0 15,0 24-15,0-24 0,0 0 0,0 0 0,0 25 16,0-25-16,0 0 0,0 0 0,0 0 0,0 0 0,0 25 15,0-25-15,0 0 0,0 0 0,0 0 0,0 0 16,0 0-16,0 0 0,0 0 0,0 0 0,0 0 0,0 0 16,0 0-16,0-25 0,0 25 0,25 0 0,-25 0 0,0 0 15,0-25-15,25 25 0,-25 0 0,0-24 0,25 24 0,-25 0 16,0-25-16,25 25 0,-25-25 0,0 25 0,0-25 0,24 25 15,-24 0-15,0-25 0,0 25 0,25-24 0,-25 24 0,0 0 0,0 0 0,0 0 0,0-25 0,0 25 0,0 0 0,0 0 0,0 0 0,0 0 0,0 0 0,0 0 0,-25 0 0,25 25 0,0-25 0,0 0 0,0 0 0,0 24 0,-24-24 0,24 0 0,0 0 0,0 25 16,-25-25-16,25 0 0,0 25 0,0-25 0,0 0 0,0 25 0,-25-25 16,25 0-16,0 25 0,0-25 0,0 0 0,0 24 0,0-24 15,0 0-15,0 25 0,0-25 0,0 0 0,0 25 16,0-25-16,0 0 0,0 0 0,0 0 0,0 25 0,0-25 15,0 0-15,0 0 0,0 0 0,0 0 0,25 0 16,-25 0-16,0 0 0,0 0 0,0 0 0,25 0 0,-25 0 16,0 0-16,0 0 0,24 0 0</inkml:trace>
  <inkml:trace contextRef="#ctx0" brushRef="#br0" timeOffset="208919.9493">24085 10567 0,'0'0'0,"0"0"0,0-25 0,0 25 0,0 0 0,0 0 16,0 0-16,0 0 0,0 0 0,0 0 0,0 0 0,0 0 15,0 0-15,0 0 0,0 0 0,0 0 0,0 0 16,0 0-16,-24 0 0,24 0 0,0 0 0,0 0 16,0 0-16,0 0 0,0 0 0,0 0 0,0 0 0,0 0 15,0 25-15,-25-25 0,25 0 0,0 0 0,0 25 16,0-25-16,0 0 0,-25 24 0,25-24 0,0 0 15,0 25-15,0-25 0,-25 25 0,25-25 0,0 25 0,0-25 16,0 25-16,0-25 0,0 24 0,-25-24 0,25 25 16,0-25-16,0 25 0,0-25 0,0 0 0,0 25 0,0-25 15,0 25-15,0-25 0,0 0 0,25 24 0,-25-24 16,0 0-16,0 25 0,0-25 0,0 0 0,0 0 0,0 0 15,0 25-15,0-25 0,25 0 0,-25 0 16,0 0-16,0 0 0,0 0 0,0 0 0,0 0 0,25 0 16,-25 0-16,0-25 0,0 25 0,25 0 0,-25 0 0,0 0 15,24-25-15,-24 25 0,0 0 0,25 0 0,-25-24 16,0 24-16,25-25 0,-25 25 0,0 0 0,25-25 15,-25 25-15,0-25 0,25 25 0,-25-25 0,0 25 0,24-24 16,-24 24-16,0-25 0,0 25 0,25-25 0,-25 25 16,0-25-16,0 25 0,0 0 0,25-25 0,-25 25 0,0 0 15,0 0-15,0-24 0,0 24 0,0 0 0,0 0 16,0 0-16,0 0 0,0 0 0,0 0 0,0 0 15,0 0-15,0 0 0,0 0 0,0 0 0,0 0 16,0 0-16,0 0 0,0 0 0,0 0 0,0 0 0,-25 0 16,25 24-16,0-24 0,0 0 0,0 0 0,0 25 0,0-25 15,-25 25-15,25-25 0,0 0 0,0 25 0,0-25 16,0 25-16,-24-25 0,24 24 0,0-24 0,0 25 15,0-25-15,0 25 0,0-25 0,-25 25 0,25-25 0,0 0 16,0 25-16,0-25 0,0 24 0,0-24 0,0 0 0,0 0 16,0 25-16,0-25 0,0 0 0,0 0 0,0 0 15,0 25-15,0-25 0,0 0 0,0 0 0,0 0 16,0 0-16,0 0 0,0 0 0,0 0 0,0 0 0,0 0 15,0-25-15,0 25 0,0 0 0,0 0 0,0 0 16,0 0-16,0-25 0</inkml:trace>
  <inkml:trace contextRef="#ctx0" brushRef="#br0" timeOffset="209985.0104">25474 10592 0,'0'0'0,"0"0"0,0 0 0,0-25 15,0 25-15,0 0 0,0 0 0,0 0 0,0 0 0,0 0 16,0 0-16,0 0 0,0-25 0,0 25 0,0 0 0,0 0 15,0 0-15,0 0 0,0-25 0,-24 25 0,24 0 16,0 0-16,0 0 0,0 0 0,0 0 0,-25 0 16,25 0-16,0 0 0,0-25 0,-25 25 0,25 0 0,0 0 15,0 0-15,-25 0 0,25 0 0,0 0 0,-25 0 16,25 0-16,0 0 0,-24 0 0,24 0 0,-25 0 15,25 0-15,0 25 0,-25-25 0,25 0 0,-25 0 0,25 0 16,-25 25-16,25-25 0,0 25 0,-24-25 0,24 25 0,-25-25 16,25 24-16,0-24 0,-25 25 0,25-25 0,0 25 15,-25-25-15,25 25 0,0-25 0,0 25 0,-25-25 16,25 24-16,0-24 0,0 25 0,0 0 0,0-25 0,0 0 15,0 25-15,0-25 0,0 25 0,0-25 0,25 24 16,-25-24-16,0 25 0,0-25 0,0 0 0,25 25 16,-25-25-16,0 0 0,0 25 0,25-25 0,-25 0 0,0 0 15,25 0-15,-25 25 0,0-25 0,24 0 16,-24 0-16,0 0 0,25 0 0,-25 0 0,0 0 0,25 0 0,-25 0 15,0 0-15,25 0 0,-25 0 0,0 0 0,25 0 16,-25-25-16,0 25 0,24 0 0,-24 0 0,0 0 0,0-25 16,25 25-16,-25 0 0,0 0 0,0 0 0,0 0 15,0-25-15,0 25 0,0 0 0,0 0 0,25 0 16,-25 0-16,0-25 0,0 25 0</inkml:trace>
  <inkml:trace contextRef="#ctx0" brushRef="#br0" timeOffset="210294.0281">25226 10666 0,'0'0'0,"0"0"0,0 0 16,0 0-16,0 0 0,0 0 0,0 0 0,0 0 15,0 0-15,25 0 0,-25 0 0,0 0 0,0 0 16,25 0-16,-25 0 0,0 0 0,0 0 0,25 0 0,-25 0 15,0 0-15,25 0 0,-25 0 0,24 0 0,-24 0 16,0 25-16,25-25 0,-25 0 0,25 0 0,-25 0 0,0 0 16,25 0-16,-25 0 0,25 0 0,-25 0 0,0 0 15,24 0-15,-24 0 0,0 0 0,25 0 0,-25 0 16,25 0-16,-25 0 0,0 0 0</inkml:trace>
  <inkml:trace contextRef="#ctx0" brushRef="#br0" timeOffset="210844.0593">26119 10468 0,'0'0'0,"0"0"0,0 0 0,0 0 15,0 0-15,0 0 0,0 0 0,0 0 16,0 0-16,0 0 0,0 0 0,0 0 0,0 0 0,-24 0 15,24 0-15,0 24 0,0-24 0,0 0 0,0 0 0,0 25 16,-25-25-16,25 25 0,0-25 0,0 25 0,0-25 16,-25 25-16,25-25 0,0 24 0,0 1 0,-25-25 0,25 25 15,0-25-15,0 25 0,0-25 0,-25 25 0,25-1 16,0-24-16,0 25 0,0-25 0,0 25 0,-24-25 15,24 25-15,0-25 0,0 0 0,0 25 0,0-25 0,0 0 16,0 24-16,-25-24 0,25 0 0,0 0 0,0 25 16,0-25-16,0 0 0,0 0 0,0 0 0,0 0 0,0 0 15,0 0-15,0 0 0,0 0 0,0 0 0,0 0 16,0 0-16,0 0 0,0-25 0,0 25 0</inkml:trace>
  <inkml:trace contextRef="#ctx0" brushRef="#br0" timeOffset="211174.0784">26194 10492 0,'0'0'0,"0"0"0,0 0 0,0 0 0,0 0 0,0 0 16,0 0-16,0 0 0,0-24 0,0 24 0,0 0 16,0 0-16,0 0 0,0 0 0,0 0 0,0 0 0,25 0 15,-25 0-15,0 0 0,0 0 0,0 24 0,0-24 16,24 0-16,-24 0 0,0 0 0,0 0 0,25 0 15,-25 0-15,0 0 0,25 0 0,-25 0 0,0 0 0,25 0 16,-25 0-16,25 25 0,-25-25 0,0 0 0,24 0 16,-24 0-16,0 0 0,25 0 0,-25 0 0,0 0 0,0 0 15,25 0-15,-25 25 0,0-25 0,0 0 0,0 0 16,0 0-16,0 0 0,0 0 0,0 0 0,0 0 0,0 25 15,0-25-15,-25 0 0,25 0 0,0 0 0</inkml:trace>
  <inkml:trace contextRef="#ctx0" brushRef="#br0" timeOffset="211448.0939">26045 10790 0,'0'0'0,"0"0"0,0 0 0,0 0 0,0 0 16,0 0-16,0 0 0,0 0 0,0 0 0,0 0 0,0 0 15,0 0-15,0 0 0,0 0 0,0 0 0,0 0 16,0 0-16,0 0 0,0 0 0,25 0 0,-25 0 0,0 0 16,0 0-16,0 0 0,0 0 0,25 0 0,-25 25 15,0-25-15,0 0 0,24 0 0,-24 0 0,0 0 16,25 0-16,-25 0 0,25 0 0,-25 0 0,0 0 0,25 0 15,-25 0-15,0 25 0,25-25 0,-25 0 0,0 0 16,24 0-16,-24 0 0,0 0 0,0 0 0,0 0 0,0 0 16,0 0-16,0 0 0,0 0 0,0 0 0,0 0 15,0 0-15</inkml:trace>
  <inkml:trace contextRef="#ctx0" brushRef="#br0" timeOffset="211747.1112">25995 11013 0,'0'0'0,"0"0"15,0 0-15,0 0 0,0 0 0,0 0 0,0 0 16,0 0-16,0 0 0,0 0 0,0 0 0,25 0 47,-25 0-47,0 0 0,25 0 0,-25 0 0,25 0 0,-25 0 0,0 0 0,25 0 0,-25 0 0,24 0 0,-24 0 0,0 0 0,25 0 0,-25 0 0,0 0 0,25 0 15,-25 0-15,0 0 0,25 0 0,-25 25 0,0-25 0,0 0 16,0 0-16,0 0 0,0 0 0</inkml:trace>
  <inkml:trace contextRef="#ctx0" brushRef="#br0" timeOffset="213108.1891">23465 10716 0,'0'0'0,"0"0"0,0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16,0 0-16,0 0 0,0 0 0,0 0 0,0 0 0,0 0 15,0 0-15,0 0 0,0 0 0,0 0 0,0 0 16,0 0-16,0 0 0,0 0 0,0 0 0,0 0 15,0 0-15,0 0 0,0 0 0,0 0 0,0 0 0,0 0 16,0 0-16,0 0 0,0 0 0,0 0 0,0 0 0,0 0 16,0 0-16,0 0 0,0 0 0,0 0 15,0 0-15,0 24 0,-25-24 0,25 0 0,0 0 0,0 0 16,0 25-16,0-25 0,0 25 0,0-25 0,-24 0 0,24 25 15,0-25-15,0 25 0,0-25 0,0 24 0,-25-24 16,25 25-16,0-25 0,0 25 0,0-25 0,0 0 16,-25 25-16,25-25 0,0 25 0,0-25 0,-25 24 0,25-24 15,0 0-15,0 25 0,0-25 0,-25 0 0,25 25 16,0-25-16,0 0 0,0 0 0,-24 25 0,24-25 0,0 0 15,0 0-15,0 0 0,0 0 0,0 0 0,0 0 16,0 25-16,0-25 0,0 0 0,0 0 0,0 0 16,0 0-16,0 0 0,0 0 0,0 0 0,0 0 0,0-25 15,0 25-15,0 0 0,0 0 0,0 0 0,0 0 16,0 0-16,0 0 0,0-25 0,0 25 0,24 0 0</inkml:trace>
  <inkml:trace contextRef="#ctx0" brushRef="#br0" timeOffset="234337.4033">1984 12055 0,'0'0'0,"0"0"0,0 0 0,0 0 16,0 0-16,0 0 0,0 0 0,0-25 0,0 25 0,0 0 15,0 0-15,0 0 0,0 0 0,0 0 0,0 0 0,0 0 16,0 0-16,0 0 0,0 0 0,0 0 0,0 0 16,0 0-16,0 0 0,0 0 0,0 0 0,0 0 0,0 0 15,0 0-15,0 0 0,0 0 0,0 0 0,0 0 16,0 0-16,0 0 0,0 0 0,0 0 0,0 0 0,0 0 15,0 0-15,0 0 0,0 0 0,0 0 0,0 0 0,0 0 16,0 0-16,0 0 0,0 0 0,0 0 0,0 0 16,0 0-16,0 0 0,0 0 0,0 0 0,0 0 15,0 0-15,0 0 0,0 0 0,0 0 0,0 0 0,0 0 16,0 0-16,0 0 0,25 0 0,-25 0 0,0 25 0,0-25 15,0 0-15,0 0 0,0 0 0,0 25 0,0-25 0,0 0 16,0 25-16,0-25 0,0 0 0,0 24 0,0-24 16,0 25-16,0-25 0,0 0 0,0 25 0,0-25 15,0 25-15,0-25 0,0 25 0,0 0 0,0-25 0,0 24 16,0-24-16,0 25 0,0-25 0,0 25 0,0 0 0,0-25 15,0 25-15,0-25 0,0 24 0,0-24 0,0 0 16,0 25-16,0-25 0,0 0 0,0 25 0,0-25 0,0 0 16,0 0-16,0 0 0,0 25 0,0-25 0,0 0 15,0 0-15,0 0 0,0 0 0,0 0 0,25 0 0,-25 0 16,0 0-16,0 0 0,0 0 0,0 0 0,0-25 0,25 25 15,-25 0-15,0 0 0,0 0 0,0 0 0,0 0 16,0-25-16,25 25 0,-25 0 0,0 0 0,0 0 0,0 0 16,0 0-16,0-25 0,0 25 0,24 0 0,-24 0 15,0 0-15,0-24 0,0 24 0,0 0 0,25 0 0,-25 0 16,0-25-16,0 25 0,0 0 0,0-25 0,25 25 0,-25 0 15,0 0-15,0-25 0,25 25 0,-25 0 0,0 0 16,0-25-16,0 25 0,0 0 0,25-24 0,-25 24 0,0 0 16,0 0-16,0 0 0,0-25 0,24 25 0,-24 0 15,0 0-15,0 0 0,0 0 0,0 0 0,0 0 0,0 0 16,0 0-16,0 0 0,0 0 0,0 0 0,0 0 15,0 0-15,0 0 0,0 0 0,0 0 0,-24 0 0,24 0 16,0 0-16,0 25 0,0-25 0,0 0 0,0 0 0,0 0 16,0 0-16,0 24 0,0-24 0,0 0 0</inkml:trace>
  <inkml:trace contextRef="#ctx0" brushRef="#br0" timeOffset="234783.4288">2456 12204 0,'0'0'0,"0"0"0,0 0 0,0-25 0,0 25 16,0 0-16,0 0 0,0 0 0,0 0 0,0 0 15,0 0-15,0 0 0,0 0 0,0 0 0,0 0 0,0 0 16,0 0-16,0 0 0,0 0 0,0 0 0,0 0 15,0 0-15,0 0 0,0 0 0,0 0 0,0 0 0,0 0 16,0 0-16,0 0 0,0 25 0,0-25 0,0 0 16,0 0-16,0 25 0,0-25 0,0 0 0,0 25 0,0-25 15,0 24-15,0-24 0,0 0 0,-25 25 0,25-25 0,0 25 16,0-25-16,0 25 0,0-25 0,0 0 0,0 25 15,0-25-15,0 24 0,0-24 0,-25 0 0,25 25 0,0-25 16,0 0-16,0 0 0,0 25 0,0-25 0,0 0 16,0 0-16,0 0 0,0 25 0,0-25 0,0 0 0,0 0 15,0 0-15,0 0 0,0 0 78,0 0-31,0 0-47,0 0 0,0 0 0,0 0 0,0 0 0,0 0 0,0 0 0,0 0 0,0 0 0,0 0 0,0 0 0,0 0 0,0-25 0,0 25 0,0 0 0,0 0 0,0 0 0,0-25 0,0 25 0,0 0 0,0-25 0,0 25 0,0 0 0,0-24 0,25 24 0,-25-25 0,0 25 0,0 0 0</inkml:trace>
  <inkml:trace contextRef="#ctx0" brushRef="#br0" timeOffset="235291.4579">2505 12179 0,'0'0'0,"0"-25"15,0 25-15,0 0 0,0 0 0,0 0 0,0-25 0,0 25 16,0 0-16,0 0 0,0 0 0,0-24 0,0 24 0,0 0 16,25 0-16,-25 0 0,0 0 0,0-25 0,0 25 15,0 0-15,0 0 0,25 0 0,-25 0 0,0-25 16,0 25-16,0 0 0,25 0 0,-25 0 0,0 0 0,0 0 15,24 0-15,-24 0 0,0 0 0,25-25 0,-25 25 16,0 0-16,0 0 0,25 0 0,-25 0 0,0 0 0,0 0 16,25 0-16,-25 0 0,0 0 0,0 0 0,0 0 15,25 0-15,-25 0 0,0 25 0,0-25 0,0 0 0,0 0 16,25 25-16,-25-25 0,0 0 0,0 25 0,0-25 15,0 0-15,0 0 0,0 24 0,0-24 0,0 0 0,24 25 16,-24-25-16,0 0 0,0 25 0,0-25 0,0 25 16,0-25-16,0 0 0,0 25 0,0-25 0,0 0 0,0 25 15,0-25-15,0 24 0,0-24 0,0 0 0,0 25 0,0-25 16,0 0-16,0 25 0,0-25 0,-24 25 0,24-25 15,0 0-15,0 25 0,0-25 0,0 0 0,0 24 16,0-24-16,0 0 0,0 0 0,-25 25 0,25-25 0,0 0 16,0 0-16,0 25 0,0-25 0,-25 0 0,25 0 15,0 0-15,0 25 0,-25-25 0,25 0 0,0 0 0,-25 0 16,25 0-16,0 0 0,0 0 0,-25 0 0,25 0 15,0 0-15,0 0 0,0 0 0,-24 0 0,24 0 0,0 0 16,0 0-16,0 0 0,0 0 0,-25 0 0,25 0 0,0 0 16,0 0-16,0 0 0,0 0 0,0 0 0,0 0 15,0 0-15,0 0 0,-25 0 0,25 0 0,0 0 16,0 0-16,0 0 0,0 0 0,0 0 0,0 0 0,0 0 15,0 0-15,0 0 0,0 0 0,0 0 0,0 0 0,0 0 16,0 0-16,0 0 0,0 0 0,0 0 0,0 0 16,0 0-16,0 0 0,0 0 0,0 0 0,0 0 15,0-25-15,0 25 0,0 0 0,0 0 0,0 0 0</inkml:trace>
  <inkml:trace contextRef="#ctx0" brushRef="#br0" timeOffset="235859.4904">1935 12849 0,'0'0'0,"0"0"0,0 0 0,0 0 0,0 0 15,0 0-15,0 0 0,-25 0 0,25 0 0,0 0 0,0 0 16,0 0-16,0 0 0,0 0 0,0 0 0,0 0 16,0 0-16,0 0 0,0 0 0,0 0 0,0 0 0,0 0 15,0 0-15,0-25 0,25 25 0,-25 0 0,0 0 0,0 0 16,0 0-16,0 0 0,0 0 0,25 0 0,-25 0 15,0 0-15,0 0 0,0 0 0,24 0 0,-24 0 0,0 0 16,25 0-16,-25 25 0,0-25 0,25 0 0,-25 0 16,25 0-16,-25 0 0,25 0 0,-25 0 0,24 0 0,-24 0 15,25 0-15,-25 0 0,25 0 0,-25 0 0,25 0 0,0 0 16,-25 25-16,24-25 0,1 0 0,-25 0 0,25 0 15,0 0-15,0 0 0,-25 0 0,24 0 0,1 0 0,0 0 16,0 0-16,0 0 0,-25 0 0,24 0 0,1 0 16,0 0-16,-25 0 0,25 0 0,0 0 0,-25 0 0,24 24 15,-24-24-15,0 0 0,25 0 0,-25 0 0,0 0 16,0 0-16,0 0 0,0 0 0,0 0 0,0 0 15,0 0-15,0 0 0,0 0 0,0 0 0,0 0 0,0 0 16,0 0-16,0 0 0,0 0 0,0 0 0,0 0 0,0 0 16,0 0-16,0 0 0,25 0 0,-25 0 0,0 0 15,0 0-15,0 0 0,0 0 0,0 0 0,0 0 0,0 0 16,0 0-16,0 0 0,25-24 0,-25 24 0,0 0 15,0 0-15</inkml:trace>
  <inkml:trace contextRef="#ctx0" brushRef="#br0" timeOffset="236148.5069">3225 12402 0,'0'-24'0,"0"24"0,0 0 0,0 0 15,0 0-15,0 0 0,0 0 0,0 0 0,0 0 16,0 0-16,0 0 0,0 0 0,0 0 0,0 0 15,0 0-15,0 0 0,0 0 0,0 0 0,0 0 0,0 0 16,0 0-16,0 0 0,0 0 0,0 0 0,0 0 16,0 0-16,0 24 0,0-24 0,0 0 0,0 0 0,0 0 15,0 25-15,-25-25 0,25 0 0,0 25 0</inkml:trace>
  <inkml:trace contextRef="#ctx0" brushRef="#br0" timeOffset="236301.5157">3175 12626 0,'0'0'0,"0"0"16,0 0-16,0 0 0,0 0 0,0 0 0,0 0 15,0 0-15,0 0 0,0 0 0,0 0 0,0 0 0,0 0 16,0 0-16,0 0 0,0 0 0,0 0 0,0 0 16,0 0-16,0 0 0,0 0 0,0 0 0,0 0 0,0 0 15,0 0-15,0 0 0,0 0 0</inkml:trace>
  <inkml:trace contextRef="#ctx0" brushRef="#br0" timeOffset="237836.6035">4713 11931 0,'0'0'0,"0"0"16,0 0-16,0 0 0,0 0 0,0 0 0,0 0 15,0 0-15,0 0 0,0 0 0,0 0 0,0 0 16,0 0-16,0 0 0,0 0 0,0 0 0,0 0 0,0 0 16,0 0-16,0 0 0,0 25 0,0-25 0,0 0 15,0 0-15,0 0 0,0 0 0,0 0 0,0 0 0,0 0 16,0 25-16,0-25 0,0 0 0,0 24 0,0-24 15,0 25-15,0-25 0,0 25 0,-25-25 0,25 25 0,0-25 16,0 25-16,0-25 0,0 24 0,-25-24 0,25 25 16,0-25-16,0 25 0,0-25 0,0 25 0,0-25 15,0 25-15,-25-25 0,25 25 0,0-25 0,0 0 0,0 24 16,0-24-16,0 25 0,-24-25 0,24 25 0,0-25 15,0 0-15,0 25 0,0-25 0,0 0 0,0 25 16,0-25-16,0 0 0,-25 24 0,25-24 0,0 0 0,0 0 16,0 25-16,0-25 0,0 0 0,0 0 0,0 0 0,0 25 15,0-25-15,0 0 0,0 0 0,0 0 0,0 0 16,0 0-16,0 0 0,0 0 0,0 0 0,0 0 15,0 0-15,0 0 0,0 0 0,0 0 0,0 0 0,0 0 16,0 0-16,0 0 0,0-25 0,0 25 0,0 0 16</inkml:trace>
  <inkml:trace contextRef="#ctx0" brushRef="#br0" timeOffset="238675.6513">4713 12055 0,'0'0'16,"0"0"-16,0 0 0,0 0 0,0-25 0,0 25 15,0 0-15,0 0 0,0 0 0,0 0 0,0 0 0,0-25 16,0 25-16,0 0 0,0 0 0,0 0 0,25 0 0,-25 0 15,0-24-15,0 24 0,0 0 0,0 0 0,0 0 16,0 0-16,0 0 0,0 0 0,0-25 0,0 25 16,0 0-16,24 0 0,-24 0 0,0 0 0,0 0 0,0 0 15,0-25-15,25 25 0,-25 0 0,0 0 0,0 0 16,25 0-16,-25 0 0,0 0 0,25 0 0,-25-25 15,0 25-15,0 0 0,25 0 0,-25 0 0,0 0 0,25 0 16,-25 0-16,0 0 0,0 0 0,24 0 0,-24 0 16,0 0-16,0 0 0,0 25 0,25-25 0,-25 0 0,0 0 15,0 0-15,0 25 0,0-25 0,25 0 0,-25 25 16,0-25-16,0 24 0,0-24 0,0 0 0,0 25 15,0-25-15,0 0 0,0 25 0,0-25 0,0 0 0,0 25 16,0-25-16,0 25 0,0-25 0,0 0 0,0 0 16,0 24-16,0-24 0,0 0 0,-25 25 0,25-25 0,0 0 15,0 25-15,-25-25 0,25 0 0,0 25 0,0-25 16,-24 0-16,24 0 0,0 0 0,-25 25 0,25-25 0,0 0 15,0 0-15,-25 0 0,25 0 0,0 0 0,0 0 16,-25 0-16,25 0 0,0 0 0,0 0 0,0 0 16,-25 0-16,25 0 0,0 0 0,0 0 0,0 0 15,0 0-15,0 0 0,0 0 0,0 0 0,0 0 0,0 0 16,0 0-16,0 0 0,0 0 0,0 0 0,0 0 15,0 0-15,0 0 0,0 0 0,0 0 0,0 0 0,0 0 16,0 0-16,0 0 0,0 0 0,0 0 0,0 0 16,0 0-16,0 0 0,0 0 0,0 0 0,0 0 0,0 0 15,0 25-15,25-25 0,-25 0 0,0 0 0,0 0 0,0 0 16,0 24-16,0-24 0,25 0 0,-25 0 0,0 25 15,0-25-15,0 0 0,0 0 0,25 25 0,-25-25 16,0 0-16,0 0 0,25 25 0,-25-25 0,0 0 16,0 0-16,0 25 0,24-25 0,-24 0 0,0 24 0,0-24 15,25 0-15,-25 0 0,0 25 0,0-25 0,25 0 16,-25 0-16,0 25 0,0-25 0,0 0 0,0 0 0,0 0 15,0 25-15,0-25 0,25 0 0,-25 0 0,0 0 16,0 0-16,0 25 0,0-25 0,0 0 0,0 0 16,0 0-16,0 0 0,0 0 0,0 0 0,0 0 15,0 0-15,0 0 0,0 0 0,0 0 0,0 0 0,0 0 0,0 0 16,0 0-16,0 0 0,0-25 0,0 25 15,0 0-15</inkml:trace>
  <inkml:trace contextRef="#ctx0" brushRef="#br0" timeOffset="239254.6846">5209 11807 0,'0'0'0,"-25"0"0,25 0 0,0-25 15,0 25-15,0 0 0,0 0 0,0 0 0,0 0 0,0 0 16,0-25-16,0 25 0,0 0 0,0 0 0,0 0 15,0 0-15,0 0 0,0-24 0,0 24 0,0 0 0,0 0 16,0 0-16,0 0 0,0 0 0,0 0 0,0 0 16,0 0-16,0 0 0,0 0 0,0 0 0,0 0 15,0 0-15,25 0 0,-25 0 0,0 0 0,0 0 0,0 0 16,0 0-16,25 0 0,-25 0 0,0 0 0,0 0 15,0 0-15,0 0 0,25 0 0,-25 0 0,0 0 0,0 0 16,0 24-16,0-24 0,0 0 0,0 0 0,0 0 16,0 0-16,0 25 0,0-25 0,0 0 0,0 0 15,0 25-15,0-25 0,0 0 0,0 0 0,-25 25 0,25-25 16,0 0-16,0 25 0,0-25 0,-25 0 0,25 0 15,0 24-15,-25-24 0,25 0 0,0 0 0,0 25 16,-25-25-16,25 0 0,0 0 0,0 25 0,-24-25 0,24 0 16,0 0-16,0 0 0,0 25 0,0-25 0,0 0 0,0 0 15,0 0-15,-25 0 0,25 0 0,0 0 0,0 0 16,0 0-16,0 0 0,0 0 0,0 0 0,25 0 15,-25 0-15,0 0 0,0 0 0,0 0 0,0 0 0,0 0 16,24 0-16,-24 0 0,0 0 0,0 0 0,25 0 16,-25 0-16,25 0 0,-25 0 0,0 0 0,25 0 15,-25 0-15,0 0 0,25 0 0,-25 0 0,0 0 0,24 0 16,-24 0-16,0 0 0,0 0 0,25 0 0,-25 25 0,0-25 15,0 0-15,0 0 0,25 0 0,-25 0 0,0 0 16,0 0-16,0 0 0,25 0 0,-25 24 0,0-24 16,0 0-16,25 0 0,-25 0 0,24 0 0,-24 0 15</inkml:trace>
  <inkml:trace contextRef="#ctx0" brushRef="#br0" timeOffset="239562.7022">5655 12229 0,'0'0'0,"0"0"0,0 0 16,0 0-16,0 0 0,0 0 0,0 0 0,0 0 0,0 0 16,0 0-16,0 0 0,0 0 0,0 0 0,0 0 15,0 0-15,0 0 0,0 0 0,0 0 0,0 0 0,0 0 16,0 0-16,0 0 0,0 0 0,0 0 0,0 0 0,0 0 15,0 0-15,0 0 0,0 0 0,0 0 0,0 0 16,0 0-16,0 0 0,0 25 0,0-25 0,0 0 16,0 0-16,0 0 0,0 0 0</inkml:trace>
  <inkml:trace contextRef="#ctx0" brushRef="#br0" timeOffset="239820.7169">5680 12477 0,'0'0'0,"0"0"0,0 0 0,0 0 15,0 0-15,0 0 0,0 0 0,0 25 0,0-25 16,25 0-16,-25 0 0,0 0 0,0 0 0,0 0 16,0 0-16,25 24 0,-25-24 0,0 0 0,0 0 0,25 0 15,-25 25-15,0-25 0,0 0 0,0 0 0,24 25 16,-24-25-16,0 0 0,0 0 0,0 25 0,0-25 0,0 0 15,0 25-15,-24-25 0,24 0 0,0 24 0,0-24 16,-25 25-16,25-25 0,0 25 0,-25-25 0,25 0 0,-25 25 16,25-25-16,-25 25 0,25-25 0,-24 0 0,24 24 15,-25-24-15,25 0 0,0 25 0,-25-25 0,25 0 16,-25 0-16</inkml:trace>
  <inkml:trace contextRef="#ctx0" brushRef="#br0" timeOffset="240545.7584">6573 11981 0,'0'0'0,"0"0"0,0 0 0,0 0 0,0-25 0,0 25 0,0 0 0,0 0 0,0 0 0,0 0 0,0 0 0,0 0 16,0 0-16,0 0 0,0 0 0,0 0 0,0 0 0,0 0 16,0 0-16,0 0 0,0 0 0,0 0 0,0 0 0,0 25 15,-25-25-15,25 0 0,0 24 0,0-24 16,0 25-16,0-25 0,0 25 0,0-25 0,0 25 0,0-25 15,-24 25-15,24-25 0,0 24 0,0-24 0,0 25 0,0-25 16,0 25-16,-25 0 0,25-25 0,0 25 0,0-25 16,0 25-16,-25-1 0,25-24 0,0 25 0,0-25 15,0 25-15,0-25 0,0 25 0,-25-25 0,25 25 0,0-25 16,0 24-16,0-24 0,0 0 0,0 25 0,0-25 15,0 0-15,-25 25 0,25-25 0,0 0 0,0 0 16,0 0-16,0 25 0,0-25 0,0 0 0,0 0 0,0 0 16,0 0-16,0 0 0,0 0 0,0 0 0,0 0 15,0 0-15,0 0 0,0 0 0,0 0 0,0 0 16,0-25-16,0 25 0,0 0 0,0 0 0,25 0 0,-25-25 15,0 25-15,0 0 0,0-25 0</inkml:trace>
  <inkml:trace contextRef="#ctx0" brushRef="#br0" timeOffset="241192.7954">6623 12005 0,'0'0'0,"0"0"0,0-24 0,0 24 0,0 0 16,0 0-16,0 0 0,0 0 0,0 0 0,0 0 15,0 0-15,25 0 0,-25 0 0,0 0 0,0-25 0,0 25 16,0 0-16,0 0 0,24 0 0,-24 0 0,0 0 15,0 0-15,25 0 0,-25 0 0,0 0 0,25 0 0,-25 25 16,0-25-16,25 0 0,-25 0 0,0 0 0,0 0 16,25 0-16,-25 0 0,0 24 0,0-24 0,24 0 0,-24 0 15,0 25-15,0-25 0,0 0 0,0 0 0,0 25 16,0-25-16,0 0 0,0 25 0,0-25 0,0 0 15,0 25-15,0-25 0,0 0 0,0 24 0,0-24 0,0 0 16,0 0-16,-24 25 0,24-25 0,0 0 0,0 25 16,-25-25-16,25 0 0,0 0 0,-25 25 0,25-25 0,0 0 15,-25 0-15,25 25 0,0-25 0,0 0 0,-25 0 16,25 0-16,0 25 0,0-25 0,-24 0 0,24 0 0,0 0 15,0 0-15,0 0 0,0 0 0,0 0 0,0 0 16,0 0-16,0 0 0,-25 24 0,25-24 0,0 0 16,0 0-16,0 0 0,0 0 0,0 0 0,0 0 0,0 0 15,0 0-15,0 0 0,0 0 0,0 0 0,25 0 16,-25 0-16,0 0 0,0 0 0,0 0 0,0 0 15,0 0-15,0 0 0,0 0 0,0 0 0,0 0 0,24 0 16,-24 0-16,0 25 0,0-25 0,0 0 0,25 0 16,-25 0-16,0 25 0,25-25 0,-25 0 0,0 25 0,25-25 15,-25 0-15,0 25 0,25-25 0,-25 0 0,0 24 16,24-24-16,-24 0 0,25 25 0,-25-25 0,0 0 15,25 25-15,-25-25 0,0 0 0,0 25 0,0-25 0,25 0 16,-25 0-16,0 0 0,0 25 0,0-25 0,0 0 16,0 0-16,0 0 0,25 24 0,-25-24 0,0 0 0,0 0 15,0 0-15,0 0 0,0 0 0,0 0 0,0 0 16,-25 25-16,25-25 0,0 0 0,0 0 0,0 0 0,0 0 15,0 0-15,0 0 0,0 0 0,0 0 0,0 0 16,0 0-16,0 0 0,0-25 0,0 25 0,0 0 0</inkml:trace>
  <inkml:trace contextRef="#ctx0" brushRef="#br0" timeOffset="242067.8455">7069 11832 0,'0'0'0,"0"0"0,0 0 0,0-25 16,0 25-16,0 0 0,0 0 0,0 0 0,0 0 16,0 0-16,0 0 0,0 0 0,0-25 0,0 25 15,0 0-15,0 0 0,0 0 0,0 0 0,0 0 16,0 0-16,0 0 0,0 0 0,0 0 0,0 0 0,0 0 15,0-25-15,0 25 0,0 0 0,0 0 0,0 0 16,0 0-16,0 0 0,0 0 0,0 0 0,0 0 0,25 0 16,-25 0-16,0 0 0,0 0 0,0 0 0,0 0 0,0 0 15,25 0-15,-25 0 0,0 0 0,0 0 0,25 0 16,-25 0-16,0 0 0,0 0 0,0 0 0,25 0 15,-25 0-15,0 0 0,0 0 0,0 0 0,0 25 0,0-25 16,0 0-16,0 0 0,0 0 0,0 0 0,0 25 16,0-25-16,0 0 0,0 0 0,0 25 0,0-25 15,0 0-15,-25 25 0,25-25 0,0 0 0,0 24 0,0-24 16,-25 0-16,25 0 0,0 0 0,0 25 0,-25-25 15,25 0-15,0 0 0,0 0 0,0 0 0,0 0 0,-25 25 16,25-25-16,0 0 0,0 0 0,0 0 0,0 0 16,0 0-16,0 0 0,0 0 0,0 0 0,0 0 0,0 0 15,0 0-15,0 0 0,0 0 0,0 0 0,0 0 16,0 0-16,0 0 0,25 0 0,-25 0 0,0 0 15,0 0-15,0 0 0,0 0 0,25 0 0,-25 0 0,0 0 16,0 0-16,0 0 0,0 25 0,25-25 0,-25 0 16,0 0-16,0 0 0,0 25 0,25-25 0,-25 0 0,0 0 15,0 24-15,0-24 0,0 0 0,0 25 0,24-25 16,-24 0-16,0 0 0,0 25 0,0-25 0,0 0 15,-24 25-15,24-25 0,0 0 0,0 0 0,0 0 0,0 25 16,-25-25-16,25 0 0,0 0 0,0 0 0,0 0 16,-25 0-16,25 0 0,0 0 0,0 0 0,-25 24 0,25-24 15,0 0-15,0 0 0,-25-24 0,25 24 0,0 0 16,0 0-16,0 0 0,-24 0 0,24 0 0,0 0 15,0 0-15,0 0 0,0 0 0,0 0 0,0 0 0,0 0 16,-25 0-16,25 0 0,0 0 0,0 0 0,0 0 16,0 0-16,0 0 0,0 0 0,0 0 0,0 0 15,0 0-15</inkml:trace>
  <inkml:trace contextRef="#ctx0" brushRef="#br0" timeOffset="243167.9084">7789 12378 0,'0'0'0,"24"0"16,-24 0-16,0 0 0,0 0 0,0 0 0,0 0 0,0 0 15,0 0-15,0 0 0,0 0 0,0 0 0,0 0 16,0 0-16,0 0 0,0 0 0,0 0 0,0 0 0,0 0 15,0 0-15,0 0 0,0 0 0,0 0 0,0 0 16,0 0-16,0 0 0,0 0 0,0 0 0,0 0 0,0 0 16,0 0-16,0 0 0,0 0 0,0 0 0,0 0 15,0 24-15,0-24 0,0 0 0,0 0 0</inkml:trace>
  <inkml:trace contextRef="#ctx0" brushRef="#br0" timeOffset="243429.9233">7888 12601 0,'0'0'0,"0"0"16,0 0-16,0 0 0,0 25 0,25-25 0,-25 0 0,0 0 16,0 0-16,0 0 0,0 0 0,0 0 0,0 0 15,24 0-15,-24 0 0,0 0 0,25 24 0,-25-24 16,0 0-16,25 0 0,-25 0 0,0 25 0,25-25 0,-25 0 15,0 0 17,0 25-32,0-25 0,0 25 0,25-25 0,-25 0 0,0 25 0,-25-25 0,25 0 0,0 24 0,0-24 0,0 0 0,0 25 0,-25-25 0,25 0 0,0 25 15,-25-25-15,25 0 0,0 25 0,-25-25 0,25 0 0,0 25 16,-24-25-16,24 0 0,0 0 0,0 0 0,-25 24 15,25-24-15,0 0 0</inkml:trace>
  <inkml:trace contextRef="#ctx0" brushRef="#br0" timeOffset="243877.949">8855 12105 0,'0'0'0,"0"0"0,0 0 0,0 0 0,0 0 16,0 0-16,0 0 0,0 0 0,0 0 0,-25 0 0,25 0 16,0 0-16,0 0 0,0 0 0,0 0 0,0 24 15,0-24-15,0 0 0,0 25 0,0-25 0,0 25 0,0-25 16,0 25-16,-24-25 0,24 25 0,0 0 0,0-25 15,0 24-15,0-24 0,0 25 0,-25 0 0,25-25 16,0 25-16,0 0 0,0-25 0,0 24 0,-25-24 0,25 25 16,0 0-16,0-25 0,0 25 0,-25-25 0,25 25 0,0-25 15,0 24-15,0-24 0,0 0 0,-25 25 16,25-25-16,0 0 0,0 25 0,0-25 0,0 0 0,0 0 15,0 25-15,0-25 0,0 0 0,0 0 0,0 0 0,0 0 16,0 0-16,0 0 0,0 25 0,0-25 0,0 0 16,0 0-16,0 0 0,0 0 0,0 0 0,0-25 15,0 25-15,0 0 0,0 0 0,0 0 0,0-25 0,0 25 16,0 0-16</inkml:trace>
  <inkml:trace contextRef="#ctx0" brushRef="#br0" timeOffset="244492.9842">8905 12080 0,'25'-25'0,"-25"0"0,24 25 0,-24 0 0,0 0 15,0 0-15,25 0 0,-25 0 0,0-25 0,0 25 0,25 0 0,-25 0 0,0 0 0,25 0 0,-25 0 0,0 0 0,0 0 0,25 0 0,-25 0 0,0 25 0,25-25 0,-25 0 0,0 0 0,0 0 0,24 25 0,-24-25 0,0 0 0,0 25 0,0-25 0,0 0 0,0 25 0,0-25 0,0 24 0,0-24 0,0 0 0,0 25 0,0-25 0,0 0 16,0 25-16,0-25 0,0 25 0,0-25 0,0 0 0,0 25 16,0-25-16,-24 0 0,24 25 0,0-25 0,0 0 0,-25 24 15,25-24-15,0 0 0,0 25 0,-25-25 0,25 0 16,0 0-16,-25 25 0,25-25 0,0 0 0,0 0 0,-25 25 15,25-25-15,0 0 0,0 0 0,-25 0 0,25 25 16,0-25-16,0 0 0,0 0 0,0 0 0,0 0 16,0 0-16,0 0 0,-24 0 0,24 0 0,0 0 0,0 0 15,0 0-15,0 0 0,0 0 0,0 0 0,0 0 16,0 0-16,24 0 0,-24 0 0,0 0 0,0 0 15,0 0-15,0 0 0,0 0 0,0 0 0,0 24 0,0-24 16,0 0-16,25 0 0,-25 0 0,0 0 0,0 0 16,0 0-16,25 25 0,-25-25 0,0 0 0,25 0 0,-25 0 15,25 25-15,-25-25 0,0 0 0,25 0 0,-25 25 16,24-25-16,-24 0 0,0 0 0,25 0 0,-25 25 0,25-25 15,-25 0-15,0 0 0,25 24 0,-25-24 0,0 0 16,0 0-16,0 0 0,25 25 0,-25-25 0,0 0 16,0 0-16,0 0 0,0 25 0,0-25 0,0 0 0,0 0 15,0 0-15,0 0 0,0 0 0,0 0 0,0 0 16,-25 0-16,25 25 0,0-25 0,0 0 0,0 0 15,0-25-15,0 25 0,0 0 0,0 0 0,0 0 16,0 0-16,0 0 0</inkml:trace>
  <inkml:trace contextRef="#ctx0" brushRef="#br0" timeOffset="245015.014">9451 11782 0,'0'0'0,"0"0"0,0 0 0,0 0 15,0-25-15,0 25 0,0 0 0,0 0 0,0 0 16,0 0-16,0 0 0,0 0 0,0 0 0,0 0 15,0 0-15,-25 0 0,25 0 0,0 0 0,0 0 0,0 25 16,0-25-16,-25 0 0,25 0 0,0 0 0,0 25 16,-25-25-16,25 0 0,0 0 0,0 25 0,-25-25 0,25 0 15,0 25-15,0-25 0,-24 0 0,24 0 0,0 24 16,0-24-16,0 0 0,0 0 0,-25 25 0,25-25 0,0 0 15,0 0-15,0 0 0,0 25 0,0-25 0,0 0 16,0 0-16,0 0 0,0 0 0,0 0 0,0 25 16,0-25-16,0 0 0,0 0 0,0 0 0,0 0 0,0 0 15,0 0-15,0 0 0,25 0 0,-25 0 0,0 0 16,0 0-16,0 25 0,24-25 0,-24 0 0,0 0 15,25 0-15,-25 0 0,0 0 0,25 0 0,-25 0 16,0 0-16,25 0 0,-25 0 0,0 0 0,25 0 0,-25 0 16,0 0-16,24 0 0,-24 0 0,0 0 0,25 0 0,-25 0 15,0 0-15,0 0 0,25 0 0,-25 0 0,0 24 16,0-24-16,0 0 0,0 0 0,0 0 0,0 0 0,0 0 15,0 0-15,0-24 0,0 24 0,0 0 0,0 0 16,0 0-16,0 0 0,0 0 0,0 0 0,0-25 16,0 25-16</inkml:trace>
  <inkml:trace contextRef="#ctx0" brushRef="#br0" timeOffset="245327.0319">9550 11857 0,'0'0'0,"0"0"0,0 0 0,0 0 0,0 0 15,0 0-15,0 0 0,0 0 0,0 0 0,0 0 16,0 0-16,0 0 0,0 0 0,0 0 0,0 0 0,0 0 15,0 0-15,0 0 0,0 24 0,0-24 0,0 0 16,0 0-16,0 25 0,0-25 0,0 0 0,0 25 16,0-25-16,0 25 0,-25-25 0,25 25 0,0-25 0,0 0 15,0 24-15,0-24 0,0 25 0,0-25 0,-25 25 16,25-25-16,0 25 0,0-25 0,0 0 0,0 25 0,-25-25 15,25 24-15,0-24 0,0 0 0,0 25 0,0-25 16,0 25-16,-24-25 0,24 0 0,0 25 0,0-25 0,0 0 16,0 0-16,0 0 0,0 0 0,0 0 0,0 0 15</inkml:trace>
  <inkml:trace contextRef="#ctx0" brushRef="#br0" timeOffset="245591.047">9699 12353 0,'0'0'16,"0"0"-16,0 0 0,0 0 0,0 0 0,0 0 15,0 0-15,0 0 0,0 0 0,0 0 0,0 0 0,0 0 16,0 0-16,0 0 0,0 0 0,0 0 0,0 0 15,0 0-15,0 0 0,0 0 0,0 0 0,0 0 16,0 0-16,0 0 0,0 0 0,0 0 0,0 0 0,0 0 16,0 0-16,0 0 0,0 25 0,0-25 0,0 0 15,0 0-15,0 0 0,-25 0 0,25 0 0,0 0 16,0 24-16</inkml:trace>
  <inkml:trace contextRef="#ctx0" brushRef="#br0" timeOffset="245822.0602">9723 12526 0,'0'0'0,"0"0"0,0 0 0,0 0 16,0 25-16,0-25 0,0 0 0,0 0 0,25 0 0,-25 0 16,0 25-16,0-25 0,0 0 0,0 0 0,0 0 0,0 25 15,0-25-15,0 0 0,0 0 0,0 25 0,0-25 16,0 0-16,0 0 0,0 24 0,0-24 0,0 0 15,-25 0-15,25 25 0,0-25 0,0 0 0,-24 0 16,24 25-16,-25-25 0,25 0 0,-25 0 0,25 25 0,-25-25 16,25 0-16,-25 0 0,25 0 0,0 25 0,-24-25 15,24 0-15,-25 0 0,25 0 0,-25 0 0,25 24 0</inkml:trace>
  <inkml:trace contextRef="#ctx0" brushRef="#br0" timeOffset="246287.0868">10269 12526 0,'0'0'0,"0"0"16,0 0-16,0 0 0,0 0 0,0 0 0,0 0 15,0 0-15,0 0 0,0 0 0,0 0 0,0 0 16,0 0-16,0 0 0,0 0 0,0 0 0,0 0 0,0 0 15,0 0-15,0-24 0,0 24 0,0 0 0,0 0 16,0 0-16,0 0 0,0 0 0,0 0 0,0 0 0,0 0 16,0 0-16,0 0 0,0 0 0,0 0 0,0 0 15,0 0-15,25 0 0,-25 0 0</inkml:trace>
  <inkml:trace contextRef="#ctx0" brushRef="#br0" timeOffset="246643.1072">10418 12576 0,'0'0'0,"0"0"0,0 0 0,0 0 15,0 0-15,0 0 0,0 0 0,0 0 0,0 0 16,0 0-16,0 0 0,0 0 0,0 0 0,0 0 0,0 0 16,0 0-16,0 0 0,0 0 0,25-25 0,-25 25 15,0 0-15,0 0 0,25 0 0,-25 0 0,0 0 0,24 0 16,-24 0-16,0 0 0,0 0 0</inkml:trace>
  <inkml:trace contextRef="#ctx0" brushRef="#br0" timeOffset="246872.1203">10716 12576 0,'0'0'0,"0"-25"0,0 25 0,0 0 0,0 0 0,0 0 0,0 0 0,0 0 0,24 0 0,-24 0 0,0 0 0,0 0 0,0 0 0,0 0 0,25 0 0,-25 0 0</inkml:trace>
  <inkml:trace contextRef="#ctx0" brushRef="#br0" timeOffset="247611.1625">11460 12576 0,'0'0'0,"0"0"0,0 0 0,0 0 15,0 0-15,0 0 0,0 0 0,0 0 0,0 0 16,0 25-16,0-50 0,0 25 0,0 0 0,0 0 15,25 0-15,-25 0 0,0 0 0,0 0 0,0 0 0,24-25 16,-24 25-16,0 0 0,0 0 0,25 0 0,-25-25 16,25 25-16,-25 0 0,0 0 0,25-24 0,-25 24 15,25 0-15,-25-25 0,24 25 0,1 0 0,-25-25 0,25 25 16,0-25-16,-25 25 0,25 0 0,-1-25 0,-24 25 15,25-24-15,-25 24 0,25-25 0,0 25 0,-25-25 16,25 25-16,-25-25 0,24 25 0,-24-25 0,25 25 0,-25-24 16,25 24-16,-25-25 0,25 25 0,-25-25 0,0 25 15,25 0-15,-25-25 0,0 25 0,0-25 0,0 25 0,0 0 16,0-25-16,0 25 0,0 0 0,0 0 0,0-24 15,0 24-15,0 0 0,0 0 0,-25-25 0,25 25 0,0 0 16,0 0-16,0 0 0,0-25 0,-25 25 0,25 0 16,0 0-16,0 0 0,0 0 0,-25 0 0,25-25 15,0 25-15,0 0 0,0 0 0,0 0 0,-25 0 0,25 0 16,0 0-16,0 0 0,0 0 0,0 0 0,0 0 15,0 0-15,0 0 0,0 0 0,0 0 0,0 0 0,-24 0 16,24 0-16,0 0 0,0 25 0,0-25 0,0 0 16,0 0-16,0 25 0,-25-25 0,25 0 0,0 25 15,0-25-15,0 24 0,0-24 0,0 0 0,-25 25 0,25 0 16,0-25-16,0 25 0,0-25 0,0 25 0,-25-25 15,25 25-15,0-1 0,0-24 0,-25 25 0,25 0 0,0-25 16,0 25-16,0 0 0,-24-25 0,24 24 0,0-24 16,0 25-16,-25-25 0,25 25 0,0-25 0,0 25 15,0-25-15,0 25 0,0-25 0,0 0 0,0 24 0,0-24 16,0 0-16,0 25 0,0-25 0,0 0 0,0 0 0,0 0 15,0 25-15,0-25 0,0 0 0,0 0 16,0 0-16,0 0 0,25 0 0,-25 0 0,0 0 0,0 0 16,24 0-16,-24 0 0,0 0 0,25 0 0,-25 0 0,0 0 15,25 0-15,-25-25 0,25 25 0</inkml:trace>
  <inkml:trace contextRef="#ctx0" brushRef="#br0" timeOffset="248074.189">12204 12452 0,'25'0'0,"-25"0"0,0-25 0,0 25 0,0 0 0,0 0 15,0-25-15,0 25 0,0 0 0,-25 0 0,25 0 16,0-24-16,0 24 0,0 0 0,0 0 0,0 0 16,-25 0-16,25-25 0,0 25 0,0 0 0,-25 0 0,25 0 15,0 0-15,0 0 0,0 0 0,-25 0 0,25 0 16,0 0-16,-24 0 0,24 0 0,0 0 0,0 25 0,-25-25 15,25 0-15,0 0 0,-25 0 0,25 24 0,0-24 16,0 0-16,-25 25 0,25-25 0,0 0 0,0 25 0,-25-25 16,25 0-16,0 25 0,0-25 0,0 25 0,0-25 15,0 0-15,-24 24 0,24-24 0,24 0 0,-24 0 16,0 25-16,0-25 0,0 0 0,0 0 0,0 0 0,0 25 15,25-25-15,-25 0 0,0 0 0,0 0 0,25 0 16,-25 0-16,0 0 0,0 0 0,25 0 0,-25 0 16,0 0-16,25-25 0,-25 25 0,0 0 0,0 0 0,24 0 15,-24-25-15,0 25 0,25 0 0,-25 0 0,0-24 16,25 24-16,-25 0 0,0 0 0,0-25 0,25 25 0,-25 0 15,0 0-15,0-25 0,0 25 0,0 0 0,0 0 16,0 0-16,0 0 0,0 0 0,0 0 0,0 0 0,0 25 16,0-25-16,0 0 0,0 0 0,0 0 15,0 25-15,0-25 0,0 0 0,0 0 0,0 24 0,0-24 16,0 0-16,0 0 0,0 25 0,0-25 0,0 0 0,0 25 15,0-25-15,0 0 0,0 0 0,0 0 0,0 0 16,0 25-16,0-25 0,0 0 0,0 0 0,0 0 0,0 0 16,0 0-16,0-25 0,0 25 0,0 0 0,25 0 15,-25 0-15</inkml:trace>
  <inkml:trace contextRef="#ctx0" brushRef="#br0" timeOffset="248452.2106">12278 12254 0,'0'0'0,"0"0"0,0 0 0,0 0 0,0-25 0,0 25 15,0 0-15,0 0 0,0 0 0,0 0 0,0 0 16,25 0-16,-25 0 0,0 0 0,25 0 0,-25 0 0,25 0 16,-25 0-16,25 0 0,-1 0 0,-24 0 0,25 0 15,0 0-15,0 0 0,-25 0 0,25 0 0,-1 0 0,1 0 16,-25 0-16,25 25 0,0-25 0,0 0 0,-25 0 15,24 0-15,1 0 0</inkml:trace>
  <inkml:trace contextRef="#ctx0" brushRef="#br0" timeOffset="249171.2518">13370 12502 0,'0'0'0,"0"0"0,0 0 0,0 0 0,0 0 16,0 0-16,0 0 0,0 0 0,0 0 0,0 0 0,0 0 16,0 0-16,0 0 0,0 0 0,0 0 0,0 0 15,0 0-15,0 0 0,0 0 0,0 0 0,0 0 0,0 0 16,0 0-16,0 0 0,25 0 0,-25 0 0,0 0 15,0 0-15,0-25 0,24 25 0,-24 0 0,0 0 16,25 0-16,-25-25 0,0 25 0,25 0 0,-25-25 0,25 25 16,-25 0-16,25-25 0,-25 25 0,24-24 0,-24 24 15,25-25-15,0 25 0,-25-25 0,25 25 0,-25-25 16,25 25-16,-25-25 0,24 25 0,-24 0 0,0-24 0,0 24 15,25-25-15,-25 25 0,0 0 0,0 0 0,0 0 16,0-25-16,0 25 0,0 0 0,0 0 0,0 0 0,0 0 16,0 0-16,0 0 0,0 0 0,0 0 0,0 0 15,0 0-15,0 0 0,0 0 0,0 0 0,0 0 0,0 0 16,0 0-16,0 0 0,0 0 0,0 0 0,0 0 15,0 0-15,0 0 0,0 0 0,0 0 0,0 25 16,0-25-16,0 0 0,0 25 0,0-25 0,0 0 0,-25 24 16,25-24-16,0 25 0,0-25 0,0 25 0,0-25 15,0 25-15,0-25 0,0 25 0,0-25 0,-24 24 0,24-24 16,0 0-16,0 25 0,0-25 0,0 25 0,0-25 15,0 0-15,0 0 0,0 25 0,0-25 0,0 0 0,0 0 16,0 25-16,0-25 0,0 0 0,0 0 0,0 24 16,0-24-16,0 0 0,0 0 0,0 25 0,-25-25 15,25 0-15,0 0 0,0 0 0</inkml:trace>
  <inkml:trace contextRef="#ctx0" brushRef="#br0" timeOffset="250036.3012">14610 12105 0,'0'0'0,"0"0"0,0-25 15,0 25-15,0 0 0,0 0 0,0 0 0,0 0 16,0 0-16,0 0 0,0 0 0,0 0 0,0 0 0,0 0 16,0 0-16,0 0 0,0 0 0,0 0 0,0 0 15,0 25-15,0-25 0,0 0 0,0 0 0,0 24 0,0-24 16,0 25-16,0-25 0,-25 25 0,25-25 0,0 0 15,0 25-15,0 0 0,0-25 0,-25 25 0,25-25 16,0 24-16,0-24 0,0 25 0,0-25 0,0 25 0,-24-25 16,24 25-16,0 0 0,0-25 0,0 24 0,-25-24 15,25 25-15,0-25 0,0 25 0,0-25 0,-25 0 0,25 25 16,0-25-16,0 0 0,0 0 0,0 25 0,0-25 15,-25 0-15,25 0 0,0 0 0,0 0 0,0 0 16,0 0-16,0 0 0,0 0 0,0 0 0,0 0 0,0 0 16,0 0-16,0 0 0,0 0 0,0 0 0,0 0 15,0 0-15,0 0 0,25 0 0,-25-25 0,0 25 0,0 0 16</inkml:trace>
  <inkml:trace contextRef="#ctx0" brushRef="#br0" timeOffset="250402.3222">14932 12179 0,'0'0'0,"0"0"0,0 0 0,0 0 15,0 0-15,0 0 0,0-25 0,-24 25 0,24 0 16,0 0-16,0 0 0,0 0 0,0 0 0,-25 0 15,25 0-15,0 0 0,-25 0 0,25 0 0,0 0 0,0 0 16,-25 0-16,25 0 0,0 0 0,-25 0 0,25 0 16,0 0-16,0 25 0,-24-25 0,24 0 0,0 0 15,-25 0-15,25 25 0,0-25 0,0 0 0,0 25 0,-25-25 16,25 0-16,0 25 0,0-25 0,0 24 0,0-24 0,0 25 15,0-25-15,0 25 0,0-25 0,0 0 0,0 25 16,0-25-16,0 25 0,0-25 0,0 0 0,0 24 16,0-24-16,0 0 0,0 25 0,25-25 0,-25 0 0,0 0 15,0 25-15,25-25 0,-25 0 0,0 0 0,24 0 16,-24 0-16,0 25 0,25-25 0,-25 0 0,25 0 0,-25 0 15,25 0-15,-25 25 0,0-25 0,25 0 0,-25 0 16,0 0-16,24 24 0,-24-24 0,0 0 0,25 0 16,-25 0-16,0 0 0</inkml:trace>
  <inkml:trace contextRef="#ctx0" brushRef="#br0" timeOffset="251007.3568">15677 12278 0,'0'-24'0,"0"24"0,0-25 0,0 25 16,-25 0-16,25-25 0,0 25 0,-25 0 0,25-25 0,0 25 16,-25 0-16,25 0 0,0-25 0,-25 25 0,25 0 15,0 0-15,-24-25 0,24 25 0,0 0 0,0 0 16,-25 0-16,25 0 0,0 0 0,0 0 0,-25 0 0,25 0 15,0 0-15,-25 0 0,25 0 0,0 0 0,-25 25 16,25-25-16,-24 0 0,24 0 0,0 25 0,-25-25 0,25 0 16,-25 25-16,25-25 0,-25 25 0,25-25 0,0 25 15,-25-25-15,25 24 0,-25 1 0,25-25 0,0 25 0,0-25 16,0 25-16,-24 0 0,24-25 0,0 24 0,0-24 15,0 25-15,0-25 0,0 25 0,0-25 0,0 25 16,0-25-16,0 25 0,24-25 0,-24 24 0,0-24 0,0 0 16,0 25-16,0-25 0,25 0 0,-25 0 0,0 25 15,0-25-15,25 0 0,-25 0 0,0 0 0,0 0 16,25 25-16,-25-25 0,0 0 0,25 0 0,-25 0 0,0 0 15,25 0-15,-25 0 0,0-25 0,24 25 0,-24 0 0,0 0 16,0 0-16,25-25 0,-25 25 0,0 0 0,0 0 16,25-25-16,-25 25 0,0 0 0,0 0 0,25-24 15,-25 24-15,0 0 0,0-25 0,0 25 0,0 0 0,0 0 16,0-25-16,0 25 0,0 0 0,0 0 0,0 0 15,0 0-15,0 0 0,0 0 0,0 0 0,0 0 16,0 0-16,0 0 0,0 0 0,0 0 0,0 0 0,0 0 16,0 0-16,0 0 0,0 0 0,0 0 0,0 25 15,0-25-15,0 0 0,-25 0 0,25 25 0,0-25 0,0 0 16,0 24-16,0-24 0,0 0 0,0 0 0,0 25 15,0-25-15,0 0 0,0 0 0,0 0 0,0 0 0,0 25 16,0-25-16,0 0 0,0 0 0,0 0 0,0 0 16,0 0-16,0-25 0,0 25 0,0 0 0,-25 0 15,25 0-15</inkml:trace>
  <inkml:trace contextRef="#ctx0" brushRef="#br0" timeOffset="251394.3789">15453 12402 0,'0'0'0,"0"0"15,0 0-15,0 0 0,0 0 0,0 0 0,0 0 16,0 0-16,0 0 0,0 0 0,0 0 0,25 0 15,-25 0-15,0 0 0,25 0 0,-25 0 0,25 0 0,-25 0 16,25 0-16,-1 0 0,-24 0 0,25 0 0,0 0 16,0 0-16,-25 0 0,25 0 0,-1 0 0,1 0 15,0 0-15,-25 0 0,25 0 0,0 0 0,-1 0 0,-24 0 16,25 0-16</inkml:trace>
  <inkml:trace contextRef="#ctx0" brushRef="#br0" timeOffset="251699.3963">16148 12154 0,'0'0'15,"0"-25"-15,0 25 0,0 0 0,0 0 0,0 0 16,0 0-16,0 0 0,0 0 0,0 0 0,0 0 0,0 0 15,0 0-15,0 0 0,0 0 0,25 0 0,-25 0 16,0 0-16,0 0 0,0 0 0,0 25 0,0-25 16,0 0-16,0 25 0,0-25 0,0 0 0,0 25 0,0-25 15,-25 25-15,25 0 0,0-25 0,0 24 0,0 1 16,0-25-16,0 25 0,-25-25 0,25 25 0,0 0 15,0-25-15,0 24 0,0-24 0,0 25 0,0 0 0,0-25 16,0 0-16,-25 25 0,25-25 0,0 0 0,0 25 16,0-25-16,25 0 0,-25 0 0,0 0 0,0 0 0,0 0 15,0 24-15,0-24 0,0 0 0,0 0 0,0 0 16,25 0-16,-25-24 0,0 24 0,0 0 0,0 0 0,25 0 15,-25 0-15,0 0 0,0-25 0,24 25 0,-24 0 16,0-25-16,25 25 0,-25 0 0,0-25 0,0 25 16,25-25-16,-25 25 0,0-24 0,0 24 0,25 0 0,-25-25 15,0 25-15,0-25 0,0 25 0,25 0 0,-25-25 0,0 25 16,0 0-16,0 0 0,0 0 0,0-25 0,0 25 15,0 0-15,0 0 0,0 0 0,24 0 0,-24 0 16,0 0-16,0 0 0,0 0 0,0-24 0,0 24 0,0 0 16,0 0-16,0 0 0,0 0 0,0 0 0,0 0 15,0 0-15,0 0 0,0 0 0,0 0 0,0 0 16,0 0-16,0 0 0,0 0 0,0 0 0,0 0 0,0 0 15,0 0-15</inkml:trace>
  <inkml:trace contextRef="#ctx0" brushRef="#br0" timeOffset="252915.4659">16842 12055 0,'0'0'0,"0"0"0,0 0 0,0 0 16,0 0-16,0 0 0,0 0 0,0 0 0,0 0 16,0 0-16,0 0 0,0-25 0,0 25 0,0 0 15,0 0-15,0 0 0,0 0 0,0 0 0,0 0 0,0 0 16,0 0-16,0 0 0,0 0 0,0 0 0,0 0 15,0 0-15,0 0 0,0 0 0,0 0 0,0 0 16,0 0-16,0 0 0,0 0 0,0 25 0,0-25 0,0 0 16,0 0-16,0 0 0,0 25 0,0-25 0,0 0 15,0 25-15,-24-25 0,24 24 0,0-24 0,0 25 0,0-25 16,0 25-16,-25-25 0,25 25 0,0-25 0,0 25 15,0-25-15,-25 25 0,25-25 0,0 24 0,0-24 0,0 25 16,0-25-16,-25 25 0,25-25 0,0 25 0,0-25 16,0 25-16,0-25 0,-25 0 0,25 24 0,0-24 15,0 0-15,0 0 0,0 25 0,0-25 0,0 0 0,0 0 16,0 0-16,0 0 0,0 25 0,0-25 0,0 0 0,0 0 15,0 0-15,0 0 0,0 0 0,0 0 0,0 0 16,0 0-16,0 0 0,0 0 0,0 0 0,0 0 16,0 0-16,0 0 0,0 0 0,0-25 0,0 25 15,0 0-15,0 0 0,0 0 0,0 0 0,0-25 0,0 25 16,0 0-16,0 0 0,0-24 0,0 24 0,0 0 15,0-25-15,0 25 0,0 0 0</inkml:trace>
  <inkml:trace contextRef="#ctx0" brushRef="#br0" timeOffset="253249.485">16743 11981 0,'0'0'16,"0"0"-16,0 0 0,0 0 0,0 0 0,0-25 15,0 25-15,0 0 0,0 0 0,0 0 0,0 0 0,0 0 16,0 0-16,0 0 0,0 0 0,0 0 0,25 0 16,-25 0-16,0 0 0,0 0 0,25 25 0,-25-25 0,0 0 15,25 0-15,-25 0 0,24 24 0,1-24 0,-25 0 16,25 0-16,0 0 0,-25 25 0,25-25 0,-1 0 0,1 0 15,0 0-15,0 25 0,-25-25 0,25 0 0,-1 0 16,1 0-16,-25 25 0,25-25 0,0 0 0,-25 0 16,25 0-16,-25 0 0,0 0 0</inkml:trace>
  <inkml:trace contextRef="#ctx0" brushRef="#br0" timeOffset="263340.0622">3870 12378 0,'0'0'0,"0"0"0,0 0 16,0 0-16,0 0 0,0 0 0,0 0 0,0 0 15,0 0-15,0 0 0,0 0 0,0 0 0,0 0 0,0 0 16,0 0-16,0 0 0,0 0 0,0 0 0,0 0 15,0 0-15,0 0 0,0 0 0,0 0 0,0 0 16,0 0-16,0 0 0,0 0 0,0 0 0,0 0 0,0 0 16,0 0-16,0 0 0,0 0 0,0 0 0,0 0 15,0 0-15,0 0 0,0 0 0,0 0 0</inkml:trace>
  <inkml:trace contextRef="#ctx0" brushRef="#br0" timeOffset="263800.0885">3746 12353 0,'0'0'0,"0"0"0,0 0 0,0 0 16,0 0-16,0 0 0,0 0 0,0 0 0,0 0 16,0 0-16,0-25 0,0 25 0,0 0 0,0 0 15,0 0-15,0 0 0,0 0 0,0 0 0,0 0 0,0 0 16,0 0-16,0 0 0,0 0 0,0 0 0,0 0 15,0 0-15,0 0 0,0 0 0,0 0 0,0 0 16,0 0-16,0 0 0,0 0 0,0 0 0,0 0 0,0 0 16,0 0-16,0 0 0,0 0 0,0 0 0,0 0 15,0 0-15,0 0 0,24 0 0,-24 0 0,0 0 0,0 0 16,0 0-16,0 0 0,0 0 0,25 0 0,-25 0 15,0 0-15,0 0 0,0 0 0,25 0 0,-25 0 0,0 0 16,0 0-16,25 0 0,-25 0 0,0 0 0,0 0 16,25 0-16,-25 0 0,0 0 0,0 0 0,0 0 15,24 25-15,-24-25 0,0 0 0,0 0 0,0 0 0,0 0 16,25 0-16,-25 0 0,0 0 0,0 0 0,0 0 15,0 0-15,0 0 0,0 0 0,0 0 0,0 0 16,0 0-16,0 0 0,0 0 0,0 0 0,0 0 0,0 0 16,0 0-16,0 0 0,0 0 0,0 0 0,0 0 15,0 0-15,0 0 0</inkml:trace>
  <inkml:trace contextRef="#ctx0" brushRef="#br0" timeOffset="264122.1066">3845 12254 0,'0'0'0,"0"0"0,0-25 0,0 25 16,0 0-16,0 0 0,0 0 0,0 0 0,0 0 15,0 0-15,0 0 0,0 0 0,0 0 0,0 0 0,0 0 16,0 0-16,0 0 0,0 0 0,0 0 0,0 0 15,0 0-15,0 0 0,0 0 0,0 0 0,0 0 0,0 25 16,0-25-16,0 0 0,0 0 0,0 0 0,0 0 16,0 0-16,0 24 0,0-24 0,0 0 0,0 25 15,0-25-15,0 0 0,0 25 0,0-25 0,-25 0 0,25 25 16,0-25-16,0 0 0,0 25 0,0-25 0,0 0 0,0 24 15,0-24-15,0 0 0,0 25 0,-25-25 0,25 0 16,0 25-16,0-25 0,0 0 0,0 0 0,0 0 16,0 25-16,0-25 0,0 0 0,0 0 0,0 0 0,0 0 15,0 0-15,0 0 0,0 0 0,0 0 0,0 0 16</inkml:trace>
  <inkml:trace contextRef="#ctx0" brushRef="#br0" timeOffset="264631.136">3969 12229 0,'0'0'0,"0"0"0,0-25 0,0 25 0,0 0 0,0 0 16,0 0-16,0 0 0,0 0 0,0 0 0,0 0 15,0 0-15,0 0 0,0 0 0,0 0 0,0 0 16,0 0-16,0 0 0,0 0 0,0 0 0,0 0 0,0 0 15,25 0-15,-25 0 0,0 0 0,0 0 16,0 0-16,0 0 0,0 0 0,0 0 0,0 0 0,0 0 16,0 0-16,24 0 0,-24 0 0,0 0 0,0 0 15,0 25-15,0-25 0,25 0 0,-25 0 0,0 0 0,0 0 16,25 25-16,-25-25 0,0 0 0,0 0 0,25 24 0,-25-24 15,0 0-15,0 0 0,25 25 0,-25-25 0,0 0 16,24 25-16,-24-25 0,0 0 0,0 0 0,25 0 0,-25 25 16,0-25-16,0 0 0,0 0 0,0 25 0,0-25 15,0 0-15,0 0 0,0 24 0,0-24 0,0 0 16,0 0-16,0 25 0,0-25 0,0 0 0,-25 25 0,25-25 15,0 0-15,0 25 0,0-25 0,-24 0 0,24 25 16,0-25-16,0 0 0,-25 24 0,25-24 0,0 0 16,-25 0-16,25 25 0,0-25 0,-25 0 0,25 25 0,-25-25 15,25 0-15,-24 25 0,24-25 0,0 0 0,-25 25 16,25-25-16,-25 0 0,25 0 0,0 0 0,0 24 0,-25-24 15,25 0-15,0 0 0,0 0 0,0 0 0,0 0 16,25 0-16,-25 0 0,0 0 0</inkml:trace>
  <inkml:trace contextRef="#ctx0" brushRef="#br0" timeOffset="265173.1666">3795 13791 0,'0'0'0,"-25"0"15,25 0-15,0 0 0,0 0 0,0 0 0,0 0 16,0 0-16,0 0 0,0 0 0,0 0 0,0 0 16,0 0-16,0 0 0,0 0 0,0 0 0,0 0 0,0 0 15,0 0-15,25 0 0,-25 0 0,0 0 0,0 0 0,0 0 16,0 0-16,25 0 0,-25 0 0,0 0 0,0 0 15,25 0-15,-25 0 0,0 0 0,25 0 0,-25-24 16,0 24-16,24 0 0,-24 0 0,0 0 0,25 0 0,-25 0 16,0 0-16,25 0 0,-25 0 0,0 0 0,25 0 15,-25 0-15,0 0 0,0 0 0,0 0 0,25 0 16,-25 0-16,0 0 0,0 0 0,0 0 0,0 0 0,0 0 15,0 0-15,0 0 0,0 0 0,0 0 0,-25-25 16,25 25-16,0 0 0</inkml:trace>
  <inkml:trace contextRef="#ctx0" brushRef="#br0" timeOffset="265418.181">3894 13593 0,'0'0'0,"0"0"0,0 0 0,0 0 16,0 0-16,0 0 0,0 0 0,0 0 0,0 0 15,0 0-15,0 0 0,0 0 0,0 0 0,-24 0 16,24 0-16,0 0 0,0 0 0,0 0 0,0 0 0,0 25 15,0-25-15,0 0 0,0 25 0,0-25 0,0 0 16,0 24-16,0-24 0,0 25 0,0-25 0,-25 25 16,25-25-16,0 25 0,0-25 0,0 25 0,0-25 0,0 0 15,0 24-15,-25-24 0,25 25 0,0-25 0,0 0 0,0 25 16,0-25-16,0 0 0,0 0 0,0 25 0,0-25 15,0 0-15,0 0 0,0 0 0,0 0 0,0 0 16,0 0-16,0 0 0,0 0 0,0 0 0,0 0 0</inkml:trace>
  <inkml:trace contextRef="#ctx0" brushRef="#br0" timeOffset="265786.2021">3994 13593 0,'0'-25'0,"0"25"0,0 0 0,0 0 0,0 0 0,0 0 0,0 0 0,0 0 0,0 0 0,0 0 0,0 0 0,0 0 0,0 0 0,0 0 0,0 0 0,0 0 0,24 0 0,-24 0 0,0 0 0,0 0 0,0 0 15,0 25-15,0-25 0,25 0 0,-25 0 0,0 0 0,0 25 16,0-25-16,25 0 0,-25 0 0,0 25 0,0-25 15,0 0-15,25 0 0,-25 24 0,0-24 0,0 0 16,0 25-16,25-25 0,-25 25 0,0-25 0,0 0 0,0 25 16,0-25-16,0 25 0,0-25 0,24 0 0,-24 24 15,-24-24-15,24 25 0,0-25 0,0 25 0,0-25 0,0 25 16,0-25-16,-25 0 0,25 25 0,0-25 0,0 0 15,-25 24-15,25-24 0,-25 0 0,25 25 0,-25-25 16,25 0-16,0 0 0,-24 0 0,24 25 0,-25-25 0,25 0 16,-25 0-16,25 0 0,0 0 0,0 0 0,0 0 15,-25-25-15,25 25 0,0 0 0,0 0 0,0 0 0,0 0 16,0 0-16,0-25 0,0 25 0,25 0 0,-25 0 15,0 0-15,0-24 0,25 24 0</inkml:trace>
  <inkml:trace contextRef="#ctx0" brushRef="#br0" timeOffset="266182.2247">4688 13643 0,'0'0'0,"0"-25"16,0 25-16,0 0 0,0 0 0,0 0 0,0 0 15,0 0-15,0 0 0,0 0 0,0 0 0,0 0 16,0 0-16,0 0 0,0 0 0,0 0 0,0 0 0,0 0 16,0 0-16,0 0 0,0 25 0,0-25 0,0 0 15,0 24-15,0-24 0,0 25 0,0-25 0,0 25 0,0-25 16,0 25-16,-25-25 0,25 25 0,0-1 0,0-24 15,0 25-15,0-25 0,0 25 0,0 0 0,-25-25 0,25 25 16,0-25-16,0 24 0,0-24 0,0 25 0,0-25 16,0 25-16,0-25 0,0 0 0,-24 25 0,24-25 15,0 0-15,0 25 0,0-25 0,0 0 0,0 0 0,0 24 16,0-24-16,0 0 0,0 0 0,0 0 0,0 0 0,-25 0 15,25-24-15,0 24 0,0 0 0,0 0 0,0 0 16</inkml:trace>
  <inkml:trace contextRef="#ctx0" brushRef="#br0" timeOffset="266428.2388">4564 13643 0,'0'0'0,"0"0"15,25 0-15,-25 0 0,0 0 0,0 0 0,0 0 0,0 0 16,0 0-16,25 0 0,-25 0 0,0 0 0,24 0 0,-24 0 15,25 0-15,-25 0 0,25 0 0,0 0 0,-25 0 16,25 0-16,-1 0 0,1 0 0,-25 0 0,25 0 16,0 0-16,0 0 0,-25 0 0,25 0 0,-1 0 0,-24 0 15,25 0-15,-25 0 0,25 0 0,-25 0 0,25 0 16</inkml:trace>
  <inkml:trace contextRef="#ctx0" brushRef="#br0" timeOffset="267434.2963">4986 13494 0,'0'0'0,"0"0"0,0 0 0,0 0 0,0 0 0,0 0 15,0 0-15,0 0 0,0 0 0,0 0 0,0 0 16,0 25-16,0-25 0,0 0 0,0 24 0,0-24 0,0 0 15,0 25-15,0 0 0,0-25 0,0 25 0,0-25 16,0 25-16,0-1 0,0-24 0,0 25 0,0 0 0,0 0 16,0-25-16,0 25 0,-25-1 0,25-24 0,0 25 15,0-25-15,0 25 0,0 0 0,0-25 0,0 25 16,-25-25-16,25 24 0,0-24 0,0 0 0,0 25 0,0-25 15,0 25-15,0-25 0,0 0 0,0 0 0,0 25 16,0-25-16,0 0 0,0 0 0,0 0 0,0 0 16,0 0-16,0 0 0,0 0 0,0 0 0,0 0 0,0 0 15,0 0-15,0-25 0,25 25 0,-25 0 0,0 0 16,0-25-16,0 25 0,25-25 0,-25 25 0,0 0 0,25-24 15,-25 24-15,0-25 0,0 25 0,24-25 0,-24 25 16,25 0-16,-25-25 0,0 25 0,25 0 0,-25-25 0,0 25 16,0 0-16,25-24 0,-25 24 0,0 0 0,0 0 15,0 0-15,0 0 0,0 0 0,0 0 0,0 0 16,0 0-16,0 0 0,0 0 0,0 0 0,0 0 0,0 0 15,0 0-15,25 0 0,-25 0 0,0 0 0,0 0 16,0 0-16,-25 0 0,25 24 0,0-24 0,0 0 0,0 0 16,0 25-16,0-25 0,0 25 0,0-25 0,0 25 15,0-25-15,0 25 0,0-25 0,0 24 0,0-24 16,0 0-16,0 25 0,-25-25 0,25 25 0,25-25 0,-25 0 15,0 25-15,0-25 0,0 0 0,0 25 0,0-25 16,0 0-16,0 0 0,0 0 0,0 0 0,25 0 0,-25 0 16,0 0-16,0 0 0,24 0 0,-24 0 0,25 0 15,-25 0-15,0 0 0,25 0 0,-25 0 0,25-25 16,-25 25-16,25 0 0,-25-25 0,0 25 0,24 0 0,-24-25 15,0 25-15,25 0 0,-25-25 0,0 25 0,0-24 16,25 24-16,-25 0 0,0-25 0,0 25 0,0-25 0,0 25 16,0 0-16,0-25 0,25 25 0,-25-25 0,0 25 15,0 0-15,0-24 0,0 24 0,0 0 0,0-25 0,0 25 16,0 0-16,0 0 0,0-25 0,0 25 0,0 0 15,0 0-15,0 0 0,0 0 0,0 0 0,0 0 16,0 0-16,0 0 0,0 0 0,0 0 0,0 25 0,0-25 16,0 0-16,0 0 0,-25 25 0,25-25 0,0 0 15,0 24-15,0-24 0,0 25 0,0-25 0,0 25 16,0-25-16,0 0 0,0 25 0,0-25 0,0 25 0,0-25 15,0 24-15,0-24 0,0 25 0,0-25 0,0 25 16,0-25-16,0 0 0,0 25 0,0-25 0,0 0 0,0 25 16,25-25-16,-25 0 0,0 0 0,0 24 0,0-24 15,25 0-15,-25 0 0,0 0 0,0 0 0,24 0 0,-24 0 16,0 0-16,25 0 0,-25 0 0,25 0 0,-25 0 15,0 0-15,25 0 0,-25 0 0,25-24 0,-25 24 16,24 0-16,-24 0 0,0-25 0,25 25 0,-25 0 0,0-25 16,25 25-16,-25-25 0,0 25 0,0-25 0,25 25 15,-25 0-15,0-24 0,0 24 0,0-25 0,0 25 0,0 0 16,25-25-16,-25 25 0,0-25 0,0 25 0,0 0 15,0-25-15,0 25 0,0 0 0,0 0 0,0 0 0,0 0 16,0-24-16,0 24 0,0 0 0,-25 0 0,25 0 16,0 24-16,0-24 0,0 0 0,0 0 0,0 0 15,0 0-15,0 25 0,0-25 0,0 0 0,0 25 0,0-25 16,-25 25-16,25-25 0,0 25 0,0-25 0,0 24 15,0-24-15,0 25 0,0-25 0,0 0 0,-25 25 16,25-25-16,0 25 0,0-25 0,0 0 0,0 25 0,0-25 16,0 0-16,0 24 0,0-24 0,0 0 0,0 0 15,0 0-15,0 25 0,25-25 0,-25 0 0,0 0 0,0 0 16,0 0-16,0 0 0,0 0 0,25 0 0,-25 0 15,0 0-15,25 0 0,-25-25 0,24 25 0,-24 0 0,25 0 16,-25-24-16</inkml:trace>
  <inkml:trace contextRef="#ctx0" brushRef="#br0" timeOffset="268218.3406">5879 13816 0,'0'-25'0,"0"25"0,0 0 0,-25 0 0,25 0 15,0 0-15,0 0 0,0 0 0,0 0 0,-25-24 0,25 24 16,0 24-16,0-24 0,0 0 0,0 0 0,-25 0 15,25 0-15,0 0 0,0 25 0,0-25 0,0 0 0,0 25 16,0-25-16,0 0 0,0 25 0,0-25 0,0 25 16,0-25-16,0 24 0,0-24 0,0 25 0,0-25 15,0 25-15,0-25 0,0 0 0,0 25 0,0-25 0,0 0 16,25 25-16,-25-25 0,0 0 0,0 0 0,0 0 0,25 24 15,-25-24-15,0 0 0,0 0 0,25 0 0,-25 0 16,0 0-16,0 0 0,25 0 0,-25 0 0,0 0 16,24 0-16,-24-24 0,0 24 0,0 0 0,25 0 0,-25 0 15,0-25-15,0 25 0,0 0 0,25-25 0,-25 25 16,0 0-16,0-25 0,0 25 0,0-25 0,0 25 15,0 0-15,0-24 0,0 24 0,0-25 0,0 25 0,0 0 16,0 0-16,0-25 0,0 25 0,0 0 0,0 0 16,0-25-16,25 25 0,-25 0 0,0 0 0,0 0 15,0-25-15,0 25 0,0 0 0,0 0 0,25 0 0,-25 0 16,0 0-16,0 0 0,0 0 0,0 0 0,0 0 15,24 0-15,-24 0 0,0 0 0,0 0 0,0 25 0,25-25 16,-25 0-16,0 0 0,0 25 0,0-25 0,0 0 16,25 25-16,-25-25 0,0 25 0,0-25 0,0 0 0,0 24 15,0-24-15,0 25 0,0-25 0,0 0 0,0 25 16,0-25-16,0 0 0,0 0 0,0 25 0,0-25 15,0 0-15,0 0 0,0 0 0,0 0 0,0 0 0,0 0 16,0 25-16,0-25 0,0 0 0,0 0 0,0 0 0,0 0 16,0-25-16,0 25 0,0 0 0,0 0 0,0 0 15,0 0-15,0-25 0,0 25 0,25 0 0,-25 0 16,0-25-16,0 25 0,0-25 0,25 25 0,-25-24 0,0 24 15,24 0-15,-24-25 0,0 25 0,25-25 0,-25 25 16,0 0-16,25 0 0,-25-25 0,0 25 0,25 0 16,-25 0-16,0 0 0,0 0 0,25 0 0,-25 0 0,0 0 15,0 0-15,0 0 0,0 0 0,0 0 0,24 0 16,-24 25-16,0-25 0,0 0 0,0 0 0,0 25 15,0-25-15,0 0 0,0 25 0,0-25 0,0 0 0,0 24 16,0-24-16,0 0 0,0 25 0,0-25 0,0 25 0,-24-25 16,24 0-16,0 0 0,0 25 0,0-25 0,0 0 15,0 0-15,0 0 0,0 25 0,0-25 125,49 0-125,-49 0 0,25 0 0,-25 0 0,25 0 0,0 0 0,-25-25 0,24 25 0,-24 0 0,25 0 0</inkml:trace>
  <inkml:trace contextRef="#ctx0" brushRef="#br0" timeOffset="268795.3742">6648 13767 0,'0'0'0,"0"0"0,0-25 0,0 25 0,-25 0 15,25 0-15,0-25 0,0 25 0,0 0 0,0 0 16,-25 0-16,25-25 0,0 25 0,0 0 0,0 0 0,0 0 15,0 0-15,-25 0 0,25 0 0,0 25 0,0-25 0,0 0 16,-25 25-16,25-25 0,0 0 0,0 25 0,0-25 16,0 24-16,-24-24 0,24 25 0,0-25 0,0 25 15,0 0-15,0-25 0,0 25 0,0-25 0,0 24 0,0-24 16,0 25-16,0-25 0,0 0 0,0 25 0,24-25 15,-24 0-15,0 0 0,0 25 0,0-25 0,25 0 16,-25 0-16,0 0 0,25 0 0,-25 0 0,0 0 0,25 0 16,-25 0-16,25 0 0,-25-25 0,0 25 0,24 0 15,-24 0-15,25 0 0,-25-25 0,0 25 0,25 0 16,-25-25-16,0 25 0,25 0 0,-25-24 0,0 24 0,0 0 15,0-25-15,0 25 0,25 0 0,-25-25 0,0 25 16,0 0-16,0 0 0,0 0 0,0 0 0,0 0 0,0 0 16,0 0-16,0 0 0,0 0 0,-25 0 0,25 0 15,0 25-15,0-25 0,0 0 0,0 25 0,0-25 0,-25 0 16,25 24-16,0 1 0,0-25 0,0 25 15,0-25-15,-25 25 0,25 0 0,0-25 0,0 24 0,0 1 16,0-25-16,0 25 0,-25-25 0,25 25 0,0 0 0,0-25 16,0 24-16,0 1 0,0 0 0,0-25 0,0 25 15,0 0-15,0-25 0,0 24 0,0-24 0,0 25 0,0-25 16,0 25-16,0-25 0,0 25 0,0-25 0,-24 25 15,24-25-15,0 0 0,0 25 0,0-25 0,0 0 16,-25 0-16,25 24 0,0-24 0,0 0 0,0 0 0,-25 0 16,25 0-16,0 25 0,-25-25 0,25 0 0,0 0 15,-25 0-15,25 0 0,0 0 0,0 0 0,-24 0 0,24 0 16,0 0-16,0 0 0,-25 0 0,25-25 0,0 25 15,0 0-15,0 0 0,-25 0 0,25-24 0,0 24 16,0 0-16,0 0 0,0-25 0,0 25 0,-25-25 0,25 25 16,0 0-16</inkml:trace>
  <inkml:trace contextRef="#ctx0" brushRef="#br0" timeOffset="269146.3943">5928 13469 0,'0'0'0,"-24"0"0,24-25 15,0 25-15,0 0 0,0 0 0,0 0 0,0 0 16,0 0-16,0-25 0,0 25 0,0 0 0,0 0 15,0 0-15,24 0 0,-24 0 0,0 0 0,0 0 0,0-24 16,0 24-16,0 0 0,25 0 0,-25 0 0,0 0 16,0 0-16,0 0 0,25 0 0,-25 0 0,0 24 0,0-24 15,0 0-15,25 0 0,-25 0 0,0 25 0,0-25 16,0 0-16,0 0 0,0 25 0,0-25 0,0 0 15,0 25-15,0-25 0,0 25 0,0-25 0,0 0 0,0 24 16,0-24-16,0 25 0,0-25 0,0 0 0,0 25 16,0-25-16,0 25 0,-25-25 0,25 0 0,0 25 15,0-25-15,-25 0 0,25 24 0,0-24 0,0 0 0,-25 0 16,25 25-16,0-25 0,-24 0 0,24 0 0,0 0 0</inkml:trace>
  <inkml:trace contextRef="#ctx0" brushRef="#br0" timeOffset="269394.4085">5730 13543 0,'0'0'0,"0"0"0,0 0 0,25 0 0,-25 0 0,0 0 15,0 0-15,0 0 0,0 0 0,24 0 0,-24 0 16,0 0-16,0 0 0,0 0 0,0 0 0,0 25 0,0-25 16,0 0-16,0 0 0,0 0 0,0 0 0,0 0 15,0 25-15,0-25 0,0 0 0,0 0 0,0 0 16,0 25-16,0-25 0,0 0 0,-24 0 0,24 0 15,0 0-15,0 25 0,0-25 0,-25 0 0,25 0 0,0 0 16,0 0-16,-25 0 0,25 0 0,0 0 0,0 0 16</inkml:trace>
  <inkml:trace contextRef="#ctx0" brushRef="#br0" timeOffset="269616.4212">5705 13345 0,'0'0'0,"0"0"16,25 0-16,-25 0 0,0 0 0,0 0 15,0-25-15,0 25 0,0 0 0,25 0 0,-25 0 0,24 0 16,-24 0-16,25 0 0,0 0 0,-25 0 0,25 0 0,0 0 16,0-25-16,-1 25 0,1 0 0,25 0 0,-25 0 15,-1 0-15,1 0 0,25 0 0,-25 0 0,-1 0 16,26 0-16,-25 0 0,0 0 0,-1 0 0,1 25 0</inkml:trace>
  <inkml:trace contextRef="#ctx0" brushRef="#br0" timeOffset="270249.4574">7962 13643 0,'-25'0'0,"25"0"16,0 0-16,0 0 0,0 0 0,0 24 0,-24-24 0,24 0 15,0 0-15,-25 0 0,25 0 0,0 0 0,0 25 16,-25-25-16,25 0 0,0 25 0,-25-25 0,25 0 15,0 25-15,0-25 0,-25 25 0,25-25 0,0 0 0,-24 24 16,24-24-16,0 25 0,-25-25 0,25 25 0,0-25 0,-25 25 16,25-25-16,0 0 0,-25 25 0,25-25 0,0 0 15,-25 24-15,25-24 0,0 0 0,-24 0 0,24 25 16,0-25-16,-25 0 0,25 0 0,0 0 0,0 0 0,-25 0 15,25 0-15,0 0 0,0 0 0,0 0 0,0 0 16,0 0-16,-25 0 0,25 0 0,0-25 0</inkml:trace>
  <inkml:trace contextRef="#ctx0" brushRef="#br0" timeOffset="270849.4917">7739 13692 0,'25'0'0,"-25"0"0,0 0 0,0 0 16,0 0-16,0 0 0,0 0 0,0 0 0,0 0 0,0 0 15,0 0-15,0 0 0,0 0 0,0 0 0,0 0 16,0 0-16,0 25 0,0-25 0,0 0 0,25 25 0,-25-25 16,0 0-16,0 25 0,0-25 0,0 24 0,0-24 15,0 25-15,0 0 0,0-25 0,24 25 0,-24-25 16,0 25-16,0-1 0,0-24 0,0 25 0,0-25 0,0 25 15,0-25-15,25 25 0,-25-25 0,0 0 0,0 25 16,0-25-16,0 24 0,25-24 0,-25 0 0,0 25 0,0-25 16,25 0-16,-25 25 0,0-25 0,25 0 0,-25 0 15,0 25-15,24-25 0,-24 0 0,25 0 0,-25 0 16,25 0-16,-25 0 0,25 0 0,0 0 0,-25 0 0,25 0 15,-25 0-15,24 0 0,-24 0 0,25-25 0,-25 25 16,25 0-16,-25 0 0,25 0 0,-25-25 0,0 25 0,25 0 16,-25 0-16,0-25 0,24 25 0,-24 0 0,0-24 15,0 24-15,25 0 0,-25 0 0,0-25 0,0 25 0,0 0 16,0-25-16,0 25 0,0 0 0,0-25 15,0 25-15,0-25 0,0 25 0,0 0 0,-25-24 0,25 24 16,0-25-16,0 25 0,0 0 0,-24-25 0,24 25 0,0 0 16,0 0-16,-25-25 0,25 25 0,0 0 0,0 0 15,-25 0-15,25 0 0,0-25 0,0 25 0,-25 0 16,25 0-16,0 0 0,0 0 0,0 0 0,0 25 0,0-25 15,0 0-15,-25 0 0,25 25 0,0-25 0,0 0 16,0 25-16,0-25 0,0 25 0,0-25 0,0 24 0,0-24 16,0 25-16,0-25 0,0 0 0,0 25 0,0-25 15,0 25-15,25-25 0,-25 0 0,0 25 0,0-25 0,0 24 16,0-24-16,25 0 0,-25 0 0,0 0 0,25 25 15,-25-25-15,0 0 0,25 0 0,-25 0 0,0 0 16,24 0-16,-24 0 0,25 0 0,-25 0 0,25 0 0,0 0 16,-25 0-16,25 0 0,-1 0 0,-24 0 0,25-25 15,0 25-15,0 0 0,-25 0 0,25-24 0,-1 24 0,1 0 16,-25-25-16,25 25 0,-25 0 0,25-25 0,-25 25 15,0-25-15</inkml:trace>
  <inkml:trace contextRef="#ctx0" brushRef="#br0" timeOffset="271206.5121">8706 13543 0,'0'0'0,"0"0"0,-24 0 0,24 0 16,0 0-16,0 0 0,0 0 0,0 0 0,0 25 15,-25-25-15,25 0 0,0 25 0,0-25 0,0 25 0,0-25 16,-25 25-16,25-1 0,0 1 0,0-25 0,0 25 15,0 0-15,0 0 0,0-1 0,-25-24 0,25 25 0,0 0 16,0 0-16,0 0 0,0-25 0,0 24 0,0 1 16,-25-25-16,25 25 0,0-25 0,0 25 0,0-25 15,0 0-15,0 25 0,0-25 0,0 0 0,0 24 0,0-24 16,-24 0-16,24 0 0,0 0 0,0 0 0,0 0 15,0 0-15,0 0 0,0 0 0,-25 0 0,25 0 0,0-24 16,0 24-16,0 0 0</inkml:trace>
  <inkml:trace contextRef="#ctx0" brushRef="#br0" timeOffset="271443.5257">8508 13866 0,'0'0'0,"0"0"0,0 0 0,0 0 0,0 0 0,0 0 16,0 0-16,0 0 0,25 0 0,-25 0 0,0 0 16,25 0-16,-25 0 0,0 0 0,24 0 0,-24 0 15,0 0-15,25-25 0,-25 25 0,25 0 0,-25 0 0,0 0 16,25 0-16,-25 0 0,0-25 0,25 25 0,-25 0 15,0 0-15,0-25 0,0 25 0,24 0 0,-24 0 0,0-24 16</inkml:trace>
  <inkml:trace contextRef="#ctx0" brushRef="#br0" timeOffset="271475.5275">8508 13395 0,'0'0'0,"0"0"0,0 0 0,0 0 16,0 0-16,0 0 0,0 0 0,0 0 0,0 0 0,0 24 15,-25-24-15,25 25 0,0-25 0,0 25 0,0-25 16,0 25-16,-25-25 0,25 25 0,0-25 0,0 24 16,-24 1-16,24-25 0,0 25 0,0-25 0,0 25 0,-25 0 15,25-25-15,0 24 0,0-24 0</inkml:trace>
  <inkml:trace contextRef="#ctx0" brushRef="#br0" timeOffset="272906.6093">9699 13692 0,'0'-25'0,"0"25"0,0 0 16,24 0-16,-24-24 0,0 24 0,0 0 0,0 0 16,0-25-16,0 25 0,0 0 0,0 0 0,0 0 15,0-25-15,0 25 0,0 0 0,0 0 0,0 0 0,0 0 16,0 0-16,0 0 0,0 0 0,0 0 0,0 0 0,0 0 15,0 0-15,0 0 0,0 0 0,0 0 0,-24 0 16,24 25-16,0-25 0,0 0 0,0 0 0,0 25 0,0-25 16,0 24-16,0-24 0,0 25 0,0-25 0,-25 25 15,25-25-15,0 25 0,0 0 0,0-25 0,-25 24 16,25-24-16,0 25 0,0 0 0,0-25 0,0 25 0,0-25 15,-25 25-15,25-25 0,0 24 0,0-24 0,0 25 16,0-25-16,0 25 0,0-25 0,0 0 0,0 25 16,0-25-16,0 0 0,0 0 0,-25 25 0,25-25 0,0 0 15,0 0-15,0 0 0,0 0 0,0 0 0,0 0 0,0 0 16,0 0-16,0 0 0,0 0 0,0 0 0,0 0 15,0 0-15,0 0 0,0-25 0,0 25 0,0 0 16,0 0-16,0-25 0,0 25 0,0 0 0,25-25 16</inkml:trace>
  <inkml:trace contextRef="#ctx0" brushRef="#br0" timeOffset="273180.625">9699 13568 0,'0'0'0,"0"0"0,0 0 0,0 0 0,0 0 15,0 0-15,0 0 0,0 0 0,24 0 0,-24-25 16,0 25-16,0 0 0,0 0 0,0 0 0,25 0 0,-25 25 16,0-25-16,0 0 0,25 0 0,-25 0 0,0 0 15,25 0-15,-25 0 0,25 0 0,-25 0 0,24 0 0,-24 0 16,0 0-16,25 0 0,-25 25 0,25-25 0,-25 0 15,25 0-15,-25 0 0,25 0 0,-25 0 0,0 0 0,24 0 16,-24 0-16,0 0 0,25 0 0,-25 25 0,0-25 16,0 0-16,25 0 0,-25 0 0,0 0 0,0 0 15,0 0-15,0 25 0,0-25 0,-25 0 0,25 0 0,0 0 16,0 0-16</inkml:trace>
  <inkml:trace contextRef="#ctx0" brushRef="#br0" timeOffset="273419.6386">9723 13791 0,'0'0'0,"0"0"0,0 0 0,0 0 0,0 0 0,0 0 0,0 0 0,0 0 0,25 0 16,-25 0-16,0 0 0,0 0 0,25 0 0,-25 0 15,0 0-15,0 0 0,25 0 0,-25 0 0,0 0 0,25 0 16,-25 0-16,0 0 0,24 0 0,-24 25 0,0-25 15,25 0-15,-25 0 0,0 0 0,25 0 0,-25 0 0,0 0 16,25 0-16,-25 0 0,0 0 16,0 0-16,25 0 0,-25 25 0,0-25 0,0 0 0,0 0 0,0 0 15,0 0-15,0 25 0,0-25 0,0 0 0,0 0 0,0 0 16,-25 0-16,25 25 0,0-25 0,-25 0 0</inkml:trace>
  <inkml:trace contextRef="#ctx0" brushRef="#br0" timeOffset="273632.6506">9624 14089 0,'0'0'0,"0"0"0,0 0 0,0 0 0,0 0 0,0 0 0,0 0 0,0 0 0,0 0 0,0 0 0,0 0 0,25 0 0,-25 0 15,0 0-15,0-25 0,25 25 0,-25 0 0,0 0 0,25 0 16,-25 0-16,0 0 0,24 0 0,-24 0 0,0 0 15,25 0-15,-25 0 0,0 0 0,25 0 0,-25 0 0,25 0 16,-25 0-16,0 0 0,25 0 0,-25 0 0,24 0 16,-24 25-16,25-25 0,-25 0 0,25 0 0,-25 0 15,25 0-15,-25 0 0,0 0 0</inkml:trace>
  <inkml:trace contextRef="#ctx0" brushRef="#br0" timeOffset="274842.7201">10641 14039 0,'0'0'0,"0"0"0,0 0 16,0 0-16,0 0 0,0 0 0,0 0 0,0 0 15,0 0-15,0 0 0,0 0 0,0 0 0,0 0 0,25-24 16,-25 24-16,0 0 0,0 0 0,25 0 0,-25 0 15,0-25-15,25 25 0,-25 0 0,0 0 0,24-25 16,-24 25-16,25 0 0,-25 0 0,0-25 0,25 25 0,-25-25 16,25 25-16,-25 0 0,25-24 0,-1 24 0,-24-25 0,25 25 15,-25-25-15,25 25 0,0-25 0,-25 25 0,25-25 16,-25 25-16,24-24 0,-24 24 0,25-25 0,-25 25 15,25-25-15,-25 25 0,25-25 0,-25 25 0,0-25 0,25 25 16,-25-24-16,0 24 0,0 0 0,24-25 0,-24 25 16,0-25-16,0 25 0,0 0 0,0-25 0,0 25 0,0-25 15,0 25-15,25 0 0,-50-24 0,25 24 0,0 0 16,0-25-16,0 25 0,0-25 0,0 25 0,0 0 0,0 0 15,-24-25-15,24 25 0,0 0 0,0 0 0,0-25 16,-25 25-16,25 0 0,0 0 0,0 0 0,0 0 16,-25 0-16,25 0 0,0 0 0,0 0 0,0 0 0,0 0 15,0 0-15,-25 0 0,25 0 0,0 0 0,0 0 16,0 25-16,0-25 0,-25 0 0,25 25 0,0-25 15,0 0-15,0 25 0,0-25 0,-24 25 0,24-25 0,0 24 16,0-24-16,0 25 0,0-25 0,-25 25 0,25-25 16,0 25-16,0-25 0,0 25 0,0-1 0,0-24 0,-25 25 15,25-25-15,0 25 0,0 0 0,0-25 0,0 25 16,0-25-16,0 24 0,0-24 0,0 25 0,0 0 0,0-25 15,0 25-15,0-25 0,0 25 0,0-25 0,0 0 16,0 24-16,0-24 0,0 25 0,0-25 0,0 0 16,0 25-16,0-25 0,0 0 0,0 0 0,0 0 0,0 25 15,0-25-15,0 0 0,0 0 0,25 0 0,-25 0 0,0 0 16,25 0-16,-25 0 0,24 0 0,-24 0 0,25 0 15,-25-25-15,25 25 0,0 0 0,-25 0 0,25 0 16,-25 0-16</inkml:trace>
  <inkml:trace contextRef="#ctx0" brushRef="#br0" timeOffset="275321.7475">11410 13866 0,'0'0'0,"0"-25"0,0 25 0,0 0 0,0-25 0,0 25 15,0 0-15,-25 0 0,25-25 0,0 25 0,0 0 16,0 0-16,0-24 0,0 24 0,-24 0 0,24 0 0,0-25 15,0 25-15,0 0 0,-25 0 0,25 0 0,0 0 16,0 0-16,-25 0 0,25 0 0,0 0 0,0 0 0,-25 0 16,25 0-16,0 0 0,0 25 0,-25-25 0,25 0 15,0 0-15,-24 24 0,24-24 0,0 0 0,-25 25 16,25-25-16,-25 25 0,25-25 0,0 25 0,0-25 0,-25 25 15,25-25-15,0 24 0,0-24 0,0 25 0,0-25 16,-25 0-16,25 25 0,0-25 0,0 0 0,25 25 0,-25-25 16,0 0-16,0 0 0,0 25 0,0-25 0,0 0 15,0 0-15,25 0 0,-25 0 0,0 0 0,0 0 16,25 0-16,-25 0 0,0 0 0,25 0 0,-25 0 0,0 0 15,24 0-15,-24 0 0,25 0 0,-25-25 0,0 25 16,25 0-16,-25 0 0,0 0 0,25-25 0,-25 25 0,0 0 16,0 0-16,25 0 0,-25-25 0,0 25 0,0 0 15,0 0-15,0 0 0,0 0 0,0 0 0,0-25 16,0 25-16,0 0 0,0 0 0,0 0 0,0 0 0,0 25 15,0-25-15,0 0 0,0 0 0,0 0 0,0 0 0,0 25 16,0-25-16,0 0 0,0 25 0,0-25 16,0 0-16,0 25 0,0-25 0,-25 0 0,25 24 0,0-24 15,0 0-15,0 25 0,0-25 0,0 0 0,0 0 0,0 25 16,0-25-16,25 0 0,-25 0 0,0 0 0,0 0 15,0 0-15,0 0 0,0 0 0,0 0 0,24-25 16,-24 25-16,0 0 0,0 0 0,25-25 0,-25 25 0</inkml:trace>
  <inkml:trace contextRef="#ctx0" brushRef="#br0" timeOffset="275589.7626">11435 13692 0,'-25'-25'16,"25"25"-16,0 0 0,0 0 0,0 0 0,0 0 15,0 0-15,0 0 0,0 0 0,0 0 0,0 0 0,0 0 16,25 0-16,-25 0 0,0 0 0,25 0 0,-25 0 15,25 0-15,-25 0 0,24 0 0,-24 0 0,25 0 0,0 0 16,0 0-16,-25 0 0,25 25 0,-1-25 0,1 0 16,0 0-16,0 0 0,0 0 0,-1 25 0,1-25 0,0 0 15,0 0-15,0 0 0,-1 25 0,1-25 0,0 0 16</inkml:trace>
  <inkml:trace contextRef="#ctx0" brushRef="#br0" timeOffset="276517.8159">12601 13419 0,'0'-24'0,"0"24"15,0 0-15,0 0 0,0 0 0,0 0 0,0 0 0,0 0 16,0 0-16,0 0 0,0 0 0,0 0 0,0 0 16,0 0-16,0 0 0,0 0 0,0 24 0,-25-24 0,25 0 15,0 25-15,0-25 0,0 25 0,0-25 0,0 25 16,0 0-16,0-1 0,-25-24 0,25 25 0,0 0 15,0-25-15,0 25 0,0 0 0,0-1 0,0-24 0,-25 25 16,25 0-16,0 0 0,0-25 0,0 25 0,0-1 16,0-24-16,-24 25 0,24 0 0,0-25 0,0 25 0,0-25 15,0 25-15,0-25 0,-25 24 0,25-24 0,0 25 16,0-25-16,0 0 0,0 25 0,0-25 0,0 0 0,0 0 15,0 25-15,0-25 0,0 0 0,0 0 0,0 0 16,0 0-16,0 0 0,0 0 0,0 0 0,0 0 0,0 0 16,0 0-16,0 0 0,0-25 0,0 25 0,25 0 15,-25 0-15,0-25 0</inkml:trace>
  <inkml:trace contextRef="#ctx0" brushRef="#br0" timeOffset="276968.8416">12477 13667 0,'0'0'0,"0"0"0,0 0 0,0 0 0,0 0 15,0 0-15,0 0 0,0-24 0,0 24 0,0 0 16,0 0-16,0 0 0,25 24 0,-25-24 0,24 0 0,-24 0 16,0 0-16,25 0 0,-25 0 0,25 0 0,0 0 15,-25 0-15,25 0 0,-1 0 0,-24 25 0,25-25 16,-25 0-16,25 0 0,0 0 0,-25 0 0,25 0 0,-25 25 15,24-25-15,-24 0 0,25 0 0,-25 25 0,25-25 16,-25 0-16,25 0 0</inkml:trace>
  <inkml:trace contextRef="#ctx0" brushRef="#br0" timeOffset="277345.8633">12973 13791 0,'0'0'0,"0"0"0,0 0 15,0-24-15,0 24 0,0 0 0,0-25 0,0 25 16,-25 0-16,25 0 0,0-25 0,0 25 0,0 0 0,-25 0 15,25-25-15,0 25 0,0 0 0,0 0 0,-25 0 0,25 0 16,0 0-16,0-25 0,-24 25 0,24 0 0,0 0 16,-25 0-16,25 0 0,0 0 0,-25 0 0,25 25 15,0-25-15,-25 0 0,25 0 0,0 0 0,-25 25 0,25-25 16,0 0-16,-24 25 0,24-25 0,0 0 0,-25 25 15,25-25-15,0 24 0,-25-24 0,25 25 0,0-25 16,0 25-16,0-25 0,0 0 0,0 25 0,0-25 0,0 25 16,0-25-16,0 24 0,0-24 0,0 0 0,0 25 15,0-25-15,0 0 0,0 0 0,25 0 0,-25 25 16,0-25-16,0 0 0,0 0 0,25 0 0,-25 0 0,0 0 15,24 0-15,-24 0 0,0 0 0,25 0 0,-25 0 0,0 0 16,25 0-16,-25-25 0,25 25 0,-25 0 0,0 0 16,25 0-16,-25-25 0,0 25 0,24 0 0,-24-24 15,0 24-15,25 0 0,-25 0 0,0-25 0,0 25 0,0 0 16,0-25-16,0 25 0,25 0 0,-25-25 0,0 25 15,0 0-15,0 0 0,0-25 0,0 25 0,0 0 0,0 0 16,0 0-16,0-24 0,0 24 0,0 0 0,0 0 16,0 0-16,0 0 0,0 0 0,0 0 0,0 0 0,0 0 15,0 0-15,0 0 0,0 0 0,0 0 0,0 0 16,0 0-16,-25 0 0,25 0 0,0 0 0,0 0 15,0 24-15,0-24 0,0 0 0,0 0 0,0 25 0,-25-25 16,25 0-16,0 25 0,0-25 0,0 0 0,0 25 16,0-25-16,0 25 0,0-25 0,0 0 0,-24 24 15,24-24-15,0 0 0,0 25 0,0-25 0,0 0 0,0 25 16,24-25-16,-24 0 0,0 0 0,0 25 0,0-25 15,0 0-15,0 0 0,0 0 0,25 25 0,-25-25 0,0 0 16,0 0-16,25 0 0,-25 0 0,0 0 0,25 0 16,-25 0-16,25 0 0,-25 0 0,24 0 0,-24 0 0,0 0 15,25 0-15,-25 0 0,25 0 0,-25-25 0,0 25 16,25 0-16,-25 0 0,0 0 0,0 0 0,25-25 15,-25 25-15,0 0 0,0 0 0,0-25 0,0 25 0,0 0 16,0-25-16,0 25 0,0 0 0</inkml:trace>
  <inkml:trace contextRef="#ctx0" brushRef="#br0" timeOffset="278353.9209">13271 13742 0,'0'0'0,"0"0"0,0 0 0,0-25 15,0 25-15,0 0 0,0 0 0,0 0 0,0 0 16,0 0-16,0 0 0,0 0 0,0 0 0,0 0 16,0 0-16,0 0 0,0 0 0,0 0 0,0 0 0,0 0 15,0 0-15,0 0 0,0 0 0,0 0 0,0 0 16,-25 25-16,25-25 0,0 0 0,0 0 0,0 0 0,0 25 15,0-25-15,0 0 0,0 0 0,0 24 0,0-24 16,0 25-16,0-25 0,0 25 0,0-25 0,0 25 0,0-25 16,-25 25-16,25-25 0,0 24 0,0-24 0,0 25 15,0-25-15,0 25 0,0 0 0,0-25 0,-25 25 16,25-25-16,0 24 0,0-24 0,0 25 0,0-25 0,0 25 15,0-25-15,-25 0 0,25 25 0,0-25 0,0 25 0,0-25 16,0 24-16,-25-24 0,25 25 0,0-25 0,0 25 16,0-25-16,-24 25 0,24-25 0,0 25 0,0-25 15,0 24-15,-25-24 0,25 0 0,0 25 0,0-25 16,0 25-16,0-25 0,0 0 0,0 25 0,0-25 0,-25 0 15,25 0-15,0 25 0,0-25 0,0 0 0,0 0 16,0 0-16,0 0 0,0 25 0,0-25 0,0 0 0,0 0 16,0 0-16,0 0 0,0 0 0,0 0 0,0 0 15,0 0-15,0 0 0,0 0 0,0 0 0,0-25 16,0 25-16,0 0 0,0 0 0,0 0 0,0 0 0,0-25 15,25 25-15,-25 0 0,0-25 0,0 25 0,0 0 0,0-25 16,0 25-16</inkml:trace>
  <inkml:trace contextRef="#ctx0" brushRef="#br0" timeOffset="278749.9436">13345 13742 0,'0'0'0,"0"0"0,0 0 0,0 0 0,0-25 16,0 25-16,0 0 0,25 0 0,-25 0 0,0 0 15,0 0-15,0 0 0,0 0 0,0 0 0,0 0 0,25 0 16,-25 0-16,0 0 0,0 0 0,0 0 0,24 0 15,-24 0-15,0 0 0,25 25 0,-25-25 0,0 0 0,0 0 16,25 25-16,-25-25 0,0 0 0,0 24 0,25-24 16,-25 0-16,0 25 0,0-25 0,0 0 0,25 25 15,-25-25-15,0 25 0,0-25 0,0 0 0,0 25 0,0-25 16,0 24-16,0-24 0,0 0 0,0 0 0,0 25 15,0-25-15,0 0 0,0 0 0,-25 25 0,25-25 0,0 0 16,0 0-16,-25 0 0,25 25 0,0-25 0,-25 0 16,25 0-16,-25 0 0,25 0 0,0 0 0,-24 0 15,24 0-15,0 0 0,-25 0 0,25 0 0,0 0 0,0 0 16,0 0-16,0 0 0,-25 0 0,25 0 0,0-25 15,0 25-15,0 0 0,25 0 0,-25-25 0,0 25 16,0 0-16,0-25 0,0 25 0</inkml:trace>
  <inkml:trace contextRef="#ctx0" brushRef="#br0" timeOffset="279105.9639">13171 13568 0,'0'-25'0,"0"25"0,0 0 0,0 0 0,0 0 0,0 0 15,0 0-15,0 0 0,25-24 0,-25 24 0,0 0 16,0 0-16,0 0 0,25 0 0,-25 0 0,0 0 15,25 0-15,-25 0 0,0 0 0,25-25 0,-25 25 0,0 0 16,24 0-16,-24 0 0,0 0 0,0 25 0,25-25 16,-25 0-16,0 0 0,0 0 0,0 0 0,25 0 15,-25 24-15,0-24 0,0 0 0,0 0 0,0 25 0,0-25 16,0 0-16,0 25 0,0-25 0,0 25 0,0-25 15,0 0-15,-25 25 0,25-25 0,0 24 0,0-24 16,0 25-16,-25 0 0,25-25 0,0 25 0,-24 0 0</inkml:trace>
  <inkml:trace contextRef="#ctx0" brushRef="#br0" timeOffset="279302.9752">12898 14362 0,'0'25'0,"-24"-25"0,24 0 15,0 0-15,0 0 0,0 0 0,0 0 0,0 0 16,0 0-16,0 0 0,0 0 0,0 0 0,0 0 0,0 0 16,0 0-16,0 0 0,0 0 0,0 0 0,0-25 0,0 25 15,0 0-15,24 0 0,-24 0 0,0 0 0,0 0 16,0 0-16,0 0 0,0 0 0,0 0 0,0 0 15,0 0-15,0 0 0,0 0 0</inkml:trace>
  <inkml:trace contextRef="#ctx0" brushRef="#br0" timeOffset="280272.0306">14932 13891 0,'0'0'0,"0"-25"0,0 25 16,0 0-16,0 0 0,0 0 0,0 0 0,0-25 15,0 25-15,0 0 0,0 0 0,0 0 0,0-25 0,0 25 16,0 0-16,0 0 0,0 0 0,0 0 0,0 0 15,0 0-15,0 0 0,0 0 0,0 0 0,0 0 16,0 0-16,0 0 0,0 0 0,0 0 0,0 0 0,0 0 16,0 0-16,0 0 0,0 0 0,0 0 0,0 0 0,0 0 15,0 0-15,0 0 0,0 0 0,0 0 0,0 0 16,0 0-16,0 0 0,0 0 0,0 0 0,0 0 15,0 0-15,0 25 0,0-25 0,0 0 0,0 0 16,0 25-16,0-25 0,-24 25 0,24-25 0,0 0 0,0 24 16,0-24-16,-25 25 0,25-25 0,0 0 0,0 25 15,0-25-15,0 0 0,0 25 0,-25-25 0,25 0 0,0 0 16,0 25-16,0-25 0,0 0 0,0 0 0,0 0 15,0 0-15,0 24 0,0-24 0,0 0 0,0 0 16,0 0-16,0 0 0,0 0 0,0 0 0,0 0 0,0 0 16,0 0-16,0 0 0,0 0 0,0 0 0,0 0 0,0 0 15,0 0-15,0 0 0,0 0 0,0 0 0,0-24 16,0 24-16,25 0 0,-25 0 0,0-25 0,0 25 15,25 0-15,-25-25 0,0 25 0,0 0 0,24-25 0,-24 25 16,0-25-16,0 25 0,25 0 0,-25-24 0,0 24 16,25 0-16,-25-25 0,0 25 0,25 0 0,-25 0 0,0-25 15,0 25-15,25 0 0,-25 0 0,0 0 0,0 0 16,24 0-16,-24-25 0,0 25 0,0 0 0,0 0 15,25 25-15,-25-25 0,0 0 0,0 0 0,0 0 16,0 0-16,25 0 0,-25 25 0,0-25 0,0 0 0,0 25 16,0-25-16,0 0 0,0 24 0,0-24 0,0 0 0,0 25 15,0-25-15,-25 0 0,25 25 0,0-25 0,0 0 16,0 25-16,0-25 0,0 0 0,0 25 0,0-25 15,0 0-15,0 0 0,0 24 0,-25-24 0,25 0 0,0 0 16,0 0-16,0 0 0,0 25 0,0-25 0,0 0 16,0 0-16,0 0 0,0 0 0,0 0 0,0 0 0,25 0 15,-25 0-15,0 0 0,0 0 0,25 0 0,-25 0 16,0 0-16</inkml:trace>
  <inkml:trace contextRef="#ctx0" brushRef="#br0" timeOffset="282135.1372">15354 13940 0,'0'-25'0,"0"25"0,0 0 0,0-24 15,0 24-15,-25 0 0,25 0 0,0-25 0,0 25 0,0 0 16,0 0-16,0-25 0,0 25 0,-25 0 0,25 0 16,0 0-16,0 0 0,0 0 0,-24 0 0,24 0 0,0 0 15,0 0-15,0 0 0,-25 25 0,25-25 0,0 0 16,0 0-16,-25 25 0,25-25 0,0 24 0,-25-24 0,25 0 15,0 25-15,0-25 0,0 25 0,0-25 0,-25 25 16,25-25-16,0 0 0,0 25 0,0-25 0,0 0 16,0 24-16,0-24 0,25 0 0,-25 25 0,0-25 0,0 0 15,0 0-15,0 0 0,0 0 0,25 0 0,-25 0 16,0 0-16,0 0 0,25 0 0,-25 0 0,0 0 0,25 0 15,-25 0-15,24 0 0,-24 0 0,0 0 0,25-25 16,-25 25-16,25 0 0,-25-24 0,0 24 0,0 0 0,25 0 16,-25-25-16,0 25 0,0 0 0,0-25 0,0 25 15,0 0-15,0-25 0,0 25 0,25 0 0,-25-25 16,0 25-16,0 0 0,0 0 0,0 0 0,0 0 0,0 0 15,-25 0-15,25 0 0,0 0 0,0 25 0,0-25 16,0 0-16,0 0 0,0 25 0,0-25 0,0 25 16,0-25-16,-25 25 62,25-1-62,0-24 0,0 25 0,0-25 0,0 25 0,0 0 0,0-25 0,0 25 0,-25-1 0,25 1 0,0-25 0,0 25 0,0 0 0,0-25 0,0 25 0,0-25 0,0 24 0,0 1 0,-25-25 0,25 0 0,0 25 0,0-25 0,0 25 0,0-25 0,-24 0 16,24 25-16,0-25 0,0 0 0,-25 0 0,25 25 0,-25-25 46,25 0-46,0 0 0,-25 0 0,25 0 0,-25 0 0,25 0 0,-24 0 0,24 0 0,0 0 0,-25 0 0,25 0 0,0-25 0,0 25 0,-25 0 0,25 0 0,0 0 16,0-25-16,0 25 0,0 0 0,0 0 0,0 0 0,0-25 16,0 25-16,0 0 0,0-25 0,25 25 0,-25-25 15,0 25-15,25 0 0,-25-24 0,24 24 0,-24-25 16,25 25-16,-25-25 0,25 25 0,-25-25 0</inkml:trace>
  <inkml:trace contextRef="#ctx0" brushRef="#br0" timeOffset="284970.2993">15503 13692 0,'0'0'0,"0"0"0,0 0 0,0 0 0,0 0 0,25 0 0,-25 0 0,0 0 0,0 0 0,0 0 0,0-25 0,0 25 0,0 0 0,25 0 0,-25 0 0,0 0 0,0 0 0,0 0 0,24 0 0,-24-24 0,0 24 16,25 0-16,-25 0 0,0 0 0,25-25 0,-25 25 0,0 0 0,25 0 0,-25 0 0,25 0 0,-25-25 0,0 25 0,24 0 0,-24 0 0,0-25 0,25 25 0,-25 0 0,25 0 0,-25-25 16,0 25-16,25 0 0,-25 0 0,0-24 0,25 24 0,-25 0 15,0-25-15,24 25 0,-24 0 0,0 0 0,25-25 16,-25 25-16,0 0 0,25-25 0,-25 25 0,0 0 15,0-25-15,25 25 0,-25 0 0,0 0 0,0-24 0,0 24 16,0 0-16,0-25 0,0 25 0,0 0 0,0-25 16,0 25-16,0 0 0,0 0 0,0-25 0,0 25 15,0 0-15,0 0 0,0-25 0,0 25 0,0 0 0,0 0 16,0-24-16,0 24 0,-25 0 0,25 0 0,0 0 15,0 0-15,0-25 0,0 25 0,-25 0 0,25 0 0,0 0 16,0 0-16,0 0 0,0 0 0,-25 0 0,25 0 16,0 0-16,0 0 0,0 0 0,-24 0 0,24 0 0,0 0 15,0 0-15,0 0 0,-25 25 0,25-25 0,0 0 0,0 0 16,0 0-16,0 24 0,-25-24 0,25 0 15,0 0-15,0 25 0,0-25 0,0 0 0,-25 0 0,25 25 16,0-25-16,0 0 0,0 25 0,0-25 0,-25 0 16,25 25-16,0-25 0,0 0 0,0 24 0,0-24 0,-24 0 15,24 25-15,0-25 0,0 25 0,0-25 0,0 0 16,0 25-16,-25-25 0,25 0 0,0 25 0,0-25 15,0 24-15,0-24 0,-25 25 0,25-25 0,0 0 0,0 25 16,0-25-16,0 25 0,-25-25 0,25 25 0,0-25 16,0 0-16,0 24 0,-25-24 0,25 0 0,0 25 0,0-25 15,-24 25-15,24-25 0,0 0 0,0 25 0,0-25 0,-25 0 16,25 0-16,0 25 0,0-25 0,0 0 15,0 0-15,0 24 0,0-24 0,-25 0 0,25 0 0,0 0 16,0 25-16,0-25 0,0 0 0,0 0 0,0 0 0,0 25 16,0-25-16,-25 0 0,25 0 0,0 0 0,0 0 15,0 0-15,0 0 0,0 0 0,0 0 0,0 0 0,0 0 16,0 0-16,0 25 0,0-25 0,0 0 0,0 0 15,0 0-15,0 0 0,0 0 0,0 0 0,0 0 16,0 0-16,0 0 0,0 0 0,0 25 0,0-25 16,0 0-16,0 0 0,0 0 0,0 0 0,0 0 0,0 0 15,0 0-15,0 0 0,0 0 0,0 0 0,0 0 16,0 0-16,0 0 0,0 0 0,0 0 0,0 0 15,0 0-15,25 0 0,-25 0 0,0 0 0,0 0 0,0 0 16,0 0-16,0 0 0,0 0 0,0 0 0,25-25 0,-25 25 16,0 0-16,0 0 0,0 0 0,0 0 15,25-25-15,-25 25 0,0 0 0,0-25 0,0 25 0,24 0 16,-24-25-16,0 25 0,0 0 0,25-24 0,-25 24 0,0-25 15,25 25-15,-25 0 0,0-25 0,0 25 0,25 0 0,-25-25 16,0 25-16,25 0 0,-25 0 0,0 0 0,0 0 16,0 0-16,0 0 0,24 0 0,-24 0 0,0 0 15,0 0-15,0 0 0,0 0 0,25 0 0,-25 0 0,0 0 16,0 0-16,0 0 0,0 0 0,0 25 0,0-25 78</inkml:trace>
  <inkml:trace contextRef="#ctx0" brushRef="#br0" timeOffset="286025.3596">15751 13742 0,'0'0'0,"0"0"0,0 0 16,0 0-16,0 0 0,0 0 0,0 0 0,0 0 0,0 0 16,0 0-16,0 0 0,0 0 0,0 0 0,0 0 15,0 0-15,0 0 0,0 0 0,-25 0 0,25 0 16,0 0-16,0 0 0,0 0 0,0 0 0,0 0 0,0 0 15,0 0-15,0 0 0,0 0 0,0 0 0,0 0 16,0 0-16,0 0 0,0-25 0,0 25 0,0 0 0,0 0 16,0 0-16,0 0 0,0 0 0,0 0 15,0 0-15,0 0 0,0 0 0,0 0 0,25 0 0,-25 0 16,0 0-16,0 0 0,0 0 0,0 0 0,0-25 0,25 25 15,-25 0-15,0 0 0,0 0 0,25 0 0,-25 0 16,0 0-16,0 0 0,24 0 0,-24 0 0,0 0 16,0 0-16,25 0 0,-25 0 0,0 0 0,0 0 0,0 0 15,25 0-15,-25 0 0,0 25 0,0-25 0,0 0 16,0 0-16,0 0 0,0 0 0,0 0 0,0 25 15,25-25-15,-25 0 0,0 0 0,0 0 0,0 25 0,0-25 16,0 0-16,0 0 0,-25 24 0,25-24 0,0 0 0,0 25 16,0-25-16,0 0 0,0 0 0,0 25 0,0-25 15,-25 0-15,25 25 0,0-25 0,0 0 0,0 25 16,0-25-16,0 0 0,0 24 0,0-24 0,0 0 0,0 0 15,0 25-15,0-25 0,0 0 0,0 0 0,0 0 16,0 0-16,0 25 0,0-25 0,0 0 0,0 0 16,0 0-16,0 0 0,0 0 0,0 0 0,0 0 0,0 0 15,0 0-15,0 0 0,0 0 0,0 25 0,0-25 0,0 0 16,0 0-16,0 0 0,0 0 0,25 0 15,-25 0-15,0 0 0,0 0 0,25 0 0,-25 0 0,0 0 16,25-25-16,-25 25 0,24 0 0,-24 0 0,25 0 0,-25 0 16,25 0-16,-25 0 0,25-25 0,-25 25 0,25 0 15,-25 0-15,24 0 0,-24 0 0,0 0 0,25-25 0,-25 25 16,0 0-16,0 0 0,25 0 0,-25 0 0</inkml:trace>
  <inkml:trace contextRef="#ctx0" brushRef="#br0" timeOffset="287665.4535">16123 13643 0,'25'0'0,"-25"0"0,0 0 0,0 0 15,0 0-15,0 0 0,0 0 0,0 0 0,0 0 0,0 0 16,0 0-16,0 0 0,0 0 0,0 0 0,0 0 15,0 0-15,0 0 0,0 0 0,0 0 0,0 0 16,0 0-16,0 0 0,0 0 0,0 24 0,25-24 0,-25 0 16,0 0-16,0 0 0,0 0 0,0 25 0,0-25 15,0 0-15,-25 25 0,25-25 0,0 0 0,0 25 0,0-25 16,0 25-16,0-25 0,0 24 0,0-24 0,0 0 15,0 25-15,0-25 0,0 25 0,0-25 0,0 25 0,-25-25 16,25 25-16,0-25 0,0 24 0,0-24 0,0 0 16,0 25-16,0-25 0,0 0 0,0 25 0,0-25 15,0 0-15,0 0 0,0 25 0,0-25 0,0 0 0,0 0 16,0 0-16,0 0 0,0 0 0,25 25 0,-25-25 15,0 0-15,0 0 0,0 0 0,25 0 0,-25 0 0,0 0 16,24-25-16,-24 25 0,0 0 0,25 0 0,-25 0 16,0 0-16,25 0 0,-25 0 0,25 0 0,-25-25 0,0 25 15,25 0-15,-25 0 0,0 0 0,24 0 0,-24 0 16,0-25-16,25 25 0,-25 0 0,0 0 0,25 0 15,-25 0-15,0-25 0,25 25 0,-25 0 0,0 0 0,0 0 16,25-24-16,-25 24 0,0 0 0,0 0 0,0-25 16,0 25-16,25 0 0,-25 0 0,0-25 0,0 25 15,0 0-15,0-25 0,0 25 0,0 0 0,0-25 0,0 25 16,0 0-16,0-24 0,0 24 0,0 0 0,0-25 15,0 25-15,0 0 0,0 0 0,0-25 0,0 25 0,0 0 16,0 0-16,0 0 0,0-25 0,0 25 0,-25 0 16,25 0-16,0 0 0,0 0 0,0 0 0,0 0 0,0 0 15,0 0-15,-25 0 0,25 0 0,0 0 0,0 0 16,0 0-16,-25 0 0,25 0 0,0 0 0,0 0 15,0 0-15,0 0 0,-25 25 0,25-25 0,0 0 0,0 0 16,0 0-16,0 0 0,0 25 0,-25-25 0,25 0 16,0 0-16,0 25 0,0-25 0,0 0 0,0 24 0,0-24 15,-24 0-15,24 25 0,0-25 0,0 25 0,0-25 16,0 0-16,0 25 0,0-25 0,0 25 0,0-25 0,24 24 15,-24-24-15,0 0 0,0 25 0,0-25 0,0 0 16,0 25-16,25-25 0,-25 0 0,0 25 0,0-25 16,0 0-16,25 0 0,-25 25 0,0-25 0,25 0 0,-25 0 15,0 0-15,25 0 0,-25 24 0,25-24 0,-25 0 0,24 0 16,-24 0-16,25 0 0,-25-24 0,25 24 15,-25 0-15,25 0 0,-25 0 0,25 0 0,-25-25 0,0 25 16,24 0-16,-24 0 0,0-25 0,25 25 0,-25-25 16,0 25-16,0 0 0,25-25 0,-25 25 0,0-24 0,0 24 15,0-25-15,25 25 0,-25-25 0,0 25 0,0 0 16,0-25-16,0 25 0,0-25 0,0 25 0,0 0 15,0-24-15,0 24 0,0 0 0,0 0 0,0-25 0,0 25 16,25 0-16,-25 0 0,0 0 0,0 0 0,0 0 16,0 0-16,0 0 0,0 0 0,0 0 0,0 0 0,0 0 15,0 0-15,-25 0 0,25 0 0,0 25 0,0-25 0,0 0 16,0 0-16,0 24 0,0-24 0,0 0 15,0 25-15,0-25 0,0 25 0,0-25 0,0 0 0,0 25 16,0-25-16,-25 25 0,25-25 0,0 0 0,0 24 0,0-24 16,0 25-16,0-25 0,0 0 0,0 25 0,0-25 15,0 0-15,0 0 0,0 25 0,0-25 0,0 0 0,0 0 16,0 0-16,0 0 0,0 25 0,0-25 0,0 0 15,0 0-15,0 0 0,0 0 0,0 0 0,0 0 16,0-25-16,0 25 0,0 0 0,0 0 0,0 0 16,0-25-16,25 25 0,-25 0 0,0-25 0,0 25 0,0 0 15,0-25-15,25 25 0,-25-24 0,0 24 0,0-25 0,0 25 16,24-25-16,-24 25 0,0-25 0,0 25 0,0 0 15,0-25-15,25 25 0,-25 0 0,0 0 0,0-24 16,0 24-16,0 0 0,0 0 0,0 0 0,25 0 0,-25 0 16,0 0-16,0 0 0,0 0 0,0 0 0,25 0 15,-25 24-15,0-24 0,0 0 0,0 0 0,0 0 0,25 25 16,-25-25-16,0 0 0,0 25 0,0-25 0,0 25 15,0-25-15,0 0 0,0 25 0,0-25 0,24 0 0,-24 24 16,0-24-16,0 25 0,0-25 0,0 0 16,0 0-16,0 25 0,0-25 0,0 0 0,-24 0 0,24 0 15,0 0-15,0 25 0,0-25 0,0 0 0,0 0 16,0 0-16,0 0 0,0 0 0,0 0 0,0 0 0,0 0 15,0 0-15,0 0 0,0-25 0,0 25 0,0 0 16,0 0-16,0 0 0,24-25 0,-24 25 0,0 0 0,0 0 16,0-25-16,0 25 0,25-24 0,-25 24 0,0 0 15,25-25-15,-25 25 0,0-25 0,25 25 0,-25 0 16,25-25-16,-25 25 0,24 0 0,-24-25 0,0 25 0,25 0 15,-25 0-15,25 0 0,-25 0 0,0 0 0,0 0 0,25 0 16,-25 0-16,0 0 0,0 0 0,0 0 0,0 25 16,0-25-16,0 0 0,0 25 0,0-25 0,0 0 15,0 25-15,0-25 0,0 25 0,0-25 0,0 24 0,0-24 16,0 0-16,-25 25 0,25-25 0,0 25 0,0-25 15,0 25-15,0-25 0,0 0 0,0 25 0,0-25 0,0 0 16,0 24-16,0-24 0,0 0 0,0 0 0,0 25 16,0-25-16,0 0 0,0 0 0,0 0 0,0 0 15,0 0-15,0 0 0,0 0 0,0 0 0,0 0 0,0 0 16,25 0-16,-25 0 0,0 0 0,0-25 0,0 25 15,0 0-15</inkml:trace>
  <inkml:trace contextRef="#ctx0" brushRef="#br0" timeOffset="288047.4754">16520 13568 0,'0'0'0,"0"0"15,0 0-15,0 0 0,0 0 0,0 0 0,0 0 0,0-25 16,0 25-16,0 0 0,0 0 0,0 0 0,0 0 15,0 0-15,0 0 0,0 0 0,0 0 0,25 0 0,-25 0 16,0-24-16,0 24 0,25 0 0,-25 0 0,0 0 16,0 0-16,24 0 0,-24 0 0,0 0 0,25 0 0,-25-25 15,0 25-15,25 0 0,-25 0 0,25 0 0,-25 0 16,0 0-16,0 0 0,25 0 0,-25 0 0,0 0 15,24 0-15,-24 0 0,0 0 0,0 0 0,0 0 0,25 25 16,-25-25-16,0 0 0,0 0 0,0 24 0,0-24 16,0 0-16,25 25 0,-25-25 0,0 0 0,0 25 15,0-25-15,0 25 0,0-25 0,0 25 0,0-1 0,-25-24 16,25 25-16,0-25 0,0 25 0</inkml:trace>
  <inkml:trace contextRef="#ctx0" brushRef="#br0" timeOffset="288281.4887">16396 14337 0,'0'0'16,"0"25"-16,-25-25 0,25 0 0,0 25 0,0-25 0,0 0 15,0 0-15,0 25 0,0-25 0,0 0 0,0 0 16,0 0-16,0 0 0,0 24 0,0-24 0,0 0 15,0 0-15,0 0 0,0 0 0,0 0 0,0 0 0,0 0 16,0 0-16,0 0 0,0-24 0,0 24 0,0 0 16,0 0-16,0 0 0,0-25 0,0 25 0,0-25 0,0 25 15,0-25-15,0 25 0,0-25 0,0 25 0,0-25 16</inkml:trace>
  <inkml:trace contextRef="#ctx0" brushRef="#br0" timeOffset="288540.5036">16520 13444 0,'0'0'0,"0"0"0,0 0 0,0 0 0,0-25 15,0 25-15,0 0 0,0 0 0,25 0 0,-25 0 0,0 0 16,0 0-16,0 0 0,0 0 0,0 0 0,0 0 15,0 0-15,0 0 0,25 0 0,-25 0 0,0 0 0,0 0 16,0 0-16,0 0 0,24 0 0,-24 0 0,0 25 16,0-25-16,0 0 0</inkml:trace>
  <inkml:trace contextRef="#ctx0" brushRef="#br0" timeOffset="289968.5852">18107 13717 0,'0'0'0,"0"0"0,0 0 0,0 0 16,0 0-16,0 0 0,0 0 0,0 0 0,0 0 15,0 0-15,0 0 0,0-25 0,0 25 0,0 0 16,0 0-16,0 0 0,0 0 0,0 0 0,0 0 0,0 0 16,-24-25-16,24 25 0,0 0 0,0 0 0,0 0 0,0 0 15,-25 0-15,25 0 0,0 0 0,0 0 0,-25 0 16,25 0-16,0 0 0,0 0 0,-25 0 0,25 0 15,0 0-15,0 0 0,-25 0 0,25 0 0,0 0 0,-24 0 16,24 0-16,0 25 0,0-25 0,-25 0 0,25 0 16,0 25-16,0-25 0,0 25 0,0-25 0,-25 25 0,25-25 15,0 24-15,0-24 0,0 25 0,0 0 0,0-25 16,25 25-16,-25-25 0,0 25 0,0-25 0,0 24 0,0-24 15,0 25-15,25-25 0,-25 25 0,0-25 0,0 0 16,24 25-16,-24-25 0,0 0 0,25 0 0,-25 25 16,0-25-16,25 0 0,-25 0 0,25 0 0,-25 0 0,0 0 15,25 0-15,-25 0 0,24 0 0,-24 0 0,25 0 16,0 0-16,-25-25 0,25 25 0,-25 0 0,25 0 15,-25 0-15,24-25 0,-24 25 0,25 0 0,-25-25 0,25 25 16,-25 0-16,0-25 0,25 25 0,-25-24 0,25 24 16,-25 0-16,0-25 0,0 25 0,24-25 0,-24 25 0,0-25 15,0 25-15,0-25 0,25 25 0,-25-24 0,0 24 16,0 0-16,0-25 0,0 25 0,0 0 0,0 0 0,0 0 15,0 0-15,0-25 0,0 25 0,0 0 0,0 0 16,0 0-16,0 0 0,0 0 0,0 0 0,0 0 16,-25 0-16,25 0 0,0 0 0,0 0 0,0 0 0,0 0 15,0 0-15,0 25 0,0-25 0,-24 0 0,24 0 16,0 25-16,0-25 0,0 0 0,0 24 0,0-24 15,-25 25-15,25-25 0,0 25 0,0-25 0,0 25 0,0-25 16,0 25-16,0-25 0,0 24 0,0-24 0,0 25 16,0-25-16,0 0 0,0 25 0,0-25 0,0 0 0,0 25 15,25-25-15,-25 0 0,0 0 0,0 25 0,0-25 16,0 0-16,0 0 0,0 0 0,24 0 0,-24 0 15,0 0-15,25 0 0,-25 0 0,0 0 0,25 0 0,-25 0 16,25 0-16,-25-25 0,25 25 0,-25 0 0,24 0 16,-24-25-16,25 25 0,-25 0 0,25 0 0,-25-25 0,0 25 15,25-25-15,-25 25 0,25 0 0,-25-24 0,0 24 0,0-25 16,0 25-16,25-25 0,-25 25 0,0 0 0,0-25 15,0 25-15,0-25 0,0 25 0,0-24 0,0 24 16,0 0-16,0 0 0,0-25 0,0 25 0,0 0 0,0 0 16,0 0-16,0 0 0,0 0 0,0 0 0,0 0 15,0 0-15,-25 0 0,25 0 0,0 0 0,0 0 16,0 25-16,0-25 0,0 0 0,0 24 0,-25-24 0,25 0 15,0 25-15,0-25 0,0 25 0,0-25 0,0 25 16,0-25-16,0 25 0,0-25 0,-25 0 0,25 24 16,0-24-16,0 25 0,0-25 0,0 25 0,0-25 0,0 25 15,0-25-15,0 0 0,0 25 0,25-25 0,-25 0 0,0 0 16,0 24-16,0-24 0,0 0 0,25 0 15,-25 0-15,0 0 0,25 0 0,-25 0 0,24 0 0,-24 0 16,0 0-16,25 0 0,0 0 0,-25 0 0,25 0 16,-25 0-16,25 0 0,-25-24 0,24 24 0</inkml:trace>
  <inkml:trace contextRef="#ctx0" brushRef="#br0" timeOffset="290400.6099">18951 13866 0,'0'0'16,"0"-25"-16,0 25 0,0 0 0,0-25 0,0 25 15,0 0-15,-25 0 0,25-25 0,0 25 0,0 0 0,0 0 16,0 0-16,0-24 0,0 24 0,-25 0 0,25 0 15,0 0-15,0 0 0,0 0 0,0 0 0,-25 0 16,25 0-16,0 0 0,0 0 0,0 0 0,-24 0 0,24 0 16,0 0-16,0 24 0,-25-24 0,25 0 0,0 25 15,0-25-15,0 25 0,-25-25 0,25 0 0,0 25 0,0-25 16,0 25-16,0-25 0,-25 24 0,25-24 0,0 25 15,0-25-15,0 25 0,0-25 0,0 25 0,0-25 0,0 0 16,0 0-16,0 25 0,25-25 0,-25 0 0,0 0 16,0 0-16,0 24 0,0-24 0,0 0 0,25 0 15,-25 0-15,0 0 0,0 0 0,25-24 0,-25 24 0,0 0 16,0 0-16,24 0 0,-24 0 0,25-25 0,-25 25 15,0 0-15,25-25 0,-25 25 0,0 0 0,25-25 0,-25 25 16,0 0-16,25-25 0,-25 25 0,0 0 0,0-24 16,0 24-16,24 0 0,-24 0 0,0 0 0,0 0 0,0 0 15,0 0-15,0 0 0,0 0 0,0 0 0,0 0 16,-24 0-16,24 24 0,0-24 0,0 0 0,0 25 15,0-25-15,0 0 0,0 25 0,0-25 0,0 25 0,0-25 16,0 0-16,-25 25 0,25-25 0,0 0 0,0 24 16,0-24-16,25 0 0,-25 0 0,0 0 0,0 25 15,0-25-15,0 0 0,0 0 0,0 0 0,0 0 0,0 0 16,24 0-16,-24-25 0,0 25 0,0 0 0,0 0 15,25-24-15,-25 24 0</inkml:trace>
  <inkml:trace contextRef="#ctx0" brushRef="#br0" timeOffset="290660.6248">19075 13395 0,'0'0'15,"0"0"-15,0-25 0,0 25 0,25 0 0,-25 0 16,0 0-16,0 0 0,0-25 0,0 25 0,24 0 15,-24 0-15,0 0 0,25 0 0,-25 0 0,0 0 0,25 25 16,-25-25-16,25 0 0,-25 0 0,25 0 0,-25 25 16,24-25-16,-24 0 0,0 0 0,25 24 0,-25-24 15,0 25-15,0-25 0,0 0 0,0 25 0,0-25 0,0 0 16,0 25-16,0-25 0,-25 25 0,25-25 0,-24 0 15,24 24-15,-25-24 0,0 0 0,0 25 0,25-25 0,-25 0 16,1 0-16,-1 25 0,0-25 0,0 0 16,-24 0-16</inkml:trace>
  <inkml:trace contextRef="#ctx0" brushRef="#br0" timeOffset="291574.6766">20042 13866 0,'0'0'0,"0"0"0,0 0 0,0 0 16,0 0-16,0 0 0,0 0 0,0 0 0,0 0 16,0 0-16,25 0 0,-25 0 0,0 0 0,0 0 15,0-25-15,0 25 0,25 0 0,-25 0 0,0 0 0,25 0 16,-25-25-16,0 25 0,24 0 0,-24 0 0,0 0 15,25-25-15,-25 25 0,0 0 0,25-24 0,-25 24 0,25 0 16,-25-25-16,0 25 0,0-25 0,25 25 0,-25-25 16,0 25-16,0 0 0,24-25 0,-24 25 0,0-24 0,0 24 15,0 0-15,0-25 0,0 25 0,0 0 16,25-25-16,-25 25 0,0 0 0,0 0 0,0-25 0,0 25 15,0 0-15,0 0 0,0 0 0,0 0 0,0 0 0,0 0 16,0 0-16,0 0 0,0 0 0,0 0 0,0 0 16,-25 25-16,25-25 0,0 0 0,0 0 0,0 25 0,0-25 15,0 25-15,0-25 0,0 24 0,0-24 0,0 25 16,-24-25-16,24 25 0,0 0 0,0-25 0,0 25 15,0-1-15,0-24 0,0 25 0,0-25 0,0 25 0,-25-25 16,25 25-16,0-25 0,0 25 0,0-25 0,0 24 16,0-24-16,0 0 0,0 25 0,0-25 0,0 0 0,0 0 15,0 25-15,0-25 0,0 0 0,0 0 0,0 0 16,0 0-16,0 0 0,0 0 0,0 0 0,0 0 15,0 0-15,0 0 0,0 0 0</inkml:trace>
  <inkml:trace contextRef="#ctx0" brushRef="#br0" timeOffset="292996.7584">20712 13767 0,'0'0'0,"0"0"0,0 0 15,0 0-15,0 0 0,0 0 0,0 0 0,0 0 0,0 0 16,25-25-16,-25 25 0,0 0 0,0 0 0,0 0 15,25 0-15,-25 0 0,0-25 0,0 25 0,24 0 0,-24 0 16,25 0-16,-25-25 0,0 25 0,25 0 0,-25 0 16,25 0-16,-25-25 0,25 25 0,-1 0 0,-24-24 15,25 24-15,-25 0 0,25 0 0,0-25 0,-25 25 0,25 0 16,-25-25-16,24 25 0,-24 0 0,25-25 0,-25 25 15,25 0-15,0-25 0,-25 25 0,0-24 0,25 24 0,-25 0 16,24-25-16,-24 25 0,0 0 0,0-25 0,25 25 16,-25 0-16,0-25 0,0 25 0,0 0 0,0-25 0,0 25 15,0 0-15,0-24 0,0 24 0,0 0 16,0-25-16,0 25 0,0 0 0,-25-25 0,25 25 0,0 0 15,0 0-15,-24 0 0,24-25 0,0 25 0,-25 0 0,25 0 16,0 0-16,0 0 0,-25 0 0,25 0 0,0 0 16,0 0-16,-25 0 0,25 0 0,0 0 0,0 0 15,0 0-15,0 0 0,0 0 0,-25 0 0,25 0 0,0 0 16,0 0-16,0 0 0,0 25 0,0-25 0,0 0 15,-24 25-15,24-25 0,0 0 0,0 25 0,0-25 0,0 24 16,0-24-16,0 25 0,0-25 0,0 25 0,0 0 16,0-25-16,-25 25 0,25-1 0,0-24 0,0 25 0,0 0 15,0-25-15,0 25 0,0 0 0,0-25 0,-25 24 16,25 1-16,0 0 0,0-25 0,0 25 0,0 0 15,0-1-15,-25-24 0,25 25 0,0 0 0,0-25 0,0 25 16,-25 0-16,25-25 0,0 24 0,0-24 0,0 25 16,0-25-16,-24 25 0,24-25 0,0 0 0,0 25 0,0-25 15,0 0-15,-25 25 0,25-25 0,0 0 0,0 0 16,0 0-16,0 0 0,0 0 0,0 0 0,0 0 0,0 0 15,0 0-15,0 0 0,0 0 0,0 0 0,0 0 16,0 0-16,0 0 0,25 0 0,-25 0 0,0-25 16,0 25-16,0 0 0,0-25 0,24 25 0,-24-25 0,0 25 15,0-25-15,25 25 0,-25-24 0,0 24 16,25-25-16,-25 25 0,0-25 0,25 25 0,-25-25 0,0 25 15,25 0-15,-25-25 0,24 25 0,-24-24 0,0 24 0,25 0 16,-25 0-16,25-25 0,-25 25 0,0 0 0,25 0 16,-25 0-16,0 0 0,0 0 0,25 0 0,-25 0 0,0 0 15,0 0-15,0 0 0,0 0 0,0 0 0,0 0 16,0 25-16,0-25 0,0 0 0,0 0 0,0 24 15,-25-24-15,25 25 0,0-25 0,0 25 0,0-25 0,0 0 16,0 25-16,0-25 0,0 25 0,0-25 0,-25 24 16,25-24-16,0 25 0,0-25 0,0 0 0,0 25 0,0-25 15,0 25-15,0-25 0,0 0 0,0 25 0,0-25 16,0 0-16,25 24 0,-25-24 0,0 0 0,0 0 15,0 0-15,0 25 0,0-25 0,25 0 0,-25 0 0,0 0 16,0 0-16,24 0 0,-24 0 0,0 0 0,25 0 16,-25 0-16,25 0 0,0-25 0,-25 25 0,25 0 0,-25-24 15,24 24-15,-24 0 0,25-25 0,-25 25 0,25 0 16,-25-25-16,25 25 0,-25 0 0,0-25 0,25 25 0,-25 0 15,0-25-15,0 25 0,0-24 0,24 24 0,-24 0 16,0-25-16,0 25 0,0 0 0,0-25 0,0 25 16,0 0-16,0-25 0,0 25 0,0 0 0,0 0 0,0-25 15,0 25-15,0 0 0,0 0 0,0 0 0,0 0 16,-24 0-16,24-24 0,0 24 0,0 0 0,0 0 15,0 0-15,0 0 0,0 0 0,-25 0 0,25 0 0,0 24 16,0-24-16,0 0 0,0 0 0,-25 0 0,25 25 0,0-25 16,0 0-16,0 25 0,0-25 0,-25 0 0,25 25 15,0-25-15,0 25 0,0-25 0,0 24 0,0-24 16,0 0-16,0 25 0,0-25 0,0 25 0,0-25 0,25 0 15,-25 25-15,0-25 0,0 0 0,0 25 0,0-25 16,25 0-16,-25 0 0,0 24 0,25-24 0,-25 0 16,0 0-16,24 0 0,-24 0 0,0 0 0,25 25 0,-25-25 15,25 0-15,-25 0 0,0 0 0,25 0 0,-25 0 16,0-25-16,25 25 0,-25 0 0,24 0 0,-24 0 0,0-24 15,0 24-15,25 0 0,-25 0 0,0-25 0,0 25 16,0-25-16,0 25 0,25-25 0,-25 25 0,0-25 0</inkml:trace>
  <inkml:trace contextRef="#ctx0" brushRef="#br0" timeOffset="293435.7835">21481 13692 0,'-25'0'0,"25"0"0,0 0 16,0-25-16,0 25 0,0 0 0,25 0 0,-25 0 15,0 0-15,0 0 0,0-24 0,25 24 0,-25 0 16,0 0-16,24 0 0,-24 0 0,25 0 0,-25 0 0,0 0 15,25 0-15,-25 0 0,25 0 0,-25 0 0,25 0 16,-25 0-16,0 0 0,24 0 0,-24 0 0,0 0 0,0 24 16,0-24-16,0 0 0,0 25 0,0-25 0,0 0 15,0 25-15,0-25 0,0 25 0,0 0 0,-24-25 16,24 24-16,0 1 0,-25 0 0,25 0 0,-25 0 0</inkml:trace>
  <inkml:trace contextRef="#ctx0" brushRef="#br0" timeOffset="293467.7854">21307 14312 0,'0'0'0,"-25"0"16,25 25-16,0-25 0,0 0 0,0 0 0,0 0 15,0 0-15,0 0 0,0 0 0,0 0 0,0 0 16,0 0-16,0 0 0,0 0 0,0 0 0,25 0 0,-25 0 16,0 0-16,0 0 0,0 0 0,0 0 0,0-25 15,0 25-15,0 0 0,25 0 0,-25 0 0,0 0 16,0 0-16,25 0 0,-25 0 0,0-25 0,25 25 0</inkml:trace>
  <inkml:trace contextRef="#ctx0" brushRef="#br0" timeOffset="294780.8605">22597 13667 0,'0'0'0,"0"0"0,0 0 0,0 0 0,0 0 0,0 0 0,0 0 16,0 0-16,0 0 0,-25 25 0,25-25 0,0 0 15,0 25-15,0-25 0,0 0 0,0 25 0,0-25 0,-25 25 16,25-25-16,0 24 0,0 1 0,0-25 0,0 25 0,0 0 15,-24 0-15,24-25 0,0 24 0,0 1 0,0 0 16,0-25-16,0 25 0,-25 0 0,25-1 0,0-24 0,0 25 16,0 0-16,0 0 0,-25-25 0,25 25 0,0-1 15,0 1-15,0-25 0,0 25 0,0-25 0,0 25 0,-25 0 0,25-25 16,0 24-16,0 1 0,0-25 0,0 25 0,0-25 0,-25 25 0,25-25 15,0 25-15,0-25 0,0 0 0,-24 25 0,24-25 0,0 0 0,0 24 16,0-24-16,0 0 0,0 0 0,0 0 0,0 25 0,-25-25 16,25 0-16,0 0 0,0 0 0,0 0 0,0 0 0,0 0 0,0 0 15,0 0-15,0 0 0,0 0 0,0 0 0,0 0 0,0 0 0,0 0 16,0-25-16,0 25 0,0 0 0,0 0 0,25-24 0,-25 24 15,0 0-15,0-25 0,0 25 0,0 0 0,0-25 0,0 25 16,24-25-16,-24 25 0</inkml:trace>
  <inkml:trace contextRef="#ctx0" brushRef="#br0" timeOffset="295472.9001">22622 13767 0,'0'0'0,"0"0"0,0 0 16,0 0-16,-25 0 0,25 0 0,0 0 0,0 0 0,0-25 15,0 25-15,0 0 0,0 0 0,0 0 0,0 0 16,0 0-16,0 0 0,0 0 0,0 0 0,0 0 0,0-25 15,0 25-15,0 0 0,0 0 0,0 0 0,0 0 16,0 0-16,0 0 0,0-25 0,25 25 0,-25 0 16,0 0-16,0 0 0,0 0 0,0-25 0,0 25 0,0 0 15,0 0-15,0 0 0,25 0 0,-25 0 0,0 0 16,0 0-16,0-24 0,0 24 0,24 0 0,-24 0 0,0 0 15,0 0-15,25 0 0,-25 24 0,0-24 0,0 0 16,25 0-16,-25 0 0,0 0 0,0 25 0,25-25 16,-25 0-16,0 25 0,0-25 0,25 25 0,-25-25 0,0 0 15,0 25-15,0-25 0,0 24 0,0-24 0,0 25 16,0-25-16,0 25 0,0-25 0,0 25 0,0-25 0,0 0 15,0 25-15,0-25 0,0 24 0,0-24 0,0 0 16,0 25-16,0-25 0,0 0 0,0 0 0,-25 25 16,25-25-16,0 0 0,0 0 0,0 0 0,-25 25 0,25-25 15,0 0-15,-25 0 0,25 0 0,0 0 0,-25 0 16,25 0-16,0 0 0,-24 25 0,24-25 0,0 0 0,-25 0 15,25 0-15,0 0 0,0-25 0,-25 25 0,25 0 16,0 0-16,0 0 0,0 0 0,0 0 0,0 0 0,0 0 16,0 0-16,0 0 0,0 0 0,0 0 0,0 0 15,0-25-15,0 25 0,25 0 0,-25 0 0,0 0 16,0 0-16,0-25 0,25 25 0,-25 0 0,0 0 15,24 0-15,-24-25 0,0 25 0,25 0 0</inkml:trace>
  <inkml:trace contextRef="#ctx0" brushRef="#br0" timeOffset="296841.9784">22820 13717 0,'0'0'0,"0"0"0,0 0 16,0 0-16,0 0 0,-24 0 0,24 0 0,0 0 16,0 0-16,0 0 0,0 0 0,0 0 0,24 0 0,-24 0 15,0 0-15,0 0 0,0-25 0,0 25 0,25 0 16,-25 0-16,0 0 0,25 0 0,-25 0 0,25-25 0,-25 25 15,25 0-15,-25 0 0,24-24 0,-24 24 0,25 0 16,-25-25-16,25 25 0,-25-25 0,25 25 0,-25-25 0,25 25 16,-25-25-16,24 25 0,-24-24 0,25 24 0,-25-25 15,25 25-15,-25-25 0,0 25 0,0-25 0,25 25 16,-25 0-16,0-25 0,0 25 0,0 0 0,0-24 0,0 24 15,0 0-15,0 0 0,0-25 0,0 25 0,-25 0 16,25 0-16,0-25 0,0 25 0,0 0 0,-25 0 0,25 0 16,0 0-16,0 0 0,-25-25 0,25 25 0,0 0 15,0 0-15,-24 0 0,24 0 0,0 0 0,0 0 0,-25 0 16,25 0-16,0 0 0,0 0 0,0 0 0,0 0 15,0 0-15,-25 0 0,25 0 0,0 0 0,0 0 16,0 0-16,0 0 0,0 0 0,0 0 0,0 25 0,0-25 16,0 0-16,0 25 0,0-25 0,-25 25 0,25-25 15,0 24-15,0-24 0,0 25 0,0-25 0,0 25 16,0 0-16,0-25 0,0 25 0,0-1 0,-25 1 15,25-25-15,0 25 0,0 0 0,0-25 0,0 25 0,-24-1 16,24 1-16,0-25 0,0 25 0,0 0 0,0-25 0,-25 25 16,25-25-16,0 24 0,0 1 0,0-25 0,-25 25 15,25-25-15,0 25 0,0-25 0,0 0 0,0 25 0,-25-25 16,25 24-16,0-24 0,0 0 0,0 0 0,0 0 15,0 25-15,0-25 0,0 0 0,0 0 0,0 0 16,0 0-16,0 0 0,0 0 0,0 0 0,0 0 0,0 0 16,0 0-16,0 0 0,0-25 0,0 25 0,0 0 0,0 0 15,0 0-15,25-24 0,-25 24 0,0 0 0,0 0 16,0-25-16,25 25 0,-25 0 0,0-25 0,25 25 15,-25 0-15,0-25 0,24 25 0,-24-25 0,25 25 0,-25-24 16,0 24-16,25 0 0,-25-25 0,0 25 0,25 0 16,-25-25-16,0 25 0,25 0 0,-25 0 0,0 0 15,0 0-15,0 0 0,0 0 0,24 0 0,-24 0 0,0 0 16,0 0-16,0 0 0,0 0 0,0 0 0,0 0 15,0 0-15,0 25 0,0-25 0,0 0 0,0 0 16,0 25-16,0-25 0,0 0 0,-24 24 0,24-24 0,0 0 16,0 25-16,0-25 0,0 25 0,0-25 0,0 0 0,0 25 15,0-25-15,0 25 0,0-25 0,0 0 0,0 24 16,0-24-16,0 0 0,0 25 0,0-25 0,0 0 15,0 25-15,0-25 0,0 0 0,0 0 0,0 0 0,0 0 16,0 25-16,24-25 0,-24 0 0,0 0 0,0 0 16,0 0-16,0 0 0,0 0 0,25 0 0,-25 0 0,0 0 15,25 0-15,-25 0 0,0 0 0,25 0 0,-25-25 16,0 25-16,25 0 0,-25 0 0,24 0 0,-24-25 0,0 25 15,25 0-15,-25 0 0,0-25 0,25 25 0,-25-24 16,0 24-16,25 0 0,-25-25 0,0 25 0,0-25 16,25 25-16,-25-25 0,0 25 0,0 0 0,0-25 0,0 25 15,0-24-15,0 24 0,24 0 0,-24-25 0,0 25 16,0 0-16,0 0 0,0 0 0,0 0 0,0 0 15,-24-25-15,24 25 0,0 0 0,0 0 0,0 0 0,0 0 16,0 0-16,0 0 0,0 0 0,0 25 0,0-25 16,0 0-16,0 0 0,-25 0 0,25 0 0,0 0 0,0 25 15,0-25-15,0 0 0,0 24 0,-25-24 0,25 0 16,0 25-16,0-25 0,0 25 0,0-25 0,0 25 0,0-25 15,0 25-15,0-25 0,-25 24 0,25-24 0,0 0 16,0 25-16,0-25 0,0 25 0,0-25 0,0 0 16,25 25-16,-25-25 0,0 0 0,0 25 0,0-25 0,0 0 15,0 0-15,0 0 0,0 24 0,0-24 0,25 0 16,-25 0-16,0 0 0,25 0 0,-25 0 0,0 0 0,24 0 15,-24 0-15,25-24 0,-25 24 0,25 0 0,-25 0 16,25 0-16,0-25 0,-25 25 0,24 0 0,-24 0 16,25-25-16,-25 25 0,0-25 0,25 25 0,-25 0 0,0-25 15,25 25-15,-25-24 0,0 24 0,0-25 0,25 25 16,-25-25-16,0 25 0,0 0 0,0-25 0,0 25 0,0-25 15,0 25-15,0 0 0,0 0 0,0-24 0,0 24 16,0 0-16,0 0 0,0 0 0,0 0 0,-25 0 16,25 0-16,0 0 0,0 0 0,0 0 0,0 0 0,0 0 15,0 0-15,0 0 0,0 0 0,0 0 0,0 0 16,0 24-16,0-24 0,0 0 0,0 25 0,0-25 0,-25 0 15,25 25-15,0-25 0,0 25 0,0-25 0,0 25 16,0-25-16,-25 24 0,25-24 0,0 25 0,0-25 0,0 25 16,0-25-16,0 25 0,0-25 0,0 0 0,0 25 15,0-25-15,0 0 0,0 0 0,0 24 0,0-24 16,0 0-16,0 0 0,0 0 0,0 0 0,0 0 0,25 0 15,-25 0-15,0 0 0,0 25 0,25-25 0,-25-25 16,0 25-16,25 0 0,-25 0 0,24 0 0,-24 0 16,25 0-16,-25 0 0,25 0 0,-25 0 0,25-24 0,-25 24 15,0 0-15</inkml:trace>
  <inkml:trace contextRef="#ctx0" brushRef="#br0" timeOffset="297583.0208">23788 13891 0,'0'-25'0,"24"25"16,-24-25-16,0 25 0,0 0 0,0-25 0,0 25 15,0 0-15,25-25 0,-25 25 0,0-24 0,0 24 16,0 0-16,0 0 0,0-25 0,0 25 0,0 0 0,0 0 15,0 0-15,0 0 0,0-25 0,0 25 0,-25 0 16,25 0-16,0 0 0,0 0 0,0 0 0,0 0 0,0 25 16,-24-25-16,24 0 0,0 0 0,0 0 0,-25 0 15,25 0-15,0 0 0,0 25 0,-25-25 0,25 0 16,0 0-16,0 24 0,-25-24 0,25 0 0,0 25 0,0-25 15,-25 25-15,25-25 0,0 25 0,0-25 0,0 25 16,0-25-16,0 24 0,0-24 0,0 0 0,0 25 0,0-25 16,0 25-16,0-25 0,0 0 0,0 25 0,25-25 15,-25 0-15,0 0 0,0 25 0,0-25 0,273-25 390,-273 0-390,0 25 0,0 0 0,0-25 0,25 25 0,-25 0 0,0-25 0,0 25 0,25-24 0,-25 24 0,0-25 0,25 25 0,-25-25 0,24 25 0,-24-25 0,0 25 0,25-25 0,-25 25 0,0 0 0,25 0 0,-25-24 0,0 24 0,25 0 0,-25 0 0,0 0 0,0 0 0,25 0 0,-25 0 0,0 0 0,0 24 0,0-24 0,0 0 0,0 0 0,0 0 0,0 25 16,0-25-16,0 0 0,0 25 0,0-25 0,0 0 0,0 25 15,0-25-15,0 25 0,0-25 0,0 0 0,0 24 16,0-24-16,0 0 0,0 0 0,0 25 0,-25-25 0,25 0 16,0 0-16,0 25 0,0-25 0,0 0 0,0 0 0,0 0 15,0 0-15,-25 0 0,25 0 0,0 0 0,0 0 16,0 0-16,0 0 0,0 0 0,0 0 0,25 0 15,-25 0-15,0 0 0,0 0 0,25 0 0,-25 0 0</inkml:trace>
  <inkml:trace contextRef="#ctx0" brushRef="#br0" timeOffset="299029.1035">24606 13791 0,'0'0'0,"0"0"0,0 0 16,0 0-16,25-24 0,-25 24 0,0 0 0,0 0 16,0 0-16,0 0 0,0-25 0,0 25 0,0 0 0,-25 0 15,25 0-15,0 0 0,0-25 0,0 25 0,0 0 16,0 0-16,0 0 0,0 0 0,0 0 0,0 0 0,0 0 15,0 0-15,-25-25 0,25 25 0,0 0 0,0 0 16,0 0-16,-24 0 0,24 0 0,0 0 0,-25 0 0,25 0 16,0 0-16,0 0 0,-25 0 0,25 0 0,0 0 15,-25 0-15,25 0 0,0 0 0,0 0 0,-25 25 16,25-25-16,0 0 0,-24 0 0,24 0 0,0 0 0,0 25 15,0-25-15,-25 0 0,25 25 0,0-25 0,0 0 16,0 24-16,0-24 0,0 25 0,0-25 0,0 0 16,0 25-16,0-25 0,0 0 0,0 25 0,0-25 0,0 25 15,0-25-15,0 0 0,0 0 0,0 24 0,25-24 16,-25 0-16,0 0 0,0 25 0,0-25 0,24 0 15,-24 0-15,0 0 0,0 0 0,25 0 0,-25 0 0,0 0 16,25 0-16,-25 0 0,25 0 0,-25 0 0,25 0 0,-25 0 16,24 0-16,-24 0 0,25-25 0,-25 25 0,25 0 15,-25 0-15,0-24 0,25 24 0,-25 0 0,0 0 16,25-25-16,-25 25 0,0 0 0,0-25 0,0 25 0,0 0 15,24-25-15,-24 25 0,0 0 0,0 0 0,0-25 16,0 25-16,0 0 0,0 0 0,0-24 0,0 24 16,0 0-16,0 0 0,0 0 0,0 0 0,0 0 0,0 0 15,0 0-15,-24 0 0,24 0 0,0 0 0,0 0 16,0 0-16,0 24 0,-25-24 0,25 0 0,0 25 0,0-25 15,0 25-15,-25-25 0,25 25 0,0-25 0,0 25 16,-25-25-16,25 24 0,0 1 0,0-25 0,-25 25 0,25 0 16,0 0-16,0-1 0,-24-24 0,24 25 0,0 0 15,0 0-15,-25-25 0,25 25 0,0-1 0,0 1 16,0 0-16,-25-25 0,25 25 0,0 0 0,0-25 0,0 24 15,0-24-15,-25 25 0,25 0 0,0-25 0,0 25 16,0-25-16,0 0 0,0 25 0,0-25 0,0 0 0,-25 25 16,25-25-16,0 0 0,0 0 0,0 24 0,0-24 15,0 0-15,-24 0 0,24 0 0,0 0 0,0 0 0,0 0 16,-25 0-16,25 0 0,0 0 0,0 0 0,0-24 15,-25 24-15,25 0 0,0 0 0,0-25 0,0 25 16,-25 0-16,25-25 0,0 25 0,0 0 0,0 0 0,0-25 16,0 25-16,0 0 0,25 0 0,-25-25 0,0 25 15</inkml:trace>
  <inkml:trace contextRef="#ctx0" brushRef="#br0" timeOffset="299734.1436">23937 13444 0,'0'0'16,"0"0"-16,-25 0 0,25 0 0,0 0 0,0 0 16,0 0-16,0-25 0,0 25 0,0 0 0,0 0 0,0 0 15,0 0-15,0 0 0,0 0 0,0 0 0,0 0 16,0 0-16,0-24 0,0 24 0,0 0 0,0 0 0,0 0 15,0 0-15,0 0 0,0 0 0,0 0 0,0 0 16,0 0-16,25 0 0,-25 0 0,0 0 0,0 0 0,0-25 16,0 25-16,0 0 0,0 0 0,0 0 0,0 0 15,24 0-15,-24 0 0,0 0 0,0 0 0,25 0 16,-25 0-16,0 0 0,0 0 0,0 0 0,25 0 0,-25 25 15,0-25-15,0 0 0,0 0 0,25 0 0,-25 24 16,0-24-16,0 0 0,0 25 0,0-25 0,0 0 16,0 25-16,0-25 0,0 25 0,0-25 0,-25 25 0,25-25 15,0 24-15,0-24 0,0 0 0,0 25 0,-25-25 16,25 25-16,0-25 0,-25 0 0,25 25 0,0-25 0,-24 0 15,24 25-15,0-25 0,-25 0 0,25 0 0,0 0 16,-25 24-16,25-24 0,0 0 0,-25 0 0,25 0 0,0 0 16,-25 0-16,25 0 0,0 0 0,-25 0 0,25 0 15,0-24-15,-24 24 0,24 0 0,0 0 0</inkml:trace>
  <inkml:trace contextRef="#ctx0" brushRef="#br0" timeOffset="300420.183">23540 13419 0,'0'0'0,"0"0"0,0 0 0,0-24 0,0 24 0,0 0 15,0 0-15,0 0 0,0 0 0,0 0 0,0 0 16,24-25-16,-24 25 0,0 0 0,0 0 0,0 0 0,0 0 16,0 0-16,0 0 0,25 0 0,-25 0 0,0 0 15,0 0-15,0 0 0,25-25 0,-25 25 0,0 0 0,0 0 16,0 0-16,25 0 0,-25 0 0,0 25 0,0-25 15,0 0-15,25 0 0,-25 0 0,0 0 0,0 25 16,0-25-16,0 0 0,0 24 0,0-24 0,0 25 0,0-25 16,0 25-16,0-25 0,0 0 0,0 25 0,-25-25 15,25 25-15,0-25 0,0 0 0,0 24 0,-25-24 16,25 0-16,0 25 0,-25-25 0,25 0 0,0 0 0,-25 25 15,25-25-15,0 0 0,-24 0 0,24 0 0,0 0 0,-25 25 16,25-25-16,0 0 0,0 0 0,0 0 0,0 0 16,-25 0-16,25 0 0,0 0 0,0 0 0</inkml:trace>
  <inkml:trace contextRef="#ctx0" brushRef="#br0" timeOffset="301669.2545">25499 13568 0,'0'0'0,"0"-25"0,0 25 0,0 0 0,0 0 15,0 0-15,0 0 0,0 0 0,0 0 0,25 0 0,-25 0 16,0 0-16,0 0 0,0-24 0,0 24 0,0 0 15,0 0-15,0 0 0,0 0 0,0 0 0,0 0 16,0 0-16,0 0 0,0 0 0,0 0 0,0 0 0,0 0 16,0 0-16,0 0 0,0 0 0,0 0 0,0 24 15,-25-24-15,25 0 0,0 25 0,0-25 0,0 0 0,0 25 16,0 0-16,-25-25 0,25 25 0,0-25 0,-24 24 15,24 1-15,0-25 0,0 25 0,-25 0 0,25 0 16,0-25-16,-25 24 0,25 1 0,0-25 0,0 25 0,-25-25 16,25 25-16,0-25 0,0 25 0,0-25 0,-25 24 15,25-24-15,0 25 0,0-25 0,0 25 0,0-25 0,-24 0 16,24 25-16,0-25 0,0 0 0,0 0 0,0 25 15,0-25-15,0 0 0,0 0 0,0 0 0,0 0 0,0 0 16,0 0-16,0 0 0,0 0 0,0 0 0,0 0 16,0 0-16,-25 0 0,25-25 0,0 25 0</inkml:trace>
  <inkml:trace contextRef="#ctx0" brushRef="#br0" timeOffset="302399.2962">25276 13791 0,'0'-24'0,"0"24"0,0 0 0,0 0 0,0 0 0,0 0 15,25 0-15,-25-25 0,0 25 0,25 0 0,-25 0 0,0 0 16,24 0-16,-24 0 0,25 0 593</inkml:trace>
  <inkml:trace contextRef="#ctx0" brushRef="#br0" timeOffset="305316.4631">25524 14089 0,'0'0'0,"0"0"0,0 0 0,0 0 15,-25 0-15,25 0 0,0 0 0,0 0 0,0 0 0,0 0 16,0 0-16,0 0 0,0 0 0,0 0 0,0 0 15,0 0-15,0 0 0,0 0 0,0 0 0,0 0 0,0 0 16,0 0-16,0 0 0,0 0 0,0 0 0,0 0 16,0 0-16,0 0 0,0 0 0,0 0 0,0 0 0,0 0 15,0 0-15,0 0 0,0 0 0,0 0 0,0 0 16,0 0-16,0 0 0,0 0 0,0 0 0,0 0 15,0 0-15,0 0 0,0 0 0,0 0 0,0 0 16,0 0-16,0 0 0,0 0 0,0 0 0,0 0 0,0 0 16,0 0-16,0 0 0,0 0 0,0 0 0,0 0 15,0 0-15,0 0 0,0 0 0,25 0 0,-25 0 0,0 0 16,0 0-16,0 0 0,0-25 0,0 25 0,25 0 15,-25 0-15,0 0 0,0 0 0,25-25 0,-25 25 0,0 0 16,24 0-16,-24-24 0,25 24 0,-25 0 0,25-25 16,-25 25-16,25-25 0,-25 25 0,25 0 0,-25-25 0,0 25 15,24-25-15,-24 25 0,25 0 0,-25-24 0,0 24 16,25-25-16,-25 25 0,0 0 0,0-25 0,0 25 15,25 0-15,-25 0 0,0-25 0,0 25 0,0 0 0,0 0 16,0-25-16,0 25 0,0 0 0,-25 0 0,25 0 0,0 0 16,0-24-16,0 24 0,0 0 0,-25 0 0,25 0 15,0 0-15,0 0 0,0 0 0,0 0 0,-25 0 16,25 0-16,0 0 0,0 0 0,0 0 0,0 0 15,0 0-15,0 0 0,0 0 0,0 0 0,0 0 16,0 0-16,0 0 0,0 24 0,25-24 0,-25 0 0,0 0 16,0 0-16,25 0 0,-25 0 0,0 0 0,25 0 0,-25 0 15,0 0-15,25 0 0,-25 0 0,0 25 0,0-25 16,24 0-16,-24 0 0,0 0 0,0 0 0,0 25 15,0-25-15,0 0 0,0 0 0,0 25 0,0-25 0,0 0 16,0 0-16,0 25 0,0-25 0,-24 24 0,24-24 0,0 0 16,0 25-16,0-25 0,0 0 0,0 25 15,0-25-15,-25 25 0,25-25 0,0 0 0,0 25 0,0-25 16,0 0-16,0 24 0,0-24 0,-25 0 0,25 25 0,0-25 15,0 0-15,0 0 0,0 25 0,0-25 0,0 0 16,25 0-16,-25 0 0,0 0 0,0 25 0,0-25 0,25 0 16,-25 0-16,0 0 0,24 0 0,-24 0 0,25 0 15,-25 0-15,25 0 0,0 0 0,-25 0 0,25-25 16,-25 25-16,25 0 0,-25 0 0,24 0 0,-24 0 15,25 0-15,-25 0 0,0-25 0,25 25 0,-25 0 0,0 0 16,0 0-16,0 0 0,0 0 0</inkml:trace>
  <inkml:trace contextRef="#ctx0" brushRef="#br0" timeOffset="306273.5176">26144 13692 0,'0'0'0,"0"-25"0,0 25 0,0 0 0,0 0 0,0 0 16,0 0-16,0 0 0,0 0 0,0 0 0,0 0 15,0 0-15,0 0 0,0 0 0,0 0 0,0 0 16,0 0-16,0 0 0,0 0 0,0 0 0,0 0 0,0 0 16,0 0-16,0 0 0,0 0 0,0 0 0,0 0 15,0 0-15,0 0 0,0 0 0,0 0 0,0 25 16,0-25-16,0 0 0,-25 25 0,25-25 0,0 0 0,0 25 15,0-25-15,0 25 0,-24-25 0,24 24 0,0 1 16,0-25-16,0 25 0,0-25 0,-25 25 0,25-25 0,0 25 16,0-25-16,0 24 0,0-24 0,0 25 0,0-25 15,0 25-15,0-25 0,0 0 0,0 25 0,0-25 0,0 0 16,0 0-16,0 25 0,25-25 0,-25 0 0,0 0 15,0 0-15,0 0 0,24 0 0,-24 0 0,0 0 16,0 0-16,25 0 0,-25 0 0,25 0 0,-25 0 0,25 0 16,-25 0-16,0 0 0,25-25 0,-25 25 0,24 0 15,-24-25-15,25 25 0,-25 0 0,0-25 0,25 25 0,-25-25 16,0 25-16,25 0 0,-25-24 0,0 24 0,0-25 15,0 25-15,25-25 0,-25 25 0,0-25 0,0 25 16,0-25-16,0 25 0,0-24 0,0 24 0,0 0 0,0-25 16,0 25-16,0 0 0,0 0 0,0 0 0,0-25 15,0 25-15,0 0 0,0 0 0,0 0 0,0 0 0,0 0 16,0 0-16,0 0 0,0 0 0,0 0 15,0 0-15,0 0 0,0 0 0,0 0 0,0 0 0,0 25 16,0-25-16,0 0 0,0 0 0,0 25 0,0-25 0,0 0 16,0 24-16,0-24 0,0 0 0,0 25 0,0-25 15,0 25-15,0-25 0,0 25 0,-25-25 0,25 0 0,0 25 16,0-25-16,0 24 0,0-24 0,0 0 0,0 25 15,0-25-15,0 0 0,0 25 0,0-25 0,0 0 0,0 0 16,0 0-16,0 25 0,0-25 0,0 0 0,0 0 16,0 0-16,0 0 0,0 0 0,0 0 0,0 0 15,0 0-15,0-25 0,0 25 0,0 0 0,0 0 0,0 0 16,0 0-16,25-25 0,-25 25 0,0 0 0,0-25 15,24 25-15,-24 0 0,0-24 0,25 24 0,-25-25 0,25 25 16,-25-25-16,0 25 0,25 0 0,-25-25 0,0 25 16,25 0-16,-25-25 0,0 25 0,0 0 0,24 0 15,-24 0-15,0 0 0,0 0 0,0 0 0,0 0 0,0 0 16,0 0-16,0 0 0,0 0 0,0 25 0,0-25 15,0 0-15,0 0 0,0 25 0,0-25 0,0 0 0,0 25 16,0-25-16,0 25 0,0-25 0,0 0 0,0 24 16,-24-24-16,24 25 0,0-25 0,0 0 0,0 25 15,0-25-15,0 0 0,0 25 0,0-25 0,0 0 0,0 0 16,0 0-16,0 25 0,0-25 0,0 0 0,0 0 15,0 0-15,24 0 0,-24 0 0,0 0 0,0 0 0,0 0 16,25 0-16,-25 0 0,25 0 0,-25 0 0,0 0 16,25-25-16,-25 25 0,25 0 0,-25-25 0,0 25 0</inkml:trace>
  <inkml:trace contextRef="#ctx0" brushRef="#br0" timeOffset="306932.5555">26615 13667 0,'0'0'0,"0"0"0,0 0 0,0 0 0,0 0 16,0-24-16,0 24 0,0 0 0,0 0 0,0 0 16,0 0-16,0 0 0,25 0 0,-25 0 0,0-25 0,0 25 15,25 0-15,-25 0 0,25 0 0,-25 0 0,0 0 16,25-25-16,-25 25 0,24 0 0,-24 0 0,25 0 15,0-25-15,-25 25 0,25 0 0,-25-25 0,25 25 0,-1 0 16,-24-24-16,25 24 0,-25 0 0,25-25 0,-25 25 16,25 0-16,-25-25 0,25 25 0,-25-25 0,0 25 0,24 0 15,-24-25-15,0 25 0,25-24 0,-25 24 0,0 0 16,0-25-16,0 25 0,0 0 0,0-25 0,25 25 15,-50-25-15,25 25 0,0 0 0,0-25 0,0 25 0,0 0 16,0 0-16,0-24 0,0 24 0,-25 0 0,25 0 16,0 0-16,0 0 0,0 0 0,-24-25 0,24 25 0,0 0 15,0 0-15,0 0 0,-25 0 0,25 0 0,0 0 16,0 0-16,0 0 0,0 25 0,0-25 0,-25 0 15,25 0-15,0 0 0,0 24 0,0-24 0,0 25 0,-25-25 16,25 0-16,0 25 0,0 0 0,0-25 16,-25 25-16,25-1 0,0 1 0,0-25 0,0 25 0,0 0 0,-24 0 15,24-25-15,0 24 0,0 1 0,0 0 0,0-25 16,0 25-16,-25-25 0,25 25 0,0-1 0,0-24 0,0 25 15,0-25-15,0 25 0,-25-25 0,25 25 0,0-25 16,0 0-16,0 25 0,0-25 0,0 0 0,0 0 16,0 24-16,0-24 0,0 0 0,0 0 0,0 0 0,0 0 15,0 0-15,0 0 0,0 0 0,0 0 0,0 0 16,0 0-16,0 0 0,25 0 0,-25-24 0,0 24 15,25 0-15,-25 0 0,0-25 0,24 25 0,-24 0 0,0 0 16,25-25-16,-25 25 0,0 0 0,0 0 0,0 0 16,25 0-16,-25-25 0,0 50 0,0-25 0,0 0 0,0 0 15,0 0-15,0 0 0,0 25 0,0-25 0,0 0 16,-25 25-16,25-25 0,0 24 0,0-24 0,0 25 0,0-25 15,0 25-15,0-25 0,-25 25 0,25-25 0,0 25 16,0-25-16,0 0 0,0 24 0,0-24 0,0 0 16,0 0-16,0 25 0,0-25 0,0 0 0,0 0 0,0 0 15,0 0-15,0 0 0,0 0 0,0-25 0,0 25 16,0 0-16,0 0 0,0 0 0,0-24 0,0 24 0,0-25 15</inkml:trace>
  <inkml:trace contextRef="#ctx0" brushRef="#br0" timeOffset="307248.5736">26442 13370 0,'0'0'0,"-25"0"15,25-25-15,0 25 0,0 0 0,0 0 0,0 0 0,25-25 16,-25 25-16,0 0 0,0 0 0,25 0 0,-25 0 15,24 0-15,-24 0 0,25 0 0,-25 0 0,25 0 16,0 0-16,0 0 0,-25 0 0,24 0 0,1 0 0,0 0 16,0 25-16,0-25 0,-25 0 0,24 0 0,1 0 15,0 0-15,0 25 0,-25-25 0,25 0 0,-1 0 16,-24 0-16</inkml:trace>
  <inkml:trace contextRef="#ctx0" brushRef="#br0" timeOffset="308473.6436">27558 13767 0,'0'0'0,"0"0"0,0-25 0,0 25 16,0 0-16,0 0 0,0 0 0,0 0 0,0-25 0,0 25 15,0 0-15,0 0 0,0 0 0,0 0 0,0 0 16,0 0-16,0 0 0,0 0 0,0 0 0,0 0 16,0 0-16,0 0 0,0 0 0,0 0 0,0 0 0,0 0 15,0 0-15,0 0 0,0 0 0,0 25 0,25-25 0,-25 0 16,0 0-16,0 25 0,0-25 0,0 24 0,0-24 15,0 25-15,0-25 0,0 25 0,0-25 0,-25 25 16,25 0-16,0-25 0,0 24 0,0-24 0,0 25 0,0 0 16,0-25-16,0 25 0,0-25 0,0 25 0,0-25 15,0 0-15,0 24 0,0-24 0,0 0 0,0 25 16,0-25-16,0 0 0,0 0 0,0 0 0,0 25 0,0-25 15,0 0-15,0 0 0,0 0 0,25 0 0,-25 0 16,0 0-16,0 0 0,0 0 0,0-25 0,25 25 16,-25 0-16,0 0 0,0 0 0,0 0 0,24-25 0,-24 25 15,0 0-15,25-24 0,-25 24 0,25-25 0,-25 25 0,0-25 16,25 25-16,-25-25 0,0 25 0,25-25 0,-25 1 15,24 24-15,-24-25 0,0 0 0,25 0 0,-25 25 16,0-25-16,25 1 0,-25 24 0,25-25 0,-25 25 0,0-25 16,25 25-16,-25-25 0,0 25 0,0 0 0,0 0 15,0-25-15,0 25 0,24 0 0,-24 0 0,0 0 0,0 0 16,0 0-16,0 0 0,0 0 0,0 0 0,0 0 15,0 0-15,0 0 0,0 0 0,0 0 0,0 0 16,0 0-16,0 0 0,0 0 0,0 0 0,0 0 16,0 0-16,0 0 0,0 0 0,0 0 0,0 0 0,0 0 15,0 0-15,0 25 0,0-25 0,0 0 0,0 0 0</inkml:trace>
  <inkml:trace contextRef="#ctx0" brushRef="#br0" timeOffset="309012.6745">28129 13717 0,'0'0'0,"0"0"15,24 0-15,-24 0 0,0-25 0,0 25 0,0 0 0,0 0 16,0 0-16,0 0 0,0 0 0,0-25 0,0 25 15,0 0-15,0 0 0,0 0 0,0 0 0,0-24 16,-24 24-16,24 0 0,0 0 0,0 0 0,0 0 0,0 0 16,-25 0-16,25 0 0,0-25 0,0 25 0,-25 0 15,25 0-15,0 0 0,-25 25 0,25-25 0,0 0 0,-25 0 16,25 0-16,-25 0 0,25 0 0,0 0 0,-24 0 15,24 24-15,0-24 0,0 0 0,-25 0 0,25 0 0,0 25 16,0-25-16,0 0 0,0 0 0,0 25 0,0-25 16,0 25-16,0-25 0,0 0 0,0 25 0,25-25 15,-25 24-15,0-24 0,0 25 0,0-25 0,24 25 0,-24-25 16,0 25-16,0-25 0,0 25 0,25-25 0,-25 24 15,0-24-15,0 25 0,0-25 0,25 25 0,-25-25 0,0 0 16,0 25-16,0-25 0,0 0 0,0 0 0,0 25 16,0-25-16,0 0 0,0 0 0,0 0 0,0 0 0,0 24 15,0-24-15,0 0 0,0 0 0,0 0 0,-25 0 16,25 0-16,0 0 0,0 0 0,-25 0 0,25 0 15,0 0-15,-24 0 0,24 0 0,0-24 0,-25 24 0,25 0 16,-25 0-16,25 0 0,0 0 0,-25 0 16,25-25-16,0 25 0,0 0 0,-25 0 0,25 0 0,0 0 15,0-25-15,0 25 0,0 0 0,0 0 0,0 0 0,0-25 16,25 25-16,-25 0 0,0 0 0,25 0 0,-25 0 15,25-25-15,-25 25 0</inkml:trace>
  <inkml:trace contextRef="#ctx0" brushRef="#br0" timeOffset="309472.7008">28501 13643 0,'0'0'15,"0"0"-15,0 0 0,0 0 0,0-25 0,0 25 16,0 0-16,0 0 0,0 0 0,0 0 0,0 0 15,0 0-15,0 0 0,0 0 0,0 0 0,0 0 0,0 0 16,0 0-16,0 0 0,0 0 0,0 0 0,-25 0 16,25 0-16,0 25 0,0-25 0,0 0 0,0 24 0,0-24 15,0 25-15,-25-25 0,25 25 0,0-25 0,0 25 16,0-25-16,-25 25 0,25-1 0,0-24 0,0 25 15,-25-25-15,25 25 0,0-25 0,0 25 0,0-25 0,-24 25 16,24-25-16,0 24 0,0-24 0,0 0 0,-25 25 16,25-25-16,0 0 0,0 0 0,0 25 0,0-25 0,0 0 15,0 0-15,0 0 0,0 0 0,0 0 0,0 0 16,0 0-16,0 0 0,0 0 0,-25 0 0,25 0 0,0 0 15,0 0-15,0 0 0,0 0 0,0 0 0,0-25 16,0 25-16,25 0 0,-25-25 0,0 25 0,0-24 16,0 24-16,25-25 0,-25 25 0,0-25 0,0 0 0</inkml:trace>
  <inkml:trace contextRef="#ctx0" brushRef="#br0" timeOffset="309921.7265">28575 13593 0,'0'0'0,"0"0"0,0 0 15,25-25-15,-25 25 0,0 0 0,0 0 0,0 0 16,0 0-16,0 0 0,25 0 0,-25 0 0,0 0 0,0 0 15,0 0-15,0 0 0,0 0 0,0 25 0,0-25 16,24 0-16,-24 0 0,0 0 0,0 25 0,0-25 16,0 0-16,0 0 0,0 25 0,0-25 0,0 24 0,0-24 15,0 25-15,0-25 0,0 25 0,0-25 0,-24 25 16,24-25-16,0 25 0,0-1 0,0-24 0,0 25 15,0-25-15,0 25 0,0 0 0,0-25 0,0 25 0,0-25 16,0 24-16,0-24 0,0 25 0,0-25 0,0 0 16,0 25-16,0-25 0,0 0 0,0 25 0,24-25 0,-24 0 15,0 0-15,0 0 0,0 0 0,0 0 0,0 25 16,0-25-16,0 0 0,0 0 0,0 0 0,0 0 0,0 0 15,0 0-15,25-25 0,-25 25 0,0 0 0,0 0 16,0 0-16,25 0 0,-25-25 0,0 25 0,25 0 16,-25-25-16,25 25 0,-25-25 0,0 25 0,24-24 0,-24 24 15,0-25-15,25 25 0,-25-25 0,25 0 0,-25 25 0,25-25 16,-25 1-16,0 24 0,25-25 0,-25 25 0,0-25 15,24 0-15,-24 25 0,0 0 0,25-25 0,-25 25 16,0-24-16,25 24 0,-25 0 0,0-25 0,0 25 0,0 0 16,0 0-16,25 0 0,-25 0 0,0-25 0,0 25 15,0 0-15,0 0 0,0 0 0,0 0 0,0 0 16,0 0-16,0 0 0,0 0 0,0 0 0,0 0 15,0 0-15,0 0 0,25 0 0,-25 0 0,0 0 0,0 0 16,0 0-16,0 0 0,0-25 0,0 25 0</inkml:trace>
  <inkml:trace contextRef="#ctx0" brushRef="#br0" timeOffset="314151.9684">3870 15280 0,'0'0'0,"0"0"0,0 0 0,0 0 15,0-25-15,0 25 0,0 0 0,0 0 0,0 0 16,0 0-16,0 0 0,0 0 0,0 0 0,0 0 0,0 0 15,0 0-15,0-25 0,0 25 0,0 0 16,0 0-16,0 0 0,0 0 0,0 0 0,0 0 0,0 0 0,0 0 16,0 0-16,0 0 0,0 0 0,0 0 0,0 0 15,0 0-15,0 0 0,0 0 0,0 0 0,0 0 16,0 0-16,0 0 0,0 0 0,0 0 0,0 0 0,0 0 15,0-25-15,0 25 0,0 0 0,0 0 0,0 0 16,0 0-16,0 0 0,0 0 0,0 0 0,0 0 16,0 0-16,24 0 0,-24 0 0,0 0 0,0-25 0,25 25 15,-25 0-15,0 0 0,0 0 0,25 0 0,-25 0 16,0 0-16,25 0 0,-25 0 0,25 0 0,-25 25 0,0-25 15,24 0-15,-24 0 0,25 0 0,-25 0 0,25 0 16,-25 0-16,25-25 0,-25 25 0,25 0 0,-25 0 0,0 0 16,0 0-16,24 0 0,-24 0 0,0 0 0,0 0 15,0 0-15,0 0 0,0 0 0,0 0 0,0 0 16,-24 0-16,24 0 0,0 0 0,0 25 0,0-25 0</inkml:trace>
  <inkml:trace contextRef="#ctx0" brushRef="#br0" timeOffset="317855.1803">4018 15032 0,'0'0'15,"-24"0"-15,24 0 0,0 0 0,0 0 0,0 0 0,0 0 16,0 0-16,0 0 0,0 0 0,0 0 0,0 0 0,0 0 16,0 24-16,0-24 0,0 0 0,0 0 0,0 0 15,0 25-15,0-25 0,0 0 0,0 25 0,0-25 16,0 0-16,0 25 0,0-25 0,0 25 0,0-25 0,0 24 15,0-24-15,0 25 0,0-25 0,0 25 0,0-25 16,-25 25-16,25-25 0,0 25 0,0-25 0,0 24 0,0-24 16,0 0-16,0 25 0,-25-25 0,25 25 0,0-25 15,0 0-15,0 25 0,0-25 0,0 0 0,0 0 16,0 0-16,0 25 0,0-25 0,0 0 0,0 0 0</inkml:trace>
  <inkml:trace contextRef="#ctx0" brushRef="#br0" timeOffset="318068.1924">4217 15032 0,'0'-25'16,"-25"25"-16,25 0 0,0 0 0,0 0 0,0 0 15,0 0-15,0 0 0,0 0 0,0 0 16,0 0-16,0 0 0,0 0 0,0 0 0,0 0 0,0 0 0,0 0 16,0 0-16,0 0 0,0 0 0,0 0 0,0 0 15,0 0-15,0 0 0,0 0 0,0 0 0,0 0 0,0 0 16,0 0-16,0 0 0,0 0 0,0 0 0,0 0 0,0 0 15,0 0-15,0 0 0,0 0 0,0 0 16,0 0-16,0 0 0,0 0 0,0 0 0,0 0 0,0 0 0,25 0 16,-25 0-16,0 0 0,0 0 0,0 0 0,0 0 15,0 0-15,0 0 0,0 0 0,0 0 0,0 0 0,0 0 16,0 0-16,0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0,0 0 15,0 0-15,0 0 0,0 0 0,0 0 0,0 0 16,0 0-16,0 0 0,0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15,0 0-15,0 0 0,0 0 0,0 0 0,0 0 0,0 0 16,0 0-16,0 0 0,0 0 0,0-25 0,0 25 15,0 0-15,0 0 0,0 0 0,0 0 0,0 0 0,0 0 16,0 0-16,0 0 0,0 0 0,0 0 0,0 0 16,0 0-16,0 0 0,0 0 0,0 0 0,-25 0 15,25 0-15,0 0 0,0 0 0,0-25 0,0 25 0,0 0 16,0 0-16,-25 0 0,25 0 0,0 0 0,0 0 15,0 0-15,0 0 0,0 0 0,0 0 0,0 0 16,0 0-16</inkml:trace>
  <inkml:trace contextRef="#ctx0" brushRef="#br0" timeOffset="318101.1943">4118 14957 0,'0'0'0,"0"0"0,0 0 0,0 0 16,0 0-16,0 0 0,0 0 0,0 0 0,0 0 0,0 0 15,0 0-15,0 0 0,0 0 0,0 0 16,0 0-16,0 0 0,0 0 0,0 0 0,0 0 0,0 0 0,0 0 15,0 0-15,0 0 0,0 0 0,0 0 0,0 0 16,0 0-16,0 0 0,0 0 0,0 0 0,0 0 0,0 0 16,0 0-16,0 0 0,0 0 0,0 0 0,0 0 15,0 0-15,0 0 0,0 0 0,0 0 0,0 0 16,0 0-16,0 0 0,0 0 0,0 0 0,0 0 0,0 0 15,0 0-15,0 0 0,0 0 0,0 0 0,0 0 16,0 0-16,0 0 0,0 0 0,0 25 0,0-25 16,0 0-16,0 0 0,0 25 0,-25-25 0,25 25 15,0-25-15,0 24 0,0-24 0,0 25 0,0 0 0,0-25 16,0 25-16,-25 0 0,25-25 0,0 24 0,0 1 0,0-25 15,0 25-15,0-25 0,0 25 0,0 0 0,0-25 16,-25 24-16,25-24 0</inkml:trace>
  <inkml:trace contextRef="#ctx0" brushRef="#br0" timeOffset="319624.2814">2208 11931 0,'0'0'0,"0"0"15,0 0-15,0 0 0,0 0 0,0 0 16,0 0-16,0 0 0,0 0 0,0 0 0,0 0 0,0 0 0,0 0 16,0 0-16,0 0 0,0 0 0,0 0 0,0 0 15,0 0-15,0 0 0,0 0 0,0 0 0,0 0 0,0 0 16,0 0-16,0 0 0,0 0 0,0 0 0,0 0 0,0 0 15,0 0-15,0 0 0,0 0 0,0 0 0,0 0 16,0 0-16,0 0 0,0 0 0,0 0 0,0 0 0,0 0 998</inkml:trace>
  <inkml:trace contextRef="#ctx0" brushRef="#br0" timeOffset="320909.3549">1786 12204 0,'0'0'0,"0"0"0,0 0 0,0 0 16,0-25-16,0 25 0,0 0 0,0 0 0,0 0 0,0 0 15,0 0-15,0 0 0,0 0 0,0 0 0,0 0 16,0-25-16,0 25 0,0 0 0,0 0 0,-25 0 0,25 0 16,0 0-16,0 0 0,0 0 0,0 0 0,0 0 15,0-25-15,0 25 0,0 0 0,0 0 0,0 0 0,0 0 16,0 0-16,0 0 0,0 0 0,0 0 0,0 0 15,0-24-15,0 24 0,-25 0 0,25 0 0,0 0 0,0 0 16,0 0-16,0 0 0,0 0 0,-24 0 0,24 0 0,0 0 16,0 0-16,0 0 0,0-25 0,0 25 0,0 0 15,-25 0-15,25 0 0,0 0 0,0 0 0,0 0 0,0 0 16,0 0-16,-25 25 0,25-25 0,0 0 0,0 0 0,0 0 15,0 0-15,0 0 0,0 0 0,-25 0 0,25 0 16,0 24-16,0-24 0,0 0 0,-25 0 0,25 25 0,0-25 16,0 25-16,-25-25 0,25 0 0,0 25 0,-24-25 15,24 25-15,0-25 0,0 25 0,-25-25 0,25 24 0,0-24 16,0 25-16,0-25 0,0 25 0,0-25 0,0 25 0,-25-25 15,25 25-15,0-25 0,0 0 0,0 24 0,25-24 0,-25 0 16,0 25-16,0-25 0,0 0 0,0 0 0,0 25 0,25-25 16,-25 0-16,0 0 0,24 0 0,-24 0 0,25 25 15,-25-25-15,0 0 0,25 0 0,-25 0 0,25 0 0,-25 0 16,25-25-16,-25 25 0,25 0 0,-25 0 0,24 0 15,-24-25-15,25 25 0,-25 0 0,0 0 0,25-25 0,-25 25 16,25 0-16,-25 0 0,0-24 0,25 24 0,-25 0 0,0 0 16,0-25-16,24 25 0,-24 0 15,0 0-15,0 0 0</inkml:trace>
  <inkml:trace contextRef="#ctx0" brushRef="#br0" timeOffset="321999.4173">1960 12179 0,'-25'0'0,"25"-25"0,0 25 0,0 0 0,0 0 16,0 0-16,0 0 0,-25 0 0,25 0 0,0 0 15,0-25-15,0 25 0,0 0 0,0 0 0,0 0 0,0 0 16,0 0-16,0 0 0,0-24 0,0 24 0,0 0 0,0 0 16,0 0-16,0 0 0,0-25 0,25 25 0,-25 0 15,0 0-15,0-25 0,0 25 0,25 0 16,-25-25-16,0 25 0,24 0 0,-24-25 0,0 25 0,0 0 0,25-24 15,-25 24-15,0 0 0,0-25 0,25 25 0,-25 0 0,0-25 16,0 25-16,0 0 0,25-25 0,-25 25 0,0-25 0,0 25 16,0 0 155,-25-223-171,25 223 0,0 0 16,-25 0-16,25 0 0,0 0 0,0 0 0,0 0 0,0 0 0,-25 0 0,25 0 0,0 25 0,0-25 0,0 0 0,0 0 0,0 0 0,0 0 0,-24 0 0,24 25 0,0-25 0,0 0 0,0 0 0,0 25 0,0-25 0,0 24 0,-25-24 0,25 0 15,0 25-15,0-25 0,0 25 0,0-25 0,0 25 0,0-25 0,0 25 0,0-25 0,0 24 0,0 1 0,0-25 0,-25 25 0,25-25 0,0 25 0,0-25 0,0 25 0,0-25 0,0 24 16,0-24-16,0 25 0,0-25 0,0 25 0,0-25 16,0 25-16,0-25 0,0 25 0,0-25 0,0 24 0,0-24 15,0 25-15,0-25 0,0 25 0,0-25 0,0 0 16,0 25-16,0-25 0,0 0 0,0 25 0,0-25 0,0 0 15,0 25-15,0-25 0,0 0 0,-25 0 0,25 24 16,0-24-16,0 0 0,0 0 0,0 0 0,0 25 0,0-25 16,0 0-16,0 0 0,0 0 0,0 0 0,0 0 0,0 0 15,0 0-15,0 0 0,0 0 0,0 0 0,0 0 16,0 0-16,0 0 0,0 0 0,0 0 0,0 0 0,25 0 15,-25 0-15,0 0 0,0-25 0,0 25 0,0 0 0,0 0 16,25 0-16,-25-24 0,0 24 0,0 0 0,0-25 16,25 25-16,-25 0 0,0-25 0,0 25 0,24-25 15,-24 25-15,0 0 0,25-25 0,-25 25 0,0-25 0,25 25 16,-25 0-16,0-24 0,0 24 0,25 0 0,-25-25 0,0 25 15,0 0-15,25 0 0,-25 0 0,0 0 0,0-25 16,0 25-16,0 0 0,0 0 0,24 0 0,-24 0 0,0 0 16,0 0-16,0 0 0,0 0 0,0 0 0,0 0 15,0 0-15,0 0 0,0 0 0,0 25 0,0-25 0,0 0 16,0 0-16,0 0 0,25 0 0,-25 0 15,0 0-15,0 0 0,0 0 0,0 0 0,0 25 0,0-25 16,25 0-16,-25 0 0,0 0 0,0 0 0,0 24 0,0-24 0,0 0 16,0 0-16,0 0 0,0 25 0,0-25 0,0 0 15,0 0-15,0 25 0,0-25 0,0 0 0,0 0 0,0 25 16,0-25-16,0 0 0,0 25 0,-25-25 0,25 0 0,0 25 15,0-25-15,0 0 0,0 0 0,0 24 0,0-24 16,0 0-16,0 25 0,0-25 0,0 0 0,0 25 0,0-25 16,0 0-16,0 0 0,0 25 0,0-25 0,0 0 15,0 25-15,0-25 0,0 0 0,0 0 0,0 24 0,0-24 16,0 0-16,0 0 0,0 25 0,0-25 0,0 0 0,0 0 15,0 0-15,0 25 0,0-25 0,0 0 0,0 0 16,0 0-16,0 0 0,0 0 0,0 0 0,0 25 0,25-25 16,-25 0-16,0 0 0,0 0 0,0 0 0,0 0 15,0 0-15,0-25 0,25 25 0,-25 0 0,0 0 0,0 0 16,25 0-16,-25-25 0,0 25 0,24 0 0,-24-25 0,0 25 15,25 0-15,-25-24 0,25 24 0,-25 0 0,25-25 16,-25 25-16,25 0 0,-25-25 0,0 25 0,24 0 0,-24 0 16,0 0-16,25-25 0,-25 25 0,0 0 0</inkml:trace>
  <inkml:trace contextRef="#ctx0" brushRef="#br0" timeOffset="322982.4735">2456 12030 0,'0'0'0,"0"0"16,0 0-16,-25 0 0,25 0 0,0 0 0,0 0 16,0-25-16,0 25 0,0 0 0,0 0 15,0 0-15,0 0 0,0 0 0,25 0 0,-25 0 0,0-24 0,0 24 16,0 0-16,0 0 0,0 0 0,0 0 0,0 0 15,0 0-15,0 0 0,0 0 0,0 0 0,0 0 0,0 0 16,0 0-16,0 0 0,0 0 0,0 0 0,0 0 16,0 0-16,0 0 0,0 0 0,0 24 0,0-24 0,0 0 15,0 0-15,0 0 0,0 0 0,0 25 0,0-25 0,0 0 16,0 25-16,0-25 0,-25 0 0,25 25 0,0-25 15,0 25-15,0-25 0,0 0 0,0 24 0,0-24 0,0 25 16,0-25-16,0 25 0,-25-25 0,25 25 0,0-25 16,0 0-16,0 25 0,0-25 0,0 25 0,0-25 0,0 24 15,0-24-15,0 0 0,0 25 0,0-25 0,0 0 0,0 25 16,0-25-16,0 0 0,0 25 0,0-25 0,0 0 15,0 25-15,0-25 0,0 0 0,0 24 0,25-24 16,-25 0-16,0 0 0,0 25 0,0-25 0,0 0 0,0 0 16,25 0-16,-25 0 0,0 0 0,0 0 0,0 0 15,0 0-15,24 25 0,-24-25 0,0-25 0,0 25 0,25 0 16,-25 0-16,0 0 0,25 0 0,-25 0 0,25 0 15,-25-25-15,25 25 0,-25 0 0,0-24 0,24 24 0,-24 0 16,25-25-16,-25 25 0,25 0 0,-25-25 16,0 25-16,25-25 0,-25 25 0,0 0 0,25-25 0,-25 25 0,0-24 15,0 24-15,25 0 0,-25-25 0,0 25 0,0 0 0,0-25 16,0 25-16,24 0 0,-24-25 0,0 25 0,0 0 15,0-25-15,0 25 0,0-25 0,0 25 0,0 0 0,0-24 16,0 24-16,0 0 0,25-25 0,-25 25 0,0-25 16,0 25-16,0 0 0,0 0 0,0-25 0,0 25 15,0 0-15,0 0 0,0 0 0,0 0 0,0 0 0,0 0 16,0 0-16,0 0 0,0 0 0,0 0 0,0 0 15,0 0-15,0 0 0,0 0 0,0 0 0,0 0 0,0 0 16,0 0-16,0 0 0,0 25 0,0-25 0,0 0 16,0 0-16,0 25 0,0-25 0,0 0 0,0 25 0,0-25 15,0 0-15,-25 24 0,25-24 0,0 0 0,0 25 0,0-25 16,0 25-16,0-25 0,0 25 0,0-25 15,0 25-15,0-25 0,-24 25 0,24-25 0,0 0 0,0 24 16,0-24-16,0 25 0,0-25 0,0 25 0,0-25 0,0 25 16,0-25-16,0 25 0,0-25 0,0 24 0,0-24 0,0 25 15,0-25-15,0 25 0,0-25 0,0 25 0,0-25 16,0 0-16,0 25 0,0-25 0,0 0 0,24 24 15,-24-24-15,0 0 0,0 0 0,0 0 0,0 25 0,0-25 16,25 0-16,-25 0 0,0 0 0,0 0 0,0 0 16,25 0-16,-25 0 0,0 0 0,0-25 0,25 25 0,-25 0 15,0 0-15,25 0 0,-25-24 0,0 24 0,24 0 16,-24-25-16,0 25 0,25 0 0,-25-25 0,0 25 0,25 0 15,-25-25-15,0 25 0,25-25 0,-25 25 0,0-24 0</inkml:trace>
  <inkml:trace contextRef="#ctx0" brushRef="#br0" timeOffset="323375.496">3001 11361 0,'0'0'0,"0"0"16,0 0-16,0 0 0,0 0 0,0 0 0,0 0 15,0 0-15,0 0 0,0 0 0,0 0 0,0 0 0,-24 0 16,24 24-16,0-24 0,0 0 0,0 0 0,-25 25 16,25-25-16,0 25 0,0-25 0,-25 25 0,25-25 0,0 25 15,0-25-15,0 24 0,-25-24 0,25 25 0,0-25 16,0 25-16,0-25 0,-25 25 0,25-25 0,0 25 0,0-25 15,-24 0-15,24 24 0,0-24 0,0 0 0,-25 25 16,25-25-16</inkml:trace>
  <inkml:trace contextRef="#ctx0" brushRef="#br0" timeOffset="324474.5586">3175 12105 0,'0'-25'16,"0"25"-16,0 0 0,0 0 0,0 0 0,-25 0 16,25 0-16,0 0 0,0 0 0,0 0 0,0 0 0,0 0 15,0 0-15,0 0 0,0 0 0,0 0 0,0 0 16,0 0-16,0 0 0,25 0 0,-25 0 0,0 0 0,0 0 15,0 0-15,0 25 0,0-25 0,0 0 0,0 0 16,0 24-16,0-24 0,0 0 0,0 25 0,0-25 0,0 25 16,0-25-16,0 25 0,-25-25 0,25 25 0,0-25 15,0 25-15,0-25 0,0 24 0,0-24 0,0 25 16,0-25-16,0 25 0,0-25 0,0 0 0,0 25 0,0-25 15,0 0-15,0 25 0,0-25 0,0 0 0,0 0 0,0 24 16,0-24-16,0 0 0,25 0 0,-25 0 0,0 0 16,0 0-16,0 0 0,0 0 0,0 0 0,25 0 0,-25 0 15,0 0-15,0 0 0,0 0 0,0 0 0,25-24 16,-25 24-16,0 0 0,24 0 0,-24-25 0,0 25 0,25 0 15,-25-25-15,0 25 0,25-25 0,-25 25 0,25 0 16,-25-25-16,0 25 0,25-24 0,-25 24 0,0-25 16,0 25-16,24 0 0,-24-25 0,0 25 0,0 0 0,0 0 15,0-25-15,0 25 0,0 0 0,0 0 0,0 0 0,0 0 16,0 0-16,0 0 0,0 0 0,0 0 0,0 0 15,0 0-15,0 0 0,0 0 0,0 0 0,0 0 16,0 0-16,0 0 0,-24 25 0,24-25 0,0 0 0,0 25 16,0-25-16,0 0 0,0 25 0,0-25 0,-25 24 15,25 1-15,0-25 0,0 25 0,0 0 0,0 0 0,0-1 16,0 1-16,0-25 0,0 25 0,-25 0 0,25 0 15,0-1-15,0 1 0,0-25 0,0 25 0,0 0 0,0-25 16,0 25-16,0-1 0,0-24 0,0 25 0,0-25 16,0 25-16,0-25 0,0 25 0,0-25 0,0 25 15,0-25-15,0 24 0,0-24 0,0 0 0,0 25 0,0-25 16,0 0-16,-25 0 0,25 0 0,0 25 0,0-25 15,0 0-15,0 0 0,0 0 0,0 0 0,0 0 0,0 0 16,-25 0-16,25 0 0,0 0 0,0 0 0,0 0 16,0 0-16,0 0 0,-24 0 0,24 0 0,0 0 0,0-25 15,0 25-15,0 0 0,0 0 0,0 0 0,0-25 16,0 25-16,0 0 0,0 0 0,0-24 0,0 24 0,0 0 15,0 0-15,0 0 0,24-25 0,-24 25 0,0 0 16,0 0-16,0-25 0,0 25 0,25 0 0,-25 0 0,0-25 16,0 25-16,25-25 0,-25 25 0,0 0 0,25-24 15,-25 24-15,0 0 0,25-25 0,-25 25 0,0-25 16,24 25-16,-24 0 0,0-25 0,0 25 0,0-25 0,25 25 15,-25-24-15,0 24 0,0-25 0,0 25 0,0-25 0,0 25 16,0-25-16</inkml:trace>
  <inkml:trace contextRef="#ctx0" brushRef="#br0" timeOffset="324731.5736">3497 11708 0,'0'0'0,"0"0"0,0 0 0,0 0 0,0 0 0,0 0 16,0 0-16,0 0 0,0 0 0,0 0 0,0 0 16,0 0-16,0 0 0,0 25 0,0-25 15,0 24-15,-24-24 0,24 0 0,0 25 0,0 0 0,0-25 0,0 25 16,-25-25-16,25 25 0,0-25 0,0 24 15,0 1-15,0-25 0,-25 25 0,25-25 0,0 25 0,0-25 0,0 25 16,0-1-16,-25-24 16,25 25-16,0-25 0,0 0 0,0 25 0,0-25 0,0 25 0,0-25 0,0 0 0</inkml:trace>
  <inkml:trace contextRef="#ctx0" brushRef="#br0" timeOffset="327301.7206">2431 13072 0,'25'0'0,"-25"0"0,0 0 0,0-25 0,0 25 16,0 0-16,0 0 0,0 0 0,0 0 0,0 0 15,0 0-15,0 0 0,0 0 0,0 0 0,0 0 0,0 0 16,0 0-16,0 0 0,0 0 0,0 0 0,0 0 16,0-25-16,0 25 0,0 0 0,0 0 0,0 0 0,0 0 15,0 0-15,0 0 0,0 0 0,0 0 0,0 0 16,0-24-16,0 24 0,0 0 0,0 0 0,0 0 0,0 0 15,0 0-15,0 0 0,0-25 0,0 25 0,0 0 0,-25 0 16,25 0-16,0 0 0,0-25 0,0 25 0,0 0 16,0 0-16,0 0 0,0-25 0,-25 25 0</inkml:trace>
  <inkml:trace contextRef="#ctx0" brushRef="#br0" timeOffset="327779.7476">2356 12948 0,'0'0'0,"0"0"0,-24 0 0,24 0 0,0 0 16,0 0-16,0 0 0,0 0 0,0 0 0,0 0 15,0 0-15,0 0 0,0 0 0,0 0 0,0 0 0,0 0 16,0 0-16,-25 0 0,25 0 0,0 0 0,0 0 0,0 0 15,0 0-15,0 0 0,0 0 0,0 0 0,0 0 16,0 0-16,0 0 0,0 0 0,0 0 0,0 0 0,0 0 16,0 0-16,0-25 0,0 25 0,0 0 0,25 0 15,-25 0-15,0 0 0,0 0 0,0 0 0,0 0 0,0 0 16,0 0-16,0 0 0,0-25 0,24 25 0,-24 0 15,0 0-15,0 0 0,25 0 0,-25 0 0,0 0 0,0 0 16,25 0-16,-25-24 0,0 24 0,25 0 0,-25 0 16,0 0-16,0 0 0,25 0 0,-25 24 0,0-24 0,24 0 15,-24 0-15,25 0 0,-25 0 0,25 0 0,-25 0 16,25 0-16,-25 0 0,25 0 0,-25 0 0,24 0 0,-24 0 15,25 0-15,-25 25 0,25-25 0,-25 0 0,25 0 16,0 0-16,-25 0 0,25 0 0,-1 0 47,-24 0-47,25 0 0,0 0 0,0 0 0,0 0 0,-25 0 0,24 0 0,1-25 0,0 25 0,0 0 0,0 0 0,-1 0 0,-24 0 0,25 0 0,0 0 0,0-24 0,0 24 0,-25 0 15,24 0-15,1 0 0,-25 0 0,25-25 0,0 25 0,-25 0 16,25 0-16,-25 0 0,24 0 0,-24 0 0,25 0 16,-25-25-16,0 25 0,0 0 0,0 0 0,25 0 0,-25 0 15,0 0-15,0 0 0,0 0 0,0 0 0,0 0 16,0 0-16,0 0 0,0 0 0,0 0 0,0 0 15,0 0-15,0 0 0,-25 0 0,25 0 0,0 0 0,0 0 16,0-25-16,0 25 31</inkml:trace>
  <inkml:trace contextRef="#ctx0" brushRef="#br0" timeOffset="329351.8378">4242 14908 0,'0'0'0,"0"0"16,0 0-16,0-25 0,0 25 0,0 0 0,0 0 0,0 0 15,0 0-15,0 0 0,0 0 0,0 0 0,0 0 16,0 0-16,0 0 0,0 0 0,0 0 0,0 0 15,0 0-15,0 0 0,0 0 0,0 0 0,0 0 0,0 0 16,0 0-16,0 0 0,0 0 0,0 0 0,0 0 16,0 0-16,0 0 0,0 0 0,0 0 0,0 0 0,0 0 15,0 0-15,0 0 0,0 0 0,0 0 0,0 0 16,0 25-16,0-25 0,24 0 0,-24 0 0,0 0 15,0 0-15,0 0 0,0 0 0,25 24 0,-25-24 0,0 0 16,0 0-16,25 0 0,-25 25 0,0-25 0,0 0 16,25 0-16,-25 25 0,0-25 0,25 0 0,-25 0 0,0 25 15,24-25-15,-24 0 0,0 0 0,0 25 0,25-25 16,-25 0-16,0 0 0,25 24 0,-25-24 0,0 0 0,0 0 15,25 0-15,-25 25 0,0-25 0,0 0 0,0 0 16,25 0-16,-25 0 0,0 25 0,0-25 0,0 0 16,0 0-16,0 0 0,0 25 0,0-25 0,0 25 0,0-25 15,-25 0-15,25 24 0,0-24 0,0 25 0,-25-25 16,25 25-16,-25-25 0,25 25 0,-25 0 0,1-25 0,24 24 15,-25 1-15,0-25 0,25 25 0,-25-25 0,25 25 16,-25-25-16,25 25 0,-24-25 0,24 0 0,0 25 16,0-25-16,0 0 0,0 0 0,0 0 0,0 0 0,0 0 15,24-25-15,-24 25 0,0 0 0,25 0 0,-25-25 16,25 25-16,-25-25 0</inkml:trace>
  <inkml:trace contextRef="#ctx0" brushRef="#br0" timeOffset="330396.8976">5432 14908 0,'0'-25'0,"0"25"15,0 0-15,0 0 0,0 0 0,0 0 0,0 0 16,0 0-16,0 0 0,0 0 0,0-25 0,0 25 16,0 0-16,0 0 0,0 0 0,0 0 0,0 0 0,0 0 15,-25-25-15,25 25 0,0 0 0,0 0 0,0 0 16,0 0-16,0 0 0,0-25 0,-24 25 0,24 0 15,0 0-15,0 0 0,0 0 0,0 0 0,-25 0 0,25-24 16,0 24-16,0 0 0,-25 0 0,25 0 0,0 0 16,0 0-16,-25 0 0,25 0 0,0 0 0,0 0 0,-25 0 15,25 0-15,0 0 0,-24 24 0,24-24 0,0 0 16,0 0-16,-25 0 0,25 0 0,0 0 0,0 25 0,-25-25 15,25 0-15,0 25 0,0-25 0,-25 0 0,25 25 16,0-25-16,0 25 0,0-1 0,-25-24 0,25 25 16,0 0-16,0-25 0,0 25 0,0 0 0,0-1 0,0-24 15,0 25-15,0 0 0,0-25 0,0 25 0,0 0 0,0-25 16,0 24-16,0-24 0,0 0 0,25 25 0,-25-25 15,0 0-15,25 0 0,-25 25 0,0-25 0,25 0 16,-25 0-16,0 0 0,25 0 0,-25 0 0,24 0 16,-24 0-16,25 0 0,-25 0 0,25-25 0,-25 25 0,25 0 15,-25 0-15,25 0 0,-25-25 0,24 25 0,-24 0 16,0 0-16,25-24 0,-25 24 0,25 0 0,-25 0 0,0-25 15,25 25-15,-25 0 0,25 0 0,-25-25 0,24 25 16,-24 0-16,0 0 0</inkml:trace>
  <inkml:trace contextRef="#ctx0" brushRef="#br0" timeOffset="331221.9448">5804 15056 0,'0'0'0,"0"-24"0,0 24 0,0 0 0,0 0 0,-25 0 15,25 0-15,0 0 0,0-25 0,0 25 0,0 0 16,0 0-16,0 0 0,-24 0 0,24 0 0,0 0 0,0 0 16,0 0-16,0 0 0,0 0 0,0-25 0,0 25 15,-25 0-15,25 0 0,0 0 0,0 0 0,0 0 0,-25 0 16,25 0-16,0 0 0,0 0 0,-25 0 0,25 0 15,0 25-15,0-25 0,-25 0 0,25 0 0,0 0 16,0 0-16,-24 25 0,24-25 0,0 24 0,0-24 0,-25 0 16,25 25-16,0-25 0,0 25 0,0-25 0,-25 25 15,25 0-15,0-25 0,0 24 0,0-24 0,0 25 16,0-25-16,0 0 0,0 25 0,0-25 0,0 0 0,0 25 15,0-25 63,0 0-78,25 0 0,-25 0 0,0 25 0,0-25 0,0 0 0,0 0 0,25 0 0,-25 0 0,0 0 0,0 0 0,24-25 0,-24 25 0,0 0 0,25 0 0,-25 0 0,0-25 0,0 25 0,25 0 0,-25-25 0,0 25 0,25 0 0,-25-25 0,0 25 0,0 0 0,25-24 0,-25 24 0,0-25 0,0 25 0,24-25 0,-24 25 16,0 0-16,0-25 0,0 25 0,0 0 0,0-25 0,0 25 16,0 0-16,0 0 0,25 0 0,-25-24 0,0 24 15,0 0-15,0 0 0,0 0 0,-25 24 0,25-24 16,0 0-16,0 0 0,0 0 0,0 0 0,0 25 0,0-25 15,0 0-15,0 25 0,-24-25 78,24 0-78,0 25 0,0-25 0,0 25 0,0-25 0,0 0 0,0 24 0,0-24 0,0 25 0,0-25 0,0 0 0,0 25 0,0-25 0,0 25 0,24-25 0,-24 0 0,0 0 0,0 25 0,0-25 0,0 0 0,0 0 0,0 24 0,25-24 0,-25 0 0,0 0 0,0 0 0,25 0 0,-25 0 0,0 0 16,25 0-16,-25 0 0,0 0 0,25 0 0,-25 0 0,25 0 16,-25 0-16,24-24 0,-24 24 0,25 0 0,-25 0 15,0-25-15,25 25 0,-25 0 0,0-25 0,25 25 16,-25 0-16,0-25 0,0 25 0,0 0 0,0-25 0,25 25 15,-25 0-15,0-24 0,0 24 0,0 0 0,0-25 16,0 25-16,0 0 0,0-25 0,0 25 0,-25 0 0,25 0 16,0-25-16,0 25 0,0 0 0,0 0 0,0 0 15,0-25-15,0 25 0,-25 0 0,25 0 0,0 0 16,0 0-16,0 0 0,0 0 0,0 0 0,0 0 0,-25 0 15,25 0-15,0 0 0,0 25 0,0-25 0,-25 0 16,25 0-16,0 25 0,0-25 0,-24 25 0,24-25 0,0 25 16,0-25-16,0 24 0,0 1 0,0-25 0,0 25 15,0-25-15,0 25 0,0-25 0,0 25 0,0-25 16,0 24-16,0-24 0,0 25 0,0-25 0,24 0 0,-24 25 15,0-25-15,0 0 0,25 0 0,-25 25 0,0-25 0,25 0 16,-25 0-16,0 0 0,25 0 0,-25 0 0,25-25 16,-25 25-16,24 0 0,-24-25 0,0 25 0,25 0 0,-25-25 15,25 25-15,-25-24 0,0 24 0,25 0 0,-25-25 16,0 25-16</inkml:trace>
  <inkml:trace contextRef="#ctx0" brushRef="#br0" timeOffset="331475.9593">6300 14585 0,'0'0'0,"0"0"0,0 0 0,0 0 16,0-25-16,0 25 0,0 0 0,-24 0 0,24 0 0,0 0 15,0 25-15,0-25 0,0 0 0,0 0 0,0 0 16,-25 25-16,25-25 0,0 25 0,0-25 0,0 25 16,-25-25-16,25 24 0,0-24 0,0 25 0,0 0 0,-25-25 15,25 25-15,0-25 0,0 25 0,0-25 0,0 24 16,0-24-16,-25 25 0,25-25 0,0 25 0,0-25 15,0 25-15,0-25 0,-24 25 0</inkml:trace>
  <inkml:trace contextRef="#ctx0" brushRef="#br0" timeOffset="332093.9947">7392 15131 0,'0'0'0,"0"0"16,0 0-16,0 0 0,0 0 0,0 0 0,-25 0 15,25 0-15,0 0 0,0 25 0,0-25 0,0 0 16,0 0-16,0 24 0,0-24 0,0 25 0,0-25 0,0 25 16,0-25-16,0 25 0,0 0 0,0-1 0,0 1 15,0-25-15,0 25 0,0 0 0,0 0 0,0 0 16,0-1-16,0-24 0,0 25 0,0 0 0,0 0 0,0 0 15,0-25-15,0 24 0,0-24 0,0 25 0,0 0 16,0-25-16,-25 25 0,25-25 0,0 25 0,0-25 0,0 0 16,0 24-16,0-24 0,-25 25 0,25-25 0,0 0 15,0 25-15,0-25 0,-24 0 0,24 25 0,0-25 16,0 0-16,0 0 0,-25 25 0,25-25 0,0 0 0,0 0 15,0 0-15,0 24 0,0-24 0,0 0 0,0 0 16,0 0-16,0 0 0,0 0 0,0 0 0,0 0 0,0 0 16,0 0-16,0 0 0,0 0 0,-25 0 0,25 0 0,0-24 15,0 24-15,0 0 0,0 0 0,0-25 0,0 25 16,0 0-16,25-25 0,-25 25 0,0-25 0,0 25 0,0-25 15</inkml:trace>
  <inkml:trace contextRef="#ctx0" brushRef="#br0" timeOffset="332411.0126">7417 15156 0,'0'0'16,"0"0"-16,24 0 0,-24 0 0,0 0 0,0 0 15,0 0-15,25 0 0,-25 0 0,0 0 0,25 0 0,-25 0 16,0 24-16,25-24 0,-25 0 0,25 0 0,-25 25 16,0-25-16,0 0 0,24 25 0,-24-25 0,0 0 0,0 25 15,0-25-15,0 25 0,0-25 0,0 24 0,0-24 16,0 25-16,0-25 0,0 0 0,-24 25 0,24-25 0,0 25 15,0-25-15,-25 25 0,25-25 0,-25 0 0,25 25 16,0-25-16,-25 0 0,25 24 0,0-24 0,-25 0 16,25 25-16,0-25 0,-24 0 0,24 0 0,0 0 0,0 0 15,-25 0-15,25 0 0,0 0 0,0 0 0,0 0 16,0 0-16,0 0 0,0-25 0,0 25 0,0 0 0,0-24 15,0 24-15,0-25 0</inkml:trace>
  <inkml:trace contextRef="#ctx0" brushRef="#br0" timeOffset="333683.0856">7516 15230 0,'0'0'0,"0"0"0,0 0 0,0-25 15,25 25-15,-25 0 0,0 0 0,0-25 0,24 25 16,-24 0-16,0-24 0,25 24 0,-25-25 0,25 25 15,-25-25-15,25 25 0,0-25 0,-25 25 0,24-25 0,-24 25 16,25-24-16,0 24 0,-25-25 0,25 25 0,-25-25 0,25 25 16,-25-25-16,24 25 0,-24-25 0,0 25 0,25-24 15,-25 24-15,0 0 0,0-25 0,0 25 0,0-25 16,0 25-16,0 0 0,0-25 0,0 25 0,0 0 0,0 0 15,-25-25-15,25 25 0,0 0 0,0 0 0,-24-24 16,24 24-16,0 0 0,-25 0 0,25 0 0,0 0 0,-25 0 16,25 0-16,0-25 0,-25 25 0,25 0 0,0 0 15,0 0-15,-25 0 0,25 0 0,0 0 0,0 0 0,0 0 16,-24 0-16,24 0 0,0 0 0,0 25 0,0-25 15,0 0-15,0 0 0,0 0 0,0 0 0,-25 24 16,25-24-16,0 0 0,0 25 0,0-25 0,0 0 0,0 25 16,0-25-16,0 25 0,0 0 0,0-25 0,0 24 15,0 1-15,0-25 0,0 25 0,25 0 0,-25 0 0,0-25 16,0 24-16,0 1 0,0 0 0,0-25 0,0 25 15,0 0-15,0-25 0,0 24 0,0 1 0,0-25 16,-25 25-16,25 0 0,0-25 0,0 25 0,0-25 16,0 24-16,0-24 0,0 25 0,0-25 0,0 0 0,0 25 15,0-25-15,0 0 0,-25 25 0,25-25 0,0 0 0,0 0 16,0 0-16,0 0 0,0 0 0,0 0 0,0 0 15,0 0-15,0 0 0,0 0 0,0 0 0,0 0 16,0 0-16,0 0 0,25 0 0,-25 0 0,0 0 0,0 0 16,0-25-16,0 25 0,25 0 0,-25-25 0,0 25 15,0 0-15,24-25 0,-24 25 0,0 0 0,25-24 0,-25 24 16,25 0-16,-25-25 0,0 25 0,0 0 0,25 0 15,-25-25-15,0 25 0,0 0 0,0 0 0,25 0 0,-25 0 16,0 0-16,0 0 0,0 0 0,0 0 0,0 0 16,0 0-16,0 0 0,0 0 0,0 25 0,0-25 0,0 0 15,0 0-15,0 25 0,0-25 0,0 0 0,0 24 16,0-24-16,0 0 0,0 25 0,0-25 0,0 25 15,0-25-15,0 25 0,0-25 0,0 25 0,0-25 16,24 0-16,-24 25 0,0-25 0,0 24 0,0-24 0,0 0 16,0 25-16,25-25 0,-25 0 0,0 0 0,0 25 0,25-25 15,-25 0-15,25 0 0,-25 0 0,0 0 16,25 0-16,-25 0 0,24 0 0,-24 0 0,25 0 0,-25 0 15,25-25-15,-25 25 0,25 0 0,0 0 0,-25-25 0,0 25 16,25 0-16,-25-24 0,24 24 0,-24 0 0,0-25 16,0 25-16,25 0 0,-25-25 0,0 25 0,0-25 0,0 25 15,0 0-15,0-25 0,0 25 0,0 0 0,0-25 16,0 25-16,0 0 0,-25-24 0,25 24 0,0 0 0,0 0 15,0-25-15,0 25 0,-24 0 0,24 0 0,0-25 16,0 25-16,-25 0 0,25 0 0,0 0 16,0 0-16,0 0 0,-25 0 0,25 0 0,0 0 0,0 0 0,-25 0 15,25 0-15,0 0 0,0 0 0,0 0 0,0 0 16,0 25-16,-25-25 0,25 0 0,0 25 0,0-25 15,0 0-15,0 24 0,0-24 0,0 25 0,0 0 0,25-25 16,-25 25-16,0-25 0,0 25 0,0-25 0,0 25 16,25-25-16,-25 24 0,0-24 0,0 25 0,25-25 15,-25 25-15,0-25 0,25 0 0,-25 0 0,0 25 0,24-25 16,-24 0-16,0 0 0,25 0 0,-25 0 0,25 0 0,-25 0 15,0 0-15,25 0 0,-25 0 0,25 0 16,-25-25-16,0 25 0,24 0 0,-24 0 0,25-25 0,-25 25 16,25 0-16,-25-25 0,0 25 0,25-24 0,-25 24 0,0-25 15,25 25-15,-25-25 0,0 25 0,0-25 0,24 25 16,-24-25-16,0 25 0,0-25 0,0 25 0,0-24 0,0 24 15,0-25-15,0 25 0,0-25 0,0 25 0,0-25 16,0 25-16,0 0 0,0 0 0,0-25 0,0 25 16,0 0-16,0 0 0,0 0 0,0 0 0,0 0 15,0 0-15,0 0 0,0 0 0,0 0 0,0 0 0,0 0 16,0 0-16,0 0 0,-24 0 0,24 0 0,0 25 0,0-25 15,0 0-15,0 0 0,0 25 0,0-25 0,0 25 16,0-25-16,0 25 0,0-25 0,0 24 0,0-24 16,0 25-16,0 0 0,0-25 0,0 25 0,0 0 0,0 0 15,0-25-15,0 24 0,0 1 0,0-25 0,0 25 16,0 0-16,0-25 0,0 25 0,0-1 0,0-24 15,0 25-15,0-25 0,0 25 0,0-25 0,-25 25 0,25-25 16,0 25-16,0-25 0,0 24 0,0-24 0,0 0 16,0 0-16,25 25 0,-25-25 0,0 0 0,0 0 0,0 0 15,0 25-15,-25-25 0,25 0 0,0 0 0,0 0 16,0 0-16,0 0 0,0 0 0,0 0 0,0 0 0,0-25 15,0 25-15,0 0 0,0 0 0,0 0 0,0-25 16,0 25-16,0 0 0,0 0 0,0-24 0</inkml:trace>
  <inkml:trace contextRef="#ctx0" brushRef="#br0" timeOffset="333963.1016">8409 15205 0,'0'0'0,"0"-25"0,25 25 0,-25 0 15,0 0-15,0 0 0,0-24 0,0 24 0,0 0 16,24 0-16,-24 0 0,0 0 0,25 0 0,-25 0 16,0 0-16,25 0 0,-25 0 0,0 0 0,25 24 0,-25-24 15,0 0-15,25 0 0,-25 25 0,0-25 0,0 0 16,0 25-16,24-25 0,-24 0 0,0 25 0,0-25 0,0 0 15,0 25-15,0-25 0,0 0 0,0 24 0,0-24 16,-24 0-16,24 0 0,0 25 0,0-25 0,-25 0 16,25 25-16,0-25 0,-25 0 0,25 0 0,0 25 0,-25-25 15,25 0-15,0 0 0,-25 0 0,25 0 0,-24 0 16,24 0-16,0 0 0,-25-25 0,25 25 0,-25 0 0</inkml:trace>
  <inkml:trace contextRef="#ctx0" brushRef="#br0" timeOffset="334234.1166">8533 14858 0,'0'0'0,"0"-25"0,0 25 0,0 0 0,-25 0 15,25 0-15,0 0 0,0 0 0,0 0 0,0 0 16,0 0-16,-25 25 0,25-25 0,0 0 0,-25 0 0,25 25 15,0-25-15,-24 0 0,24 25 0,-25-25 0,25 0 16,-25 24-16,25-24 0,-25 25 0,25-25 0</inkml:trace>
  <inkml:trace contextRef="#ctx0" brushRef="#br0" timeOffset="334927.1566">8434 14858 0,'0'0'0,"0"0"16,0 0-16,-25 0 0,25 0 0,0-25 15,0 25-15,0 0 0,0 0 0,0 0 0,0 0 0,0 0 16,0 0-16,0 0 0,0 0 0,0 0 0,0 0 0,0 0 15,0 0-15,0 0 0,0 0 0,0 0 0,0 0 16,0 0-16,0 0 0,0 0 0,0 0 0</inkml:trace>
  <inkml:trace contextRef="#ctx0" brushRef="#br0" timeOffset="335678.1997">9451 14833 0,'0'0'0,"0"0"0,0 0 0,0-25 0,0 25 0,0 0 16,0 0-16,0 0 0,-25 0 0,25 0 0,0-24 0,0 24 16,0 0-16,0 0 0,0 0 0,0 0 15,0 0-15,0 0 0,0 0 0,0 0 0,0 24 0,0-24 16,0 0-16,0 0 0,0 25 0,0-25 0,0 25 0,0-25 15,0 25-15,0-25 0,0 25 0,0-1 0,0-24 16,0 25-16,0 0 0,0 0 0,0-25 0,0 25 16,0-1-16,0 1 0,0 0 0,0-25 0,-25 25 0,25 0 15,0-1-15,0-24 0,0 25 0,0 0 0,0-25 16,0 25-16,0 0 0,0-25 0,0 24 0,0-24 0,0 0 15,0 25-15,0-25 0,0 0 0,0 25 0,0-25 16,0 0-16,0 0 0,0 0 0,0 0 0,0 0 16,0 0-16,0 0 0,0 0 0,0 0 0,-25 0 0,25 0 15,0 0-15,0 0 0,0 0 0,0 0 0,0-25 16,0 25-16,0 0 0,-25-25 0,25 25 0,0 0 0</inkml:trace>
  <inkml:trace contextRef="#ctx0" brushRef="#br0" timeOffset="336175.2281">9376 15180 0,'0'0'0,"0"0"0,0 0 0,0 0 16,0 0-16,0-24 0,0 24 0,0 0 0,25 0 15,-25 0-15,0 0 0,0 0 0,25 0 0,-25 0 16,0 0-16,25 0 0,-25-25 0,24 25 0,-24 0 0,25 0 16,-25 0-16,25 0 0,-25 0 0,25 0 0,-25 0 15,25 0-15,-25 0 0,24 0 0,1 0 0,-25 0 16,25 0-16,-25 0 0,0 0 0,25 0 0,-25 0 0,25 25 15,-25-25-15,0 0 0,24 0 0,-24 0 0,0 0 16,0 0-16,25 0 0,-25 24 0,0-24 0,0 0 0,0 0 16,0 0-16,0 0 0,0 0 0,0 25 0,0-25 15,0 0-15,0 0 0,0 0 0,0 25 0,0-25 0,-25 0 16,25 25-16,0-25 0,0 0 0,0 25 0,0-25 15,0 0-15,0 24 0,-24-24 0,24 0 0,0 25 16,0-25-16,0 25 0,0-25 0,0 0 0,0 25 0,24-25 16,-24 25-16,0-25 0,0 0 0,0 25 0,0-25 15,25 0-15,-25 24 0,0-24 0,0 0 0,25 0 16,-25 0-16,0 25 0,25-25 0,-25 0 0,0 0 0,25 0 15,-25 0-15,0 0 0,24 0 0,-24 0 0,0-25 16,25 25-16,-25 0 0,0 0 0,25-24 0,-25 24 0,0-25 16,25 25-16,-25-25 0,0 25 0,0-25 0,0 25 15,0-25-15,0 25 0,0-25 0,0 25 0,0-24 0,0 24 16,0-25-16,-25 0 0,25 25 0,0-25 0,0 25 15,-25-25-15,25 25 0,0-24 0,-25 24 0,25 0 16,0 0-16,-24 0 0,24-25 0,0 25 0,0 0 0,-25 0 16,25 0-16,0 0 0,-25 25 0,25-25 0,0 0 15,0 0-15,-25 0 0,25 0 0,0 24 0,0-24 0,0 0 16,0 0-16,0 25 0,0-25 0,0 0 0,-25 0 15,25 25-15,0-25 0,0 0 0,25 0 0,-25 0 16,0 25-16,0-25 0,0 0 0,0 0 0</inkml:trace>
  <inkml:trace contextRef="#ctx0" brushRef="#br0" timeOffset="336797.2637">10120 15255 0,'0'0'0,"0"-25"0,0 25 0,0 0 0,0 0 16,0 0-16,0-25 0,0 25 0,-24 0 0,24 0 0,0 0 16,0 0-16,0-25 0,0 25 0,-25 0 0,25 0 15,0 0-15,0-24 0,-25 24 0,25 0 0,0 0 0,0 0 16,-25 0-16,25 0 0,0 0 0,0 0 0,-25 0 15,25 0-15,0 0 0,0 0 0,-25 24 0,25-24 16,0 0-16,0 0 0,-24 25 0,24-25 0,0 0 0,0 25 16,0-25-16,0 0 0,0 25 0,-25-25 0,25 25 15,0-25-15,0 24 0,0-24 0,0 25 0,0 0 16,0-25-16,0 25 0,0-25 0,25 25 0,-25-25 0,0 25 15,0-25-15,0 24 0,0-24 0,0 25 0,24-25 0,-24 0 16,0 25-16,0-25 0,0 0 0,25 0 0,-25 25 16,0-25-16,25 0 0,-25 0 0,0 0 0,0 0 15,25 0-15,-25 0 0,25 0 0,-25-25 0,25 25 0,-25 0 16,0 0-16,24-25 0,-24 25 0,0-25 0,25 25 15,-25 0-15,0-24 0,25 24 0,-25-25 0,0 25 16,0-25-16,0 25 0,25-25 0,-25 25 0,0-25 0,0 25 16,0 0-16,0-25 0,0 25 0,0-24 0,0 24 15,0 0-15,0-25 0,0 25 0,0 0 0,0-25 0,0 25 16,0 0-16,0 0 0,0 0 0,0 0 0,0-25 15,0 25-15,0 0 0,0 0 0,0 0 0,0 0 0,0 0 16,0 0-16,0 0 0,0 0 0,0 0 0,0 25 16,0-25-16,0 0 0,0 0 0,0 25 0,0-25 15,-25 0-15,25 25 0,0-25 0,0 24 0,0-24 0,0 25 16,0-25-16,-25 25 0,25-25 0,0 25 0,0-25 0,0 25 15,0-25-15,0 25 0,0-25 0,0 0 0,0 24 16,25-24-16,-25 0 0,0 0 0,0 0 0,0 25 16,0-25-16,0 0 0,25 0 0,-25 0 0,0 0 0,0 0 15,0 0-15,25-25 0,-25 25 0,0 0 0,24 0 16,-24 0-16,0-24 0,25 24 0,-25 0 0,0-25 0,25 25 15,-25-25-15,0 25 0,0 0 0,25-25 0,-25 25 16,0-25-16,0 0 0,0 25 0</inkml:trace>
  <inkml:trace contextRef="#ctx0" brushRef="#br0" timeOffset="337137.2831">10344 15230 0,'0'-25'0,"0"25"0,0 0 0,0 0 16,0 0-16,0 0 0,0 0 0,0 0 0,0 0 0,0 0 15,0 0-15,0 0 0,0 0 0,0 25 0,0-25 16,0 0-16,0 0 0,0 25 0,0-25 0,0 0 16,0 25-16,0-25 0,0 24 0,0-24 0,0 0 0,0 25 15,0-25-15,0 25 0,0-25 0,0 0 0,0 25 16,0-25-16,0 0 0,0 25 0,0-25 0,0 0 0,0 25 15,0-25-15,0 0 0,0 0 0,0 0 0,0 24 16,0-24-16,0 0 0,0 0 0,0 0 0,0 0 0,24 0 16,-24 0-16,0-24 0,0 24 0,0 0 0,25 0 15,-25 0-15,0-25 0,25 25 0,-25 0 0,0-25 16,25 25-16,-25-25 0,25 25 0,-25 0 0,0-25 0,24 25 15,-24 0-15,0-25 0,0 25 0,25 0 0,-25 0 16,0 0-16,0 0 0,0 0 0,0 0 0,0 0 16,0 0-16,0 0 0,0 25 0,0-25 0,0 0 0,0 0 15,0 25-15,0-25 0,0 25 0,0-25 0,0 0 16,0 25-16,0-25 0,0 25 0,0-25 0,0 0 0,0 24 15,0-24-15,0 0 0,0 0 0,0 25 0,-25-25 16,25 0-16,0 0 0,0 0 0,0 0 16,0 0-16,0 0 0,0 0 0,0 0 0,0 0 0,-24 0 0,24 0 15,0-25-15,0 25 0</inkml:trace>
  <inkml:trace contextRef="#ctx0" brushRef="#br0" timeOffset="337380.297">10542 14808 0,'0'0'0,"0"0"0,0 0 0,0-24 0,0 24 15,0 0-15,-25 0 0,25 0 0,0 0 0,0 0 16,0 0-16,0 0 0,0 0 0,-25 0 0,25 0 0,0 24 15,0-24-15,-24 0 0,24 25 0,0-25 0,-25 0 16,25 25-16,-25-25 0,25 25 0,-25-25 0,25 25 0,-25-25 16,25 24-16,-24 1 0,24-25 0,-25 25 0,0-25 15,25 25-15,-25-25 0,0 25 0,25-25 0,-24 24 0</inkml:trace>
  <inkml:trace contextRef="#ctx0" brushRef="#br0" timeOffset="338097.338">11609 15205 0,'0'0'15,"0"0"-15,0 0 0,0 0 0,0 0 0,0 0 0,0 0 16,0 0-16,0 0 0,0 0 0,0 0 0,0 0 15,0 0-15,0 0 0,0 25 0,0-25 0,0 0 0,0 0 16,0 25-16,0-25 0,0 25 0,24-25 0,-24 24 16,0-24-16,0 25 0,0 0 0,0-25 0,0 25 0,0 0 15,0-25-15,25 25 0,-25-25 0,0 24 0,0 1 16,0-25-16,0 25 0,0-25 0,0 0 0,0 25 15,25-25-15,-25 0 0,0 0 0,0 0 0,0 25 0,0-25 16,0 0-16,0 0 0,0 0 0,0 0 0,0 0 16,0 0-16,0 0 0,0-25 0,25 25 0,-25 0 0,0 0 15,0-25-15,0 25 0,25-25 0,-25 25 0,0-25 16,0 25-16,0-24 0,0 24 0,24-25 0,-24 25 15,0-25-15,0 25 0,0-25 0,0 25 0,25-25 0,-25 25 16,0-25-16,0 25 0,0 0 0,0 0 0,25 0 0,-25-24 16,0 24-16,0 0 0,0 0 0,0 0 0,0 0 15,0 0-15,0 0 0,0 0 0,25 0 0,-25 0 16,0 0-16,0 0 0,0 0 0,0 0 0,0 24 15</inkml:trace>
  <inkml:trace contextRef="#ctx0" brushRef="#br0" timeOffset="338551.364">11881 15429 0,'0'0'0,"0"0"0,0 0 16,0 24-16,0-24 0,0 0 0,0 0 0,0 0 0,0 0 15,0 0-15,0 0 0,25 0 0,-25 0 0,0 0 16,0 0-16,0 0 0,0 0 0,0 0 0,25 0 0,-25 0 16,0 0-16,25 0 0,-25-24 0,25 24 0,-25 0 15,24-25-15,-24 25 0,25 0 0,-25-25 0,25 25 16,-25-25-16,25 25 0,-25 0 0,0-25 0,25 25 0,-25-25 15,0 25-15,0 0 0,24-24 0,-24 24 0,0 0 16,0-25-16,0 25 0,0 0 0,0-25 0,0 25 0,0 0 16,0-25-16,0 25 0,-24 0 0,24 0 0,0-25 15,0 25-15,0 0 0,-25 0 0,25 0 0,0 0 0,0 0 16,-25-24-16,25 24 0,0 0 0,0 0 0,-25 0 15,25 0-15,0 0 0,0 0 0,0 0 0,-25 24 16,25-24-16,0 0 0,0 0 0,0 0 0,-24 0 0,24 25 16,0-25-16,0 0 0,0 25 0,0-25 0,0 25 15,0-25-15,0 25 0,0-1 0,0-24 0,0 25 0,0-25 16,0 25-16,0 0 0,0-25 0,0 25 0,0 0 15,0-25-15,0 24 0,0-24 0,0 25 0,0-25 16,0 0-16,24 25 0,-24-25 0,0 0 0,0 0 0,0 25 16,0-25-16,25 0 0,-25 0 0,0 0 0,0 0 15,0 0-15,25 0 0,-25 0 0,0-25 0,25 25 16,-25 0-16,0 0 0,0-25 0,25 25 0,-25 0 0,0-25 15,24 25-15,-24-24 0,0 24 0,0-25 0,0 25 16,25-25-16</inkml:trace>
  <inkml:trace contextRef="#ctx0" brushRef="#br0" timeOffset="338843.3807">11931 15056 0,'0'0'0,"0"0"16,0-24-16,0 24 0,0 0 0,0 0 0,0-25 15,0 25-15,0 0 0,0 0 0,0 0 0,0 0 16,0 0-16,0 0 0,0-25 0,0 25 0,0 0 0,25 0 16,-25 0-16,0 0 0,0 0 0,25 0 0,-25 0 15,0 0-15,24 0 0,-24 0 0,0 0 0,0 0 0,25 0 16,-25 0-16,0 0 0,0 0 0,25 0 0,-25 0 15,0 25-15,0-25 0,25 0 0,-25 0 0,0 0 0,0 25 16,0-25-16,0 0 0,0 0 0,25 24 0,-25-24 16,0 0-16,0 0 0,0 0 0,0 25 0,0-25 15,0 0-15,0 0 0,0 0 0</inkml:trace>
  <inkml:trace contextRef="#ctx0" brushRef="#br0" timeOffset="339138.3976">12129 14883 0,'0'0'0,"0"0"0,0 0 0,0 0 16,0-25-16,0 25 0,0 0 0,0 0 0,25 0 16,-25 0-16,0 0 0,25 0 0,-25 0 0,25 0 15,-25 0-15,25 0 0,-25 0 0,25 0 0,-1 0 0,1 0 16,-25 0-16,25 0 0,0 0 0,0 0 0,-25 0 15,24 0-15,1 0 0,-25 0 0,25 25 0,0-25 0,-25 0 16,25 0-16,-25 0 0</inkml:trace>
  <inkml:trace contextRef="#ctx0" brushRef="#br0" timeOffset="340051.4498">12849 15106 0,'0'0'16,"0"0"-16,0 0 0,-25 0 0,25 0 0,0 0 0,0 0 16,0-25-16,0 25 0,0 0 0,0 0 0,0 0 15,0 0-15,0 0 0,0 0 0,0 0 0,0 0 0,25 0 16,-25 0-16,0 0 0,0 0 0,0 0 0,0 0 15,0 0-15,0 25 0,0-25 0,25 0 0,-25 0 16,0 0-16,0 0 0,0 0 0,0 0 0,0 25 0,0-25 16,0 0-16,0 0 0,0 25 0,0-25 0,0 24 0,0-24 15,0 25-15,0-25 0,0 25 0,0-25 0,0 25 16,0 0-16,0-25 0,0 24 0,0-24 0,0 25 15,0 0-15,0-25 0,0 25 0,0-25 0,0 25 0,24-25 16,-24 25-16,0-25 0,0 24 0,0-24 0,0 0 0,0 25 16,0-25-16,0 0 0,25 0 0,-25 0 0,0 0 15,0 25-15,0-25 0,0 0 0,0 0 0,0 0 16,25-25-16,-25 25 0,0 0 0,0 0 0,0 0 15,25 0-15,-25-25 0,0 25 0,0 0 0,25-24 0,-25 24 16,0 0-16,0-25 0,24 25 0,-24-25 0,0 25 16,0-25-16,25 25 0,-25-25 0,0 25 0,0-25 0,25 1 15,-25 24-15,0-25 0,0 25 0,0-25 0,25 25 16,-25-25-16,0 25 0,0 0 0,0-25 0,0 25 15,0 0-15,0-24 0,0 24 0,0 0 0,0 0 0,0 0 16,0 0-16,0 0 0,0 0 0,0 0 0,0 0 0,0 0 16,0 0-16,0 0 0,0 0 0,0 0 0,0 0 15,0 0-15,0 0 0,0 0 0,0 0 0,0 0 16,0 0-16,0 0 0,0 0 0,0 24 0,0-24 0,0 0 15,0 0-15</inkml:trace>
  <inkml:trace contextRef="#ctx0" brushRef="#br0" timeOffset="340516.4764">13221 15354 0,'0'0'0,"0"0"0,0 0 0,0 0 0,0 0 15,0 0-15,0 0 0,0 0 0,0 0 0,25 0 16,-25 0-16,0 0 0,0 0 0,25 0 0,-25 0 0,0-25 15,0 25-15,24 0 0,-24 0 0,0-25 0,25 25 16,-25 0-16,0 0 0,25-24 0,-25 24 0,0 0 16,0 0-16,0 0 0,25-25 0,-25 25 0,0 0 0,0 0 15,0 0-15,0-25 0,0 25 0,0 0 0,0 0 16,0 0-16,0-25 0,0 25 0,0 0 0,-25 0 0,25 0 15,0 0-15,0-25 0,0 25 0,0 0 0,-25 0 16,25 0-16,0 0 0,0 0 0,-25 0 0,25 0 0,0 0 16,-24 0-16,24 0 0,0 0 0,0 0 0,-25 0 15,25 0-15,0 0 0,0 0 0,-25 0 0,25 0 16,0 0-16,0 0 0,-25 0 0,25 0 0,0 0 15,0 25-15,0-25 0,-25 0 0,25 0 0,0 0 0,0 25 16,0-25-16,0 0 0,-25 25 0,25-25 0,0 25 16,0-25-16,0 0 0,0 24 0,0-24 0,0 25 0,0-25 15,0 25-15,0-25 0,0 25 0,25-25 0,-25 25 0,0-25 16,0 25-16,0-25 0,0 0 0,25 24 0,-25-24 15,0 0-15,0 0 0,25 25 0,-25-25 0,0 0 16,25 0-16,-25 25 0,25-25 0,-25 0 0,0 0 0,24 0 16,-24 0-16,25 0 0,-25 0 0,25 0 0,-25 0 15,25 0-15,-25 0 0,25 0 0,-25 0 0,24 0 16,1 0-16,-25 0 0,25 0 0,-25 0 0,25-25 15</inkml:trace>
  <inkml:trace contextRef="#ctx0" brushRef="#br0" timeOffset="340922.4996">13841 15255 0,'0'0'16,"0"0"-16,0 0 0,0 0 0,-25 0 0,25-25 0,0 25 16,0 0-16,-25 0 0,25 0 0,0 0 0,-24 0 15,24 0-15,0 0 0,-25 0 0,25 0 0,0 0 0,-25 0 16,25 0-16,0 0 0,-25-25 0,25 25 15,0 0-15,-25 0 0,25 25 0,0-25 0,-24 0 0,24 0 16,0 0-16,0 0 0,-25 0 0,25 0 0,0 25 0,-25-25 16,25 0-16,0 0 0,0 25 0,0-25 0,-25 0 15,25 24-15,0-24 0,0 25 0,0-25 0,0 25 0,0-25 16,0 25-16,0-25 0,0 25 0,0-25 0,25 25 15,-25-25-15,0 0 0,0 24 0,25-24 0,-25 25 0,0-25 16,25 0-16,-25 25 0,24-25 0,-24 0 0,0 0 16,25 0-16,-25 25 0,25-25 0,-25 0 0,25 0 15,0 0-15,-25 0 0,24-25 0,1 25 0,-25 0 0,25 0 16,0 0-16,-25-25 0,25 25 0,-1-25 0,-24 25 15,25-24-15,0 24 0,-25-25 0,25 25 0,0-25 0,-25 0 16</inkml:trace>
  <inkml:trace contextRef="#ctx0" brushRef="#br0" timeOffset="341193.5151">14188 14957 0,'0'0'0,"0"-25"16,0 25-16,0 0 0,0 0 0,0 0 0,0-24 16,0 24-16,0 0 0,0 0 0,0 0 0,0 0 15,0 0-15,0 0 0,-25 0 0,25 0 0,0 24 0,0-24 16,0 0-16,0 0 0,0 25 0,0-25 0,0 25 15,0-25-15,0 25 0,0 0 0,0-25 0,0 24 0,0 1 16,0 0-16,0-25 0,-24 25 0,24 0 0,0-1 16,0-24-16,0 25 0,0 0 0,0 0 0,0-25 0,0 25 15,0-1-15,0-24 0,0 25 0,0 0 0,0-25 16,0 25-16,0-25 0,0 25 0,0-25 0,0 0 15,-25 25-15,25-25 0,0 0 0,0 0 0,0 24 16,0-24-16,0 0 0,0 0 0,0 0 0,0 0 0,0 0 16,0 0-16,0 0 0,0 0 0,0 0 0,0-24 15,0 24-15,0 0 0,-25-25 0</inkml:trace>
  <inkml:trace contextRef="#ctx0" brushRef="#br0" timeOffset="341628.54">14039 15255 0,'0'0'0,"0"0"16,0 0-16,0-25 0,0 25 0,0 0 0,0 0 0,0 0 15,0 0-15,0 0 0,25 0 0,-25 0 0,0 0 16,0 0-16,25 0 0,-25 0 0,0 0 0,25 0 15,-25-25-15,25 25 0,-25 0 0,24 0 0,-24 0 0,0 0 16,25 0-16,-25 0 0,0 25 0,25-25 0,-25 0 16,0 0-16,0 0 0,0 0 0,25 25 0,-25-25 15,0 0-15,0 0 0,0 25 0,0-25 0,0 0 0,0 0 16,0 24-16,0-24 0,0 0 0,-25 25 0,25-25 15,0 25-15,0-25 0,0 0 0,0 25 0,0-25 0,0 25 16,0-25-16,0 0 0,0 25 0,0-25 0,0 24 16,0-24-16,0 0 0,0 25 0,0-25 0,0 0 0,0 25 15,0-25-15,0 0 0,0 0 0,0 25 0,25-25 16,-25 0-16,0 0 0,25 0 0,-25 0 0,0 0 15,24 0-15,-24 0 0,0 0 0,25 0 0,-25 0 0,25 0 16,-25 0-16,25 0 0,-25-25 0,0 25 0,25 0 0,-25-25 16,0 25-16,0-25 0,25 25 0,-25-24 0,0 24 15,0-25-15,0 25 0,0-25 0,0 0 0,0 25 16,-25-25-16,25 0 0,0 25 0,0-24 0,0 24 0,0-25 15,-25 25-15,25-25 0,0 25 0,0 0 16,0 0-16,0-25 0,-25 25 0,25 0 0,0 0 0,0 0 16,0 0-16,0 0 0,0-25 0,-25 25 0,25 0 0,0 0 15,0 0-15,-25 0 0,25 0 0,0 25 0,0-25 16,0 0-16,-24 0 0,24 0 0,0 0 0,0 0 15,0 0-15,0 0 0,0 0 0,0 0 0,0 0 0,0 0 16,0 0-16</inkml:trace>
  <inkml:trace contextRef="#ctx0" brushRef="#br0" timeOffset="342267.5766">14436 14908 0,'0'0'0,"0"-25"0,0 25 0,0 0 16,0 0-16,0 0 0,-24 0 0,24 0 0,0 0 15,0 0-15,0 0 0,0 0 0,0 0 0,0 0 16,0 0-16,0-25 0,24 25 0,-24 0 0,0 0 0,0 0 15,0 0-15,25 0 0,-25 25 0,0-25 0,0 0 16,25 0-16,-25 0 0,0 0 0,0 25 0,0-25 0,25 0 16,-25 24-16,0-24 0,0 0 0,0 25 0,0-25 15,0 25-15,0-25 0,-25 25 0,25-25 0,0 25 0,-25-25 16,25 24-16,0-24 0,-25 25 0,1-25 0,24 25 15,-25-25-15,0 0 0,0 25 0,25-25 0,-25 25 16,0-25-16,25 0 0,-24 0 0,24 0 0,-25 0 0,25 24 16,-25-48-16</inkml:trace>
  <inkml:trace contextRef="#ctx0" brushRef="#br0" timeOffset="343420.6419">15131 15081 0,'0'0'0,"0"0"0,0 0 15,0 0-15,0 0 0,0 0 0,0 0 0,0 0 0,0 0 16,0 0-16,0 25 0,0-25 0,0 0 0,0 0 16,0 0-16,0 0 0,0 0 0,0 0 0,0 0 15,0 25-15,0-25 0,25 0 0,-25 0 0,0 25 0,0-25 16,0 0-16,0 24 0,0-24 0,0 0 0,0 25 15,0-25-15,0 25 0,0 0 0,0-25 0,0 25 0,0-25 16,0 24-16,0 1 0,0-25 0,0 25 0,0 0 16,24-25-16,-24 25 0,0-25 0,0 25 0,0-25 0,0 0 15,0 24-15,0-24 0,0 0 0,25 25 0,-25-25 16,0 0-16,0 0 0,0 0 0,0 0 0,0 0 0,25 0 15,-25 0-15,0 0 0,0 0 0,0 0 0,0 0 16,0 0-16,25 0 0,-25-25 0,0 25 0,0 0 16,0 0-16,25-24 0,-25 24 0,0-25 0,0 25 0,24-25 15,-24 25-15,0-25 0,25 0 0,-25 25 0,0-25 16,25 1-16,-25 24 0,0-25 0,0 0 0,25 25 15,-25-25-15,0 25 0,0-25 0,0 25 0,0 0 0,25-24 16,-25 24-16,0 0 0,0 0 0,0 0 0,0 0 16,0 0-16,0 0 0,0 0 0,0 0 0,0 0 0,0 0 15,0 0-15,0 0 0,0 0 0,0 0 0,0 0 16,0 0-16,0 0 0,0 0 0,0 0 0,0 0 0,0 24 15,25-24-15,-25 0 0,0 0 0,0 0 0,0 0 16</inkml:trace>
  <inkml:trace contextRef="#ctx0" brushRef="#br0" timeOffset="344069.6796">15751 15329 0,'0'0'0,"0"0"0,0 0 0,0 0 0,0-25 16,0 25-16,0 0 0,0 0 0,0 0 0,0 0 16,0 0-16,-25-24 0,25 24 0,0 0 0,0 0 0,0 0 15,0 0-15,0 0 0,0-25 0,0 25 0,0 0 0,-25 0 16,25 0-16,0 0 0,0 0 0,0 0 0,-24 0 15,24 0-15,0 0 0,-25 0 0,25 0 0,0 0 16,-25 0-16,25 0 0,0 0 0,-25 0 0,25 0 0,-25 0 16,25 0-16,0 0 0,-24 25 0,24-25 0,0 0 15,-25 0-15,25 0 0,0 24 0,0-24 0,0 0 0,0 25 16,-25-25-16,25 25 0,0-25 0,0 25 0,0-25 15,0 25-15,0-25 0,0 25 0,0-25 0,0 0 16,25 24-16,-25-24 0,0 25 0,0-25 0,0 25 0,0-25 16,25 0-16,-25 25 0,0-25 0,0 0 0,0 0 15,24 25-15,-24-25 0,0 0 0,0 0 0,25 0 16,-25 0-16,0 0 0,0 0 0,25 0 0,-25 0 0,0 0 15,0 0-15,25-25 0,-25 25 0,0 0 0,25 0 16,-25-25-16,0 25 0,24 0 0,-24-25 0,0 25 0,0 0 16,25-25-16,-25 25 0,0-24 0,0 24 0,25 0 15,-25-25-15,0 25 0,0-25 0,0 25 0,0-25 0,25 0 16,-25 25-16,0-25 0,0 25 0,0 0 0,0-24 15,25 24-15,-25-25 0,0 25 0,0 0 0,0 0 0,0 0 16,0-25-16,0 25 0,0 0 0,0 0 0,0 0 16,0 0-16,0 0 0,0 25 0,0-25 0,0 0 15,0 0-15,-25 0 0,25 0 0,0 0 0,0 25 0,0-25 16,0 0-16,0 0 0,0 24 0,0-24 0,0 0 15,-25 25-15,25-25 0,0 0 0,0 25 0,0-25 16,0 0-16,0 25 0,0-25 0,0 0 0,0 25 0,0-25 16,0 0-16,0 25 0,0-25 0,0 0 0,0 0 15,0 24-15,0-24 0,25 0 0,-25 0 0,0 25 16,0-25-16,0 0 0,0 0 0,0 25 0,0-25 0,0 0 15,0 0-15,0 0 0,0 0 0,0 0 0,25 0 0,-25 0 16,0 0-16,0 0 0,0 0 0,0-25 0,0 25 16,24 0-16,-24 0 0,0-25 0,0 25 0</inkml:trace>
  <inkml:trace contextRef="#ctx0" brushRef="#br0" timeOffset="344542.7067">15925 15230 0,'0'0'0,"0"0"0,0 0 15,0 0-15,0 25 0,0-25 0,0 0 0,-25 0 0,25 0 16,0 25-16,0-25 0,0 0 0,0 24 0,0-24 15,0 0-15,0 25 0,0-25 0,0 25 0,0-25 0,0 0 16,0 25-16,0-25 0,0 25 0,0-25 0,0 0 16,0 25-16,-25-25 0,25 0 0,0 24 0,0-24 15,0 0-15,0 25 0,0-25 0,0 0 0,0 0 0,0 25 16,0-25-16,0 0 0,0 0 0,0 0 16,0 0-16,0 0 0,0 0 0,0 0 0,0 0 0,0 0 0,0 0 15,0 0-15,0 0 0,0 0 0,0 0 0,0 0 16,0 0-16,0-25 0,0 25 0,0 0 0,0 0 0,25-25 15,-25 25-15,0-24 0,0 24 0,25 0 0,-25-25 16,0 25-16,24-25 0,-24 25 0,0-25 0,25 25 16,-25 0-16,0 0 0,25-25 0,-25 25 0,0 0 0,25 0 15,-25 0-15,0 0 0,25 0 0,-25 0 0,0 0 16,0 0-16,0 0 0,0 0 0,0 0 0,0 0 15,0 25-15,0-25 0,0 0 0,0 0 0,0 25 0,0-25 16,0 0-16,0 25 0,0-25 0,0 0 0,0 25 16,0-25-16,0 24 0,0-24 0,0 0 0,-25 25 0,25-25 15,0 25-15,0-25 0,0 25 0,0-25 0,0 25 16,0-25-16,0 0 0,0 24 0,0-24 0,0 0 0,0 25 15,0-25-15,0 0 0,0 0 0,0 0 0,0 25 16,0-25-16,25 0 0,-25 0 0,0 0 0,0 0 16,24 0-16,-24 0 0,0 0 0,25-25 0,-25 25 0,25 0 15,-25 0-15,0 0 0,25-25 0,-25 25 0,0 0 16,25-24-16,-25 24 0,0 0 0,0-25 0,0 25 0,0 0 15</inkml:trace>
  <inkml:trace contextRef="#ctx0" brushRef="#br0" timeOffset="344896.7269">15652 15056 0,'0'0'0,"0"0"16,0-24-16,25 24 0,-25 0 0,0 0 0,0 0 15,0 0-15,0 0 0,0 0 0,24-25 0,-24 25 16,0 0-16,0 0 0,25 0 0,-25 0 0,25-25 0,-25 25 15,25 0-15,-25 0 0,25 0 0,-25-25 0,24 25 16,-24 0-16,25 0 0,-25 0 0,0 0 0,25 0 16,-25 0-16,0 0 0,25 0 0,-25 0 0,0 0 0,0 0 15,0 25-15,25-25 0,-25 0 0,0 0 0,0 0 16,0 25-16,0-25 0,0 0 0,0 0 0,0 25 0,0-25 15,0 0-15,0 24 0,0-24 0,0 0 0,24 0 16,-24 25-16,0-25 0,0 0 0,0 0 0,0 0 0,0 25 16,0-25-16,25 0 0,-25 0 0</inkml:trace>
  <inkml:trace contextRef="#ctx0" brushRef="#br0" timeOffset="345224.7456">16098 14982 0,'0'0'0,"0"-25"0,-25 25 0,25 0 0,0 0 15,0 0-15,0 0 0,0 0 0,0 0 0,0 0 16,0 0-16,0 0 0,0 0 0,25 0 0,-25 0 0,0 0 16,0 0-16,0 0 0,0 25 0,25-25 0,-25 0 15,0 0-15,0 0 0,25 0 0,-25 0 0,0 0 16,0 25-16,25-25 0,-25 0 0,0 0 0,0 0 0,24 0 15,-24 0-15,0 0 0,25 0 0,-25 0 0,0-25 0,0 25 16,25 0-16,-25 0 0,0 0 0,0-25 0,25 25 16,-25 0-16,0-25 0,0 25 0,0 0 0,0 0 15,0-24-15,0 24 0,0 0 0,0 0 0,0-25 0,0 25 16,0 0-16,0 0 0,-25-25 0,25 25 0,0 0 15,0 0-15,0 0 0,0 0 0,0 0 0,0 0 0,-25 0 16,25 0-16,0 0 0,0 0 0,0 0 0,-25 0 16,25 0-16,0 0 0,0 0 0,0 0 0,0 0 0,0 0 15,-24 0-15,24 0 0,0 0 0</inkml:trace>
  <inkml:trace contextRef="#ctx0" brushRef="#br0" timeOffset="346461.8165">17214 15429 0,'0'0'0,"0"0"0,0 0 0,0 0 0,0 0 0,0 0 15,0 0-15,0 0 0,0 0 0,0 0 0,25 0 16,-25 0-16,0 0 0,0 0 0,0 0 0,0 0 16,0 0-16,0 0 0,0-25 0,0 25 0,0 0 0,25 0 15,-25 0-15,0 0 0,0 0 0,0 0 0,0-25 0,0 25 16,0 0-16,0 0 0,0 0 0,0 0 0,0-25 15,0 25-15,0 0 0,0 0 0,0 0 0,0-25 16,0 25-16,0 0 0,0 0 0,0-25 0,-25 25 0,25 0 16,0 0-16,0 0 0,0-24 0,0 24 0,0 0 0,-25 0 15,25 0-15,0-25 0,0 25 0,0 0 16,-24 0-16,24 0 0,0 0 0,0 0 0,-25 0 0,25 0 15,0 0-15,0 0 0,-25 0 0,25 0 0,0 0 16,-25 0-16,25 0 0,0 0 0,-25 0 0,25 0 0,0 0 16,-24 0-16,24 0 0,0 25 0,0-25 0,-25 0 15,25 0-15,0 0 0,0 24 0,-25-24 0,25 0 0,0 0 16,0 25-16,-25-25 0,25 0 0,0 25 0,0-25 15,-25 25-15,25-25 0,0 0 0,0 25 0,0-25 16,0 25-16,0-25 0,0 0 0,0 24 0,0-24 0,0 0 16,0 0-16,0 25 0,0-25 0,0 0 0,25 0 0,-25 0 15,0 0-15,0 25 0,25-25 0,-25 0 16,25 0-16,-25 0 0,0 0 0,25 0 0,-25-25 0,24 25 15,-24 0-15,25 0 0,-25 0 0,25 0 0,0-25 16,-25 25-16,25 0 0,-25-24 0,24 24 0,-24-25 0,25 25 16,-25-25-16,25 25 0,-25-25 0,25 25 0,-25-25 15,0 0-15</inkml:trace>
  <inkml:trace contextRef="#ctx0" brushRef="#br0" timeOffset="346755.8333">17413 14932 0,'0'0'0,"0"0"0,0-24 0,0 24 15,0 0-15,0 0 0,0 0 0,0 0 0,0 0 16,0 0-16,0 0 0,0 0 0,0 0 0,0 0 15,0 0-15,0 0 0,0 0 0,0 0 0,0 0 0,-25 0 16,25 24-16,0-24 0,0 0 0,0 25 0,0-25 16,0 25-16,0-25 0,-25 25 0,25-25 0,0 25 15,0-1-15,0-24 0,-25 25 0,25 0 0,0 0 0,0-25 16,-24 25-16,24-1 0,0-24 0,0 25 0,0 0 0,-25 0 15,25-25-15,0 25 0,0-25 0,0 24 16,0 1-16,0-25 0,0 25 0,0-25 0,-25 25 0,25-25 16,0 0-16,0 25 0,0-25 0,0 0 0,0 25 0,0-25 15,0 0-15,0 0 0,0 0 0,0 0 0,0 24 16,0-24-16,0 0 0,0 0 0,0 0 0,0 0 15,0 0-15,0 0 0,0 0 0,25-24 0,-25 24 0,0 0 16,0 0-16,0 0 0,25-25 0,-25 25 0,0 0 16</inkml:trace>
  <inkml:trace contextRef="#ctx0" brushRef="#br0" timeOffset="347708.8876">17562 15255 0,'0'0'0,"0"0"16,0 0-16,0-25 0,0 25 0,0 0 0,0 0 0,0 0 15,0 0-15,0 0 0,0-25 0,0 25 0,0 0 16,0 0-16,0 0 0,0 0 0,0 0 0,0 0 15,0 0-15,0 0 0,0 0 0,0 0 0,0 0 0,0 0 16,0 0-16,0 25 0,0-25 0,-25 0 0,25 0 0,0 25 16,0-25-16,0 0 0,0 25 0,0-25 0,0 24 15,0-24-15,-25 25 0,25-25 0,0 25 0,0-25 16,0 25-16,0-25 0,0 25 0,0-25 0,0 25 15,0-25-15,0 24 0,0-24 0,0 0 0,25 25 0,-25-25 16,0 0-16,0 25 0,0-25 0,0 0 0,0 0 16,0 0-16,25 0 0,-25 0 0,0 0 0,0 0 0,0 0 15,0 0-15,25 0 0,-25 0 0,0 0 0,24 0 16,-24 0-16,0 0 0,25-25 0,-25 25 0,0 0 15,25-25-15,-25 25 0,0-24 0,25 24 0,-25 0 0,0-25 16,25 25-16,-25-25 0,0 25 0,24-25 0,-24 25 16,0-25-16,0 25 0,0 0 0,25-25 0,-25 25 0,0-24 15,0 24-15,0 0 0,0-25 0,0 25 0,0 0 16,0 0-16,0 0 0,0-25 0,0 25 0,0 0 0,0 0 15,0 0-15,0 0 0,0 0 0,0 0 0,0 0 16,0 0-16,0 0 0,0 0 0,0 0 0,0 0 16,0 25-16,0-25 0,0 0 0,0 0 0,0 0 0,0 25 15,0-25-15,-25 0 0,25 24 0,0-24 0,0 25 16,0-25-16,0 0 0,0 25 0,0-25 0,0 25 0,0-25 15,0 25-15,-24-25 0,24 25 0,0-25 0,0 24 16,0-24-16,0 25 0,0-25 0,0 0 0,0 25 0,0-25 16,24 0-16,-24 25 0,0-25 0,0 0 0,0 0 15,0 0-15,0 25 0,25-25 0,-25 0 0,0 0 16,0 0-16,25 0 0,-25 0 0,0 0 0,0 0 0,25 0 15,-25 0-15,25-25 0,-25 25 0,0 0 0,24 0 16,-24 0-16,25-25 0,-25 25 0,0 0 0,25-25 0,-25 25 16,25 0-16,-25-25 0,0 25 0,25-24 0,-25 24 15,0 0-15,0-25 0,24 25 0,-24-25 0,0 25 0,0 0 16,0-25-16,0 25 0,0 0 0,25-25 0,-25 25 15,0 0-15,0 0 0,0 0 0,0 0 0,0-25 16,-25 25-16,25 0 0,0 0 0,0 0 0,0 0 0,0 0 16,0 0-16,0 0 0,0 0 0,0 0 15,0 0-15,0 0 0,0 0 0,0 0 0,0 0 0,0 0 16,0 0-16,0 0 0,0 0 0,0 25 0,0-25 0,0 0 15,0 0-15,0 0 0,0 25 0,0-25 0,0 0 16,0 0-16,-24 25 0,24-25 0,0 25 0,0-25 0,0 0 16,0 25-16,0-25 0,0 24 0,0-24 0,0 0 15,0 25-15,0-25 0,0 0 0,0 25 0,0-25 0,0 0 16,0 0-16,24 25 0,-24-25 0,0 0 0,0 0 15,0 0-15,0 25 0,25-25 0,-25 0 0,0 0 16,0 0-16,25 0 0,-25 0 0,0 0 0,25 0 0,-25 0 16,25-25-16,-25 25 0,0 0 0,24 0 0,-24 0 0,25-25 15,-25 25-15,0 0 0,25-25 0,-25 25 0,0 0 16,0-25-16,25 25 0,-25-24 0,0 24 0,0-25 15,0 25-15,0-25 0,0 0 0,0 25 0,0-25 16,0 25-16,0-25 0,0 25 0,0-24 0,-25 24 0,25 0 16,0-25-16,0 25 0,0 0 0,-25 0 0,25 0 15,0-25-15,0 25 0,0 0 0,-25 0 0,25 0 0,0 0 16,0 25-16,-24-25 0,24 0 0,0 0 0,0 0 15,0 0-15,0 0 0,-25 0 0,25 0 0,0 0 16,0 25-16,0-25 0,0 0 0,0 0 0,0 0 0,0 0 16,0 0-16</inkml:trace>
  <inkml:trace contextRef="#ctx0" brushRef="#br0" timeOffset="348209.9164">18604 15280 0,'0'-25'0,"0"25"16,0 0-16,0 0 0,0 0 0,0 0 0,0 0 15,0 0-15,0 0 0,0 0 0,0-25 0,-25 25 16,25 0-16,0 0 0,0 0 0,0 0 0,0 0 0,0 0 16,0-25-16,-25 25 0,25 0 0,0 0 0,0 0 0,0 0 15,0 0-15,-25 0 0,25 0 0,0 0 0,0 0 16,-25 0-16,25 0 0,0 0 0,0 0 0,-25 0 15,25 25-15,0-25 0,-24 0 0,24 0 0,-25 25 0,25-25 16,0 0-16,-25 25 0,25-25 0,0 24 0,-25-24 16,25 25-16,0-25 0,0 25 0,0 0 0,0-25 0,-25 25 15,25-25-15,0 25 0,0-1 0,0-24 0,0 25 16,0-25-16,25 25 0,-25-25 0,0 0 0,0 25 0,0-25 15,25 0-15,-25 25 0,0-25 0,25 0 16,-25 0-16,25 24 0,-25-24 0,24 0 0,-24 0 0,25 0 16,-25 0-16,25 0 0,-25 0 0,0 0 0,25-24 15,-25 24-15,25 0 0,-25 0 0,0-25 0,25 25 0,-25 0 16,0-25-16,0 25 0,0 0 0,0 0 0,0-25 15,0 25-15</inkml:trace>
  <inkml:trace contextRef="#ctx0" brushRef="#br0" timeOffset="348619.9399">18355 14932 0,'0'0'0,"0"0"0,0-24 0,0 24 16,0 0-16,0 0 0,0 0 0,0 0 0,0 0 0,0 0 16,0 0-16,25 0 0,-25 0 0,0 0 0,0 0 0,0 24 15,0-24-15,0 0 0,25 0 0,-25 0 0,0 0 16,0 0-16,0 0 0,0 0 0,0 25 0,0-25 0,25 0 15,-25 0-15,0 0 0,0 25 0,0-25 0,0 0 16,0 0-16,0 0 0,-25 25 0,25-25 0,0 0 16,0 0-16,-25 25 0,25-25 0,0 0 0,-25 24 0,25-24 15,-24 0-15,24 0 0,-25 25 0,25-25 0,-25 0 16,25 0-16,-25 25 0,0-25 0,25 0 0,-24 0 0,24 0 15,-25 0-15,25 0 0,-25 0 0,25 0 0,0 0 16,-25 0-16,25 0 0</inkml:trace>
  <inkml:trace contextRef="#ctx0" brushRef="#br0" timeOffset="348966.9597">17983 14908 0,'0'0'0,"0"0"0,0 0 0,0 0 0,0 0 16,0 0-16,0 0 0,0 0 0,0-25 0,25 25 16,-25 0-16,0 0 0,0 0 0,0 0 0,0 0 0,0 0 15,0 0-15,25 0 0,-25 0 0,0 0 0,0 0 16,0 0-16,0 0 0,25 0 0,-25 0 0,0 0 0,0 0 15,0 0-15,0 0 0,0 0 0,0 0 0,0 25 16,0-25-16,0 0 0,0 0 0,0 0 0,0 0 0,0 24 16,0-24-16,0 0 0,0 0 0,0 25 0,0-25 15,0 0-15,-25 25 0,25-25 0,0 0 0,-25 25 16,25-25-16,0 0 0,-25 25 0,25-25 0,0 24 0,-24-24 15,24 0-15,-25 25 0,25-25 0,-25 0 0,25 25 16,-25-25-16,25 0 0,-25 25 0,25-25 0,-24 0 0,24 25 16,-25-25-16,25 0 0</inkml:trace>
  <inkml:trace contextRef="#ctx0" brushRef="#br0" timeOffset="350126.026">17214 14982 0,'0'0'0,"0"0"0,0 0 0,0 0 16,0 0-16,0 0 0,0 0 0,0 0 0,0 0 16,0 0-16,0 0 0,0 0 0,0 0 0,0 0 15,0 0-15,0 0 0,0 0 0,0 0 0,0 0 0,0 0 16,0 0-16,0 0 0,0 0 0,0 0 0,0 0 0,0 0 15,0 0-15,0 0 0,0 0 0,0 0 0,0 0 16,0 0-16,0 0 0,0 0 0,25 0 0,-25 0 0,0 0 16,0 0-16,0 0 0,25 25 0,-25-25 15,0 0-15,25 0 0,-25 0 0,25 0 0,-25 0 0,24 0 0,-24 0 16,25 25-16,0-25 0,-25 0 0,25 0 0,0 0 15,-25 0-15,24 0 0,1 0 0,-25 0 0,25 0 16,0 0-16,-25 0 0,25 24 0,0-24 0,-25 0 16,24 0-16,-24 0 0,0 0 0,25 0 0,-25 0 15,0 0-15</inkml:trace>
  <inkml:trace contextRef="#ctx0" brushRef="#br0" timeOffset="350909.0708">18008 15875 0,'0'0'0,"0"-25"16,0 25-16,0 0 0,0 0 0,0 0 0,0 0 0,0 0 15,0 0-15,0 0 0,0 0 0,0 0 0,0 0 16,0 0-16,0 0 0,0 0 0,0 0 0,0 0 15,0 0-15,0 0 0,0 0 0,0 0 0,0 0 0,0 0 16,0 0-16,0 0 0,0 0 0,-25 0 0,25 0 0,0 0 16,0 0-16,0 0 0,0 0 0,0 0 0,0 0 15,0 0-15,0 0 0,-24 25 0,24-25 0,0 0 16,0 0-16,0 0 0,0 0 0,0 0 0,0 0 0,0 0 15,0 25-15,0-25 0,0 0 0,0 0 0,0 0 16,0 0-16,0 0 0,0 0 0,0 0 0,0 0 0,0 0 16,0 0-16,0 0 0,0 0 0,24 0 0,-24 0 15,0 0-15,0 0 0,0 0 0,0 0 0,0 0 0,0 0 16,0 0-16,0 0 0,0 0 0,0-25 0,0 25 0,0 0 15,0 0-15,0 0 0,0 0 0,0 0 0,0 0 16,0 0-16,0 0 0,0 0 0,0 0 0,0 0 16,0 0-16,0-25 0,-24 25 0,24 0 0,0 0 0,0 0 15,0 0-15</inkml:trace>
  <inkml:trace contextRef="#ctx0" brushRef="#br0" timeOffset="351952.1305">19745 15032 0,'0'0'0,"0"0"0,0 0 0,0 0 15,0-25-15,0 25 0,0 0 0,0 0 0,0 0 16,0 0-16,0 0 0,0 0 0,0 0 0,0 0 0,0 0 16,0 0-16,0 0 0,0 0 0,0 0 0,0 0 15,0 0-15,0 0 0,0 0 0,0 0 0,0 25 0,0-25 16,0 0-16,0 24 0,0-24 0,0 0 0,0 25 15,0 0-15,0-25 0,0 25 0,0 0 0,-25-1 16,25 1-16,0-25 0,0 25 0,0 0 0,-25 0 0,25-1 16,0 1-16,0 0 0,0-25 0,-25 25 0,25 0 15,0 0-15,0-25 0,0 24 0,0-24 0,-25 25 16,25-25-16,0 25 0,0-25 0,0 0 0,0 25 0,0-25 15,0 0-15,0 0 0,0 0 0,0 25 0,0-25 0,-24 0 16,24 0-16,0 0 0,0 0 0,0 0 0,0 24 16,0-24-16,0 0 0,0 0 0,0 0 0,0 0 15,0 0-15,-25 0 0,25 25 0,0-25 0,0 0 0,0 0 16,0 0-16,0 0 0,0 0 0,0 0 0,0 0 0</inkml:trace>
  <inkml:trace contextRef="#ctx0" brushRef="#br0" timeOffset="352191.1442">19571 15280 0,'0'0'16,"0"-25"-16,0 25 0,25 0 0,-25 0 0,0 0 15,0-25-15,0 25 0,0 0 0,0 0 0,25 0 0,-25 0 16,0 0-16,24 0 0,-24 0 0,25 0 0,-25-25 0,25 25 15,-25 0-15,25 0 0,0 0 0,-25 0 0,24 0 16,-24 0-16,25 0 0,-25 0 0,25 0 0,-25 0 16,25 25-16,-25-25 0,25 0 0,-25 0 0,0 0 0,0 0 15,0 0-15,24 0 0,-24 25 0</inkml:trace>
  <inkml:trace contextRef="#ctx0" brushRef="#br0" timeOffset="353451.2162">19745 15429 0,'0'0'0,"0"0"0,0 0 0,0 0 16,0 0-16,0 0 0,0 0 0,0 0 0,0 0 0,0 0 16,0 0-16,0 0 0,0-25 0,24 25 0,-24 0 0,0 0 15,25 0-15,-25-25 0,0 25 0,25 0 0,-25 0 16,25-25-16,-25 25 0,25 0 0,-25 0 0,24-25 0,-24 25 15,25-25-15,0 25 0,-25 0 0,25-24 0,-25 24 16,25-25-16,-25 25 0,24 0 0,-24-25 0,25 25 0,0-25 16,-25 25-16,0-25 0,25 25 0,-25 0 0,25-24 15,-25 24-15,0-25 0,24 25 0,-24 0 0,0-25 16,0 25-16,0 0 0,0-25 0,0 25 0,0 0 0,0 0 15,0-25-15,0 25 0,0 0 0,-24 0 0,24-24 16,0 24-16,0 0 0,-25 0 0,25 0 0,0 0 0,-25-25 16,25 25-16,0 0 0,-25 0 0,25 0 0,0 0 15,-25 0-15,25 0 0,0 0 0,0 0 0,-24 0 16,24 0-16,0 0 0,0 0 0,0 0 0,-25 0 0,25 0 15,0 0-15,0 0 0,0 25 0,0-25 0,0 0 16,0 0-16,0 0 0,0 24 0,-25-24 0,25 0 0,0 25 16,0-25-16,0 25 0,0-25 0,0 25 0,0-25 15,0 25-15,0-25 0,-25 24 0,25-24 16,0 25-16,0-25 0,0 25 0,0-25 0,-25 25 0,25-25 0,0 25 15,0-25-15,0 24 0,-24 1 0,24-25 0,0 25 16,0-25-16,-25 25 0,25-25 0,0 0 0,0 25 16,-25-25-16,25 25 0,0-25 0,0 0 0,0 24 0,0-24 15,-25 0-15,25 0 0,0 0 0,0 0 0,0 25 0,0-25 16,0 0-16,0 0 0,0 0 0,0 0 0,0 0 15,0 0-15,0 0 0,0 0 0,0 0 0,0 0 16,25-25-16,-25 25 0,0 0 0,0 0 0,0 0 0,25 0 16,-25-24-16,0 24 0,0 0 0,25-25 0,-25 25 15,24 0-15,-24-25 0,0 25 0,25-25 0,-25 25 16,25 0-16,-25-25 0,0 25 0,25-25 0,-25 25 0,0 0 15,25-24-15,-25 24 0,0 0 0,0 0 0,24-25 16,-24 25-16,0 0 0,0 0 0,0 0 0,0 0 0,0 0 16,0 0-16,0 0 0,0 0 0,0 0 0,0 0 15,0 25-15,0-25 0,0 0 0,0 0 0,0 0 0,0 24 16,-24-24-16,24 0 0,0 0 0,0 25 0,0-25 15,0 25-15,0-25 0,0 0 0,0 25 0,0-25 16,0 25-16,0-25 0,-25 25 0,25-25 0,0 0 0,0 24 16,0-24-16,0 25 0,0-25 0,0 0 0,0 25 15,0-25-15,25 0 0,-25 25 0,0-25 0,0 0 0,0 0 16,0 0-16,0 0 0,0 25 0,24-25 0,-24 0 15,0 0-15,0 0 0,0 0 0,25 0 0,-25 0 16,0 0-16,25 0 0,-25-25 0,0 25 0,25 0 0,-25 0 16,25 0-16,-25 0 0,0-25 0,24 25 0,-24 0 15,0 0-15,0-25 0,25 25 0,-25 0 0,0-25 16,0 25-16,25 0 0,-25-24 0,0 24 0,0-25 0,0 25 15,25 0-15,-25-25 0,0 25 0,0-25 0,0 25 16,0-25-16,0 25 0,0 0 0,0-25 0,0 25 0,0 0 16,25-24-16,-25 24 0,0 0 0,0 0 0,0 0 15,0 0-15,0-25 0,0 25 0,0 0 0,0 0 0,0 0 16,0 0-16,0 0 0,0 0 0,0 0 0,0 0 15,0 25-15,-25-25 0,25 0 0,0 0 0,0 0 0,0 0 16,0 24-16,0-24 0,0 0 0,-25 0 0,25 25 16,0-25-16,0 25 0,0-25 0,0 0 0,0 25 15,0-25-15,0 25 0,0-25 0,0 0 0,0 25 0,0-25 16,0 0-16,0 24 0,0-24 0,0 0 0,0 25 15,0-25-15,0 0 0,0 0 0,0 25 0,0-25 16,0 0-16,0 0 0,25 0 0,-25 0 0,0 0 0,0 0 16,0 0-16,25 25 0,-25-25 0,0 0 0,24-25 15,-24 25-15,0 0 0,25 0 0,-25 0 0,0 0 0,25 0 16,-25 0-16,25 0 0,-25-25 0,0 25 0,25 0 15,-25 0-15,0-25 0,24 25 0,-24 0 0,0-24 16,0 24-16,0 0 0,25-25 0,-25 25 0,0 0 0,0-25 16,0 25-16,0-25 0,25 25 0,-25-25 0,0 25 15,0 0-15,0-25 0,0 25 0,0-24 0,0 24 16,0 0-16,0 0 0,0-25 0,0 25 0,0 0 0,0 0 0,0 0 15,0 0-15,0 0 0,0 0 0,0 0 16,0 0-16,0 0 0,0 0 0,0 0 0,0 0 0,0 25 16,0-25-16,0 0 0,0 0 0,0 24 0,0-24 0,0 0 15,0 25-15,-25-25 0,25 0 0,0 25 0,0-25 16,0 25-16,0-25 0,0 0 0,0 25 0,0-25 15,0 0-15,0 25 0,0-25 0,0 0 0,0 24 0,0-24 16,-25 0-16,25 25 0,0-25 0,0 0 0,0 0 16,0 25-16,0-25 0,0 0 0,0 0 0,0 0 15,0 25-15,0-25 0,0 0 0,25 0 0,-25 0 0,0 0 16,0 0-16,0 0 0,0 0 0,25 0 0,-25 0 0,0 0 15,25 0-15,-25-25 0,25 25 0,-25 0 0,0 0 16</inkml:trace>
  <inkml:trace contextRef="#ctx0" brushRef="#br0" timeOffset="353792.2357">20737 15379 0,'0'-25'0,"0"25"0,0 0 0,0-25 16,0 25-16,0 0 0,0 0 0,0-25 0,0 25 15,0 0-15,0-24 0,0 24 0,0 0 0,-25 0 16,25-25-16,0 25 0,0 0 0,0 0 0,0 0 0,0 0 15,0-25-15,0 25 0,-25 0 0,25 0 0,0 0 16,0 25-16,0-25 0,-25 0 0,25 0 0,0 0 16,-25 25-16,25-25 0,0 0 0,-24 24 0,24-24 0,-25 25 15,25-25-15,0 25 0,-25-25 0,25 25 0,0 0 16,-25-25-16,25 25 0,0-25 0,0 24 0,0-24 15,0 25-15,0-25 0,-25 25 0,25-25 0,0 0 0,0 25 16,0-25-16,25 0 0,-25 0 0,0 25 0,0-25 0,0 0 16,0 0-16,0 0 0,0 0 0,25 0 0,-25 24 15,0-24-15,25 0 0,-25 0 0,0-24 0,25 24 16,-25 0-16,0 0 0,24 0 0,-24 0 0,0 0 0,25 0 15,-25-25-15,0 25 0,0 0 0,25 0 0,-25-25 16,0 25-16,0 0 0</inkml:trace>
  <inkml:trace contextRef="#ctx0" brushRef="#br0" timeOffset="354202.2592">20489 15081 0,'0'0'0,"0"-25"0,0 25 0,0 0 0,0 0 16,0 0-16,0 0 0,0 0 0,0-24 0,0 24 0,24 0 16,-24 0-16,0 0 0,0 0 0,0 0 0,25-25 15,-25 25-15,0 0 0,0 0 0,25 0 0,-25 0 0,0 0 16,25 0-16,-25 0 0,0 0 0,25 0 0,-25 0 15,0 0-15,0 0 0,0 0 0,24 0 0,-24 25 16,0-25-16,0 0 0,0 0 0,0 24 0,0-24 0,0 0 16,0 25-16,0-25 0,0 25 0,0-25 0,-24 0 15,24 25-15,0-25 0,0 25 0,0-25 0,0 24 16,-25-24-16,25 25 0,0 0 0,0-25 0,-25 25 0,25-25 15,-25 25-15,25-1 0,0-24 0,-25 25 0,25 0 16</inkml:trace>
  <inkml:trace contextRef="#ctx0" brushRef="#br0" timeOffset="354245.2616">20315 15627 0,'0'25'0,"0"-25"16,-25 0-16,25 0 0,0 0 0,0 0 0,-25 25 0,25-25 16,0 0-16,0 0 0,0 0 0,-24 0 0,24 0 15,0 0-15,0 0 0,0 0 0,0 0 0,0 0 0,0 0 16,0 0-16,0 0 0,0 0 0,0 0 0,0 0 15,24-25-15,-24 25 0,0 0 0,0 0 0,0 0 0,25 0 16,-25 0-16,0 0 0,0 0 0,0-25 0,25 25 16</inkml:trace>
  <inkml:trace contextRef="#ctx0" brushRef="#br0" timeOffset="356240.3758">21382 15304 0,'0'0'0,"0"0"0,0 0 15,-25 0-15,25 0 0,0 0 0,0 0 0,0 0 16,0 0-16,0 0 0,0-24 0,0 24 0,0 0 0,0 0 15,0 0-15,0 0 0,0 0 0,25 0 0,-25 0 16,0 0-16,0-25 0,0 25 0,0 0 0,0 0 16,0 0-16,24 0 0,-24 0 0,0 0 0,0-25 0,25 25 15,-25 0-15,0 0 0,0 0 0,25-25 0,-25 25 16,0 0-16,25 0 0,-25-25 0,25 25 0,-25 0 15,24 0-15,-24 0 0,0-24 0,25 24 0,-25 0 0,25-25 16,-25 25-16,25 0 0,-25 0 0,0-25 0,25 25 16,-25 0-16,24-25 0,-24 25 0,0 0 0,0-25 0,25 25 15,-25 0-15,0-24 0,0 24 0,0 0 0,25-25 16,-25 25-16,0 0 0,0-25 0,0 25 0,0 0 15,0-25-15,0 25 0,0 0 0,0-25 0,0 25 0,0 0 16,0 0-16,0-24 0,0 24 0,0 0 0,0 0 0,0 0 16,-25-25-16,25 25 0,0 0 0,0 0 0,-25 0 15,25 0-15,0 0 0,0-25 0,-24 25 0,24 0 0,0 0 16,0 0-16,-25 0 0,25 0 0,0 0 0,0 0 15,0 0-15,-25 0 0,25 0 0,0 0 0,0 0 16,0 0-16,0 0 0,0 0 0,0 0 0,0 0 0,0 25 16,0-25-16,0 0 0,-25 0 0,25 0 0,0 25 15,0-25-15,0 0 0,0 24 0,0-24 0,0 0 16,0 25-16,0-25 0,0 25 0,0-25 0,-25 25 0,25-25 15,0 25-15,0-1 0,0-24 0,0 25 0,0-25 16,0 25-16,-24-25 0,24 25 0,0 0 0,0-25 0,0 24 16,-25-24-16,25 25 0,0-25 0,0 25 0,0-25 15,-25 25-15,25-25 0,0 25 0,0-25 0,0 24 0,0-24 16,0 25-16,-25-25 0,25 0 0,0 25 0,0-25 15,0 0-15,0 25 0,0-25 0,0 0 0,0 0 16,-25 25-16,25-25 0,0 0 0,0 0 0,0 0 0,0 0 16,0 25-16,0-25 0,0 0 0,0 0 0,0 0 15,0 0-15,0 0 0,0 0 0,0 0 0,0 0 0,0 0 16,0 0-16,0 0 0,0 0 0,0 0 0,0 0 15,0 0-15,0-25 0,25 25 0,-25 0 0,0 0 16,0-25-16,25 25 0,-25 0 0,0-25 0,25 25 0,-25 0 16,25-25-16,-25 25 0,24-25 0,-24 25 0,25 0 15,-25-24-15,0 24 0,25 0 0,-25 0 0,25-25 0,-25 25 16,0 0-16,25 0 0,-25 0 0,0 0 15,24 0-15,-24 0 0,0 0 0,0 0 0,0 0 0,0 0 16,25 0-16,-25 0 0,0 25 0,0-25 0,0 0 0,0 0 16,0 0-16,0 24 0,0-24 0,0 0 0,0 25 15,0-25-15,-25 0 0,25 25 0,0-25 0,0 25 0,0-25 16,0 25-16,0-25 0,0 0 0,0 25 0,0-25 15,0 24-15,-24-24 0,24 0 0,0 25 0,0-25 0,0 0 16,0 25-16,0-25 0,0 0 0,0 0 0,0 25 16,0-25-16,0 0 0,0 0 0,0 0 0,0 0 15,0 0-15,0 0 0,24 25 0,-24-50 0,0 25 0,25 0 16,-25 0-16,0 0 0,25 0 0,-25 0 0,0-25 15</inkml:trace>
  <inkml:trace contextRef="#ctx0" brushRef="#br0" timeOffset="356897.4133">21853 15230 0,'0'0'0,"0"0"15,0 0-15,0-25 0,0 25 0,0 0 0,0 0 0,0 0 16,0 0-16,0 0 0,0 0 0,0 0 0,0 0 15,0 0-15,0 0 0,0 0 0,0 0 0,0 0 0,0 0 16,0 0-16,0 0 0,0 0 0,0 0 0,0 0 16,0 25-16,0-25 0,0 0 0,0 25 0,0-25 15,0 0-15,-25 25 0,25-25 0,0 24 0,0-24 0,0 25 16,0-25-16,0 25 0,-25-25 0,25 25 0,0-25 15,0 25-15,0-25 0,0 25 0,0-25 0,0 0 0,0 24 16,0-24-16,0 25 0,0-25 0,0 0 0,0 0 16,0 25-16,0-25 0,0 0 0,0 0 0,0 0 15,0 25-15,0-25 0,0 0 0,0 0 0,25 0 0,-25 0 16,0 0-16,0 0 0,0 0 0,25 0 0,-25 0 15,0 0-15,25 0 0,-25 0 0,0-25 0,25 25 0,-25 0 16,24 0-16,-24 0 0,25-25 0,-25 25 0,25 0 16,-25 0-16,25-25 0,-25 25 0,25 0 0,-25 0 0,24-24 15,-24 24-15,0 0 0,25-25 0,-25 25 0,25 0 16,-25-25-16,0 25 0,0 0 0,25-25 15,-25 25-15,0 0 0,0-25 0,0 25 0,0 0 0,0-25 0,25 25 16,-25 0-16,0-24 0,0 24 0,0 0 0,0-25 16,0 25-16,-25 0 0,25 0 0,0-25 0,0 25 15,0 0-15,0 0 0,0-25 0,0 25 0,0 0 0,-25 0 16,25 0-16,0 0 0,0 0 0,0 0 0,0-25 15,0 25-15,-25 0 0,25 0 0,0 25 0,0-25 0,0 0 16,0 0-16,-25 0 0,25 0 0,0 0 0,0 25 16,0-25-16,0 0 0,0 0 0,-24 25 0,24-25 0,0 25 15,0-25-15,0 0 0,0 24 0,0-24 0,0 25 16,-25-25-16,25 25 0,0-25 0,0 25 0,0-25 15,0 25-15,25-25 0,-25 25 0,0-25 0,0 0 0,0 24 16,0-24-16,0 0 0,0 0 0,0 25 0,0-25 0,0 0 16,0 0-16,24 0 0,-24 0 0,0 0 0,0 0 15,0 0-15,25 0 0,-25 0 0,0 0 0,25 0 16,-25 0-16,0 0 0,25 0 0,-25 0 0,25-25 0,-25 25 15,24 0-15,-24 0 0,0-24 0,25 24 0,-25 0 16,25-25-16,-25 25 0,0 0 0,25-25 0,-25 25 16,0-25-16</inkml:trace>
  <inkml:trace contextRef="#ctx0" brushRef="#br0" timeOffset="357360.4398">22299 15230 0,'0'0'0,"0"0"16,0 0-16,0 0 0,0 0 0,0 0 0,0 0 0,0 0 16,0 0-16,0 0 0,0 0 0,0 0 0,0 0 15,0 0-15,0 0 0,0 0 0,0 25 0,0-25 16,0 0-16,0 0 0,0 25 0,0-25 0,0 0 0,0 24 15,0-24-15,0 25 0,0-25 0,0 0 0,-24 25 16,24-25-16,0 0 0,0 25 0,0-25 0,0 0 0,0 25 16,0-25-16,0 0 0,0 25 0,0-25 0,0 0 15,0 0-15,0 0 0,0 24 0,0-24 0,0 0 0,0 0 16,0 0-16,0 0 0,0 0 0,0 0 0,0 0 15,0 0-15,0 0 0,0 0 0,0 0 0,0 0 16,0 0-16,0 0 0,0-24 0,0 24 0,0 0 0,0 0 16,0 0-16,0-25 0,24 25 0,-24 0 0,0-25 15,0 25-15,25-25 0,-25 25 0,0 0 0,25-25 16,-25 25-16,0 0 0,25-25 0,-25 25 0,0 0 0,25 0 15,-25-24-15,0 24 0,0 0 0,0 0 0,0 0 16,24 0-16,-24 0 0,0 0 0,0 0 0,0 0 0,0 0 16,0 0-16,0 24 0,0-24 0,0 0 0,0 0 15,0 0-15,0 25 0,0-25 0,0 0 0,0 0 0,0 25 16,0-25-16,0 0 0,0 25 0,0-25 0,0 25 15,0-25-15,0 0 0,0 25 0,0-25 0,0 24 16,-24-24-16,24 0 0,0 25 0,0-25 0,0 0 0,24 0 16,-24 25-16,0-25 0,0 0 0,0 0 0,0 25 15,0-25-15,0 0 0,0 0 0,0 0 0,25 0 0,-25 0 16,0 0-16,0 0 0,0 0 0,25 0 0,-25 0 15,0 0-15,0 0 0,25 0 0,-25-25 0,0 25 16,25 0-16,-25 0 0,0 0 0,0-25 0</inkml:trace>
  <inkml:trace contextRef="#ctx0" brushRef="#br0" timeOffset="357816.4659">22175 15032 0,'-24'0'0,"24"0"0,0 0 0,0 0 0,0-25 15,0 25-15,0 0 0,0 0 0,0 0 0,0 0 0,0 0 16,0 0-16,0 0 0,0 0 0,0 0 0,24 0 15,-24 0-15,0 0 0,0-25 0,0 25 0,25 0 0,-25 0 16,0 0-16,25-25 0,-25 25 0,0 0 0,0 0 16,25 0-16,-25 0 0,0 0 0,25-25 0,-25 25 15,0 0-15,0 0 0,24 0 0,-24 0 0,0 0 0,0 0 16,0 0-16,25 0 0,-25 0 0,0 0 0,0 25 15,25-25-15,-25 0 0,0 0 0,0 0 0,0 0 0,25 25 16,-25-25-16,0 0 0,0 0 0,0 25 0,25-25 16,-25 25-16,0-25 0,0 0 0,0 24 0,0-24 15,24 0-15,-24 25 0,0-25 0,0 25 0,0-25 0,0 0 16,0 25-16,0-25 0,0 0 0,0 25 0,0-25 15,0 24-15,0-24 0,0 0 0,-24 25 0,24-25 0</inkml:trace>
  <inkml:trace contextRef="#ctx0" brushRef="#br0" timeOffset="358377.498">22002 15875 0,'0'0'0,"0"0"0,0 0 0,0 0 15,0 0-15,0 0 0,0 0 0,0 0 0,0 0 0,0 0 16,0 0-16,0 0 0,0 0 0,0 0 0,0 0 15,0 0-15,0 0 0,0 0 0,0 0 0,0 0 0,0 0 16,0 0-16,0 0 0,0 0 0,0 0 0,0 0 16,0 0-16,0 0 0,0 0 0,25 0 0,-25 0 0,0 0 15,0-25-15,0 25 0,0 0 0,0 0 0,0 0 16</inkml:trace>
  <inkml:trace contextRef="#ctx0" brushRef="#br0" timeOffset="359010.5342">22002 14932 0,'0'0'16,"0"0"-16,0 25 0,0-25 0,0 0 0,0 0 16,0 0-16,0 0 0,0 0 0,0 0 0,0 0 0,0 0 15,0 0-15,0 0 0,0 0 0,0 0 0,0 0 16,0 0-16,0 0 0,0 0 0,0 0 0,0 0 15,0 0-15,0 0 0,0 0 0,0 0 0,0 0 0,0 0 16,0 0-16,0 0 0,0 0 0,0 0 0,0 0 16,0 0-16,0 0 0,0 0 0,0 0 0,0 0 0,0-25 15,0 25-15,0 0 0,0 0 0,0 0 0,0 0 16,0 0-16,0 0 0,0 0 0,0 0 0,0 0 0,0 0 15,0 0-15,0 0 0,0 0 0,0 0 0,0 0 16,0 0-16,0 0 0,0 0 0,0 0 0,0 0 16,0 25-16,25-25 0,-25 0 0,0 0 0,0 0 0,0 0 15,0 0-15,0 0 0,0 0 0</inkml:trace>
  <inkml:trace contextRef="#ctx0" brushRef="#br0" timeOffset="362806.7513">23490 15528 0,'0'0'0,"0"0"0,0 0 0,0 0 16,0 0-16,0 0 0,0 0 0,-25 0 0,25 0 16,0 0-16,0 0 0,0 0 0,0 0 0,0 0 0,0 0 15,0 0-15,0 0 0,0 0 0,0 0 0,0 0 16,0 0-16,0 0 0,25 0 0,-25 0 0,0-25 0,0 25 15,0 0-15,0 0 0,0 0 0,25 0 0,-25 0 16,0 0-16,0-25 0,25 25 0,-25 0 0,0 0 16,24 0-16,-24-25 0,0 25 0,25 0 0,-25 0 0,25-24 15,-25 24-15,25 0 0,-25-25 0,0 25 0,25 0 16,-25-25-16,24 25 0,-24 0 0,0-25 0,25 25 15,-25-25-15,0 25 0,0 0 0,0-25 0,25 25 0</inkml:trace>
  <inkml:trace contextRef="#ctx0" brushRef="#br0" timeOffset="363961.8174">23738 15180 0,'0'0'0,"0"0"16,0-24-16,25 24 0,-25 0 0,0 0 0,0 0 0,0-25 15,0 25-15,0 0 0,0 0 0,0 0 0,0 0 16,0 0-16,0 0 0,0 0 0,-25-25 0,25 25 16,0 0-16,0 0 0,0 0 0,0 25 0,0-25 0,0 0 15,0 0-15,0 0 0,0 0 0,0 0 0,-25 25 16,25-25-16,0 0 0,0 24 0,-25-24 0,25 25 0,0-25 15,-24 25-15,24-25 0,0 25 0,-25-25 0,25 25 16,0-1-16,-25-24 0,25 25 0,0 0 0,0-25 0,-25 25 16,25-25-16,0 25 0,0 0 0,0-25 0,0 24 15,-25-24-15,25 25 0,0-25 0,0 25 0,0-25 16,0 0-16,0 25 0,0-25 0,0 0 0,0 25 0,0-25 15,0 0-15,0 0 0,0 24 0,0-24 0,0 0 0,0 0 16,0 0-16,0 0 0,0 0 0,-24 0 0,24 0 16,0 0-16,0-24 0,0 24 0,0 0 0,-25 0 15,25-25-15,0 25 0,0 0 0</inkml:trace>
  <inkml:trace contextRef="#ctx0" brushRef="#br0" timeOffset="366048.9368">23416 15429 0,'0'0'0,"-25"-25"16,25 25-16,0 0 0,0-25 0,0 25 0,0 0 0,0 0 16,0-25-16,0 25 0,0 0 0,0 0 0,0 0 15,25 0-15,-25-25 0,0 25 0,24 0 0,-24 0 16,25 0-16,-25 0 0,25 0 0,-25 0 0,25 0 0,0 0 15,-1 0-15,-24 0 0,25 0 0,0 0 0,0-25 0,-25 25 16,25 0-16,-1 0 0,-24 0 0,25 0 0,0 0 16,-25 0-16,25 0 0,-25 0 0,25 0 0,-25 0 15,0 0-15,24 0 0,-24 0 0</inkml:trace>
  <inkml:trace contextRef="#ctx0" brushRef="#br0" timeOffset="366091.9392">23688 15280 0,'0'0'0,"0"0"0,0 0 0,0 0 0,0 0 0,0 0 15,0 0-15,0 0 0,0 0 0,0 0 0,0 0 0,0-25 16,0 25-16,25 0 0,-25 0 0,0 0 0,0 0 15,0 0-15,0 0 0,0 0 0,0 0 0,0 0 0,0 0 16,0-25-16,0 25 0,0 0 0,25 0 0,-25 0 16,0 0-16,0 0 0,0 0 0,0-25 0,25 25 0,-25 0 15,0 0-15,0 0 0,25 0 0,-25 0 0,0-25 16,24 25-16,-24 0 0,0 0 0,25 0 0,-25-24 15,25 24-15,-25 0 0,0 0 0,25 0 0,-25-25 0,0 25 16,25 0-16,-25 0 0,0-25 0,25 25 0,-25 0 16,0-25-16,24 25 0,-24 0 0,0 0 0,25-25 15,-25 25-15,0 0 0,0 0 0,0-24 0,25 24 0,-25 0 16,0 0-16,0-25 0,0 25 0,0 0 0,0-25 15,25 25-15,-25 0 0,0 0 0,0-25 0,0 25 0,-25 0 16,25 0-16,0-25 0,0 25 0,0 0 0,0 0 16,0 0-16,-25 0 0,25-24 0,0 24 0,0 0 0,-25 0 15,25 0-15,0 0 0,-24 0 0,24 0 16,0 0-16,0 0 0,-25 0 0,25 0 0,0 0 0,0 0 15,0 0-15,-25 0 0,25 0 0,0 24 0,0-24 0,0 0 16,0 0-16,-25 0 0,25 25 0,0-25 0,0 0 16,0 25-16,0-25 0,-25 0 0,25 25 0,0-25 0,0 25 15,0-25-15,0 24 0,0-24 0,-25 25 0,25-25 16,0 25-16,0-25 0,0 25 0,0-25 0,0 25 0,-24-25 15,24 24-15,0-24 0,0 25 0,0-25 0,0 25 16,0-25-16,0 0 0,-25 25 0,25-25 0,0 25 16,0-25-16,0 0 0,0 24 0,0-24 0,-25 0 0,25 25 15,0-25-15,0 0 0,0 25 0,0-25 0,-25 0 16,25 0-16,0 25 0,0-25 0,0 0 0,0 0 15,0 0-15,0 0 0,0 0 0,0 0 0,0 0 0,0 0 16,0 0-16,0 0 0,0 0 0,0 0 0,0 0 16,0 0-16,0 0 0,0 0 0,0 0 0,0 0 15,25 0-15,-25 0 0,0 0 0,0-25 0,25 25 0,-25 0 16,0 0-16,25-25 0,-25 25 0,24 0 0,-24-25 0,0 25 15,25 0-15,-25 0 0,25-24 0,-25 24 0,0 0 16,25 0-16,-25 0 0,0 0 0,25-25 0,-25 25 16,0 0-16,0 0 0,25 0 0,-25 0 0,0 0 0,0 0 15,0 0-15,0 0 0,0 0 0,0 0 0,0 25 16,0-25-16,0 0 0,0 0 0,0 24 0,0-24 0,0 0 15,0 25-15,0-25 0,0 25 0,-25-25 0,25 0 16,0 25-16,0-25 0,0 25 0,0-25 0,0 0 0,0 25 16,-25-25-16,25 0 0,0 24 0,0-24 0,0 0 15,0 25-15,0-25 0,0 0 0,0 0 0,0 0 16,0 0-16,0 0 0,25 25 0,-25-25 0,0 0 0,0 0 15,0 0-15,0 0 0,25-25 0,-25 25 0,0 0 16,0 0-16,24 0 0,-24 0 0,0 0 0</inkml:trace>
  <inkml:trace contextRef="#ctx0" brushRef="#br0" timeOffset="366138.9419">23862 14908 0,'0'0'0,"25"0"15,-25 0-15,0-25 0,0 25 0,0 0 0,0 0 16,0 0-16,0 0 0,0-25 0,0 25 0,0 0 16,0 0-16,0 0 0,0 0 0,0 0 0,0 0 0,0 0 15,0-25-15,0 25 0,0 0 0,0 0 0,0 0 16,0 0-16,0 0 0,0 0 0,0 0 0,0 0 15,0 0-15,0 0 0,0 0 0,0 0 0,0 0 0,0 0 16,0 0-16,0 0 0,0 25 0,0-25 0,0 0 16,0 0-16,0 25 0,0-25 0,0 0 0,-25 25 0,25-25 15,0 24-15,0-24 0,0 25 0,0 0 0,-25-25 16,25 25-16,0 0 0,0-25 0,-25 24 0,25 1 0,0-25 15,0 25-15,-24 0 0,24 0 0,0-25 0,0 24 16,-25 1-16,25-25 0,0 25 0,0 0 0,0-25 16,0 25-16,0-25 0,-25 24 0,25-24 0,0 25 0,0-25 15,0 25-15,0-25 0,0 25 0,0-25 0,0 0 16,0 25-16,0-25 0,0 0 0,0 0 0,0 25 0,0-25 15,0 0-15,0 0 0,0 0 0,0 24 0,0-24 16,25 0-16,-25 0 0,0 0 0,0 0 0,0 0 0,0 0 16,0 0-16,0 0 0,0 0 0,0 0 0,25 0 15,-25 0-15,0 0 0,24 0 0,-24 0 0,0 0 16,25 0-16,-25 0 0,25-24 0,-25 24 0,25 0 0,-25 0 15,0-25-15,25 25 0,-25 0 0,0-25 0,0 25 16,25 0-16,-25-25 0,0 25 0,0 0 0,0-25 0,0 25 16</inkml:trace>
  <inkml:trace contextRef="#ctx0" brushRef="#br0" timeOffset="366173.9439">23788 15106 0,'0'0'0,"0"-25"0,0 25 0,0 0 16,0 0-16,0 0 0,0 0 0,0 0 0,0 0 0,0 0 15,0 0-15,0 0 0,24 0 0,-24 0 0,0 0 16,0 0-16,25 0 0,-25 0 0,0 0 0,25 0 0,-25 0 16,25 0-16,-25 0 0,0 0 0,25 0 0,-25 25 15,25-25-15,-25 0 0,0 0 0,24 0 0,-24 0 0,0 0 16,25 0-16,-25 0 0,0 0 0,0 0 0,25 0 15,-25 0-15,0 0 0</inkml:trace>
  <inkml:trace contextRef="#ctx0" brushRef="#br0" timeOffset="368921.1006">24606 15032 0,'0'0'0,"0"0"15,0 0-15,0 0 0,0 0 0,0 0 0,0-25 16,0 25-16,0 0 0,0 0 0,0 0 0,0 0 0,0 0 15,0 0-15,0-25 0,0 25 0,0 0 0,0 0 16,25 0-16,-25 0 0,0 0 0,0 0 0,0 0 0,0 0 16,0-25-16,0 25 0,0 0 0,0 0 0,0 0 0,0 0 15,0 0-15,0 0 0,0 0 0,0 0 0,-25 0 16,25 25-16,0-25 0,0 0 0,0 0 0,0 0 15,0 25-15,0-25 0,0 0 0,-25 25 0,25-1 0,0-24 16,0 25-16,0-25 0,-24 25 0,24 0 0,0-25 16,0 25-16,-25-1 0,25-24 0,0 25 0,0 0 0,-25-25 15,25 25-15,0 0 0,0-25 0,0 24 0,0 1 16,-25-25-16,25 25 0,0-25 0,0 25 0,0-25 0,0 0 15,0 25-15,0-25 0,-25 25 0,25-25 0,0 0 16,0 0-16,0 24 0,0-24 0,0 0 0,0 0 16,0 0-16,0 0 0,0 25 0,0-25 0,0 0 0,0 0 15,0 0-15,0 0 0,0 0 0,0 0 0,0 0 16,0-25-16,0 25 0,0 0 0,0 0 0,0 0 15,0-24-15,0 24 0,0 0 0,0-25 0,0 25 0,0 0 16,0-25-16</inkml:trace>
  <inkml:trace contextRef="#ctx0" brushRef="#br0" timeOffset="369265.1206">24408 15230 0,'0'0'0,"0"-25"15,0 25-15,0 0 0,0 0 0,0-25 0,0 25 16,0 0-16,25 0 0,-25 0 0,0-24 0,0 24 16,0 0-16,24 0 0,-24 0 0,25-25 0,-25 25 0,0 0 15,25 0-15,-25 0 0,25 0 0,0 0 0,-25 0 16,24 0-16,-24 0 0,25-25 0,-25 25 0,25 0 15,-25 0-15,25 0 0,-25 0 0,25 0 0,-25 0 0,24 0 16,-24 0-16,25 0 0,-25 25 0,0-25 0,25 0 16,-25 0-16,0 0 0</inkml:trace>
  <inkml:trace contextRef="#ctx0" brushRef="#br0" timeOffset="370193.1738">24755 15156 0,'-25'0'0,"25"0"0,0 0 0,0 0 0,0 0 0,0 0 15,0 0-15,0 0 0,0 0 0,0 0 0,0 0 16,0 0-16,0 0 0,0 0 0,0 0 0,25 0 0,-25 0 16,0 0-16,0 0 0,0 0 0,25 0 0,-25 0 15,0 0-15,0-25 0,25 25 0,-25 0 0,0 0 0,0 0 16,24 0-16,-24 0 0,0 0 0,25 0 0,-25 0 15,0-25-15,25 25 0,-25 0 0,0 0 0,0 0 16,25 0-16,-25 0 0,0-25 0,25 25 0,-25 0 0,0 0 16,0 0-16,25 0 0,-25-25 0,0 25 0,24 0 15,-24 0-15,0 0 0,0-24 0,25 24 0,-25 0 0,0 0 16,0-25-16,25 25 0,-25 0 0,0 0 0,0-25 15,0 25-15,0 0 0,0 0 0,25-25 0,-25 25 16,-25 0-16,25-25 0,0 25 0,0 0 0,0 0 16,0-24-16,0 24 0,0 0 0,-25 0 0,25-25 0,0 25 15,0 0-15,-25 0 0,25-25 0,0 25 0,0 0 0,-24 0 16,24 0-16,0 0 0,0-25 0,0 25 0,-25 0 15,25 0-15,0 0 0,0 0 0,0 0 0,0 0 16,0 0-16,0 0 0,-25 0 0,25 0 0,0 0 0,0 0 16,0 25-16,0-25 0,0 0 0,0 0 0,0 0 15,0 25-15,-25-25 0,25 25 0,0-25 0,0 0 0,0 24 16,0-24-16,0 25 0,0-25 0,0 25 0,0 0 15,0-25-15,-25 25 0,25-25 0,0 24 0,0 1 0,0-25 16,0 25-16,0-25 0,-25 25 0,25-25 0,0 25 16,0-25-16,0 24 0,-24 1 0,24-25 0,0 0 15,0 25-15,-25-25 0,25 25 0,0-25 0,0 25 0,0-25 16,-25 24-16,25-24 0,0 0 0,0 25 0,0-25 15,-25 0-15,25 25 0,0-25 0,0 0 0,0 0 16,0 25-16,0-25 0,0 0 0,0 0 0,0 0 0,0 25 16,0-25-16,0 0 0,0 0 0,0 0 0,0 0 15,0 0-15,0 0 0,0 0 0,-25 0 0,25 0 0,0 0 16,0 0-16,0 0 0,0 0 0,0 0 0,0 0 15,0 0-15,0 0 0,0 0 0,0 0 0,0 0 0,0 0 16,0 0-16,25 0 0,-25 0 0,0 0 0,0 0 16,0-25-16,0 25 0,0 0 0,0 0 0,0 0 15,25 0-15,-25-25 0,0 25 0,0 0 0,25-25 0,-25 25 16,0 0-16,25-25 0,-25 25 0,0-24 0,24 24 0,-24 0 15,25-25-15,-25 25 0,0 0 0,25-25 0,-25 25 16,0 0-16,25 0 0,-25-25 0,0 25 0,0 0 16,25 0-16,-25 0 0,0 0 0,25 0 0,-25 0 0,0-25 15,0 25-15,24 0 0,-24 0 0,0 0 0,0 0 16,25 0-16,-25 25 0,0-25 0,0 0 0,0 0 15,0 0-15,0 0 0,0 25 0,0-25 0,0 0 0,0 25 16,0-25-16,0 25 0,0-25 0,0 0 0,-25 24 16,25-24-16,0 25 0,0-25 0,0 25 0,-24-25 15,24 0-15,0 25 0,0-25 0,0 25 0,0-25 0,0 0 16,-25 0-16,25 25 0,0-25 0,0 0 0,0 0 0,0 0 15,0 0-15,0 24 0,0-24 0,25 0 0,-25 0 16,0 0-16,0 0 0,0 0 0,0 0 0,24 0 16,-24 0-16,0 0 0,25 0 0,-25 0 0,0 0 0,25 0 15,-25 0-15,25-24 0,-25 24 0,25 0 0,-25 0 16,0 0-16,24 0 0</inkml:trace>
  <inkml:trace contextRef="#ctx0" brushRef="#br0" timeOffset="372175.2872">25400 15280 0,'0'0'0,"0"0"16,0 0-16,0 0 0,0-25 0,0 25 0,25 0 15,-25 0-15,0 0 0,0 0 0,0 0 0,0 0 0,0 0 16,0 0-16,0 0 0,0 0 0,0-25 0,0 25 0,0 0 15,0 0-15,0 0 0,0 0 0,0 0 0,0 0 16,0 0-16,0 0 0,0 0 0,0 0 0,0 0 0,0 0 16,0 0-16,0 0 0,-25-25 0,25 25 0,0 0 15,0 0-15,0 0 0,0 0 0,0 0 0,0 0 16,0 0-16,0 0 0,-25 0 0,25 0 0,0 0 15,0 0-15,0 0 0,0 0 0,-25 0 0,25 0 0,0 0 16,0 0-16,0 0 0,-24 0 0,24 0 0,0 0 16,0 0-16,0 0 0,-25 0 0,25 0 0,0 0 0,0 0 15,0 0-15,0 0 0,-25 0 0,25 0 0,0 25 16,0-25-16,0 0 0,-25 0 0,25 25 0,0-25 0,0 25 15,0-25-15,-25 0 0,25 24 0,0 1 0,0-25 16,0 25-16,0-25 0,0 25 0,0-25 0,0 25 0,0 0 16,0-25-16,0 24 0,0-24 0,0 25 15,0-25-15,0 25 0,0-25 0,25 0 0,-25 25 0,0-25 16,0 0-16,0 25 0,25-25 0,-25 0 0,0 0 0,0 0 15,25 24-15,-25-24 0,0 0 0,0 0 0,25 0 16,-25-24-16,24 24 0,-24 0 0,0 0 0,25 0 16,-25-25-16,25 25 0,-25 0 0,25-25 0,-25 25 0,25 0 15,-25-25-15,0 25 0,24-25 0,-24 25 0,0 0 16,0-24-16,0 24 0,25-25 0,-25 25 0,0 0 15,0-25-15,0 25 0,0-25 0,0 25 0,0 0 0,0-25 16,0 25-16,0-25 0,0 25 0,-25 0 0,25 0 0,0-24 16,0 24-16,0 0 0,0 0 0,0 0 0,-24 0 15,24 0-15,0 0 0,0 0 0,0 0 0,0 0 16,0 0-16,-25 0 0,25 0 0,0 0 0,0 0 0,0 0 15,0 0-15,0 0 0,0 0 0,0 0 0,0 0 16,0 0-16,0 0 0</inkml:trace>
  <inkml:trace contextRef="#ctx0" brushRef="#br0" timeOffset="372804.3232">25722 15255 0,'0'0'0,"0"-25"16,0 25-16,0 0 0,0 0 0,0 0 0,0 0 15,0 0-15,0 0 0,0 0 0,0 0 0,0 0 16,0 0-16,0 0 0,0 0 0,0 0 0,0 0 0,0 0 16,0 0-16,0 0 0,0 0 0,0 25 0,0-25 15,0 0-15,0 25 0,0-25 0,0 24 0,0-24 0,0 0 16,-24 25-16,24-25 0,0 25 0,0-25 0,0 25 15,0-25-15,0 25 0,-25-25 0,25 0 0,0 25 16,0-25-16,0 0 0,0 24 0,0-24 0,0 0 0,0 0 16,0 25-16,0-25 0,0 0 0,-25 0 0,25 0 15,0 25-15,0-25 0,0 0 0,0 0 0,0 0 0,0 0 16,0 0-16,0 0 0,0 0 0,0 0 0,0 0 15,0 0-15,0 0 0,0 0 0,0 0 0,0 0 16,0-25-16,0 25 0,0 0 0,25 0 0,-25 0 0,0 0 16,0-25-16,0 25 0,25 0 0,-25-24 0,0 24 15,0 0-15,24-25 0,-24 25 0,25-25 0,-25 25 0,0-25 16,25 25-16,-25 0 0,25-25 0,-25 25 0,0-25 15,25 25-15,-25 0 0,0 0 0,24-24 0,-24 24 0,0 0 16,0 0-16,0 0 0,25 0 0,-25 0 0,0 0 16,0 0-16,0 0 0,0 0 0,0 0 0,0 0 15,0 0-15,25 24 0,-25-24 0,0 0 0,0 0 0,0 25 16,0-25-16,0 0 0,-25 25 0,25-25 0,0 0 15,0 25-15,0-25 0,0 25 0,0-25 0,0 0 16,0 0-16,0 25 0,0-25 0,-25 0 0,25 24 0,0-24 16,0 0-16,0 0 0,0 0 0,0 25 0,0-25 15,0 0-15,0 0 0,0 0 0,0 0 0,0 0 0,0 25 16,0-25-16,0 0 0,0 0 0,25 0 0,-25 0 15,0 0-15,0 0 0,25 0 0,-25 0 0,25 0 16,-25 0-16,25 0 0,-25 0 0,25-25 0</inkml:trace>
  <inkml:trace contextRef="#ctx0" brushRef="#br0" timeOffset="373492.3625">26219 15280 0,'0'0'0,"0"-25"0,0 25 0,0 0 15,0 0-15,-25 0 0,25 0 0,0 0 0,0 0 0,0 0 16,0 0-16,-25 0 0,25 0 0,0 0 0,0 0 0,-25 0 15,25 0-15,0 0 0,-25 0 0,25 25 0,0-25 16,-24 0-16,24 0 0,0 24 0,-25-24 0,25 25 16,0-25-16,-25 0 0,25 25 0,0-25 0,-25 25 15,25-25-15,0 25 0,0-25 0,0 0 0,-25 25 0,25-25 16,0 24-16,0-24 0,0 0 0,0 25 0,0-25 15,0 0-15,0 0 0,0 25 0,25-25 0,-25 0 0,0 0 16,0 25-16,0-25 0,0 0 0,25 0 0,-25 0 16,0 0-16,0 0 0,25 0 0,-25 0 0,0 0 15,0 0-15,25 0 0,-25 0 0,0 0 0,24 0 0,-24 0 16,0 0-16,25-25 0,-25 25 0,0 0 0,25 0 0,-25 0 15,0-25-15,25 25 0,-25 0 0,0-25 0,25 25 16,-25 0-16,0-24 0,24 24 0,-24 0 0,0 0 16,0-25-16,0 25 0,0 0 0,25 0 0,-25 0 0,0 0 15,0 0-15,0 0 0,0 0 0,0 0 0,0 0 16,0 0-16,0 0 0,-25 0 0,25 25 0,0-25 0,0 0 15,0 24-15,-24-24 0,24 25 16,0-25-16,0 25 0,-25 0 0,25-25 0,0 25 0,0-1 0,0-24 16,-25 25-16,25 0 0,0 0 0,0-25 0,-25 25 0,25-1 15,0 1-15,0-25 0,0 25 0,0 0 0,0-25 16,0 25-16,0-1 0,0-24 0,0 25 0,0 0 0,-25-25 15,25 25-15,0-25 0,0 25 0,0-25 0,0 0 16,0 24-16,0-24 0,0 0 0,0 25 0,0-25 0,0 0 16,0 0-16,0 0 0,0 0 0,0 0 0,0 0 15,0 0-15,-24 0 0,24 0 0,0 0 0,0 0 0,-25 0 16,25 0-16,0 0 0,-25 0 0,25 0 0,0 0 15,0 0-15,-25 0 0,25-25 0,0 25 0,0 0 0,0 0 16,0 0-16,0 0 0,0 0 0,-25 0 0,25-24 16,0 24-16,0 0 0,0 0 0,0 0 0,0-25 0,25 25 15,-25 0-15,0 0 0,0 0 0,0-25 0,25 25 16,-25 0-16,0-25 0,25 25 0,-25-25 0,0 25 15,25 0-15</inkml:trace>
  <inkml:trace contextRef="#ctx0" brushRef="#br0" timeOffset="374587.4252">25450 14883 0,'0'0'0,"0"0"0,0 0 0,0 0 0,0 0 0,-25 0 16,25 0-16,0 0 0,0 0 0,0 0 0,0 0 0,0 0 16,0 0-16,0 0 0,0 0 0,0 0 0,0 0 15,0 0-15,0 0 0,0 0 0,0 0 0,0 0 0,0 0 16,0 0-16,0 0 0,0 0 0,0 0 0,0 0 15,0-25-15,0 25 0,0 0 0,0 0 0,0 0 0,25 0 16,-25 0-16,0 0 0,0 0 0,0 0 0,0 0 16,24 0-16,-24 0 0,0 0 0,0 0 0,0 0 15,25 0-15,-25-25 0,0 25 0,25 0 0,-25 0 0,0 0 16,0 0-16,25 0 0,-25 0 0,0 0 0,0-25 15,25 25-15,-25 0 0,0 0 0,0 0 0,0 0 0,24 0 16,-24 0-16,0 0 0,0 0 0,0 0 0,0 0 16,0 0-16,0-24 0,0 24 0,25 0 0,-25 0 0,0 0 15,0 0-15,0 0 0,0 0 0,0 0 0,0 0 16,0 0-16,0 24 0,0-24 0,0 0 0,0 0 15,0 0-15,0 0 0,0 25 0,0-25 0,0 0 0,0 0 16,0 25-16,0-25 0,25 0 0,-25 25 0,0-25 0,0 25 16,0-25-16,0 0 0,0 24 0,25-24 0,-25 0 15,0 25-15,0-25 0,25 25 0,-25-25 0,24 0 16,-24 0-16,0 25 0,25-25 0,-25 0 0,25 0 15,-25 0-15,25 0 0,-25 0 0,25 0 0,-25 0 0,24 0 16</inkml:trace>
  <inkml:trace contextRef="#ctx0" brushRef="#br0" timeOffset="375494.477">27310 15081 0,'0'0'0,"0"0"0,0 0 0,0 0 16,0 0-16,0 0 0,0 0 0,0 0 0,0 0 15,0-25-15,0 25 0,0 0 0,0 0 0,0 0 16,0 0-16,0 0 0,0 0 0,0 0 0,0 0 0,0 0 15,0 0-15,0-24 0,0 24 0,0 0 0,0 0 0,0 0 16,0 0-16,0 0 0,0 0 0,0 0 0,0 0 16,0 0-16,0 0 0,0 0 0,0 0 0,0 24 15,0-24-15,-25 0 0,25 0 0,0 25 0,0-25 0,0 0 16,0 25-16,0-25 0,-25 25 0,25 0 0,0-25 15,0 24-15,-24-24 0,24 25 0,0 0 0,0-25 0,0 25 16,-25 0-16,25-25 0,0 24 0,0 1 0,-25-25 16,25 25-16,0 0 0,0-25 0,0 25 0,-25-25 15,25 25-15,0-25 0,0 24 0,0-24 0,0 0 0,0 25 16,0-25-16,0 0 0,0 25 0,-25-25 0,25 0 16,0 0-16,0 0 0,0 25 0,0-25 0,0 0 0,0 0 15,0 0-15,0 0 0,0 0 0,0 0 0,0 0 16,0 0-16,0 0 0,0 0 0,0 0 0,0 0 15,-24 0-15,24 0 0,0-25 0,0 25 0,0 0 0,0 0 16,0 0-16</inkml:trace>
  <inkml:trace contextRef="#ctx0" brushRef="#br0" timeOffset="375744.4913">27136 15354 0,'0'0'0,"0"-25"15,0 25-15,0 0 0,0 0 0,0 0 0,0 0 16,0 0-16,0 0 0,0 0 0,0 0 0,0-25 16,0 25-16,0 0 0,25 0 0,-25 0 0,0 0 0,25 0 15,-25 0-15,25 0 0,-25 0 0,25 0 0,-25 0 16,24 0-16,1 0 0,-25 0 0,25 0 0,0 0 0,0 0 15,-25 0-15,24 0 0,1 0 0,-25 0 0,25 0 16,0 0-16,0 0 0,-25-24 0,24 24 0,1 0 16</inkml:trace>
  <inkml:trace contextRef="#ctx0" brushRef="#br0" timeOffset="376733.5476">27682 15032 0,'0'0'15,"0"-25"-15,0 25 0,0 0 0,0 0 0,0 0 16,0 0-16,0 0 0,0 0 0,0 0 0,0 0 16,0 0-16,0 0 0,0 0 0,0 0 0,0 0 0,0 0 15,0 25-15,0-25 0,0 24 0,0-24 0,0 25 16,0-25-16,-25 25 0,25-25 0,0 25 0,0 0 0,0-25 15,0 24-15,0 1 0,-25 0 0,25-25 0,0 25 16,0 0-16,-24-25 0,24 24 0,0 1 0,0-25 16,0 25-16,-25-25 0,25 25 0,0-25 0,0 25 0,-25-25 15,25 25-15,0-25 0,0 24 0,0-24 0,-25 0 0,25 25 16,0-25-16,0 0 0,0 0 0,0 25 0,0-25 15,-25 0-15,25 0 0,0 0 0,0 0 0,0 0 16,0 0-16,0 0 0,0 0 0,0 0 0,0 0 0,0 0 16,0 0-16,0 0 0,0 0 0,0 0 0,0 0 15,0 0-15,25 0 0,-25 0 0,0 0 0,0-25 0,0 25 16,25 0-16,-25-25 0,0 25 0,25 0 0,-25-24 15,0 24-15,25 0 0,-25-25 0,24 25 0,-24-25 16,25 25-16,-25-25 0,25 25 0,-25 0 0,0-25 16,25 25-16,-25 0 0,25-25 0,-25 25 0,0 0 0,0 0 15,0 0-15,24 0 0,-24 0 0,0 0 0,0 0 0,0 0 16,0 0-16,0 0 0,0 0 0,0 0 0,0 0 15,0 0-15,0 25 0,0-25 0,0 0 0,0 25 16,0-25-16,0 0 0,0 25 0,-24-25 0,24 0 0,0 25 16,0-25-16,0 25 0,0-25 0,0 0 0,0 24 15,-25-24-15,25 25 0,0-25 0,0 0 0,0 25 16,0-25-16,0 0 0,0 25 0,0-25 0,0 0 0,0 25 15,0-25-15,0 0 0,0 0 0,0 24 0,0-24 16,0 0-16,0 0 0,25 0 0,-25 0 0,0 0 0,0 0 16,0 25-16,24-25 0,-24 0 0,0 0 0,0 0 15,25 0-15,-25-25 0,0 25 0,25 0 0,-25 0 0,0 0 16,25 0-16,-25 0 0,0-24 0,25 24 15,-25 0-15,0 0 0,24-25 0,-24 25 0,25 0 0,-25-25 16,0 25-16,25-25 0,-25 25 0,0 0 0,0-25 0,25 25 16,-25-24-16,0 24 0,0-25 0,0 25 0,25-25 15,-25 25-15,0 0 0,0-25 0,0 25 0,0 0 0,0-25 16,0 25-16,0 0 0,0 0 0,0-25 0,0 25 15,0 0-15,0 0 0,0 0 0,0 0 0,0 0 0,0 0 16,0 0-16,0 0 0,0 0 0,0 0 0,0 25 16,-25-25-16,25 0 0,0 0 0,0 25 0,0-25 15,0 0-15,-25 25 0,25-25 0,0 25 0,0-25 0,0 25 16,0-25-16,-25 24 0,25-24 0,0 25 0,0-25 15,0 0-15,0 25 0,0-25 0,0 25 0,0-25 0,0 0 16,0 25-16,0-25 0,0 0 0,0 0 0,0 24 16,0-24-16,0 0 0,0 0 0,0 0 0,0 0 15,25 25-15,-25-25 0,0 0 0,0 0 0,0 0 0,0 0 16,25 0-16,-25 0 0,0 0 0,0 0 0,25 0 15,-25 0-15,0 0 0,24 0 0,-24-25 0,0 25 0,25 0 16,-25 0-16,0 0 0,25-24 0,-25 24 0,25 0 16,-25-25-16,0 25 0,25-25 0,-25 25 0,25 0 15,-25-25-15,0 25 0,0-25 0,24 25 0,-24-24 0,0 24 16,0-25-16,25 25 0,-25 0 0,0-25 0,0 25 15,0 0-15,0-25 0,0 25 0,0 0 0,0 0 0,0 0 16,0 0-16,0 0 0,0 0 0,0 0 0,0 0 16,0 0-16,0 0 0,0 0 0,0 25 0,0-25 0,-25 0 15,25 25-15,0-25 0,0 0 0,0 25 0,0-25 16,-24 24-16,24-24 0,0 0 0,0 25 0,0-25 15,0 25-15,0-25 0,-25 25 0,25-25 0,0 0 0,0 25 16,0-25-16,0 24 0,0-24 0,0 0 0,0 0 16,-25 25-16,25-25 0,0 0 0,0 0 0,0 25 0,0-25 15,0 0-15,0 0 0,0 0 0,25 0 0,-25 0 16,0 0-16,0 0 0,0 25 0,25-50 0,-25 25 15,0 0-15,24 0 0,-24 0 0,25 0 0</inkml:trace>
  <inkml:trace contextRef="#ctx0" brushRef="#br0" timeOffset="377604.5977">28451 15404 0,'0'-25'0,"0"25"0,0 0 0,0 0 15,0-25-15,0 25 0,0 0 0,0 0 0,0 0 16,0-25-16,0 25 0,0 0 0,0 0 0,0 0 16,0 0-16,0 0 0,-25-25 0,25 25 0,0 0 0,0 0 15,0 0-15,0 0 0,0 0 0,0 0 0,0 0 16,-25 0-16,25 0 0,0 0 0,0 0 0,-24 0 15,24 25-15,0-25 0,0 0 0,-25 0 0,25 0 0,0 25 16,-25-25-16,25 0 0,0 25 0,-25-25 0,25 25 0,0-25 16,0 0-16,-25 25 0,25-25 0,0 24 0,0-24 15,0 25-15,0-25 0,0 25 0,0-25 0,0 25 0,0-25 16,0 25-16,0-25 0,0 0 0,0 24 0,0-24 15,0 25-15,25-25 0,-25 0 0,0 0 0,0 25 0,0-25 16,25 0-16,-25 0 0,0 0 0,25 0 16,-25 25-16,0-25 0,0 0 0,25 0 0,-25 0 0,0-25 15,24 25-15,-24 0 0,0 0 0,0 0 0,25 0 0,-25-25 16,0 25-16,0 0 0,0 0 0,0-25 0,0 25 15,25 0-15,-25-24 0,0 24 0,0-25 0,0 25 16,0 0-16,0-25 0,25 25 0,-25-25 0,0 25 0,0 0 16,0-25-16,0 25 0,0-24 0,25 24 0,-25-25 15,0 25-15,0 0 0,0-25 0,0 25 0,24 0 16,-24-25-16,0 25 0,0 0 0,25 0 0,-25 0 0,0 0 15,0-25-15,25 25 0,-25 0 0,0 0 0,0 25 16,25-25-16,-25 0 0,0 0 0,0 0 0,25 0 16,-25 0-16,0 0 0,0 25 0,0-25 0,0 0 0,24 25 15,-24-25-15,0 0 0,0 25 0,0-25 0,0 24 16,0-24-16,0 0 0,0 25 0,0-25 0,0 25 0,0-25 15,0 0-15,-24 25 0,24-25 0,0 0 0,0 25 16,0-25-16,0 0 0,0 24 0,-25-24 0,25 0 0,0 0 16,0 0-16,0 25 0,0-25 0,0 0 0,0 0 15,0 0-15,-25 0 0,25 0 0,0 0 0,0 0 16,0 0-16,0 0 0,0 0 0,0 0 0,0 0 0,0 0 15,0 0-15,0 0 0,0 0 0,0 0 0,0 0 16,25 0-16,-25 0 0,0-25 0,0 25 0,0 0 0,25 0 16,-25-24-16,0 24 0,24 0 0,-24-25 0,0 25 15,25-25-15,-25 25 0,25 0 0,-25-25 0,25 25 0,-25-25 16,0 25-16,25 0 0,-25 0 0,0-24 0,24 24 15,-24 0-15,0 0 0,25 0 0,-25 0 0,0 0 16,0 0-16,25 0 0,-25 0 0,0 0 0,0 0 0,0 24 16,25-24-16,-25 0 0,0 0 0,0 25 0,0-25 15,0 0-15,0 25 0,0-25 0,0 0 0,0 25 16,0-25-16,0 25 0,0-25 0,0 0 0,0 24 0,0-24 15,0 0-15,0 25 0,0-25 0,0 0 0,0 0 0,0 25 16,0-25-16,-25 0 0,25 0 0,0 0 0,0 25 16,0-25-16,0 0 0,0 0 0,0 0 0,0 0 15,0 0-15,0 25 0,0-25 0,25 0 0,-25 0 0,0 0 16,0 0-16,25 0 0,-25 0 0,0 0 0,24 0 0,-24 0 15,25 0-15,0 0 0,-25 0 0,25 0 0,-25-25 16,25 25-16,-1 0 0</inkml:trace>
  <inkml:trace contextRef="#ctx0" brushRef="#br0" timeOffset="378156.6293">29195 15553 0,'0'-25'0,"0"25"0,0 0 0,0-25 0,0 25 0,25 0 16,-25-25-16,0 25 0,-25 0 0,25-25 0,0 25 16,0 0-16,0 0 0,0 0 0,0-24 0,0 24 15,0 0-15,0 0 0,0 0 0,0 0 0,-25 0 0,25 24 16,0-24-16,0 0 0,-24 0 0,24 25 0,0-25 15,-25 0-15,25 25 0,0-25 0,-25 0 0,25 25 0,0-25 16,-25 25-16,25-25 0,0 24 0,0-24 0,-25 0 16,25 25-16,0-25 0,0 0 0,0 25 0,0-25 0,0 0 15,0 25-15,0-25 0,0 0 0,0 0 0,0 25 16,0-25-16,0 0 0,0 0 0,25 0 0,-25 24 0,0-24 15,0 0-15,0 0 0,25 0 0,-25 0 0,0 0 16,25 0-16,-25 0 0,0 0 0,25 0 0,-25 0 0,0-24 16,24 24-16,-24 0 0,0 0 0,25-25 0,-25 25 15,25 0-15,-25-25 0,0 25 0,25 0 0,-25-25 16,0 25-16,0 0 0,25 0 0,-25-25 0,0 25 0,0 0 15,0 0-15,0 0 0,0 0 0,0 0 0,0 0 16,0 0-16,0 0 0,0 0 0,0 0 0,0 0 16,0 25-16,-25-25 0,25 0 0,0 25 0,0-25 0,0 0 15,-25 25-15,25-25 0,0 25 0,0-25 0,0 24 16,-25 1-16,25-25 0,0 25 0,0 0 0,-25-25 0,25 25 15,0-1-15,0-24 0,0 25 0,-24 0 0,24-25 0,0 25 16,0 0-16,0-25 0,0 24 0,-25-24 0,25 25 16,0 0-16,0-25 0,0 25 0,0-25 0,0 25 0,0-25 15,-25 0-15,25 24 0,0-24 0,0 0 0,0 25 16,0-25-16,-25 0 0,25 0 0,0 0 0,0 25 15,-25-25-15,25 0 0,0 0 0,-25 0 0,25 0 0,-24 0 16,24 0-16,0 0 0,-25 0 0,25 0 0,-25 0 16,25 0-16,-25 0 0,25-25 0,0 25 0,-25 0 0,25 0 15,-24 0-15,24 0 0,0 0 0,0-25 0,-25 25 16,25 0-16,0 0 0,0-24 0,0 24 0,0 0 0,0-25 15,0 25-15,0 0 0,0-25 0,0 25 0,0-25 0</inkml:trace>
  <inkml:trace contextRef="#ctx0" brushRef="#br0" timeOffset="378699.6604">28600 15007 0,'0'0'0,"0"0"0,0 0 0,0 0 16,0-25-16,0 25 0,0 0 0,0 0 0,0 0 15,0 0-15,0 0 0,0 0 0,0 0 0,0 0 16,0 0-16,0 0 0,25 0 0,-25 0 0,0 0 0,0 0 16,0 0-16,0 0 0,24 0 0,-24 0 0,0 0 15,0 0-15,0 0 0,25 0 0,-25 0 0,0 0 16,0 0-16,0 0 0,25 25 0,-25-25 0,0 0 0,0 0 15,0 25-15,0-25 0,0 0 0,0 0 0,0 24 0,0-24 16,0 25-16,0-25 0,0 0 0,0 25 16,0-25-16,0 0 0,-25 25 0,25-25 0,0 25 0,0-25 15,0 0-15,-25 0 0,25 24 0,0-24 0,-24 0 0,24 25 16,0-25-16,-25 0 0,25 0 0,-25 0 0,25 0 15,-25 25-15,25-25 0,-25 0 0,25 0 0,-24 0 16,-1 0-16,25 0 0,-25-25 0</inkml:trace>
  <inkml:trace contextRef="#ctx0" brushRef="#br0" timeOffset="379326.6962">28228 15007 0,'0'-25'0,"0"25"0,0 0 0,25 0 0,-25 0 0,0 0 0,0 0 0,0 0 0,0 0 16,0 0-16,0 0 0,0 0 0,0 0 0,0 0 0,24 0 0,-24 0 0,0 0 0,0 0 0,25 0 0,-25 0 0,0 25 0,0-25 0,25 0 0,-25 0 0,0 25 0,0-25 0,25 0 0,-25 0 0,0 24 0,0-24 0,0 25 0,0-25 0,0 0 0,0 25 0,0-25 0,0 25 0,0-25 0,0 0 0,0 25 15,-25-25-15,25 0 0,0 24 0,-25-24 0,25 25 16,-25-25-16,25 0 0,0 0 0,-24 25 0,24-25 0,-25 0 15,25 0-15,-25 25 0,25-25 0,-25 0 0,25 0 0,0 0 16,-25 0-16,25 0 0,0 0 0,-24 0 0,24 0 16,0 0-16,0 0 0</inkml:trace>
  <inkml:trace contextRef="#ctx0" brushRef="#br0" timeOffset="379675.7162">28525 14684 0,'0'0'0,"0"0"16,0 0-16,0 0 0,0 0 0,0 0 0,0 0 0,0 0 16,0 0-16,0 0 0,0 0 0,0 0 0,0 0 15,0 0-15,25 0 0,-25 0 0,0 0 0,25 0 16,-25 0-16,25 0 0,0 0 0,-25 0 0,24 25 0,1-25 15,0 0-15,0 0 0,0 0 0,-25 0 0,24 0 0,1 25 16,0-25-16,0 0 0,0 0 0,-1 0 0,1 25 16,0-25-16,0 0 0,-25 0 0,25 0 0,-1 0 15,1 25-15,0-25 0,-25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5T06:49:08.93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2406 2282 0,'0'0'0,"0"0"0,0 0 0,0 0 0,0 0 0,0 0 0,0 0 0,0 0 0,0 0 0,0 0 0,0 0 0,0 0 0,0 0 0,0 0 0,0 0 0,0 0 0,0 0 0,0 0 0,0 0 0,0 0 0,0 0 0,0 0 0,0 0 0,0 0 0,0 0 0,0 0 15,0 0-15,0 0 0,0 0 0,0 0 0,0 0 0,0 0 0,0 0 0,0 0 0,0 0 0,0 0 0,0 0 0,0 0 0,-25 0 16,25 0-16,0 0 0,0 0 0,0 0 0,0 0 0,0 0 0,0 0 15,0-25-15,0 25 0,0 0 0,0 0 0,0 0 0,0 0 16,0 0-16,0 0 0,0 0 0,0 0 16,0 0-16,0 0 0,0 0 0,0 0 0,-25 0 0,25 0 0,0 0 15,0 0-15,0 0 0,0 0 0,0 0 0,0 0 0,0 0 0,0 0 16,0 0-16,0 0 0,0 0 15,0 0-15,0 0 0,0 0 0,0 0 0,0 0 0,0 0 0,-24 0 16,24 0-16,0 0 0,0 0 0,0 0 0,0 0 0,0 0 0,0 0 16,0 0-16,0 0 0,0 0 0,0 0 15,0 0-15,-25 25 0,25-25 0,0 0 0,0 0 0,0 0 16,0 0-16,0 0 0,0 0 0,0 25 0,0-25 0,0 0 0,0 0 15,-25 0-15,25 0 0,0 0 0,0 25 16,0-25-16,0 0 0,0 0 0,0 0 0,0 0 0,0 0 0,0 24 406,198 448-406,-198-472 15,25 25-15,-25-25 0,0 0 0,0 0 0,0 24 16,0-24-16,0 0 15,0 25-15,25-25 0,-25 0 16,0 25-16,0-25 0,0 0 0,0 0 0,0 25 0,0-25 0,0 0 0,0 0 0,0 0 0,0 0 0,0 0 16,0 0-16,0 25 0,0-25 0,0 0 0,0 0 0,25 0 0,-25 0 0,0 0 0,0 0 0,0 24 0,0-24 0,0 0 15,0 0-15,0 0 0,0 0 0,0 25 0,0-25 0,0 0 0,0 0 0,0 0 0,0 0 16,0 25-16,0-25 0,0 0 0,0 0 0,0 0 0,0 0 0,0 0 0,0 25 0,0-25 0,0 0 0,0 0 0,0 0 0,0 0 0,0 0 0,0 0 0,0 25 0,0 24 203,0-49-188,0 0-15,0 0 0,0 0 0,0 0 0,0 0 0,0 0 0,0 0 0,0 0 0,0 0 0,-25 0 0,25 0 0,0 0 0,0 0 0,0 0 0,0 0 0,0 0 0,-25 0 0,25 0 0,0 0 0,0 0 0,0 0 0,0 0 0,-25 0 0,25 0 0,0 0 0,0 0 0,0-25 0,0 25 0,-24 0 0,24 0 0,0 0 0,0 0 0,0 0 0,0 0 0,0 0 0,0 0 0,-25 0 16,25 0-1,0 0-15,0 0 0,0 0 0,0 0 0,0 0 0,0 0 0,0 0 0,0 0 0,0 0 0,0 0 16,0 0-16,0 0 0,0 0 16,0 0-16,0 0 0,0 0 0,0 0 0,0 0 0,0 0 0,0 0 15,0-24-15,0 24 0,0 0 0,0 0 16,0 0-16,0 0 0,0 0 0,0 0 0,0 0 0,0-25 0,0 25 93,0-25 765</inkml:trace>
  <inkml:trace contextRef="#ctx0" brushRef="#br0" timeOffset="1962.1121">2480 3225 0,'0'0'0,"0"0"16,0 0-16,0 0 0,0 0 0,0 0 0,0 0 0,0 0 0,0 0 0,0 0 16,0 0-16,0 0 0,0 0 15,0 0-15,0-25 0,0 25 0,0 0 0,0 0 0,0 0 0,0 0 16,0 0-16,0 0 0,0 0 0,0 0 15,0 0-15,0 0 0,0 0 0,0 0 0,0 0 0,0 0 0,0 0 16,0 0-16,0 0 0,-24 0 0,24-25 16,0 25-16,0 0 0,0 0 0,0 0 0,0 0 0,0 0 0,0 0 15,0 0-15,0 0 0,0 0 0,0 0 16,0 0-16,0 0 0,0 0 0,0 0 0,0 0 0,0 0 15,0 0-15,0 0 0,0 0 0,0 0 0,0 0 0,0 0 0,0 0 16,0 0-16,0 0 0,0 0 47,0 0 31,0 0-78,0 0 0,0 0 0,0 0 0,0 0 0,0 0 0,0 0 0,0 0 0,0 0 0,0 0 0,0 0 15,0 0-15,0 0 0,0 0 0,0 0 0,0 0 0,0 0 0,0 0 0,0 0 0,0 0 0,0 25 0,0-25 0,0 0 0,0 0 0,0 0 0,0 0 0,0 0 0,0 0 0,0 0 0,0 25 0,0-25 0,0 0 0,0 0 0,0 0 0,0 24 0,24-24 16,-24 0-16,0 0 0,0 0 0,0 25 0,0-25 0,0 0 0,0 0 0,0 25 0,0-25 0,0 0 16,0 0-16,0 25 0,0-25 0,0 0 0,0 25 0,0-25 15,0 0-15,0 0 0,0 24 0,0-24 16,0 0-16,0 0 0,0 25 0,0-25 0,0 0 0,25 25 15,-25-25-15,0 0 0,0 0 0,0 25 0,0-25 0,0 0 0,0 0 16,0 25-16,0-25 0,0 0 0,0 24 0,0-24 16,0 0-16,0 0 0,0 0 0,0 25 15,0-25-15,0 0 0,0 0 0,0 25 0,0-25 0,0 0 16,0 0-16,0 25 0,0-25 0,0 0 0,0 0 0,0 0 15,0 25-15,0-25 0,0 0 0,0 0 16,0 24-16,0-24 0,0 0 0,0 0 0,0 25 0,0-25 0,0 0 16,0 0-16,0 25 0,0-25 0,25 0 0,-25 0 15,0 25-15,0-25 0,0 0 0,0 0 0,0 0 0,0 25 16,0-25-16,0 0 0,0 0 0,-25 0 0,25 0 0,0 0 15,0 0-15,0 0 0,0 0 0,0 25 0,0-25 16,0 0-16,0 0 0,0 0 16,0 0-16,0 0 0,0 24 0,0-24 0,0 0 0,0 0 0,0 0 15,0 0-15,0 0 0,0 0 0,0 25 0,0-25 16,0 0-16,0 0 0,0 0 15,0 0-15,0 0 0,0 0 0,0 0 0,0 25 0,0-25 0,0 0 0,0 0 16,0 0-16,0 0 0,0 0 16,0 0-16,0 0 0,0 0 0,0 0 0,0 0 0,0 0 0,0 0 0,0 0 0,0 0 0,0 0 15,0 0-15,0 0 0,0 0 0,0 0 16,0 0-16,0 0 0,0 0 0,0 0 0,0 0 0,0 0 0,0 0 15,0 0-15,0 25 0,0-25 0,0 0 0,0 0 16,0 0-16,0 0 0,0 0 0,0 0 0,0 0 16,0 0-16,0 0 0,0 0 0,0 0 343</inkml:trace>
  <inkml:trace contextRef="#ctx0" brushRef="#br0" timeOffset="7678.4392">3150 2183 0,'0'0'0,"0"0"0,0 0 0,0 0 0,-25 0 0,25 0 0,0 0 0,0 0 0,0 0 0,0 0 0,0 0 0,0 0 0,0 0 0,0 0 0,0 0 0,0 0 16,0 0-16,0 0 0,0 0 0,-24 0 0,24-25 0,0 25 0,0 0 0,0 0 0,0 0 0,0 0 0,0 0 0,0 0 0,0 0 0,0 0 0,0 0 0,0 0 15,0 0-15,0 0 0,0 0 0,0 0 0,0 0 0,0 0 0,0 0 16,0-25-16,0 25 0,0 0 0,0 0 0,0 0 0,0 0 0,0 0 16,0 0-16,0 0 0,0 0 0,0 0 15,0 0-15,0 0 0,0 0 0,0 0 0,0 0 0,24 0 16,-24-25-16,0 25 0,0 0 0,0 0 0,0 0 0,25 0 15,-25 0-15,0 0 0,0 0 219,99 224-219,-99-200 0,0-24 0,0 0 0,0 0 0,-24 25 0,24-25 0,0 0 0,0 0 0,0 0 0,0 25 0,0-25 0,0 0 0,0 0 0,0 0 0,0 25 0,-25-25 0</inkml:trace>
  <inkml:trace contextRef="#ctx0" brushRef="#br0" timeOffset="10359.5925">3646 2108 0,'0'0'0,"-25"0"0,25 0 16,0 0-16,0 0 0,0 0 0,0 0 0,0 0 0,0 0 0,0 0 15,0 0-15,0 0 0,0 0 16,0 0-16,0 0 0,0 0 0,0 0 0,0 0 0,0-24 0,0 24 15,0 0-15,0 0 0,0 0 0,0 0 0,-24 0 0,24 0 0,0 0 16,0 0-16,0 0 0,0 0 16,0 0-16,0 0 0,-25 0 0,25 0 0,0 0 0,0 0 0,0 0 0,0 0 15,0 0-15,0 0 0,-25 0 0,25 0 16,0 0-16,0 0 0,0 0 0,0 0 0,0 0 0,0 0 0,0-25 15,0 25-15,0 0 0,0 0 16,0 0-16,0 0 0,0 0 0,-25 0 0,25 0 0,0 0 406</inkml:trace>
  <inkml:trace contextRef="#ctx0" brushRef="#br0" timeOffset="12772.7305">3497 2208 0,'0'0'0,"0"0"0,0 0 0,0-25 0,0 25 0,0 0 0,0 0 0,0 0 0,0 0 0,0 0 0,0 0 0,0 0 0,0 0 0,0 0 16,0 0-16,0 0 0,0 0 0,0 0 0,0 0 0,0 0 0,0 0 0,0 0 0,0 0 0,0 0 0,0 0 0,0 0 0,0 0 0,0 0 0,0 0 0,0 0 0,0 0 0,0 0 0,0 0 0,0 0 0,0-25 0,0 25 0,0 0 0,0 0 16,0 0-16,0 0 0,0 0 0,0 0 0,0 0 0,0 0 0,0 0 15,0 0-15,0 0 0,0 0 0,0 0 16,0 0-16,0 0 0,0 0 0,0 0 0,0 0 0,0 0 0,0 0 15,0 0-15,0 0 0,0 0 0,0 0 16,0 0-16,0 0 0,0 0 0,0 0 0,0 0 16,0 0-16,0 0 0,0 0 0,0 0 0,0 0 0,0 0 0,0 0 15,0 0-15,0 0 0,0 0 0,0 0 0,0 0 0,0 0 16,0 0-16,-24 0 0,24 0 0,0 0 15,0 0-15,0 0 0,0 0 0,0 0 0,0 0 0,0 0 0,0 0 16,0 0-16,0 0 0,0 0 0,-25 0 16,25 0-16,0 0 0,0 0 0,0 0 0,0 0 15,0 0-15,0 0 0,0 0 0,0 0 0,0 0 219,-75 74-219,75-74 0,0 0 0,0 25 0,0-25 0,0 0 0,-24 0 0,24 0 0,0 0 0,0 0 0,0 0 0,0 25 0,0-25 15,0 0-15,0 0 0,0 0 0,0 0 0,0 25 0,0-25 0,0 0 0,0 0 0,0 0 0,0 0 0,0 0 0,0 25 0,0-25 0,0 0 0,0 0 0,0 24 0,0-24 0,0 0 0,0 0 0,0 0 0,0 25 0,0-25 16,0 0-16,0 0 0,0 25 0,0-25 0,0 0 0,0 0 0,0 0 0,0 25 0,0-25 0,0 0 0,0 0 0,0 0 15,0 25-15,0-25 0,24 0 0,-24 0 0,0 0 16,0 24-16,0-24 0,0 0 0,0 0 0,0 0 0,0 25 0,0-25 16,0 0-16,0 0 0,0 0 0,0 25 951</inkml:trace>
  <inkml:trace contextRef="#ctx0" brushRef="#br0" timeOffset="14404.8239">3621 2580 0,'0'0'0,"0"24"15,0-24-15,0 0 0,0 0 0,0 0 0,0 0 0,0 0 0,0 0 0,0 0 0,0 0 0,0 0 0,0 0 0,0 0 0,0 0 16,0 0-16,0 0 0,0 0 16,0 0-16,0 0 0,0 0 0,0 0 0,0 0 0,0 0 0,0 0 0,0 0 15,0 0-15,0 0 0,0 0 16,0 0-16,0 0 0,0 0 0,0 0 0,0 0 0,0 0 0,0 0 15,0 0-15,0 0 0,0 0 0,0 0 16,0 0-16,0 0 0,0 0 0,0 0 0,0 0 0,0 0 0,0 0 16,0 0-16,0 0 0,0 0 0,0 0 15,0-24-15,0 24 0,0 0 0,0 0 0,0 0 0,0 0 0,0 0 16,0 0-16,0 0 0,25 0 0,-25-25 0,0 25 0,0 0 0,0 0 15,0 0-15,0 0 0,0-25 0,25 25 47,-25 0 718</inkml:trace>
  <inkml:trace contextRef="#ctx0" brushRef="#br0" timeOffset="16229.9283">3597 2580 0,'0'0'0,"0"0"0,0 0 0,0 0 0,0 0 0,0 0 0,0 0 0,0 0 16,0 0-16,0 0 0,0 0 0,0 0 16,0 0-16,0 0 0,0 0 0,0 0 0,0 0 0,0 0 15,0 0-15,0 0 0,0 0 0,0 0 0,0 0 0,0 0 0,0 0 16,0 0-16,0 0 0,0 0 0,0 0 0,0 0 203,124-75-203,-124 50 0,0 25 0,0 0 0,0 0 15,25 0-15,-25-24 0,0 24 0,0 0 0,24 0 0,-24 0 0,0-25 0,0 25 0,25 0 0,-25 0 16,0 0-16,0 0 0,0 0 0,0-25 0,25 25 0,-25 0 0,0 0 0,0 0 0,0 0 0,0 0 0,0 0 0,0 0 15,0 0-15,0-25 0,0 25 0,0 0 0,0 0 0,0 0 0,0 0 0,0 0 0,0 0 0,0 0 0,0 0 16,0 0-16,0 0 0,0 0 0,0 0 0,0 0 0,0 0 0,0 0 0,0 0 0,0 0 0,0 0 0,0 0 0,0 0 0,0 0 0,0 0 0,0 0 0,0 0 0,0 0 0,0 0 16,0 0-16,0 0 0,25 0 0,-25 0 15,0 0-15,0 0 0,0 0 0,0 0 0,0 0 0,0 0 16,0 0-16,0 0 0,0 0 0,0 0 0,0 0 15,0 0-15,0 0 0,0 0 0,0 0 0,0 0 16,0 0-16,0 0 0,0 0 0,0 0 0,0 25 0,0-25 0,0 0 16,0 0-16,25 0 0,-25 0 0,0 0 15,0 0-15,0 0 0,0 0 0,0 0 0,0 0 0,0 0 0,0 0 16,0 0-16,0 0 0,0 0 0,0 0 15,0 0-15,0 0 0,0 0 0,0 0 0,0 0 0,0 0 0,0 0 609,0 521-453,0-546-156,0 25 0</inkml:trace>
  <inkml:trace contextRef="#ctx0" brushRef="#br0" timeOffset="20746.1866">4415 2381 0</inkml:trace>
  <inkml:trace contextRef="#ctx0" brushRef="#br0" timeOffset="22133.2659">4589 2431 0,'0'0'0,"0"0"46,0 0-46,0 0 0,0 0 0,0 0 0,0 0 0,0 0 0,0 0 0,0 25 0,0-25 0,0 0 0,0 0 0,0 0 0,0 0 0,0 0 0,0 0 0,0 0 0,0 0 0,0 0 0,0 0 0,0 0 16,0 0-16,0 0 0,0 0 0,0 0 16,0 0-16,0 0 0,0 0 0,0 0 0,0 0 0,0 0 0,0 0 15,0 0-15,0 0 0,0 0 0,0 0 0,0 0 16,0 0-16,0 0 0,0 0 0,0 0 15,0 0-15,0 0 0,0 0 0,0 0 0,0 0 0,0 0 0,0 0 0,0 0 16,0 0-16,0 0 0,0 0 16,0 0 140,0 0-110,0 0-46,0 0 0,0 0 0,0 0 0,0 0 0,0 0 0,0 0 16,0 0-16,0 0 0,0 0 0,0 0 0,-25 0 0,25 0 0,0 0 0,0 0 0,0 0 0,0 0 0,0 0 0,0 0 0,0 0 0,0 0 0,0 0 0,0 0 0,0 0 0,0 0 0,0-25 0,0 25 0,0 0 16,0 0-16,0 0 0,-25 0 0,25 0 0,0 0 0,0 0 0,0 0 0,0 0 0,0 0 0,0 0 0,0 0 0,0 0 0,0 0 0,0 0 0,-25 0 0,25 0 0,0 0 15,0 0-15,0 0 0,0 0 0,0 0 0,0 0 0,0 0 16,0 0-16,0 0 0,0 0 0,0 0 15,0 0-15,0 0 0,0 0 0,0 0 0,0 0 0,0 0 0,-24 0 16,24 0-16,0 0 0,0 0 47,0 0 374,322-25-265</inkml:trace>
  <inkml:trace contextRef="#ctx0" brushRef="#br0" timeOffset="26548.5184">5234 2282 0,'149'248'0,"-149"-248"0,-25 25 0,25-25 0,0 0 0,0 0 0,0 0 0,0 0 0,0 0 0,0 0 0,0 0 0,-25 0 0,25 0 0,0 0 0,0 0 0,0 0 0,0 0 0,0 0 0,0 0 0,-25 0 0,25 0 15,0 0-15,0 0 0,0 0 0,0-25 0,0 25 0,0 0 0,-25 0 0,25 0 0,0 0 0,0 0 0,0 0 0,0 0 0,0 0 0,0 0 0,0 0 0,0 0 0,0 0 0,-24 0 0,24 0 0,0 0 16,0 0-16,0 0 0,0 0 0,0 0 15,0 0-15,0 0 0,0 0 0,0 0 0,0 0 0,0 0 0,0 0 16,0 0-16,0 0 0,0 0 16,0 0-16,0 0 0,0 0 0,0 0 0,0 0 0,0 0 0,0 0 171</inkml:trace>
  <inkml:trace contextRef="#ctx0" brushRef="#br0" timeOffset="29178.6689">5606 2332 0,'0'0'0,"0"0"0,0 0 0,0 0 0,0 0 0,0 0 0,0 0 0,0 0 0,0 0 0,0 0 0,0 0 0,0 0 0,0 0 0,0 0 0,0 0 0,0 0 16,0 0-16,0 0 0,0 0 0,0 0 0,0 0 0,0 0 0,0 0 0,0 0 0,0 0 0,0 0 0,0 0 0,0 0 0,0 0 0,0 0 0,0 0 0,0 0 0,0 0 0,0 0 0,0 0 0,0 0 0,0 0 0,0 0 0,0 0 15,0 0-15,0 0 0,0 0 0,0 0 0,0 0 0,0 0 0,0 0 16,0 0-16,0 0 0,0 0 0,0 0 16,0 0-16,0 0 0,0 0 0,0 0 0,0 0 0,0 0 0,0 0 46,0 0-46,0 0 16,0 0-16,0 0 0,0 0 0,0 0 0,0 0 0,0 0 0,0 0 0,0 0 0,0 0 0,0 0 16,0 0-16,0 0 0,0 0 0,0 0 0,0 0 0,0 0 0,0 0 0,0 0 0,0 0 0,0 0 0,0 0 0,0 0 0,0 0 0,0 0 15,0 0-15,0 0 0,0 0 0,0 0 0,0 0 0,0 0 16,0 0-16,0 0 0,0 0 0,0 0 0,0 0 15,0 0-15,0 0 0,0 0 0,0 0 0,0 0 0,0 0 0,0 0 16,0 0-16,0 0 0,0 0 0,0 0 16,0 0-16,0 0 0,0 0 171,0 0-171,0 0 0,0 0 0,0 0 0,0 0 0,0 0 0,0 0 0,0 0 0,0 0 0,0 0 0,0 0 0,0 0 0,0 0 0,0 0 0,0 0 0,0 0 16,0 0-16,0 0 0,0 0 0,0 0 0,0 0 0,0 0 0,0 0 0,0 0 0,0 0 0,0 0 0,0 0 0,0 0 0,0 0 0,0-25 0,0 25 0,0 0 0,0 0 0,0 0 0,0 0 15,0 0-15,0 0 0,0 0 0,0 0 0,0 0 0,0 0 0,0 0 0,0 0 16,0 0-16,0 0 0,0 0 0,0 0 0,0 0 0,0 0 0,0 0 0,0 0 0,0 0 0,0 0 16,0 0-16,0 0 0,0 0 0,-25 0 0,25 0 0,0 0 15,0 0-15,0 0 0,0 0 16,0 0-16,0 0 0</inkml:trace>
  <inkml:trace contextRef="#ctx0" brushRef="#br0" timeOffset="31060.7766">5308 2629 0</inkml:trace>
  <inkml:trace contextRef="#ctx0" brushRef="#br0" timeOffset="35012.0025">5631 2307 0,'0'0'0,"0"0"0,0 0 0,0 0 0,0 0 16,0 0-16,0 0 0,0 0 0,0 0 16,0 0-16,0 0 0,0 0 0,0 0 0,0 0 0,0 0 0,0 0 15,0 0-15,0 0 0,0 0 0,0 0 0,0 0 16,0 0-16,0 0 0,0 0 0,0 0 0,0 0 15,0 0-15,0 0 0,0 0 0,0 0 16,0 0-16,0 0 0,0 0 0,0 0 0,0 0 0,0 0 0,0 0 0,0 0 16,0 0-16,0 0 0,0 0 15,0 0-15,0 0 0,0 0 0,0 0 0,0 0 0,0 0 16,0 0-16,0 0 0,0 0 0,0 0 0,0 0 0,0 0 0,0 0 15,0 0-15,-25 0 0,25 0 0,0 0 0,0 0 0,0 0 16,0 0-16,0 0 0,0 0 0,0 0 0,0 0 16,0 0-16,0 0 0,0 0 0,0 0 0,0 0 0,0 0 15,0 0-15,0 0 0,-25 0 0,25 0 16,0 0-16,0 0 0,0 0 0,0 0 0,0 0 0,0 0 15,0 0-15,0 0 0,0 0 0,0 0 0,0 0 0,-25 0 0,25 0 16,0 0-16,0 0 0,0 0 0,0 0 16,0 0-16,0 0 0,0 0 0,0 0 0,0 0 0,0 0 15,-25 0-15,25 0 0,0 0 0,0 0 0,0 0 16,0 0-16,0 25 0,0-25 0,0 0 0,0 0 0,0 0 15,0 0-15,0 0 0,-24 0 0,24 0 0,0 0 0,0 0 16,0 0-16,0 0 0,0 24 0,0-24 47,272 224 670</inkml:trace>
  <inkml:trace contextRef="#ctx0" brushRef="#br0" timeOffset="57482.2878">6077 2530 0,'0'0'0,"0"0"0,0 0 16,0 0-16,0-25 0,0 25 0,0 0 0,0 0 0,0 0 0,0 0 0,0 0 0,0 0 0,0 0 0,0 0 0,0 0 0,0 0 16,0 0-16,0 0 0,0 0 0,0 0 0,0 0 0,0 0 0,-25 0 15,25 0-15,0 0 0,0 0 16,0 0-16,0 0 0,0 0 0,0 0 0,0 0 0,0 0 15,0 0-15,0 0 0,0 0 0,0 0 0,0 0 47,0 0-47,0 0 0,0 0 0,0 0 0,0 0 0,0 0 0,0 0 16,0 0-16,0 0 0,0 0 0,0 0 0,0 0 0,0 0 0,0 0 0,0 0 0,0 0 0,0 0 0,0 0 0,0 0 0,0 0 0,0 0 0,0 0 0,0 0 15,0 0-15,0 0 0,0 0 0,0 0 0,0 0 0,0 0 16,0 0-16,0 0 0,0 0 16,-24-25-16,24 25 0,0 0 0,0 0 0,0 0 0,0 0 0,0 0 15,0 0-15,0 0 0,0 0 0,0 0 0,0 0 0,0 0 0,0 0 16,0 0-16,0 0 0,0 0 15,0 0-15,0 0 0,0 0 0,0 0 0,0 0 0,0 0 0,0 0 0,0 0 16,0 0-16,0 0 0,0 0 0,0 0 16,0 0-16,0 0 0,0 0 0,0 0 0,0-24 0,0 24 0,0 0 15,0 0-15,24 0 0,-24 0 0,0 0 16,0 0-16,0 0 0,0 0 0,0 0 0,0 0 0,0 0 0,0-25 15,0 25-15,0 0 0,0 0 0,0 0 624,-49 347-358,-26-322-266,75-25 15,0 0-15,0 0 0,0 0 16,0 0-16,0 0 0,0 0 0,0 0 0,0 0 0,0 0 0,0 0 0,0 0 15,0 0-15,0 0 0,0 0 0,0 0 0,0 0 0,0-25 0,0 25 0,0 0 0,0 0 0,0 0 0,0 0 0,0 0 0,0 0 16,0 0-16,0 0 0,0 0 0,0 0 0,0-25 0,0 25 0,0 0 0,0 0 0,0 0 0,0 0 0,0 0 0,0 0 0,0 0 0,0 0 16,0 0-16,0 0 0,0 0 0,0 0 0,0 0 0,0 0 0,0 0 0,0 0 0,0 0 0,0 0 0,0 0 0,0 0 0,0 0 0,0 0 15,0 0-15,0 0 0,0 0 0,0 0 0,0 0 0,25 0 0,-25 0 0,0 0 16,0 0-16,0 0 0,0 0 0,0 0 0,0 0 0,0 0 0,0 0 15,0 0-15,0 0 0,0 0 0,0 0 0,0 0 16,0 0-16,0 0 0,0 0 0,0 0 0,0 0 0,0 0 16,0 0-16,0 0 0,0 0 0,0 0 15,0 0-15,0 0 0,0 0 0,0 0 0,0 0 0,0 0 0,0 0 94,0 0-94,0 0 0,0 0 0,0 0 0,0 0 0,0 0 0,0 0 0,0 0 0,0 0 0,0 0 0,25 0 0,-25 0 0,0 0 0,0 0 0,0 0 0,0 0 15,0 0-15,0 0 0,0 0 0,0 0 0,0-24 0,0 24 0,0 0 0,0 0 0,0 0 0,0 0 0,0 0 0,0 0 16,0 0-16,0 0 0,0 0 0,0 0 0,0 0 16,0 0-16,0 0 0,0 0 0,0 0 0,0 0 0,0 0 0,0 0 0,0 0 0,0 0 0,0 0 0,0 0 0,0 0 0,0 0 0,0 0 0,0 0 0,0 0 0,0 0 15,0 0-15,0 0 0,0 0 16,0 0-16,0 0 0,0 0 0,0 0 0,0 0 0,0 0 0,0 0 15,0 0-15,0 0 0,0 0 0,0 0 47,0 0-47,74 49 156,-74-49-156,0 0 0,0 0 0,0 0 0,0 0 0,0 0 0,0 0 16,0 25-16,0-25 0,0 0 0,25 0 0,-25 0 0,0 0 15,0 0-15,0 0 0,0 0 0,0 0 0,0 0 0,0 0 0,0 0 0,0 25 0,0-25 0,0 0 0,0 0 0,0 0 0,0 0 0,0 0 0,0 0 0,0 0 16,0 0-16,0 0 0,0 0 0,25 0 0,-25 0 0,0 0 0,0 0 0,0 0 0,0 0 0,0 0 0,0 0 0,0 0 0,0 0 0,0 0 0,0 0 0,0 0 0,0 0 16,0 0-16,0 0 0,0 0 0,0 0 0,0 0 0,0 0 0,0 0 0,0 0 15,0 0-15,0 0 0,0 0 0,25 0 0,-25 0 0,0 0 16,0-25-16,0 25 0,0 0 0,0 0 0,0 0 437</inkml:trace>
  <inkml:trace contextRef="#ctx0" brushRef="#br0" timeOffset="61430.5136">6697 2406 0,'0'0'187,"0"0"-187,0 0 16,0 0-16,0 0 0,0 0 0,0 0 0,0 0 0,0 0 0,0 0 0,0 0 0,0 0 0,0 0 0,0 0 0,0 0 0,0 0 0,0 0 0,0 0 0,0 0 0,0 0 0,0 0 0,0 0 0,0 0 15,0 0-15,0 0 0,0 0 0,0 0 0,0 0 0,0 0 0,0 0 0,0 0 0,0 0 0,0 0 0,0 0 0,0 0 0,0 0 0,0 0 0,0 0 0,0 0 0,0 0 16,0 0-16,0 0 0,0 0 0,25 0 0,-25 0 0,0 0 0,0 0 0,0 0 0,0 0 0,0 0 0,0 0 0,0 0 16,0 0-16,25 0 0,-25 0 0,0 0 15,0 0-15,0 0 0,0 0 0,0 0 0,0 0 0,0 0 0,0 0 16,0 0-16,0 0 0,25 0 15,-25 0-15,0 0 0,0 0 0,0 0 0,0 0 0,24 0 0,-24 0 0,0 0 16,0 0-16,0 0 593</inkml:trace>
  <inkml:trace contextRef="#ctx0" brushRef="#br0" timeOffset="62949.6005">6772 2406 0,'0'0'16,"0"0"-16,0 0 0,0 0 0,0 0 0,0 0 0,0 0 0,0 0 0,0 0 0,0 0 0,0 0 0,0 0 0,0 0 0,0 0 0,0 0 0,0 0 0,0 0 0,0 0 0,0 0 0,0 0 0,0 0 0,0 0 15,0 0-15,0 0 0,0 0 0,0 0 0,0 0 16,0 0-16,0 0 0,0 0 0,0 0 15,0 0-15,0 0 0,0 0 0,0 0 0,0 0 0,0 0 16,0 0-16,0 0 0,0 0 624,545 25-577,-545-25-47,0 0 0,0 0 0,0 0 0,0 0 0,0 0 0,0 0 15,0 0-15,0 0 0,0 0 0,0 0 0,25 0 0,-25 0 0,0 0 0,25 0 203,-25 0-203,0 0 0,0 0 0,0 0 0,0 0 0,0 0 0,0 0 0,0 0 0,0 0 0,0 0 0,0 0 0,0 0 0,0 0 0,0 0 16,0 0-16,0 0 0,0 0 0,0 0 0,0 0 0,0 0 15,0 0-15,0 0 0,0 0 0,0 0 0,0 0 0,0 0 0,0 0 0,-25 0 0,25 0 0,0 0 16,0 0-16,0 0 0,0 0 0,0 0 0,0 0 0,0 0 0,0 0 0,0 0 0,0 0 0,0 0 0,-25 0 0,25-25 0,0 25 0,0 0 0,0 0 16,0 0-16,-24 0 0,24 0 0,0 0 0,0 0 15,0 0-15,-25 0 0,25 0 0,0 0 0,0 0 0,0 0 0,0 0 0,-25 0 0,25 0 0,0 0 0</inkml:trace>
  <inkml:trace contextRef="#ctx0" brushRef="#br0" timeOffset="65590.7516">7094 2208 0,'0'0'0,"0"0"0,0 0 16,0 0-16,0 0 0,0 0 0,0 0 0,0 0 0,0 0 0,0 0 0,0 0 0,0 0 0,0 0 0,0 0 0,0 0 0,-25 0 0,25 0 0,0 0 0,0 0 0,0 0 0,0 0 0,0-25 0,0 25 0,0 0 0,0 0 0,0 0 0,0 0 0,0 0 0,0 0 0,0 0 0,0 0 0,0 0 0,0 0 0,0 0 0,0 0 0,0 0 0,0-25 0,0 25 16,0 0-16,0 0 0,0 0 0,0 0 0,0 0 15,0 0-15,0 0 0,0 0 0,0 0 16,0 0-16,0 0 0,0-25 0,0 25 0,0 0 0,0 0 0,0 0 15,0 0-15,0 0 0,0 0 0,0 0 63,0 0 93,0 0-156,0 0 0,0 0 0,0 0 0,0 0 0,0 0 0,0 0 0,0 0 0,0 0 0,0 0 0,0 0 0,0 0 0,0 0 0,0 0 0,0 0 0,0 0 15,0 0-15,0 25 0,0-25 0,25 0 0,-25 0 0,0 0 0,0 0 0,0 0 0,0 25 0,0-25 0,0 0 0,0 0 0,0 0 0,0 0 0,-25 25 0,25-25 0,0 0 16,0 0-16,0 0 0,0 0 0,0 24 0,0-24 0,0 0 0,0 0 0,0 0 16,0 25-16,0-25 0,0 0 0,0 0 0,0 0 0,0 25 0,0-25 0,0 0 0,0 0 15,0 25-15,0-25 0,0 0 0,0 0 0,0 0 0,0 0 0,0 25 16,0-25-16,0 0 0,0 0 0,0 0 0,0 24 15,0-24-15,0 0 0,0 0 0,0 25 0,0-25 0,0 0 16,0 0-16,0 0 0,0 25 0,0-25 0,0 0 16,0 0-16,0 25 0,0-25 0,0 0 0,0 0 0,0 0 15,0 25-15,0-25 0,0 0 16,0 0-16,0 24 0,0-24 0,0 0 0,0 0 0,0 0 0,0 0 15,0 25-15,0-25 0,0 0 0,0 0 0,0 0 0,0 0 0,0 25 16,0-25-16,0 0 0,0 0 0,0 0 47,0 0-47,0 0 0,0 0 0,0 25 0,0-25 0,0 0 0,0 0 0,0 0 15,0 0-15,0 0 0,0 0 0,0 0 0,0 0 0,0 0 0,0 0 0,0 0 0,0 0 0,0 0 0,0 0 0,0 0 0,0 0 0,0 0 0,0 0 0,0 0 16,0 0-16,0 0 0,0 0 16,0 0-16,0 0 0,0 0 0,0 0 0,0 0 0,0 0 0,0 0 15,0 0-15,0 0 0,0 0 0,0 0 0,0 0 0,0 0 16,0 0-16,0 0 0,0 0 0,0 0 15,0 0-15,0 0 0,0 0 0,0 0 0,0 0 0,0 0 0,0 0 16,0 0-16,0 0 0,0 0 0,0 0 16,0 0-16,0 0 1123</inkml:trace>
  <inkml:trace contextRef="#ctx0" brushRef="#br0" timeOffset="67862.8815">7863 2232 0,'0'0'0,"0"0"0,0 0 0,0 0 0,-25 0 0,25 0 0,0 0 0,0 0 15,0 0-15,0 0 0,0 0 0,0 0 16,0 0-16,0 0 0,0 0 0,0 0 0,0 0 0,0 0 15,0 0-15,0 0 0,0 0 0,0 0 0,0 0 0,0 0 0,0 0 16,0 0-16,0 0 0,0 0 16,0 0 62,0 0-78,0 0 0,0 0 0,0 0 0,0 0 0,0 0 15,0 0-15,0 0 0,0 0 0,0 0 0,0 0 0,0 0 0,0 0 0,0 0 0,0 0 0,0 0 0,0 0 16,0 0-16,0 0 0,0 0 0,0 0 0,0 0 0,0 0 0,0 0 15,0 0-15,0 0 0,0 0 0,0 0 0,0 0 0,0 0 0,0 0 0,0 0 0,0 0 0,0 0 0,0 0 0,0 0 0,0 0 16,0 0-16,0 0 0,0 0 0,0 0 0,0 0 0,0 0 0,0 0 0,0 0 0,-25 0 16,25 0-16,0 0 0,0 0 0,0 0 0,0 0 0,0 0 0,0 0 0,0 0 0,0 0 0,0 0 0,0 0 0,0 0 0,0 0 15,0 0-15,0-24 0,0 24 0,0 0 0,0 0 905,124 297-843,-124-297-62,-24 0 0,24 0 0,0 0 0,0 0 0,0 0 0,0 0 16,0 0-16,-25-25 0,25 25 0,0 0 0,0 0 0,0 0 0,0 0 0,0 0 0,0 0 0,0 0 0,0 0 0,-25 0 0,25 0 0,0 0 16,0 0-16,0 0 0,0 0 0,0 0 0,0 0 0,0 0 0,0 0 0,0 0 0,0 0 0,0 0 0,0 0 0,0 0 0,0 0 0,0 0 0,0 0 0,0 0 0,0 0 15,0 0-15,0 0 0,0 0 0,0 0 0,0 0 0,0 0 0,0 0 0,0 0 16,0 0-16,0 0 0,0 0 0,0 0 0,0 0 0,0 0 0,0 0 0,0 0 0,0 0 0,0 0 0,0-24 15,0 24-15,0 0 0,0 0 0,0 0 0,25 0 0,-25 0 16,0 0-16,0 0 0,0 0 16,0 0-16,0 0 0,25-25 0,-25 25 0,0 0 0,0 0 0,0 0 15,0 0-15,0-25 0,24 25 0,-24 0 0</inkml:trace>
  <inkml:trace contextRef="#ctx0" brushRef="#br0" timeOffset="70524.0337">7640 2257 0,'0'0'0,"0"0"15,0 0-15,0 0 0,0 0 0,0 0 16,0 0-16,0 0 0,0 0 0,0 0 0,0 0 0,0 0 0,0 0 16,0 0-16,0 0 0,0 0 0,0 0 15,0 0-15,0 0 0,0 0 0,0 0 16,0 0-16,0 0 0,0 0 0,0 0 0,0 0 0,0 0 0,0 0 15,0 0-15,0 0 0,0 0 0,0 0 0,0 0 0,0-25 0,-25 25 16,25 0-16,0 0 0,0 0 0,0 0 16,0 0-16,0 0 0,0 0 0,0 0 0,0 0 0,0 0 0,0 0 15,0 0-15,0 0 0,0 0 16,0 0-16,0 0 0,0 0 0,0 0 0,0 0 0,0 0 15,0 0-15,0 0 0,0 0 0,0 0 0,0 0 0,0 0 0,0 0 16,0 0-16,0 0 0,0 0 0,0 0 16,0 0-16,0 0 0,0 0 0,0 0 124,25 0-124,-25 0 0,0 0 0,0 0 0,0 0 0,0 0 0,0 0 0,0 0 0,0 0 0,0 0 0,0 0 0,0 0 0,0 0 0,0 0 0,0 0 0,0 0 0,0 0 0,0 0 0,0 0 0,0 0 0,0 0 16,0 0-16,0 0 0,0 0 0,0 0 0,0 0 0,0 0 0,0 0 0,0 0 0,0 0 0,0 0 0,0 0 0,0 0 0,0 0 0,0 0 0,0 0 0,0 0 0,25 0 16,-25 0-16,0 0 0,0 0 0,0 0 0,0 0 0,0 0 0,0 0 0,0 0 0,0 0 15,0 0-15,0 0 0,0 0 16,0 0-16,0 0 0,24 0 0,-24 0 0,0 0 0,0 0 0,0 0 15,0 0-15,0 0 0,0 0 0,0 0 0,25 0 0,-25 0 0,0 0 16,0 0 15,0 0-31,0 0 0,0 0 0,0 0 16,0 0-16,0 0 0,0 0 0,0 0 0,25 0 0,-25 0 0,0 0 0,0 0 0,0 0 0,0 0 0,0 0 0,0 0 0,0 0 0,0 0 0,25 0 0,-25 0 15,0 0-15,0 0 0,0 0 0,0 0 0,0 0 16,0 0-16,25 0 0,-25 0 0,0 0 0,0 0 16,0 0-16,0 0 0,0 0 0,0 0 0,0 0 0,24 25 15,-24-25-15,0 0 0,0 0 0,0 0 0,0 0 0,0 0 0,0 0 16,0 0-16,0 0 0,0 0 0,0 0 15,0 0 407,-148 447 139,123-447-561,25-25 0,0 25 0,0 0 0,0 0 0,0 0 0,0 0 0,0 0 0,25 0 0,-25-25 0,0 25 0,0 0 0,0 0 0,0 0 0,24-25 0,-24 25 0,0 0 16</inkml:trace>
  <inkml:trace contextRef="#ctx0" brushRef="#br0" timeOffset="74260.2467">8086 2257 0,'0'0'0,"0"0"0,0 0 0,0 0 0,0 0 47,-74-25 31,74 25-78,0 0 0,0 0 0,0 0 0,0 0 0,0 0 0,0 0 0,0 0 0,0 0 0,0 0 0,0 0 0,0 0 0,0 0 0,0 0 0,0 0 0,-25 0 0,25 0 0,0 0 0,0 0 0,0 0 15,0 0 1,0 0-16,0 0 0,0 0 0,0 0 0,0 0 0,0 0 0,0 0 0,0 0 0,0 0 15,0 0-15,0 0 0,-25 0 0,25 0 0,0 0 0,0 0 16,0 0-16,0 0 0,0 0 0,0 0 0,0 0 0,0 0 0,0 0 0,0 0 0,0 0 0,-25 0 0,25 0 0,0 0 0,0 0 0,0 0 0,0 0 0,0 0 0,0 0 0,0 25 0,0-25 0,0 0 0,0 0 16,0-25-16,0 25 0,0 0 0,0 0 0,0 0 0,0 0 0,0 0 15,0 0-15,-24 0 0,24 0 47,0 0-47,0 25 0,0-25 0,0 0 125,-25 25-125,25-25 0,0 0 0,0 0 0,0 0 0,0 0 0,0 0 0,0 25 0,0-25 0,-25 0 0,25 0 0,0 0 0,0 0 0,0 0 0,0 0 0,0 0 0,0 25 0,0-25 0,0 0 0,0 0 0,0 0 0,0 0 0,0 0 0,0 0 0,0 0 0,0 24 15,0-24-15,0 0 0,0 0 0,0 0 0,0 0 0,0 0 0,0 0 0,0 25 0,0-25 0,0 0 0,0 0 0,0 0 0,0 0 0,0 25 0,0-25 0,0 0 16,0 0-16,0 0 0,0 0 16,0 0-16,0 0 0,0 0 0,25 0 15,-25 25-15,0-25 0,0 0 0,0 0 0,0 0 0,0 0 0,0 0 16,0 25-16,0-25 0,0 0 0,0 0 0,0 0 0,0 0 15,0 24-15,0-24 0,0 0 0,0 0 0,25 0 0,-25 0 16,0 0-16,0 0 0,0 0 0,0 25 0,0-25 16,0 0-16,0 0 0,0 0 0,0 0 0,0 0 0,0 0 0,0 0 15,0 25-15,0-25 0,0 0 16,24 0-16,-24 0 0,0 0 0,0 0 0,0 0 0,0 0 234,125 99-219,-101-99-15,-24 0 0,25 0 0,-25 0 0,0 0 0,0 0 0,0 0 0,25 0 0,-25-25 0,0 25 0,0 0 16,0 0-16,25 0 0,-25 0 0,0 0 0,0 0 0,0 0 0,25 0 0,-25 0 0,0 0 0,0 0 16,0 0-16,0 0 0,0 0 0,24 0 0,-24 0 0,0-24 0,0 24 0,0 0 0,0 0 0,0 0 0,0 0 0,0 0 0,0 0 0,0 0 0,25 0 15,-25 0-15,0 0 0,0 0 0,0 0 0,0 0 0,0 0 16,0 0-16,0-25 0,25 25 0,-25 0 0,0 0 0,0 0 0,0 0 0,0 0 0,0 0 0,0 0 0,0 0 0,0-25 0,0 25 15,0 0 609</inkml:trace>
  <inkml:trace contextRef="#ctx0" brushRef="#br0" timeOffset="77459.4304">8483 2604 0,'0'0'0,"0"0"0,0 0 0,0 0 0,0 0 0,0 0 0,0 0 0,0 0 0,0 0 0,0 0 0,0 0 0,0 0 0,0 0 0,0 0 0,0 0 0,0 0 0,0 0 0,0 0 0,0 0 0,0 0 0,0 0 15,0 0-15,0 0 0,0 0 0,0 0 0,0 0 0,0 0 0,0 0 0,0 0 16,0 0-16,0 0 0,0 0 15,0 0-15,0 0 0,0 0 0,0 0 0,0 0 0,0 0 0,0 0 0,0 0 16,0 0-16,0 0 0,0 0 0,0 0 0,0 0 16,0 0 561,149-74-250,-149 223-327,0-149 0,0 0 0,0 0 0,0 0 0,0 0 0,0 0 0,0 0 0,0 0 0,0 0 0,0 0 0,0 0 0,0 0 0,-25 0 0,25 0 0,0 0 0,0 0 0,0 25 16,0-25-16,0 0 0,0 0 0,0 0 0,0 0 0,0 0 0,0 0 0,0 0 0,0 0 0,-25 0 0,25 0 0,0 0 0,0 0 0,0 0 0,0 0 0,0 0 0,0 0 0,0 0 0,0 0 0,0 0 0,0 0 16,0 0-16,0 0 0,0 0 0,0 0 0,0 0 0,0 0 0,0 0 0,0 0 15,0 0-15,0 0 0,0 0 16,0 25-16,0-25 0,0 0 0,0 0 0,0 0 0,0 0 0,0 0 15,0 0-15,0 0 0,0 0 0,0 0 16,0 0-16,0 0 0,0 0 0,0 0 0,0 0 0,0 0 0,0 0 0,0 0 16,0-25-16,0 25 0,0 0 0,0 0 15,0 0-15,0 0 0,0 25 0,0-25 0,0 0 0,0 0 16,0 0-16,0 0 0,0 0 0,0 0 15,0 0-15,0 0 0,0 0 0,0 0 0,0 0 0,0 0 0,0 0 16,0 0-16,0 0 0,0 0 47,0 0-47,0 0 0,0 0 0,0 0 0,0 0 0,0-25 0,0 25 0,0 0 0,0 0 0,0 0 0,0 0 15,0 0-15,0 0 0,0 0 0,0 0 0,0 0 0,0 0 0,0 0 0,0 0 0,0 25 0,0-25 0,0 0 0,0 0 0,0 0 16,0 0-16,0 0 0,0 0 0,0 0 0,0 0 0,0-25 16,0 25-16,0 0 0,0 0 0,0 0 15,0 0-15,0 0 0,0 0 0,0 0 0,0 0 0,0 0 16,0 0-16,0 0 0,0 0 0,0 0 0,0 0 0,0 0 0,0 0 15,0 0-15,0 0 0,0 0 0,25 0 0,-25 0 16,0 0-16,0 0 0,0 0 0,0 0 0,0 0 0,0 0 16,0 0-16,0 0 0,0 0 0,0 0 15,0 0-15,0 0 0,0 0 0,0 0 0,25 0 0,-25 0 16,0 0-16,0 0 0,0 0 0,0 0 0,0-25 0,0 25 0,0 0 15,0 0-15,25 0 0,-25 0 0,0 0 16,0 0-16,0 0 0,0 0 0,0 0 0,0 0 0,0 0 0,0 0 16,0 0-16,0 0 0,0 0 0,25 0 171,-1 0-171,-24 0 0,0 0 0,0 0 0,0 0 0,0 0 0,0 0 0,0 0 0,0 0 0,0 25 0,0-25 0,0 0 0,25 0 0,-25 0 0,0 0 16,0 0-16,0 0 0,0 0 0,0 0 0,0 0 0,0 0 0,0 0 0,0 0 0,0 0 0,0 0 0,0 25 0,0-25 0,0 0 15,0 0-15,0 0 0,0 0 0,0 0 0,0 0 0,0 0 0,0 0 0,0 0 0,0 0 0,0 24 0,25-24 0,-25 0 0,0 0 0,0 0 0,0 0 0,0 0 0,0 0 0,0 0 0,0 0 16,0 0-16,0 25 0,0-25 0,0 0 0,0 0 0,0 0 0,0 0 16,0 0-16,0 0 0,0 0 0,0 0 15,0 0-15,0 25 0,0-25 0,0 0 0,0 0 0,0 0 16,0 0-1,0 0-15,0 0 0,0 0 0,0 25 0,0-25 0,0 0 0,0 0 0,0 0 0,0 0 16,0 0-16,0 0 0,0 0 0,0 0 0,0 0 0,0 0 16,0 25-16,0-25 0,0 0 0,0 0 0,0 0 0,0 0 15,0 0-15,0 0 0,0 0 0,0 0 16,0 0-16,0 0 0,0 0 0,0 0 0,0 0 0,0 0 0,-25 24 15,25-24-15,0 0 0,0 0 16,0 0-16,0 0 0,0 0 0,0 0 0,0 0 0,0 0 0,0 0 16,0 0-16,0 25 0,0-25 0,0 0 0,0 0 0,0 0 15,0 0-15,0 0 0,-25 0 0,25 0 0,0 0 0,0 0 16,0 0-16,0 0 0,0 0 0,-24 0 15,24 0-15,0 0 0,0 0 0,0 0 0,0 0 0,0 0 16,0 0-16,0 25 0,-25-25 16,25 0-16,0 0 0,0 0 0,0 0 0,0 0 0,0 0 0,0 0 15,-25 0-15,25 0 0,0 0 47,0 0-47,0 0 109,-50-25-109,26 25 0,24 0 0,0 0 0,0 0 16,0 0-16,0 0 0,0 0 0,0-25 0,0 25 0,0 0 0,0 0 15,0 0-15,0 0 0,0 0 0,0 0 0,0 0 0,0 0 0,0 0 0,0 0 16,0 0-16,0 0 0,0 0 0,0 0 0,0 0 0,0 0 0,0 0 0,0 0 0,0 0 0,0 0 16,0 0-16,0 0 0,0 0 0,0 0 0,0 0 0,0 0 0,0 0 0,0 0 0,0 0 0,0 0 0,0 0 0,0 0 15,0 0-15,0 0 0,0 0 0,0 0 0,0 0 0,0 0 0,0-24 0,0 24 0,24 0 0,-24 0 0,0 0 0,0 0 0,0 0 0,0 0 0,25-25 0</inkml:trace>
  <inkml:trace contextRef="#ctx0" brushRef="#br0" timeOffset="80970.6312">9277 2555 0,'0'0'0,"0"0"15,0 0-15,0 0 0,0 0 0,0 0 0,0 0 16,0 0-16,0 0 0,0 0 0,25 25 171,-25-25-171,0 0 0,0 0 0,0 0 0,0 0 0,0 0 16,0 0-16,0 0 0,0 0 0,0 0 0,0 0 0,0 0 0,0 0 0,0 0 0,0 0 0,0 0 0,25 0 0,-25 0 16,0 0-16,0 0 0,0 0 0,24 0 0,-24 0 0,0 0 15,0 0-15,25 0 0,-25 0 0,0 0 0,0 0 0,25 0 0,-25 0 0,0 0 0,25 0 0,-25 0 0,0 0 16,0 0-16,25 0 0,-25 0 0,0 0 0,0 0 0,24 0 0,-24 0 0,0 0 0,0 0 0,0 0 0,25 0 0,-25 0 0,0 0 0,0 0 0,0 0 0,25 0 0,-25 0 0,0 0 15,0 0-15,0 0 0,0 0 0,25 0 0,-25 0 0,0 0 0,0 0 0,0 0 0,25 0 0,-25 0 63,0 0-63,0 0 0,24 0 0,-24 0 0,0 0 0,0 0 0,0 0 0,0 0 0,25 0 0,-25 0 0,0 0 0,0 0 0,0 0 0,0 0 0,0 0 0,0 0 0,0 0 0,0 0 0,0 0 0,0 0 15,0 0-15,0 0 0,0 0 0,0 0 0,0 0 0,0 0 0,0 0 16,0 0-16,0 0 0,0 0 16,0 0-16,0 0 0,0 0 0,0 0 0,0 0 0,0 0 0,0 0 0,0 0 15,0-25-15,0 25 0,0 0 16,0 0-16,0 0 0,0 0 0,0 0 0,0 0 0,0 0 15,-25 0-15,25 0 0,0 0 0,0 0 827</inkml:trace>
  <inkml:trace contextRef="#ctx0" brushRef="#br0" timeOffset="82378.7117">9451 2803 0,'0'0'0,"0"0"0,0 0 0,0 0 0,0 0 234</inkml:trace>
  <inkml:trace contextRef="#ctx0" brushRef="#br0" timeOffset="83482.7749">9500 2480 0,'0'0'16,"0"0"-16,0 0 0,0 0 0,0 0 0,0 0 0,0 0 0,0 0 0,0 0 0,0 0 0,0 0 0,0 0 0,0 0 0,0 0 0,0 0 0,0 0 0,0 0 0,0 0 0,0 0 0,0 0 0,0 0 0,0 0 0,0 0 15,0 0-15,0 0 0,0 0 0,0 0 0,0 0 0,0 0 0,0 0 16,0 0-16,0 0 0,0 0 0,0 0 0,0 0 0,0 0 16,0 0-16,0 0 0,0 0 0,0 0 15,0 0-15,0 0 0,0 0 0,0 0 0,0 0 0,0 0 16,0 0-16,0 0 0,0 0 0,0 0 0,0 0 15,0 0-15,0 0 0,0 0 0,0 0 0,0 0 0,0 0 16,0 0-16,0 0 0,0 0 0,0 0 0,0 0 16,0 0-16,0 0 0,0 0 0,0 0 0,0 0 0,0 0 0,0 0 15,0 0-15,0 0 0,0 0 16,0 0-16,0 0 0,0 0 0,0 0 0,0 0 0,0 0 0,0 0 15,0 25-15,0-25 0,0 0 0,0 0 16,0 0-16,0 0 0,0 25 0,-25-25 0,25 0 0,0 0 0,0 0 0,0 25 16,0-25-16,0 0 0,0 0 15,0 0-15,0 25 0,0-25 0,0 0 0,0 24 0,0-24 0,0 0 16,0 0-16,0 25 0,0-25 0,0 0 0,0 25 0,0-25 0,0 0 15,0 0-15,0 25 0,0-25 0,0 0 16,0 25-16,0-25 0,0 0 0,0 0 203,0 124-203,0-124 0,0 0 0,0 0 0,0 0 0,0 0 0,0 0 0,0 0 0,0 0 0,0 0 0,0 0 0,0 0 0,0 0 0,0 0 0,0 0 0,0 0 0,0 0 0,0 0 0,0 0 0,0 0 0,0 0 0,0 0 0,0 0 0,0-25 0,0 25 0,0 0 0,0 0 0,0 0 0,0 0 0,0 0 0,0 0 0,0 0 0,0-25 0,0 25 0,0 0 0,0 0 0,0 0 15</inkml:trace>
  <inkml:trace contextRef="#ctx0" brushRef="#br0" timeOffset="86408.9417">9971 2381 0,'0'0'0,"0"0"0,0 0 0,0 0 0,0 0 0,0 0 0,25 0 0,-25 0 16,0 0-16,0 0 0,0 0 0,0 0 0,0-25 0,0 25 0,0 0 0,0 0 0,0 0 0,0 0 0,0 0 16,0 0-16,25 0 0,-25-24 0,0 24 0,0 0 0,0 0 0,0 0 0,0 0 0,0 0 0,0 0 0,0 0 0,0 0 0,0 0 0,0 0 15,25 0-15,-25 0 0,0 0 0,0 0 0,0 0 0,0-25 0,0 25 0,0 0 0,0 0 16,0 0-16,0 0 0,0 0 0,0 0 0,25 0 0,-25 0 0,0 0 0,0 0 0,0 0 0,0 0 0,0 0 0,0 0 0,0 0 15,0 0-15,0 0 0,25 0 0,-25 0 0,0 0 16,0 0-16,0 0 0,0 0 0,0 0 0,0 0 16,24 0-16,-24 0 0,0 0 0,0 0 0,0 0 0,0 0 0,0 0 15,0 0-15,0 0 0,0 0 0,0 0 16,25 0-16,-25 0 0,0 0 0,0 0 0,0 0 0,0 0 15,0 0-15,0 0 0,0 0 0,0 0 0,0 0 0,0 0 16,0 0-16,0 0 0,25 0 0,-25 0 16,0 0-16,0 0 0,0 0 0,0 25 0,0-25 0,0 0 15,0 0-15,0 0 0,0 0 78,25 0-78,-25 0 0,0 99 78,0-99-78,0 0 0,0 0 0,0 25 0,0-25 0,0 0 0,0 0 0,0 0 16,0 0-16,0 24 15,0-24-15,0 0 0,0 0 0,0 0 0,-25 0 0,25 25 0,0-25 0,0 0 0,0 0 0,0 0 0,0 0 0,0 25 0,0-25 16,0 0-16,0 0 0,0 0 0,-25 0 0,25 0 0,0 25 0,0-25 16,0 0-16,0 0 0,0 0 0,0 0 0,0 0 0,0 0 0,0 25 0,-25-25 0,25 0 0,0 0 0,0 0 0,0 0 0,0 24 0,0-24 0,0 0 0,-24 0 0,24 0 0,0 0 0,0 0 0,0 0 0,0 0 0,0 25 0,0-25 0,-25 0 0,25 0 15,0 0-15,0 0 0,0 0 0,0 0 0,0 0 47,0 0-47,0 25 0,-25-25 0,25 0 0,0 0 0,0 0 0,0 0 0,0 0 0,0 0 16,0 0-16,0 0 0,-25 0 0,25 0 0,0 25 0,0-25 15,0 0-15,0 0 0,0 0 0,0 0 0,0 0 0,0 0 0,-25 0 0,25 0 0,0 0 0,0 0 0,0 0 0,0 0 16,0 0-16,0 0 0,0 0 0,0 0 0,0 25 0,0-25 15,0 0-15,0 0 0,0 0 0,0 0 0,0 0 0,0 0 0,0 0 16,0 0-16,0 0 0,0 0 16,0 0-16,0 0 0,0 0 0,0 0 0,0 0 0,0 0 0,0 0 46</inkml:trace>
  <inkml:trace contextRef="#ctx0" brushRef="#br0" timeOffset="87937.0297">10046 2679 0,'0'0'15,"-25"0"-15,25 0 0,0 0 0,0 0 0,0 0 16,0 0-16,0 0 0,0 0 0,0 0 0,0 0 0,0 0 0,0 0 15,0 0-15,0 0 0,0 0 16,0 0-16,0 0 0,0 0 0,0 0 0,0 0 0,0 0 16,0 0-16,0 0 0,0 0 0,0 0 0,0 0 0,0 0 0,0 0 15,0 0-15,0 0 0,0 0 0,0 0 16,0 0-16,0 0 0,0 0 0,0 0 0,0 0 0,0 0 0,0 0 15,0 0-15,0 0 0,0 0 0,0 0 0,0 0 16,0 0-16,0 0 0,0 0 0,0 0 0,0 0 16,0 0-16,0 0 0,0 0 0,0 0 15,0 0-15,0 0 0,0 0 0,0 0 0,0 0 0,0 0 0,0 0 47,0 0-47,0 0 203,149 0-203,-124 0 15,-25 0-15,0 0 0,0 0 0,0 0 0,25 0 0,-25 0 16,0 0-16,0 0 0,0 0 0,0 0 0,0 0 0,24 0 0,-24 0 0,0 0 0,0 0 0,0 0 0,0 0 0,0 0 0,0 0 0,25 0 0,-25 0 16,0 0-16,0 0 0,0 0 0,0 0 0,0 0 0,0 0 0,25 0 0,-25 0 0,0 0 0,0 0 0,0 0 0,0 0 0,0 0 0,0 0 0,0 0 0,0 0 0,0 25 15,0-25-15,0 0 0,25 0 0,-25 0 0,0 0 0,0 0 0,0 0 0,0 0 0,0 0 0,0 0 0,0 0 0,0 0 0,0 0 0,0 0 16,0 0-16,0 0 0,0 0 0,0 0 0,0 0 15,0 0-15,25 0 0,-25 0 0,0 0 0,0 0 16,0 0-16,0 0 0,0 0 0,0 0 0,0 0 0,0-25 16,0 25-16,0 0 0,0 0 0,0 0 0,0 0 0,0 0 15,0 0-15,0 0 0,0 25 0,0-25 0,0 0 0,0 0 16,0 0-16,0 0 0,0 0 15,0 0-15,0 0 0,0 0 0,0 0 0,0 0 0,0 0 0,0 0 16,0 0-16,0 0 0,0 0 0,0 0 0,0 0 16,0 0-16,0 0 0,0 0 0,0 0 390</inkml:trace>
  <inkml:trace contextRef="#ctx0" brushRef="#br0" timeOffset="89903.1421">10492 2406 0,'0'0'0,"0"0"0,0 0 0,0 0 0,0 0 15,0 0-15,0 0 0,0 0 16,0 0-16,0 0 0,0 0 0,0 0 0,0 0 0,0 0 0,0 0 0,0 0 15,0 0-15,0 0 0,0 0 0,0 0 16,0 0-16,0 0 0,0 0 0,0 0 0,0 0 0,0 0 16,0 0-16,0 0 0,0 0 0,0 0 0,0 0 15,0 0-15,0 0 0,0 0 156,0 0-156,0 0 0,0 0 0,0 0 16,0 0-16,0 0 0,0 0 0,0 0 0,0 0 0,0 0 0,0 0 0,0 0 0,0 0 0,0 0 0,0 0 0,0 0 0,0 0 0,0 0 15,0 0-15,0 0 0,0 0 0,0 0 0,0 0 0,0 0 0,0 0 16,0 0-16,0-25 0,0 25 0,0 0 0,0 0 0,0 0 0,0 0 0,0 0 0,0 0 0,0 0 0,0 0 0,0 0 0,0 0 0,0 0 0,0 0 0,0 0 0,0 0 0,0 0 0,0 0 0,0 0 0,0 0 0,0 0 0,0 0 0,0 0 0,0 0 16,0 0-16,0 0 0,25 0 0,-25 0 15,0 0-15,0 0 0,0 0 0,0 0 0,0 0 0,0 0 16,0 0-16,0 0 0,0 0 0,0 0 0,0-25 0,0 25 0,25 0 15,-25 0-15,0 0 0,0 0 0,0 0 16,0 0-16,0 0 0,0 0 47,25 0 904</inkml:trace>
  <inkml:trace contextRef="#ctx0" brushRef="#br0" timeOffset="91390.2271">10517 2406 0,'0'0'0,"0"0"0,0 0 0,0 0 0,0 0 15,0 0 251,199 74-266,-199-74 0,0 0 0,0 0 0,0 0 0,0 25 0,0-25 0,0 0 0,0 0 0,0 0 0,0 0 0,0 0 0,0 25 0,0-25 0,0 0 0,0 0 0,0 0 0,0 0 0,0 0 0,0 25 0,0-25 0,0 0 0,0 0 0,0 0 0,0 0 0,0 0 15,0 25-15,0-25 0,0 0 0,0 0 0,0 0 0,0 0 0,0 0 0,0 0 0,0 0 0,0 24 0,0-24 0,0 0 0,0 0 0,0 0 16,0 0-16,0 0 0,0 0 0,0 0 0,0 25 15,0-25-15,0 0 0,0 0 0,0 0 0,0 0 0,0 0 0,0 0 0,0 0 16,0 0-16,0 25 0,0-25 0,0 0 16,0 0-16,0 0 0,0 0 0,0 0 0,0 0 0,0 0 15,0 0-15,0 0 0,0 25 0,0-25 16,-25 0-16,25 0 0,0 0 0,0 0 0,0 0 0,0 0 0,0 0 15,0 0-15,0 25 0,0-25 0,0 0 0,0 0 16,0 0-16,0 0 0,0 0 0,0 0 0,0 0 0,0 0 16,0 0-16,-25 0 0,25 0 0,0 0 0,0 25 15,0-25-15,0 0 0,0 0 0,0 0 0,0 0 0,0 0 16,0 0-16,0 0 0,0 0 47,0 0-16,0 0-31,0 0 0,0 0 0,0 0 0,0 0 0,0 0 0,0 0 0,0 0 15,0 0-15,0 0 0,0 0 0,0 0 0,-25 0 0,25-25 0,0 25 0,0 0 0,0 0 0,0 0 0,0 0 0,0 0 0,0 0 16,0 0-16,0 0 0,0 0 16,0 0-16,0 0 0,0 0 0,0 0 0,0 0 0,0 0 0,0 0 0,-25-25 0,25 25 0,0 0 0,0 0 0,0 0 0,0 0 0,0 0 0,0 0 0,0 0 0,0 0 0,0 0 0,0 0 0,0 0 0,0 0 0,0 0 0,0 0 15,0 0-15,0 0 0,0 0 16,0 0-16,0 0 0,0 0 0,0 0 0,0 0 0,0 0 15,0 0-15,0 0 0,0 0 0,0 0 47,0 0-47,0 0 0,0 0 0,0 0 0,0 0 0,0 0 0,0 0 0,0 0 0,0-25 0,0 25 0,0 0 0,25 0 0,-25 0 0,0 0 0,0-25 0,0 25 0</inkml:trace>
  <inkml:trace contextRef="#ctx0" brushRef="#br0" timeOffset="93604.3538">10815 2480 0,'0'0'0,"0"0"16,0 0-16,0 0 0,0 0 0,0 0 0,0 0 0,0 0 15,0 0-15,0 0 0,0 0 0,0 0 16,0 0-16,0 0 0,0 0 0,0 0 0,0 0 0,0 0 0,0 0 16,0 0-16,0 0 0,0 0 46,0 0-46,0 0 0,0 0 0,0 0 0,0 0 0,0 0 0,0 0 0,0 0 16,0 0-16,0 0 0,0 0 0,0 0 0,0 0 0,0 0 0,0 0 0,0 0 0,0 0 0,0 0 0,0 0 0,0 0 0,0-24 0,0 24 0,0 0 0,0 0 16,0 0-16,0 0 0,0 0 0,0 0 0,0 0 0,0 0 15,0 0-15,0 0 0,0 0 0,0 0 0,0 0 16,0 0-16,0 0 0,0 0 0,0 0 0,0 0 0,0 0 15,0 0-15,0 0 0,0 0 0,0 0 0,0 0 16,0 0-16,0 0 0,0 0 0,0 0 952,0 24-874,0 1 0,0 99 358</inkml:trace>
  <inkml:trace contextRef="#ctx0" brushRef="#br0" timeOffset="95387.4558">10988 2456 0,'0'0'0,"0"0"0,0 0 15,0 0-15,0 0 0,0 0 0,0 0 0,0 0 0,0 0 16,0 0-16,0 0 47,-272 124 1060</inkml:trace>
  <inkml:trace contextRef="#ctx0" brushRef="#br0" timeOffset="99303.6798">10964 2505 0,'0'0'0,"0"0"0,0 0 0,0 0 0,0 0 0,0 0 0,-25 0 0,25 0 0,0 0 0,0 0 0,0 0 0,0 0 0,0 0 0,0 0 0,0 0 0,0 0 0,0 0 0,0 0 0,0 0 0,-25 0 0,25 0 0,0 0 0,0 0 0,0 0 0,0 0 0,0 0 0,0 0 0,0 25 0,0-25 0,0 0 0,0 0 16,0 0-16,0 0 0,-25 0 0,25 0 0,0 0 0,0 0 0,0 0 0,0 0 0,0 0 0,0 0 0,0 0 0,0 25 15,0-25-15,0 0 0,0 0 16,0 0-16,0 0 0,0 0 0,0 0 0,0 0 0,0 0 0,-25 0 16,25 0-16,0 0 0,0 0 0,0 0 0,0 0 15,0 0-15,0 0 0,0 0 47,0 0 0,0 0-47,0 0 0,0 25 0,0-25 0,0 0 0,0 0 0,0 0 0,0 0 0,0 0 0,0 0 0,0 0 0,0 0 0,0 0 0,-24 0 0,24 0 0,0 0 0,0 24 0,0-24 0,0 0 0,0 0 0,0 0 15,0 0-15,0 0 0,0 0 0,0 0 0,0 0 0,0 25 0,0-25 0,0 0 0,0 0 0,0 0 0,0 0 0,0 0 0,0 0 0,0 0 0,0 0 0,0 0 0,0 25 0,0-25 0,0 0 16,0 0-16,0 0 0,0 0 0,0 0 0,0 0 0,0 0 0,0 0 16,0 0-16,0 0 0,0 25 0,0-25 0,0 0 15,0 0-15,0 0 0,0 0 0,0 0 16,24 0-16,-24 25 0,0-25 0,0 0 0,0 0 0,0 0 0,0 0 15,0 0-15,0 0 0,0 0 219,149 124-219,-149-124 0,25 0 0,-25 0 0,0 0 15,25 0-15,-25 0 0,0 0 0,0-25 0,25 25 0,-25 0 0,0 0 0,0 0 0,0 0 0,24 0 0,-24 0 0,0 0 0,0 0 0,0-25 0,0 25 0,25 0 0,-25 0 16,0 0-16,0 0 0,0 0 0,0 0 0,0 0 0,0 0 0,0 0 0,0 0 0,25 0 0,-25-25 0,0 25 0,0 0 0,0 0 0,0 0 0,0 0 16,0 0-16,0 0 0,0 0 0,0 0 0,0 0 0,0 0 0,0 0 0,0 0 0,0 0 0,0 0 15,0 0-15,0 0 0,0 0 0,0 0 0,0 0 0,0 0 0,0 0 94,0 0-94,0 0 0,0 0 15,0 0-15,0-24 0,0 24 0,0 0 0,0 0 0,0 0 0,0 0 0,-25 0 0,25 0 0,0 0 0,0-25 0,0 25 16,0 0-16,0 0 0,0 0 0,0 0 0,0 0 0,0 0 0</inkml:trace>
  <inkml:trace contextRef="#ctx0" brushRef="#br0" timeOffset="102306.8516">11410 2753 0,'0'0'0,"0"0"0,0 0 0,0 0 0,0 0 0,0 0 0,0 0 0,0 0 0,0 0 0,0 0 0,0 0 0,0 0 0,0 0 0,0 0 0,0-24 0,0 24 16,0 0-16,0 0 0,0 0 0,0 0 0,0 0 0,0 0 0,0 0 16,0 0-16,0 0 0,0 0 15,0 0-15,0 0 0,0 0 0,0 0 0,0 0 0,0 0 0,0 0 16,0 0-16,0 0 0,0 0 0,0 0 0,0 0 0,0 0 15,0 0 141,0 0 16,-99 148-172,99-148 0,0 0 0,0 0 0,0 25 0,0-25 0,0 0 0,0 0 0,0 0 0,0 0 0,0 0 0,-25 0 0,25 0 0,0 25 0,0-25 16,0 0-16,0 0 0,0 0 0,0 0 0,0 0 0,0 0 0,0 0 0,0 0 0,0 25 0,0-25 0,0 0 0,0 0 0,0 0 0,0 0 0,0 0 0,0 0 0,-25 0 0,25 0 0,0 0 0,0 0 0,0 0 0,0 0 0,0 0 0,0 0 0,0 0 0,0 0 0,0 0 15,0 0-15,0 0 0,0 0 0,0 0 0,0 0 16,0 0-16,0 0 0,0 0 0,0 0 0,0 0 0,0 0 15,0 0-15,0 0 0,0 0 0,0 0 16,0 0-16,0 0 0,0 0 1030,348 0-1030,-348 0 0,0 0 0,0 0 0,0 0 0,0 0 0,0-25 0,0 25 0,0 0 0,0 0 0,0 0 0,0 0 0,0 0 0,-25 0 0,25 0 0,0 0 15,0 0-15,0 0 0,0 0 0,0 0 0,0 0 0,0 0 0,0 0 0,0 0 0,0 0 16,0 0-16,0 0 0,-25 0 0,25 0 0,0 0 0,0 0 15,0 0-15,0 0 0,0 0 0,0 0 0,0 0 0,0 0 0,0 0 0,0 0 0,0 0 0,0 0 0,0 0 0,0 0 0,0 0 0,0 0 0,0 0 0,-25 0 0,25 0 0,0 0 0,0 0 0,0 0 0,0 0 0,0 0 16,0 0-16,0 0 0,0 0 0,0 0 0,0 0 0,0 0 16,0 0-16,0 0 0,0 0 0,0 0 15,0 0-15,0 0 0,0 0 0,0 0 0,0 0 0,0 0 16,0 0-16,0 0 0,0 0 359</inkml:trace>
  <inkml:trace contextRef="#ctx0" brushRef="#br0" timeOffset="104099.9541">11534 2729 0,'0'0'93,"0"0"-93,0 0 0,0 0 0,0 0 0,0 0 0,0 0 0,0 0 0,0 0 0,0 0 0,0 0 16,0 0-16,0 0 0,0 0 0,0 0 0,0 0 0,0 0 0,0 0 0,0 0 0,0 0 0,0 0 0,0 0 0,0 0 0,0 0 0,0 0 0,0 0 0,0 0 0,0 0 0,0 0 0,0 0 0,0 0 0,0 0 0,0 0 16,0 0-16,0 0 0,0 0 0,0 0 0,0 0 0,0 0 0,0 0 0,0 0 0,0 0 0,0 0 0,0 0 15,0 0-15,0 0 0,0 0 0,0 0 0,0 0 0,0 0 16,0 0-16,0 0 0,0 0 0,0 0 0,0 0 0,0 0 0,0 0 15,0 0-15,0 0 0,0 0 0,0 0 16,0 0-16,0 0 0,0 0 0,0 0 0,0 0 842,25 421-842,-25-421 0,0-25 0,0 25 0,0 0 0,0 0 0,0 0 0,0 0 0,0 0 0,0 0 0,0 0 0,0 0 0,0 0 0,0 0 0,0 0 16,0 0-16,0-24 0,0 24 0,0 0 0,0 0 0,25 0 0,-25 0 0,0 0 0,0-25 0,0 25 0,0 0 0,0 0 0,0 0 0,0 0 0,0-25 0,0 25 0,0 0 0,0 0 0,0 0 0,0 0 0,0 0 0,0 0 0,0 0 0,0-25 16,0 25-16,0 0 0,0 0 0,0 0 0,0 0 0,0 0 0,0 0 15,0 0-15,0-25 0,0 25 0,0 0 16,0 0-16,0 0 0,25 0 0,-25 0 15,0 0-15,0-24 0,0 24 0,0 0 0,0 0 0,0 0 0,0 0 0,0 0 16,0 0-16,0 0 0,0 0 16,0 0-16,0-25 0,0 25 0,0 0 0,0 0 0,0 0 0,0 0 15,0 0-15,0 0 0,0 0 0,0 0 0,0 0 16,0 0-16,0 0 0,0 0 0,0 0 0,0-25 15,0 25-15,0 0 0,0 0 0,0 0 0,0 0 0,0 0 0,0 0 16,0 0-16,0 0 0,0 0 16,0 0-16,0 0 0,0 0 0,0 0 0,0 0 15,0 0-15,0 0 0,0 0 0,0 0 0,0 0 0,0 0 0,0 0 16,0 0-16,0 0 0,0 0 0,0 0 0,0 0 15,0 0-15,0 0 0,0 0 0,0 0 0,0 0 16,0 0-16,0 0 0,0 0 0,0 0 0,0 0 0,0 0 0,0 0 16,0 0-16,0 0 0,0 0 0,0 0 15,0 0-15,0 0 0,0 0 0,0 0 0,0 0 0,0 0 0,0 0 63,0 0 93,0-25-156,0 25 0,0 0 0,0 0 0,0 0 0,0 0 0</inkml:trace>
  <inkml:trace contextRef="#ctx0" brushRef="#br0" timeOffset="105680.0444">12204 2480 0,'0'0'15,"0"0"-15,0 0 0,0 0 0,0 0 0,0 0 0,0 0 0,0 0 16,0 0-16,0 0 0,0 0 0,0 0 0,0 0 0,0 0 16,0 0-16,0 0 0,0 0 0,0 0 15,0 0-15,0 0 0,0 0 0,0 0 0,0 0 0,0 0 0,0 0 16,0 0-16,0 0 0,0 0 15,0 0-15,0 0 0,0 0 0,0 0 0,0 0 0,0 0 0,0 0 16,0 0-16,0 0 0,0 0 0,0 0 0,0 0 0,0 0 0,0 0 16,0 0-16,0 0 0,0 0 0,0 0 15,0 0-15,0 0 0,0 0 0,0 0 0,0 0 0,0 0 16,0 0-16,0 0 0,0 0 0,0 0 0,0 0 0,0 0 15,0 0-15,0 0 0,0 0 0,0 0 0,0 0 0,0 0 16,0 0-16,0 0 0,0 0 0,0 0 16,0 0-16,0 0 0,0 0 0,0 0 0,0 0 0,0 0 15,0 0-15,0 0 0,0 0 0,0 0 0,0 0 0,0 0 16,0 0-16,0 0 0,0 0 0,0 0 15,0 0-15,0 0 0,0 0 0,0 0 0,0 0 0,0 0 16,0 0-16,0 0 0,0 0 0,0 0 0,0 0 0,0 0 0,0 0 16,0 0-16,0 0 0,0 0 15,0 0-15,0 0 0,0 0 0,0 0 0,0 0 0,0 0 0,0 0 16,0 0-16,0 0 0,0 0 0,0 0 0,0 0 15,0 0-15,0 0 0,0 0 0,0 0 0,0 0 16,25 0-16,-25 0 0,0 0 0,0 0 0,0 0 0,0 0 0,0 0 16,0 0-16,0 25 0,0-25 0,0 0 0,0 0 0,0 0 15,0 0-15,25 0 0,-25 0 16,0 0-16,0 0 0,0 0 0,0 0 0,0 0 0,24 0 0,-24 0 15,0 0-15,0 0 0,0 0 0,0 0 0,25 0 0,-25 0 16,0 0-16,0 0 0,0 0 0,0 0 16,25 0-16,-25 0 0,0 0 0,0 0 0,0 25 0,0-25 0,0 0 15,25 0-15,-25 0 0,0 0 172,25-25-94,-25 50-78,0-25 0</inkml:trace>
  <inkml:trace contextRef="#ctx0" brushRef="#br0" timeOffset="106627.0987">12229 2704 0,'0'0'15,"0"0"-15,0 0 0,0 0 0,0 0 0,0 0 0,0 0 0,0 0 0,0 0 0,0 0 0,0 0 0,0 0 16,0 0-16,0 0 0,0 0 0,0 0 0,0 0 0,0 0 0,0 0 16,0 0-16,0 0 0,0 0 0,0 0 0,0 0 15,0 0-15,0 0 0,0 0 0,0 0 16,0 0-16,0 0 0,0 0 0,0 0 47,0 0-47,0 0 0,0 0 0,0 0 0,0 0 0,0 0 0,0 0 0,0 0 0,0 0 15,0 0-15,0 0 0,0 0 0,0 0 0,0 0 0,0 0 0,25 0 0,-25 0 0,0 0 0,0 0 0,0 0 0,0 0 0,0 0 0,0 0 0,0 0 0,0 0 0,0 0 16,0 0-16,0 0 0,0 0 15,0 0-15,0 0 0,0 0 0,24 0 0,-24 0 0,0 0 0,0 0 16,0 0-16,0 0 0,0 0 0,0 0 0,25 0 0,-25 0 16,0 0-16,0 0 0,0 0 0,0 25 0,0-25 15,25 0-15,-25 0 0,0 0 0,0 0 0,0 0 0,0 0 16,0 0-16,0 0 0,0 0 0,0 0 0,25 0 15,-25-25-15,0 25 0,0 0 0,0 0 0,0 0 0,0 0 0,0 0 16,0 0-16,0 0 0,25 0 16,-25 0-16,0 0 0,0 0 0,0 0 0,0 0 0,24 0 0,-24 0 15,0 0-15,0 0 0,0 0 0,0 0 16,0 0-16,0 0 0,0 0 0,0 0 0,0 0 0,0 0 0,0 0 15,0 0-15,25 0 0,-25 0 0,0 0 16,0 0-16,0 0 0,0 0 0,0 0 0,0 0 0,0 0 0,0 0 16,0 0-16,0 0 0,0 0 0,0 0 15,0 0-15,0 0 0,0 0 0,0 0 0,0 0 0,0 0 0,0 0 16,0 0-16,0 0 0,0 0 0,0 0 0,0 0 0,0 0 15,0 0-15,0 0 0,0 0 0,0 0 16,0 0-16,0 0 0,0 0 0,0 0 0,-25 0 0,25 0 16,0 0-16,0 0 78,0 0-78,0-25 0,0 25 46</inkml:trace>
  <inkml:trace contextRef="#ctx0" brushRef="#br0" timeOffset="110373.313">12774 2456 0,'0'0'0,"0"-25"0,0 25 15,0 0-15,0 0 0,0 0 0,0 0 0,0 0 16,0 0-16,0 0 0,0 0 0,0 0 0,0 0 0,0 0 0,0 0 0,-24 0 15,24 0-15,0 0 0,0 0 16,0 0-16,0 0 0,0 0 0,0 0 0,0 0 0,0-25 0,24 25 16,-24 0-16,0 0 0,0 0 0,0 0 0,0 0 0,0 0 15,0 0-15,0 0 0,0 0 0,0 0 16,0 0-16,0 0 0,0 0 0,0 0 0,0 0 0,0 0 15,0 0-15,0 0 0,0 0 0,0 0 0,0 0 0,0 0 16,0 0-16,0 0 0,0 0 0,0 0 16,0 0-16,0 0 0,-24 0 0,24 0 0,0 0 0,0 0 0,0 0 46,0 0 79,0 0-109,0 0-16,0 0 0,0 0 0,0 0 0,0 0 0,0 0 0,0 0 0,0 0 0,0 0 0,0 0 0,0 0 0,0 0 0,0 25 0,0-25 15,0 0-15,0 0 0,0 0 0,0 0 0,0 0 0,0 0 0,0 0 0,0 0 0,0 0 0,0 0 0,0 0 0,0 0 0,0 0 0,-25 0 0,25 0 0,0 25 0,0-25 0,0 0 16,0 0-16,0 0 0,0 0 0,0 0 0,0 0 0,0 0 0,0 24 0,0-24 0,0 0 0,-25 0 0,25 0 0,0 0 0,0 0 0,0 0 0,0 0 16,0 0-16,0 0 0,0 0 0,0 0 0,0 0 0,0 0 15,0 25-15,0-25 0,0 0 0,0 0 16,0 0-16,0 0 0,0 0 0,0 0 0,0 25 0,0-25 0,0 0 15,0 0-15,0 0 0,0 0 0,0 0 16,0 25-16,0-25 0,0 0 0,0 0 0,0 0 0,0 0 16,0 0-16,0 0 0,0 0 0,0 0 0,-25 0 0,25 0 0,0 0 15,0 25-15,0-25 0,0 0 16,0 0-16,0 0 0,0 0 0,0 0 0,0 0 0,25 0 0,-25 24 15,0-24-15,0 0 0,0 0 0,0 0 0,0 0 0,0 0 16,0 0-16,0 0 0,0 0 0,0 0 16,0 0-16,0 0 780,397 149-734,-397-149-46,0 0 0,0 0 0,0 0 0,0 0 0,0 0 0,0 0 0,0 0 16,0 0-16,0 0 0,0 0 0,25 0 0,-25 0 0,0 0 0,0 0 0,0 0 0,0-24 0,0 24 0,0 0 0,0 0 16,0 0-16,0 0 0,0 0 0,0 0 0,0 0 0,0 0 0,0 0 0,0 0 0,0 0 0,0 0 0,0 0 15,0 0-15,0 0 0,0 0 0,0 0 0,0 0 0,0 0 0,0 0 0,0 0 0,0 0 0,0 0 0,24 0 0,-24 0 0,0 0 0,0 0 0,0 0 0,0-25 0,0 25 16,0 0-16,0 0 0,0 0 0,0 0 0,0 0 0,0 0 0,0 0 15,0 0-15,0 0 0,0 0 0,0 0 16,0 0-16,0 0 0,0 0 47,0 0-47,0 0 0,0 0 0,0 0 0,0 0 0,0 0 15,0 0-15,0 0 0,0 0 0,0 0 0,0 0 0,0 0 0,0 0 0,0 0 0,0 0 0,0 0 0,0 0 0,0 0 0,0 0 0,0 0 0,0 0 0,0 0 0,0 0 0,0 0 0,0 0 16,0 0-16,0 0 0,0 0 0,0 0 16,0 0-16,0 0 0,0 0 0,0 0 0,0 0 0,0 0 0,0 0 15,0 0-15,0 0 0,0 0 0,0 0 0,0 0 0,0 0 0,0 0 16,0 0-16,0 0 0,0 0 15,0 0-15,0 0 0,0 0 0,0 0 0,0 0 0,0 0 0,0 0 16,-24 0-16,24 0 0,0 0 0,0 0 0,0 0 0,0-25 16,0 25-16,0 0 0,0 0 0,0 0 0,0 0 0,0 0 15,0 0-15,0 0 0,0 0 0,0 0 16,0 0-16,0 0 0,0 0 0,0 0 0,0 0 0,0 0 15,0-25-15,0 25 0,0 0 0,0 0 0,0 0 16,0 0-16,0 0 0,0 0 0,0 0 0,0 0 16,0-25-16,0 25 0,0 0 0,0 0 0,0 0 0,0 0 0,0 0 826,-298-372-779,298 372-47,0 0 0,0 0 0,0 0 0,0 0 0,0 0 0,0 0 0,0 0 0,-25 0 0,25 0 0,0 0 0,0 0 0,0 0 0,0 0 0,0 0 0,0 0 0,0 0 0,0 0 0,0 0 0,0 0 0,0 0 16,0 0-16,0 0 0,0 0 0,-25 0 0,25 0 0,0 0 0,0 0 0,0 0 0,0-25 0,0 25 0,0 0 0,0 0 0,0 0 0,0 0 0,0 0 0,0 0 0,0 0 0,0 0 15,0 0-15,0 0 0,0 0 0,-24 0 0,24 0 0,0 0 0,0 0 16,0 0-16,0 0 0,0 0 0,0 0 16,0 0-16,0 0 0,0 0 0,0 0 0,0 0 0,0 0 15,-25-24-15,25 24 0,0 0 0,0 0 0,0 0 0,0 0 0,0 0 16,0 0-16,0 0 0,0 0 15,0 0-15,0 0 0,0 0 0,0 0 0,0 0 0,0 0 16,0 0-16,0 0 0,0 0 0,0 0 0,0 0 0,0 0 0,0 0 16,0 0-16,-25 0 0,25 0 0,0 0 15,0 0-15,0 0 0,0 0 0,0 0 141,0-25-141,0 25 0,0 0 0,0 0 0,0 0 0,0 0 0,0 0 0,0 0 0,0 0 0,0 0 0,0 0 0,0 0 31,0 0-31,0 0 0,0 25 0,0-25 0,0 0 0,0 0 0,0 0 0,0 0 0,0 0 0,0 0 0,0 0 0,0 0 0,0 0 0,0 0 0,0 0 0,0 0 0,0 0 0,0 0 0,0 0 0,0 0 0,0 0 0,0 0 0,0 0 0,0 0 0,0 0 0,0 0 0,0 0 15,0 0-15,0 0 0,0 0 0,0 0 0,0 0 0,0 0 0,0 0 0,25 0 0,-25 0 0,0 0 16,0 0-16,0 0 0,0 0 0,0 0 0,0 0 16,0 24-16,0-24 0,0 0 0,0 0 46,0 0-46,0 0 0,0 0 0,0 0 0,0 0 0,0 25 0,0-25 0,0 0 0,0 0 0,0 0 0,0 0 0,0 0 0,0 0 0,0 0 0,0 0 0,0 0 0,0 0 16,0 0-16,0 0 0,0 0 0,25 0 0,-25 0 0,0 0 0,0 0 0,0 0 16,0 25-16,0-25 0,0 0 0,0 0 0,0 0 0,0 0 15,0 0-15,0 0 0,0 0 16,0 0-16,0 0 0,0 25 0,0-25 0,0 0 0,0 0 0,0 0 15,0 0-15,0 0 0,0 25 0,0-25 0,0 0 0,0 0 0,0 0 16,0 0-16,0 0 0,0 0 47,0 0-47,0 0 0,0 0 0,0 0 0,0 0 0,0 24 0,0-24 0,0 0 0,0 0 15,0 0-15,0 0 0,0 0 0,0 0 0,0 25 0,0-25 0,0 0 0,0 0 0,0 0 0,0 0 0,0 0 0,0 0 0,0 0 0,0 0 0,0-25 16,0 25-16,0 0 0,0 0 0,0 0 16,0 0-16,0 0 0,0 0 0,0 0 0,0 0 0,0 0 0,0 0 15,0 0-15,0 0 0,0 0 0,0 0 16,0 0-16,0-24 0,0 24 0,0 0 0,0 0 0,0 0 15,0 0-15,0 0 0</inkml:trace>
  <inkml:trace contextRef="#ctx0" brushRef="#br0" timeOffset="136547.8101">5680 3473 0,'0'0'16,"0"0"-16,0 0 0,0 0 0,0 0 0,0 0 0,0 0 0,0 0 0,0 0 15,0 0-15,0 0 0,0 0 16,0 0-16,0 0 0,0 0 0,0 0 0,0 0 0,0 0 0,0 0 0,0 0 16,0 0-16,0 0 0,0 0 0,0 0 15,0 0-15,0 0 0,0 0 0,0 0 0,0 0 94,0-25-1,0 25-93,0 0 0,0 0 0,-25 0 0,25 0 0,0 0 0,0 0 0,0 0 0,0 0 16,0 0-16,0 0 0,0 0 0,0 0 0,0 0 0,0 0 0,0-25 0,0 25 0,0 0 0,0 0 0,0 0 0,0 0 0,0 0 0,0 0 0,0 0 0,0 0 16,0 0-16,0 0 0,0-25 0,0 25 0,0 0 0,0 0 0,0 0 0,0 0 15,25 0-15,-25 0 0,0 0 0,0 0 0,0-25 0,0 25 0,0 0 0,0 0 0,0 0 0,0 0 0,0 0 0,25 0 0,-25 0 0,0 0 16,0 0-16,0 0 0,0 0 0,0 0 0,25 0 0,-25 0 0,0 0 0,0 0 0,0 0 0,25 0 15,-25 0-15,0 0 0,0 0 0,24 0 0,-24 0 16,0 0-16,0 0 0,25 0 0,-25 0 0,25 25 0,-25-25 0,0 0 16,0 0-16,25 0 0,-25 0 93,0 0-93,0 0 0,25 25 0</inkml:trace>
  <inkml:trace contextRef="#ctx0" brushRef="#br0" timeOffset="138245.9072">5804 3721 0,'0'0'0,"0"0"0,0 0 0,0 0 0,0 0 0,0 0 0,0 0 0,0 0 0,0 0 0,0 0 0,0 0 0,0 0 0,0 0 0,0 0 0,0 0 0,0 0 0,0 0 0,0 0 0,0 0 0,0 0 0,0 0 0,0 0 0,0 0 0,0 0 0,0 0 0,0 0 16,0 0-16,0 0 0,0 0 0,0-25 0,0 25 0,0 0 0,0 0 0,0 0 0,0 0 0,0 0 0,25 0 0,-25-25 0,0 25 0,0 0 15,0 0-15,0 0 0,25 0 0,-25 0 0,0-25 0,0 25 16,25 0-16</inkml:trace>
  <inkml:trace contextRef="#ctx0" brushRef="#br0" timeOffset="140580.0407">5804 3349 0,'0'0'0,"0"0"0,0 0 0,0 0 0,0 0 0,0 0 0,0 0 0,0 0 0,0 0 0,0 0 16,0 0-16,0 0 0,0-25 0,0 25 0,0 0 0,0 0 0,0 0 0,0 0 0,0 0 0,0 0 0,0 0 0,0 0 0,0 0 0,0 0 0,0 0 0,0 0 0,0 0 0,0 0 0,0 0 0,0 0 0,0 0 0,-25 0 0,25 0 0,0 0 0,0 0 0,0 0 0,0 0 0,0 0 0,0-25 15,0 25-15,0 0 0,0 0 0,0 0 16,0 0-16,0 0 0,0 0 0,0 0 0,0 0 0,0 0 0,0 0 15,0-25-15,0 25 0,0 0 16,-24 0-16,24 0 0,0 0 0,0 0 0,0 0 0,0 0 0,0 0 16,0 0-16,0 0 0,0 0 0,0 0 0,0 0 0,0 0 0,0 0 15,0 0-15,0 0 0,0 0 0,0 0 16,0 0-16,0 0 0,0 0 0,0 0 0,0 0 0,0 0 15,0 0-15,0 0 16,0 0-16,0 0 0,0 0 0,0-25 0,0 25 0,0 0 0,0 0 0,0 0 0,0 0 0,0 0 16,0 0-16,0 0 0,0 0 15,0 0-15,0 0 0,0 0 0,0 0 0,0 0 0,0 0 16,0 0-16,0 0 0,0 0 0,0 0 0,0 0 0,0 0 0,0 0 15,0 0-15,0 0 0,0 0 16,0 0-16,0 0 0,0 0 0,0 0 0,0 0 0,0 0 0,0 0 16,0 0-16,0 0 0,0 0 0,0 0 0,0 0 0,0 0 15,0 0-15,0 0 0,0 0 16,0 0-16,0 0 0,0 0 0,0 0 0,0 0 0,0 0 0,0 25 15,0-25-15,0 0 0,0 0 0,0 0 0,0 0 0,0 0 16,0 0-16,0 0 0,0 0 0,0 0 16,24 25-16,-24-25 0,0 0 0,0 0 0,0 0 0,0 0 15,0 0-15,0 0 0,0 0 0,0 0 0,0 0 16,0 0-16,0 25 0,0-25 0,0 0 0,0 0 0,0 0 15,0 0-15,0 0 0,0 0 0,0 0 16,0 0-16,0 0 0,0 0 0,0 0 47,0 0-47,0 0 0,25 0 0,-25 0 0,0 25 0,0-25 0,0 0 15,0 0-15,0 0 0,0 0 0,0 0 0,0 0 0,0 0 0,0 0 0,0 0 0,0 0 0,0 0 0,25 0 0,-25 0 0,0 0 0,0 0 0,0 0 0,0 0 16,0 0-16,0 0 0,0 24 0,0-24 0,25 0 0,-25 0 0,0 0 16,0 0-16,0 0 0,0 0 0,0 0 0,0 0 15,0 0-15,0 0 0,0 25 0,25-25 0,-25 0 0,0 0 16,0 0-16,0 0 0,0 0 0,0 0 15,0 0-15,0 0 0,0 0 0,0 0 47,-224 273 749</inkml:trace>
  <inkml:trace contextRef="#ctx0" brushRef="#br0" timeOffset="144487.2642">6077 3274 0,'0'0'0,"0"0"0,0 0 0,0 0 0,0 0 16,0 0-16,0 0 0,0 0 0,0 0 0,0 0 0,0 0 0,0 0 15,0 0-15,0 0 0,0 0 0,0 0 0,0 0 16,0 0-16,0 0 0,0 0 0,0 0 0,0 0 0,0 0 16,0 0-16,0 0 0,0 0 0,0 0 15,0 0-15,0 0 0,0 0 0,0 0 47,0 0-47,0 0 0,0 0 0,0 0 0,0 0 0,0 0 0,0 0 0,0 0 0,0 0 16,0 0-16,0 0 0,0 0 0,0 0 0,0 0 0,0 0 0,0 0 0,0 0 0,0 0 0,0 0 0,0 0 0,0 0 0,0 0 0,0 0 15,0 0-15,0 0 0,0 0 0,0 0 0,0 0 0,0 0 0,0 0 16,0 0-16,0 0 0,0 0 31,0 0 780,-74 397-811,49-397 0,25 0 0,0-25 0,0 25 0,-25 0 0</inkml:trace>
  <inkml:trace contextRef="#ctx0" brushRef="#br0" timeOffset="166017.4956">6003 3324 0,'0'25'0,"0"-25"0,0 0 0,0 0 0,0 0 0,0 0 0,-25 0 0,25 0 0,0 0 0,0 0 0,0 0 0,0 0 0,0 0 0,0 0 0,0 0 0,0 0 0,0 0 0,-25 24 0,25-24 0,0 0 0,0 0 0,0 0 0,0 0 0,0 0 15,0 0-15,0 0 0,0 0 0,0 25 0,0-25 0,0 0 0,-25 0 0,25 0 0,0 0 0,0 0 0,0 25 0,0-25 0,0 0 0,-24 0 16,24 0-16,0 25 0,0-25 0,0 0 0,0 0 0,0 0 0,0 0 0,0 25 16,0-25-16,-25 0 0,25 0 0,0 0 0,0 0 15,0 24-15,0-24 0,0 0 0,0 0 0,0 0 16,0 25-16,0-25 0,0 0 0,0 0 0,0 25 0,0-25 0,0 0 15,-25 0-15,25 0 0,0 25 47,0-25-47,0 0 0,0 0 0,0 0 0,0 0 0,0 25 0,0-25 0,0 0 0,0 0 0,0 24 0,0-24 0,0 0 0,0 0 0,0 0 0,0 25 0,0-25 0,0 0 0,0 0 16,25 0-16,-25 25 0,0-25 0,0 0 15,0 0-15,0 0 0,0 0 0,0 0 0,0 0 0,0 25 0,0-25 16,0 0-16,25 0 0,-25 0 0,0 0 0,0 0 16,0 0-16,0 0 0,0 0 0,24 0 0,-24 0 0,0 0 15,0 25-15,0-25 0,25 0 0,-25 0 16,0 0-16,0 0 0,25 0 0,-25 0 0,0 0 0,0 0 203,149 0-203,-149 0 0,0 0 0,0 0 0,0 0 0,25 0 0,-25 0 15,0 0-15,0-25 0,0 25 0,0 0 0,0 0 0,0 0 0,0 0 16,0 0-16,0 0 15,0 0-15,24 0 0,-24 0 0,0 0 0,0 0 0,0 0 0,0-25 16,0 25-16,0 0 0,25 0 0,-25 0 0,0 0 0,0-25 0,0 25 0,0 0 0,0 0 0,0 0 0,0 0 0,0 0 0,0-25 0,0 25 0,0 0 0,0 0 0,0 0 0,0 0 16,0 0-16,0 0 0,0 0 0,0 0 0,0 0 0,0 25 0,0-25 0,0 0 0,0 0 0,0 0 0,0 0 15,0 0-15,0 0 0,0 0 0,0 0 0,0 0 0,0 0 0,0-25 0,0 25 0,0 0 0,0 0 0,0 0 0,0 0 0,0 0 0,0 0 16,0 0-16,0 0 0,0 0 0,0 0 0,0 0 0,-25 0 0,25 0 15,0 0-15,0 0 0,0 0 0,0 0 0,0 0 16,0-24-16,0 24 0,0 0 0,0 0 0</inkml:trace>
  <inkml:trace contextRef="#ctx0" brushRef="#br0" timeOffset="170490.7513">6449 3721 0,'0'0'0,"0"0"0,0 0 16,0 25-16,0-25 0,0 0 0,0 0 0,0 0 0,0 0 0,0 0 0,0 0 0,0 0 0,0 0 0,0 0 0,0 0 0,0 0 0,0 0 0,0 0 0,0 0 0,0 0 0,0 0 0,0 0 0,0 0 0,0 0 0,0 0 0,0 0 0,0 0 0,0 0 0,0 0 0,0 0 0,0 0 0,0 0 0,0 0 0,0 0 0,0 0 0,0 0 15,0 0-15,0 0 0,0 0 0,0 0 16,0 0-16,0 0 0,0 0 0,0 0 0,0 0 0,0 0 16,0-25-16,0 25 0,0 0 0,0 0 0,0 0 0,0 0 15,0 0-15,0 0 0,0 0 0,0 0 16,0 0-16,0 0 0,0 0 234,25-75-234,-25 75 0,0 0 0,0 0 0,0 0 0,0 0 0,0 0 0,0 0 0,0 0 0,0 0 15,0-25-15,0 25 0,0 0 0,0 0 0,0 0 0,25 0 0,-25 0 0,0 0 0,0 0 0,0 0 0,0 0 0,0 0 0,0 0 0,0 0 0,0 0 16,0 0-16,25-24 0,-25 24 0,0 0 0,0 0 0,0 0 0,0 0 16,0 0-16,0 0 0,0 0 0,0 0 0,0 0 0,0 0 0,0 0 0,0 0 0,0 0 0,0 0 0,0 0 0,0 0 0,0 0 0,0 0 0,0 0 0,0 0 15,0 0-15,24 0 0,-24 0 0,0 0 0,0 0 0,0 0 0,0 0 16,0 0-16,0 0 0,0 0 0,0 0 0,0 0 0,0 0 15,0 0-15,0 0 0,0 0 0,0 0 0,25 0 16,-25 0-16,0 0 0,0 0 0,0 0 0,0 0 0,0 0 16,0 0-16,0 0 0,0 0 0,0 0 15,0 0-15,0 0 0,0 0 0,0 0 0,0 0 0,0 0 16,0 0-16,0 0 0,0 0 0,0 0 15,0 0-15,0 0 0,0 0 0,0 0 0,0 0 0,0 0 16,0 0-16,0 0 0,0 0 0,0 0 0,0 0 0,0 0 16,25 0 374,-149 297 46,-25-222-436,149-75 0,0 0 0,0 0 0,0 0 0,0 0 16,0 0-16,0 0 0,-25 0 0,25 0 0,0 0 0,0 0 0,0 0 16,0 0-16,0 0 0,0 0 0,0 0 0,-24 0 0,24 0 0,0 0 0,0 0 0,0 0 0,0 0 0,0 0 0,0 0 0,0 0 0,0 0 0,0 0 0,0 0 0,0 0 0,0 0 0,0-25 0,0 25 0,0 0 0,0 0 15,0 0-15,0 0 0,0 0 0,0 0 0,0 0 0,0 0 16,0 0-16,0 0 0,0 0 0,0 0 0,0 0 0,24 0 0,-24 0 0,0-25 0,0 25 0,0 0 0,0 0 0,0 0 15,0 0-15,0 0 0,25 0 0,-25 0 0,0 0 0,0 0 0,0-25 0,0 25 16,0 0-16,25 0 0,-25 0 0,0 0 16,0 0-16,0 0 0,0 0 0,0 0 0,0 0 0,0 0 15,0 0-15,0 0 0,0 0 0,0 0 0,0 0 16,0 0-16,0 0 0,0 0 0,0 0 0,25 0 15,-25 0-15,0 25 0,0-25 0,0 0 0,0 0 0,0 0 0,0 0 16,0 0-16,0 0 0,0 0 16,0 0-16,0 25 0,0-25 0,0 0 0,0 0 0,0 0 0,0 0 0,0 0 15,0 0-15,0 25 0,25-25 0,-25 0 16,0 0-16,0 0 0,0 0 0,0 0 0,0 0 0,0 25 0,0-25 15,0 0-15,0 0 0,0 0 16,0 0-16,0 0 0,0 0 0,0 0 0,0 0 0,0 0 0,0 0 16,24 0-16,-24 24 0,0-24 0,0 0 0,0 0 0,0 0 15,0 0-15,0 0 0,0 0 0,0 0 16,0 0-16,0 0 0,0 0 0,0 0 0,0 0 0,0 0 0,0 0 47,0 0 77</inkml:trace>
  <inkml:trace contextRef="#ctx0" brushRef="#br0" timeOffset="173867.9447">7367 3547 0,'0'0'0,"0"0"0,0 0 0,0 0 0,0 0 16,0 0-16,0 0 0,0 0 0,0 0 15,0 25-15,0-25 0,0 0 0,0 0 0,0 0 0,0 0 16,0 0-16,0 0 0,0 0 0,0 0 0,0 0 0,0 0 0,0 0 15,0 0-15,0 0 0,0 0 47,0 0-47,0 0 0,0 0 0,0 0 0,0 0 0,0 0 0,0 0 16,0 0-16,0 0 0,0 0 0,0 0 0,0 0 0,0 0 0,0 0 0,0 0 0,0 0 15,0 0-15,0 0 0,0 0 0,0 0 0,0 0 0,0 0 0,0 0 0,0 0 0,0 0 16,0 0-16,0 0 0,0 0 0,0 0 0,0 0 0,0 0 0,0 0 0,0 0 0,0 0 0,0 0 16,0 0-16,0 0 0,0 0 0,0 0 15,0 0-15,0 0 0,0 0 0,0 0 0,0 0 0,0 0 16,0 0-16,0 0 0,0 0 0,0 0 15,0 0-15,0 0 0,0 0 0,0 0 328,298 0-328</inkml:trace>
  <inkml:trace contextRef="#ctx0" brushRef="#br0" timeOffset="179384.2602">8285 3324 0,'0'0'16,"0"0"-16,0 0 0,0 0 0,0 0 0,0 0 0,0 0 0,0 0 15,0 0-15,0 0 0,0 0 0,0 0 0,0 0 16,0 0-16,0 0 0,0 0 0,0 0 0,0 0 0,0 0 15,0 0-15,0 0 593,124-75-577,-124 75-16,0 0 0,0 0 0,0 0 0,0 0 0,25 0 0,-25 0 0,0 0 0,0 0 15,0 0-15,0 0 0,0 0 0,0 0 0,0 25 0,0-25 0,0 0 0,0 0 0,0 0 0,24 0 0,-24 0 0,0 0 0,0 0 0,0 0 0,0 25 0,0-25 0,0 0 0,0 0 16,0 0-16,0 0 0,0 0 0,0 25 0,0-25 0,0 0 0,0 0 0,0 0 16,0 0-16,0 0 0,0 0 15,0 0-15,0 0 0,0 25 0,0-25 0,0 0 0,0 0 0,0 0 0,0 0 0,0 0 0,0 0 16,0 24-16,0-24 0,0 0 0,0 0 0,0 0 0,0 0 0,0 0 0,0 0 0,0 0 0,0 0 0,0 25 0,0-25 0,0 0 15,0 0-15,0 0 0,0 0 0,0 0 0,0 25 0,0-25 0,0 0 0,0 0 141,-24 25-141,24 0 0,0-25 0,0 0 0,0 0 0,0 0 0,0 0 0,0 0 0,0 0 0,0 0 0,0 24 0,0-24 0,-25 0 0,25 0 0,0 0 0,0 0 15,0 0-15,0 0 0,0 25 0,0-25 0,0 0 0,0 0 0,-25 0 0,25 0 0,0 0 0,0 0 0,0 25 0,0-25 0,0 0 0,0 0 0,-25 0 0,25 0 0,0 0 0,0 25 0,0-25 0,0 0 0,-25 0 0,25 0 0,0 0 0,0 0 16,0 25-16,-24-25 0,24 0 0,0 0 16,0 0-16,0 0 0,0 24 0,-25-24 0,25 0 0,0 0 0,0 0 0,0 0 15,0 0-15,0 0 0,-25 25 16,25-25-16,0 0 0,0 0 0,0 0 0,0 0 0,0 0 0,0 0 15,-25 0-15,25 0 0,0 0 0,0 0 16,0 0-16,0 0 0,0 0 0,-25 0 0,25 0 0,0 0 16,0 0-16,0 25 0,0-25 0,0 0 15,-24 0-15,24 0 0,0 0 0,0 0 0,0 0 0,0 0 0,0 0 0,0 0 16,-25 0-16,25 0 0,0-25 15,0 25-15,0 0 0,0 0 0,0 0 0,0 0 0,0 0 16,0 0-16,0 0 0,0 0 0,0 0 94,0 0-94,0 0 0,0 0 0,0 0 0,0 0 0,0 0 0,0 0 0,0 0 0,0 0 0,0 0 0,0 0 0,0 0 0,0 0 0,0 0 0,0 0 0,0 0 0,0 0 0,0 0 0,0 0 0,25-25 15,-25 25-15,0 0 0,0 0 0,0 0 0,0 0 0,0 0 0,0-24 0,0 24 0,0 0 0,0 0 0,0 0 0,24 0 0,-24 0 16,0 0-16,0 0 0,0 0 0,0-25 0,0 25 0,0 0 0,0 0 0,0 0 16,0 0-16,25 0 0,-25 0 0,0 0 0,0 0 0,0 0 0,0 0 0,0 0 0,0 0 0,25 0 0,-25 0 15,0 0-15,0 0 0,0 0 0,0 0 16,25 0-16,-25 0 0,0 0 0,0 0 0,0 0 0,25 25 0,-25-25 15,0 0-15,0 0 0,0 0 16,0 0-16,0 0 0,0 0 0,24 0 0,-24 0 0,0 0 0,0 0 16,0 0-16,0 24 0,0-24 0,0 0 15,0 0-15,0 0 0,25 0 0,-25 0 0,0 25 0,0-25 0,0 0 16,0 0-16,0 0 0,0 0 0,0 0 0,25 25 15,-25-25-15,0 0 0,0 0 0,0 0 0,0 0 0,0 0 16,0 25-16,0-25 0,0 0 16,0 0-16,0 0 0,0 0 0,25 0 78,-25 0-78,0 0 0,0 25 0,0-25 0,0 0 15,0 0-15,0 0 0,0 0 0,0 0 0,0 0 0,0 0 0,0 0 0,0 0 0,0 0 0,0 0 0,0 0 0,0 0 0,25 0 0,-25 0 0,0 0 0,0 0 0,0 0 0,0 0 16,0 0-16,0 0 0,0 0 0,0 0 0,0 0 0,0 0 0,0 0 0,0 0 0,0 0 0,0 0 0,0 0 0,24-25 0,-24 25 0,0 0 0,0 0 0,0 0 0,0 0 0,0-25 0,0 25 15,25 0-15,-25 0 0,0 0 0,0 0 16,0 0-16,0 0 0,0 0 0,0-25 0,0 25 0,0 0 0,0 0 16,0 0-16,0 0 0,0 0 0,0 0 15,0 0-15,0 0 0,0-25 0,0 25 0,25 0 0,-25 0 16,-25 0-16,25 0 0,0 0 0,0 0 15,0 0-15,0 0 0,0-24 780</inkml:trace>
  <inkml:trace contextRef="#ctx0" brushRef="#br0" timeOffset="181273.3682">8806 3448 0,'0'0'0,"0"0"15,0 0-15,0 0 0,0 0 0,-25 0 16,25 0-16,0-25 0,0 25 0,0 0 0,0 0 0,0 0 0,0 0 15,0 0-15,0 0 0,0 0 16,0 0-16,0 0 0,0 0 0,0 0 1217</inkml:trace>
  <inkml:trace contextRef="#ctx0" brushRef="#br0" timeOffset="183362.4877">8756 3448 0,'0'0'15,"0"0"-15,0 0 0,0 0 0,0 0 0,0 0 0,0 0 16,0 0-16,0 0 0,0 0 0,0 0 0,0 0 15,0 0-15,0 0 0,0 0 0,0 0 0,0 0 0,0 0 16,0 0-16,0 0 0,0 0 0,-25 0 16,25 0-16,0 0 0,0 0 0,0 0 0,0 0 0,0 0 0,0 0 15,0 0-15,0 0 0,0 0 0,0 0 0,0 0 16,0 0-16,0 0 0,0 0 0,0 0 0,0 0 15,0 0-15,0 0 0,0 0 0,0 0 94,0 0-94,0 0 0,0 0 0,0 0 0,0 0 0,0 0 0,0 0 0,0 0 0,0 0 0,0 0 16,0 0-16,0 0 0,25 0 0,-25 0 0,0 0 0,0 0 0,0 0 0,0 0 0,0 0 0,0 0 15,0 0-15,0 0 0,0 0 0,0 0 0,0 0 0,0 0 0,0 0 0,0 0 0,0 0 0,0 0 0,0 0 0,0 0 0,0 0 0,0 0 0,0 0 0,0 0 0,0 0 0,0 0 0,0 0 0,0 0 0,0 0 0,0 0 0,0 0 16,0 0-16,0 0 0,0 0 0,0 0 0,0 0 0,0 0 0,0 0 15,0 0-15,0 0 0,0 0 0,0 0 0,0-25 0,25 25 0,-25 0 16,0 0-16,0 0 0,0 0 0,0 0 16,0 0-16,0 0 0,0 0 0,25 0 0,-25-25 0,0 25 15,0 0-15,0 0 0,0 0 16,0 0-16,24 0 0,-24 0 0,0 0 0,0 0 0,0 0 0,0 0 0,0 0 15,0 0-15,25 0 0,-25 0 16,0 0-16,0 0 0,0 0 0,25 0 0,-25 0 0,0 0 0,0 0 47,0 0 842</inkml:trace>
  <inkml:trace contextRef="#ctx0" brushRef="#br0" timeOffset="184965.5793">8706 3547 0,'0'0'0,"0"0"0,0 0 0,0 0 0,0 0 0,0 0 0,0 0 0,0 0 16,0 0-16,0 0 0,0 0 0,0 0 0,0 0 0,0 0 0,0 0 0,0 0 0,0 0 0,0 0 0,0 0 0,0 0 0,0 0 0,0 0 0,0 0 15,0 0-15,0 0 0,0 0 0,0 0 0,0 0 0,0 0 0,0 0 0,0 0 0,0 0 0,0 0 0,0 0 0,0 0 0,0 0 16,0 0-16,0 0 0,0 0 0,0 0 0,0 0 16,0 0-16,0 0 0,0 0 0,0 0 0,0 0 0,0 0 0,0 0 0,0 0 0,0 0 0,0 0 0,0 0 15,0 0-15,0 0 0,0 0 0,0 0 0,0 0 0,0 0 0,0 0 0,0 0 63,0 0-63,0 0 0,0 0 0,0 0 0,0 0 0,0 0 15,0 0-15,0 0 0,0 0 0,0 0 0,0 0 0,0 0 0,0 0 0,0 0 0,0-25 0,0 25 0,0 0 16,0 0-16,0 0 0,0 0 0,0 0 0,0 0 0,0 0 0,0 0 0,0 0 0,0 0 0,0 0 0,0 0 0,0 0 0,0 0 0,0 0 15,25 0-15,-25 0 0,0 0 0,0 0 16,0 0-16,0 0 16,0 0-16,0 0 0,0 0 0,0 0 0,0 0 0,0 0 0,0 0 0,0 0 15,199 273 1077</inkml:trace>
  <inkml:trace contextRef="#ctx0" brushRef="#br0" timeOffset="185452.6073">8880 3497 0,'0'0'0,"0"0"0,0 0 16,0 0-16,0 0 0,0 0 0,0 0 15,0 0-15,0 0 0,0 0 0,0 0 0,0 0 0,0 0 0,0 0 16,0 0-16,0 0 0,0 0 0,0 0 0,0 0 0,0 0 16,0 0-16,0 0 0,0 0 0,0 0 15,0 0-15,0 0 0,0 0 0,0 0 0,0 0 0,0 0 0,0 0 94,0 0-63,0 0-31,0 0 16,0 0-16,0 0 0,0 0 0,0 0 0,0 0 0,0 0 0,0 0 0,0 0 15,0 0-15,0 0 0,0 0 0,0 0 0,0 0 0,0 0 0,0 0 0,0 0 0,0 0 0,0 0 0,0 0 0,0 0 0,0 0 0,0 0 0,0 0 0,0 0 0,0 0 0,0 0 0,0 0 16,0 0-16,0 0 0,0 0 0,0 0 0,0 0 0,0 0 0,0 0 0,0 0 0,0 0 0,0 0 0,0 0 0,0 0 0,0 0 0,0 0 0,0 0 0,0 0 15,0 0-15,0 0 0,0 0 0,0 0 0,0 0 0,0 0 0,0 0 0,0 0 0,0 0 0,0 0 16,0 0-16,0 0 0,0 0 16,0 0-16,0 0 0,0 0 0,0 0 0,0 0 0,0 0 0,0 0 15,0 0-15,0 0 0,0 0 0,0 0 47,0 0-47,0 0 0,0 0 0,0 0 0,0 0 0,0 0 0,0 0 0,0 0 0,0 0 0,0 0 16,0 0-16,0 0 0,0 0 0,0 0 0,0-24 0,0 24 15,0 0-15,0 0 0,0 0 0,0 0 0,0 0 0,0 0 0,0 0 0,0 0 0,0 0 0,0 24 0,0-24 0,0 0 0,0 0 16</inkml:trace>
  <inkml:trace contextRef="#ctx0" brushRef="#br0" timeOffset="188437.778">8558 3448 0,'0'0'0,"0"0"0,0 0 0,0 0 0,0 0 0,0 0 0,0 0 0,0 0 0,0 0 0,0 0 0,0 0 0,0 0 0,0 0 0,0 0 0,0 0 0,0 0 0,0 0 0,0 0 0,0 0 0,0 0 0,0 0 0,0 0 0,0 0 0,0 0 0,0 0 0,0 0 0,0 0 16,0 0-16,0 0 0,0 0 0,0 0 0,0 0 0,0 0 0,0 0 0,0 0 0,0 0 0,0 0 0,0 0 0,0 0 0,0 0 0,0 0 0,0 0 15,0 0-15,0 0 0,0 0 0,0 0 16,0 0-16,0 0 0,0 0 0,0 0 0,0 0 0,0 0 16,0 0-16,0 0 0,0 0 0,0 0 15,0 0-15,0 0 0,0 0 0,0 0 0,0 0 0,0 0 16,0 0-16,0 0 0,0 0 0,0 0 0,0 0 0,0 0 0,0 0 62,0 0-31,0 0-31,0 0 0,0 0 0,0 0 0,0 0 16,0 0-16,0 0 0,0 0 0,0 0 0,0 0 0,0 0 0,0 0 0,0 0 0,0 0 16,0 0-16,0 0 0,0 0 0,0 0 0,0 0 0,0 0 0,0 0 0,0 0 0,0 0 0,0 0 0,0 0 0,0 0 15,0 0-15,0 0 0,0 0 0,0 0 0,0 0 0,0 0 0,0 0 0,0 0 0,0 0 0,0 0 0,0 0 0,0 0 0,0 0 0,0 0 0,0 0 0,0 0 0,0 0 0,0 0 0,0 0 0,0 0 16,0 0-16,0 0 0,0 0 0,0 0 0,0 0 15,0 0-15,0 0 0,0 0 0,0 0 0,0 0 0,0 0 0,0 0 16,0 0-16,0 0 0,0 0 172,0 0-63,0 0-109,0 0 0,0 0 0,0 0 0,24 0 0,-24 0 0,0 0 0,0 0 0,0 0 0,0 0 0,0 0 0,0 0 0,0 0 0,0 0 0,0 0 0,0 0 0,0 0 0,0 0 15,0 0-15,0 0 0,0 0 0,0 0 0,0 0 0,0 0 0,0 0 0,0 0 0,0 0 0,0 0 0,0 0 0,0 0 0,0 0 16,0 0-16,0 0 0,0 0 0,0 0 0,0 0 0,0 0 0,0 0 0,0 0 0,0 0 16,0 0-16,0 0 0,0 0 0,0 0 0,0 0 0,0 0 0,0 0 0,0 0 0,0 0 0,0 0 15,0 0-15,0 0 0,0 0 0,0 0 0,0 0 16,0 0-16,0 0 0,0 0 0,0 0 0,0 0 0,0 0 15,0 0 999</inkml:trace>
  <inkml:trace contextRef="#ctx0" brushRef="#br0" timeOffset="190068.8713">8880 3373 0,'0'0'0,"0"0"842,149 174-842,-149-174 0,0 0 0,0 0 16,0 25-16,0-25 0,-25 0 0,25 0 0,0 0 0,0 25 0,0-25 0,0 0 0,0 0 15,0 24-15,0-24 0,0 0 0,-25 0 0,25 0 0,0 0 0,0 25 0,0-25 0,0 0 0,0 0 0,0 0 0,0 0 0,0 0 0,0 0 0,0 0 0,-25 25 0,25-25 16,0 0-16,0 0 0,0 0 0,0 0 0,0 0 0,0 0 0,0 0 0,0 0 0,-24 0 16,24 0-16,0 0 0,0 0 0,0 0 15,0 0-15,-25 25 0,25-25 0,0 0 0,0 0 0,0 0 0,0 0 0,0 0 0,0 0 0,-25 0 16,25 0-16,0 0 0,0 0 0,0 0 15,0 0-15,0 0 0,0 0 0,0 0 0,0 0 0,0 0 0,0 0 0,0 0 0,0 0 0,0 0 0,0 0 0,0 0 16,0 0-16,-25 0 0,25 0 0,0 0 0,0 0 0,0 0 16,0 0-16,0 0 0,0 0 0,0 0 0,0 0 0,0 0 0,0 0 15,0 0-15,0 0 0,0 0 16,0 0-16,0 0 0,0 0 0,0 0 0,0 0 0,0-25 0,0 25 15,0 0-15,0 0 0,0 0 0,0 0 0,-25 0 16,25-25-16,0 25 0,0 0 0,0 0 0,0 0 16,0-25-16,0 25 0,0 0 0,0-24 0</inkml:trace>
  <inkml:trace contextRef="#ctx0" brushRef="#br0" timeOffset="194611.1311">9327 3423 0,'0'0'0,"0"0"16,0 0-16,0 0 0,0 0 0,0 0 0,0 0 0,0 0 47,0 0 78,0 0-125,0 0 0,0 0 0,0 0 0,0 0 0,0 0 0,0 0 0,0 0 15,0 0-15,0 0 0,0 0 0,0 0 0,0 0 0,0 0 0,0 0 0,0 0 0,0 0 0,0 0 0,0 0 0,0 0 0,0 0 0,0 0 16,0-25-16,0 25 0,0 0 0,0 0 0,0 0 0,0 0 0,0 0 0,0 0 0,0 0 0,0 0 0,0 0 0,0 0 0,0 0 0,0 0 0,0 0 0,0 0 15,0 0-15,0 0 0,0 0 0,0 0 0,0 0 0,0 0 0,0 0 0,0-25 0,0 25 0,-25 0 0,25 0 0,0 0 0,0 0 0,0 0 16,0 0-16,0 0 0,0 0 0,0 0 16,0 0-16,0 0 0,0 0 0,0 0 0,0 0 0,0 0 15,0 0-15,0 0 0,0 0 0,0 0 0,0 0 0,0 0 63,0 0-63,-25 0 0,25 0 0,0 0 0,0 0 0,0 0 0,0 0 0,0 0 0,0 0 0,0 0 0,0 0 0,0 0 0,0 0 15,0 0-15,0 0 0,0 0 0,0 0 0,0 0 0,0 0 0,0 0 0,0 0 0,0-24 0,0 24 0,-25 0 0,25 0 0,0 0 0,0 0 0,0 0 16,0 0-16,0 0 0,0 0 0,0 0 15,0 0-15,0 0 0,0 0 0,0 0 0,0 0 0,-25 0 16,25 0-16,0 0 0,0 0 0,0 0 16,0 0-16,0 0 0,0 0 0,0 0 0,0 0 0,0 0 15,0 0-15,0 0 0,-24 0 0,24 0 0,0 0 47,0 0-47,0 0 0,0 0 0,0 0 0,0 0 0,0 0 16,0 0-16,0 0 0,0 0 0,0 0 0,0 0 0,0 0 0,0 0 0,0 0 0,-25 0 0,25 0 0,0 0 0,0 0 0,0 0 0,0 24 0,0-24 0,0 0 639,124 348-218</inkml:trace>
  <inkml:trace contextRef="#ctx0" brushRef="#br0" timeOffset="196170.2203">9302 3497 0,'0'0'0,"0"0"0,0 0 0,0 0 15,0 0-15,0 0 0,0 0 0,0 0 16,0 0-16,0 0 0,0 0 0,0 0 0,0 0 0,0 0 16,0 0-16,0 0 31,0 0-31,0 0 0,0 0 0,0 0 15,0 0-15,0 0 0,0 0 0,0 0 0,0 0 0,0 0 0,0 0 0,0 0 0,0 0 0,0 0 0,0 0 0,0 0 0,0 0 0,0 0 0,0 0 0,0 0 0,0 0 0,0 0 16,0 0-16,0 0 0,0 0 16,0-24-16,0 24 0,0 0 0,0 0 0,0 0 0,0 0 0,0 0 15,0 0-15,0 0 0,0 0 0,0 0 16,0 0-16,-25 0 0,25 0 0,0 0 0,0 0 0,0 0 15,0 0-15,0 0 0,0-25 0,0 25 0,0 0 0,0 0 16,0 0-16,0 0 0,0 0 0,0 0 0,0 0 328</inkml:trace>
  <inkml:trace contextRef="#ctx0" brushRef="#br0" timeOffset="198188.3357">9773 3671 0,'-25'0'0,"25"0"0,0 0 0,0 0 0,0 25 0,0-25 0,0 0 0,0 0 0,0 0 0,0 0 0,-25 0 16,25 25-16,0-25 0,0 0 0,0 0 0,0 0 0,0 0 0,0 25 0,-24-25 0,24 0 0,0 0 0,0 0 0,0 0 0,0 0 0,-25 0 0,25 24 0,0-24 0,0 0 0,0 0 0,0 0 0,0 0 0,0 0 0,-25 0 0,25 0 0,0 0 0,0 0 0,0 0 16,0 0-16,0 0 0,0 0 0,0 0 0,0 0 0,0 0 0,0 0 0,0 0 0,0 0 15,0 0-15,0 0 0,0 0 16,0 0-16,0 0 0,0 0 0,0 0 0,0 0 0,0 0 0,0 0 15,0 0-15,0 0 0,0 0 0,0 0 0,0 0 16,0 0-16,0 0 0,0 0 0,0 0 0,0 0 0,0 0 16,0 0 140,25 0-156,-25 0 0,0 0 0,0 0 0,0 0 0,0 0 0,0 0 15,0 0-15,0 0 0,0 0 0,0 0 0,25 0 16,-25 0-16,0 0 0,0-24 0,0 24 0,0 0 0,24 0 0,-24 0 0,0 0 0,0 0 0,0 0 15,0 0-15,25 0 0,-25 0 0,0 0 0,0 0 0,0 0 0,0 0 0,0 0 0,25 0 0,-25 0 0,0 0 16,0 0-16,0 0 0,0 0 0,0 0 0,0 0 0,0 0 0,0 0 0,0 0 0,0 0 0,0 0 0,0 0 0,0 0 0,0 0 0,0 0 0,25 24 0,-25-24 0,0 0 0,0 0 0,0 0 0,0 0 0,0 0 0,0 0 0,0 0 16,0 25-16,0-25 0,0 0 0,0 0 15,0 0-15,0 0 0,0 25 0,0-25 0,0 0 0,0 0 0,0 0 16,0 0-16,0 25 0,0-25 0,0 0 15,0 0-15,0 0 0,0 0 0,25 0 0,-25 25 0,0-25 16,-25 0-16,25 0 0,0 0 0,0 0 0,0 0 0,0 24 16,0-24-16,0 0 0,0 0 0,0 0 15,0 0-15,0 0 0,0 0 0,0 0 0,0 25 0,0-25 16,0 0-16,0 0 0,0 0 0,0 0 0,0 0 0,-25 0 0,25 25 15,0-25-15,0 0 0,0 0 16,0 0-16,0 0 0,0 0 0,0 0 0,0 25 0,0-25 0,0 0 16,-25 0-16,25 0 0,0 0 0,0 0 0,0 0 0,0 25 15,0-25-15,0 0 0,0 0 0,-25 0 0,25 0 16,0 0-16,0 0 0,0 0 0,0 0 15,0 0-15,0 0 0,0 0 0,0 0 0,-24 24 0,24-24 16,0 0-16,0 0 0,0 0 0,0 0 0,-25 0 0,25 0 16,0 0-16,0 0 0,0 0 0,0 0 0,0 0 62,-25-24-62,25 24 0,0 0 0,0 0 0,0 0 0,-25 0 0,25 0 16,0 0-16,0 0 0,0 0 0,0 0 0,-25 0 0,25 0 0,0 0 0,0 0 0,0 0 0,0 0 0,0 0 0,-24 0 0,24 0 0,0 0 0,0 0 0,0 0 0,0 0 15,0 0-15,0 0 0,0 0 0,0 0 0,0 0 0,0 0 0,0 0 0,-25 0 0,25 0 0,0 0 16,0 0-16,0 0 0,0 0 0,0 0 15,0 0-15,0 0 0,0 0 0,0-25 0,0 25 0,0 0 0,0 0 16,0 0-16,25 0 0,-25 0 0,0 0 16,0 0-16,0 0 0,0 0 0,0 0 15,0 0-15,0 0 0,0 0 0,0 0 0,0 0 16,0 0-16,-25 0 0,25 0 0,0 0 0,0 0 0,0 0 0,0 0 15,0 0-15,0-25 0,0 25 0,25 0 0,-25 0 0</inkml:trace>
  <inkml:trace contextRef="#ctx0" brushRef="#br0" timeOffset="200079.4439">9624 4043 0,'0'0'0,"0"0"0,0 0 0,0 0 0,0 0 0,0 0 0,0 0 0,0 0 16,0 0-16,0 0 0,0 0 16,0 0-16,0 0 0,0 0 0,0 0 0,0 0 0,0 0 0,0 0 15,0 0-15,0 0 0,0 0 0,0 0 16,0 0-16,0 0 0,0 0 0,0 0 0,0 0 0,0 0 0,0 0 15,0 0-15,0 0 0,0 0 16,0 0-16,0 0 0,0 0 0,0 25 0,0-25 0,0 0 16,0 0-16,0 0 0,0 0 0,0 0 0,0 0 0,0 0 0,0 0 0,0 0 15,0 0-15,0 0 0,0 0 0,0 0 16,0 0-16,0 0 0,0 0 0,0 0 15,0 0-15,0 0 0,0 0 0,0 0 0,0 0 0,0 0 0,0 0 0,0 0 16,0 0-16,0 0 0,0 0 16,0 0-16,0 0 0,0 0 998</inkml:trace>
  <inkml:trace contextRef="#ctx0" brushRef="#br0" timeOffset="212274.1414">18306 16644 0</inkml:trace>
  <inkml:trace contextRef="#ctx0" brushRef="#br0" timeOffset="221046.6431">9624 3820 0,'0'0'0,"0"0"0,0 0 0,0 0 0,0 0 0,0 0 0,0 0 0,0 0 0,0 0 0,0 0 0,0 0 0,0 0 0,0 0 15,0 0-15,0 0 0,0 0 0,0 0 0,0 0 0,0 0 0,0 0 0,0 0 0,0 0 16,0 0-16,-25 0 0,25 0 0,0 0 0,0 0 0,0-25 0,0 25 0,0 0 0,0 0 0,0 0 0,0 0 0,0 0 0,0 0 0,0 0 0,0 0 15,0 0-15,0 0 0,0 0 0,0 0 0,0 0 0,0 0 0,0 0 0,0 0 0,0 0 0,0 0 0,0 0 0,0 0 16,0 0-16,0 0 0,0 0 0,0 0 0,0 0 0,0 0 0,0 0 0,0 0 16,0 0-16,0 0 0,0 0 0,0 0 0,0 0 0,0 0 15,0 0-15,0 0 0,0 0 0,0 0 16,0 0-16,0 0 0,0 0 0,0 0 0,0 0 0,0 0 0,0 0 15,0 0-15,0 0 0,0 0 0,0 0 16,0 0-16,0 0 0,0 0 0,0 0 0,0 0 0,0 0 16,0 0-16,0 0 0,0 0 0,0 0 15,0 0-15,0 0 0,0 0 0,0 0 0,0 0 0,0 0 0,0 0 16,0 0-16,0 0 0,0 0 0,0 0 0,0 0 0,0 0 15,0 0-15,0 0 0,0 0 16,0 25-16,0-25 0,0 0 0,0 0 0,0 0 0,0 0 0,0 0 0,0 0 16,0 0-16,0 0 0,0 0 0,0 0 15,0 0-15</inkml:trace>
  <inkml:trace contextRef="#ctx0" brushRef="#br0" timeOffset="222446.7232">9599 3870 0,'0'0'0,"0"0"78,0 24 0,0-24-78,0 0 0,0 0 0,0 0 16,0 0-16,0 0 0,0 0 0,0 0 0,0 0 0,0 0 0,0 0 0,0 0 0,0 0 0,0 25 0,0-25 0,0 0 0,0 0 0,0 0 0,0 0 0,0 0 0,0 0 0,0 0 0,0 0 0,0 25 0,0-25 0,0 0 0,0 0 0,0 0 0,0 0 0,0 0 0,0 0 0,0 25 0,0-25 0,0 0 0,0 0 0,0 0 0,0 0 0,0 0 15,0 0-15,0 0 0,0 0 0,0 0 16,0 0-16,0 0 0,0 0 0,0 0 0,0 0 0,0 0 15,0 0-15,0 0 0,0 0 0,0 0 0,0 0 16,0 0-16,0 0 0,0 0 0,0 0 0,0 0 47,0 0 530,199 49-171,-398 224-406,199-273 0,0 0 0,0 0 0,0 0 0,0 0 0,0 0 0,0 0 0,0 0 0,0 0 0,0 0 0,0 0 15,0 0-15,0 0 0,0 0 0,0 0 0,0 0 0,0 0 0,25 0 16,-25 0-16,0 0 0,0 0 0,0 0 0,0 0 0,0 0 0,0 0 0,0 0 15,0 0-15,0 0 0,0 0 0,0 0 16,0 0-16,0 0 0,0 0 0,0 0 0,0 0 0,0 0 0,0 0 0,0 0 0,0 0 0,0 0 0,0 0 0,0 0 0,0 0 16,0 0-16,0 0 0,0 0 0,0 0 0,0 0 0,0 0 0,0 0 0,25 0 0,-25-25 0,0 25 0,0 0 0,25 0 0,-25 0 0,0 0 0</inkml:trace>
  <inkml:trace contextRef="#ctx0" brushRef="#br0" timeOffset="224986.8685">10815 3696 0,'0'0'0,"0"0"62,0 0-62,0 0 0,0 0 0,0 0 0,0 0 0,0 0 0,0 0 0,0 0 0,0 0 16,0 0-16,0 0 0,0 0 0,0 0 0,0 0 0,0 0 0,0 0 0,0 0 0,0 0 0,0 0 0,0 0 16,0 0-16,0 0 0,0 0 0,0 0 0,0 0 0,0 0 0,0 0 0,0 0 0,0 0 15,0 0-15,0 0 0,0 0 0,0 0 0,25 0 0,-25 0 0,0 0 94,272 25 155,-272-25-249,0 0 0,0 0 0,0 0 0,25 0 0,-25 0 0,0 0 0,0 0 0,0 0 0,0 0 0,0 0 16,0 0-16,0 0 0,0 0 0,0 0 0,0 0 0,0 0 0,0 0 0,0 0 0,0 0 0,25 0 0,-25 0 0,0 0 0,0 0 0,0 0 0,0 0 0,0 0 0,0 0 0,0 0 16,0 0-16,0 0 0,0 0 0,0 0 0,0 0 0,0 0 0,0 0 0,0-25 15,0 25-15,0 0 0,0 0 0,0 0 0,0 0 0,0 0 0,0 0 0,0 0 0,0 0 0,-25 0 0,25 0 0,0 0 16,0-25-16,0 25 0,0 0 0,0 0 0,0 0 0,0 0 0,-25 0 15,25-25-15,0 25 0,0 0 0,0 0 0</inkml:trace>
  <inkml:trace contextRef="#ctx0" brushRef="#br0" timeOffset="225546.9005">10964 3572 0,'0'0'0,"0"0"0,0 0 0,0 0 0,24 0 0,-24 0 0,0 0 0,0 0 0,0 0 0,0-25 0,0 25 0,0 0 0,0 0 0,0 0 0,0 0 0,0 0 0,0 0 0,0 0 0,0 0 0,0 0 0,0 0 0,25 0 0,-25 0 0,0 0 0,0 0 0</inkml:trace>
  <inkml:trace contextRef="#ctx0" brushRef="#br0" timeOffset="226660.9642">11038 3522 0,'0'0'390</inkml:trace>
  <inkml:trace contextRef="#ctx0" brushRef="#br0" timeOffset="231715.2533">10964 3473 0,'0'0'15,"0"0"-15,0 0 0,0 0 0,0 0 0,0 0 0,0 0 16,0 0-16,0 0 0,0 0 0,0 0 0,0 0 0,0 0 0,0 0 15,0 0-15,0 0 16,0-25-16,0 25 0,0 0 0,0 0 16,0 0-16,0 0 0,0 0 0,0 0 0,0 0 0,0 0 0,0 0 0,0 0 15,0 0-15,0 0 0,0 0 0,0 0 0,0 0 0,0 0 0,0 0 63,0 0-63,0 0 0,0 0 0,0 0 0,0 0 0,0 0 0,0 0 0,0 0 0,0 0 0,0 0 15,0 0-15,0 0 0,0 0 0,0 0 0,0 0 0,0 0 0,0 0 16,0 0-16,0 0 0,0 0 0,0 0 0,0 0 0,0 0 0,0 0 15,0 0-15,0 0 0,0 0 0,0 0 0,0 0 0,0 0 16,0 0-16,0 0 0,0 0 0,0 0 0,0 0 0,0 0 16,0 0-16,0 0 0,0 0 0,0 0 0,0 25 0,0-25 0,0 0 0,0 0 0,0 0 0,0 0 15,0 0-15,0 0 0,0 0 0,0 0 0,0 0 0,0 0 16,0 0-16,0 0 0,0 0 0,0 0 0,0 0 0,0 0 0,0 0 15,0 0-15,0 0 0,0 0 0,0 0 0,0 0 0,0 0 16,0 0-16,0 0 0,0 0 0,0 0 0,0 0 0,0 0 0,0 0 62,0 0-62,0 0 0,0 0 0,0 0 0,0 24 0,0-24 0,0 0 0,0 0 0,0 0 0,0 0 0,0 25 16,0-25-16,0 0 0,0 0 0,0 25 0,0-25 0,0 0 0,0 0 0,0 25 94,-50 347 30,50-347-124,0-25 0,0 0 0,0 0 0,0 0 0,0 0 0,0 25 0,0-25 0,0 0 0,0 0 0,0 0 0,0 0 0,0 0 0,0 0 0,0 0 0,0 0 0,0 0 0,0 0 0,0 0 0,0 0 16,0 0-16,0 0 0,0 0 0,0 0 0,0 0 0,0 0 0,0 0 0,0 0 0,0 0 0,0 0 0,0 0 0,0 0 0,0 0 0,0 0 0,0 0 16,0 0-16,0 0 0,0 0 0,0 0 15,0 0-15,0 0 0,0 0 0,0 0 0,0 0 0,0 0 0,0 0 0,0 0 0,0 0 0,0 0 16,0 0-16,0 0 0,0 0 0,0 0 0,0 0 0,0 0 15,0 0-15,0 0 0,0 0 0,0 0 0,0 0 0,0 0 0,0 0 0,0 0 16,0 0-16,0 0 0,0 0 0,0 0 0,0 0 16,0 0-16,0 0 15,0 0-15,0 0 0,0 0 16,0 0-16,0 0 0,0 0 0,0 0 0,0 0 0,0 0 0,0 0 15,0 0-15,0 0 0,0 0 0,0 0 640</inkml:trace>
  <inkml:trace contextRef="#ctx0" brushRef="#br0" timeOffset="235374.4626">10641 3696 0,'0'0'16,"0"0"-16,0 0 0,0 0 0,0 0 0,0 0 0,0 0 47,25 0-47,-25 0 0,0 0 15,0 0-15,0 0 16,0 0-16,0 0 0,0 0 0,0 0 0,0 0 0,0 0 0,0 0 0,0 0 0,0-25 0,0 25 0,0 0 0,0 0 0,0 0 0,0 0 0,0 0 0,0 0 0,0 0 0,0 0 15,0 0-15,0 0 16,0 0-16,25 0 0,-25 0 0,0 0 0,0 0 0,0 0 0,0 0 16,0 0-16,0 0 0,0 0 0,0 0 0,0 0 0,0 0 0,0 0 0,0 0 0,0 0 0,0 0 0,0 0 0,0 0 15,0 0-15,0 25 16,0-25-16,0 0 0,0 0 0,25 0 0,-25 0 15,0 0-15,0 0 0,0 0 0,0 0 0,0 0 0,0 0 16,0 0-16,0 0 0,0 0 0,24 0 0,-24 0 0</inkml:trace>
  <inkml:trace contextRef="#ctx0" brushRef="#br0" timeOffset="236973.5541">10765 3721 0,'25'0'0,"-25"0"0,0 0 0,0 0 15,0 0-15,0 0 0,0 0 0,0 0 0,0 0 0,0 0 0,0 0 0,0 0 110,74 124 92,-74-124-202,0 25 0,0-25 0,0 0 0,0 0 0,0 0 0,0 24 16,0-24-16,25 0 0,-25 0 0,0 0 0,0 0 0,0 0 0,0 0 0,0 0 16,25 0-16,-25 0 0,0 0 0,0 0 0,0 0 0,25 0 0,-25 0 0,0 0 0,0 0 0,25-24 0,-25 24 0,0 0 0,24 0 0,-24-25 0,0 25 0,0 0 15,25-25-15,-25 25 0,0 0 0,0-25 0,25 25 0,-25 0 0,0-25 16,25 25-16,-25 0 0,0-24 0,0 24 0,25 0 0,-25-25 0,0 25 0,0 0 15,0 0-15,0-25 0,0 25 0,0 0 0,0 0 0,0 0 0,0 0 16,0 0-16,0 0 0,0 0 0,0 0 0,0 0 16,-25 0-16,25 0 0,0 0 0,0 0 0,0 0 0,0 0 0,-25 25 0,25-25 0,0 0 0,0 0 0,-25 0 15,25 25-15,0-25 0,0 0 0,0 24 16,-25-24-16,25 0 0,0 25 0,0-25 0,0 0 15,0 25-15,0-25 0,0 0 0,0 0 0,0 25 0,0-25 0,0 0 16,0 0-16,0 25 0,0-25 0,0 0 0,0 0 0,0 0 0,0 0 0,0 24 31,0-24-31,0 0 0,0 0 0,25 0 0,-25 0 0,0 0 0,0 0 94,-49-99 811</inkml:trace>
  <inkml:trace contextRef="#ctx0" brushRef="#br0" timeOffset="240275.743">10964 3572 0,'0'0'16,"0"0"-16,0 0 0,0 0 0,0 0 0,0 0 0,0 0 0,0 0 0,0 0 0,0 0 0,0 0 0,0 0 0,0 0 0,0 0 0,0 0 0,0 0 15,0 0-15,0 0 0,0 0 0,0 0 0,0-25 0,0 25 0,0 0 0,0 0 31,0 0-31,0 0 0,0 0 0,0 0 0,0 0 0,0 0 0,0 0 0,0 0 0,0 0 0,0 0 0,0 0 0,-25 0 0,25 0 0,0 0 0,0 0 0,0 0 0,0 0 0,0 0 0,-25 0 0,25 0 0,0 0 16,0 0-16,-25 0 0,25 0 16,0 0-16,0 0 0,-25 0 15,25 0-15,0 0 0,0 0 0,-24 0 0,24 0 0,0 0 0,0 0 31,-25 25 47,0 0-78,25-25 0,0 0 16,0 24-16,0-24 0,-25 0 0,25 0 0,0 0 0,0 25 0,0-25 0,25 0 16,-25 0-16,0 0 0,0 0 0,0 25 0,0-25 0,0 0 0,0 0 15,0 0-15,0 0 0,0 0 0,25 0 0,-25 25 0,0-25 0,0 0 0,0 0 0,25 0 16,-25 0-16,0 0 0,24 0 0,-24 0 0,0-25 15,25 25-15,-25 0 0,25 0 0,-25 0 0,0 0 0,25 0 0,-25-25 0,25 25 0,-25 0 0,24 0 16,-24-25-16,0 25 0,25 0 0,-25 0 0,0 0 0,0-24 0,25 24 0,-25 0 0,0 0 0,0-25 0,0 25 16,0 0-16,25 0 0,-25 0 0,0 0 0,0-25 0,0 25 15,0 0-15,0 0 16,0 0-16,0 0 0,0 0 0,0 0 15,-25-25-15,25 25 0,0 0 0,0 0 0,0 0 0,0 0 0,0 0 0,0 0 0,-25 0 0,25 0 0,0 0 0,0 0 0,-25 0 0,25 0 0,0 0 16,-24 0-16,24 0 0,0 25 0,-25-25 0,25 0 0,-25 0 0,25 0 0,0 25 0,-25-25 0,25 0 0,0 0 0,-25 25 187</inkml:trace>
  <inkml:trace contextRef="#ctx0" brushRef="#br0" timeOffset="243117.9055">11757 3621 0,'0'0'0,"0"0"0,0 0 0,0 0 0,0 0 0,0 0 0,-24 0 0,24 0 0,0 0 0,0 0 0,0 0 0,0 0 0,0 0 0,0 0 0,0 0 0,0 0 0,0 0 0,0 0 0,0 0 0,0-24 0,0 24 0,0 0 15,0 0-15,0 0 0,0 0 0,0 0 0,0 0 0,0 0 0,0 0 0,0 0 0,0 0 16,0 0-16,0 0 0,0 0 0,0 0 0,0 0 0,0 0 16,0 0-16,0 0 0,0 0 0,0 0 0,0 0 15,0 0-15,0 0 0,0 0 0,0 0 0,0 0 0,0 0 0,0 0 16,0 0-16,0 0 0,0 0 0,0 0 0,0 0 0,0 0 0,0 0 15,0 0-15,0 0 16,0 0-16,0 0 0,0 0 0,0 0 0,0 0 16,0 0-16,0 0 0,0 0 0,0 0 0,0 0 0,0 0 171,0 0-171,0 0 0,0 0 0,0 0 0,0 0 16,0 0-16,0 0 0,0 0 0,0 0 0,0 0 0,0 0 15,0 0-15,0 0 0,0 0 0,0 0 16,0 0-16,0 0 0,0 0 0,0 0 16,0 0-16,0 0 0,0 0 15,0 0-15,0 0 16,0 0-16,0 0 0,0 0 0,0 0 0,0 0 0,0 0 0,0 0 0,0 0 0,0 0 0,0 0 0,0 0 0,0 0 0,0 0 0,0 0 0,0 0 203</inkml:trace>
  <inkml:trace contextRef="#ctx0" brushRef="#br0" timeOffset="245239.0268">11633 3646 0,'0'0'0,"0"0"0,0 0 0,0 0 16,0-25-16,0 25 0,0 0 0,0 0 0,0 0 0,0 0 0,0 0 0,0 0 0,0 0 0,0 0 0,0 0 0,0 0 0,0 0 0,0 0 0,0 0 16,0 0-16,0 0 15,0 0-15,0 0 0,0 25 0,0-25 0,0 0 0,0 0 0,0 0 16,0 0-16,0 0 0,0 0 0,0 0 0,0 0 15,0 0-15,0 0 0,0 0 16,0 0-16,0 0 0,0 0 0,0 0 16,0 0-16,0 0 0,0 0 0,0 0 0,0 0 0,0 0 15,0 0-15,0 0 0,0 0 0,0 0 16,0 0-16,0 0 0,0 0 0,0 0 78,0 0-78,0 0 15,0 0-15,0 0 0,0 0 0,0 0 0,0 0 0,0 0 0,0 0 0,0 0 0,0 0 0,25 0 16,-25 0-16,0 0 0,0 0 16,0 0-16,25 0 0,-25 0 0,0-25 0,25 25 0,-25 0 0,0 0 0,0 0 0,25 0 15,-25 0-15,0 0 0,24 0 0,-24 0 0,0 0 0,25 0 0,-25 0 0,0 0 0,0 0 0,25 0 0,-25 0 0,0 0 0,25 0 0,-25 0 0,0 0 0,25 0 0,-25 0 0,0 0 0,0 0 0,24 0 0,-24 0 0,0 0 0,0 0 0,25 0 0,-25 0 0,0 0 0,0 0 0,25 0 0,-25 0 0,0 0 16,0 0-16,25 0 15,-25 0-15,0 0 0,0 0 0,25 0 0,-25 0 16,0 0-16,0 0 0,0 0 0,24 0 0,-24 0 0,0 0 0,0 0 16,0 0-16,0 0 0,25 0 0,-25 0 0,0 0 0,0 0 0,0 0 15,0 0-15,0 0 0,0 0 0,0 0 0,0 0 0,0 0 16,0 0-16,0 0 0,0 0 0,0 0 0,0 0 15,0 0 1,0 0-16,0 0 0,0 0 0,0 0 0,0 0 0,0 0 1076</inkml:trace>
  <inkml:trace contextRef="#ctx0" brushRef="#br0" timeOffset="248347.2046">12427 3299 0,'25'0'0,"-25"0"0,0 0 0,0 0 0,0 0 0,0 0 0,0 0 16,0 0-16,0 0 0,0 0 0,0 0 0,0 0 0,25 0 0,-25 0 0,0 0 0,0 0 0,0 0 0,0 0 0,0 0 0,0-25 0,0 25 0,0 0 0,0 0 0,25 0 0,-25 0 0,0 0 0,0 0 0,0 0 0,0 0 0,0 0 0,0 0 0,24 0 0,-24 0 0,0 0 0,0 0 0,0 0 0,0 0 0,0 0 15,0 0-15,0 0 0,0 0 0,25 0 0,-25 0 0,0 0 16,0 0 0,0 0-16,0 0 0,0 0 0,0 0 0,0 0 0,0 0 0,0 0 15,0 0-15,0 0 0,0 0 16,0 0-16,0 0 0,0 0 0,0 0 0,25 0 0,-25 0 0,0 0 0,0 0 0,0 0 0,0 0 15,0 0-15,0 0 0,0 0 16,0 0-16,0 0 0,0 0 16,0 0-16,25 0 0,-25 0 0,0 0 0,0 0 0,0 0 0,0 0 0,0 0 15,0 0-15,0 0 0,0 0 0,0 0 0,0 0 0,0 0 0,0 0 16,25 0-16,-25 0 0,0 25 0,0-25 0,0 0 0,0 0 15,0 0-15,0 0 0,0 0 0,0 0 0,0 0 0,0 0 16,0 0 0,24 0-16,-24 0 0,0 0 0,0 0 0,0 25 0,0-25 15,0 0-15,0 0 0,0 0 0,0 0 0,0 0 0,0 0 0,0 0 16,0 0-16,0 0 0,0 0 0,0 0 0,0 0 0,0 25 15,25-25-15,-25 0 0,0 0 0,0 0 0,0 0 0,0 0 0,0 24 16,0-24-16,0 0 16,0 0-16,0 0 0,0 0 0,0 25 0,0-25 15,0 0-15,0 0 0,0 0 0,0 0 0,0 0 0,0 25 0,0-25 16,0 0-16,0 0 0,0 0 78,0 0-78,0 0 15,0 0-15,0 0 0,0 25 16,0-25-16,0 0 0,0 0 0,0 0 0,0 0 0,0 0 0,0 0 0,0 25 0,0-25 0,-25 0 0,25 0 0,0 0 0,0 0 0,0 0 0,0 0 0,0 0 0,0 24 0,0-24 0,0 0 0,0 0 0,0 0 0,0 0 0,0 0 0,0 0 0,0 0 0,0 0 16,0 0-16,-24 0 15,24 25-15,0-25 0,0 0 0,0 0 0,0 0 0,0 0 0,0 0 0,0 0 0,0 0 0,0 0 0,0 0 0,0 0 0,0 25 0,0-25 0,0 0 0,-25 0 0,25 0 0,0 0 0,0 0 16,0 0-16,0 0 0,0 0 0,-25 0 0,25 25 0,0-25 15,0 0-15,0 0 0,0 0 0,0 0 0,0 0 0,0 0 16,0 0 46,-25 0-62,25 0 0,0 0 0,0 0 0,0 0 0,0 0 16,0 0-16,0 0 0,0 0 0,0 25 0,0-25 0,-25 0 0,25 0 0,0 0 0,0 0 0,0 0 0,0 0 0,0 0 16,0 0-16,0 0 0,0 0 0,-24 0 0,24 0 0,0 0 0,0 0 0,0 0 0,0 0 0,0 0 0,0 0 0,0 0 0,0 0 0,-25 0 0,25 0 0,0 0 0,0 0 15,0 0-15,0 0 0,0 0 0,0 0 0,0 0 0,0 0 0,0 0 16,0 0-16,0 0 15,0 0-15,0 0 0,0 0 0,0 0 0,0 0 16,0 0-16,0 0 0,0 0 0,0 0 0,0 0 0,-25 0 16,25 0-16,0 0 0,0 0 0,0 0 0,0 0 0,0 0 0,0 0 0,0 0 15,0 0-15,0 0 0,0 0 0,0 0 0,0 0 0,0 0 0,0 0 16,0 0-16,0 0 0,0 0 0,0 0 15,0 0-15,0 0 16,0 0-16,0 0 0,0 0 0,0 0 0,0 0 0,0 0 0,0 0 16,0 0-16,0 0 0,0 0 0,0-25 0,0 25 0,0 0 358</inkml:trace>
  <inkml:trace contextRef="#ctx0" brushRef="#br0" timeOffset="252970.4691">12898 3274 0,'0'0'16,"0"0"-16,0 0 0,0 0 0,0 0 0,0 0 0,0 0 0,0 0 15,0 0 1,0 0-16,0 0 0,0 0 0,0 0 15,0 0-15,0 0 0,0 0 0,0 0 0,0 0 0,0 0 0,0 0 16,0 0-16,0 0 0,0 0 0,0 0 0,0 0 0,0 0 0,0 0 16,0 0-16,0 0 0,0 0 0,0 0 0,0 0 0,0 0 0,0 0 15,0 0-15,0 0 0,0 0 16,0 0-16,0 0 0,0 0 0,0 0 47,0 0 77,25 0-124,-25 0 0,0 0 0,0 0 0,0 0 0,0 0 16,0 0-16,0 0 0,0 0 0,0 0 0,0 0 0,0 0 0,0 0 16,0 0-16,0 0 0,0 0 0,0 0 0,0 0 0,0 0 0,0 0 0,0 0 0,0 0 0,0 0 0,0 0 0,0 0 0,0 0 0,0 0 0,0 0 0,0 0 0,0 0 0,0 0 0,0 0 0,0 0 0,0 0 78,0 0-78,0 0 0,0 0 0,0 0 15,0 0-15,0 0 0,0 0 16,0 0-16,0 0 15,0 0-15,0 0 16,0 0-16,-25 0 16,25-25-16,0 25 0,0 0 0,0 0 0,0 0 0,0 0 0,0 0 0,0 0 0,0 0 0,0 0 0,0 0 15,0 0-15,0 0 0,0 0 0,0 0 0,0 0 16,0 0-16,0 0 0,0 0 0,-24 0 0,24 0 0,0 0 0,0 0 0,0 0 0,0 0 0,0 0 0,0 0 0,0 0 0,0 0 0,0 0 0,0 0 0,0 0 0,0 0 0,0 0 0,0 0 0,0 0 0,-25 0 0,25 0 0,0 0 0,0 0 0,0 0 0,0 0 0,0 0 0,0 0 0,0 0 0,0 0 0,0 0 15,0 0-15,0 0 0,0 0 0,0 0 16,0 0-16,0 0 0,-25 0 16,25 0-16,0 0 0,0 0 15,0-24-15,0 24 0,0 0 0,0 0 0,0 0 671,-124 620-437,124-620-234,25 0 0,-25 0 0,0 0 0,0 0 0,0 25 0,0-25 0,0 0 0,0 0 0,0 0 0,0 0 0,0 0 0,0 0 0,0 0 0,0 0 0,0 0 0,0 0 0,0 0 0,0 0 0,0 0 0,0 0 0,0 0 0,0 0 0,0 0 0,0 0 0,0 0 0,0 24 0,0-24 0,0 0 0,0 0 0,0 0 0,0 0 0,0 0 0,0 0 0,0 0 0,0 0 16,0 0-1,0 0-15,0 0 0,0 0 0,0 0 0,0 0 0,0 0 0,0 0 0,0 0 16,0 0-16,0 0 0,0 0 0,0 0 0,0 0 0,0 0 0,0 0 0,0 0 15,0 0-15,0 0 0,0 0 0,0 0 16,0 0 0,0 0-16,0 0 0,0 0 0,25 0 0,-25 0 0,0 0 0,0 0 0,0 0 0,0 0 0,0 0 46,0 0-46,0 25 0,0-25 0,0 0 0,0 0 0,0 0 16,0 0-16,0 0 0,0 0 0,0 0 0,0 0 0,0 0 0,0 0 0,0 0 16,0 0-16,0 0 0,0 0 0,0 0 0,0 0 0,0 0 0,0 0 0,0 0 15,0 0-15,0 0 0,0 0 0,0 0 0,0 0 0,0 0 0,0 0 0,24 0 0,-24 0 16,0 0-16,0 0 0,0 0 0,0 0 0,0 0 0,0 0 0,0 0 15,0 0-15,0 0 0,0 0 0,0 0 0,0 0 16,0 0-16,0 0 16,0 0-16,0 0 0,0 0 15,0 0-15,0 0 0,0 0 0,0 0 0,0 0 0,0 0 0,0 0 0,0 0 0,0 0 0,0 0 0,0 0 16,0 0-16,0 0 0,25 0 0,-25 0 0,0 0 0,0 0 0,0 0 15,0 0-15,0-25 0,0 25 0,0 0 16,0 0-16,0 0 0,0 0 16,0 0-16,0 0 202,50 0-202,-50-24 0,0 24 0,0 0 0,0 0 0,0 0 0,0 0 0,0 0 0,0 0 0,0 0 0,0 0 0,0 0 0,0 0 0,0 0 0,0 0 0,0 0 0,0 0 0,0 0 0,0 0 0,25 0 0,-25 0 16,0 0-16,0 0 16,0 0-16,0 0 0,0 0 0,0 0 0,0-25 0,0 25 0,0 0 0,0 0 0,0 0 0,24 0 0,-24 0 0,0 0 0,0 0 46,0 0-46,0 0 0,0 0 0,0 0 0,0 0 0,0 0 0,0 0 0,0 0 16,0 0-16,0 0 0,0-25 0,0 25 0,0 0 0,0 0 0,0 0 0,0 0 0,25 0 0,-25 0 0,0 0 0,0 0 0,0 0 0,0 0 16,0 0-16,0 0 0,0 0 0,0 0 15,0 0-15,0 0 0,0 0 0,0 0 16,0 0-16,0 0 0,0 0 0,0 0 0,0 0 0,0 0 0,0 0 0,0-25 0,25 25 0,-25 0 0,0 0 0,0 0 0,0 0 0,0 0 15,0 0-15,0 0 0,0 0 0,0 0 0,0 0 0,0 0 16,0 0-16,0 0 0,0 0 0,0 0 0,0 0 0,0 0 16,0-25-16,0 25 0,0 0 0,0 0 0,25 0 0,-25 0 0,0 0 15,0 0-15,0 0 0,0 0 0,0 0 16,0 0-16,0 0 0,0 0 0,0 0 0,0 0 0,0 0 15,0 0-15,0 0 0,0 0 0,0 0 0,0 0 0,0 0 16,0 0-16,0 0 0,0 0 0,0 0 0,0 0 0,0 0 0,-25 0 140,25 0-140,0 0 0,0 0 0,0 0 0,0 0 0,0 0 0,0 0 0,0-24 0,0 24 16,-25 0-16,25 0 0,0 0 0,0 0 0,0 0 0,0 0 0,0 0 0,0 0 0,0 0 0,0 0 0,0 0 0</inkml:trace>
  <inkml:trace contextRef="#ctx0" brushRef="#br0" timeOffset="257828.7469">13320 3746 0,'0'0'16,"0"0"-16,0 0 0,0 0 0,0 0 15,0 0-15,0 0 0,0 0 0,0 0 16,0 0-16,0 0 0,0 0 0,0 0 0,0 0 0,0 0 0,0 0 0,0 0 0,0 0 0,0 0 0,0 0 15,0 0-15,0 0 0,0 0 0,0 0 0,0 0 0,0 0 0,0 0 16,0 0-16,0 0 0,0 0 0,0 0 0,0 0 0,0 0 16,0 0-16,0 0 0,0 0 0,0 0 0,0 0 0,0 0 0,0 0 0,0 0 15,0 0-15,0 0 0,0 0 0,0 0 0,0 0 0,0 0 0,0 0 0,0 0 16,0 0-16,0 0 0,0 0 0,0 0 0,0 0 0,0 0 0,0 0 31,0 0-31,0 0 0,0 0 16,0 0-16,0 0 0,0 0 0,0 0 0,0 0 0,0 0 0,0 0 15,0 0-15,0 0 0,0 0 0,0 0 0,0 0 0,0 0 0,0 0 0,0 0 0,0 0 16,0 0-16,0 0 0,0 0 15,0 0-15,0 0 0,0 0 0,0 0 16,0 0 0,0 0-16,0 0 15,0 0 1,0 0-16,0 0 0,0 0 15,0 0-15,0 0 0,0 0 0,0 0 16,0 0-16,0 0 0,0 0 0,0 0 16,-149 223 982,124-174-998,25-49 0,0 0 0,0 0 0,0 0 0,0 0 0,0 0 0,0 0 0,0 0 0,0 0 0,0 0 0,0 0 0,0 0 0,0 0 0,0 0 0,0 0 0,0 0 0,0 0 0,0 0 0,0 0 0,0 0 0,0 0 0,0 0 0,0 0 16,0 0-16,0 0 15,0 0-15,0 0 0,0 0 0,0 0 0,0 0 0,0 0 16,0 0-16,0 0 0,0 0 0,0 0 0,0 0 0,0 0 0,0 0 0,0 0 0,0 0 0,0 0 0,0 0 0,0 0 0,0 0 0,0 0 0,0 0 0,0 0 0,0 0 0,0 0 15,0 0-15,0 0 0,0 0 0,0 0 0,0 0 0,0 0 32,0 0 482,25 0-498,-25-24-16,25 24 0,-25 0 0,0 0 0,0 0 0,0 0 0,0 0 0,0 0 0,0 0 0,25 0 0,-25 0 0,0 0 0,0 0 0,0 0 0,25 0 31,-25 0-31,0 0 0,0 0 16,0 0-16,25 0 0,-25 0 0,0 0 0,0 0 0,0 0 15,24 0-15,-24 0 16,0 0-16,25 0 0,-25 0 16,0 0-16,25 0 15,-25 0-15,25 0 0,-25-25 16,0 25-16,0 0 15,25 0-15,-25 0 0,0 0 0,0 0 0,0 0 0,0 0 0,0 0 0,0 0 0,24 0 0,-24 0 0,0 0 0,0 0 0,0 0 0,0 0 0,25 0 0,-25 0 0,0 0 0,0 0 0,0 0 0,0 0 0,0 0 0,25 0 0,-25 0 0,25 0 94,-25 0-94,0 0 0,0 0 0,0 0 0,0 0 0,25 0 0,-25 0 0,0 0 0,0 0 0,0 0 0,0 0 16,0 0-16,0 0 0,0 0 15,0 0-15,0 0 0,0 0 0,0 0 0,0 0 0,0 0 0,0 0 0,0 0 0,0 0 0,0 0 16,0 0-16,0 0 0,0 0 0,0 0 0,0 0 0,0 0 0,0 0 0,0 0 0,0 0 15,0 0-15,0 0 0,0 0 0,0 0 0,0 0 0,0 0 16,0 0-16,0 0 16,0 0-16,0 0 0,0 0 0,0 0 0,0 0 31,0 0-16,0 0-15,0 0 0,0 0 0,0 0 0,0 0 0,0 0 0,0 0 16,0 0-16,0 0 0,0 0 0,0 0 0,0 0 0,0 0 0,0 0 0,0 0 16,0 0-16,0 0 0,0 0 0,0 0 0,0 0 0,0 0 0,0 0 0,0 0 0,0 0 0,0 0 31,0 0-31,0 0 0,0 0 0,0 0 0,0 0 15,0 0-15,0 0 0,0 0 0,0 0 0,0 0 0,0 0 0,0 0 16,0 0-16,0 0 0,0 0 0,0 0 0,0 0 0,0 0 0,0 0 0,0 0 0,0 0 0,0 0 0,0 0 0,0 0 0,0 0 16,0 0-16,0 0 0,0 0 0,0 0 0,0 0 0,0 0 0,0 0 0,0 0 15,0 0-15,0 0 0,0 0 16,0 0-16,0 0 0,0 0 0,0 0 0,0 0 0,0 0 0,-50-25 171,25-25-171,25 50 0,0 0 0,0 0 0,0 0 0,0 0 0,0 0 0,0 0 0,0 0 0,0 0 16,0 0-16,0-24 16,0 24-16,0 0 0,0 0 0,0 0 0,0 0 15,0 0-15,0 0 0,0 0 0,0 0 0,0 0 0,0 0 0,0 0 0,0 0 0,0 0 0,0 0 0,0 0 0,0 0 0,0 0 0,0 0 0,0 0 0,0 0 0,0 0 0,0 0 0,0 0 0,0 0 0,0 0 0,0 0 0,0-25 0,0 25 0,0 0 0,0 0 0,0 0 0,0 0 0,0 0 0,0 0 0,0 0 0,0 0 0,0 0 16,0 0-16,0 0 15,0 0-15,0 0 0,0 0 0,0 0 0,0 0 0,0 0 63,0-25 654,-25 397-545</inkml:trace>
  <inkml:trace contextRef="#ctx0" brushRef="#br0" timeOffset="259485.8417">13915 3398 0,'124'0'0,"-124"0"0,25 0 0,-25 0 0,0 0 0,0 0 0,0 0 0,0 0 0,0 0 0,25 0 0,-25 0 0,0 0 0,0 0 0,0 0 0,0 0 0,0 0 0,0 0 0,0 0 0,25 0 0,-25 0 0,0 0 0,0 0 0,0-25 0,0 25 0,0 0 0,25 0 0,-25 0 0,0 0 0,0 0 0,0 0 0,0 0 0,0 0 0,0 0 16,0 0-16,0 0 0,0 0 0,24 0 0,-24 0 0,0 0 16,0 0-16,0 0 0,0 0 0,0 0 0,0 0 15,0 0-15,0 0 0,0 0 0,0 0 0,0 0 0,0 0 0,0 0 0,0 0 16,0 0-16,0 0 0,0 0 0,0 0 0,0 0 0,0 0 15,0 0-15,0 0 0,0 0 0,0 0 16,0 0-16,0 0 0,0 0 0,0 0 16,0 0-16,0 0 0,0 0 0,0 0 0,0 0 62,0 0-31,0 0-31,0 0 0,0 0 0,0 0 0,0 0 0,0 0 0,0 0 0,0 0 0,0 0 16,-24 0-16,24 0 0,0 0 0,0 0 0,0 0 0,-25 0 0,25-24 0,0 24 0</inkml:trace>
  <inkml:trace contextRef="#ctx0" brushRef="#br0" timeOffset="261526.9585">13965 3671 0,'0'0'0,"0"0"0,0 0 16,0 0-16,0 0 0,0 0 0,0 0 0,0 0 0,0 0 15,0 0 1,0 0-16,0 0 0,0 0 0,0 0 0,0 0 0,0 0 16,0 0-16,0 0 0,0 0 0,0 0 0,0 0 0,0 0 15,0 0-15,0 0 0,0 0 0,0 0 0,0 0 0,0 0 0,0 0 16,0 0-16,0 0 0,0 0 0,0 0 0,0 0 0,0 0 15,0 0-15,0 0 16,0 0-16,0 0 16,0 0-16,0 0 0,0 0 0,0 0 0,0 0 0,0 0 0,0 0 0,0 0 0,0 0 0,0 0 15,0 0-15,0 0 0,0 0 0,0 0 0,0 0 0,0 0 16,0 0-16,0 0 0,0 0 0,0 0 0,0 0 0,0 0 15,0 0-15,0 0 0,0 0 0,0 0 0,0 0 0,0 0 0,0 0 422</inkml:trace>
  <inkml:trace contextRef="#ctx0" brushRef="#br0" timeOffset="264442.1252">14039 3721 0,'0'0'0,"0"0"0,0 0 0,0 0 0,0 0 0,0 0 0,0 0 0,0 0 0,0 0 0,0 0 16,0 0-16,-24 0 0,24 0 0,0 0 0,0 0 0,0 0 0,0 0 0,0 0 0,0 0 16,0 0-16,0 0 0,0 0 15,0 0-15,0 0 0,0 0 0,0 0 0,0 0 0,0 0 16,0 0-16,0 0 0,0 0 0,0 0 0,0 0 15,0 0-15,0 0 0,0 0 609,0 0-141,0 0-468,0 0 0,0 0 0,0 0 0,0 0 0,0 0 0,0 0 0,0 0 47,0 0-1,0 0-46,0 0 0,0 0 0,0 0 0,0 0 0,0 0 0,0 0 0,0 0 0,0 0 47,0 0 62,0 0-109,0 0 0,0 0 0,0 0 0,0 0 0,0 0 0,0 0 0,0 0 0,0 0 0,0 0 0,0 0 0,0 0 0,0 0 0,0 0 0,0 0 0,0 0 0,0 0 0,0 0 0,0 0 0,0 0 0,0 0 0,0 0 16,0 0-16,0 0 0,0 0 0,0 0 0,0 0 0,0 0 0,0 0 0,0 0 0,0 0 0,0 0 0,0 0 0,0 0 0,0 0 0,0 0 0,0 0 0,0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0,0 0 15,0 0-15,0 0 0,0 0 0,0 0 0,0 0 16,0 0-16,0 0 0,0 0 0,0 0 0,0 0 16,0 0-16,0 0 0,0 0 156,24 0-141,-24 0-15,0 0 0,0 0 0,0 0 0,0 0 0,0 0 0,0 0 0,25 0 0,-25 0 0,0 0 0,0 0 0,0 0 0,0 0 0,25 0 0,-25 0 0,0 0 0,0-25 0,25 25 0,-25 0 0,0 0 0,0 0 0,0 0 0,0 0 0,25 0 0,-25 0 0,0 0 0,0 0 0,0 0 0,0 0 0,24 0 0,-24 0 0,0 0 0,0 0 0,0 0 0,0 0 0,0 0 0,0 0 0,25 0 16,-25 0-16,0 0 0,0 0 0,0 0 0,0 0 31,0 0-31,0 0 0,0 0 0,0 0 0,0 0 16,0 0-16,0 0 0,0 0 0,0 0 0,0 0 0,0 0 0,0 0 0,0 0 15,0 0-15,0 0 0,0 0 0,0 0 0,0 0 0,0 0 0,0 0 16,0 0-16,0 0 0,0 0 0,0 0 0,0 0 0,0 0 0,0 0 15,25 0 1,-25 0-16,0 0 0,0 0 0,0 0 0,0 0 16,0 0-16,0 0 0,0 0 0,0 0 0,0 0 0</inkml:trace>
  <inkml:trace contextRef="#ctx0" brushRef="#br0" timeOffset="269465.4125">15131 3299 0,'248'347'0,"-223"-347"0,-25 0 0,0 0 0,0-25 15,0 25-15,0 0 0,0 0 32,0 0-32,0 0 0,0 0 0,0-24 0,0 24 0,0 0 0,0 0 0,0 0 0,0 0 0,0 0 0,0 0 0,0 0 0,0 0 0,0-25 0,0 25 0,0 0 0,0 0 0,0 0 0,0 0 0,0 0 0,0 0 0,0 0 0,0 0 0,0-25 0,0 25 0,0 0 0,0 0 0,0 0 0,-25 0 0,25 0 0,0 0 0,0 0 0,0 0 0,0 0 0,0-25 15,0 25-15,0 0 0,0 0 0,0 0 0,0 0 16,0 0-16,0 0 0,0 0 0,0-25 15,0 25-15,0 0 0,0 0 0,0 0 0,-25 0 0,25 0 203,-74-99-203,74 99 0,0 0 0,0 0 0,0 0 0,0 0 0,0 0 0,0 0 0,0 0 0,-25 0 0,25 0 0,0 0 0,0 0 0,0 0 0,0 0 0,0 0 0,0 0 0,0 0 0,-25 0 0,25 0 0,0 0 0,0 0 0,0 0 0,0 0 0,0 0 0,-25 0 0,25 0 0,0 0 0,0 0 0,0 0 0,0 0 0,0 0 16,0 0-16,0 0 0,0 0 0,0 0 0,-25 0 0,25 0 0,0 0 0,0 0 0,0 0 0,0 0 0,0 0 15,0 0-15,0 0 16,0 0-16,0 0 0,0 0 0,0 0 0,0 0 0,0 0 16,0 0-16,0 0 0,0 0 0,0 0 0,0 0 0,0 0 15,-24 0-15,24 0 0,0 0 0,0 0 0,0 0 0,0 0 16,0 0-16,0 0 0,0 0 0,0 0 0,0 0 0,0 0 0,0 0 15,0 0-15,0 0 0,0 0 0,0 0 0,0 0 16,0 0-16,0 0 16,0 0-16,0 0 0,0 0 0,0 0 0,0 0 0,0 0 15,0 0-15,0 0 0,0 0 0,0 0 0,0 0 0,0 0 16,0 0-16,-25 0 0,25 0 0,0 0 0,0 0 0,0 0 0,0 0 0,0 0 15,0 0-15,0 0 0,0 0 16,0 0-16,0 0 0,0 0 0,0 0 16,0 0-16,0 0 0,-25 0 0,25 0 0,0 0 0,0 0 15,0 0-15,0 0 0,0 0 0,0 0 0,0 0 0,0 0 0,0 0 0,0 0 312,124 447 343,-25-422-655,-99-25 0,0 0 0,0 0 0,0 0 0,0 0 0,0 0 0,0 0 0,0 0 0,0 0 0,0 0 0,0 0 0,0 0 0,0 0 0,0 0 0,0 0 0,0 0 0,-25-25 0,25 25 0,0 0 0,0 0 16,0-25-16,-24 25 16,24 0-16,0-25 0,0 25 0,0-25 0,0 25 15,0-24-15</inkml:trace>
  <inkml:trace contextRef="#ctx0" brushRef="#br0" timeOffset="272631.5936">15453 3646 0,'0'0'0,"0"0"0,0 0 0,0 0 0,0 0 0,0 0 0,25 0 0,-25 0 0,0 0 0,0 0 0,0 0 0,0-25 0,0 25 0,0 0 0,0 0 0,0 0 0,0 0 0,0 0 0,0 0 0,0 0 0,0 0 0,0 0 15,0 0-15,0 0 0,0 0 0,0 0 0,0 0 0,0 0 0,0 0 0,0 0 0,0 0 0,25 0 0,-25 0 0,0 0 0,0 0 0,0 0 0,0 0 0,0 0 16,0 0-16,0 0 0,0 0 0,0 0 0,0-24 0,0 24 15,0 0-15,0 0 0,0 0 0,25 0 0,-25 0 0,0 0 0,0 0 16,0 0 0,0 0-16,0 0 0,0 0 0,0 0 0,0 0 0,0 0 15,0 0-15,0 0 0,0 0 0,0 0 0,0-25 0,0 25 0,0 0 16,25 0-16,-25 0 0,0 0 0,0 0 0,0 0 0,0 0 15,0 0-15,0 0 0,0 0 0,0 0 0,0 0 0,24 0 16,-24 0-16,0 0 0,0 0 0,0 0 0,0 0 0,0 0 0,0 0 16,0 0-16,0 0 15,0 0-15,0 0 0,0 0 0,0 0 16,0 0-16,0 0 0,0 0 0,0 0 0,0 0 0,0 0 0,0 0 15,0 0-15,0 0 0,0 0 0,0 0 0,0 0 0,0 0 0,0 0 16,0 0-16,0 0 0,0 0 0,0 0 0,0 0 0,0 0 16,0 0-16,0 0 0,0 0 0,0 0 0,0 0 0,0 0 15,0 0-15,0 0 0,0 0 0,0 0 0,0 0 0,-24 0 31,24 0-31,0 0 0,0 0 0,0 0 0,0 0 0,0 0 0,0 0 203,0 0-203,0 0 0,0 0 0,0 0 0,-25 0 0,25 0 0,0 0 0,0 0 0,0 0 0,0 0 0,0 0 0,0 0 0,0 0 0,0 0 0,0 0 0,0 0 0,0 0 0,0 0 0,0 0 0,0 0 0,0 0 0,0 0 16,-25 0-16,25 0 0,0 0 0,0 0 0,0 0 0,0 0 0,0 0 0,0 0 0,0 0 0,0 0 0,0 0 0,0 0 0,0 0 0,0 0 15,0 0-15,0 0 0,0 0 0,0 0 0,0 0 0,0 0 16,0 0-16,0 0 0,0 0 0,0 0 0,0 0 16,0 0-16,0 0 0,0 0 0,0 0 0,0 0 0,0 0 0,0 0 0,0 0 15,0 0-15,0 0 0,0 0 0,0 0 0,0 0 0,0 0 0,0 0 0,0 0 0,0 0 16,0 0-16,0 0 0,0 0 0,0 0 0,0 0 15,0 0-15,0 0 0,0 0 0,0 0 16,0 0-16,0 0 0,0 0 0,0 0 62,0 0-62,0 0 0,0 0 0,0 0 0,0 0 0,0 0 0,0 0 0,0 0 0,0 0 16,0 0-16,0 0 0,0 0 0,0 0 0,0 0 0,0 0 0,0 0 0,0 0 16,0 0-16,0 0 0,-25 0 0,25 0 0,0 0 0,0 0 0,0 0 0,0 25 0,0-25 0,0 0 0,0 0 0,0 0 0,0 0 0,0 0 0,0 0 0,0 24 0,0-24 0,0 0 0,0 0 15,-25 0-15,25 25 0,0-25 0,0 0 0,0 0 16,0 0-16,0 0 967</inkml:trace>
  <inkml:trace contextRef="#ctx0" brushRef="#br0" timeOffset="279554.9896">8607 4812 0,'0'0'0,"0"0"0,0 0 0,0-25 15,0 25-15,0 0 0,0 0 0,0 0 0,0 0 0,0 0 0,0 0 0,0 0 0,0 0 0,0 0 0,0 0 0,0 0 0,0 0 0,0 0 0,0 0 0,0 0 0,0 0 0,0 0 0,0 0 0,0 0 0,0 0 0,0 0 0,0 0 0,0 0 0,0 0 0,0 0 0,0 0 0,0 0 0,0 0 0,0 0 0,0 0 0,0 0 0,0 0 0,0 0 16,0 0-16,0 0 0,0 0 0,0 0 0,0 0 0,0 0 16,0 0-16,0 0 0,0 0 15,0 0-15,0 0 0,0 0 16,0 0-16,0 0 0,0 0 0,0 0 0,0 0 0,0 0 0,0 0 15,0 0-15,0 0 0,0 0 0,0 0 0,0 0 0,25 0 0,-25 0 16,0 0-16,0 0 0,0 0 0,25 0 0,-25 0 0,0 0 16,0 0-16,25 0 0,-25 0 0,0 0 0,24 0 0,-24 0 15,25 0-15,-25 0 16,0 0-16,25 0 0,-25 0 0,25 0 0,-25 0 171</inkml:trace>
  <inkml:trace contextRef="#ctx0" brushRef="#br0" timeOffset="281269.0876">9475 4614 0,'-124'347'0,"124"-347"0,0 0 0,0 0 0,0 0 0,0 0 0,0 0 0,0 0 0,0 0 0,0 0 0,0 0 0,0 0 16,0 0-16,0 0 0,0 0 0,0 0 0,25 0 0,-25 0 0,0 0 0,0 0 0,0-25 0,0 25 0,0 0 0,0 0 0,25 0 0,-25 0 0,0 0 0,0 0 0,25 0 0,-25 0 0</inkml:trace>
  <inkml:trace contextRef="#ctx0" brushRef="#br0" timeOffset="282661.1666">9748 4738 0,'0'0'0,"0"0"16,0 0-16,0 0 0,0 0 0,0 0 0,0 0 16,0 0-16,0 0 0,0 0 0,0 0 0,0 0 0,0 0 0,0 0 31,0 0-31,0 0 0,0 0 0,0 0 0,0 0 0,0 0 0,0 0 140,0-50-77,-25 50-63,25 0 0,0 0 0,0 0 0,0-25 0,0 25 0,0 0 15,0 0-15,0 0 0,0 0 0,0 0 16,0 0-16,0 0 0,0 0 0,0 0 0,-24 0 0,24 0 0,0 0 0,0 0 0,0-25 0,0 25 0,0 0 0,0 0 0,0 0 0,0 0 0,0 0 0,-25 0 0,25 0 0,0 0 0,0 0 0,0 0 0,0 0 0,0 0 0,0 0 0,0 0 0,0 0 0,0 0 0,0 0 0,-25 0 0,25-24 0,0 24 0,0 0 0,0 0 0,0 0 0,0 0 15,0 0 1,0 0-16,0 0 0,0 0 0,-25 0 0,25 0 0,0 0 0,0 0 0,0 0 16,0 0-16,0 0 15,0 0-15,0 0 0,0 0 0,0 0 0,-25 0 0,25 0 0,0 0 0,0 0 16,0 0-16,0 0 0,0 0 0,0 0 0,0 0 0,0 0 15,0 0-15,0 0 0,0 0 0,0 0 0,0 0 0,0 0 16,-24 0-16,24 0 0,0 0 0,0 0 0,0 0 16,0 0-16,0 0 0,0 0 0,0 0 0,0 24 0,0-24 0,0 0 0,-25 0 15,25 0-15,0 0 16,0 0-16,0 0 0,0 0 0,0 0 0,0 0 0,0 0 0,0 25 15,0-25-15,-25 0 0,25 0 0,0 0 0,0 0 0,0 0 16,0 0-16,0 25 0,0-25 0,0 0 0,0 0 0,0 0 16,0 0-16,-25 25 0,25-25 0,0 0 0,0 0 15,0 0-15,0 25 16,0-25-16,0 0 0,0 0 0,0 24 0,0-24 0,0 0 15,0 0-15,0 0 0,0 25 0,0-25 0,0 0 0,25 0 0,-25 0 16,0 25-16,0-25 0,0 0 0,0 0 0,0 25 0,0-25 16,0 0-16,0 0 0,0 0 0,0 25 0,25-25 0,-25 0 15,0 0-15,0 0 0,0 0 0,0 25 0,0-25 0,0 0 31,25 0-31,-25 0 0,0 24 0,0-24 0,0 0 0,0 0 0,24 0 16,-24 25-16,0-25 0,0 0 0,0 0 0,0 0 0,25 0 0,-25 0 47,0 25-32,0-25-15,0 0 0,0 0 0,25 0 156,149 0-140,-174 0-16,0-25 0,0 25 0,0 0 0,0 0 0,0 0 0,0 0 0,0 0 0,0 0 0,0-25 0,0 25 0,0 0 0,0 0 0,0 0 0,0 0 0,0 0 0,0-24 0,0 24 0,0 0 0,0 0 0,0 0 0,0 0 0,-25 0 0,25 0 0,0 0 0,0 0 0,0 0 0,0 0 0,0 0 0,0 0 0,0 0 0</inkml:trace>
  <inkml:trace contextRef="#ctx0" brushRef="#br0" timeOffset="285413.3247">10021 4961 0,'124'50'0,"-124"-50"16,-25 0-16,25 0 0,0 24 0,0-24 0,0 0 0,0 0 0,-24 0 0,24 0 0,0 0 0,0 0 0,0 25 0,0-25 0,0 0 0,-25 0 0,25 0 0,0 0 0,0 0 0,0 0 0,0 25 0,0-25 0,-25 0 0,25 0 0,0 0 0,0 0 0,0 0 0,0 0 0,0 0 0,0 0 0,0 0 0,0 0 0,0 0 0,0 0 0,0 0 0,0 0 0,0 0 0,0 0 0,0 0 15,0 0 1,0 0-16,0 0 0,0 0 0,0 0 0,0 0 0,0 0 15,0 0-15,0 0 0,0 0 0,0 0 0,0 0 0,0 0 16,0 0-16,0 0 0,0 0 0,0 0 0,0 0 0,0 0 0,0 0 16,0 0-16,0 0 0,0 0 0,0 0 0,0 0 0,0 0 15,0 0 1,0 0-16,0-25 0,0 25 0,0 0 0,0 0 0,25 0 0,-25 0 15,0 0-15,0 0 0,0 0 0,0-25 0,0 25 0,25 0 16,-25 0-16,0 0 0,0 0 0,0 0 0,0 0 0,0 0 62,0 0-62,24 0 0,-24 0 0,0 0 0,0 0 0,0 0 0,0 0 0,0 0 0,25 0 0,-25 0 0,0 0 0,0 0 0,0 0 0,0 0 0,0 0 0,25 0 0,-25 0 0,0 0 0,0 0 0,0 0 0,0 0 0,0 0 0,25 0 0,-25 0 16,0 0-16,0 0 0,0 0 0,0 0 0,25 0 0,-25 0 16,0 25-16,0-25 0,0 0 15,0 0-15,0 0 0,0 0 16,0 0-16,24 0 0,-24 0 0,0 0 0,0 25 0,0-25 0,0 0 15,0 0-15,0 0 0,0 0 0,0 0 0,0 0 0,0 25 0,0-25 16,0 0-16,0 0 0,0 0 0,0 0 0,0 25 0,0-25 16,0 0-16,0 0 0,0 0 15,0 24-15,0-24 16,0 0-16,0 0 0,0 25 0,0-25 0,0 0 0,0 0 0,0 0 0,0 25 0,-24-25 15,24 0-15,0 0 0,0 0 0,0 0 0,0 25 0,0-25 47,0 0 125,-174 0-172,174 0 0,-25 0 0,25 0 0,0 0 0,0 0 0,0 0 0,0 0 0,0 0 0,0 0 0,-25 0 0,25 0 0,0 0 0,0 0 0,0 0 0,0 0 0,0 0 0,0 0 0,0 0 0,0 0 0,0 0 0,0 0 0,0 0 0,0 0 0,0 0 0,0 0 0,0 0 0,0 0 0,0 0 15,0 0-15,0 0 0,0 0 0,0 0 0,0-25 0,0 25 0,0 0 0,0 0 0,0 0 32,25 0-32,-25 0 0,0-25 0,0 25 0,0 0 0,0 0 0,0 0 0,0-25 15</inkml:trace>
  <inkml:trace contextRef="#ctx0" brushRef="#br0" timeOffset="287776.4598">11237 4787 0,'0'0'0,"0"0"16,0 0-16,0 0 0,0 0 0,0 0 0,0 0 0,0 0 16,0 0-16,0 0 0,0 0 0,0 0 0,0 0 0,0 0 0,0 0 15,0 0-15,0 0 0,0 0 0,0 0 0,0 0 0,0 0 16,0 0-16,0 0 0,0 0 0,0 0 0,0 0 0,0 0 15,0 0 1,0 0-16,0 0 0,0 0 16,0 0-16,0 0 0,0 0 0,0 0 0,0 0 0,0 0 0,0 0 0,0 0 0,0 0 15,0 0-15,0 0 0,0 0 0,0 0 0,0 0 0,0 0 0,0 0 0,0 0 16,24 0-16,-24 0 0,0 0 0,0 0 0,0 0 0,0 0 31,0 0-31,0 0 0,0 0 0,0 0 0,0 0 0,0 0 0,0 0 0,0 0 187,248 0-171,-198 0-16,-50 0 0,25 0 0,-25 0 0,0 0 0,25 0 0,-25 0 0,0 0 0,24 0 0,-24 0 0,0 0 0,0 0 0,25 0 0,-25 0 0,0 0 15,0 0-15,0 0 0,25 0 0,-25 0 0,0 0 0,0 0 0,0-25 0,0 25 0,0 0 0,0 0 0,0 0 0,0 0 0,0 0 0,0 0 16,0 0-16,0 0 0,0 0 0,0 0 0,0 0 16,0 0-16,0 0 0,0 0 0,0 0 0,0 0 0,0 0 15,0 0-15,0 0 0,0 0 0,0 0 0,0 0 0,0-24 0,-25 24 0,25 0 0,0 0 0,0 0 0,0 0 0,0 0 0,0 0 16,0 0-16,0 0 0</inkml:trace>
  <inkml:trace contextRef="#ctx0" brushRef="#br0" timeOffset="291035.6456">11509 4514 0,'0'0'16,"0"0"-16,0 0 0,0 0 0,0 0 0,0 0 0,0 0 16,0 0-16,0 0 0,0 0 0,0 0 0,0 0 0,0 0 0,0 0 15,0 25-15,0-25 0,0 0 0,0 0 0,0 0 250,0 0-250,0 0 0,0 0 15,0 0-15,0 0 0,0 0 0,0 0 0,0 0 16,0 0-16,0 0 0,0 0 0,0 0 0,0 0 0,0 0 0,0 0 0,0 25 0,0-25 0,0 0 0,0 0 0,0 0 0,0 25 0,0-25 0,-24 25 0,24-25 0,0 0 0,0 24 0,0-24 0,0 25 0,0-25 16,0 25-1,0-25-15,0 25 0,0-25 0,0 25 0,0-25 0,0 24 0,0-24 0,0 25 0,0-25 0,0 25 0,0-25 0,0 0 0,0 25 0,0-25 0,0 25 0,0-25 0,0 0 0,0 25 0,0-25 0,0 0 0,0 24 16,0-24-16,0 0 0,0 25 0,0-25 0,0 0 0,0 0 0,-25 25 15,25-25-15,0 0 0,0 0 0,0 25 0,0-25 0,0 0 16,0 0-16,0 0 16,0 25-16,0-25 0,0 0 0,0 0 0,0 0 0,0 0 0,0 0 15,0 0-15,0 0 0,0 0 0,0 0 0,0 0 0,0 0 0,0 0 16,0 0-16,0 0 0,0 0 0,0 0 0,0 0 0,0 0 15,0 0-15,0 0 0,0 0 0,0 0 0,0 0 0,0 0 16,0 0-16,0 0 16,0 0-16,0 0 0,0 0 0,0 0 0,0 0 15,0 0-15,0-25 0,0 25 0,0 0 0,-25 0 0,25 0 0,0-25 94,0 25 686</inkml:trace>
  <inkml:trace contextRef="#ctx0" brushRef="#br0" timeOffset="293234.772">12179 4862 0</inkml:trace>
  <inkml:trace contextRef="#ctx0" brushRef="#br0" timeOffset="295944.9271">12353 4589 0,'0'0'0,"0"0"0,0 0 0,-25 0 0,25 0 0,0 0 0,0 0 0,0 0 0,0 0 15,0 0-15,0 0 0,0 0 0,0 0 0,0 0 0,0 0 0,0 0 0,0 0 0,0 0 0,0 0 0,0 0 0,0 0 0,0 0 0,0 0 0,0 0 0,0 0 0,0 0 16,0 0-16,0 0 0,0 0 0,0 0 0,0 0 0,0 0 0,0 0 0,0 0 0,0 0 0,0 0 0,0 0 16,0 0-16,-25 0 0,25 0 0,0 0 0,0 0 0,0 0 0,0 0 0,0 0 0,0 0 0,0 0 0,0 0 0,0 0 0,0 0 15,0 0-15,0-50 156,0 50-156,0 0 0,0 0 0,0 0 0,0 0 0,25 0 0,-25 0 0,0 0 0,0 0 0,0 0 0,0 0 16,0 0-16,0-25 0,0 25 0,0 0 0,0 0 15,0 0-15,25 0 0,-25 0 0,0 0 0,0 0 0,0 0 0,0 0 0,0 0 0,0 0 0,25 0 0,-25 0 0,0 0 0,0 0 0,0 0 0,24 0 16,-24 0-16,0 0 0,0 0 0,0 0 0,25 25 0,-25-25 0,0 0 0,0 0 0,0 0 0,0 0 0,25 0 0,-25 0 0,0 0 16,0 0-16,0 0 0,0 0 0,0 0 0,25 25 0,-25-25 0,0 0 0,0 0 0,0 0 0,0 0 0,0 0 31,0 25-31,0-25 0,25 0 0,-25 0 0,0 0 0,0 0 0,0 25 15,0-25-15,0 0 0,0 0 0,0 0 0,0 0 0,0 24 16,0-24-16,0 0 0,0 0 0,0 0 0,0 0 0,0 25 0,24-25 16,-24 0-16,0 0 0,0 25 0,-24-25 0,24 0 0,0 0 0,0 25 31,0-25-31,0 0 0,0 0 0,0 25 0,0-25 0,0 0 0,0 0 15,0 24-15,0-24 0,0 0 0,0 0 0,0 0 0,-25 25 0,25-25 47,0 0-47,0 0 0,0 25 0,0-25 0,0 0 0,0 0 0,0 0 0,-25 25 0,25-25 0,0 0 0,0 0 0,0 0 0,0 25 0,0-25 16,-25 0-1,25 0-15,0 0 0,0 0 0,0 25 0,-25-25 0,25 0 0,0 0 0,0 0 0,0 0 0,0 0 0,0 0 16,-24 0-16,24 0 0,0 24 0,0-24 0,0 0 0,0 0 16,0 0-16,-25 0 0,25 0 0,0 0 0,0 0 0,0 0 15,0 0-15,0 0 0,-25 0 0,25 0 0,0 0 0,0 0 0,0 0 16,0-24-16,-25 24 15,25 0-15,0 0 0,0 0 0,0 0 0,0 0 16,0 0-16,0 0 0,0 0 0,0 0 0,-25 0 0,25 0 16,0 0-16,0 0 0,0 0 0,0 0 0,0 0 0,0 0 15,0 0-15,0 0 0,0 0 0,0 0 0,0 0 0,-24 0 0,24 0 16,0 0-16,0 0 0,0 0 0,0 0 0,0 0 0,0 0 0,0 0 15,0 0-15,0-25 0,0 25 0,0 0 16,0 0-16,0 0 16,24 0-16,-24 0 0,0 0 0,0-25 0,0 25 0,0 0 1029</inkml:trace>
  <inkml:trace contextRef="#ctx0" brushRef="#br0" timeOffset="298929.0977">12799 4589 0,'0'0'0,"0"0"15,0 0-15,0 0 0,0 0 0,0 0 0,0 0 16,0 0-16,0 0 0,0 0 0,0 0 0,0 0 0,0 0 0,0 0 15,0 0-15,0 0 0,0 0 0,0 0 0,0 0 0,0 0 0,0 0 16,0 0-16,0 0 0,0 0 0,0 0 0,0 0 0,0 0 0,0 0 31,0 0-31,0 0 0,0 0 0,0 0 0,0 0 0,0 0 16,0 0-16,0 0 0,0 0 0,0 0 0,0 0 0,0 0 0,0 0 140,25 0-140,-25 0 0,0 0 0,0 0 0,0 0 0,0 0 0,0 0 0,0 0 0,0 0 0,0 0 16,0 0-16,0 0 0,0 0 0,0 0 0,0 0 0,0 0 0,0 0 0,0 0 0,0 0 0,0 0 0,0 0 0,0 0 15,0 0-15,0 0 0,0 0 0,0 0 16,0 0-16,0 0 0,0 0 0,0 0 0,0 0 0,0 0 0,0 0 0,0 0 0,0 0 0,0 0 0,0 0 0,0 0 0,0-25 16,0 25-16,0 0 0,0 0 0,0 0 15,0 0-15,0 0 0,0 0 0,0 0 0,0 0 16,0 0-16,0 0 0,0 0 0,0 0 0,0 0 0,0 0 0,0 0 0,0 0 0,0 0 0,0 0 0,0 0 0,-25 0 0,25 0 0,0 0 0,0 0 15,0 0-15,0 0 0,0 0 0,0-25 0,0 25 0,0 0 0,0 0 0,0 0 16,0 0-16,0 0 0,0 0 0,0 0 0,0 0 0,-25 0 0,25 0 62,0 0-62,0 0 0,0 0 0,0 0 0,0 0 0,0 0 0,0-25 0,-24 25 0,24 0 0,0 0 0,0 0 0,0 0 0,0 0 0,0 25 0,0-25 0,0 0 16,0 0-16,-25 0 0,25 0 0,0 0 0,0 0 0,0 0 0,0 0 0,0 0 16,0 0-16,0 0 0,0 0 0,0 0 0,-25 0 15,25 0-15,0 0 0,0 0 0,0 0 0,0 0 0,0 0 16,0 0-16,0 0 0,0 0 0,0 0 0,0 0 0,0 0 0,0 0 15,-25 0-15,25 0 0,0 0 0,0 0 0,0 0 0,0 0 0,0 25 312</inkml:trace>
  <inkml:trace contextRef="#ctx0" brushRef="#br0" timeOffset="300683.1981">12874 4614 0,'0'0'0,"0"0"0,0 0 16,0 0-16,0 0 16,0 0-16,0 0 0,0 0 0,0 0 0,0 0 0,0 0 202,-50-75-202,50 75 16,0 0-16,0 0 0,0 0 0,-25 0 0,25 0 0,0 0 0,0 0 0,0 0 0,0 0 0,0 0 0,0 0 0,0 0 0,0 0 0,0 0 0,0 0 0,0 0 0,0 0 0,0 0 0,0 0 0,-25 0 0,25 0 0,0 0 0,0 0 16,0 0-16,0 0 0,0 0 0,-24 0 0,24 0 0,0 0 0,0 0 0,0 0 0,0 0 0,-25 0 0,25 25 0,0-25 0,0 0 0,0 0 0,-25 0 0,25 0 0,0 0 0,0 0 0,0 0 15,-25 0-15,25 0 0,0 0 0,0 0 16,0 0-16,0 0 0,-25 0 15,25 0-15,0 0 0,0 0 0,0 0 0,0 0 16,0 0-16,0 0 0,0 0 0,0 0 0,0 0 0,0 0 0,-24 0 0,24 0 16,0 0-16,0 0 0,0 0 0,0 0 0,0 25 0,0-25 31,0 0-31,0 0 0,-25 0 0,25 0 0,0 0 0,0 0 0,0 0 0,0 0 0,0 0 0,0 0 0,0 0 15,0 0-15,0 0 0,0 25 0,-25-25 0,25 0 0,0 0 16,0 0 0,0 0-16,0 0 0,0 0 0,0 0 0,0 0 0,0 0 0,0 0 15,0 24-15,0-24 0,-25 0 0,25 0 0,0 0 0,0 0 0,0 0 16,0 0-16,0 25 0,0-25 0,0 0 0,0 0 0,0 0 15,0 25-15,0-25 0,0 0 0,0 0 0,0 0 0,0 25 16,0-25-16,0 0 0,0 0 0,0 25 16,0-25-16,0 0 0,0 0 15,0 24-15,0-24 0,0 0 0,0 0 0,0 25 0,25-25 16,-25 0-16,0 0 0,0 25 0,0-25 0,0 0 0,0 0 0,0 0 15,0 25-15,25-25 0,-25 0 0,0 0 0,0 25 0,0-25 16,0 0-16,0 0 0,25 0 0,-25 0 0,0 25 0,0-25 0,0 0 62,24 0 63,150 74-125,-174-74 0,0 0 0,0 0 0,0-25 0,25 25 0,-25 0 0,0 0 0,0 0 0,0 0 0,0 0 0,25 0 0,-25-25 0,0 25 0,0 0 0,0 0 0,0 0 0,24 0 0,-24 0 0,0-24 0,0 24 0,0 0 0,0 0 0,0 0 0,25 0 16,-25 0-16,0 0 0,0-25 0,0 25 0,0 0 15,0 0-15,0 0 0,25 0 0,-25 0 0,0 0 0,0-25 0,0 25 0,0 0 0,0 0 0,0 0 0,0 0 0,0 0 0,0 0 0,0 0 47,0 0-47,0 0 0,0 0 0,0 0 0,0 0 0,0 0 0,0 0 0,0 0 0,0 0 0,0 0 0,0 0 0,0 0 0,0 0 0,0 0 16,0 0-16,0 0 0,0 0 0,-25 0 0,25 0 0,0 0 0,0-25 0,0 25 0,0 0 15,0 0-15,0 0 0,0 0 0,0-25 0,25 25 0,-25 0 0,0 0 32,0-25-32</inkml:trace>
  <inkml:trace contextRef="#ctx0" brushRef="#br0" timeOffset="304348.4077">13419 4936 0,'0'0'16,"0"0"-16,0 0 0,0 0 0,0 0 0,0-25 0,0 25 16,0 0-16,0 0 0,0 0 0,0 0 15,0 0-15,0 0 0,0 0 16,0 0-16,0 0 0,0 0 15,0 0-15,0 0 0,0 0 0,0 0 0,0 0 0,0 0 0,0 0 0,0 0 0,0 0 16,0 0-16,0 0 0,0 0 0,0 0 0,0 0 0,0 0 16,0 0-16,0 0 0,0 0 0,0 0 0,0 0 0,0 0 0,0 0 0,0 0 0,0 0 15,0 0-15,0 0 16,0 0-16,0 0 0,0 0 0,0 0 0,0 0 0,0 0 0,0 0 15,0 0-15,0 0 0,0 0 0,0 0 0,0 0 0,0 0 16,0 0-16,0 0 0,0 0 0,0 0 0,0 0 0,0 0 0,0 0 16,0 0-16,0 0 15,0 0-15,0 0 0,0 0 0,0 0 16,0 0-16,0 0 0,0 0 0,0 0 0,0 0 0,0 0 0,0 0 15,0 0-15,0 0 0,0 0 0,0 0 0,0 0 0,0 0 16,0 0-16,0 0 0,0 0 0,0 0 0,0 0 0,0 0 0,0 0 16,0 0-16,0 0 0,0 0 0,0 0 0,0 0 93,0 0-93,0 0 0,0 0 16,0 0-16,0 0 0,0 0 0,0 0 0,0 0 0,0 0 0,0 0 0,0 0 0,0 0 0,0 0 0,0 0 0,0 0 0,0 0 0,-24 0 0,24 0 0,0 0 0,0 0 0,0 0 0,0 25 0,0-25 0,0 0 0,0 0 0,-25 0 0,25 0 0,0 0 0,0 25 0,0-25 15,0 0-15,0 0 0,-25 0 0,25 25 16,0-25-16,0 0 0,0 0 0,0 25 16,-25-25-16,25 0 0,0 0 0,0 0 0,0 24 0,-25-24 0,25 0 78,0 0-78,0 25 0,-24-25 0,24 0 0,0 0 0,0 0 0,0 25 15,0-25-15,0 0 0,0 0 0,0 0 16,0 0-16,0 0 0,-25 25 0,25-25 0,0 0 0,0 0 15,0 0-15,0 0 0,0 0 0,0 0 0,0 0 0,0 0 0,0 0 0,0 25 0,0-25 0,-25 0 0,25 0 0,0 0 0,0 0 0,0 0 0,0 0 0,0 0 0,0 0 0,0 0 0,0 24 0,0-24 0,0 0 0,0 0 0,0 0 0,-25 0 0,25 0 0,0 0 0,0 0 0,0 0 16,0 0-16,0 0 0,0 0 0,0 0 0,0 0 0,0 0 0,0 0 0,0 0 0,0 0 16,0 25-16,0-25 0,0 0 0,0 0 0,0 0 0,0 0 15,0 0-15,0 0 0,0 0 0,0 0 0,0 0 0,0 0 16,0 0-16,0 0 16,0 0-16,0 0 0,0 0 15,0 0-15,0 0 0,0 0 16,0 0-16,0 0 0,0 0 0,0 0 0,0 0 0,0 0 0,0 0 0,0 0 405</inkml:trace>
  <inkml:trace contextRef="#ctx0" brushRef="#br0" timeOffset="306173.5121">13419 5135 0,'0'0'0,"0"0"0,0 0 0,0 0 0,0 0 0,0 0 0,0 0 0,0 0 0,0 0 0,0 0 0,0 24 0,0-24 0,0 0 0,0 0 0,0 0 0,0 0 0,0 0 0,0 0 0,0 0 0,0 0 0,0 0 0,0 0 0,0 0 0,0 0 0,0 0 0,0 0 0,0 0 0,0 0 0,0 0 0,0 0 0,0 0 0,0 0 0,0 0 0,0 0 0,0 0 0,0 0 0,0 0 15,0 0-15,0 0 0,0 0 0,0 0 0,0 0 16,0 0-16,0 0 0,0 0 0,0 0 0,0 0 16,0 0 15,0 0-31,0 0 0,0 0 0,0 0 15,0 0-15,0 0 0,0 0 0,0 0 0,0 0 0,0 0 0,0 0 0,0 0 0,0 0 16,0 0-16,0 0 0,0 0 0,0 0 0,0 0 0,0 0 0,0 0 0,0 0 0,0 0 0,0 0 0,0 0 16,0 0-16,0 0 0,0 0 0,0 0 0,0 0 0,0 0 0,0 0 0,0 0 31,0 0-31,0 0 0,0 0 0,0 0 0,0 0 0,0 0 0,0 0 15,0 0-15,0 0 0,0 0 0,0 0 0,0 0 0,0 0 16,0 0-16,0 0 0,0 0 0,0 0 0,0 0 0,0 0 0,0 0 16,0 0-16,0 0 0,0 0 0,0 0 0,0 0 0,0 0 15,0 0-15,0 0 0,0 0 0,0 0 0,0 0 0,0 0 16,0 0-16,0 0 0,0 0 0,0 0 15,0 0-15,0 0 0,0 0 172,-24 0-172,24 0 0,0 0 0,0 0 16,0 0-16,0 0 0,0 0 0,0 0 0,0 0 15,0 0-15,0 0 0,0 0 0,-25 0 0,25 0 0,0 0 0,0 0 0,0 0 16,0 0-16,0 0 15,0 0-15,0 0 0,0 0 0,-25 0 0,25 0 0,0 0 0,0 0 0,0 0 0,0 0 0,0 0 0,0 0 0,0 0 16,0 0-16,-25 0 0,25 0 0,0 0 0,0 0 0,0 0 0,0 0 0,0 0 0,0 0 0,0 0 0,0 0 16,0 0-16,0 0 0,0 0 0,0 0 0,0 0 0,0 0 0,0 0 0,0 0 0,0 0 0,0 0 0,0 0 0,0 0 0,0 0 15,0 0-15,0 0 0,0 0 0,0 0 0,0 0 0,0 0 0,0 0 0,0 0 0,0 0 0,0 25 0,0-25 16,0 0-16,-25 0 0,25 0 0,0 0 0,0 0 0,0 0 15,0 0-15,0 0 0,0 0 0,0 0 0,0 0 0,0 0 0,0 0 16,-24 0-16,24 0 0,0 0 0,0 0 0,0 0 16,0 0-16,0 0 0,0 0 0,0 0 0,0 0 15,0 0-15,0 0 0,0 0 0,0 0 0,0 0 562</inkml:trace>
  <inkml:trace contextRef="#ctx0" brushRef="#br0" timeOffset="308055.6198">13667 4936 0,'0'0'0,"0"0"0,0 0 0,0 0 15,0 0-15,0 0 0,0 0 0,0 0 0,0 0 0,0 0 0,0 0 0,0 0 0,0 0 0,0 0 0,0 0 0,0 0 0,0 0 0,0 0 0,0 0 0,0 0 0,0 0 0,0 0 16,0 0-16,0 0 0,0 0 0,0 0 0,0 0 0,0 0 15,0 0 1,0 0-16,0 0 0,0 0 0,-24 0 16,24 0-16,0 0 0,0 0 0,0 0 0,0 0 0,0 0 0,0 0 15,0 0-15,0 0 0,0 0 0,0 0 0,0 0 0,0 0 0,0 0 16,0 0-16,0 0 0,0 0 0,0 0 0,0 0 0,0 0 15,0 0-15,0 0 0,0 0 0,0 0 0,0 0 0,0 0 0,0 0 63,0 0-63,0 25 0,0-25 0,0 0 0,0 0 0,0 25 0,0-25 0,0 0 15,0 0-15,0 25 0,0-25 0,0 24 16,0-24-16,-25 0 0,25 25 0,0-25 0,0 25 0,0-25 0,0 0 0,0 25 0,0-25 0,0 25 0,0-25 0,0 24 0,0-24 0,0 25 16,0-25-16,0 25 0,0-25 0,0 0 0,0 25 0,0-25 0,0 25 0,0-25 0,0 24 0,0-24 0,0 0 0,0 25 15,0-25 1,0 0-16,0 25 0,0-25 0,0 0 0,0 25 0,0-25 0,0 0 15,0 0-15,0 0 0,0 0 0,0 25 0,0-25 0,0 0 16,0 0-16,0 0 0,0 0 0,0 0 0,0 0 0,0 0 0,0 0 16,0 0-16,0 0 0,0 0 0,0 0 842</inkml:trace>
  <inkml:trace contextRef="#ctx0" brushRef="#br0" timeOffset="309054.6766">14362 4837 0,'0'0'0,"0"0"15,0 0-15,0 0 0,0 0 0,0 0 0,0 0 16,0 0-16,0 0 0,0 0 0,0 0 0,0 0 0,0 0 0,0 0 0,0 0 47,25 25 109,-25-25-156,0 0 0,0 0 0,25 0 0,-25 0 0,0 0 0,24 0 0,-24 0 0,0 0 0,25 0 0,-25 0 0,0 0 15,25 0-15,-25 0 0,25 0 16,-25 0-16,0 0 0,25 0 0,-25 0 0,24 0 0,-24 0 0,0 0 0,25 0 0,-25 0 0,0 0 0,25 0 0,-25 0 0,0 0 0,25 0 0,-25 0 0,0 0 0,0 0 0,0 0 0,0 0 0,25 0 0,-25 0 0,0 0 0,0 0 0,0 0 0,0 0 0,0 0 15,0 0-15,0 0 0,0 0 0,0 0 0,0 0 16,0 0-16,0 0 0,0-25 16,0 25-16,0 0 0,0 0 0,0 0 0,0 0 0,0 0 0,0 0 0,0 0 15,0 0-15,0 0 0,0 0 0,0 0 16,0 0-16,0 0 0,0 0 0,-25 0 0,25 0 0,0 0 0,0 0 15,0 0-15,0 0 0,0 0 0</inkml:trace>
  <inkml:trace contextRef="#ctx0" brushRef="#br0" timeOffset="311686.8274">14362 5135 0,'0'0'0,"0"0"0,0 0 0,0 0 0,25 0 16,-25 0-16,0 0 0,0 0 0,0 0 0,0 0 0,0 0 0,0 0 0,0 0 0,0 0 15,0 0-15,0 0 0,0 0 0,0 0 16,0 0-16,0 0 0,0 0 0,0 0 0,0 0 0,0 0 0,0 0 15,0 0-15,0 0 0,0 0 0,0 0 0,0 0 0,0 0 0,0 0 0,0 0 0,0 0 0,0 0 0,0 0 78,25 0-78,-25 0 0,0 0 0,0 0 0,0 0 0,0 0 0,0 0 0,0 0 0,0 0 0,0 0 0,0 0 0,0 0 0,0 0 0,0 0 0,0 0 0,0 0 16,0 0-16,0 0 0,0 0 0,0 0 0,0 0 0,0 0 0,0 0 0,0 0 0,0 0 0,0 0 0,0 0 0,0 0 0,0 0 0,0 0 0,0 0 16,0 0-16,0 0 0,0 0 15,0 0-15,0 0 0,0 0 0,0 0 0,0-25 0,0 25 0,0 0 0,0 0 0,0 0 0,0 0 16,0 0-16,0 0 0,0 0 0,0 0 0,24 0 0,-24 0 0,0 0 15,0 0-15,0 0 0,0 0 0,0 0 0,0 0 0,25 0 0,-25 0 16,0 0-16,0 0 0,0 0 0,25 0 0,-25 0 0,0 0 31,0 0-31,25 0 0,-25 0 0,0 0 0,25 0 0,-25 0 0,0 0 16,24 0-16,-24 0 0,0 0 0,25 0 15,-25 0-15,25 0 0,-25 0 0,25 0 0,-25 0 0,0 0 0,25 0 0,-25 0 0,0 0 16,24-25-16,-24 25 0,0 0 0,0 0 0,25 0 0,-25 0 16,0 0-16,0 0 0,25 0 0,-25 0 0</inkml:trace>
  <inkml:trace contextRef="#ctx0" brushRef="#br0" timeOffset="314142.9679">15453 4787 0,'0'0'0,"0"0"0,0 0 0,0 0 0,0 0 0,0 0 0,0 0 0,0 0 0,0 0 0,0 0 0,0 0 0,0 0 0,0 0 0,0 0 0,0 0 0,0 0 15,0 0-15,0 0 0,0 0 0,0 0 0,0 0 0,0 0 0,0 0 0,0 0 0,0 0 0,0 0 0,0 0 16,0 0-16,0 0 0,0 0 0,0 0 0,0 0 0,0 0 0,0 0 0,0 0 0,-24 0 0,24 0 0,0 0 16,0 0-16,0 0 0,0 0 0,0 0 15,0 0-15,0 0 0,0 0 0,0 0 0,0 0 0,0 0 0,0 0 0,0-25 0,-25 25 0,25 0 0,0 0 0,0 0 0,0 0 0,0 0 16,0 0-16,0 0 0,0 0 0,0 0 0,0 0 0,0 0 0,0 0 0,-25 0 15,25-24-15,0 24 0,0 0 0,0 0 0,0 0 16,0 0-16,0 0 0,0 0 16,-25 0-16,25 0 0,0 0 0,0 0 15,0 0-15,0 0 0,0 0 0,0 0 0,0 0 0,-25 0 0,25 0 0,0 0 47,0 0-47,0 0 0,0 0 0,0 0 0,0 0 0,-25 0 0,25 0 0,0 0 0,0 0 0,0 0 16,0 0-16,0 0 0,0 0 0,0 0 0,0 0 0,0 0 0,0 0 0,-24 0 0,24 0 0,0 0 0,0 0 15,0 0-15,0 0 0,0 0 0,0 0 0,0 0 0,-25 0 16,25 0-16,0 0 0,0 0 0,0 24 0,0-24 0,0 0 15,0 0-15,0 0 0,-25 0 0,25 0 0,0 0 0,0 0 0,0 0 16,0 0-16,0 0 0,0 0 0,0 0 16,0 0-16,-25 0 15,25 0-15,0 0 0,0 0 0,0 25 0,0-25 16,0 0-16,0 0 0,0 0 0,0 0 0,-25 0 0,25 0 0,0 0 0,0 0 15,0 25-15,0-25 0,0 0 0,0 0 0,0 0 0,0 0 0,0 25 16,0-25-16,0 0 0,0 0 0,0 0 0,0 0 0,-24 0 0,24 25 16,0-25-1,0 0-15,0 0 0,0 0 0,0 0 0,0 0 0,0 0 16,0 0-16,0 25 0,0-25 0,0 0 0,0 0 171,24 99-171,-24-99 0,0 0 0,0 0 16,0 25-16,0-25 0,25 0 0,-25 0 0,0 24 0,0-24 0,0 0 0,0 0 0,25 0 0,-25 25 0,0-25 0,0 0 0,0 0 0,0 0 0,25 0 0,-25 25 0,0-25 0,0 0 0,0 0 0,0 0 0,0 0 16,25 0-16,-25 0 0,0 0 0,0 0 15,0 25-15,0-25 0,24 0 0,-24 0 0,0 0 0,0 0 0,0 0 16,25 0-16,-25 0 0,0 0 0,0 0 0,25 0 0,-25 0 0,0 0 0,0 0 0,25 0 0,-25 0 0,0 0 0,0 0 0,0 0 0,25 0 0,-25 0 0,0 0 15,0 0-15,25 0 0,-25 0 0,0 0 0,0 0 0,24-25 16,-24 25-16,0 0 0,0 0 0,25 0 0,-25 0 16,0 0-16,0 0 0,0 0 0,25 0 0,-25 0 15,0 0-15,0-25 0,0 25 0,25 0 0,-25 0 0,0 0 0,0 0 0,0 0 16,0 0-16,0 0 0,0 0 0,25 0 0,-25 0 0,0 0 0,0 0 15,0 0-15,0-25 16,0 25-16,0 0 0,0 0 0,0 0 0,0 0 16,0 0-16,24 0 0,-24 0 0,0 0 0,0 0 0,0 0 15,0 0-15,0 0 0,0-24 0,0 24 0,25 0 0,-25 0 0,0 0 16,0 0-16,0 0 0,0-25 0,0 25 0,0 0 0,0 0 15</inkml:trace>
  <inkml:trace contextRef="#ctx0" brushRef="#br0" timeOffset="316617.1094">15453 4787 0,'199'124'0,"-199"-124"0,0 0 0,25 0 0,-25 0 0,0 0 0,0 0 0,0 0 0,0 0 0,0 0 0,0 0 0,0 25 0,0-25 16,0 0-16,0 0 0,0 0 0,0 0 0,0 0 0,0 0 0,0 0 0,0 0 0,0 0 0,0 0 0,0 0 0,0 0 0,0 25 0,0-25 0,0 0 0,0 0 0,0 0 0,0 0 0,0 0 0,0 0 0,0 0 0,0 0 0,0 0 0,0 0 0,0 0 0,0 0 16,0 25-16,0-25 0,0 0 0,24 0 0,-24 0 0,0 0 15,0 0-15,0 0 0,0 0 0,0 0 0,0 0 0,0 0 31,0 0-31,0 0 0,0 0 0,0 0 0,0 0 0,0 0 0,0 25 0,0-25 16,0 0-16,0 0 0,0 0 0,0 0 0,0 0 0,0 0 16,0 0-16,0 0 0,0 0 0,0 24 0,0-24 0,0 0 15,0 0-15,0 0 0,0 0 0,0 0 0,0 0 0,0 0 0,0 0 31,0 0-31,0 0 0,0 0 0,0 0 0,0 0 16,0 0-16,0 0 0,0 0 0,0 25 16,0-25-16,0 0 0,0 0 0,0 0 0,0 0 0,0 0 0,0 0 15,0 0-15,0 0 0,0 0 0,0 0 16,0 0-16,0 0 0,0 0 0,0 0 0,0 25 0,0-25 0,0 0 0,0 0 0,0 0 15,0 0-15,0 0 0,0 0 0,0 0 0,0 0 0,0 0 16,0 0-16,0 0 0,0 0 0,0 0 0,0 0 0,0 0 0,0 0 16,0 0-16,0 0 0,-24 0 0,24 0 0,0 0 0,0 0 15,0 0 1,0 25-16,0-25 0,0 0 15,0 0-15,0 0 0,0 0 0,0 0 0,0 0 0,0 0 0,0 0 0,0 0 0,0 0 16,0 0-16,0 0 0,0 0 0,0 0 0,0 0 0,0 0 0,0 0 94</inkml:trace>
  <inkml:trace contextRef="#ctx0" brushRef="#br0" timeOffset="340063.4505">17140 3770 0,'0'0'0,"0"0"0,0 0 0,0 0 0,0 0 31,0 0-31,0 0 0,0 0 0,0 0 0,0 0 0,0 0 0,0 0 0,0 0 0,0 0 0,0 0 16,0 0-16,0 0 0,0 0 0,0 0 0,0 0 0,0 0 0,0 0 0,0 0 0,0 0 0,0 0 0,0 0 0,0 0 0,0 0 0,0 0 16,0 0-1,0 0-15,0 0 0,0 0 0,0 0 0,0 0 0,0 0 0,0 0 0,0 0 0,0 0 0,0 0 125,198 25-78,-198-25-47,25 0 15,0 0-15,-25 0 0,0 0 0,0 0 0,0 0 0,25 0 0,-25 0 0,0 0 16,0 0-16,0 0 0,25 0 0,-25 25 16,0-25-16,0 0 0,0 0 15,24 0-15,-24 0 0,0 0 0,0 0 0,0 0 0,0 0 0,0 0 0,0 0 0,0 0 0,25 0 0,-25 0 0,0 0 0,0 0 0,0 0 0,0 0 16,0 0-16,0 0 0,0 0 0,0 0 0,0-25 0,0 25 0,0 25 0,0-25 0,0 0 0,0 0 0,25 0 0,-25 0 0,0 0 0,0 0 0,0 0 0,0 0 0,0 0 0,0 0 15,0-25-15,0 25 0,0 0 0,0 0 0,0 0 0,0 0 0,0 0 0,0 0 0,25 0 0,-25 0 0,0 0 16,0 0-16,0 0 0,0 0 0,0 0 0,0 0 16,0 0-16,0 0 15,0 0-15,0 0 0,0 0 0,0 0 0,0 0 0,0 0 0,0 0 0,0 0 16,0 0-16,0 0 0,0 0 0,0 0 0,0 0 0,0 0 15,0 0-15,0 0 0,0 0 0,0 0 0,0 0 0,0 0 0,0 0 0,0 0 16,0 0-16,0 0 0,0 0 0,0 0 0,0 0 0,0 0 31,0 0-31,0 0 0,0 0 0,0 0 0,0 0 0,0 0 0,0 0 0,0 0 16,0 0-16,0 0 0,0 0 0,0 0 0,0 0 0,0-25 249</inkml:trace>
  <inkml:trace contextRef="#ctx0" brushRef="#br0" timeOffset="340609.4817">17264 3721 0,'0'0'31,"0"0"-31,0 0 0,0 0 0,0-25 0,0 25 0,0 0 0</inkml:trace>
  <inkml:trace contextRef="#ctx0" brushRef="#br0" timeOffset="342725.6026">17041 3572 0,'0'0'16,"0"0"-16,0 0 0,0 0 0,0 0 0,0 0 31,0 0 468,49 0-452,26 25-47,-75-25 0,0 0 0,25 0 0,-25 0 0,0 0 0,0 0 0,24 0 0,-24 0 0,0 0 31,25 0-31,-25 24 0,0-24 0,25 0 0,-25 0 0,0 0 0,25 0 0,-25 0 0,0 0 0,25 0 0,-25 0 0,0 0 0,24 0 0,-24 0 16,0 0-16,25 0 0,-25 0 0,0 0 0,25 0 0,-25 0 0,0 0 0,25 0 0,-25 25 0,25-25 15,-25 0 1,0 0-1,24 0-15,-24 0 16,0 0-16,0 0 0,25 0 0,-25 0 0,0 0 16,0 0-16,25 0 0,-25 0 0,0 0 0,0 0 0,0 0 0,0 0 0,0 0 0,0 0 0,0 0 0,0 0 0,0 0 31,0 0-31,0 0 0,0 0 0,0 0 0,0 0 0,0 0 0,0 0 0,0 0 0,0 0 0,0 0 0,0 0 0,0 0 0,0 0 0,0 0 0,0 0 0,0 0 0,0 0 0,0 0 0,0 0 0,0 25 0,0-25 0,0 0 0,0 0 0,0 0 0,0 0 0,0 0 249</inkml:trace>
  <inkml:trace contextRef="#ctx0" brushRef="#br0" timeOffset="344461.7021">17462 3497 0,'0'0'0,"0"0"0,0 0 0,0 0 0,0 0 0,0 0 0,0 0 0,0 0 0,0 0 0,0 0 0,0 0 0,0 0 0,0 0 0,0 0 0,0 0 16,0 0-16,0 0 0,0 0 0,0 0 0,0 0 0,0 0 0,0 0 0,0 0 0,0 0 0,0 0 0,0 0 0,0 0 15,0 0-15,0 0 0,0 0 0,0 0 0,0 0 0,0 0 0,0 0 0,0 0 0,0 0 0,0 0 0,0 0 0,0 0 0,0 0 0,0 0 0,0 0 0,0 0 0,0 0 0,0 0 16,0 0 0,0 0-16,0 25 0,0-25 0,0 0 0,0 0 15,0 0-15,0 0 0,0 0 0,0 0 0,0 0 0,0 0 0,0 0 0,25 0 0,-25 0 0,0 0 47,0 0 156,100 75-203,-100-75 0,0 0 0,0 24 0,0-24 0,0 0 0,24 0 0,-24 0 0,0 0 0,0 0 0,0 0 0,0 0 0,0 0 0,0 25 0,25-25 0,-25 0 0,0 0 0,0 0 0,0 0 0,0 0 0,0 0 0,0 0 0,25 0 0,-25 0 0,0 0 0,0 0 0,0 0 0,0 0 0,0 0 0,0 25 0,0-25 0,0 0 0,0 0 0,0 0 0,0 0 0,25 0 0,-25 0 15,0 0-15,0 0 16,0 0-16,0 0 0,0 0 0,0 0 0,0 0 16,0 0-16,0 0 0,0 0 0,0 0 0,0 0 0,0 25 0,0-25 15,0 0-15,0 0 0,0 0 0,0 0 0,0 0 0,0 0 16,25 0-16,-25 0 0,0 0 0,0 0 0,0 0 0,0 0 15,0 0-15,0 0 0,0 0 16,0 0-16,0 0 0,0 0 0,0 0 0,0 0 0,0 0 16,0 0-16,0 0 0,0 0 0,0 0 0,0 0 0,0 0 0,0 0 15,0 0-15,0 0 0,0 0 0,0 0 0,0 0 0,0 0 0,0 0 16,0 0-16,24 0 0,-24 0 0,0 0 15,0 0-15,0 25 16,0-25-16,0 0 0,0 0 0,0 0 0,0 0 0,0 0 0,0 0 0,0 0 47,0 0-47,0 0 0,0 0 0,0 0 0,0 0 0,0 0 0,0 0 15,0 0-15,0 0 0,0 0 0,0 0 0,0 0 16,0 0-16,0 0 0,0-25 0,0 25 0,0 0 0,0 0 0,0 0 0,0 0 0,0 0 0,0 0 0,0 0 0,0 0 0,0 0 0,0 0 16,0 0-16,0 0 0,0 0 0,0 0 0,0 0 0,0 0 0,0 0 15,0 0-15,0 0 0,0 0 0,0 0 0,0 0 0,0 0 16,0 0-16,0 0 0,0 0 0,0 0 15,0 0-15,0 0 0,0 0 0,0 0 16,0 0-16,0 0 0,0 0 0,0 0 0,0 0 0,-24 25 0,24-25 16,0 0-16,0 0 0,0 0 0,0 0 0,0 0 0,0 0 0,0 0 15,-25 0-15,25 25 16,0-25-16,0 0 0,0 0 0,-25 0 15,25 0-15,0 0 0,0 24 0,-25-24 0,25 0 0,0 0 0,0 0 0,-25 25 219,-99 74-219,124-99 0,0 0 0,0 0 0,0 0 0,0 0 0,0 0 15,0 0-15,0 0 0,0 0 0,0 0 0,0 0 0,0 0 0,0 0 0,0 0 0,0 0 0,0 0 0,0 0 0,0 0 0,0 0 0,0 0 0,0 0 0,0 0 0,0 0 0,0 0 0,0 0 0,0 0 0,0 0 0,0 0 0,0 0 0,0 0 0,0 0 0,0 0 0,0 0 0,0 0 0,0 0 0,0 0 0,0 0 0,0 0 16,0 0-16,0 0 0,0 0 0,0 0 0,0 0 0,0 0 31,0 0-31,0 0 0,0 0 0,0 0 0,0 0 0,0 0 0,0 0 31,-25 0-31,25 0 0,0 0 0,0 0 0,25-24 0</inkml:trace>
  <inkml:trace contextRef="#ctx0" brushRef="#br0" timeOffset="350114.0254">19075 2902 0,'0'0'15,"0"0"1,0 0-16,25 0 0,-25 0 0,0 0 0,0 0 15,0 0-15,0 0 0,0 0 0,0 0 0,0 0 0,0 0 0,0 0 0,0 0 16,0 0-16,0 0 0,0 0 0,0 0 0,0 0 0,0 0 16,0 0-16,0 0 0,0 0 0,0 0 0,0 0 15,0 0-15,0 0 0,0 0 0,0 0 16,0 0-16,0 0 0,0 0 109,0-49 16,0 49-125,0 0 0,0 0 0,0 0 15,0 0-15,0 0 0,0 0 0,0 0 0,0 0 0,0 0 0,0 0 0,0 0 0,0 0 16,0 0-16,0 0 0,0 0 0,0 0 0,0 0 0,0 0 0,0 0 16,0 0-16,0 0 0,0 0 0,0 0 0,0 0 0,0 0 0,-25 0 0,25 0 0,0 0 15,0 0-15,0 0 0,0 0 0,0 0 0,0 0 16,0 0-16,0 0 0,0 0 0,-25 0 0,25 0 0,0 0 0,0 0 0,0 0 0,0 0 0,0 0 0,0 0 0,-25 0 0,25-25 0,0 25 0,0 0 0,0 0 0,0 0 0,0 0 0,-25 0 0,25 0 0,0 25 0,0-25 0,0 0 0,0 0 15,0 0-15,0 0 0,-24 0 0,24 0 0,0 0 0,0 0 16,0 0-16,0 24 0,0-24 0,0 0 0,0 0 16,0 0-16,0 0 15,-25 0-15,25 0 0,0 0 0,0 0 0,0 25 0,0-25 0,0 0 0,0 0 16,0 0-16,0 0 0,0 0 0,0 0 15,0 0-15,0 25 0,0-25 16,0 0-16,0 0 0,0 0 16,0 0-16,0 0 0,0 25 0,0-25 0,0 0 0,0 0 0,0 0 0,0 0 0,0 0 0,0 25 0,0-25 0,0 0 15,0 0-15,0 0 0,0 0 0,0 0 0,0 24 0,0-24 921,248 571-812,-397-348-94,149-223-15,0 0 0,0 0 0,0 0 0,0 0 0,0 0 0,0 0 0,0 0 0,0 0 0,0 0 0,0 0 0,0 0 0,0 0 16,0 0-16,0 0 0,0 0 0,0 0 0,25 0 0,-25 0 0,0 0 0,0 0 0,0 0 0,0 0 0,0 0 0,0 0 0,0 0 0,0 0 0,0 0 0,0 0 0,0 0 0,0 0 0,0 0 0,0 0 0,0 0 0,0 0 0,0 0 0,0 0 0,0 0 0,0 0 16,0 0-16,25 0 0,-25 0 0,0 0 15,0 0-15,0 0 0,0 0 16,0 0-16,0 0 0,0 0 0,0 0 0,0 0 0,0 0 15,0 0-15,0 0 0,0 0 0,0 25 0,0-25 0,24 0 16,-24 0-16,0 0 0,0 0 0,0 0 0,0 0 0,0 0 0,0 0 16,0 0-16,0 0 0,0 0 0,0 0 0,0 0 0,0 0 15,0 0 1,0 0-16,0 25 0,0-25 0,0 0 0,0 0 0,0 0 0,0 0 15,25 0-15,-25 0 0,0 0 0,0 0 0,0 0 0,0 0 0,0 0 0,0 0 0,0 0 16,0 25 0,0-25-16,0 0 15,0 0-15,0 0 0,0 0 0,0 0 0,0 0 0,0 0 0,0 0 0,0 0 16,0 0-16,0 0 15,0 24-15,0-24 0,0 0 47,0 75 47,0-75-94,0 25 0,0-25 0,0 0 0,0 0 0,-25 24 0,25-24 0,0 0 0,0 0 0,0 0 0,0 25 15,0-25-15,0 0 0,0 0 0,0 0 0,0 0 0,0 25 0,0-25 0,0 0 0,-24 0 0,24 0 0,0 25 0,0-25 0,0 0 0,0 0 0,0 0 0,0 25 0,0-25 0,0 0 0,0 0 0,0 0 0,-25 0 0,25 24 16,0-24-16,0 0 31,0 0-31,0 0 0,0 25 0,0-25 0,0 0 16,0 0-16,-25 0 0,25 0 0,0 25 0,0-25 0,0 0 0,0 0 0,0 0 0,0 0 0,0 0 0,0 25 0,0-25 15,0 0-15,0 0 0,0 0 0,0 0 0,0 0 0,0 0 0,0 25 0,-25-25 0,25 0 0,0 0 0,0 0 0,0 0 0,0 24 0,0-24 0,0 0 0,0 0 0,0 0 16,0 25-16,0-25 0,0 0 0,-25 0 0,25 25 0,0-25 31,0 0-31,0 25 0,0-25 0,0 0 0,0 0 0,0 25 0,-24-25 16,24 0-16,0 0 0,0 24 15,0-24 1,0 0-16,0 0 0,0 0 31,0 25-31,0-25 0,-25 0 0,25 0 0,0 25 0,0-25 0,0 0 0,0 0 0,0 0 0,0 0 16,0 25-16,0-25 0</inkml:trace>
  <inkml:trace contextRef="#ctx0" brushRef="#br0" timeOffset="364474.8466">19670 4787 0,'0'0'0,"0"0"0,0 0 0,0 0 0,0 0 0,0 0 0,0 0 0,0 0 0,0 0 0,0 0 0,0 0 0,0 0 0,0 0 15,0 0-15,0 0 0,0 0 0,0 0 0,0 0 0,0 0 0,0 0 0,0 0 0,0 0 0,0 0 0,0 0 16,0 0-16,0 0 0,0 0 0,0 0 0,0 0 0,0 0 0,0 0 31,0 0-31,0 0 0,0 0 0,0 0 0,0 0 0,0 0 0,0 0 0,0 0 0,0 0 0,0 0 0,0 0 16,0 0-16,0 0 15,0 0-15,0-25 344,273 50-329,-248-25-15,-25 25 0,-25-25 16,25 25-16,0-25 0,0 0 0,0 25 15,0-25-15,0 0 0,0 0 0,0 25 0,0-25 0,0 0 0,0 0 0,0 0 0,0 24 0,0-24 0,0 0 0,0 0 0,0 0 0,-25 25 0,25-25 0,0 0 0,0 0 0,0 0 0,0 25 0,0-25 0,-25 0 0,25 0 0,0 0 0,0 0 0,0 0 0,-24 25 0,24-25 0,0 0 0,0 0 0,-25 0 0,25 0 0,0 0 0,-25 25 0,25-25 0,0 0 0,-25 0 16,25 0-16,0 0 16,-25 0-16,25 0 0,0 0 0,0 0 0,0 0 15,-24 0-15,24 0 0,0 0 0,0 0 16,0 0-16,-25 0 0,25 0 0,0 0 15,0 0-15,0 0 0,0 0 0,-25 0 0,25 0 0,0 0 0,0 0 0,0 0 0,0 0 0,0 0 0,0 0 16,0 0-16,0 0 0,0 0 125,0 0-78,0 0-47,0-25 0,0 25 0,0 0 15,0 0-15,0 0 0,0 0 0,0 0 0,0 0 0,25 0 0,-25 0 0,0 0 0,0 0 0,25 0 0,-25-25 16,0 25-16,0 0 0</inkml:trace>
  <inkml:trace contextRef="#ctx0" brushRef="#br0" timeOffset="365712.9176">20067 4787 0,'149'323'15,"-124"-348"-15,-25 25 0,0 0 0,0 0 0,24 0 0,-24 0 0,0 0 0,0 0 0,25 0 0,-25 0 0,0-25 0,0 25 0,0 0 0,0 0 0,25 0 0,-25 0 0,0 0 16,0 0-1,0 0-15,0-25 0,0 25 0,25 0 16,-25 0-16,0 0 0,0 0 0,0 0 0,0 0 0,0 0 16,0 0-16,0 0 0,0 0 0,0 0 0,0 0 0,0 0 15,0 0-15,0 0 16,0 0-16,0-24 0,0 24 0,0 0 0,0 0 0,0 0 0,0 0 0,0 0 0,0 0 0,0 0 0,0 0 0,0 0 15,0 0-15,0 0 0,0 0 0,0 0 0,0 0 0,-25 0 0,25 0 0,0 0 0,0 0 0,0 0 0,0 0 0,0 0 16,-25 0-16,25 0 0,0 0 0,0 0 0,0-25 0,0 25 0,0 0 0,0 0 0</inkml:trace>
  <inkml:trace contextRef="#ctx0" brushRef="#br0" timeOffset="367867.0406">20464 4713 0,'0'0'0,"0"0"0,0 0 0,0 0 0,0 0 0,0 0 0,0 0 0,0 0 0,0 0 0,0 0 16,0 0-16,0 0 0,0 0 0,0 0 0,0 0 0,0 0 0,0 0 0,0 0 0,0 0 0,0 0 0,0 0 0,0 0 0,0 0 0,0 0 0,0 0 0,0 0 0</inkml:trace>
  <inkml:trace contextRef="#ctx0" brushRef="#br0" timeOffset="369686.1446">20538 4738 0,'0'0'0,"0"0"0,0 0 0,0 0 0,0 0 0,0 0 0,0 0 0,0 0 0,0 0 0,0 0 15,0 0-15,0 0 0,0 0 0,0 0 0,0 0 0,0 0 0,0 0 0,0 0 0,0 0 0,0 0 0,0 0 0,0 0 0,0 0 0,0 0 0,0 0 0,0 0 0,0 0 0,0 0 0,0 0 0,0 0 16,0 0-16,0 0 0,0 0 0,0 0 0,0 0 0,0 0 15,0 0-15,0 0 0,0 0 0,0 0 0,0-25 0,0 25 0,0 0 16,0 0-16,0 0 0,0 0 0,0 0 0,0 0 16,0 0-16,0 0 0,0 0 0,0 0 0,0 0 0,0 0 15,-25 0-15,25 0 0,0 0 0,0 0 0,0 0 0,0-25 0,0 25 16,0 0-16,0 0 0,0 0 15,0 0-15,0 0 0,0 0 0,0 0 16,0 0-16,0 0 0,0 0 0,0 0 0,0 0 0,0 0 0,0 0 16,0 0-16,-24 0 0,24 0 0,0-25 15,0 25-15,0 0 0,0 0 0,0 0 0,0 0 16,0 0-16,0 0 0,0 0 0,0 0 0,0 0 0,0 0 0,0 0 0,0 0 15,0 0-15,0 0 0,-25 0 0,25 0 0,0 0 16,0 0-16,0 0 0,0 0 0,0 0 16,0 0-16,0 0 0,0 0 0,-25 0 15,25 0-15,0 0 0,0 0 0,0 0 0,0 0 0,0 0 0,-25 0 16,25 0-16,0 0 0,0 0 0,0 0 0,0 0 0,0 0 0,-25 0 0,25 0 15,0 0-15,0 0 0,0 0 0,0 0 0,0-25 0,-24 25 16,24 0-16,0 0 0,0 0 0,0 0 0,0 0 0,-25 0 16,25 0-16,0 0 15,0 0-15,0 0 0,0 0 0,-25 0 16,25 0-16,0 0 0,0 0 0,0 0 0,0 0 0,-25 0 0,25 0 0,0 0 249,-99 50-249,99-50 0,0 25 0,-25-25 0,25 0 0,0 0 16,0 0-16,0 0 0,0 0 0,0 0 0,0 0 0,0 0 0,0 0 0,0 0 0,0 0 0,0 0 0,0 25 0,0-25 0,0 0 0,0 0 0,-25 0 0,25 0 0,0 0 0,0 24 16,0-24-16,0 0 0,0 0 0,0 0 0,0 0 0,0 0 0,0 0 0,0 25 0,0-25 0,0 0 0,0 0 0,0 0 15,0 0-15,-24 0 0,24 0 0,0 25 0,0-25 16,0 0-16,0 0 0,0 0 0,0 0 0,0 0 0,0 0 0,0 0 0,0 0 0,0 0 0,0 0 0,0 25 0,0-25 0,0 0 0,-25 0 0,25 0 0,0 0 0,0 0 15,0 0-15,0 0 0,0 0 0,0 0 0,0 25 0,0-25 16,0 0-16,0 0 0,0 0 0,0 0 0,0 25 0,0-25 16,0 0-1,0 0-15,0 0 0,0 0 0,0 0 0,0 0 0,0 24 0,0-24 16,0 0-16,0 0 0,0 0 0,0 0 0,0 0 0,25 0 0,-25 0 15,0 0-15,24 0 0,-24 0 0,25 0 0,-25-24 718</inkml:trace>
  <inkml:trace contextRef="#ctx0" brushRef="#br0" timeOffset="372611.3121">20687 5159 0,'0'0'0,"0"0"0,0 0 0,0 0 0,0 0 16,0 0-16,0 0 0,0 0 0,0 0 0,0 0 0,0 0 0,0 0 0,0 0 0,0 0 0,0 0 15,0 0-15,0 0 0,0 0 0,0 0 0,0 0 0,0 0 0,0 0 0,0 0 16,0 0-16,0 0 0,0 0 0,0 0 0,0 0 0,0 0 0,0 0 15,0 0-15,-25 0 0,25 0 0,0 0 0,0 0 0,0 0 0,0 0 16,0 0 0,0 0-16,0 0 0,0 0 0,0 0 0,0 0 0,0 0 15,0 0-15,0 0 0,0 0 0,0 0 0,0 0 0,0 0 0,0 0 16,0 0-16,0 0 0,0 0 0,0 0 0,0 0 0,0 0 0,0 0 15,0 0-15,0 0 0,0 0 0,0 0 0,0 0 0,0 0 0,0 0 32,0 0-32,0 0 0,0 0 0,0-24 0,25 24 0,-25 0 0,0 0 15,0 0-15,0 0 0,0 0 0,0 0 0,0 0 0,0 0 16,0 0-16,0 0 0,0 0 0,0 0 0,0 0 0,0 0 0,0 0 0,0 0 15,0 0 1,0-25-16,0 25 0,0 0 0,0 0 0,0 0 0,0 0 0,0 0 16,0 0-16,0 0 0,0 0 0,0 0 0,0 0 0,0 0 0,0 0 15,0 0-15,0 0 0,0 0 0,0 0 0,0 0 0,25 0 16,-25 0-16,0 0 0,0 0 15,0 0 1,0 0-16,0 0 0,0 0 0,25 0 0,-25 0 0,0 0 0,0 0 0,25 0 0,-25 0 0,0 0 0,0 0 16,0 0-16,24 0 0,-24 0 0,0 0 0,0 0 0,0 0 15,0 0-15,25 0 0,-25 0 0,0 0 0,0 0 0,0 0 16,0 0-1,0 0-15,0 0 0,0 0 0,0 0 0,0 0 0,0 0 0,0 0 94,25 25-47,-25-1-32,0 1-15,-25-25 0,25 0 0,0 0 0,0 0 16,0 25-16,0-25 0,0 0 0,0 0 0,0 0 0,0 0 16,-25 25-16,25-25 0,0 0 0,0 0 0,0 0 0,0 0 0,0 25 0,-24-25 0,24 0 0,0 0 0,0 0 0,0 0 0,0 24 0,0-24 0,-25 0 0,25 0 0,0 0 0,0 0 0,0 0 0,0 0 0,0 0 0,0 0 0,0 0 0,0 0 0,0 0 0,0 0 0,0 0 0,0 0 0,0 0 15,0 0-15,0 0 0,0 0 0,0 0 0,0 0 0,0 0 0,0 0 0,0 0 687,-50 174-282</inkml:trace>
  <inkml:trace contextRef="#ctx0" brushRef="#br0" timeOffset="374261.4065">20737 5407 0,'0'0'0,"0"0"0,0 0 0,0 0 0,0 0 0,0 0 0,0 0 0,0 0 0,0 0 0,0 0 0,0 0 0,0 0 0,0 0 0,0 0 0,0 0 0,0 0 0,0 0 0,0 0 0,25 0 0,-25 0 0,0 0 0,0 0 0,0 0 0,0 0 0,0 0 0,0 0 0,0 0 0,0 0 0,0 0 0,24 0 15,-24 0-15,0 0 0,0 0 0,0 0 0,0 0 0,0 0 16,0 0-16,25 0 0,-25 0 0,0-24 0,0 24 0,0 0 0,25 0 0,-25 0 0,0 0 15,0 0-15,0 0 0,0 0 0,0 0 0,25 0 0,-25 0 16,0 0-16,0 0 0,0 0 0,0 0 0,0 0 0,0 0 0,25 24 16,-25-24-16,0 0 0,0 0 15,0 0 1,0 0-16,0 0 0,0 0 0,0 0 0,0 0 0,24 0 0,-24 0 0,0 0 0,0 0 0,0 0 0,0 0 0,0 0 0,0 0 15,0 0-15,0 0 0,0 0 0,25 25 0,-25-25 0,0 0 16,0 0 0,0 0-16,0 0 0,0 0 0,0 0 0,0 0 0,0 0 0,0 0 62,0 0-62,0 0 0,0 0 0,25 0 0,-25 0 0,0 25 0,0-25 0,0 0 0,0 0 0,0 0 0,0 0 0,0 0 0,0 0 0,0 0 0,0 25 0,25-25 0,-25 0 0,0 0 0,0 0 0,0 0 0,0 0 16,0 0-16,0 25 0,0-25 0,0 0 0,0 0 0,0 0 0,0 0 15,0 24-15,0-24 0,0 0 16,0 0-16,0 0 0,0 0 0,0 25 0,0-25 0,0 0 0,0 0 15,0 0-15,0 25 0,0-25 0,0 0 0,0 0 0,-25 0 0,25 0 16,0 25-16,0-25 0,0 0 0,0 0 0,0 0 0,0 0 0,0 25 31,0-25-31,-25 0 0,25 0 0,0 0 0,0 0 0,0 0 0,0 24 0,0-24 16,0 0-16,-25 0 0,25 0 0,0 0 0,0 0 0,0 0 0,0 0 15,0 25 1,-24-25-16,24 0 0,0 0 0,0 0 0,0 0 0,-25 0 16,25 0-16,0 0 0,0 0 0,0 0 0,0 0 0,-25 0 0,25 0 15,0 0-15,0 0 94,-99-74 31,99 74-125,0 0 0,25 0 15,-25-25-15,0 25 0,0 0 0,0 0 0,0 0 0</inkml:trace>
  <inkml:trace contextRef="#ctx0" brushRef="#br0" timeOffset="377195.5743">21282 4762 0,'0'0'0,"0"0"0,0 0 0,0 0 0,0 0 0,0 0 0,0 0 0,0 0 0,0-24 0,0 24 0,0 0 0,0 0 0,0 0 0,0 0 0,0 0 0,0 0 0,0 0 0,0 0 0,0 0 0,0 0 0,0 0 0,0 0 15,0 0-15,0 0 0,0 0 0,0 0 16,0 0-16,0 0 16,0 0-16,0 0 0,0 0 0,0 0 0,0 0 0,0 0 0,0 0 15,0 0-15,0 0 0,0 0 0,0 0 0,0 0 0,0 0 0,0 0 0,0 0 16,0 0-16,0 0 0,0 0 0,0 0 15,0 0 1,0 0-16,0 0 0,0 0 0,0 0 16,0 0-16,0 0 0,0 0 0,0 0 15,0 0-15,0 0 0,0 0 0,0 0 0,0 0 0,0 0 0,0 0 0,0 0 0,0 0 0,0 0 0,0 0 0,0 0 16,25 0-16,-25 0 0,0 0 15,0 0-15,0 0 0,25 0 0,-25 0 16,0 0-16,25 0 0,-25 0 0,25 24 0,-25-24 0,0 0 0,24 0 16,-24 0-16,25 0 0,-25 0 0,25 0 0,-25 0 0,25 0 0,-25 0 0,25 0 0,-25 0 0,24 0 15,-24 0-15,25 0 0,-25 0 0,25 0 0,-25 0 0,25 0 16,-25 0 187,49 0-203,-49-24 0,0 24 0,-24 0 0,24 0 0,0 0 0,0 0 0,0 0 0,0 0 0,0 0 0</inkml:trace>
  <inkml:trace contextRef="#ctx0" brushRef="#br0" timeOffset="378036.6224">21654 5060 0,'0'-25'0,"0"25"0,0 0 0,0 0 0,0 0 0,0 0 0,0 0 0,0 0 0,0-24 0</inkml:trace>
  <inkml:trace contextRef="#ctx0" brushRef="#br0" timeOffset="381337.8113">21282 5011 0,'-24'0'15,"24"0"-15,0 0 0,0 0 0,0 0 16,0 0-16,0 0 0,0 0 0,0 0 0,0 0 0,-25 0 0,25 0 15,0 0-15,0 0 0,0 0 0,0 0 0,0 0 0,-25 0 0,25 0 32,0 0-32,0 0 0,0 0 0,0 0 15,0 0-15,0 0 0,0 0 16,0 0-16,0 0 0,0 0 0,0 0 0,-25 0 0,25 0 0,0 0 0,0 0 0,0 0 0,0 0 0,0 0 0,0 0 0,0 0 0,0 0 0,0 24 15,0-24-15,0 0 0,0 0 0,-25 0 0,25 0 0,0 0 0,0 0 16,0 0-16,0 0 0,0 0 0,0 0 0,0 0 0</inkml:trace>
  <inkml:trace contextRef="#ctx0" brushRef="#br0" timeOffset="382983.9054">21158 5035 0,'0'0'0,"0"0"0,0 0 16,0 0-16,0 0 0,0 0 0,0 0 0,0 0 0,0 0 16,0 0-1,0 0-15,0 0 0,0 0 0,0 0 0,0 0 0,25 0 16,-25 0-16,0 0 0,0 0 0,0 0 0,0 0 0,0 0 265,223 25-265,-198-25 0,-25 25 0,0-25 0,0 0 0,25 0 0,-25 0 0,0 0 0,25 0 0,-25 0 0,25 0 0,-25 0 0,0 0 0,24 0 0,-24 0 0,25 0 0,-25 0 0,0 0 0,25 0 0,-25 0 0,0 0 16,25 0-16,-25 0 0,0 0 0,0 0 15,25 0-15,-25 0 0,0 0 0,0 0 0,24 25 0,-24-25 0,0 0 0,0 0 0,25 0 0,-25 0 0,0 0 0,0 0 16,25 0-16,-25 0 0,0 0 0,0 0 0,25 0 0,-25 0 0,0 0 0,25 0 0,-25 0 0,0 0 0,25 0 0,-25 25 0,0-25 0,24 0 15,-24 0-15,0 0 16,25 0-16,-25 0 0,0 0 16,25 0-1,-25 0-15,0 0 0,25 0 0,-25 0 0,0 0 0,0 0 16,0 0-16,0 0 0,0 0 0,0 0 0,0 0 0,0 0 0,0 0 0,0 0 0,0 0 0,0 0 0,0 0 15,0 0-15,0 0 0,0 0 0,0 0 0,0 0 0,0 0 0,0 0 16,0 0-16,0 0 0,0 0 0,0 0 0,0 0 16,0 0-16,0 0 0,0 0 0,0 0 0,0 0 0,0 0 0,0 0 0,0 0 15,-25 0-15,25 0 0,0 0 0,0-25 0,0 25 0,0 0 31,-25 0-31,25 0 0,0 0 0,0 0 0,0 0 0,0-25 0,0 25 0</inkml:trace>
  <inkml:trace contextRef="#ctx0" brushRef="#br0" timeOffset="386790.1231">22547 4663 0,'0'0'16,"0"0"-16,0 0 0,0 0 0,0 0 15,0 0 1,0 0-16,0 0 16,0 0-16,0 0 15,0 0-15,0 0 0,0 0 0,0 0 0,0 0 0,0 0 16,0 0-16,0 0 0,0 0 0,0 0 0,0 0 0,0 0 15,0 0-15,0 0 0,0 0 0,0 0 0,0 0 16,0 0-16,0 0 0,0 0 0,0-25 0,0 25 62,-24 0-62,24 0 0,0 0 0,0 0 671,248 75 250,-248-75-921,0 0 15,-25 0-15,25 0 16,0 0-16,0-25 0,-25 25 0,25 0 0,0 0 0,0 0 0,0 0 0,0 0 0,0 0 0,0-25 0,0 25 0,0 0 0,0 0 0,-25 0 0,25 0 0,0 0 0,0 0 0,0 0 0,0 0 0,0 0 31,0 0-31,0 0 0,0-25 0,0 25 0,0 0 0,0 0 0,0 0 0,0 0 0,0 0 0,0 0 16,0 0-16,0 0 0,0 0 0,0 0 0,0 0 0,0 0 0,0 0 0,0 0 0,0 0 0,0 0 0,0 0 0,0 0 0,0 0 0,0 0 0,0 0 0,25 0 0,-25 0 0,0 0 0,0 0 0,0 0 0,0 0 0,0-24 31,0 24-31,0 0 0,0 0 0,0 0 0,0 0 0,25 0 0,-25 0 15,0 0-15,0 0 0,0 0 0,25 0 0,-25 0 0,0 0 172,124 24-172,-124-24 0,0 0 0,0 0 0,0 0 0,0 0 0,0 25 0,0-25 0,0 0 0,0 0 0,0 25 16,25-25-16,-25 0 0,0 0 0,0 25 0,0-25 0,0 0 0,0 0 0,0 25 15,0-25-15,0 0 0,0 24 0,0-24 0,0 0 0,0 0 0,0 25 0,0-25 0,0 0 0,0 0 0,0 0 0,0 25 0,-25-25 0,25 0 0,0 0 0,0 25 0,0-25 0,0 0 0,0 0 0,-25 25 0,25-25 0,0 0 0,0 0 0,0 0 0,-25 25 0,25-25 16,0 0-16,0 0 0,0 0 0,0 24 0,-25-24 78,25 0-78,0 0 0,0 0 0,-24 0 0,24 0 0,0 25 0,-25-25 0,25 0 0,0 0 0,0 0 0,0 25 0,-25-25 15,25 0-15,0 0 0,0 0 0,0 0 0,0 0 0,0 0 0,-25 25 0,25-25 0,0 0 0,0 0 0,0 0 0,-25 0 0,25 0 0,0 0 0,0 0 0,0 0 0,0 0 16,0 0-16,-25 0 0,25 0 0,0 0 0,0 0 0,0 0 0,0 0 16,-24 0-16,24 0 0,0 0 0,0 0 0,0 0 0,0 0 0,0 0 15,0 0-15,0 0 0,0 0 0,0 0 0,0 0 0,0 0 16,-25 0-1,25 0-15,0-25 0,0 25 0,0 0 0,0 0 0,0 0 16,0 0-16,0 0 0,0 0 0,0 0 16,0 0-16,0 0 0,0 0 0,0 0 15,0 0-15,0 0 0,0 0 921</inkml:trace>
  <inkml:trace contextRef="#ctx0" brushRef="#br0" timeOffset="388810.2387">23143 4614 0,'0'0'0,"0"0"0,0 0 0,0 0 15,0 0-15,0 0 0,0 0 0,0 0 0,0 0 0,0 0 0,0 0 0,0 0 0,0 0 0,0 0 0,0 0 0,0 0 0,0 0 0,0 0 0,0 0 0,0 0 16,0 0-16,0 0 0,0 0 0,0 0 0,0 0 0,0 0 0,0 0 0,0 24 0,0-24 15,0 0-15,0 0 0,0 0 0,0 0 0,0 0 0,0 0 0,0 0 16,0 0-16,0 0 0,0 0 0,0 0 0,0 0 0,0 0 31,0 0-31,0 0 0,0 0 0,0 0 0,0 0 0,0 0 0,0 0 0,0 0 0,0 0 0,0 0 0,0 0 16,0 0-16,0 0 0,0 0 15,0 0-15,0 0 0,0 0 16,0 0-16,0 0 0,0 0 0,0 0 0,0 0 0,0 0 0,0 0 0,0 0 16,0 0-16,0 0 0,0 0 0,0-24 0,0 24 0,0 0 15,0 0-15,0 0 0,0 0 0,0 0 0,0 0 0,0 0 0,-25 0 16,25 0-16,0 0 0,0 0 0,0 0 0,0 0 0,0 0 15,0 0 1,0 0-16,0-25 0,0 25 0,0 0 0,-25 0 0,25 0 0,0 0 16,0 0-16,0 0 0,0 0 0,0 0 0,0 0 0,0 0 15,-25 471 859</inkml:trace>
  <inkml:trace contextRef="#ctx0" brushRef="#br0" timeOffset="391338.3833">23267 4589 0,'0'0'15,"0"0"-15,0 0 0,0 0 0,0 0 16,0 0-16,0 0 0,0 0 16,0 0-16,0 0 0,0 0 15,0 0-15,0 0 0,0 0 0,0 0 0,0 0 0,0 0 0,0 0 0,0 0 16,0 0-16,0 0 0,0 0 0,0 0 0,0 25 0,0-25 0,0 0 15,0 0-15,0 0 0,0 0 0,0 0 0,0 0 0,0 0 0,0 0 0,0 0 32,0 0-32,0 0 0,0 0 0,0 0 0,0 0 0,0 0 0,0 0 0,0 0 15,0 0-15,0 0 0,0 0 0,0 0 0,0 0 0,0 0 0,-25 0 16,25 0-16,0 0 0,0 0 0,0 0 0,0 0 0,0 0 0,0 0 15,0-25-15,0 25 16,0 0-16,0 0 0,-25 0 0,25 0 0,0 0 0,0 0 16,0 0-16,0 0 0,0 0 0,0 0 0,0 0 0,0 0 0,0 0 46,-25 0-46,25 0 0,0 0 0,0 0 0,0 0 0,0 0 16,0 0-16,-24 0 0,24 0 0,0 0 0,0 0 0,0 0 0,0 0 0,0 0 0,0 0 0,0 0 0,0 0 0,0 0 16,0 0-16,-25 0 0,25 0 0,0 0 0,0 0 0,0 0 15,0 0-15,0 0 0,0 0 0,0 0 0,0 0 0,-25 0 0,25 25 16,0-25-16,0 0 0,0 0 0,0 0 0,0 0 0,0 0 15,0 0-15,0 0 0,0 0 0,-25 0 0,25 0 0,0 0 0,0 0 16,0 0-16,0 0 0,0 24 16,0-24-16,0 0 0,0 0 0,0 0 15,-25 0-15,25 0 0,0 0 0,0 0 0,0 25 0,0-25 16,0 0-16,0 0 0,0 0 0,-24 0 0,24 25 0,0-25 15,0 0-15,0 0 0,0 0 0,0 25 0,0-25 0,0 0 0,0 0 16,0 25-16,0-25 0,-25 0 0,25 0 0,0 0 0,0 24 62,-25 51 32,25-75-94,0 0 0,0 0 0,0 0 0,0 0 0,0 25 0,0-25 0,0 0 0,0 0 0,0 0 16,0 0-16,0 0 0,0 0 0,0 0 0,25 0 0,-25 0 0,0 25 0,0-25 0,0 0 0,0 0 0,0 0 0,0 0 0,0 24 0,0-24 0,0 0 0,0 0 0,0 25 0,0-25 0,25 0 0,-25 0 0,0 0 0,0 25 0,0-25 0,0 0 15,0 0-15,0 25 0,0-25 0,0 0 0,24 0 16,-24 0-16,0 25 0,0-25 0,0 0 0,0 0 0,0 24 0,0-24 0,25 0 0,-25 0 0,0 0 0,0 25 0,0-25 15,0 0-15,0 0 0,0 0 0,25 0 0,-25 25 0,0-25 16,0 0-16,0 0 0,0 0 0,0 0 0,25 0 0,-25 0 0,0 0 16,0 25-16,0-25 15,0 0-15,25 0 0,-25 0 16,0 0-16,0 0 0,0 25 0,0-25 0,24 0 0,-24 0 0,0 0 0,0 0 15,0 0-15,25 0 0,-25 0 0,0 0 0,0 0 0,0 24 0,25-24 16,-25 0-16,0 0 0,0 0 0,0 0 0,0 0 0,0 0 16,25 0-16,-25 0 0,0 0 0,0 0 0,25 0 0,-25 0 0,0 0 31,0 0-31,24-24 0,-24 24 0,0 0 0,0 0 0,25 0 15,-25 0-15,0-25 0,0 25 0,25 0 0,-25 0 0,0 0 0,0 0 16,0 0-16,25-25 0,-25 25 0,0 0 0,0 0 0,0 0 0,25 0 16,-25 0-16,0-25 0,0 25 0,0 0 0,0 0 0,0 0 0,0 0 15,24-25 1,-24 25-16,0 0 0,0 0 0,0 0 0,0 0 15,0 0-15,0 0 0,0 0 0,0 0 0,0 0 0,0 0 0,0 0 16,0 0-16,0 0 0,0 0 0,0 0 0,0 0 0,0 0 16,0 0-16,0 0 0,0 0 0,0 0 0,0 0 0,0 0 0,0 0 15,0-24-15,0 24 0,0 0 0,0 0 0,0 0 0,0 0 31,0 0-31,0 0 0,0 0 0,0 0 0,0-25 0,0 25 0,0 0 16,0 0-16,0 0 0,0 0 0,0 0 0,0 0 0,0 0 16,0 0 249</inkml:trace>
  <inkml:trace contextRef="#ctx0" brushRef="#br0" timeOffset="399485.8493">23540 5283 0,'49'0'0,"-49"0"0,0 0 16,0 0-16,0 0 0,0 0 0,0 0 0,0 0 0,0 0 0,0 0 0,0 0 0,0 0 0,0 0 0,0 0 0,0 0 0,0 0 0,0 0 0,0 0 0,0 0 0,0 0 0,0 0 0,0 0 0,0 0 0,0 0 0,0 0 0,0 0 0,0 0 0,0 0 0,0 0 0,0 0 0,0 0 0,0 0 0,0 0 0,0 0 0,0 0 0,0 0 0,0 0 0,0 0 16,0 0-16,0 0 0,25-24 0,-25 24 0,0 0 15,0 0 1,0 0-16,0 0 0,25-25 0,-25 25 0,0 0 0,0 0 0,0 0 0,25-25 15,-25 25-15,0 0 0,0 0 0,24 0 0,-24-25 0,0 25 16,0 0-16,25 0 0,-25 0 0,0 0 0,0 0 0,0 0 0,0 0 16,0 0-16,0 0 0,0-25 15,0 25-15,0 0 0,0 0 16,0 0-16,0 0 0,0 0 0,0 0 0,0 0 15,0 0-15,0 0 0,0 0 0,0 0 0,0 0 156,0 0-140,0 0-16,0 0 0,0 0 0,0 0 0,0 0 0,0 0 0,0 0 0,0 0 0,0 0 0,0 0 0,0 0 0,0 0 0,0 0 0,0 0 0,0 0 16,0 0-16,0 0 0,0 0 15,0 0-15,0 0 0,0 0 0,0 0 0,0 0 0,0 0 0,0 0 0,0 0 16,0 0-16,0 0 0,0 0 0,0 0 0,0 0 0,0 0 0,0 0 0,0 0 0,0 0 0,0 0 0,0 0 0,0 0 0,0 0 0,0 0 15,0 0-15,0 0 0,0 0 0,0 0 0,0 0 0,0 0 0,0 0 16,0 0-16,0 0 0,0 0 0,0 0 0,0 0 0,0 0 0,0 0 0,0 0 0,0 0 0,0 0 0,0 0 0,0 0 0,0 0 0,0 0 16,0 0-16,0 0 0,0 0 0,0 0 0,0 0 15,0 0-15,0 0 0,0 0 0,0 0 0,0 0 0,0 0 0,0 0 0,0 0 16,0 0-16,0 0 0,0 0 0,0 0 15,0 0-15,0 0 16,0 0-16,0 0 0,0 0 0,0 0 0,0 0 0,0 0 47,0 0-47,0 0 0,0 0 0,0 0 0,0 0 15,0 0-15,0 0 0,0 0 16,0 0-16,0 0 0,0 0 16,0 0-16,0 0 0,0 0 0,0 0 0,0 0 15,0 0-15,0 0 0,0 0 0,0 0 0,0 0 16,0 0-16,0 0 0,0 0 15,0 0-15,0 0 16,0 0-16,25 0 0,-25 0 686,-99 100-374,99-100-312,0 0 16,0-25-16,0 25 0,0 0 0,0 0 0,25 0 0,-25 0 0,0 0 0,0 0 0,0 0 0,0 0 0,0 0 0,0 0 0,0 0 0,0 0 0,0 0 0,0 0 0,0 0 0,0 0 0,0 0 0,0 0 0,0 0 0,0 0 0,0 0 0,0 0 0,0 0 0,0 0 16,0 0-16,0 0 0,0 0 0,0 0 15,0 0 1,0 0-16,0 0 0,0 0 0,0 0 0,0 0 0,0 0 0,0 0 0,24-25 0,-24 25 0,0 0 0,0 0 15,0 0-15,0 0 0,0 0 0,0 0 0,0 0 0,0 0 0,0 0 0,0 0 0,0 0 0,0 0 0,0 0 0,0 0 16,0 0-16,0 0 0,0 0 0,0 0 0,0 0 0,0 0 0,0 0 16,0 0-16,0 0 15,0 0-15,0 0 0,0 0 0,0 0 0,0 0 0,0 0 0,0 0 0,0 0 0,0 0 172,25 0-172,-25-25 15,0 25-15,0 0 0,0 0 0,0 0 0,0 0 0,0 0 0,0 0 0,0 0 0,0 0 0,0 0 0,0 0 0,0 0 0,0 0 0,0 0 0,0 0 0,0 0 0,0 0 0,0 0 0,0 0 0,0 0 0,0 0 0,0 0 16,0 0-16,0 0 0,0 0 0,25 0 16,-25 0-1,0 0-15,0 0 16,0 0-16,0-25 0,25 1 62,-25 24-62,0 0 0,0-25 0,0 25 16,0 0-16,25 0 0,-25 0 0,0 0 0,0 0 0,0 0 0,0 0 0,0 0 0,0 0 0,0 0 0,0 0 0,0 0 0,24 0 0,-24 0 0,0-25 0,0 25 0,0 0 0,0 0 0,0 0 0,0 0 0,0 0 0,0 0 0,0 0 0,0 0 0,0 0 0,0 0 0,0 0 0,0 0 0,0 0 0,0 0 0,0 0 0,0 0 0,0-25 15,0 25-15,0 0 0,0 0 0,0 0 0,25 0 16,-25 0-16,0 0 16,0 0-16,0 0 0,0 0 0,0 0 15,0 0-15,0 0 0,0 0 0,0 0 0,0 0 0,0-25 0,0 25 0,0 0 0,0 0 16,0 0-16,0 0 0,0 0 0,0 0 0,0 0 0,0 0 0,0 0 15,0 0-15,0 0 0,0 0 0,0 0 0,0 0 16,0 0-16,0 0 0,0 0 0,0 0 0,0 0 0,0 0 16,0 0-16,25 0 15,-25 0-15,0 0 0,0 0 0,0 0 0,0 0 16,0 0-16,0 0 0,0 0 0,0 0 0,0 0 0,0 0 0,0 0 15,0 0-15,0 0 0,0-24 0,0 24 0,0 0 0,0 0 16,0 0-16,0 0 0,25 0 0,-25 0 0,0 0 0,0 0 0,0 0 78,0 0 842,-670 496-873,670-496-47,0 0 0,0 0 0,0 0 0,-25 24 0,25-24 0,0 0 0,0 0 0,0 0 0,0 0 0,0 0 0,0 0 0,0 0 0,0 0 0,-24 0 0,24 0 16,0 0-16,0 0 15,0 25-15,0-25 0,0 0 0,-25 0 0,25 0 0,0 0 16,0 0 0,0 0-16,0 0 0,0 0 0,0 0 0,0 0 0,0 0 0,0 0 0,0 0 0,0 0 0,0 0 0,0 0 0,0 25 0,0-25 0,0 0 0,-25 0 0,25 0 0,0 0 0,0 0 0,0 0 0,0 0 0,0 0 0,0 0 0,0 0 15,0 0-15,0 0 0,0 0 0,0 0 16,0 25-16,0-25 0,-25 0 15,25 0 1,0 0-16,0 0 16,0 0-16,0 0 0,0 0 0,-25 25 234,1-1-219,24-24-15,0 0 0,0 0 0,0 0 0,24 0 0,-24 0 0,0 0 0,0 0 0,0 0 0,0 0 0,0 0 0,0 0 0,0 0 0,0 0 0,0 0 0,0 0 0,0 0 0,0-24 0,0 24 16,0 0-16,0 0 0,0 0 15,0 0-15,0 0 0,0 0 0,0 0 0,0 0 0,0 0 0,25 0 0,-25 0 0,0 0 0,0 0 94,50 0-94,-50 0 0,25 0 16,-25 0-16,0 24 0,0-24 0,0 0 0,0 0 0,0 0 0,24 0 15,-24 0-15,0 0 0,0-24 0,0 24 0,0 0 0,25 0 0,-25 0 0,0 0 16,0 24-1,0-24-15,25 0 0,-25 0 0,0 0 0,0 0 0,25 0 0,-25 0 0,0 0 0,25 0 0,-25 0 0,0 0 0,24 0 0,-24 0 0,0 0 0,25 0 0,-25 0 16,25 0 0,-25 0-1,25 0-15,-25 0 0,0 0 16,25 0-16,-25 0 0,24 0 0,-24 0 0,50 0 16,-50 0-16,0 0 0,422 0 1107,-447 0-1107,25-24 0,0 24 0,0 0 0,0 0 0,0-25 0,0 25 0,0 0 0,0 0 16,0-25-16,25 25 0,-25 0 0,0 0 249,49-223-249,-49 223 16,0 0-16,0 0 0,0 0 0,0 0 0,0 0 0,0 0 0,0 0 0,0 0 0,0 0 0,0 0 0,0 0 0,0 0 0,0 0 0,0 0 0,0 0 0,0 0 0,0 0 0,0 0 0,0 0 0,0 0 0,0 0 0,0 0 0,0 0 0,0 0 0,0 0 0,0 0 0,0 0 0,0 0 0,0 0 0,0 0 0,0 0 0,0 0 0,-24-25 0,24 25 0,0 0 0,0 0 0,0 0 16,0 0-16,0 0 0,0 0 0,0 0 15,0 0-15,0 0 16,0 0-16,-25 0 0,25 0 0,0 0 0,0 0 15,0 0-15,0 0 0,0 0 0,0 0 0,0 0 0,-25 0 0,25 0 0,0 0 0,0 0 16,0 0-16,0 0 0,0 0 0,0 0 0,0-25 0,0 25 16,0 0-16,0 0 0,0 0 0,0 0 0,0 0 0,-25 0 15,25 0 1,0 0-16,0 0 0,0 0 0,0 0 0,0-25 0,0 25 15,0 0-15,0 0 0,0 0 0,0 0 0,0 0 0,0 0 16,0 0-16,0 0 0,0-24 0,0 24 0,0 0 0,0 0 0,0 0 16,0 0-16,0 0 0,0 0 0,0 0 0,0 0 0,0 0 0,0 0 15,0 0-15,0 0 16,0 0-16,0 0 0,0 0 0,0 0 0,0 0 15,0 0-15,0 0 0,0 0 0,0 0 0,0 0 0,0 0 16,0 0-16,0 0 0,0 0 0,0 0 0,0 0 0,0 0 0,0 0 78,0 0-31,0 0-47,0 0 0,0 0 0,0 0 0,0 0 0,0 24 15,0-24-15,0 0 0,0 0 0,0 0 0,0 0 0,0 0 0,0 0 0,0 0 16,0 0-16,0 0 0,0 0 0,0 0 0,0 0 0,0 0 0,0 0 0,0 0 0,0 0 0,0 0 0,0 0 16,0 0-16,0 0 0,0 0 0,0 0 0,0 0 0,0 0 0,0 0 0,0 0 0,0 0 15,0 0-15,0 0 0,0 0 0,0 0 0,0 0 0,0 0 0,0 0 0,0 0 16,0 0-16,0 0 0,0 0 0,0 0 0,25 0 0,-25 0 15,0 0-15,0 0 0,0 0 0,0 0 0,0 0 16,0 0-16,0 0 0,0 0 0,0 0 0,0 0 0,0 0 16,0 0-16,0 0 0,0 0 0,0 0 15,0 25-15,0-25 0,0 0 16,0 0-16,0 0 0,0 0 0,0 0 0,0 0 0,0 0 0,0 0 15,0 0-15,0 0 0,0 25 0,0-25 0,0 0 0,0 0 0,0 0 0,0 0 0,0 0 0,0 0 0,0 0 0,0 25 0,0-25 0,0 0 0,0 0 0,0 0 0,0 25 0,0-25 0,0 0 0,0 24 0,0-24 0,0 0 16,0 25-16,0-25 0,0 25 0,0-25 0,0 25 0,0 0 0,0-25 94</inkml:trace>
  <inkml:trace contextRef="#ctx0" brushRef="#br0" timeOffset="465929.6496">20042 3423 0,'0'0'0,"0"0"0,0 0 0,0 0 0,0 0 0,0 0 16,0 0-16,0 0 0,0 0 0,0 0 0,0 0 15,0 0-15,0 0 16,0 0-16,0 0 0,-25 0 0,25 0 0,0 0 0,0 0 0,0 0 15,0 0-15,0 0 0,0 0 0,0 0 0,0 0 0,0 25 16,0-25-16,0 0 0,0 0 0,0 0 0,0 0 0,0 0 0,0 0 250,0 0-235,25 0-15,-25 0 0,0 0 0,0 0 0,0-25 0,0 25 16,0 0-16,0 0 0,0 0 0,0 0 0,0 0 0,0 0 0,0 0 0,0 0 0,0-25 0,0 25 0,25 0 0,-25 0 15,0 0-15,0 0 0,0 0 0,0 0 0,0 0 0,0 0 0,0-25 0,25 25 0,-25 0 16,0 0-16,0 0 0,0 0 0,0 0 0,25 0 0,-25 0 0,0 0 0,0 0 0,0 0 0,24 0 0,-24 0 0,0 0 16,0 0-16,0 0 15,25 0-15,-25 0 0,0 0 0,0 0 0,0 0 0,25 0 0,-25 0 0,0 25 0,0-25 0,0 0 0,25 0 0,-25 0 0,0 0 0,0 25 0,25-25 0,-25 0 0,0 0 0,0 0 0,0 25 0,24-25 0,-24 0 0,0 0 0,0 25 0,0-25 16,0 0-16,0 24 0,0-24 0,0 0 0,0 25 0,0-25 31,0 0-31,0 25 0,0-25 0,0 0 0,0 25 0,0-25 16,0 25-16,-24-25 0,24 0 0,0 24 0,0-24 0,-25 0 0,25 25 15,0-25-15,0 0 0,0 25 0,-25-25 0,25 0 0,0 0 94,0 25-94,-25-25 0,25 0 0,0 0 15,0 0-15,0 0 0,-25 0 0,25 25 0,0-25 0,0 0 0,0 0 0,-24 0 0,24 0 0,0 0 0,0 0 0,-25 0 0,25 25 0,0-25 0,0 0 0,0 0 16,0 0-16,-25 0 0,25 0 0,0 0 0,0 0 0,0 0 0,0 0 0,0 0 0,-25 0 0,25-25 0,0 25 0,0 0 0,0 0 0,0 0 0,0 0 0,0 0 0,0 0 0,0 0 0,0 0 0,0 0 0,0 0 16,0 0-1,0 0-15,0 0 0,0 0 0,0 0 0,0 0 0,0 0 0,0 0 0,0 0 0,0 0 0,0 0 1139</inkml:trace>
  <inkml:trace contextRef="#ctx0" brushRef="#br0" timeOffset="470855.9314">20439 3324 0,'0'0'0,"0"0"0,0 0 0,0 0 249,-174 297-249,174-297 0,0 0 0,0 0 0,0 25 0,0-25 0,0 0 0,0 0 0,0 0 0,0 0 0,25 25 0,-25-25 16,0 0-16,0 0 0,0 0 0,0 0 0,0 0 0,25 0 0,-25 25 0,0-25 0,0 0 0,0 0 0,0 0 0,25 0 0,-25 0 0,0 0 0,0 25 0,0-25 0,0 0 0,0 0 0,0 0 0,25 0 0,-25 0 0,0 0 0,0 25 0,0-25 0,0 0 0,0 0 0,0 0 15,0 0-15,0 0 0,0 0 0,24 0 0,-24 0 0,0 0 16,0 24-16,0-24 0,0 0 0,0 0 0,0 0 0,0 0 16,0 0-1,0 0-15,25 0 0,-25 0 0,0 0 0,0 0 0,0 0 16,0 25-16,0-25 0,0 0 0,0 0 0,0 0 0,0 0 0,0 0 0,0 0 15,0 0 1,0 0-16,0 0 0,0 0 0,0 0 0,0 0 0,0 0 0,0 25 0,25-25 16,-25 0-16,0 0 0,0 0 0,0 0 15,0 0-15,0 0 0,0 0 0,0 0 16,0 0-16,0 0 0,0 0 0,0 0 0,0 0 15,0 0-15,0 0 16,0 0-16,0 0 0,0 0 0,25 0 0,-25 0 0,0-25 0,0 25 0,0 0 0,0 0 0,0 0 0,25 0 0,-25 0 16,0 0-16,0-25 0,0 25 0,0 0 0,0 0 0,0 0 15,24 0-15,-24 0 0,0 0 0,0 0 0,0 0 0,0 0 16,0 0-16,0 0 0,0-24 0,0 24 0,0 0 0,0 0 0,0 0 15,0 0 1,0 0-16,0 0 0,0 0 0,0 0 0,0-25 16,0 25-16,0 0 0,0 0 0,0 0 0,0 0 0,0 0 0,0 0 0,-24-25 15,24 25-15,0 0 0,0 0 0,0 0 0,0-25 0,0 25 47,0 0-47,-25 0 0,25 0 0,0 0 16</inkml:trace>
  <inkml:trace contextRef="#ctx0" brushRef="#br0" timeOffset="472217.0092">20687 3795 0,'0'0'0,"0"0"0,0 0 0,0 0 0,25 0 0,-25 0 16,0 0-16,0 0 0,0 0 0,0 0 0,0 0 0,0 0 0,-124 298 234,124-298-234,0 0 0,0 0 0,0 0 0,0 0 0,0 0 0,0 0 0,0 0 0,0 0 0,0 0 0,0 0 0,0 0 0,0 0 0,0 0 0,0 0 0,0 0 0,0 0 0,0 0 0,0 0 0,0 0 0,0 0 0,0 0 15,0 0-15,0 0 0,0 0 0,0 0 0,0 0 0,0 0 0,0 0 0,0 0 0,0 0 0,0 0 0,0 0 0,0 0 0,25 0 0,-25 0 0,0-25 0,0 25 16,0 0-16,0 0 0,0 0 0,24 0 0,-24 0 0,0 0 16,0 0-16,0 0 0,25 0 0,-25 0 0,0 0 0,25 0 15,-25 0-15,0 0 0,25 0 0,-25 0 0,0 0 0,0 0 0,25 0 31,-25 0-31,0 0 0,25 25 0,-25-25 0,0 0 0,24 0 0,-24 0 16,0 0-16,25 0 0,-25 0 0,0 0 0,0 0 0,25 0 0,-25 0 16,0 0-16,0 0 0,25 0 0,-25 0 0,0 0 0,0 0 15,0 0-15,0 0 0,0 0 0,0 0 0,25 0 0,-25 0 0,0 0 16,0 0-16,0 0 0,0 0 0,0 0 15,0 0-15,0 0 16,0 0-16,0 0 0,0 0 0,0 0 0,0 0 0,0 0 47,0 0-47,0 0 0,0 0 0,0 0 0,0 0 0,0 0 0,0 0 0,0 0 0,0 0 0,0 0 0,0 0 0,0 0 0,0 0 0,0 0 0,0 0 0,0 0 0,0 0 0,0 0 0,0 0 15,0 0-15,0 0 16,0 0-16,0 0 0,0 0 0,-25-25 16,25 25-16,0 0 0,0 0 0,0 0 0,0-25 15,0 25-15,0 0 0</inkml:trace>
  <inkml:trace contextRef="#ctx0" brushRef="#br0" timeOffset="473670.0924">21332 3423 0,'0'0'0,"0"0"15,0 0-15,0 0 0,0 25 0,0-25 0,0 0 0,0 0 16,0 0-16,0 0 0,0 0 0,0 0 0,0 0 0,0 0 515</inkml:trace>
  <inkml:trace contextRef="#ctx0" brushRef="#br0" timeOffset="475833.2161">21332 3597 0,'0'0'16,"0"0"-16,0 0 0,0 0 0,25 0 0,-25 0 16,0 0-16,0 0 15,0 0-15,0 0 0,0 0 0,0 0 0,0 0 0,0 0 16,0 0-16,0 0 0,0 0 0,0 0 0,0 0 0,0 0 0,0 0 15,0 0-15,0 0 0,0 0 0,0 0 0,0 0 0,0 0 16,0 0-16,0 0 0,0 0 0,0 0 0,0 0 0,0 0 16,0 0-16,0 0 0,0 0 0,0 0 0,0 0 0,0 0 15,0 0 172,0 0-187,0 0 0,0 0 0,0 0 16,0 24-16,0-24 0,0 0 0,0 0 0,0 0 0,0 0 0,0 0 0,0 0 0,0 0 0,0 0 0,0 0 0,0 0 0,0 0 0,0 0 16,0 0-16,0 0 0,0 0 0,0 0 0,0 0 0,0 0 0,0 0 0,0 0 0,0 0 0,0 0 0,0 0 0,0 0 15,0 0 1,0 0-16,0 0 0,0 0 15,0 0-15,25 0 0,-25 0 0,0 0 0,0 0 0,0 0 0,0 0 0,0 0 0,0 0 0,24 0 16,-24 0-16,0 0 0,0 0 0,0 0 0,0 0 16,25 0-16,-25 0 0,0 0 0,0 0 0,25 0 0,-25 0 15,0 0-15,0 0 0,25 0 0,-25 0 0,0 0 0,0 0 0,25 0 0,-25 0 0,0 0 0,24 0 0,-24 0 0,25 0 0,-25 0 0,0 0 0,0 25 0,25-25 0,-25 0 0,0 0 0,25 0 0,-25 0 0,0 0 63,25-25 826</inkml:trace>
  <inkml:trace contextRef="#ctx0" brushRef="#br0" timeOffset="477808.3291">21456 3324 0,'0'0'0,"0"0"16,0 0-16,0 0 0,0 0 0,0 0 0,0 0 0,0 0 16,0 0-16,-25 0 0,25 0 0,0 0 0,0 0 93,0 0-93,0 0 0,0 0 78,0 0-78,0 0 0,0 0 16,-25 0-16,25 0 0,0 0 0,0 0 0,0 0 0,0 0 0,0 0 0,0 0 0,0 0 0,0 0 0,0 0 0,0 0 0,0 0 0,0 0 0,0 0 15,0 0 1,0 0 0,0 0-16,0 0 0,0 0 0,0 0 0,0 0 0,0 0 0,0 0 0,0 0 0,0 0 0,-24 0 15,24 0-15,0 0 0,0 0 16,0 0-16,0 0 0,0 0 0,0 0 0,0 0 0,0 0 0,0 0 0,0 0 0,0 0 0,0 0 0,0 0 0,0 25 0,0-25 0,0 0 0,0 0 0,0 0 0,0 0 0,0 0 0,0 0 15,0 0-15,0 0 0,0 0 0,0 0 0,0 0 0,0 0 0,24 0 0,-24 0 0,0 0 0,0 0 0,0 0 16,0 0-16,25 0 0,-25 0 0,0 0 0,0 0 0,0 0 0,25 0 0,-25 0 0,0 0 0,25 0 16,-25 0-16,0 0 0,25 0 0,-25 0 62,0 0-62,24 0 0,-24 0 0,25 0 0,-25 0 0,0-25 0,25 25 0,-25 0 0,25 0 0,-25 0 0,0 0 0,25 0 0,-25 0 0,0 0 0,0 0 0,24 0 16,-24 0-16,0 25 0,0-25 0,0 0 0,0 0 0,0 0 0,0 0 0,0 0 0,0-25 0,0 25 15,0 0-15,0 0 0,0 0 0,0 0 0,0 0 0,0 0 0,0 0 0,25 0 16,-25 0-16,0 0 0,0 0 0,0 0 0,0 0 0,0 0 0,0 0 15,0 0-15,25 0 0,-25 0 0,0 0 0,0 0 0,0 0 0,0 0 16,0 0-16,0 0 16,0 0-16,0-25 0,0 25 0,0 0 0,0 0 15,0 0-15,0 0 0</inkml:trace>
  <inkml:trace contextRef="#ctx0" brushRef="#br0" timeOffset="480817.5012">22671 3200 0,'0'0'0,"0"0"0,0 0 0,0 0 0,0 0 0,0 0 0,0 0 0,0 0 0,0 0 0,0 0 0,0 0 0,0 0 0,0 0 0,0 0 0,0 0 0,0 0 0,0 0 0,0 0 0,0 0 0,0 0 0,0 0 0,0 0 16,0 0-16,0 0 0,0 0 0,0 0 0,0 0 0,0 0 0,0 0 0,0 0 0,0 0 0,0 0 0,0 0 0,0 0 0,-24 0 0,24 0 0,0 0 0,0 0 0,0 0 0,0 0 15,0 0-15,0 0 0,0 0 0,0 0 0,0 0 16,0 0-16,0 0 0,0 0 0,0 0 0,0 0 0,0 0 0,0 0 15,0-25-15,0 25 0,0 0 0,0 0 0,0 0 16,0 0 0,0 0-16,0 0 0,0 0 0,0 0 0,0-25 0,0 25 0,0 0 15,0 0-15,0 0 0,24 0 0,-24 0 0,0 0 0,0 0 0,0 0 16,0 0-16,0 0 0,0-25 0,0 25 0,0 0 0,25 0 795,25 621-561,-50-621-234,0 0 0,0 0 0,0 0 0,0 0 0,0 0 0,0 0 0,0 0 0,0 0 0,0 0 234</inkml:trace>
  <inkml:trace contextRef="#ctx0" brushRef="#br0" timeOffset="483689.6654">22547 3225 0,'0'0'0,"0"0"0,0 0 0,0 0 0,0 0 0,0 0 0,0 0 0,0 0 0,0 0 0,0 0 0,0 0 0,0 0 0,0 0 0,0 0 0,0 0 0,0 0 0,0 0 0,0 0 0,0 0 0,0 0 0,0 0 0,0 0 0,0 0 0,0 0 0,0 0 0,0 0 0,0 0 0,0 0 0,0 0 0,0 0 0,0 0 16,0 0-16,0 0 0,0 0 0,0 0 0,0 0 15,0 0 1,0 0-16,0 0 0,0-25 0,0 25 0,0 0 0,0 0 0,0 0 15,0 0-15,0 0 0,0 0 0,25 0 0,-25 0 0,0 0 16,0 0-16,0 0 0,0 0 0,0 0 0,0 0 0,0 0 0,0 0 16,0 0-16,25 0 0,-25 0 0,0-25 0,0 25 0,0 0 15,0 0 1,0 0-16,0 0 0,0 0 0,0 0 0,0 0 0,0 0 109,25-25-109,-25 25 0,0 0 0,0 0 0,0 0 0,25 0 0,-25 0 0,0 0 16,0 0-16,0 0 0,0 0 0,0 0 0,0 0 0,0 0 0,24 0 0,-24-25 0,0 25 0,0 0 0,0 0 0,25 0 15,-25 0-15,0 0 0,0 0 0,0 0 0,25 0 16,-25 0-1,0 0-15,0 0 0,0 0 0,25 0 0,-25 0 0,0 0 0,0 0 0,0 0 0,0 0 0,0 0 16,0 0-16,0 0 0,0 0 0,0 0 0,0 0 0,0 0 0,0 0 0,25 0 0,-25 0 0,0 0 0,0 25 0,0-25 0,0 0 31,0 0-31,0 0 0,0 0 0,0 25 0,0-25 0,0 0 0,0 0 0,0 0 0,0 0 0,0 25 0,0-25 0,0 0 0,0 0 0,0 0 0,0 25 0,25-25 0,-25 0 0,0 0 0,-25 0 0,25 24 0,0-24 0,0 0 0,0 0 0,0 0 0,0 25 16,0-25-16,0 0 0,0 0 0,0 0 31,0 25-31,0-25 0,0 0 0,0 0 0,0 0 0,0 0 0,-25 25 0,25-25 0,0 0 0,0 0 16,0 0-16,0 25 0,0-25 0,0 0 0,0 0 0,0 0 0,0 0 1388,-223 496-1326,223-496-62,-25 0 0,25 0 0,0 0 0,0 0 0,0 0 0,0 0 0,0 0 0,0 0 0,0 0 0,0 0 0,0-25 0,0 25 0,0 0 0,0 0 0,0 0 0,0 0 0,0 0 0,0 0 0,0 0 0,0 0 0,0 0 16,0 0-16,0 0 0,0 0 0,0 0 0,0 0 0,0 0 0,0 0 0,0 0 0,0 0 0,0 0 0,0 0 0,0 0 0,0 0 0,0 0 0,0 0 0,0 0 16,25 0-16,-25 0 0,0 0 0,0 0 0,0 0 0,24 0 31,-24 0-31,0 0 0,0 0 0,25 0 15,-25 0-15</inkml:trace>
  <inkml:trace contextRef="#ctx0" brushRef="#br0" timeOffset="485758.7838">23093 3969 0,'0'0'0,"0"0"0,0 0 0,0 0 16,0 0-16,0 25 0,0-25 0,-25 0 0,25 0 0,0 0 0,0 0 0,0 0 0,0 0 0,0 24 0,0-24 0,0 0 0,0 0 0,0 0 0,0 0 0,0 0 0,0 0 0,0 0 0,0 0 0,0 25 0,0-25 0,-24 0 0,24 0 0,0 0 0,0 0 0,0 0 0,0 0 0,0 0 15,0 25-15,0-25 0,0 0 0,0 0 0,0 0 0,-25 0 0,25 0 0,0 0 0,0 0 0,0 25 16,0-25-16,0 0 15,0 0-15,0 0 0,-25 0 0,25 0 0,0 0 0,0 0 0,0 0 0,0 0 16,0 0-16,-25 0 0,25 0 0,0 0 0,0 25 0,0-25 16,-25 0-16,25-25 0,0 25 0,0 0 0,0 0 0,0 0 15,-24 0-15,24 0 0,0 0 0,0 0 0,0 0 0,0 0 0,0 0 78,-50-25 31,50 25-109,0 0 0,0 0 0,0 0 0,0 0 0,0-25 0,0 25 0,0 0 0,0 0 0,0 0 0,25 0 16,-25 0-16,0 0 0,0 0 0,0 0 0,0 0 0,0 0 0,25 0 0,-25-25 0</inkml:trace>
  <inkml:trace contextRef="#ctx0" brushRef="#br0" timeOffset="487156.8638">22870 3994 0,'0'0'0,"0"0"0,0 0 0,0 0 0,0 0 0,0 0 0,0 0 0,0 0 0,0 0 0,0 0 0,0 0 0,0 0 0,0 0 0,0 0 0,0 0 0,0 0 16,0-25-16,0 25 0,0 0 0,0 0 0,0 0 0,0-25 0</inkml:trace>
  <inkml:trace contextRef="#ctx0" brushRef="#br0" timeOffset="490675.065">23961 2952 0,'124'223'0,"-124"-223"0,0 25 0,25-25 0,-25 0 0,0 0 0,0 0 0,0 0 0,0 25 0,25-25 0,-25 0 0,0 0 0,0 24 0,0-24 0,0 0 0,25 0 0,-25 25 0,0-25 0,0 0 0,0 0 0,0 25 0,0-25 0,0 0 0,0 0 0,0 25 0,0-25 16,0 0-16,0 0 0,0 0 0,0 25 0,0-25 0,0 0 0,0 0 16,0 24-16,0-24 0,0 0 0,0 0 0,-25 0 15,25 25-15,0-25 0,0 0 0,0 0 0,-25 0 0,25 0 0,0 25 0,0-25 0,-25 0 31,25 0-31,0 0 0,0 25 0,-24-25 0,24 0 0,0 0 0,-25 0 0,25 0 0,0 25 0,-25-25 16,25 0 0,0 0-16,-25 0 0,25 0 0,-25 0 0,25 24 0,0-24 0,-24 0 0,24 0 0,0 0 0,-25 0 15,25 0-15,0 0 0,-25 0 0,25 0 0,0 0 0,0 0 0,-25 0 16,25 0-16,0 0 0,0 0 0,0 0 0,-25 0 0,25-24 0,0 24 0,0 0 0,0 0 0,0 0 0,0 0 15,-25 0 1,25 0-16,0 0 0,0 0 0,0 0 0,0 0 0,0 0 16,0 0-16,0-25 0,0 25 0,0 0 0,0 0 0,0 0 0,0 0 15,0 0-15,0 0 0,0 0 0,0 0 0,0 0 0,0 0 16,0 0-16,0 0 0,0 0 0,0 0 0,0 0 0,0 0 0,0 0 15,0 0 1,0 0-16,0 0 0,0 0 0,0 0 0,0 0 203</inkml:trace>
  <inkml:trace contextRef="#ctx0" brushRef="#br0" timeOffset="491858.1327">24036 2877 0,'0'0'0,"0"0"0,0 0 0,0 0 16,0 0-16,0 0 0,0 0 0,0 0 0,-25 0 0,25 0 16,0 0-16,0 0 0,0 0 0,0 0 15,0 0-15,0 0 0,0 0 0,0 0 0,0 0 0,0 0 0,0 0 16,0 25-16,0-25 0,0 0 0,0 0 0,0 0 0,0 0 0,0 0 0,0 0 15,0 0-15,0 0 0,0 0 16,0 0-16,0 0 0,0 0 0,0 0 16,0 0-16,0 0 0,0 0 0,-25 0 0,25 0 0,0 0 15,0 0-15,0 0 0,0 0 0,0 0 0,0 0 0,0 0 0,0 0 16,0 0-16,0 0 0,0 0 0,0 0 15,0 0-15,-25 0 0,25 0 0,0 0 125,0 0-125,0 0 16,0 0-16,0 0 0,0 0 0</inkml:trace>
  <inkml:trace contextRef="#ctx0" brushRef="#br0" timeOffset="495162.3216">23837 2704 0,'0'0'0,"0"0"16,0 0-16,0 0 0,0 0 15,0 0-15,0 0 0,0 0 0,0 0 16,0 0-16,0 0 0,0 25 0,0-25 0,25 0 0,-25 0 0,0 0 16,0 0-16,0 0 0,0 0 0,0 0 0,0 0 0,0 0 15,0-25-15,0 25 0,0 0 0,0 0 0,0 0 0,0 0 0,0 0 16,0 0-16,0 0 0,0 0 0,0 0 0,0 0 0,0 0 0,0 0 31,0 0-31,0 0 0,0 0 0,0 0 0,0 0 0,0 0 16,0 0-16,0 0 0,0 0 0,0 0 0,0 0 0,0 0 0,0 0 15,0 0-15,0 0 0,0 0 0,0 0 0,0 0 0,0 0 0,0 0 16,0 0 202,25-50-218,-25 50 0,0 0 0,0 0 0,0 0 0,0 0 0,0 0 0,0 0 16,25 0-16,-25 0 0,0-25 0,0 25 0,0 0 0,0 0 0,25 0 0,-25 0 0,0 0 0,0 0 0,0 0 0,0 0 0,0 0 0,24 0 0,-24 0 15,0 0-15,0 0 0,0 0 0,0 0 0,0 0 0,0 0 0,25 0 0,-25 0 0,0 0 0,0 0 16,0 0-16,0 0 0,0 0 0,0 0 0,0 0 0,25 0 0,-25 0 0,0 0 16,0 0-16,0 0 0,0 0 0,25 0 0,-25 0 0,0 0 0,0 0 0,0 0 0,0 0 0,25 0 0,-25 0 0,0 0 0,0 0 0,0 0 0,0 0 0,24 0 0,-24 0 0,0 0 31,0 0-31,0 25 0,0-25 0,0 0 0,0 0 0,0 0 15,25 0-15,-25 0 0,0 0 0,0 0 0,0 0 0,0 0 0,0 0 0,0 0 16,25 0-16,-25 0 0,0 25 0,0-25 0,0 0 0,0 0 16,0 0-16,0 0 0,0 0 0,0 0 0,0 0 0,0 0 0,0 0 31,0 0-31,0 0 0,0 0 0,0 0 0,0 0 0,0 0 0,25 25 15,-25-25-15,0 0 0,0 0 0,0 0 16,-25 0-16,25 0 0,0 0 0,0 0 0,0 25 0,0-25 0,0 0 0,0 0 0,0 0 0,0 0 0,0 0 16,0 0-16,0 24 0,0-24 15,-25 0-15,25 0 0,0 0 0,0 0 16,0 0-16,0 0 0,0 0 0,0 25 15,0-25-15,0 0 0,0 0 0,-25 0 0,25 0 16,0 0-16,0 0 0,0 0 0,0 25 0,0-25 0,0 0 0,0 0 0,0 0 0,-24 0 0,24 0 16,0 0-16,0 0 0,0 0 0,0 0 0,0 0 0,0 25 0,-25-25 15,25 0-15,0 0 0,0 0 0,0 0 0,0 25 16,0-25-1,0 0-15,0 0 0,-25 0 812</inkml:trace>
  <inkml:trace contextRef="#ctx0" brushRef="#br0" timeOffset="496913.4218">24705 3349 0</inkml:trace>
  <inkml:trace contextRef="#ctx0" brushRef="#br0" timeOffset="498901.5355">24681 3101 0,'0'0'15,"0"0"-15,0 0 0,0 0 0,0 0 16,0 0-16,0 0 0,0 0 0,0 0 0,0 0 0,0 0 0,0 0 0,0 0 0,0 0 16,0 0-16,0 0 0,0 0 0,0 0 0,0 0 0,0 0 15,0 0 1,0 0-16,0 0 0,0 0 0,0 0 0,0 0 0,0 0 0,0 0 15,0 0-15,0 0 0,0 0 0,0 0 0,0 0 0,0 0 16,0 0-16,0 0 0,0 0 0,0 0 0,0 0 0,0 0 16,0 0-16,0-25 0,0 25 0,0 0 0,0 0 0,0 0 15,0 0-15,24 0 0,-24 0 0,0 0 0,0 0 16,0 0-16,0 0 15,0 0-15,0-25 0,25 25 0,-25 0 0,0 0 0,0 0 0,0 0 16,0 0-16,0 0 0,0 0 0,25 0 0,-25 0 0,0 0 16,0 0-16,0 0 0</inkml:trace>
  <inkml:trace contextRef="#ctx0" brushRef="#br0" timeOffset="499359.5617">24631 3150 0,'0'0'0,"0"0"0,0 0 0,0 0 0,0 0 0,0 0 0,0 0 0,0 0 0,0-25 0,0 25 0,0 0 0,0 0 0,0 0 0,0 0 0,0 0 0,0 0 0,0 0 0,0 0 0,0 0 0,0 0 0,0 0 0,0 0 0,0 0 15,0 0-15,25 0 0,-25 0 0,0 0 0,0 0 0,0 0 0,0 0 0,0 0 0,25-24 0,-25 24 0,0 0 0,0 0 0,0 0 0,0 0 0,0 0 0,24 0 0,-24 0 0,0 0 16,0 0-16,0 0 0,25 0 0,-25 0 0,0 0 15,0 0-15,0 0 0,25 0 0,-25 0 0,0 0 16,0 0-16,0 0 16,0 0-16,25 0 0,-25 0 0,0 0 0,0 0 0,0 0 15,0 0-15,0 0 0,0 0 0,25 0 0,-25 0 0,0 24 16,0-24 15,0 0-31,0 0 0,0 0 0,0 0 0,0 25 0,0-25 0,0 0 0,0 0 0,0 0 0,0 25 0,0-25 0,0 0 0,0 0 0,0 25 0,0-25 0,0 0 16,0 0-16,0 25 0,0-25 0,0 0 0,0 0 0,0 24 0,0-24 31,0 0-31,0 25 0,-25-25 0,25 0 0,0 0 0,0 25 0,0-25 15,0 0-15,0 0 0,-25 25 0,25-25 0,0 0 0,0 0 0,0 0 16,0 25-16,-25-25 0,25 0 0,0 0 0,0 0 0,0 0 0,-25 24 16,25-24-16,0 0 0,0 0 0,0 0 0,0 0 0,0 0 15,-24 0 1,24 0-16,0 25 0,0-25 0,0 0 0,0 0 0,0 0 15,-25 0-15,25 0 0,0 0 0,0 0 0,0 0 0,-25 0 0,25 0 47,0 0-47,0 0 0,0 0 0,0 0 0,-25 0 0,25 0 0,0 0 0,0 0 0,0 0 0,0 0 0,-25 0 0,25 0 0,0 0 16,0 0-16,0 0 0,0 0 0,0 0 0,0-25 0,0 25 0,0 0 0,0 0 0,0 0 0,0 0 15,0 0-15,0 0 0,0 0 0,0 0 0,0 0 0,0 0 16,0 0-16,0 0 0,0 0 0,0 0 16,0 0-16,0 0 0,0-24 15,0 24-15,0 0 0,0 0 0,0 0 0,0 0 0,0 0 0,0 0 16,0-25-16,25 25 0,-25 0 0,0 0 0,0 0 15,0 0-15,25 0 0,-25 0 0,0-25 0,0 25 0,25 0 0,-25 0 16,0 0-16,0 0 0,25 0 0</inkml:trace>
  <inkml:trace contextRef="#ctx0" brushRef="#br0" timeOffset="500429.6229">24929 3398 0,'0'0'0,"25"0"0,-25-25 0,0 25 0,0 0 15,24 0-15,-24-24 0,0 24 0,0 0 0,25-25 0,-25 25 0,0 0 0,0 0 0</inkml:trace>
  <inkml:trace contextRef="#ctx0" brushRef="#br0" timeOffset="502512.7421">25078 3051 0,'0'0'0,"0"0"0,-25 0 0,25 0 0,0 0 0,0 0 0,0 0 15,0 0-15,0 0 0,0 0 0,-25 0 0,25 0 0,0 0 0,0 0 0,0 0 0,0 0 0,0 0 0,0-25 0,-25 25 0,25 0 0,0 0 0,0 0 0,0 0 16,0 0-16,0 0 0,-25 0 0,25 0 0,0 0 16,0 0-16,0 0 0,0 25 0,-24-25 0,24 0 0,0 0 0,0 0 0,0 0 0,0 0 0,-25 0 0,25 0 0,0 0 0,0 0 15,0 0-15,0 0 0,-25 25 0,25-25 0,0 0 16,0 0-16,0 0 0,0 0 0,0 25 0,-25-25 0,25 0 0,0 0 0,0 0 15,0 24-15,0-24 0,0 0 16,0 0-16,0 0 0,0 25 0,-25-25 0,25 0 0,0 0 0,0 0 0,0 25 16,0-25-16,0 0 0,0 25 0,0-25 0,0 0 0,0 0 0,0 25 0,0-25 0,0 0 0,-25 24 0,25-24 15,0 0-15,0 25 0,0-25 0,0 0 0,0 0 0,0 0 0,0 25 63,0-25-63,0 0 0,0 0 0,0 25 0,0-25 0,0 0 0,0 0 0,0 0 0,25 25 0,-25-25 0,0 0 0,0 0 0,0 24 0,0-24 0,0 0 0,25 0 0,-25 0 0,0 25 0,0-25 0,0 0 0,25 0 0,-25 0 15,0 0-15,0 25 0,25-25 0,-25 0 16,0 0-16,0 0 0,25 0 0,-25 0 0,0 0 15,24 0-15,-24 25 0,0-25 16,0 0-16,25 0 0,-25 0 0,0 0 0,25 0 0,-25 0 16,0 0-16,25 0 0,-25 0 0,0 0 0,0 0 0,25 0 15,-25 0-15,0 0 0,0 0 0,24 0 0,-24 0 0,0 0 0,0 0 0,0 0 16,25 0-16,-25-25 0,0 25 0,0 0 0,25 0 0,-25 0 15,0 0 1,0 0-16,0-25 0,0 25 0,25 0 0,-25 0 16,0 0-16,0 0 0,0 0 0,0 0 0,0 0 0,0 0 1029</inkml:trace>
  <inkml:trace contextRef="#ctx0" brushRef="#br0" timeOffset="504054.8303">25450 3373 0,'0'0'0,"0"0"0,0 0 0,0 25 0,0-25 0,0 0 0,0 0 0,0 0 0,0 0 0,0 0 0,0 0 0,0 0 0,0 0 0,0 0 0,0 0 0,0 0 0,0 0 0,0 0 0,0 0 15,0 0-15,0 0 0,0 0 0,0 0 0,0 0 0,0 0 0,0 0 0,0 0 0,0 0 16,0 0-16,0 0 0,0 0 0,0 0 0,0-25 15,0 25-15,0 0 0,0 0 0,0 0 0,0 0 0,0 0 0,0 0 16,0 0-16,0 25 0,0-25 0,0 0 0,0 0 0,0 0 0,0 0 16,0 0-16,0 0 0,0 0 0,0 0 0,0 0 0,0 0 15,0 0-15,0 0 16,0 0-16,0 0 0,0 0 0,0 0 0,0 0 15,0 0-15,0 0 0,0 0 0,0 0 0,0 0 0,0 0 16,0 0-16,0 0 0,0 0 0,0 0 0,0 25 0,-25-25 0,25 0 16,0 0-16,0 0 0,0 25 717,223 223-717,-223-248 0,0 0 0,0 0 0,0 0 0,25 0 16,-25 0-16,0-25 0,-25 25 0,25 0 0,0 0 0,0 0 0,0 0 0,0 0 0,0 0 0,0 0 0,0-25 0,0 25 0,0 0 0,0 0 0,0 0 0,0 0 0,0-25 0,0 25 0,0 0 47,0 0-47,0 0 0,0-24 0,0 24 0,0 0 0</inkml:trace>
  <inkml:trace contextRef="#ctx0" brushRef="#br0" timeOffset="507013.9995">25722 3497 0,'0'0'0,"0"0"0,0 0 0,0 0 0,0 0 0,0 0 0,0 0 0,0-24 0,0 24 0,0 0 0,0 0 0,0 0 16,0 0-16,0 0 0,0 0 0,0 0 0,0 0 0,0 0 0,0 0 0,0-25 0,0 25 0,0 0 0,0 0 0,0 0 0,0 0 0,0 0 0,0 0 0,0 0 0,0-25 0,0 25 0,-24 0 0,24 0 0,0 0 0,0 0 0,0-25 0,0 25 0,0 0 16,0 0-16,0 0 0,0 0 0,0 0 0,0 0 0,0-25 15,0 25-15,0 0 0,0 0 0,0 0 0,0 0 0,0 0 0,0 0 16,0 0-1,0-24-15,0 24 0,0 0 0,-25 0 0,25 0 16,0 0-16,0 0 0,0 0 0,0 0 0,0 0 0,0 0 0,0 0 16,0 0-16,0 0 0,0-25 0,0 25 0,0 0 0,0 0 15,0 0-15,0 0 0,0 0 0,0 0 0,0 0 0,0 0 0,0 0 16,0 0-16,0 0 15,0 0-15,0-25 0,0 25 0,0 0 0,0 0 16,0 0-16,0 0 0,0 0 0,0 0 0,0 0 0,0 0 0,0 0 0,-25 0 16,25 0-16,0 0 0,0 0 0,0 0 0,0 0 0,0 0 0,0 0 46,0 0-46,0 25 0,0-25 0,0 0 0,0 0 0,0 0 0,0 25 0,0-25 0,0 0 0,0 0 0,0 24 0,0-24 0,0 0 0,0 0 16,0 25-16,0-25 0,0 0 0,0 25 0,0-25 16,0 0-16,0 25 0,0-25 0,0 25 15,0-25-15,0 24 0,-25-24 0,25 25 0,0-25 0,0 25 0,0-25 0,0 25 16,0-25-16,0 25 0,0-25 0,0 24 0,0-24 0,0 25 15,0-25-15,0 25 0,0-25 0,0 25 0,0-25 0,0 25 16,0-25-16,0 0 0,0 25 0,0-25 0,0 24 0,0-24 31,0 25-31,0-25 0,0 0 0,-25 25 0,25-25 0,0 25 0,0-25 0,0 0 16,0 25-16,0-25 0,0 0 0,0 24 0,0-24 0,0 0 47,-24 25 77,24 0-124,0-25 0,0 0 0,0 0 0,0 0 0,0 0 0,0 0 0,24 0 0,-24-25 0,0 25 0,0 0 0,0 0 0,0-25 0,0 25 0,0 0 0,0 0 0,0-24 0,0 24 0,0 0 16,0 0-16,0 0 0,0-25 0,0 25 0,0 0 0,0 0 0,0-25 16,0 25-16</inkml:trace>
  <inkml:trace contextRef="#ctx0" brushRef="#br0" timeOffset="515483.4839">19993 2530 0,'0'0'0,"0"0"16,0 0-16,0 0 0,24 0 0,-24 0 0,0 0 15,0 0-15,0 0 0,0 0 0,0-25 0,0 25 0,0 0 0,25 0 0,-25 0 0,0 0 0,0 0 16,0 0-16,25 0 0,-25 0 0,0 0 0,0 0 0,25-25 0,-25 25 16,0 25-16,0-25 0,25 0 0,-25 0 15,0 0-15,24 0 0,-24 0 0,0 25 0,0-25 0,25 0 0,-25 0 0,0 0 0,0 25 0,0-25 0,0 0 0,25 0 0,-25 25 0,0-25 0,0 0 0,0 24 0,0-24 0,0 0 0,0 0 0,25 25 0,-25-25 0,0 0 0,0 25 0,0-25 0,0 0 0,0 25 16,0-25-16,0 0 0,0 25 0,0-25 0,0 0 0,0 25 0,-25-25 0,25 0 15,0 24-15,0-24 0,0 25 0,0-25 0,-25 0 0,25 25 0,0-25 16,0 25-16,-25-25 0,25 0 0,0 0 0,0 25 16,-24-25-16,24 0 0,0 0 0,-25 24 15,25-24-15,0 0 0,-25 0 0,25 25 0,0-25 0,-25 0 0,25 0 0,0 0 16,0 0-16,-25 0 0,25 25 0,0-25 0,0 0 0,0 0 31,0 0-31,-24 0 0,24 0 0,0 0 0,0 0 0,0 0 0,0 0 16,0 0-16,0 0 0,0 0 0,0-25 0,0 25 0,0 0 0,0 0 15,0 0-15,0 0 0,0 0 0,0 0 0,0 0 0,0 0 0,0 0 0,0 0 16,0 0-1,-25 0-15,25 0 0,0 0 0,0 0 125,25-49-125,-25 49 0,0 0 0,0 0 0,0 0 0,0 0 16,0 0-16,0 0 0,24 0 0,-24 0 0,0 0 0,0 0 0,0 0 0,0-25 0,0 25 0,25 0 0,-25 0 15,0 0-15,0 0 0,0 0 0</inkml:trace>
  <inkml:trace contextRef="#ctx0" brushRef="#br0" timeOffset="516600.5476">20439 2604 0,'0'0'16,"0"0"-16,0 0 0,0 0 0,0 0 0,0 0 0,0 0 0,0 0 874</inkml:trace>
  <inkml:trace contextRef="#ctx0" brushRef="#br0" timeOffset="518442.6532">20588 2580 0,'0'0'15,"0"0"-15,0 0 0,0 0 0,0 0 0,0 0 16,0 0-16,0 0 0,25 0 0,-25 0 0,0 0 0,0 0 15,0 0-15,0-25 0,-25 25 0,25 0 0,0 0 16,0 0-16,0 0 0,0 0 0,0 0 0,0 0 0,0 0 16,0 0-16,0 0 0,0 0 0,0 0 0,25 0 15,-25 0-15,0 0 0,0 0 0,0 0 0,0 0 0,0 0 16,0 0-16,0 0 0,0 0 0,0 0 0,0 0 0,0 0 15,0 0-15,0 0 0,0 0 63,0 0-63,0 0 0,0 0 109,-25-25-109,25 25 0,0 0 0,0 0 0,0 0 16,0 0-16,0 0 0,0 0 0,-25 0 0,25 0 0,0 0 0,0 0 0,0 0 0,0 0 0,0 0 0,0 0 0,0-25 0,0 25 0,0 0 0,0 0 0,0 0 0,0 0 0,-25 0 0,25 0 0,0 0 0,0 0 0,0 0 0,0 0 0,0 0 0,0 0 0,0 0 0,0 0 0,0 0 0,-25 0 0,25 0 15,0 0-15,0 0 0,0 0 0,0 0 0,0 0 0,0 0 16,0 0-16,-24 0 0,24 0 0,0 0 0,0 0 15,0 0-15,0 0 0,0 0 0,-25 0 0,25 0 0,0 0 0,0 0 16,0 0-16,-25 0 0,25 0 0,0 0 0,0 0 0,-25 0 0,25 0 16,0 0-16,0 25 0,-25-25 0,25 0 0,0 0 0,0 0 0,-24 0 15,24 25-15,0-25 0,0 0 0,0 0 0,-25 0 0,25 0 16,0 25-16,0-25 15,0 0-15,-25 0 0,25 0 0,0 0 47,0 0-31,0 0-16,-25 24 0,25-24 0,0 0 0,0 0 0,0 0 0,0 25 0,0-25 0,0 0 0,0 0 0,0 0 0,-25 25 15,25-25-15,0 0 0,0 0 0,0 0 0,0 25 0,0-25 0,0 0 0,0 0 0,0 25 0,0-25 0,25 0 0,-25 25 0,0-25 0,0 0 0,0 0 0,0 24 0,25-24 0,-25 0 0,0 0 16,0 25-16,0-25 0,25 0 0,-25 25 0,0-25 0,25 0 468</inkml:trace>
  <inkml:trace contextRef="#ctx0" brushRef="#br0" timeOffset="520133.7499">20389 2729 0,'0'0'0,"0"0"0,0 0 47,0 0-47,0 0 0,0 0 0,0 0 15,0 0-15,0 0 0,0 0 16,0 0-16,0 0 0,0 0 0,0 0 0,0 0 0,0 0 16,0 0-16,0 0 0,0 0 15,0 0 1,0 0-16,0 0 15,0 0-15,0 0 0,0 0 0,0 0 16,0 0-16,0 0 0,0 0 0,0 49 437,323 249 93,-373-348-530,50 50 16,0 0-16,0 0 0,0 0 0,0 0 0,0 0 0,0 0 0,0 0 0,0 0 0,0 0 0,0 0 15,0 0-15,0 0 0,0 0 0,0 0 0,0 0 0,0 0 0,0 0 0,0 0 0,0 0 0,0 0 0,0 0 0,0 0 0,0 0 0,0 0 16,0 0-16,0 0 0,0 0 0,0 0 0,0 0 0,0 0 0,0 0 16,0 0-1,0 0-15,0 0 0,0 0 0,0 0 0,0 0 0,0 0 16,0 0-16,0 0 0,0 0 0,0 0 0,0 0 15,0 0-15,0 0 0,0 0 0,0 0 0,0 0 0,0 0 0,0 0 0,0 0 0,-25 0 0,25 0 16,0 0-16,0 0 31,0 0-31,0 0 16,0 0-16,0 0 0,0 0 0,0 0 0,0 0 359</inkml:trace>
  <inkml:trace contextRef="#ctx0" brushRef="#br0" timeOffset="522044.8592">20886 2977 0,'0'0'16,"0"0"-16,0 0 15,0 0-15,0 0 0,0 0 0,0 24 16,0-24-16,0 0 0,0 0 0,0 0 0,0 0 0,0 0 0,0 0 15,0 0-15,0 0 0,0 0 0,0 0 0,0 0 0,0 0 16,0 0-16,0 0 0,0 0 0,0 0 0,0 0 0,0 0 0,0 0 109,24 0-78,-24-24-31,0 24 0,0 0 0,0 0 16,0 0-16,0 0 0,0 0 0,0 0 16,0 0-16,25 0 0,-25 0 15,0 0-15,0-25 0,0 25 0,0 0 0,25 0 0,-25 0 0,0 0 0,0 0 16,25-25-16,-25 25 15,0-25-15,25 25 0,-25 0 0,0 0 16,0-25-16,24 25 0,-24 0 0,0 0 0,0-24 0,0 24 0,0 0 0,25 0 0,-25-25 0,0 25 0,0 0 0,0-25 0,0 25 0,0 0 0,25 0 0,-25-25 0,0 25 16,0 0-16,0 0 0,0 0 0,0-25 0,0 25 0,0 0 0,0 0 0,0 0 0,0 0 0,25 0 0,-25 0 0,0 0 0,0 0 15,0 0-15,0 0 0,0 0 0,0 0 0,0 0 0,0 0 0,0 0 0,0 0 0,0 0 0,0 0 0,0 0 0,0 0 0,0 0 0,0 0 0,0 0 0,0-24 16,0 24-16,0 0 0,0 0 0,0 0 0,0 0 15,0 0-15,0 0 0,0 0 0,0 0 0,0 0 0,0 0 0,0 0 0,0 0 16,0 0-16,0 0 0,0 0 0,0 0 0,0 0 16,0 0-1,0 0-15,0 0 0,0 0 0,0 0 0,0 0 0,0 0 16,0 0-16,0 0 0,0 0 0,0 0 0,0 0 0,0 0 0,0 0 0,0 0 15,0 0-15,0 0 0,0 0 0,0 0 0,0 0 0,0 0 0,0 0 16,0 0-16,0 0 0,0 24 16,0-24-16,0 0 0,0 0 0,0 0 15,0 0-15,0 0 0,0-24 0,0 24 0,0 0 0,0 0 0,0 0 16,0 0-16,0 0 0,0 0 0,0 0 0,0 0 0,0 0 0,0 0 15,0 0-15,0 0 0,0 24 0,0-24 0,0 0 0,0 0 0,0 0 203,-25 224-203,25-200 0,0-24 0,0 0 0,25 0 0,-25 25 0,0-25 0,0 0 0,0 0 16,0 25-16,0-25 0,0 0 16,0 0-16,0 0 0,0 0 0,0 0 0,0 25 0,0-25 0,0 0 0,0 0 0,0 0 0,0 0 0,0 0 0,0 0 0,0 0 0,0 0 0,0 0 0,0 0 0,0 0 0,0 0 0,0 25 15,0-25-15,0 0 0,0 0 0,0 0 0,0 0 0,0 0 0,0 0 0,0 0 0,0 0 0,0 0 0,0 0 0,0 0 0,0 0 0,0 0 0,0 0 0,0 0 0,0 0 0,0 0 16,0 0-16,0 0 0,0 0 0,0 0 0,0 0 0,0 0 0,0 0 15,0 0-15,0 0 0,0 0 0,0 24 0,0-24 0,0 0 0,-25 0 16,25 0-16,0 0 0,0 0 0,0 0 0,0 0 0,0 0 0,0 0 16,0 0-16,0 0 0,0 0 0,0 0 15,0 0-15,0 0 0,0 0 16,0 0-16,0 0 0,0 0 0,0 0 0,0 0 0,0 0 0,0 0 47,0 0-32,0 0-15,0 0 78,0 0-78,0 0 0,0 0 0,0 0 0,0 0 0,0 0 0,0 0 0,0 0 0,0 0 0,0 0 0,0 0 0,0 0 0,0 0 0,0 0 0,0 0 0,0 0 0,0 0 0,0 0 16,0 0-16,0 0 0,0 0 0,0 0 0,0 0 0,0 0 0,0 0 0,0-24 0,0 24 0,0 0 0,0 0 0,0 0 0,25 0 0,-25-25 0,0 25 0,0 0 0,0 0 0,0-25 0,0 25 0,0 0 0,0-25 0,0 25 0,0 0 0</inkml:trace>
  <inkml:trace contextRef="#ctx0" brushRef="#br0" timeOffset="523127.9212">21679 2555 0,'0'0'15,"25"0"-15,0-25 0,-25 25 0,0 0 0,25 0 0,-25 0 0,25 0 0,-25 0 0,0 0 0,24 0 16,-24 0-16,0 0 0,25 0 0,-25 0 0,25 0 0,-25 0 0,0-25 0,25 25 16,-25 0-16,0 0 0,0 0 0,25 0 15,-25 0-15,0 0 0,0 0 0,0 0 0,0 0 0,24 0 0,-24 0 0,0 0 0,0 0 0,0 0 0,0 0 0,0 0 0,0-25 0,0 25 0,0 0 0,0 0 0,0 0 0,0 0 16,0 0-16,0 25 0,0-25 0,0 0 15,25 0-15,-25 0 16,0 0-16,0 0 0,0 0 0,0 0 16,0 0-1,0 0-15,0 0 0</inkml:trace>
  <inkml:trace contextRef="#ctx0" brushRef="#br0" timeOffset="523814.9605">21729 2753 0,'0'0'0,"0"0"0,0 0 0,0 0 0,0 0 0,0 0 0,0 0 0,0 0 15,0 0-15,0 0 0,0 0 0,0 0 0,0 0 0,0 0 16,0 0-16,0 0 0,0 0 0,0 0 437,99 0-422,-74 0-15,-25 0 0,0 0 0,25 0 0,-25 0 0,0 0 0,0 0 0,25 0 0,-25 25 0,0-25 0,0-25 0,24 25 0,-24 0 0,0 0 0,0 0 0,25 0 0,-25 0 0,0 0 16,0 0-16,25 0 0,-25 0 0,0 0 0,0 0 0,0 0 0,0 0 0,25 0 0,-25 0 0,0 0 0,0 0 0,0 0 0,0 0 15,0 0-15,0 0 16,0 0-16,0 0 16,0 0-16,0 0 0,0 0 0,25 0 15,-25 0-15,0 0 0,0 0 0,0 0 16,0 0-16,24 0 0,-24-24 0,0 24 0,0 0 0,0 0 0,0 0 0,0 0 0,0 0 0,0 0 0,0 0 0,0-25 15,0 25-15,0 0 0,0 0 0,0 0 16,0 0-16,0 0 0,0 0 0,-24 0 0,24 0 0</inkml:trace>
  <inkml:trace contextRef="#ctx0" brushRef="#br0" timeOffset="525797.0738">22498 2406 0,'0'0'16,"0"0"-1,0 0-15,0 0 0,0 0 0,0 0 0,0 0 0,-25 0 16,25 0-16,0 0 0,0 0 0,0 0 0,0 0 16,0 0-16,0 0 0,0 0 0,0 0 15,0 0-15,0 0 0,0 0 172,-50 0-172,50 0 0,0 0 0,0 0 0,0 0 0,0 0 0,0 0 15,0 0-15,0 0 0,0 0 0,0 0 0,0 0 0,0 0 0,0 0 0,0 0 0,-24 0 0,24 0 0,0 0 0,0 0 0,0 0 0,0 0 16,0 0-16,0 0 0,0 0 0,0 0 0,0 0 0,0 25 0,0-25 0,-25 0 0,25 0 0,0 0 16,0 0-16,0 0 0,0 0 15,0 0-15,0 25 0,0-25 0,0 0 0,0 0 0,-25 0 0,25 0 16,0 24-16,0-24 0,0 0 0,0 0 0,0 0 0,0 0 0,0 0 0,0 0 0,0 25 0,0-25 0,0 0 0,0 0 0,0 0 0,0 0 0,0 0 0,-25 0 0,25 25 0,0-25 0,0 0 0,0 0 0,0 0 15,0 0-15,0 25 0,0-25 0,0 0 0,0 0 16,0 0-16,0 0 0,0 25 0,0-25 0,0 0 0,0 0 0,0 0 0,0 0 16,0 24 46,0-24-62,0 0 0,0 0 0,0 0 0,0 0 0,25 0 0,-25 0 0,0 25 0,0-25 0,0 0 0,0 0 0,0 0 0,0 0 0,0 0 16,0 25-16,0-25 0,0 0 0,0 0 0,0 0 0,0 0 0,0 0 0,25 0 0,-25 25 0,0-25 0,0 0 0,0 0 0,0 0 0,0 0 0,0 0 0,0 0 15,0 25-15,0-25 0,0 0 0,0 0 16,0 0-16,25 0 0,-25 0 0,0 0 0,0 25 0,0-25 0,0 0 15,0 0-15,0 0 0,0 0 0,0 0 0,24 0 0,-24 0 16,0 24-16,0-24 0,0 0 0,0 0 0,0 0 0,0 0 0,0 0 16,25 0-16,-25 0 0,0 0 0,0 0 0,0 0 0,0 0 15,0 25-15,0-25 0,25 0 0,-25 0 0,0 0 0,0 0 16,0 0-16,0 0 15,0 0-15,25 0 0,-25 0 0,0 0 0,0 0 16,0 0-16,0 0 0,0 0 0,25 0 0,-25 0 0,0 0 0,0 0 0,0 0 16,0 0-16,24 0 0,-24 0 0,0 0 0,0 0 0,0 0 951</inkml:trace>
  <inkml:trace contextRef="#ctx0" brushRef="#br0" timeOffset="528425.2239">22423 2431 0,'0'0'16,"0"0"-16,0 0 0,0 0 0,0 0 0,0 0 0,0 0 0,0 0 15,0 0-15,0 0 0,0 0 0,0 0 0,0 0 0,0 0 16,0 0-1,0 0-15,0 0 0,0 0 0,0 0 0,0 0 0,0 0 16,0 0-16,0 0 0,0 0 0,0 0 0,0 0 0,0 0 0,0 0 16,0 0-16,0 0 0,0 0 0,0 0 0,0 0 0,0 0 249,25 0-249,-25 0 0,0 0 0,25 0 0,-25 0 0,0 0 16,0 0-16,0 0 0,0 0 0,0 0 0,25 0 0,-25 0 0,0 0 0,0 0 15,0 0-15,0 0 0,0 0 0,0 0 0,25 0 16,-25 0-16,0 0 0,0 0 0,0 0 0,0 0 16,0 0-16,24 0 0,-24 0 0,0 0 0,0-25 0,0 25 15,0 0-15,0 0 0,0 0 0,0 0 0,25 0 0,-25 0 0,0 0 16,0 0-16,0 0 0,0 0 0,0 0 0,0 0 0,0 0 0,0 0 0,0 0 0,25 0 0,-25 0 0,0 0 0,0 25 0,0-25 0,0 0 0,0-25 15,0 25-15,0 0 0,0 0 0,25 0 0,-25 0 0,0 25 0,0-25 0,0 0 0,0 0 16,0 0-16,0 0 0,0 0 0,0 0 0,25 0 0,-25 0 0,0 0 0,0 0 0,0 0 0,0 0 0,0 0 0,0 0 0,24 0 0,-24 0 0,0 0 16,0 0-16,0 0 0,0 0 0,0 0 15,0 0-15,0 0 0,0 0 16,0 0-16,0 0 0,0 0 0,0 0 0,0 0 0,25 0 0,-25 0 0,0 0 0,0 0 0,0 0 15,0 0-15,0 25 0,0-25 0,0 0 0,0 0 0,0 0 0,0 0 16,25 0-16,-25 0 0,0 0 0,0 0 0,0 0 0,0 0 0,0 0 733,-198 297-390</inkml:trace>
  <inkml:trace contextRef="#ctx0" brushRef="#br0" timeOffset="533025.4872">3994 6052 0,'0'0'0,"0"0"15,0 0 1,0 25-16,0-25 0,0 0 0,0 0 0,0 0 0,0 0 0,0 0 31,0 0-31,0 0 0,0 0 0,0 0 0,0 0 0,0 0 0,0 0 0,0 0 0,0 0 0,0 0 0,0 0 0,0 0 0,0 0 16,0 0-16,0 0 0,0 0 0,0 0 15,0 0-15,0 0 0,0 0 16,0 0-16,0 0 0,0 0 0,0 0 0,0 0 0,0 0 15,0 0-15,0 0 0,0 0 0,0 0 0,0 0 16,0 0-16,0 0 0,0 0 0,0 0 0,0 0 0,0 0 0,0 0 0,0 0 16,0 0-16,0 0 0,0 0 0,0 0 15,0 0-15,0 0 0,0 0 0,24 0 0,-24 0 0,0 0 16,25 0-16,-25 0 0,0 0 0,25 0 0,-25 0 0,0 0 0,25 0 15,-25 0-15,25-25 0,-25 25 0,24 0 0,-24 0 0,25 0 0,-25 0 16,25 0 0,-25 0-16,25 0 0,-25 0 0,25 0 0,-25 0 0,24 0 0,-24 0 171,75 0-171,-75 0 0,0 0 16,-25 0-16,25 0 0,0 0 0,0-24 15,0 24-15,0 0 0,0 0 0,0 0 0</inkml:trace>
  <inkml:trace contextRef="#ctx0" brushRef="#br0" timeOffset="533683.5249">4142 6201 0,'0'0'15,"0"25"-15,0-25 0,0 0 0,0 0 0,0 0 16,0 0-16,0 0 0,0 0 15,0 0-15,0 0 0,0 0 0,0 0 0,0 0 0,0 0 16,0 0-16,0 0 0,0 0 0,0 0 0,0 0 0,0 0 0,0 0 0,0 0 16,0 0-16,0 0 0,0 0 0,0 0 15,0 0-15,0 0 0,0 0 0,0 0 16,0 0-16,0 0 0,0 0 0,0 0 0,0 0 0,50-25 187,-25 25-187,-25 0 0,25 0 0,-25 0 0,24 0 0,-24 0 0,25 0 0,-25 0 16,25 0-16,-25 0 0,25 0 0,-25 0 15,25 0-15,-1 0 0,-24-25 0,25 25 0,-25 0 0,25 0 0,0 0 0,-25 0 0,25 0 0,-25 0 0,24 0 0,-24 0 0,25 0 0,-25-24 0,0 24 0,25 0 0,-25 0 0,0 0 0,0 0 0,0 0 0,25 0 0,-25 0 0,0 0 0,0 0 0,0 0 0,0 0 0,0 0 0,0 0 0,0 0 0,0 0 0,0 0 0,0 0 16,0 0-16,0 0 0,0 0 0,0 0 0,0 0 15,0 0-15,0 0 0,0 0 0,-25 0 0,25 0 0,0 0 16,0 0-16,0 0 0,0-25 0,0 25 0,0 0 0,-25 0 0,25 0 0,0-25 16,0 25-16,0 0 0,0 0 0,0-25 0,0 25 0</inkml:trace>
  <inkml:trace contextRef="#ctx0" brushRef="#br0" timeOffset="535585.6337">4415 5804 0,'0'0'16,"0"0"-16,0 0 0,-25 0 0,25 0 0,0 0 0,0 0 0,0 0 15,0 0-15,0 0 16,0 0-16,0 0 0,0 0 0,0 0 0,0 0 0,0 0 16,0 0-16,0 0 0,0 0 0,0 0 0,0 0 0,0 0 0,0 0 15,0 0-15,0 0 0,0 0 0,0 0 0,0 0 0,0 0 0,0 0 16,25 25 187,198 74-188,-198-99-15,-25 25 0,25-25 0,-25 0 0,0 0 0,25 0 0,-25 25 16,25-25-16,-25 0 0,0 25 0,0-25 0,24 0 0,-24 0 0,0 0 15,0 25-15,0-25 0,0 0 0,25 0 0,-25 0 0,0 24 0,0-24 0,0 0 0,0 0 0,0 0 0,0 25 0,0-25 0,0 0 0,0 0 0,0 25 0,0-25 16,0 0-16,0 0 0,0 0 0,0 25 0,0-25 0,0 0 0,-25 25 0,25-25 0,0 0 0,0 0 0,0 24 16,-24-24-16,24 0 0,0 0 15,0 25 1,-25-25-16,25 0 0,0 25 0,0-25 0,-25 0 0,25 25 0,-25-25 0,25 25 0,0-25 0,-25 0 0,25 24 0,0-24 0,-24 0 0,24 0 15,0 25-15,0-25 0,-25 0 0,25 0 0,0 0 0,0 25 0,0-25 0,0 0 0,-25 0 0,25 0 0,0 0 16,0 0-16,0 0 0,0 0 0,0 0 0,0 0 16,0 0-16,0 0 0,0 0 0,0 0 0,0 0 0,0 0 15,0 0-15,0 0 0,0 0 0,0 0 0,0 0 0,0 0 0,0 0 16,0 0-16,0 0 0,0 0 0,0 0 0,0 0 0,0 0 1061</inkml:trace>
  <inkml:trace contextRef="#ctx0" brushRef="#br0" timeOffset="537591.7485">6102 5730 0,'0'0'0,"0"0"0,0 0 16,0 0-16,0 0 0,0 0 0,0 0 0,0 0 0,0 0 0,0 0 0,0 0 0,0 0 16,0 0-16,0 0 0,0 0 0,0 0 0,0 0 15,0 0-15,0 0 0,25 0 0,-25 0 0,0 0 0,0 0 0,0 0 0,0 0 0,0 0 0,0 0 0,0 0 16,0-25-16,0 25 0,0 0 0,0 0 0,0 0 0,0 0 15,0 0-15,0 0 0,0 0 16,0 0-16,0 0 0,0 0 0,0 0 0,0 0 16,0 0-16,0 0 0,0-25 0,0 25 0,0 0 0,0 0 0,0 0 0,0 0 15,0 0-15,0 0 0,0 0 0,0-25 0,0 25 0,0 0 16,0 0-1,0 0-15,0 0 0,0 0 0,0 0 0,0 0 0,0-24 0,0 24 16,0 0-16,0 0 0,0 0 0,0 0 0,0 0 0,0-25 0,0 25 16,0 0-16,0 0 15,0 0 1,0 0-16,0 0 0,0 0 0,-25 0 0,25 0 0,0-25 0,0 25 0,0 0 0,0 0 0,0 0 0,0 0 0,0 0 15,0 0-15,0 0 0,0-25 0,0 25 0,-25 0 0,25 0 0,0 0 0,0 0 156,-124 0-78,99 0-78,25 0 0,0 0 0,0 0 0,0 0 0,0 0 16,0 0-16,0 25 0,0-25 0,0 0 0,0 0 0,0 0 0,0 0 0,-24 0 0,24 0 0,0 0 0,0 0 0,0 25 0,0-25 0,0 0 0,0 0 0,0 0 0,0 0 0,0 25 0,0-25 0,0 0 0,-25 0 16,25 0-16,0 24 0,0-24 0,0 0 0,0 0 0,0 25 0,0-25 0,0 0 0,0 0 0,0 0 0,0 25 0,0-25 0,0 0 0,0 0 0,0 25 0,0-25 15,0 0-15,0 0 0,0 25 0,0-25 0,0 0 0,0 0 0,0 24 16,0-24-16,0 0 0,0 0 0,0 25 0,0-25 0,0 0 31,0 0-31,0 25 0,25-25 0,-25 0 0,0 0 0,0 0 0,0 0 16,0 25-16,0-25 0,0 0 0,0 0 0,0 0 0,0 25 0,0-25 0,0 0 15,0 0-15,24 0 0,-24 0 0,0 25 0,0-25 0,0 0 0,0 0 31,0 0-31,25 0 0,-25 0 0,0 0 0,0 0 0,0 24 0,0-24 16,0 0-16,25 0 0,-25 0 0,0 0 0,0 0 0,0 0 671</inkml:trace>
  <inkml:trace contextRef="#ctx0" brushRef="#br0" timeOffset="540235.8996">6052 5953 0,'0'0'0,"0"0"0,0 0 0,0 0 16,0 0-16,0 0 0,0 0 0,0 0 0,0 0 0,0 0 15,0 0-15,0 0 0,0 0 0,0 0 0,0 0 16,0 0-16,0 0 0,0 0 15,0 0-15,0 0 0,0 0 0,0 0 16,0 0-16,0 0 0,0 0 0,0 0 0,0 0 0,0 0 0,0 0 0,0 0 47,0 0-32,0 0-15,0 0 0,0 0 0,0 0 47,-24 0 78,24 0-125,0 0 0,0 0 0,0 0 0,0 0 0,0 0 0,0 0 0,0 0 16,0 0-16,0 0 0,0 0 0,0 0 0,0 0 0,0 0 0,0 0 15,0 0-15,0 0 0,0 0 0,0 0 0,0 0 0,0 0 0,0 0 0,0 0 0,0 0 0,0 0 0,0 0 0,0 0 0,0 0 0,0 0 0,0 0 0,0 0 0,0 0 0,0 25 0,0-25 0,0 0 16,0 0-16,0 0 0,0 0 0,0 0 0,0 0 0,0 25 0,0-25 0,0 0 0,0 0 0,0 0 0,0 0 0,0 25 0,24-25 0,-24 0 0,0 0 15,0 0-15,0 0 0,0 24 0,0-24 0,0 0 0,25 0 0,-25 0 16,0 25-16,0-25 0,0 0 0,0 0 16,0 0-16,0 25 0,0-25 0,25 0 31,-25 0-31,0 0 0,0 0 0,0 25 0,0-25 0,0 0 0,0 0 0,0 0 0,0 25 0,0-25 0,0 0 0,25 0 0,-25 0 0,0 24 15,0-24-15,0 0 0,0 0 16,0 0-16,0 25 0,0-25 16,0 0-16,0 0 0,-25 0 0,25 0 0,0 25 0,0-25 0,0 0 0,0 0 15,0 0-15,0 0 0,0 25 0,0-25 0,0 0 0,-25 0 16,25 0-16,0 0 0,0 25 0,0-25 0,0 0 0,0 0 15,-25 0-15,25 0 0,0 0 0,0 0 0,0 0 16,0 0-16,-24 0 0,24 24 0,0-24 0,0 0 0,-25 0 16,25 0-16,0 0 0,0 0 15,0 0-15,-25 0 0,25 0 0,0-24 0,0 24 0,0 0 0,0 0 16,-25 0-16,25 0 0,0 0 0,0 0 0,0 0 0,0 0 15,0 0-15,0 0 0,0 0 0,0 0 0,0-25 0,0 25 0,-25 0 16,25 0 0,0 0-16,0 0 0,0 0 0,0 0 0,0 0 624</inkml:trace>
  <inkml:trace contextRef="#ctx0" brushRef="#br0" timeOffset="541225.9563">7094 6077 0,'0'0'0,"0"0"16,0 0-16,0 0 0,0 0 0,0 0 0,0 0 0,0 25 15,0-25-15,0 0 0,0 0 0,0 0 0,0 0 16,0 0-16,0 0 0,0 0 0,0 0 0,0 0 0,0 0 0,0 0 0,0 0 16,0 0-16,0 0 0,0 0 0,0 0 0,0 0 0,0 0 15,0 0-15,0 0 16,0 0-16,0 0 0,0 0 0,0 0 0,0 0 15,0 0-15,0 0 0,0 0 0,0 0 0,0 0 0,0 0 94,199 25 31,-199-25-125,0 0 0,24 0 0,-24 0 0,25 0 15,-25 0-15,0 0 16,25-25-16,-25 25 0,0 0 0,0 0 0,25 0 0,-25 0 0,0 0 0,0 0 0,0 0 0,0 0 0,0 0 0,0 0 0,0 0 0,0 0 0,0 0 0,0 0 0,0 0 0,0 0 0,0 0 0,0 0 0,0 0 0,0 0 0,0 0 0,0 0 0,0 0 16,0 0-16,0 0 0,0 0 0,0 0 0,0 0 0,0 0 0,0 0 0,0 0 0,0 0 0,0 0 0,0 0 0</inkml:trace>
  <inkml:trace contextRef="#ctx0" brushRef="#br0" timeOffset="542039.0028">7193 6400 0,'0'0'16,"0"0"0,0 0-1,0 0-15,0 0 16,0 0-1,0 0-15,0 0 0,0 0 0,0 0 16,0 0-16,0 0 0,0 0 0,0 0 16,0 0-16,0 0 0,0 0 0,0 0 0,0 0 0,0 0 15,0 0-15,0 0 0,25 0 16,-25 0-16,0 0 0,0 0 0,0 0 0,25 0 15,-25 0-15,0 0 0,0 0 16,124 0 46,-50-25-46,-49 25 0,-25 0-16,25 0 0,-25 0 0,0 0 0,0 0 15,0 0-15,0 0 0,0 0 0,0 0 0,0 0 0,0 0 0,0 0 0,0 0 0,0 0 0,0 0 0,0 0 0,0 0 0,0 0 0,0-25 0,0 25 0,25 0 0,-25 0 0,0 0 0,0 0 0,25-25 0,-25 25 0,0 0 16,0 0-16</inkml:trace>
  <inkml:trace contextRef="#ctx0" brushRef="#br0" timeOffset="544234.1284">8086 5705 0,'0'0'0,"0"0"0,0 0 16,0 0-16,0 0 0,0 0 0,-24 0 16,24 0-16,0 0 0,0 0 0,0 0 0,0 0 0,0 0 0,0 0 0,0 0 0,0 0 0,0 0 0,0 0 15,0 0-15,0 0 0,0 0 0,0 0 0,0 0 16,0 0-16,0 0 0,0 0 0,0 0 0,0 25 0,0-25 0,-25 0 0,25 0 0,0 0 0,0 0 0,0 0 0,0 0 0,0 0 0,0 25 0,0-25 0,0 0 0,0 0 15,0 0-15,0 0 0,0 24 0,0-24 0,0 0 0,0 0 0,0 0 16,0 0-16,0 25 0,0-25 0,0 0 0,0 0 0,0 0 0,0 25 16,0-25-16,25 0 0,-25 0 0,0 0 0,0 25 15,0-25-15,0 0 16,0 0-16,0 0 0,0 0 0,0 0 0,0 25 62,0-25-62,24 0 0,-24 0 0,0 0 0,0 0 0,0 25 0,0-25 0,0 0 0,0 0 0,25 0 0,-25 0 16,0 24-16,0-24 0,0 0 0,0 0 0,0 0 0,0 0 0,0 0 0,25 25 0,-25-25 0,0 0 0,0 0 0,0 0 0,0 0 0,0 25 0,0-25 0,0 0 0,25 0 0,-25 0 0,0 0 15,0 0-15,0 0 0,0 25 0,0-25 0,0 0 16,0 0-16,0 0 0,0 0 0,0 0 0,25 0 0,-25 0 0,0 0 16,0 25-16,0-25 0,0 0 0,0 0 0,0 0 0,0 0 0,0 0 0,0 0 0,0 0 0,0 0 0,0 0 0,0 0 15,0 0-15,0 0 0,0 24 0,0-24 16,0 0 15,0 0-31,0 0 0,0 0 0,0 0 16,0 0-16,0 0 0,0 0 0,0 0 0,0 25 0,0-25 0,0 0 0,0 0 62,0 0-62,0 0 0,0 0 0,0 0 0,0 0 0,0 0 0,0 0 0,0 25 0,0-25 0,0 0 0,0 0 0,0 0 0,-25 0 0,25 0 16,0 0-16,0 25 0,0-25 15,0 0-15,0 0 16,0 0-16,0 0 15,0 0-15,0 0 0,-50 0 531,75 322-531,-25-322 0,0 0 0,0 0 0,0 0 0,0 0 0,0 0 0,0 0 0,0 0 0,0 0 0,0 0 0,0 0 0,0 0 0,0 0 0,0 0 0,0 25 0,0-25 0,0 0 0,0 0 0,0 0 15,0 0-15,0 0 0,0 0 16,0 0-16,0 0 0,0 0 0,0 0 0,0 0 0,0 0 0,0 0 0,0 0 0,0 0 0,0 0 16,0 0-16,0 0 0,0 0 0,0 0 0,0 0 0,0 0 0,0 0 0,0 0 0,0 0 0,0 0 0,0 0 0,0 0 0,0 0 15,0 0-15,0-25 0,0 25 16,0 0-16,0 0 0,0 0 0,0 0 0,0-25 0,0 25 0,0 0 0,0 0 0,0-24 0,0 24 0,0 0 15,0-25-15,0 25 0,0 0 0</inkml:trace>
  <inkml:trace contextRef="#ctx0" brushRef="#br0" timeOffset="546908.2812">8781 5804 0,'0'0'0,"0"0"0,0 0 0,0 0 15,0 0 1,0 0-16,0 0 0,0 0 0,0 0 0,0 0 0,0 0 0,0 0 15,0 0-15,0 0 0,-25 0 0,25 0 0,0 0 0,0 0 0,0 0 0,0 0 0,0 0 0,0 0 0,0 0 0,0 0 0,0 0 16,0 0-16,0 0 0,0 0 16,0 0-16,0 0 0,0 0 0,0 0 0,0 0 31,0 0-31,-25 0 0,25 0 0,0 0 0,0 0 0,0 0 0,0 0 0,0 0 0,0 0 0,0 0 0,0 0 15,0 0-15,0 0 16,0 0 0,-25 25-16,25-25 0,0 0 0,0 0 0,0 0 15,0 0-15,-24 0 0,24 25 0,0-25 0,0 0 0,0 0 0,0 0 0,0 0 0,0 0 0,-25 25 0,25-25 0,0 0 16,0 0-16,0 0 0,0 0 0,0 0 15,0 25-15,0-25 0,0 0 0,-25 0 0,25 0 0,0 24 0,0-24 0,0 0 0,0 0 0,0 0 0,0 25 0,0-25 16,0 0-16,0 0 16,0 0-16,0 25 0,0-25 0,-25 0 15,25 0 1,0 0-16,0 0 0,0 25 0,0-25 0,0 0 0,0 0 0,0 0 0,0 25 0,0-25 0,0 0 0,0 0 0,0 24 0,0-24 0,0 0 0,0 0 0,0 0 0,248 496 1279</inkml:trace>
  <inkml:trace contextRef="#ctx0" brushRef="#br0" timeOffset="561372.1086">9252 6003 0,'0'0'0,"0"0"0,-74 0 203,74 0-203,0 0 16,0 0-16,0 0 0,0 25 62,-25 24-62,25-49 0,0 0 0,0 0 0,0 0 0,0 25 16,0-25-16,0 0 0,0 0 0,0 0 0,0 0 0,0 0 0,0 0 0,0 0 0,0 0 0,-25 0 0,25 0 0,0 25 0,0-25 0,0 0 15,0 0-15,25 0 0,-25 0 0,0 0 0,0 0 0,0 0 0,0 0 0,0 0 0,0 0 16,0 0-16,0 25 0,0-25 0,0 0 0,0 0 0,0 0 0,0 0 0,0 0 0,0 0 16,0 0-1,0 0-15,0 0 16,0 24-16,0-24 0,0 0 0,0 0 0,0 0 0,0 0 0,0 0 0,0 0 0,0 0 0,0 0 15,0 25-15,0-25 0,0 0 0,0 0 0,0 0 0,0 0 0,0 0 0,0 0 0,0 25 0,0-25 0,0 0 0,0 0 0,0 0 0,0 0 0,0 0 0,0 25 0,0-25 0,0 0 32,0 0-32,0 0 0,0 0 0,25 0 0,-25 0 0,0 25 15,0-25-15,0 0 0,0 0 0,0 0 0,0 0 0,0 0 0,0 24 0,0-24 0,0 0 0,0 0 0,0 0 16,0 0-16,0 25 0,0-25 15,25 0-15,-25 0 0,0 0 0,0 0 0,0 0 0,0 25 0,0-25 16,0 0-16,0 0 0,0 0 0,0 0 0,0 0 16,0 0-16,24 25 0,-24-25 0,0 0 0,0 0 0,0 0 0,0 0 0,0 0 78,174 49 93,-174-49-171,25 0 0,-25 0 0,0 0 0,0 0 0,0 0 0,25 0 0,-25 0 0,0 0 16,0-24-16,0 24 0,0 0 0,24 0 0,-24 0 0,0 0 15,0 0-15,0 0 0,0 0 16,0 0-16,25 0 0,-25-25 16,0 25-16,0 0 0,0 0 0,0 0 0,0 0 0,25-25 0,-25 25 0,0 0 0,0 0 0,0 0 0,0 0 0,0 0 0,0 0 15,0 0-15,0 0 0,25 0 0,-25-25 16,0 25-16,0 0 0,0 0 0,0 0 0,0 0 0,0-25 0,0 25 0,0 0 0,0 0 0,0 0 0,0 0 0,0 0 0,25 0 0,-25-24 0,0 24 0,0 0 0,0 0 0,0 0 15,0 0-15,0 0 0,0-25 0,0 25 0,0 0 0,0 0 32,0 0-32,0 0 0,0 0 0,0-25 0,0 25 0,0 0 0,0 0 0,0 0 0,0 0 0,0 0 0,0 0 0,0-25 0,0 25 0,0 0 0,0 0 0,0 0 15,0 0-15,0 0 0,0 0 0,0-25 0,0 25 0,0 0 0,0 0 16,0 0-16,0 0 0,0 0 0,0 0 0,0 0 0,0 0 0,0 0 0,0 0 0,0-24 0,0 24 15,0 0 1,0 0-16,0 0 0,0 0 0,0 0 0,0 0 0,0 0 0,0-25 16,0 25-16,0 0 0,0 0 0,0 0 0,0 0 0,0 0 0,0 0 15,0 0-15,0 0 0,0 0 0,0-25 967,-496-248-967,496 273 0,0 0 0,0 0 16,0 0 0,0 0-16,0 0 0,0 0 0,0 0 0,0 0 0,0 0 15,-25 0-15,25 0 16,0 0-1,0 0-15,0 0 0,-25 0 0,25 0 0,0 0 0,0 0 0,0 0 0,0 0 0,0 0 0,-25 0 0,25 0 0,0 0 0,0 0 0,0 0 0,0-25 0,0 25 0,0 0 0,-25 0 0,25 0 0,0 0 0,0 0 0,0 0 0,0 0 0,0 0 0,0 0 0,0 0 0,0 0 0,0 0 0,0 0 0,0 0 0,0 0 0,0 0 0,0 0 16,0 0-16,0 0 0,0 0 0,0 0 0,0 0 16,0 0-1,0 0-15,0 0 0,0 0 0,0 0 16,0 0-16,0 0 0,0 0 0,0 0 0,0 0 15,0 0-15,0 0 0,0 0 0,0 0 0,-25 0 16,25 0-16,0 0 0,0 0 31,-24-25 63,24 25-94,0 0 0,0 0 0,0 0 0,0 0 0,0 0 0,0 0 0,0 0 0,0 0 0,0 0 0,0 0 0,0 0 15,0 0-15,0 0 16,0 0 0,0 0-16,0 0 15,0 0 1,0 0-16,0 0 15,0 25 1,0-25-16,0 0 0,0 0 16,0 0-16,0 0 0,0 0 0,0 0 187</inkml:trace>
  <inkml:trace contextRef="#ctx0" brushRef="#br0" timeOffset="562463.171">10319 6251 0,'0'0'15,"0"0"-15,0 0 0,25 0 0,-25 0 0,0 0 0,0 0 16,0 0-16,0 0 0,0 0 0,0 0 0,0 0 0,0 0 0,0 0 16,0 0-16,0 0 15,0 0-15,0 0 0,0 0 0,0 0 0,0 0 16,0 0-16,0 0 0,0 0 0,0 0 0,0 0 0,0 0 0,0 0 15,0 0-15,0 0 0,0 0 0,0 0 0,0 0 0,0 0 16,0 0-16,0 0 0,0 0 0,0 0 0,0 0 0,0 0 0,0 0 203,0-25-203,0 0 0,0 25 0,0 0 0,0 0 15,0 0-15,0 0 0,0 0 0,0 0 0,0 0 0,0 0 0,0 0 0,0-25 32,0 25-32,0 0 0,0 0 0,-25 0 0,25 0 0,0 0 0,0 0 0,0 0 0,0 0 0,0 0 0,0 0 0,0 0 0,0 0 0,0 0 0,0 0 0,0 0 0,0 0 0,0 0 0,0 0 0,0 0 0,0 0 15,0 0-15,0 0 0,0 0 0,0 0 0,0 0 0,0 0 0,0 0 0,0 0 16,0 0-16,0 0 0,0 0 0,0 0 0,0 0 0,0 25 0,0-25 0,0 0 0,0 0 0,0 0 0,0 0 0,0 0 0,0 0 0,0 0 0,0 0 0,0 0 0,0 0 0,0 0 15,0 0-15,0 0 0,0 0 0,0 0 0</inkml:trace>
  <inkml:trace contextRef="#ctx0" brushRef="#br0" timeOffset="563452.2276">10393 6524 0,'0'0'0,"0"0"15,0 0-15,0 0 0,0 0 0,0 0 94,0 0-94,0 0 0,0 0 0,0 0 0,0 0 15,0 0-15,0 0 0,0 0 0,0 0 16,0 0-16,0 0 0,0 0 0,0 0 0,0 0 0,0 0 0,0 0 0,0 0 0,0 0 0,0 0 0,0 0 0,0 0 0,0 0 0,0 0 0,0 0 0,0 0 0,0 0 16,0 0 30,0 0-46,0 0 0,0 0 0,0 0 0,0 0 0,0 0 16,0 0-16,0 0 0,0 0 16,0 24-16,0-24 0,0 0 15,0 0-15,0 0 0,0 0 0,0 0 0,0 0 0,0 0 0,0 0 0,0 0 0,0 0 0,25 0 0,-25 25 0,0-25 0,0 0 0,0 0 0,0 0 0,0 0 0,0 25 0,0-25 0,0 0 0,0 0 0,0 0 0,0 25 0,0-25 0,0 0 16,0 0-16,0 25 0,0-25 0,0 0 0,0 24 0,0-24 0,0 0 0,0 25 0,0-25 0,0 0 0,0 25 0,0-25 0,0 0 0,0 0 0,0 25 0,0-25 0,-25 0 15,25 25-15,0-25 0,0 0 16,0 0-16,0 24 0,-25-24 0,25 0 0,0 0 0,0 25 0,0-25 16,-24 0-16,24 0 0,0 0 0,0 0 15,0 25-15,-25-25 0,25 0 0,0 0 0,0 0 0,-25 0 16,25 0-16,0 0 0,-25 0 0,25 25 0,-25-25 0,25 0 0,0 0 15,-24 0-15,24 0 0,-25 0 0,25 0 0,0 0 0,-25 0 0,25 0 203,-50 0-203,50 0 0,0 0 0,0-25 0,25 25 0,-25 0 0,0 0 0,0 0 0,0 0 0,25 0 0,-25 0 0,0 0 16,0-25-16,0 25 0,25 0 0,-25 0 0,0 0 0,0 0 0,0-25 0,25 25 0,-25 0 0</inkml:trace>
  <inkml:trace contextRef="#ctx0" brushRef="#br0" timeOffset="566131.3808">11609 6077 0,'0'0'0,"0"0"15,0 0-15,0 0 0,0 0 0,0 0 0,0 0 16,0 0-16,0 0 0,0 0 0,0 0 0,0 0 0,0 0 0,0 0 187,-50-25-171,50 1-16,0 24 0,0 0 0,0 0 0,0 0 15,0 0-15,0 0 0,0 0 0,0 0 0,0 0 0,0 0 0,0 0 0,0 0 0,0-25 0,0 25 0,0 0 0,0 0 0,0 0 0,0 0 0,0 0 0,0 0 0,0 0 0,0 0 0,0 0 0,0 0 16,0 0-16,0 0 0,0 0 0,0-25 0,0 25 0,0 0 0,0 0 0,0 0 0,0 0 0,0 0 0,0 0 0,0 0 15,0 0-15,0 0 0,0-25 0,0 25 0,0 0 0,0 0 0,0 0 0,0 0 16,25 0-16,-25-25 0,0 25 0,0 0 0,0 0 0,0 0 0,0 0 0,0 0 0,25 0 16,-25 0-16,0 0 0,0 0 0,0 0 0,0 0 0,0 0 0,24 0 15,-24 0-15,0 0 0,0 0 0,0 0 0,25 0 0,-25 0 63,0 0-63,0 0 0,0 0 0,0 0 0,25 0 0,-25 0 15,0 0-15,0 0 0,0 0 0,0 0 0,0 0 0,0 0 0,25 0 0,-25 0 0,0 0 0,0 25 0,0-25 0,0 0 0,0 0 0,0 0 0,0 0 0,0 0 0,0 0 0,0 0 0,0 0 16,0 25-16,0-25 0,25 0 0,-25 0 0,0 0 0,0 0 0,0 25 15,0-25-15,0 0 0,0 0 0,0 0 0,0 0 0,0 25 0,0-25 32,0 0-32,0 0 0,0 0 0,0 24 0,0-24 0,0 0 0,0 0 15,-25 0-15,25 25 0,0-25 0,0 0 0,0 0 0,0 0 0,0 25 16,0-25-16,0 0 0,0 0 0,0 0 0,0 25 0,-25-25 15,25 0-15,0 0 0,0 25 0,0-25 0,0 0 0,0 0 16,0 0 0,-25 24-16,25-24 0,0 0 0,0 0 0,0 0 312,124-24-312,-124 24 15,0 0-15,25 0 0,-25 0 0,0 0 0,0 24 0,0-24 0,0 0 0,0 0 16,25 0-16,-25 0 0,0 0 0,0 0 0,0 25 15,0-25-15,0 0 0,0 0 0,25 0 0,-25 25 0,0-25 0,0 0 0,0 0 0,0 25 0,0-25 0,0 0 0,0 25 0,0-25 0,0 0 0,0 0 0,0 24 0,0-24 0,0 0 0,0 25 0,0-25 16,0 0-16,0 0 0,0 25 16,0-25-16,0 0 0,0 0 0,0 25 0,0-25 0,0 0 0,0 0 0,0 25 0,0-25 0,-25 0 0,25 0 0,0 0 0,0 24 0,0-24 15,0 0-15,0 0 0,0 0 0,0 0 0,0 0 0,0 25 47,-25-25-47,25 0 0,0 0 0,0 0 0,0 0 0,0 0 0,0 0 0,0 0 0,0 25 0,-25-25 0,25 0 0,0 0 0,0 0 0,0 0 0,-25 0 0,25 0 0,0 0 0,0 0 0,0 0 16,-24 0-16,24 0 0,0 0 0,0 0 0,0 0 0,0 0 0,-25 0 0,25 0 0,0 0 0,0 0 0,0 0 31,0 0-31,-25 0 0,25 0 0,0 0 0,0 0 0,0 0 0,0 0 0,0 0 15,0 0-15,0 0 0,-25-25 0,25 25 16,0 0-16,0 0 0,0 0 0,0 0 0,0 0 16,0 0-16,0 0 0,0 0 0,0 0 0,0 0 0,0 0 0,0 0 15,0 0-15,0 0 0,0 0 0,0 0 0,0 0 0,0 0 0,0 0 16,0 0-16,0 0 0,0-25 0,0 25 0,0 0 0,0 0 0,0 0 15,0 0 1,0 0-16,0 0 0,0 0 0,0 0 0,0 0 16,0 0-16,0 0 0,0 0 0,0 0 0,0 0 0,0 0 0,0 0 15,0 0-15,0 0 0,25 0 0,-25 0 0,0 0 0,0-24 0,0 24 16,0 0-16,0 0 0,25 0 0,-25 0 0,0 0 0,0 0 15,0 0-15,25-25 0,-25 25 0</inkml:trace>
  <inkml:trace contextRef="#ctx0" brushRef="#br0" timeOffset="569658.5826">12427 6226 0,'0'0'0,"0"0"16,0 0-16,0 0 0,0 0 0,0 0 0,0 0 0,0 0 16,0 0-16,0 0 0,0 0 0,0-25 15,0 25-15,0 0 0,0 0 0,0 0 16,0 0-16,0 0 0,0 0 0,0 0 0,0 0 0,0 0 15,0 0-15,0 0 0,0 0 0,0 0 16,0-25-16,0 25 0,0 0 0,0 0 16,0 0-16,0 0 0,0 0 0,0 0 0,0 0 0,0 0 0,0 0 0,0 0 0,0-24 15,0 24-15,0 0 0,0 0 0,-25 0 0,25 0 0,0 0 0,0 0 16,0 0-16,0 0 0,0 0 0,0-25 15,0 25-15,-24 0 0,24 0 203,-124 0-203,124 0 0,0 0 0,0 0 0,-25 0 0,25 0 0,0 0 0,0 0 0,0 0 0,0 25 0,0-25 0,0 0 0,0 0 0,-25 0 0,25 0 0,0 0 0,0 0 0,0 0 0,0 0 0,0 24 16,0-24-16,0 0 0,0 0 0,0 0 0,0 0 0,0 0 0,-25 25 0,25-25 0,0 0 0,0 0 0,0 0 0,0 0 0,0 0 0,0 25 0,0-25 0,0 0 0,0 0 0,0 0 0,0 25 0,0-25 0,0 0 15,0 0-15,0 25 0,0-25 0,0 0 16,0 0-16,0 24 0,0-24 16,0 0-16,0 0 0,0 0 0,0 25 0,0-25 0,0 0 0,0 0 0,0 0 0,0 25 15,0-25-15,0 0 16,0 0-16,0 0 0,25 0 0,-25 0 0,0 25 15,0-25-15,0 0 0,0 0 0,0 0 0,0 0 0,0 25 16,0-25-16,0 0 0,0 0 0,0 0 0,25 0 0,-25 0 0,0 0 0,0 24 16,0-24-16,0 0 15,0 0-15,0 0 0,0 0 0,0 0 0,25 0 0,-25 0 16,0 0-16,0 25 0,0-25 0,0 0 0,0 0 0,0 0 0,24 0 0,-24 0 15,0 0-15,0 0 0,0 0 0,0 0 0,0 0 0,25 25 16,-25-25 0,0 0-16,0 0 0,0 0 0,0 0 0,0 0 0,25 0 0,-25 0 15,0 0-15,0 0 0,0 0 0,0 0 0,0 0 0,25-25 0,-25 25 0,0 0 16,0 0-16,0 0 0,0 0 0,25 0 0,-25 0 265,173-397 453,-173 397-718,0 0 0,0 0 0,0 0 0,0 0 15,0 0 1,0 0-16,0 0 0,0 0 0,0 0 0,0 0 0,0 0 0,0 0 0,0 0 0,0 0 0,0 0 0,0 0 0,0 0 0,0 0 15,0 0-15,0 0 0,0 0 0,0 0 16,0 0-16,0 0 0,0 0 0,0 0 0,0 0 0,0 0 0,0 0 0,0 0 16,0 0-16,0 0 0,0 0 0,0 0 15,0 0-15,0 0 16,0 0-16,0 0 0,0 0 0,0 0 31,0 0-31,0 0 0,0 0 0,0 0 0,0 0 0,0 0 0,0 0 0,0 0 0,0 0 0,0-24 0,0 24 0,0 0 0,0 0 0,0 0 0,0 0 31,0 0-31,0 0 0,0 0 0,0-25 0,0 25 0,0 0 16,0 0-16,0 0 0,0 0 0,25 0 0,-25 0 0,0 0 0,0 0 0,0 0 0,0 0 0,0 0 0,0 0 0,0 0 15,0 0 1,0 0 0,0 0-16,0 0 0,0 0 15,0 0-15,0 0 0,0 0 0,0 0 0,0 0 0,0 0 0,0 0 16,0 0-16,0 0 0,0 0 0,0 0 15,0 0-15,0 0 0,0 0 0,-25 0 0,25 0 0,0 0 0,0 0 0,0 0 16,0 0-16,0 0 16,0 0-16,0 0 0,0 0 0,0 0 0,0 0 0,0 0 0,0 0 0,0 0 0,0 0 0,0 0 0,0 0 0,0 0 0,0 0 0,0 0 0,0 0 0,0 0 0,0 0 0,0 0 0,0 0 0,0 0 0,0 0 0,0 0 0,0 0 0,0 0 0,0 0 0,0 0 0,0 0 0,0 0 0,0 0 0,0 0 0,0 0 0,0 0 15,0 0 1,0 25-16,0-25 0,0 0 0,0 0 0,0 0 0,0 0 281,0 272-281,0-272 15,0 0-15,25 25 16,-25-25-16,0 0 0,25 25 0,-25-25 0,0 0 15,0 0-15,25 25 32,-25-25-32,0 0 0,0 0 0,0 0 0,0 0 15,24 25-15,-24-25 0,0 0 0,0 0 0,0 0 0,0 0 0,0 0 0,0 0 0,0 24 0,0-24 0,0 0 0,0 0 0,25 0 0,-25 0 0,0 0 0,0 25 16,0-25-16,0 0 0,0 0 0,0 0 0,0 0 0,0 0 0,0 0 0,0 25 0,0-25 0,0 0 0,0 0 0,0 0 0,0 0 0,0 0 0,0 25 0,0-25 0,0 0 0,0 0 0,0 0 0,0 0 0,0 0 0,0 0 0,0 0 31,0 25-31,0-25 0,0 0 0,0 0 0,0 0 0,0 0 0,0 0 0,0 0 0,0 0 0,0 0 16,0 0-16,0 0 0,0 0 0,0 0 0,25 0 0,-25 0 0,0 0 15,0 0-15,0 0 0,0 0 16,0 0-16,0 0 0,0 0 0,0 0 15,0 0-15,0 0 0,0 0 0,0 0 0,0 0 0,0 0 0,0 0 16,0 0-16,0 0 0,0 0 0,0 0 0,0 0 0,0 0 16,0 0-16,0 0 0,0 0 0,0 0 0,0 0 0,25 0 0,-25 0 15,0 0-15,0 0 0,0 0 0,0 0 0,0 0 0,0 0 16,0 0-16,0 0 15,25 0-15,-25 0 0,0 0 0,0 0 0,0-25 0,0 25 0,0 0 16,0 0-16,24 0 0,-24 0 0,0 0 0,0 0 0,0 0 0,0 0 16,0-25-1,0 25-15,0 0 0,0 0 0,0 0 0,25 0 0,-25-25 0,0 25 0,0 0 0,0 0 16,0-25-16,0 25 15,0 0-15,0 0 0,0-24 0,0 24 0,0 0 172</inkml:trace>
  <inkml:trace contextRef="#ctx0" brushRef="#br0" timeOffset="570802.648">13667 6276 0,'0'0'0,"0"0"0,0 0 0,0 0 0,0 0 0,0 0 0,0 0 0,0 0 0,0 0 0,0 0 0,0 0 0,0 0 0,0 0 0,0 0 0,0 0 0,0 0 0,0 0 0,0 0 0,0 0 0,0 0 0,0 0 0,0 0 0,25 0 0,-25 0 0,0 0 0,0 0 0,0 0 0,0 0 0,0 0 0,0 0 0,0 0 0,0 0 15,0 0-15,0 0 0,25 0 0,-25 0 0,0 0 0,0 0 0,0-25 0,0 25 16,0 0-16,0 0 0,0 0 0,0 0 0,0 0 15,0 0-15,0 0 0,0 0 0,0 0 0,0 0 0,0 0 0,0 0 16,0 0-16,0 0 0,0 0 0,0 0 0,0 0 0,0 0 0,0 0 16,0 0-16,-25 0 0,25 0 0,0 0 0,0 0 15,0 0-15,0 0 63,0 0-63,0 0 124,0 0-124,0 0 0</inkml:trace>
  <inkml:trace contextRef="#ctx0" brushRef="#br0" timeOffset="571505.6882">13692 6697 0,'0'0'0,"0"0"16,0 0-16,0 0 0,-25 0 0,25 0 0,0 0 0,0 0 15,0 0-15,0 0 0,0 0 0,0 0 0,0 0 0,0 0 0,0 0 16,0 0-16,0 0 0,25 0 0,-25 0 0,0 0 0,0 0 0,0 0 31,0 0-31,0 25 0,0-25 0,0 0 0,0 0 0,25 0 0,-25 0 16,0 0-16,0 0 0,0 0 15,0 0-15,0 0 0,25 0 0,-25 0 0,0 0 0,0 0 0,0 0 0,0 0 203,-25 223-187,-25-198-16,50-25 0,0 0 0,0 0 0,-24 0 15,-1 25-15,25-25 0,0 0 0,0 0 0,-25 0 0,25 0 0,0 0 0,0 0 0,0-25 0,0 25 0,0 0 0,-25 0 0,25 0 0,0 0 0,0 0 0,0 0 0,0 0 0,0 0 16,0 0-16,0 0 0,0 0 0,0 0 15,0 0-15,0-25 16,0 25-16,0 0 0,0 0 0,0 0 0,0 0 0,0 0 0,0 0 0,0 0 0,0 0 0,0-24 16,0 24-16,0 0 0,0 0 0,0 0 15,0 0-15,0 0 0,0 0 0,0 0 0,0 0 0,0 0 16,0 0-16,0 0 0,25-25 0,-25 25 0,0 0 0,0 0 0</inkml:trace>
  <inkml:trace contextRef="#ctx0" brushRef="#br0" timeOffset="575018.8892">14808 5953 0,'0'0'0,"0"0"0,0 0 0,0 0 0,0 0 0,0 0 0,0 0 0,0 0 0,0 0 0,0 0 0,0-25 0,-24 25 0,24 0 0,0 0 0,0 0 0,0 0 0,0 0 0,0 0 0,0 0 0,0 0 0,-25 0 16,25 0-1,0 0-15,0 0 0,0 0 0,0-24 0,0 24 0,0 0 0,-25 0 0,25 0 0,0 0 16,0 0-16,0 0 0,-25 0 0,25 0 0,0 0 0,0 0 0,0 0 0,-25 0 0,25 0 0,0 0 0,0 0 0,0 0 0,0 0 0,-24 0 0,24 0 0,0 0 0,0 0 0,0 0 0,0 0 0,0 0 0,-25 0 31,25 0-31,0 0 0,0 0 0,0 0 0,0 0 0,0 0 0,-25 0 16,25 24-16,0-24 0,0 0 0,0 0 0,-25 0 0,25 0 0,0 0 15,0 0-15,0 0 0,0 0 0,0 0 0,0 0 0,-25 0 16,25 0 0,0 25-16,0-25 0,0 0 0,0 0 0,0 0 0,-24 0 0,24 0 0,0 25 15,0-25-15,0 0 0,0 0 0,0 0 0,0 0 0,-25 0 109,25 25-109,0-25 0,0 0 94,49 173-78,-49-148-16,0-25 0,0 0 0,0 0 0,25 0 15,-25 0-15,0 0 0,0 25 0,0-25 0,0 0 0,25 0 0,-25 0 0,0 0 0,0 0 0,0 0 0,25 0 16,-25 0-16,0 0 0,0 25 0,0-25 0,0 0 0,25 0 0,-25 0 0,0 0 0,0 0 0,0 0 0,0 0 0,24 0 0,-24 0 0,0 0 0,0 0 0,0 0 0,0 0 0,0 25 0,0-25 0,0 0 0,25 0 0,-25 0 0,0 0 0,0 0 0,0 0 0,0 0 15,0 0-15,0 0 0,0 0 0,25 0 16,-25 0-16,0 0 0,0 0 0,0 0 0,0 0 16,0 0-16,0 0 0,25 0 0,-25 0 0,0 0 0,0 0 0,0-25 78,0 25-78,0 0 0,25 0 0,-25 0 0,0 0 0,0 0 0,0 0 0,0 0 0,0 0 0,0 0 0,24 0 0,-24-25 0,0 25 0,0 0 0,0 0 0,0 0 0,0 0 0,0 0 0,0 0 0,25 0 0,-25 0 0,0-25 15,0 25-15,0 0 0,0 0 0,0 0 0,0 0 0,0 0 0,0 0 0,25 0 0,-25-25 16,0 25-16,0 0 0,0 0 0,0 0 0,0 0 0,0 0 0,0 0 0,0 0 15,0-24-15,0 24 0,0 0 0,0 0 0,25 0 0,-25 0 0,0 0 16,0-25 0,0 25-16,0 0 0,0 0 0,0 0 0,0 0 0,0 0 15,0 0-15,0-25 0,0 25 0,0 0 0,0 0 0,0 0 16,0 0-16,0 0 0,0 0 0,0 0 0,0 0 0,0 0 0,0 0 0,0 0 15,0-25-15,0 25 0,0 0 0,0 0 0,0 0 16,0 0-16,0 0 16,0 0-16,0 0 0,0 0 0,0 0 0,0 0 0,0 0 0,0 0 15,0 0-15,0 0 0,0 0 0,0 0 0,0 0 0,0 0 16,0 0-16,0 0 0,0 0 0,0 0 0,0 0 0,0 0 0,0 0 15,0 0-15,0 0 468,173 174 0,-197-174-468,24 0 0,0 0 0,0 0 0,0 0 16,0 0-16,0 0 0,0 0 0,0 0 0,0 0 0,0 0 0,0 0 0,0 0 0,0 0 0,0 0 0,0 0 0,0 0 0,0 0 0,0 0 0,0 0 0,0 0 0,0 0 0,0 0 0,0 0 0,0 0 0,0 0 0,0 25 47,0-25-47,0 0 15,0 0 1,0 0 0,0 24-1,0-24 1,0 0-16,0 0 0,0 25 0,0-25 0,0 0 0,0 0 0,0 0 0,0 0 0,0 0 0,0 0 15,0 25-15,0-25 0,0 0 16,0 0-16,0 0 0,0 0 0,0 25 0,0-25 0,0 0 16,0 0-16,0 0 0,0 0 0,0 25 0,0-25 0,0 0 15,0 0-15,0 0 0,0 0 0,0 0 0,0 24 16,0-24-1,0 0-15,0 0 0,0 0 0,0 0 0,0 0 16,0 25-16,0-25 0,0 0 0,0 0 0,0 0 0,0 0 0,0 0 0,0 0 16,24 0-1,-24 0-15,0 0 0,0 0 0,0 0 0,0 0 250</inkml:trace>
  <inkml:trace contextRef="#ctx0" brushRef="#br0" timeOffset="576083.9501">15925 6176 0</inkml:trace>
  <inkml:trace contextRef="#ctx0" brushRef="#br0" timeOffset="577271.018">15900 6573 0,'0'0'0,"0"0"15,0 0-15,0 0 0,0 0 16,25 0-16,-25 0 0,0 0 0,0 0 15,0 0-15,0 0 0,0 0 0,0 0 16,0 0-16,0 0 0,0 0 0,0 0 0,0 0 0,0 0 0,0 0 16,0 0-16,0 0 0,0 0 0,0 0 0,0 0 0,0 0 15,0 0-15,0 0 0,0 0 0,0 0 0,0 0 0,24 0 0,-24 0 0,0 0 16,0 25-16,0-25 0,0 0 0,0 0 0,0 0 0,0 0 15,0 0 1,0 0-16,0 0 0,0 0 0,25 0 0,-25 25 0,0-25 0,0 0 0,0 0 16,0 0-16,0 0 0,0 25 0,0-25 0,0 0 0,0 0 0,0 0 15,0 0-15,0 24 0,0-24 16,0 0-16,0 0 0,0 25 15,0-25-15,0 0 0,0 0 0,0 25 0,0-25 0,0 0 0,0 25 0,0-25 16,0 0-16,0 0 0,0 25 0,0-25 0,0 0 0,0 0 16,-25 0-16,25 24 0,0-24 0,0 0 0,0 0 0,-24 0 0,24 25 0,0-25 15,0 0-15,0 0 0,0 0 16,-25 25-16,25-25 0,0 0 15,0 0-15,0 0 0,-25 0 0,25 0 0,0 0 0,0 25 0,0-25 0,-25 0 16,25 0-16,0 0 0,0 0 0,0 0 0,0 0 0,0 0 16,0 0-1,0 0-15,-25 0 0,25 0 0,0 0 0,0 0 0,0 0 0,0 0 0,0 0 16,0 0-16,0 0 0,0 0 0,0 0 0,0 0 15,0 0-15,0 0 16,0 0-16,0 0 0,-24 0 0,24 0 16,0 0-16,0 0 0,0 0 0,0-25 0,0 25 0,0 0 0,0 0 0,0 0 0,0 0 0,0 0 0,0 0 0,0 0 15,0 0-15,0 0 0,0 0 0,0 0 0,0 0 0,0 0 0,24 0 16,-24-25-16,0 25 15,0 0-15,0 0 0</inkml:trace>
  <inkml:trace contextRef="#ctx0" brushRef="#br0" timeOffset="579494.1451">17214 6226 0,'0'0'15,"0"0"-15,0 0 0,0 0 0,0 0 16,0 0-16,0 0 0,0 0 16,0 0-16,0 0 0,0 0 0,0 0 0,0 0 0,0 0 0,0 0 15,0 0-15,0 0 0,0 0 0,0 0 0,0 0 0,0 0 0,0 0 0,0 0 16,0 0-16,0 0 15,0 0-15,0-25 0,0 25 16,0 0 93,0 0-109,0-25 0,0 25 0,0 0 0,0 0 0,-24 0 16,24-24-16,0 24 0,0 0 0,0 0 31,-25 0-31,25-25 0,0 25 0,-25 0 0,25 0 0,0 0 0,0 0 0,0 0 0,0 0 0,-25 0 0,25 0 0,0 0 0,0-25 0,0 25 0,0 0 0,0 0 0,-25 0 0,25 0 0,0 0 0,0 0 0,0 0 0,0 0 0,0 0 0,-24 0 0,24 0 0,0 0 0,0 0 0,0 0 0,0 0 0,0 0 16,-25 0-16,25 0 0,0 0 0,0 0 0,0 0 0,-25 0 0,25 0 15,0 0-15,0 0 0,0 0 0,0 25 0,-25-25 0,25 0 0,0 0 0,0 0 47,0 0-47,0 0 0,-25 0 0,25 0 0,0 0 0,0 0 16,0 0-16,0 0 0,0 0 0,0 0 0,-24 0 0,24 25 0,0-25 15,0 0-15,0 0 0,0 0 0,0 0 16,0 0-16,0 0 0,0 0 0,0 24 0,-25-24 0,25 0 0,0 0 0,0 0 0,0 0 0,0 25 0,0-25 0,0 0 0,0 0 0,0 0 0,0 0 0,0 25 0,0-25 0,0 0 15,-25 0 1,25 0-16,0 0 0,0 25 0,0-25 0,0 0 0,0 0 16,0 25-16,0-25 0,0 0 0,0 0 0,0 0 0,0 24 0,0-24 15,0 0-15,0 0 0,0 0 0,0 25 0,0-25 0,0 0 0,25 0 0,-25 0 16,0 25-16,0-25 0,0 0 0,0 0 15,0 0-15,0 0 0,0 0 16,0 25-16,0-25 0,0 0 0,0 0 0,0 0 0,25 0 0,-25 25 16,0-25-16,0 0 0,0 0 0,0 0 0,0 24 0,24-24 0,-24 0 109,0 0-109,0 25 951</inkml:trace>
  <inkml:trace contextRef="#ctx0" brushRef="#br0" timeOffset="580200.1854">17214 6127 0,'0'0'0,"0"0"0,0 0 0,0 0 0,0 0 0,0 0 0,0 0 16,0 0-16,0 0 0,0 25 0,0-25 0,-24 0 0,24 0 0,0 0 0,0 0 0,0 0 0,0 0 0,0 0 0,0 0 0,0 0 0,0 0 0,0 0 0,0 0 0,0 0 0,0 0 0,0 0 0,0 0 0,-25 0 0,25 0 0,0 0 0,0 0 0,0 0 0,0 0 0,0 0 0,0 0 0,0 0 0</inkml:trace>
  <inkml:trace contextRef="#ctx0" brushRef="#br0" timeOffset="582774.3328">17140 6251 0,'0'0'0,"0"0"0,0 0 16,0 0-16,0-25 0,0 25 0,0 0 0,0 0 15,0 0 1,25 0-16,-25 0 0,0 0 0,0 0 15,0 0-15,0 0 0,0 0 0,0 0 0,0 0 0,0 0 0,0 0 0,0 0 0,0 0 0,0 0 16,0 0-16,0 0 0,0 0 0,0 0 16,0 0-16,0 0 15,0 0-15,0 0 0,0 0 0,0 0 0,0 0 219,-99-50-219,99 50 0,0 0 0,-25 0 15,25 0-15,0 0 0,0 0 0,0 0 0,0 0 0,0 0 0,0 0 16,0 0-1,0 0-15,0 0 0,0 0 0,-25 0 0,25 0 0,0 0 0,0 0 16,0 0-16,0 0 0,0 0 0,0 0 0,0 0 0,0 0 0,0 0 0,-25 0 0,25 0 0,0 0 0,0 0 0,0 0 0,0 0 0,0 0 0,0 0 0,0 0 0,-25 0 16,25 0-16,0 0 0,0 0 0,0 25 15,0-25-15,0 0 0,0 0 0,-24 0 0,24 0 0,0 0 0,0 0 0,0 0 0,0 0 0,0 0 0,-25 0 0,25 0 16,0 25-16,0-25 0,0 0 0,0 0 0,0 0 0,-25 0 0,25 0 0,0 0 0,0 0 0,0 0 0,0 0 15,0 0-15,0 0 0,0 0 0,0 0 0,0 0 0,0 0 0,0 25 0,-25-25 0,25 0 0,0 0 0,0 0 16,0 0-16,0 0 0,0 25 0,0-25 0,0 0 0,0 0 16,-25 0-16,25 24 0,0-24 0,0 0 0,0 0 0,0 0 0,0 0 15,0 25-15,0-25 0,0 0 0,0 0 0,0 0 0,-24 0 16,24 25-16,0-25 0,0 0 15,0 0-15,0 0 0,0 25 0,0-25 0,0 0 0,0 0 0,0 0 16,24 25 0,-24-25-16,0 0 0,0 0 0,0 0 0,0 0 0,0 0 0,0 24 0,0-24 15,0 0-15,0 0 0,0 0 0,0 0 0,25 0 0,-25 0 0,0 0 0,0 25 16,0-25 31,0 0-47,0 0 0,0 0 15,0 0-15,0 0 0,0 0 0,25 25 0,-25-25 0,0 0 0,0 0 0,0 0 0,0 0 0,25 0 0,-25 0 0,0 0 0,0 0 16,0 0-16,0 0 0,0 25 0,25-25 0,-25 0 0,0 0 0,0 0 0,0 0 0,24 0 15,-24 0-15,0 0 0,0 0 0,0 0 0,25 0 0,-25 0 0,0 0 0,0 0 0,0 0 16,0 0-16,25 0 0,-25 0 0,0 0 0,0 0 0,0 0 0,0 0 16,25 0-16,-25 0 15,0 0-15,0 0 0,0 0 0,0 0 0,0 0 0,0 0 0,25 0 16,-25 0-16,0 0 0,0 0 0,0 0 0,0 0 15,0 0-15,24 0 0,-24-25 0,0 25 0,0 0 0,0 0 0,0 0 0,0 0 16,0 0-16,25 0 0,-25 0 0,0 0 0,0 0 0,0 0 0,0 0 31,0 0-31,0 0 0,25 0 0,-25-25 0,0 25 0,0 0 0,0 0 16,0 0-16,0 0 0,0-25 203,25-123-203,-25 148 0,0 0 0,0 0 0,0 0 0,0-25 0,0 25 0,0 0 15,0 0-15,0 0 16,0 0-16,0 0 0,0 0 0,0 0 0,0 0 0,0 0 0,0 0 0,0 0 15,0 0-15,0 0 0,0 0 0,0 0 0,0 0 0,0 0 0,0 0 0,198 347 1092,-148-521-1076,-50 174-16,0 0 0,0 0 0,0 0 0,0 0 16</inkml:trace>
  <inkml:trace contextRef="#ctx0" brushRef="#br0" timeOffset="585130.4675">17835 5705 0,'0'0'0,"0"0"0,0 0 0,0 0 0,0 0 0,0 0 0,0 0 0,0 0 0,0 0 0,0 0 0,0 0 0,24 0 0,-24 0 0,0 0 0,0 0 0,0 0 0,0 0 0,0 0 0,0 0 0,0 0 0,0 0 0,0 0 0,0 0 0,0 0 0,0 0 0,0 0 0,0 0 0,0 0 0,0 0 16,0 0-16,0 0 0,0 0 0,0 0 0,0 0 0,0 0 0,0 0 0,0 0 0,0 0 0,0 0 0,0 0 15,0 0-15,0 0 0,0 0 0,0 0 0,0 0 0,0 0 16,0 0-16,0 0 0,0 25 0,0-25 0,0 0 0,0 0 0,0 0 16,0 0-1,0 0-15,0 0 0,0 0 0,0 0 0,0 0 0,0 0 0,0 25 0,25-25 0,-25 0 0,0 0 31,0 0-31,0 0 0,0 0 0,0 24 0,0-24 0,0 0 0,0 0 0,25 0 0,-25 25 0,0-25 0,0 0 16,0 0-16,0 0 0,0 25 16,0-25-16,25 0 0,-25 0 0,0 0 15,0 25-15,0-25 0,0 0 0,0 0 0,25 25 0,-25-25 0,0 0 0,0 0 16,0 25-16,0-25 0,0 0 0,0 0 0,0 24 0,0-24 0,0 0 31,24 0-31,-24 25 0,0-25 0,0 0 0,0 0 0,0 0 0,0 25 0,0-25 16,0 0-16,0 0 0,0 0 0,0 25 0,0-25 0,0 0 15,25 25-15,-25-25 0,0 0 0,0 0 0,0 24 0,0-24 0,0 0 16,0 0-16,0 25 0,0-25 0,0 0 15,0 0 1,0 25-16,0-25 0,0 0 0,0 25 0,0-25 0,0 0 0,0 0 0,0 25 0,0-25 0,0 0 16,0 0-16,0 24 0,0-24 0,0 0 0,0 25 0,0-25 0,0 0 15,0 0-15,0 0 0,0 25 0,0-25 0,0 0 16,0 0-16,0 0 187,-49 174-187,49-150 0,0-24 0,0 0 0,-25 0 16,25 0-16,0 25 0,0-25 0,0 0 0,0 0 0,-25 25 0,25-25 0,0 0 0,0 0 0,0 0 15,0 25-15,0-25 0,-25 0 0,25 0 0,0 25 0,0-25 0,0 0 0,0 0 0,0 0 0,-25 0 0,25 0 0,0 24 0,0-24 0,0 0 0,0 0 0,0 0 0,0 0 0,0 0 31,0 0-31,0 25 0,0-25 16,0 0-16,0 0 0,0 0 0,-24 0 16,24 0-16,0 0 0,0 0 0,0 0 0,0 0 0,0 0 0,0 0 0,0 0 0,0 0 0,0 0 0,0 0 0,0 0 0,0 25 0,0-25 15,0 0 1,0 0-16,-25 0 0,25 0 0,0 0 0,0 0 0,0 0 0,0 0 0,0 0 0,0 0 0,0 0 0,0 0 0,0 0 0,0 0 0,0 0 0,0 0 0,0 0 0,0 0 0,0 0 0,0 0 0,0 0 0,0 0 0,0 0 0,0 0 15,0 0 1,0 0-16,0 0 0,0 0 0,0 0 0,0 0 0,0 0 0,0 0 0,0-25 0,0 25 16,0 0-16,0 0 0,0 0 0,0-25 0,-25 25 0,25 0 0,0 0 0,0-24 15,0 24-15,25 0 0,-25-25 16,0 25-16,0 0 0,0 0 0,0-25 0,0 25 0</inkml:trace>
  <inkml:trace contextRef="#ctx0" brushRef="#br0" timeOffset="586793.5626">18529 5531 0,'0'0'0,"0"0"15,0 0-15,0 0 0,0 0 0,0 0 0,0 0 0,0 0 16,0 0-16,0 0 0,0 0 0,0 0 0,0 0 0,0 0 31,0 0-31,0 0 0,0 0 0,0 0 0,0 0 0,0 0 0,0 0 0,0 0 0,0 0 16,0 0-16,0 0 0,0 0 0,0 0 0,0 0 0,0 0 0,0 0 15,0 0-15,0 0 0,0 0 0,0 0 0,0 0 0,0 0 16,0 0-16,0 0 0,0 0 0,0 0 0,0 0 15,0 0-15,0 0 63,25 174 62,-25-174-110,0 0-15,0 25 0,0-25 0,0 0 0,0 25 0,0-25 0,0 24 0,0-24 0,0 0 0,0 25 16,0-25-16,0 0 0,0 25 0,0-25 0,0 25 0,0-25 0,0 0 0,0 25 0,0-25 0,0 25 0,0-25 15,0 0 1,0 24-16,0-24 0,0 0 0,0 25 0,-25-25 0,25 0 47,0 50-47,0-50 0,0 25 0,0-25 0,0 0 0,0 24 0,0-24 15,0 25-15,0-25 0,0 0 0,0 25 0,0-25 0,0 0 0,0 0 16,0 25-16,0-25 0,0 0 0,0 25 0,0-25 0,0 0 0,0 24 0,0-24 0,0 25 0,0-25 0,0 0 16,0 25-16,25-25 0,-25 0 0,0 25 0,0-25 0,0 0 0,0 25 0,0-25 0,0 0 0,0 24 0,0-24 0,0 0 0,0 25 0,0-25 15,0 0-15,0 0 0,0 25 0,0-25 0,0 0 0,0 25 0,0-25 0,0 0 0,0 0 0,0 25 0,0-25 0,0 0 0,0 0 0,0 24 0,0-24 0,0 0 16,0 25-16,0-25 0,0 0 0,0 0 0,0 25 15,0-25-15,0 0 0,0 0 0,0 25 0,0-25 0,0 0 16,0 0-16,0 0 0,0 25 0,0-25 0,0 0 0,0 0 0,0 0 16,0 0-16,0 24 0,0-24 0,0 0 0,0 0 0,0 0 15,0 0-15,0 25 16,0-25-16,0 0 0,0 0 0,0 0 0,0 0 0,0 0 15,0 0-15,0 0 0,0 25 0,0-25 16,0 0-16,0 0 0,0 0 0,0 0 16,0 0-16,0 25 0,0-25 0,0 0 0,0 0 0,0 0 0,0 0 0,0 0 0,0 0 374</inkml:trace>
  <inkml:trace contextRef="#ctx0" brushRef="#br0" timeOffset="588798.6769">19372 6251 0,'0'0'16,"0"0"-16,0 0 0,0 0 0,0 0 0,0 0 0,0 0 0,0 0 16,0 0-1,0 0-15,0 0 0,0 0 0,0 0 0,0 0 0,0 0 0,0 0 16,0-25-16,0 25 0,0 0 0,0 0 0,0 0 0,0 0 0,0 0 15,0 0-15,0 0 0,0 0 0,0 0 0,0 0 16,0 0-16,0 0 16,0 0-16,0 0 0,0 0 0,0 0 0,0-25 0,0 25 62,-124-74 63,124 74-125,0 0 0,0 0 0,0 0 0,-24 0 15,24 0-15,0 0 0,0 0 0,0 0 0,0 0 0,-25 0 0,25 0 0,0 0 0,0 25 0,0-25 0,0 0 0,-25 0 0,25 0 16,0 0-16,0 0 0,0 0 0,0 0 0,0 0 0,0 24 0,0-24 0,0 0 16,-25 0-16,25 0 0,0 0 0,0 0 0,0 25 15,0-25-15,0 0 0,0 0 0,0 0 0,0 25 0,0-25 16,0 0-16,0 0 0,0 0 0,-25 25 0,25-25 0,0 0 0,0 0 0,0 0 0,0 25 0,0-25 15,0 0-15,0 0 0,0 24 0,0-24 16,0 0-16,0 0 0,0 25 0,0-25 16,0 0-16,0 0 0,0 25 0,0-25 0,0 0 0,0 0 0,0 25 0,0-25 0,0 0 15,0 0 1,0 25-16,25-25 0,-25 0 0,0 0 15,0 0-15,0 24 0,0-24 16,0 0-16,0 0 0,0 0 0,0 0 0,25 25 0,-25-25 0,0 0 0,0 0 0,0 0 0,0 0 0,0 0 0,0 0 0,25 0 0,-25 25 0,0-25 0,0 0 0,0 0 0,0 0 0,0 0 0,25 0 0,-25 0 0,0 0 0,0 0 0,0 0 0,0 0 0,0 0 0,24 0 16,-24 0-1,0 0-15,0 0 0,0 0 0,0 0 0,25 0 16,-25 0-16,0 0 0,0 0 0,0 0 0,0 0 0,25 0 0,-25 0 15,0 0-15,0-25 0,0 25 0,0 0 0,0 0 0,0 0 16,25 0-16,-25 0 0,0 0 0,0 0 0,0 0 0,0 0 0,0 0 16,0 0-1,0-25-15,25 25 0,-25 0 0,0 0 0,0 0 0,0 0 0,0 0 0,0 0 0,0 0 16,0 0-16,0 0 0,0-24 0,0 24 0,0 0 0,0 0 0,0 0 15,0 0 1,0 0-16,0 0 0,0-25 0,0 25 0,0 0 0,0 0 0,0 0 0,24 0 16,-24-25-16,0 25 0,0 0 0,0 0 15,0 0-15,0-25 16,0 25-16,0 0 0,0 0 0,0 0 0,0 0 15,0-25-15,0 25 0,0 0 0,0 0 0,0 0 0,0 0 0,0 0 0,0 0 0,0 0 890</inkml:trace>
  <inkml:trace contextRef="#ctx0" brushRef="#br0" timeOffset="591242.8171">19472 6350 0,'0'0'0,"0"0"16,0 0-16,0 0 0,0 0 0,0 0 0,0 0 0,0 0 15,0 0-15,0 0 0,0 0 0,0 0 0,0 0 0,0 0 0,0 0 16,0 0-16,0 0 0,0 0 0,0 0 0,0 0 0,0 0 15,0 0-15,0 0 16,0 0-16,0 0 0,0 0 0,-25 0 0,25 0 0,0 0 0,0 0 0,0 0 16,0 0-16,0 0 0,0 0 0,0 0 15,0 0-15,0 0 0,0 0 16,0 0-16,0 0 0,0 0 0,0 0 0,0 0 0,0 0 15,0 0-15,0 0 0,0 0 0,0-25 0,0 25 0,0 0 0,0 0 0,-25 0 172,25 0-172,0 0 0,0 0 0,0 0 0,0 0 0,0 0 16,0 0-16,0 0 0,0 0 0,0 0 15,0 0-15,0 0 0,0 0 0,0 0 0,0 0 0,0 0 0,0 0 0,0 0 0,0 0 0,0-25 0,0 25 0,0 0 0,0 0 0,0 0 0,0 0 0,0 0 0,0 0 0,0 0 0,0 0 0,0 0 16,0 0-16,0 0 0,0 0 0,0 0 0,0 0 0,0 0 0,0 0 15,0 0-15,0 25 16,0-25-16,0 0 0,0 0 0,0 0 16,0 0-16,0 0 0,0 0 0,0 25 0,0-25 0,0 0 0,25 0 0,-25 0 0,0 25 0,0-25 0,0 0 0,0 0 0,0 0 0,0 25 0,0-25 0,0 0 0,0 24 0,0-24 0,0 0 0,0 0 0,0 25 0,0-25 0,0 0 15,0 0-15,0 25 0,0-25 0,0 0 0,0 25 16,0-25-16,0 0 15,0 0-15,0 25 0,25-25 0,-25 0 0,0 0 0,0 0 16,0 24-16,0-24 0,0 0 0,0 0 0,0 0 0,0 0 0,0 0 16,0 25-16,0-25 0,0 0 0,0 0 0,0 0 0,0 0 15,0 0-15,0 0 0,24 0 0,-24 0 0,0 0 0,0 25 0,0-25 31,0 0-31,0 0 0,0 0 0,0 0 0,0 0 0,0 0 0,0 0 16,0 0-16,25 25 0,-25-25 0,0 0 0,0 0 0,0 0 16,0 0-16,0-25 0,0 25 0,25 0 0,-25 0 0,0 0 0,0 0 15,0 0-15,0 0 0,25 0 0,-25 0 0,0 0 0,0 0 16,0 0-16,25 0 0,-25 0 0,0 0 0,0 0 0,0 0 15,25-25 1,-25 25-16,0 0 0,0 0 0,0 0 0,0 0 0,0-25 16,0 25-16,0 0 0,0 0 0,0 0 0,24 0 0,-24 0 0,0-24 764</inkml:trace>
  <inkml:trace contextRef="#ctx0" brushRef="#br0" timeOffset="592665.8985">20563 6077 0,'0'0'0,"0"0"0,0 0 16,0 0-16,0 0 0,0 0 0,0 0 0,0 0 0,0 0 0,0 0 15,0 0-15,0 0 0,0 0 0,0 0 16,0 0-16,0 0 0,0 0 0,0 0 16,0 0-16,0 0 0,0 0 0,0 0 15,0 0-15,0 0 0,0 0 0,0 0 0,0 0 0,0 0 109,-25-25-77,25 25-32,0 0 15,0 0-15,0 0 0,0 0 16,-25 0-16,25 0 0,0-24 0,0 24 0,0 0 0,0 0 0,0 0 0,-24 0 0,24 0 0,0 0 0,0 0 0,0 0 0,0 0 0,-25 0 0,25 0 0,0 0 0,0 0 15,0 0-15,0 0 0,-25 0 0,25 0 0,0-25 0,0 25 0,0 0 0,0 0 0,0 0 0,-25 0 16,25 0-16,0 0 0,0 0 0,0 0 0,0 0 0,-25 0 0,25 0 0,0 0 0,0 0 16,-24 0-16,24 0 0,0 25 0,0-25 0,-25 0 0,25 0 0,0 0 0,-25 0 15,25 0-15,0 0 0,0 0 0,-25 0 0,25 0 0,0 0 16,0 0-16,0 0 0,-25 0 0,25 0 0,0 0 0,0 0 0,0 24 0,-24-24 0,24 0 0,0 0 0,0 0 0,0 0 15,0 0-15,-25 0 0,25 25 0,0-25 0,0 0 0,0 0 0,0 0 16,-25 0-16,25 25 0,0-25 0,0 0 0,0 0 0,0 0 0,0 25 16,-25-25-16,25 0 0,0 0 0,0 0 15,0 25-15,0-25 0,0 0 0,0 0 0,0 0 16,0 24-16,0-24 0,0 0 15,-25 25-15,25-25 0,0 0 0,0 0 0,0 25 0,0-25 16,0 0-16,0 0 0,0 0 0,0 25 16,0-25-16,0 0 0,0 0 0,25 25 0,-25-25 0,0 0 0,0 0 0,0 0 15,0 24-15,0-24 0,0 0 0,0 0 0,0 25 0,0-25 0,25 0 16,-25 0-16,0 0 0,0 25 0,0-25 0,0 0 15,0 0-15,0 0 219,298 74-204,-298-74-15,0 0 0,0 0 0,0 0 0,24 0 0,-24 0 0,0 0 16,0 0-16,0 0 0,25 0 0,-25 0 0,0 0 0,0 0 0,0 0 0,0 0 0,0 0 0,0 0 0,0 0 16,0 0-16,0 0 0,0 0 0,0 0 15,0 0-15,0 0 0,0 0 0,0 0 0,0 0 0,0 0 0,0 0 0,0 0 0,0 0 0,0 0 0,0 0 0,0 0 0,0 0 0,0 0 0,0 0 0,0 0 0,0 0 16,0 0-16,0-24 0,0 24 0,0 0 15,0 0-15,0 0 0,0 0 0,0 0 0,0 0 0,0 0 0,0 0 0,0 0 0,0 0 0,0 0 16,0 0-16,0 0 0,0 0 0,-25 0 16,25 0-16,0 0 0,0-25 0,0 25 0,0 0 0,0 0 0,-24 0 0,24 0 0,0 0 0,0 0 0,0 0 0,0-25 0,0 25 0,0 0 0,0 0 0</inkml:trace>
  <inkml:trace contextRef="#ctx0" brushRef="#br0" timeOffset="593759.9611">20216 6251 0,'0'0'0,"0"0"0,0 0 0,0 0 0,0 0 0,0 0 0,0 0 0,0 0 0,0 0 0,0 0 0,0 0 0,0 0 0,0 0 0,0 0 0,0 0 0,0 0 16,0 0-16,0 0 0,0 0 0,0 0 0,0 0 0,0 0 0,0 0 0,0 0 0,0 0 0,0 0 0,0 0 0,0 0 0,0 0 0,0 0 0,0 0 0,0 0 0,0 0 0,0 0 0,0 0 0,0 0 0,0 0 0,0 0 0,0 0 0,0 0 16,0 0-16,0 0 0,0 0 0,0 0 0,0 0 0,0 0 15,0 0-15,0 0 0,25 0 0,-25 0 0,0 0 0,0 0 16,0 0-1,0 0 1,24 0-16,-24 0 0,0 0 0,0 0 0,25 0 0,-25 0 0,0 0 16,0 0-16,25 0 0,-25 0 0,0 0 0,0 0 0,25 0 0,-25 0 15,0 0-15,25 0 0,-25 0 0,0 0 16,24 0-16,-24 0 0,0 25 0,0-25 0,25 0 0,-25 0 15,0 0-15,0-25 0,25 25 0,-25 0 0,0 0 0,0 0 16,0 0-16,0 0 0,25 0 0,-25 0 0,0 0 16,0 0-16,0 0 0,0 0 0,25 0 0,-25 0 0,0 0 0,0 0 0,0 0 0,0 0 0,0 0 15,0 0-15,0 0 0,0 0 16,0 0-16,0 0 0,0 0 0,0 0 0,0 0 0,0 0 15,0 0-15,0 0 0,0 0 0,0 0 0,0 0 0,0 0 16,0 0-16,0 0 0,0 0 0,0 0 0,0 0 0,0 0 0,0 0 16,0 0-16,0 0 0,0 0 0,0 0 0,0 0 0,0 0 0,0 0 171</inkml:trace>
  <inkml:trace contextRef="#ctx0" brushRef="#br0" timeOffset="598192.2139">21332 6052 0,'0'-24'16,"0"24"-16,0 0 0,0 0 0,0 0 0,0 0 0,0 0 15,0 0 1,-25 0-16,25 0 0,0 0 0,0 0 0,0 0 0,0 0 0,0 0 15,0 0-15,0 0 0,0 0 0,0 0 0,0 0 0,0 0 0,0 0 16,0 0-16,0 0 0,0 0 0,0 0 0,0 0 0,0 0 0,0 0 16,0 0-16,0 0 15,0 0-15,0 0 16,0 0-16,0 0 0,0 0 0,0 0 0,0 0 0,0 0 0,0 0 15,0 0-15,0 0 0,0 0 0,0 0 0,0 0 0,0 0 0,0 0 0,0 0 0,0 0 219,0 24-219,0-24 0,0 0 0,0 0 0,0 0 0,0 0 0,0 0 0,0 0 0,0 0 0,0 0 15,0 0-15,0 0 0,0 0 0,0 25 0,0-25 0,0 0 0,0 0 0,0 0 0,0 0 0,0 0 0,0 0 0,0 0 0,0 0 0,0 0 0,0 0 0,0 0 0,0 0 0,0 0 0,0 0 0,0 0 0,0 0 0,0 0 0,0 0 0,0 25 0,0-25 0,0 0 0,0 0 0,0 0 0,0 0 16,0 0-16,0 0 0,0 25 0,0-25 0,0 0 16,0 0-16,0 0 0,0 0 0,0 25 0,0-25 15,0 0-15,25 0 0,-25 0 0,0 24 0,0-24 0,0 0 16,0 0-1,0 25-15,0-25 0,0 0 0,0 0 0,0 25 0,0-25 16,0 0-16,0 25 0,0-25 0,0 0 0,0 0 0,0 25 0,0-25 16,0 0-16,0 24 0,0-24 0,0 0 0,0 0 0,0 25 0,0-25 15,0 0-15,0 25 0,0-25 0,0 0 0,0 25 0,-25-25 0,25 0 16,0 0-1,0 25-15,0-25 0,0 0 0,0 24 0,0-24 0,0 0 0,0 0 0,0 25 16,0-25-16,0 0 0,0 0 0,0 25 0,0-25 0,0 0 16,0 0-16,0 0 0,0 0 0,0 25 15,0-25-15,0 0 0,0 0 0,0 0 16,0 0-16,0 0 0,0 0 0,0 0 0,0 0 0,0 0 0,0 0 0,0 0 0,0 0 15,0 0 1,0 0-16,0 0 0,0 0 0,0 0 0,0 0 0,0 0 140,0 0-124,0 0-16,0 0 0,0 0 0,0 0 0,0 0 16,0 0-16,0 0 0,0 0 0,0 0 0,0-25 0,0 25 0,0 0 0,0 0 0,0 0 0,0-25 0,0 25 0,0 0 0,0 0 0,0 0 0,-25-25 0,25 25 0,0 0 0,0 0 15,0-24-15,0 24 0,0 0 0,0 0 0,0-25 0,0 25 0,0 0 0,0-25 0,0 25 0,0 0 0,0-25 0,0 25 16,0 0-16,0-25 0,0 25 0,0-24 0,0 24 0,0 0 0,0-25 0,0 25 0,0 0 0,0-25 0,0 25 0,0 0 0,0-25 0,0 25 0,0 0 0,0-25 15,0 25-15,0 0 0,0-24 0,0 24 0,0 0 0,0 0 0,0-25 16,0 25-16,0 0 0,0 0 0,0-25 0,0 25 0,25 0 31,-25 0-31,0 0 0,0-25 0,0 25 0,0 0 0,0 0 0,0 0 0,0-25 0,0 25 0,0 0 0,0 0 16,0 0-16,0 0 15,0 0-15,25-24 0,-25 24 0,0 0 0,0 0 16,0 0-16,0 0 0,0 0 0,0 0 0,0 0 0,0 0 0,0 0 16,0 0-16,25-25 0,-25 25 0,0 0 0,0 0 0,0 0 0,0 0 15,0 0-15,0 0 0,0 0 0,0 0 16,25 0-16,-25 0 0,0 0 15,0 0-15,0 0 0,0 0 0,0 0 0,0 0 0,0 0 0,0 0 16,0 0-16,0 0 0,0 0 0,24 0 0,-24 0 0,0 0 16,0 0-16,0 0 0,0 0 0,25 0 0,-25 0 0,0 0 0,0 0 0,0 0 15,25 0 1,-25 0-16,0 0 0,0 0 0,0 0 0,0 0 0,25 25 15,-25-25-15,0 0 0,0 0 0,25 0 0,-25 0 0,0 0 0,0 0 16,0 0-16,0 0 0,0 0 0,24 0 0,-24 0 0,0 0 16,0 0-16,0 0 0,0 24 0,0-24 0,0 0 0,0 0 0,25 0 15,-25 0 1,0 0-16,0 0 0,0 0 0,0 0 0,0 0 0,0 25 15,0-25-15,0 0 0,0 0 0,25 0 16,-25 0-16,0 0 0,0 0 0,0 25 0,0-25 0,0 0 0,-25 0 0,25 0 0,0 0 920,-322 223-842,173-148 297,149-75-360,25 0-15,-25 0 0,0 0 0,0 0 0,0 0 0,0 0 0,0 0 0,0 0 0,0 0 0,0 0 0,0 0 0,0-25 0,0 25 0,25 0 0,-25 0 0,0 0 0,0 0 0,0 0 0,0 0 0,0 0 0,0 0 0,0 0 0,0 0 0,24 0 32,-24 0-32,0 0 0,0 0 46,0 0 110,25-25-140,-25 25 0,0 0-16,0 0 0,0 0 15,0 0-15,0 0 0,0 0 0,0 0 0,0 0 16,0 0-16,0 0 0,0 0 0,0 0 0,0 0 0,0 0 0,0 0 0,0 0 0,0 0 0,0 0 0,0 0 0,0 0 0,0 0 15,0 0-15,0 0 0,0 0 0,0 0 0,0 0 0,0 0 0,0 0 0,0 0 0,0 0 0,0 0 0,0 0 16,0 0 0,0 0-16,0 0 0,0 0 0,0 0 0,0 0 0,0 0 0,0 0 15,0 0-15,0 0 0,0 0 0,0 0 0,0 0 0,0 0 0,0 0 0,25 0 16,-25 0-16,0 0 0,0 0 0,0 0 0,0 0 0,0 0 0,0 0 0,0 0 0,0 0 15,0 0-15,0 0 0,0 0 0,0 0 0,0 0 0,0 0 0,0 0 0,0 0 0,25 0 0,-25 0 0,0 0 0,0 0 16,0 0 15,0 0-31,0 0 0,0 0 0,25 0 0,-25 0 16,0 0-16,0 25 0,0-25 0,0 0 0,0 0 0,24 0 0,-24 0 0,0 0 0,0 0 0,0 0 0,0 0 0,25 0 0,-25 0 0,0 0 0,0 0 0,0 0 0,25 0 0,-25 25 0,0-25 0,0 0 0,25 0 15,-25 0-15,0 0 16,25 0-16,-25 0 0,0 0 0,24 0 0,-24 0 0,25 24 0,-25-24 0,0 0 16,25 0-16,-25 0 0,0 0 0,25 0 0,-25 0 0,0 0 15,25 0-15,-25 0 0,0 25 0,0-25 0,24 0 0,-24 0 0,0 0 16,0 0-16,25 0 0,-25 0 0,0 0 15,0 0-15,25 0 0,-25 0 827</inkml:trace>
  <inkml:trace contextRef="#ctx0" brushRef="#br0" timeOffset="600428.3425">21878 5779 0,'0'0'16,"0"0"-16,0 0 0,0 0 0,0 0 0,0 0 0,0 0 0,0 0 15,0 0-15,0 0 0,0 0 0,0 0 16,0 0-16,0 0 16,0 0-16,0 0 0,0-24 0,0 24 0,0 0 0,0 0 0,0 0 202,49 0-202,-24 0 0,-25 0 0,0 0 0,0 0 16,0 24 0,0-24-16,0 0 0,0 0 0,0 0 0,25 0 0,-25 0 0,0 0 15,0 25-15,0-25 0,0 0 0,0 0 0,0 0 0,0 0 0,0 25 0,0-25 0,0 0 0,0 0 0,0 0 0,0 0 0,0 25 0,0-25 0,0 0 0,0 0 0,0 0 0,0 0 0,0 0 16,0 25-16,0-25 0,0 0 15,0 0-15,0 0 0,0 0 0,0 0 0,0 25 0,0-25 0,0 0 0,0 0 0,0 0 0,0 24 16,0-24-16,0 0 0,0 0 0,0 0 0,0 0 0,0 25 0,0-25 0,0 0 0,0 0 0,0 0 0,0 0 0,-25 0 0,25 0 0,0 0 0,0 25 0,0-25 0,0 0 0,0 0 16,0 0-16,0 0 15,0 0 16,0 25-31,0-25 0,-25 0 0,25 0 0,0 0 16,0 0-16,0 0 0,0 0 0,0 25 16,0-25-16,0 0 1076</inkml:trace>
  <inkml:trace contextRef="#ctx0" brushRef="#br0" timeOffset="603131.497">21952 6077 0,'0'0'15,"0"25"1,25-25-16,-25 0 0,0 0 0,0 0 0,0 0 0,0 0 15,25 0-15,-25 0 0,0 0 0,0 0 0,0 0 0,0 0 0,0-25 16,0 25-16,0 0 0,0 0 0,0 0 0,0 0 0,0 0 0,0 0 234,0 0-234,0 0 0,0-25 0,0 25 0,0 0 0,0 0 0,0 0 0,0 0 16,0 0-16,0 0 15,0 0-15,0 0 0,0 0 0,0 0 0,0 0 0,0 0 0,-25 0 0,25 0 0,0 0 0,0-24 0,0 24 0,0 0 0,0 0 0,0 0 16,0 0-16,0 0 0,0 0 0,0 0 0,0 0 0,0 0 0,0 0 0,0 0 0,0 0 0,0 0 0,0 0 0,0 0 0,0 0 0,0 0 0,0 0 0,0 0 0,0 0 0,0 0 0,0 0 0,0 0 0,0 0 0,0 0 15,0 0-15,0 0 0,0 0 0,0 0 0,0 0 0,0 0 0,0 0 0,0 0 0,0 0 0,0 0 16,0 0-16,0 0 0,0 0 0,0 0 0,0 0 0,0 0 16,0 0-16,0 0 0,0 0 0,0-25 0,0 25 0,0 0 0,0 0 15,0 0-15,0 0 0,0 0 0,0 0 0,0 0 16,0 0-16,0 0 0,0 0 0,0 0 15,0 0-15,0 0 0,0 0 0,0 0 0,0 0 0,0 0 0,0 25 16,0-25-16,0 0 0,0 0 16,0 0-16,0 0 15,0 0-15,0 0 0,-124 595 1092</inkml:trace>
  <inkml:trace contextRef="#ctx0" brushRef="#br0" timeOffset="610408.9134">2604 7640 0,'0'0'0,"0"0"0,0 0 0,0 0 0,0 0 0,0 0 0,0 0 0,0 0 0,0 0 0,0 0 16,0 0-16,0 0 0,0 0 0,0 0 0,0 0 0,0 0 0,0 0 0,0 0 0,0 0 0,0 0 0,0 0 0,0 0 0,0 0 0,0 0 0,0 0 0,0 0 0,0 0 0,0 0 0,0 0 0,0 0 0,0 0 0,0 0 0,0 0 16,0 0-16,0 0 0,0 0 0,0 0 0,0 0 0,0 0 15,0 0-15,0 0 0,0 0 16,0 0-16,0 0 0,0 0 0,0 0 0,0 0 15,0 0-15,0 0 0,0 0 0,0 0 0,0 0 0,0 0 0,0 0 16,0 0-16,0 0 16,0 0-16,0 0 0,0 0 0,25 0 0,-25 0 0,0 0 0,0 0 0,25 0 15,-25 0-15,0-25 0,25 25 0,-25 0 0,25 0 0,-25 0 0,25 0 16,-25 0-16,24 0 0,-24 0 0,25 0 0,-25 0 0,25 0 0,0 0 62,0-322 952,-125 222-998,100 100-16,0 0 0,0 0 0,0-24 15,0 24-15,0 0 0,0 0 0,0 0 0,0 0 16,0 0-16,0 0 0,0 0 0,0 0 0,0 0 16,0 0-16,0 0 0,0 0 0,0 0 15,0 0 1,0 0-16,0 0 15,0 0-15,0 0 0,0 0 0,0 0 0,0 0 16,0 0-16,0 0 0,-24 0 16,24-25-1,0 25-15,0 0 0,0-25 219,0 25-219,0 0 0,0 0 15,0 0-15,0 0 0,0 0 0,0 0 0,0 25 0,0-25 16,0 0-1,0 0-15,0 0 0,0 0 0,0 25 0,0-25 0,0 0 16,0 24-16,0-24 0,0 0 0,0 25 0,0-25 0,0 25 0,0-25 0,0 25 0,0-25 0,0 0 0,0 25 0,0-25 0,0 24 0,24-24 0,-24 0 0,0 25 0,0-25 0,0 25 0,0-25 0,0 0 0,0 25 0,0-25 0,0 25 0,0-25 0,0 0 0,0 24 0,0-24 0,0 0 16,25 25-16,-25-25 0,0 25 0,0-25 982</inkml:trace>
  <inkml:trace contextRef="#ctx0" brushRef="#br0" timeOffset="612024.0057">3200 7565 0,'0'0'16,"0"0"-16,0 0 0,0 0 15,0 0-15,0 0 0,0 0 0,0 0 0,0 0 0,0 0 0,0 0 0,0 0 0,0 0 0,0 0 16,0 0-16,0 0 0,0 0 0,0 0 0,0 0 0,0 0 0,0 0 0,0 0 0,0 0 0,0 0 0,0 0 0,0 0 0,0 0 0,0 0 15,0 0-15,0 0 0,0 0 0,0 0 0,0 0 0,0 0 0,0 0 0,0 0 0,0 0 0,0 0 0,0 0 0,0 0 16,0 0 0,0 0-16,0 0 0,0 0 0,0 0 0,0 0 0,0 0 0,0 0 0,0 0 0,0 0 0,0 0 0,0 0 0,0 0 15,0 0-15,0 0 0,0 0 0,0 0 0,0 0 0,0 0 921</inkml:trace>
  <inkml:trace contextRef="#ctx0" brushRef="#br0" timeOffset="615748.2188">2778 7491 0,'0'0'15,"0"0"-15,0 0 0,0 0 0,0 0 0,0 0 16,0 0 0,0 0-16,0 0 0,0 0 0,0 0 0,0 0 0,0 0 0,0 0 0,0 0 15,0 0-15,0 0 0,0 0 0,0 0 0,0 0 0,0 0 0,0 0 16,0 0-16,0 0 0,0 0 0,0 0 0,0 0 0,0 0 0,0 0 15,0 0-15,0 0 141,25 0-141,-25 0 0,0 0 0,0 0 0,0 0 0,0 0 0,0 0 0,0 0 0,0 0 0,0 0 0,0 0 0,0 0 0,0 0 0,0 0 0,0 0 0,0 0 0,0 0 0,0 0 0,0 0 0,0 0 0,0 0 0,0 0 0,0 0 0,0 0 0,0 0 0,0 0 0,0 0 0,0 0 15,0 0-15,0 0 0,0 0 0,0 0 0,0 0 0,0 0 0,0 0 0,0 0 0,0 0 0,0 0 16,0 0-16,0 0 0,0 0 0,0 0 0,0 0 0,0 0 31,0 0-31,0 0 0,0 0 0,0 0 16,0 0-16,0 0 0,0 0 0,0 0 0,0 0 15,0 0-15,0 0 0,0 0 0,0 0 0,0 0 0,0 0 0,-25 0 0,25 25 16,0-25-16,0 0 0,0 0 0,0 0 0,0 0 16,0 0-16,0 25 0,0-25 0,0 0 0,0 0 0,0 24 0,0-24 0,25 0 0,-25 25 0,0-25 15,0 0-15,0 25 0,0-25 0,0 0 0,0 25 16,0-25-16,0 25 15,0-25-15,0 0 0,0 24 0,0-24 16,0 25-16,25-25 0,-25 0 0,0 25 0,0-25 0,0 25 0,0-25 0,0 25 0,0-25 0,0 0 16,0 24-16,0-24 0,0 0 0,0 0 0,0 25 0,0-25 0,0 0 0,0 0 0,0 25 0,0-25 0,0 0 0,0 0 15,25 0 1,-25 25-16,0-25 0,0 0 0,0 0 0,0 0 0,0 0 15,0 25-15,0-25 0,0 0 0,0 0 0,0 0 0,0 0 0,0 0 16,0 24-16,0-24 0,0 0 0,0 0 0,0 0 0,0 0 0,0 0 16,0 0-16,0 0 15,0 25-15,0-25 0,0 0 0,-273-397 1014</inkml:trace>
  <inkml:trace contextRef="#ctx0" brushRef="#br0" timeOffset="618249.3618">2654 7689 0,'0'25'0,"0"-25"15,0 0-15,0 0 0,0 0 0,0 0 0,0 0 0,0 0 0,0 0 0,0 0 0,0 0 0,0 0 0,0 0 16,0 0-16,0 0 0,0 0 0,0 0 0,0 0 0,0 0 0,0 0 0,0 0 0,0 0 0,0 0 0,0 0 0,0 0 0,0 0 0,0 0 0,0 0 0,0 0 0,0 0 0,0 0 0,0 0 0,0 0 0,0 0 0,0 0 0,0 0 0,0 0 0,0 0 0,0 0 0,0 0 0,0 0 0,0 0 0,0 0 0,0 0 0,0 0 15,0 0-15,0 0 0,0 0 0,0 0 0,0 0 16,0 0 0,0 0-16,0 0 0,0 0 0,0 0 0,0 0 0,0 0 0,0 0 15,0 0-15,0 0 0,0 0 0,0 0 0,0 0 0,0 0 0,0 0 16,0 0-16,0 0 0,0 0 0,0 0 0,0 0 31,0 0-31,-25 0 0,25 0 0,0 0 0,0 0 0,0 0 0,0 0 16,0 0-16,0 0 0,0 0 0,0 0 0,0 0 0,0 0 0,0 0 0,0 0 0,0 0 0,0 0 109,0 0-109,0 0 0,0 0 0,25 0 0,-25 0 15,0 0-15,0 0 0,0 0 0,0 0 0,0 0 0,0 0 32,25 25-32,-25-25 0,25 0 0,-25 0 0,0 0 0,25 0 15,24 0-15,-24 0 0,-25 0 0,25-25 16,0 25-1,-25 0-15,24 0 0,-24 0 0,25 0 0,-25 0 0,0 0 0,25 0 0,-25 0 0,0 0 0,0 0 0,25 0 0,-25 0 0,0 0 0,0 0 0,25 0 0,-25 0 0,0 0 0,0 0 16,0 0-16,0-25 0,24 25 0,-24 0 0,0 0 0,0 0 0,0 0 0,0 0 16,0 0-16,0 0 0,0 0 0,25 0 0,-25 0 0,0 0 0,0 0 0,0 0 0,0 0 0,0 0 0,0 0 0,0 0 0,0 0 0,25 0 0,-25 0 0,0 0 0,0 0 0,0 0 0,0 0 0,0 0 0,0 0 15,0 0-15,0 0 0,0 0 0,0 0 0,0 0 0,0 0 16,0 0-16,0 0 0,0 0 0,0 0 0,0 0 0,0 0 15,0 0-15,0 0 0,25 0 0,-25 0 16,0 0-16,0 0 0,0 0 16,0 0-16,0 0 0,0 0 0,0 0 0,0 0 0,0 0 0,0 0 0,0 0 15,0 0-15,0 0 0,0 0 0,0 0 16,0 0-16,0 0 0,0 0 0,0 0 62,0 0-62</inkml:trace>
  <inkml:trace contextRef="#ctx0" brushRef="#br0" timeOffset="620149.4704">3423 7317 0,'0'0'0,"0"0"0,0 0 0,0 0 16,0 0-16,0 0 0,0 0 0,0 0 0,0 0 0,0 0 0,0 0 0,0 0 0,0 0 0,0 0 0,0 0 0,0 0 0,0 0 15,0 0-15,0 0 0,0 0 0,0 0 0,0 0 16,0 0-16,0 0 0,0 0 0,0 0 0,0 0 0,0 0 15,0 0-15,0 0 0,0 0 0,0 0 0,0 0 0,0 0 0,0 0 0,0 0 0,0 25 0,0-25 0,0 0 0,0 0 0,0 0 0,0 0 0,25 0 0,-25 25 0,0-25 0,0 0 0,0 0 0,0 25 0,25-25 16,-25 0-16,0 25 0,0-25 0,0 0 0,24 24 0,-24-24 16,0 0-16,0 0 0,0 25 0,25-25 0,-25 0 15,0 25-15,0-25 0,25 0 0,-25 0 0,0 25 0,0-25 0,0 0 0,25 0 0,-25 25 0,0-25 0,0 0 0,25 0 16,-25 24-16,0-24 15,0 0-15,0 0 0,24 0 0,-24 0 0,0 25 0,0-25 32,0 0-32,25 0 0,-25 0 0,0 0 0,0 25 0,0-25 0,0 0 0,0 0 15,25 0-15,-25 0 0,0 0 0,0 25 0,0-25 0,0 0 0,0 0 16,0 0-16,25 0 0,-25 0 0,0 0 0,0 0 0,0 0 0,0 0 0,0 0 0,0 0 15,0 0 1,0 0-16,0 0 0,0 0 0,0 0 0,0 0 0,0 0 0,0 0 16,0 0-16,0 0 0,0 0 0,0 0 0,0 0 0,0 0 0,0 0 0,0 0 15,0 0-15,0 0 0,0 0 0,0 0 0,0 0 0,0 0 16,0 0-1,0 0-15,0 0 0,0 0 0,0 0 0,0 25 0,0-25 0,0 0 16,0 0-16,0 0 0,0 0 0,0 0 0,-25 0 0,25 0 0,0 0 16,0 24-16,0-24 0,-25 0 0,25 0 0,0 25 0,-25-25 0,25 25 15,0-25-15,0 0 16,-24 25-16,24-25 0,0 0 0,0 25 0,-25-25 62,25 24-62,0-24 0,0 0 0,0 25 0,-25-25 0,25 25 0,0-25 0,0 0 0,0 25 0,0-25 0,-25 0 16,25 0-16,0 25 0,0-25 0,0 0 0,0 0 0,0 0 0,0 24 0,0-24 0,-25 0 0,25 0 15,0 0-15,0 0 0,0 25 16,0-25-16,0 0 0,0 0 0,0 0 0,0 0 16,0 0-16,0 25 0,0-25 0,0 0 0,0 0 0,0 0 15,0 0-15,0 0 0,0 0 0,0 0 0,0 0 0,0 0 0,0 0 0,0 0 16,0 0-16,0 0 0,0 0 0,0 0 15,0 0-15,0 0 0,0-25 16,0 25-16,0 0 0,0 0 0,0 0 0,0 0 0,0 0 0,0 0 0,0 0 0,0 0 0,25 0 16,-25 0-16,0 0 0,0-25 0,0 25 0,0 0 0,0 0 0,25 0 0,-25 0 0</inkml:trace>
  <inkml:trace contextRef="#ctx0" brushRef="#br0" timeOffset="621961.5739">5035 7367 0,'0'0'0,"0"0"0,0 0 0,0 0 15,-248 50 328,248-50-343,0 24 0,0-24 0,0 0 0,0 0 0,0 25 0,0-25 0,0 0 0,0 0 0,0 0 16,25 25-16,-25-25 0,0 0 0,0 0 0,0 0 0,0 0 0,0 25 0,25-25 0,-25 0 0,0 0 0,0 0 0,25 0 0,-25 0 0,0 0 16,25 0-16,-25 0 0,0 25 0,24-25 0,-24 0 0,0 0 0,25 0 0,-25 0 0,0 0 0,0 0 0,25 0 0,-25 0 0,0 0 0,0 0 0,25 0 0,-25 0 0,0 0 0,0 0 0,25 0 0,-25 24 15,0-24-15,0 0 0,0 0 0,24 0 0,-24 0 0,0 0 16,0 0-16,0 0 0,0 0 0,25 0 0,-25 25 15,0-25-15,0 0 16,0 0-16,25 0 0,-25 25 0,0-25 0,0 0 0,0 0 0,25 0 16,-25 25-16,0-25 0,0 0 0,0 0 0,0 0 0,25 25 15,-25-25-15,0 0 0,0 0 0,0 24 0,0-24 172,24 149-172,-24-149 0,0 0 0,0 0 0,-24 0 15,24 0-15,0 0 0,0 0 0,0 0 0,0 0 0,0 0 0,0 0 0,-25 0 0,25 0 0,0 0 0,0 0 0,-25 0 0,25 0 0,0 0 0,0 0 0,0 0 0,-25 0 0,25 0 0,0 0 0,0 0 16,0 0-16,-25 0 0,25 0 0,0 0 0,0 0 0,-24 0 0,24 0 0,0 0 0,0 0 16,0-25-16,-25 25 0,25 0 0,0 0 0,0 0 0,0 0 0,-25 0 0,25 0 0,0 0 0,0 0 0,0 0 0,0 0 0,0 0 0,-25-24 15,25 24-15,0 0 0,0 0 0,0 0 0,0 0 0,0 0 0,0 0 16,-25 0-16,25 0 0,0 0 0,0 0 0,0 0 0,0 0 78,0 0-78,0 0 0,0 0 0,0 0 0,0 0 0,0 0 0,0 0 0,0 0 15,0 0-15,0 0 0,0 0 0,0 0 0,0 0 0,0 0 0,0 0 0,0 0 0,0-25 16,0 25-16,0 0 0,0 0 16,0 0-16,0 0 0,0 0 0,0 0 0,25 0 0,-25-25 0,0 25 0,0 0 0,0 0 0,25 0 0,-25-25 0</inkml:trace>
  <inkml:trace contextRef="#ctx0" brushRef="#br0" timeOffset="623029.6352">5655 7565 0,'0'0'47,"0"0"-47,-24 0 0,24 0 0,0 0 0,0 0 0,0 0 0,0 0 16,0 0-16,-25 0 0,25 0 0,0 0 0,0 0 0,0 0 0,0 0 0,-25 0 0,25 0 0,0 0 0,0 0 0,0 0 0,0 0 0,0 0 0,0 0 0,0 0 0,0 0 0,0 0 15,0 0-15,0 0 16,0 0-16,0 0 0,0 0 0,0 0 0,0 0 0,0 0 0,-25 0 15,25 0-15,0 0 0,0 0 0,0 0 0,0 0 0,0 0 32,0 0-32,0 0 0,0 0 0,0 0 0,0 0 0,0 0 0,0 0 0,0 0 0,0 0 0,0 0 0,0 0 15,0 0-15,0 0 0,0 0 0,0 0 0,0 0 0,0 0 16,0 0-16,0 0 0,0 0 0,0 0 0,0 0 0,0 0 0,0 0 15,0 0 1,0 0-16,0 0 0,0 0 0,0 0 0,0 0 0,0 0 16,0 0-16,0 0 0,0 0 0,0 0 0,0 0 0,0 0 140,223 0-93,-223 0-47,25 0 0,-25 0 0,25 0 0,-25 0 0,25 0 0,-25 0 0,25 0 15,-25 0-15,25 0 0,-25 0 0,24 0 0,-24 0 16,25 0-16,-25 0 0,0 0 0,25 0 0,-25-24 0,0 24 0,25 0 0,-25 0 0,0 0 0,0 0 0,0 0 0,0 0 0,0 0 0,0 0 0,25 0 0,-25 0 0,0 0 0,0 0 0,0 0 0,0 0 0,0 0 0,0 0 0,0 0 0,0 0 16,0 0-16,0 0 0,0 0 0,0 0 0,0 0 0,0 0 0,0 0 15,0 0-15,0 0 0,0 0 0,24 0 0,-24 0 0,0 0 16,0 0-16,0 0 0,0 0 0,0 0 0,0 0 0,-24 0 0,24 0 15,0 0-15,0 0 0,0 0 0,0-25 0,0 25 0,-25 0 0,25 0 0,0 0 0</inkml:trace>
  <inkml:trace contextRef="#ctx0" brushRef="#br0" timeOffset="624174.7006">5705 7739 0,'0'0'0,"0"0"0,0 0 0,0 0 15,0 0-15,0 0 0,0 0 0,0 0 0,0 0 0,0 0 0,0 0 0,0 0 0,0 0 0,0 0 0,0 0 0,0 0 16,0 0-1,0 0-15,0 0 0,0 0 0,0 0 16,0 0-16,0 0 0,0 0 0,0 0 0,0 0 0,0 0 0,0 0 0,0 0 0,0 0 0,0 0 0,0 0 0,0 0 0,0 0 16,0 0-16,0 0 0,0 0 0,0 0 15,0 0-15,0 0 0,0 0 0,0 0 0,0 0 0,0 0 0,-25 0 0,25 0 0,0 0 0,0 0 0,0 0 0,0 0 0,0 0 0,0 0 0,0 0 16,0 0-16,0 0 0,0 0 0,0 0 0,0 0 0,-25 0 15,25 0-15,0 0 0,0 0 0,0 0 0,0 0 0,0 0 0,0 0 0,0 0 16,0 0-16,0 0 0,0 0 0,0 0 16,0 0-16,0 0 0,0 0 0,0 0 0,0 0 0,0 0 0,0 0 15,0 0-15,0 0 0,0 0 0,0 0 0,0 0 0,0 0 47,0 0-47,0 0 0,0 0 0,0 0 0,0 0 0,0 0 16,0 0-16,0 0 0,0 0 0,0 0 0,0 0 0,0 0 0,0 0 0,0 0 0,0 0 0,0 0 0,0 0 0,0 0 0,0 0 0,0 0 0,0 0 0,0 0 15,0 0-15,0 0 0,0 0 0,0 0 0,0 0 0,0 0 16,0 0-16,0 0 15,0 0-15,0 0 0,0 0 0,0 0 0,0 0 0,0 0 0,0 0 16,0 0-16,0 0 0,0 0 0,0 0 0,0 0 0,0 0 0,0 0 16,0 0-16,0 0 0,0 0 0,0 0 0,0 0 0,0 0 15,0 0-15,0 0 0,0 0 0,0 0 0,25 0 0,-25 0 16,0 0-1,0 0-15,0 0 0,25 0 0,-25 0 0,0 0 0,0 0 0,25 0 0,-25 0 0,0 0 47,149 0 31,-124 0-78,-25 0 0,24 0 0,-24 0 16,25 0-16,-25 0 0,25 0 0,-25 0 0,0 0 0,25 0 0,-25 0 0,25 0 0,-25 0 0,0-25 0,24 25 15,-24 0-15,0 0 0,0 0 0,25 0 0,-25 0 0,0 0 0,0 0 16,0 0-16,0 0 0,0 0 0,0 0 0,0 0 0,0 0 0,0 0 0,0 0 0,0 0 0,0 0 0,0 0 0,0 0 16,0 0-16,0 0 0,0 0 0,0 0 0,0 0 0,0 0 0,0 0 0,0 0 0,0 0 0,0 0 0,0 0 0,0 0 0,0 0 0,0 0 15,0 0-15,0 0 0,0 0 0,0 0 0,0 0 0,0 0 16,0 0-16,0 0 62,-25 0-62,25-25 0,0 25 0,0 0 0,-24 0 0,24 0 0,0-24 0,0 24 0,0 0 0,-25 0 0,25-25 0</inkml:trace>
  <inkml:trace contextRef="#ctx0" brushRef="#br0" timeOffset="624999.7479">5904 7417 0,'0'0'16,"0"0"-16,0 0 0,0 0 0,0 0 0,0 0 0,0 0 15,0 0-15,0 0 0,0 0 0,0 0 172,0 0-172,0 0 0,0 0 0,0 0 0,0 0 0,0 0 15,0 0-15,0 0 0,0 0 0,0 0 0,0 0 0,0 0 0,0 0 0,0 0 0,0 0 0,0 0 0,0 0 0,0 0 0,0 0 0,0 0 0,0 0 0,0 0 0,0 0 0,0 0 0,0 0 0,0 24 0,0-24 0,0 0 0,-25 0 16,25 0-16,0 0 0,0 0 0,0 25 16,0-25-16,0 0 0,0 0 15,0 25-15,0-25 0,0 25 0,0-25 0,0 0 0,0 25 16,0-25-16,0 24 0,0-24 0,0 25 0,0 0 0,0-25 15,0 25-15,0-25 0,0 25 0,-25-25 0,25 24 16,0 1-16,0-25 0,0 25 0,0-25 0,0 25 0,0-25 0,0 25 0,0-25 0,0 24 0,0-24 0,0 25 0,0-25 0,0 25 0,0-25 0,0 25 0,0-25 16,0 0-16,0 25 0,0-25 0,0 0 0,0 24 0,0-24 0,0 0 0,0 0 0,0 25 0,0-25 15,0 0-15,0 0 0,0 0 0,0 25 0,0-25 0,0 0 16,0 0-16,0 0 0,0 0 0,0 0 0,0 0 0,0 0 31,0 0-31,0 0 0,0 0 0,0 0 0,0 0 0,0 0 0,0 0 0,0 0 16,0 0-16,0 0 0,0 0 0,0 0 0,0 0 0,0 0 0,0 0 15,0 0-15,0 0 0,0 0 0,0 0 0,0 0 0,0 0 0,0 0 16,0 0-1,0 0-15,0 0 0,0 0 0,0 0 16,0 0-16,0 0 0,0 0 0,25 0 0,-25 0 0,0 0 16,0 0-16,0-25 0,0 25 0,0 0 0,0 0 0,0-25 0,0 25 0,0 0 15</inkml:trace>
  <inkml:trace contextRef="#ctx0" brushRef="#br0" timeOffset="627162.8716">7665 7417 0,'0'0'15,"0"0"-15,0 0 0,0 0 0,0 0 0,0-25 0,0 25 16,0 0-16,0 0 0,-25 0 0,25 0 16,0 0-16,0 0 0,0 0 62,0 0-62,0 0 0,0 0 156,-124 0-156,99 0 0,25 0 0,0 0 0,0 0 0,0 0 0,0 0 0,-25 0 16,25 0-16,0 0 0,0 0 0,0 0 0,0 0 0,0 0 0,-25 0 0,25 0 15,0 0-15,0 0 0,0 25 0,0-25 0,0 0 0,0 0 0,-24 0 0,24 0 0,0 0 0,0 0 0,0 0 0,0 0 0,0 0 0,0 0 0,0 0 0,0 0 0,0 0 16,0 24-16,-25-24 0,25 0 0,0 0 0,0 0 15,0 0-15,0 0 0,0 0 0,0 25 0,0-25 0,0 0 0,0 0 0,0 0 0,-25 25 0,25-25 0,0 0 0,0 0 0,0 25 0,0-25 0,0 0 0,0 0 0,0 0 0,0 25 0,0-25 0,0 0 16,0 0-16,0 0 0,-25 24 0,25-24 0,0 0 0,0 0 16,0 25-16,0-25 15,0 0-15,0 0 0,0 0 0,0 25 0,0-25 16,0 0-16,0 0 0,0 25 0,0-25 0,0 0 0,0 0 0,0 0 15,0 25-15,0-25 0,0 0 0,0 0 16,25 0-16,-25 24 0,0-24 0,0 0 0,0 0 47,0 25-32,0-25-15,0 0 0,0 0 0,0 0 0,0 25 0,0-25 0,0 0 0,0 0 0,0 0 0,0 25 0,25-25 0,-25 0 0,0 0 0,0 0 0,0 25 0,0-25 0,0 0 0,25 0 0,-25 0 0,0 24 0,0-24 0,0 0 0,0 0 0,24 0 0,-24 25 16,0-25-16,0 0 0,0 0 0,25 0 0,-25 0 0,0 0 31,0 0-31,25 25 0,-25-25 0,0 0 0,0 0 0,0 0 0,25 0 16,-25 0-16,0 0 0,0 0 0,25 0 0,-25 0 0,0 25 15,24-25-15,-24 0 0,0 0 0,0 0 0,25 0 0,-25 0 0,0 0 16,25 0-16,-25 0 0,0-25 0,25 25 0,-25 0 0,0 0 16,0 0-1,25 0-15,-25 0 0,0 0 0,24 0 0,-24 0 0,0 0 0,25 0 16,-25-25-16,0 25 0,25 0 0,-25 0 0,0 0 0,25 0 827</inkml:trace>
  <inkml:trace contextRef="#ctx0" brushRef="#br0" timeOffset="628833.9672">7615 7317 0,'0'0'0,"0"0"15,0 0-15,0 0 0,0 0 0,0 0 0,0 0 16,0 0-16,0 0 16,0 0-16,0 0 0,0 0 0,0 0 0,0 0 0,0 0 15,0 0-15,0 0 0,0 0 0,0 0 0,0 0 0,0 0 0,0 0 16,0 0-1,0 0-15,0 0 0,0 0 0,0 0 0,0 0 0,0 0 0,0 0 0,0 0 0,0 0 16,0 0-16,0 0 0,0 0 0,0 0 0,0 0 0,0 0 0,0 0 16,0 0-16,0 0 15,0 0-15,0 0 0,0 0 0,0 0 16,0 0-16,0 0 0,0 0 0,0 0 0,0 0 0,0 0 0,0 0 0,0 0 15,0 0-15,0 0 0,0 0 0,0 0 0,0 0 0,0 0 0,0 0 16,0 0-16,0 0 0,0 0 0,0 0 0,0 0 0,0 0 62,0 0-62,0 0 0,0 0 0,0 0 0,0 0 0,0 0 0,0 0 0,0 0 0,0 0 0,0 0 16,0 0-16,0 0 0,0 0 0,0 0 0,0 0 0,0 0 0,0 0 0,0 0 16,0 0-16,0 0 15,0 0-15,0 25 0,0-25 0,0 0 0,0 0 0,0 0 0,0 0 16,25 0-16,-25 0 0,0 0 0,0 0 0,0 0 0,0 0 0,0 0 0,0 25 0,0-25 0,25 0 0,-25 0 0,0 0 15,0 0-15,0 0 0,0 0 0,0 0 0,0 0 0,24 0 0,-24 25 0,0-25 0,0 0 0,0 0 16,0 0-16,25 0 0,-25 0 0,0 25 0,0-25 0,0 0 16,25 0-1,-25 0-15,0 24 0,0-24 0,0 0 0,0 0 0,25 25 0,-25-25 16,0 0-16,0 0 0,0 0 0,0 25 0,0-25 0,25 0 15,-25 0-15,0 0 0,0 25 0,0-25 0,0 0 0,0 0 0,0 0 16,24 0-16,-24 0 0,0 25 0,0-25 0,0 0 0,0 0 31,0 0-31,0 0 0,0 0 0,0 24 0,0-24 0,0 0 0,0 0 0,0 0 0,0 0 0,0 25 0,0-25 16,0 0-16,0 0 0,0 0 0,0 0 0,0 0 15,0 25-15,0-25 0,0 0 0,0 0 0,0 0 0,0 25 16,0-25-16,0 0 0,0 0 0,0 0 47,0 0-32,0 25 141,-74 74-156,74-99 0,0 0 0,0 0 0,0 0 0,0 0 0,0 0 0,-25 0 0,25 0 0,0 0 0,0 0 0,0 0 0,0 0 0,0 25 0,0-25 0,-25 0 0,25 0 0,0 0 0,0 0 0,0 0 0,0 0 0,-24 0 16,24 0-16,0 0 0,0 0 0,0 0 0,0 24 0,0-24 0,-25 0 0,25 0 0,0 0 0,0 0 0,0 0 0,0 0 0,0 0 0,0 0 0,0 0 0,-25 0 0,25 25 16,0-25-16,0 0 0,0 0 0,0 0 0,0 0 0,0 0 0,0 0 0,0 0 15,0 0-15,-25 0 16,25 25-16,0-25 0,0 0 0,0 0 0,0 0 0,0 0 0,0 0 15,0 0-15,-25 0 16,25 0-16,0 0 0,0 0 0,0 25 0,0-25 0,0 0 0,0 0 16,0 0-16,0 0 0,0 0 0,-24 0 0,24 0 0,0 0 15,0 0-15,0 0 0,0 0 0,0 0 0,0 0 0,0 0 0,0 0 16,0 0-16,0 0 0,0 0 0,0 0 0,0 0 0,0 0 15,0 0-15,0 0 0,0 0 0,0 0 0,0 0 16,0 0-16,0 0 16,0 0-16,0 0 0,0 0 0,0 0 0,-25 0 0,25 0 0,0 0 15,0 0-15,0 0 0,0 0 0,0 0 0,0 0 0,0-25 47,0 25-47,0 0 0,0 0 0,0 0 0,0 0 0,25-25 0,-25 25 16,0 0-16,0 0 15,0-25-15,0 25 0,0 0 0,24 0 0,-24-24 16</inkml:trace>
  <inkml:trace contextRef="#ctx0" brushRef="#br0" timeOffset="630480.0614">7813 7293 0,'0'0'0,"0"0"0,0 0 0,0 0 0,0 0 0,0 0 0,0 0 16,0 0-16,0 0 0,0 0 0,0 0 0,0 0 0,0 0 0,0 0 0,0 0 0,0 0 0,0 0 0,0 0 0,0 0 0,0 0 0,0 0 0,0 0 0,0 0 0,0 0 0,0 0 0,0 0 0,0 0 0,0 0 0,0 0 0,0 0 0,0 0 0,0 0 0,0 0 0,0 0 0,0 0 0,-24 0 15,24 0-15,0 0 0,0 0 16,0 0-16,0 0 0,0 0 0,0 0 0,0 0 0,0 0 0,0 0 0,0 0 15,0 0-15,0 24 0,0-24 0,0 0 0,0 0 0,-25 0 0,25 0 16,0 0-16,0 0 0,0 0 0,0 0 0,0 0 0,0 0 16,0 0-16,0 0 0,0 0 0,0 0 15,0 0-15,0 0 0,0 0 31,0 0-31,0 0 0,-25 0 0,25 25 0,0-25 16,0 0-16,0 0 0,0 0 0,0 0 0,0 0 0,0 0 0,0 0 0,0 0 0,0 0 0,0 0 0,-25 0 0,25 0 0,0 0 0,0 25 16,0-25-16,0 0 0,0 0 0,0 0 0,0 0 0,0 0 0,0 0 15,0 0-15,0 0 0,0 25 0,-25-25 16,25 0-16,0 0 0,0 0 15,0 0-15,0 0 0,0 0 0,0 0 0,0 0 16,0 25-16,0-25 0,-24 0 0,24 0 0,0 0 0,0 0 0,0 24 0,0-24 16,0 0-16,0 0 0,0 0 0,-25 25 0,25-25 15,0 0-15,0 0 0,0 0 0,0 0 0,0 25 0,0-25 0,-25 0 16,25 0-16,0 0 0,0 0 0,0 25 0,0-25 0,0 0 31,0 0-31,-25 0 0,25 25 0,0-25 0,0 0 0,0 0 0,0 24 16,0-24-16,0 0 0,-25 0 0,25 0 0,0 25 0,0-25 0,0 0 15,0 0-15,0 25 0,-24-25 16,24 0-16,0 0 0,0 25 0,0-25 0,0 0 0,0 0 218,-100 173-218,100-173 0,0 0 0,0 25 0,0-25 0,0 0 0,0 0 16,0 0-16,-24 0 0,24 0 0,0 0 0,0 25 0,0-25 0,0 0 0,0 0 0,0 0 0,0 0 0,0 0 0,0 0 0,0 0 0,0 0 0,0 0 0,0 0 0,0 0 0,0 0 0,0 0 15,0 0-15,0 0 0,0 0 0,0 0 0,0 0 0,0 0 0,0 0 0,0 0 0,0 0 0,0 0 0,0 0 0,0 0 0,0 0 0,0 0 0,0 25 0,0-25 0,0 0 0,0 0 0,0 0 0,0 0 16,-25 0-16,25 0 0,0 0 0,0 0 16,0 0-16,0 0 0,0 0 0,0 25 15,0-25-15,0 0 0,0 0 0,0 0 0,0 0 0,0 0 0,0 0 0,-25 0 16,25 0-16,0 0 0,0 24 0,0-24 0,0 0 0,0 0 0,0 0 15,0 0-15,0 0 0,0 0 0,0 0 0,0 0 0,0 0 16,0 0 0,0 0-16,0 0 0,0 25 0,-25-25 0,25 0 0,0 0 0,0 0 15,0 0-15,0 0 0,0 0 0,0 0 0,0 0 0,0 0 16,0 0-16,0 0 0,0 0 0,0 0 0,0 25 0,0-25 0,0 0 0,0 0 31,0 0-31,0 0 0,-25 0 0,25 0 0,0 0 0,0 0 0,0 0 16,0 25-16,0-25 0,0 0 0,0 0 0,0 0 0,0 0 15,0 0-15,0 0 0,0 0 0,0 0 0,0 0 0,0 0 16,0 0-16,0 0 0,0 0 0,0 0 0,0 0 0,0 0 0,0 0 15,0 0 173</inkml:trace>
  <inkml:trace contextRef="#ctx0" brushRef="#br0" timeOffset="633054.2086">8979 7714 0,'0'0'0,"0"0"0,0 0 0,0 0 16,0 0-1,0 0-15,0 0 0,0 0 0,0 0 0,0 0 16,0 0-16,0 0 0,0 0 0,0 0 0,0 0 15,0 0-15,0 0 16,0 0-16,0 0 0,0 0 0,0 0 16,0 0-16,0 0 0,0 0 0,0 0 0,0 0 0,0 0 15,0 0-15,0 0 0,0 0 16,0 0-1,0 0-15,0 0 0,0 0 0,0 0 0,0 0 0,0 0 0,0 0 0,0 0 0,0 0 0,0 0 16,0 0 0,0 0-16,0 0 0,0 0 0,0 0 0,0 0 0,0 0 0,0 0 0,0 0 0,0 25 0,0-25 0,0 0 0,0 0 15,25 0-15,-25 0 0,0 0 0,0 0 0,0 0 0,0 0 0,0 25 0,0-25 0,0 0 0,0 0 0,25 0 0,-25 0 0,0 25 0,0-25 0,0 0 0,0 0 0,0 0 0,25 24 16,-25-24-16,0 0 0,0 0 0,0 25 15,25-25 1,-25 0-16,0 0 0,0 25 0,0-25 0,0 0 0,24 0 16,-24 0-16,0 25 15,0-25-15,0 0 0,0 0 0,0 0 16,0 0-16,0 0 15,0 0-15,0 0 0,25 25 0,-25-25 0,0 0 0,0 0 0,0 0 500</inkml:trace>
  <inkml:trace contextRef="#ctx0" brushRef="#br0" timeOffset="634591.2964">9426 7565 0,'0'0'0,"0"0"0,0 0 0,0 0 0,25 25 0,-25-25 0,0 0 16,0 0-16,0 0 0,0 0 0,0 0 0,0 0 16,0 0-16,0 0 0,0 0 0,0 0 0,0 0 0,0 0 15,0 0-15,0 0 0,0 0 0,0 0 0,0 0 16,0 0-16,0-25 0,0 25 0,0 0 0,0 0 15,0 0 1,0 0-16,0 0 0,0 0 0,0 0 16,0 0-16,0 0 0,0 0 0,0 0 0,0 0 0,0 0 0,0 0 0,0 0 0,0 0 0,0 0 0,0 0 15,0 0-15,0 0 0,0 0 0,0 0 0,0 0 0,0 0 16,0 0 109,0 0-125,0 0 0,0 0 0,0 0 0,0 0 0,0 0 15,0 0-15,0 0 0,0 0 16,0 0-16,0 0 0,0 0 0,0 0 15,0 0-15,0 0 0,0 0 0,0 0 0,0 0 0,0 0 0,0 0 0,0 0 0,0 0 0,0 0 0,0 0 94,0 0-94,0 0 0,0 0 0,0 0 0,0 0 0,0 0 0,0 25 0,-25-25 0,25 0 0,0 0 0,0 0 0,0 0 0,0 0 0,0 0 0,0 0 0,0 0 0,0 25 16,0-25-16,0 0 0,0 0 0,0 0 0,-25 0 0,25 25 0,0-25 0,0 0 0,0 0 0,0 0 0,0 0 0,0 25 0,-25-25 0,25 0 0,0 0 0,0 0 15,0 24-15,0-24 0,0 0 0,0 0 0,-25 0 0,25 0 0,0 25 0,0-25 0,0 0 0,0 0 0,0 25 0,-24-25 0,24 0 16,0 0-16,0 0 0,0 25 0,0-25 0,0 0 0,-25 0 15,25 0-15,0 0 0,0 25 0,0-25 0,0 0 0,0 0 0,0 0 16,0 24-16,0-24 16,0 0-16,0 0 0,0 0 0,-25 0 15,25 0-15,0 25 0,0-25 0,0 0 0,0 0 0,0 0 0,0 0 16,0 0-16,0 25 0,0-25 0,0 0 0,0 0 0,-25 0 0,25 25 0,0-25 15,0 0 1</inkml:trace>
  <inkml:trace contextRef="#ctx0" brushRef="#br0" timeOffset="636537.4078">9674 7590 0,'0'0'0,"0"0"15,0 0-15,0 0 0,0 0 0,0 0 0,0 0 16,0 0-16,0 0 0,0 0 0,0 0 0,0 0 0,0 0 0,0 0 16,0 0-16,0 0 0,0 0 0,0 0 0,0-25 0,0 25 202,0 25-202,0-25 0,0 0 0,0 0 0,0 0 16,0 0-16,0 25 0,0-25 0,0 0 0,0 0 0,0 25 0,0-25 0,0 25 0,0-25 0,0 0 0,0 24 0,0-24 0,0 25 0,0-25 0,0 25 0,0-25 0,25 25 0,-25-25 0,0 0 0,0 25 0,0-25 16,0 24-16,0-24 0,0 0 0,0 25 0,0-25 0,0 25 0,0-25 0,0 0 0,0 0 15,0 25-15,0-25 0,0 0 0,0 0 0,0 0 0,0 25 0,0-25 0,0 0 0,0 0 0,0 0 0,0 0 0,0 0 16,0 24-16,0-24 0,0 0 0,0 0 0,0 0 0,0 0 15,0 0-15,0 0 0,0 0 0,0 0 0,0 0 0,0 0 16,0 0-16,0 0 0,0 0 0,0 0 0,0 0 0,0 0 0,0 0 16,0 0-16,0 0 0,0 0 0,0 0 0,0 0 15,0 0-15,0 0 16,0 0-16,0 0 15,0-24-15,0 24 0,0 0 0,0 0 0,-25 0 0,25 0 0,0 0 16,0-25 0,0 25-16,0 0 0,0 0 0,0 0 0,0 0 0,0-25 0,0 25 0,0 0 0,0 0 15</inkml:trace>
  <inkml:trace contextRef="#ctx0" brushRef="#br0" timeOffset="638206.5033">9699 7317 0,'0'0'16,"0"0"-16,0 0 0,0 0 0,0 0 0,0 0 0,0 0 15,0 0-15,0 0 16,0 0-16,0 0 0,0 0 0,0 0 0,0 0 0,0 0 15,0 0 609,24 25-249</inkml:trace>
  <inkml:trace contextRef="#ctx0" brushRef="#br0" timeOffset="639154.5575">9847 7069 0,'0'0'0,"0"0"0,0 0 0,0 0 0,0 0 16,0 0-16,0 0 0,0 0 0,0 0 15,0 0-15,0 0 0,0 0 0,0 0 16,0 0-16,0 0 0,0 0 0,0 0 0,0 0 0,0 0 0,0 0 15,0 0-15,0 0 0,0 0 0,0 0 0,0 0 0,0 0 16,0 0-16,0 0 0,0 0 0,0 0 0,0 0 0,0 0 16,0 25-1,0-25-15,0 0 0,0 0 0,0 0 0,0 0 0,0 0 16,0 0-16,0 0 0,0 0 0,0 0 0,0 0 15,25 25-15,-25-25 0,0 0 0,0 0 0,0 0 0,0 0 0,0 25 16,0-25-16,0 0 0,25 0 0,-25 0 0,0 25 0,0-25 0,25 0 0,-25 24 16,0-24-16,0 0 0,25 0 0,-25 25 15,0-25-15,24 0 16,-24 0-16,0 25 0,25-25 0,-25 0 15,25 25-15,-25-25 0,0 0 0,0 0 0,25 25 0,-25-25 0,0 0 0,0 0 0,25 0 0,-25 0 0,0 24 0,0-24 0,0 0 0,0 0 0,0 0 0,25 0 0,-25 0 0,0 0 0,0 0 0,0 0 0,0 0 16,0 0-16,0 0 0,0 0 0,0 0 0,0 0 0,0 0 0,0 0 0,0 0 16,0 0-16,0 0 0,0 0 0,0 0 0,0 0 0,0 0 15,0 0-15,0 0 0,0 0 0,0 0 0,0 0 0,0 0 0,0 0 0,0 0 0,0 0 0,0 0 16,0 0-16,0 0 0,-25 0 0,25 0 0,0-24 0,0 24 0,0 0 0,0 0 0,0 0 0,0 0 0,0 0 0</inkml:trace>
  <inkml:trace contextRef="#ctx0" brushRef="#br0" timeOffset="642005.7206">11683 7417 0,'0'0'16,"0"0"-16,0 0 15,0 0-15,0 0 0,0 0 0,0-25 0,0 25 16,0 0-16,0 0 0,0 0 0,0 0 0,0 0 0,0 0 15,0 0-15,0 0 0,0 0 0,0 0 0,0 0 0,25 0 0,-25 0 16,0 0-16,0 0 0,0 0 0,0 0 0,0 0 0,0 0 16,0 0-16,0 0 0,0 0 0,0 0 0,0 0 0,0 0 0,0 0 31,0 0-31,-25 0 0,25 0 0,0 0 0,0 0 0,0 0 0,0 0 15,0 0-15,0 0 0,0 0 0,0 0 0,0 0 0,0 0 0,0 0 16,0 0-16,0 0 0,0 0 0,0 0 0,0 0 0,0 0 0,0 0 16,0 0 77,0 0 63,-174 99-156,174-99 0,0 0 0,0 0 16,-24 0-16,24 0 0,0 0 0,0 25 0,0-25 15,0 0-15,0 0 0,0 0 0,0 0 0,0 25 0,0-25 0,0 0 0,0 0 0,-25 24 0,25-24 16,0 0-16,0 25 0,0-25 0,0 0 16,0 25-16,0-25 0,0 25 15,0-25-15,0 0 0,0 25 0,0-25 0,25 0 0,-25 24 16,0-24-16,0 0 0,0 25 0,0-25 0,0 0 15,0 25-15,0-25 0,0 0 0,0 25 0,0-25 0,0 0 16,24 25-16,-24-25 0,0 24 0,0-24 0,0 0 0,0 0 0,0 25 0,0-25 16,25 0-16,-25 25 0,0-25 0,0 0 0,0 25 0,0-25 0,0 0 0,0 25 0,25-25 0,-25 0 0,0 24 0,0-24 0,0 0 0,0 25 0,0-25 15,25 0-15,-25 25 0,0-25 0,0 0 0,0 0 0,0 25 0,25-25 0,-25 0 0,0 25 0,0-25 0,0 0 0,0 0 0,0 25 16,0-25-16,0 0 0,0 0 0,24 24 0,-24-24 0,0 0 0,0 0 0,0 0 0,0 25 0,0-25 0,0 0 0,0 0 0,0 0 15,0 0-15,0 0 0,0 0 0,0 0 749</inkml:trace>
  <inkml:trace contextRef="#ctx0" brushRef="#br0" timeOffset="644398.8575">11981 7640 0,'0'0'16,"0"0"-16,0 0 0,0 0 0,0 0 0,0 0 0,0 0 0,0 0 0,0 0 0,0 0 0,0 0 0,0 0 15,0 0-15,0 0 0,0 0 0,0 0 0,0 0 0,0 0 0,0 0 0,0 0 0,0 0 0,0 0 0,0 0 0,0 0 0,0 0 0,0 0 16,0 0-16,0 0 0,0 0 0,0 0 0,0 0 0,0 0 0,0 0 0,0 0 0,0 0 16,0 0-16,0 0 0,0 0 0,0 0 0,0-25 0,0 25 0,0 0 0,0 0 0,0 0 15,0 0-15,-25 0 16,25 0-16,0 0 0,0 0 0,0 0 0,0 0 0,0 0 0,0 0 0,0 0 0,0 0 0,0 0 0,0 0 0,0 0 0,0 0 0,0 0 0,0 0 0,0 0 15,0 0-15,0 0 0,0 0 0,0 0 0,0 0 0,0 0 32,-25 0-32,25 0 0,0 0 0,0 0 0,0 0 0,0 0 15,0 0-15,0 0 0,0 0 0,0 0 16,0 0-16,0 0 0,-25 0 0,25 0 0,0 0 0,0 0 0,0 0 0,0 0 15,0 25-15,0-25 0,-25 0 0,25 0 0,0 0 0,0 0 0,0 0 0,0 0 16,0 0 31,0 0-47,0 0 0,-24 25 0,24-25 0,0 0 0,0 0 0,0 0 15,0 0-15,0 0 0,0 0 0,0 0 0,0 24 0,0-24 0,0 0 0,0 0 0,0 0 0,-25 0 16,25 0-16,0 25 0,0-25 0,0 0 0,0 0 0,0 0 0,0 25 0,0-25 16,0 0-16,0 0 0,0 0 0,0 25 0,0-25 0,0 0 0,0 0 15,0 25-15,25-25 0,-25 0 0,0 0 0,0 24 0,0-24 0,0 0 16,0 0-16,0 0 0,0 25 15,0-25-15,0 0 0,0 0 0,0 25 0,24-25 16,-24 0-16,0 0 0,0 0 0,0 25 0,0-25 0,0 0 0,25 0 0,-25 0 0,0 0 16,0 0-16,0 25 0,0-25 0,25 0 0,-25 0 0,0 0 0,0 0 0,0 0 0,0 24 15,0-24-15,0 0 16,25 0-16,-25 0 0,0 0 0,0 0 0,0 0 15,0 0-15,0 0 0,0 0 0,0 25 0,25-25 0,-25 0 16,0 0-16,0 0 0,0 0 0,0 0 0,0 0 0,0 0 0,0 0 16,24 0-16,-24 0 0,0 0 0,0 0 15,0 0 1,0 0-16,0 0 0,0 0 0,0 0 0,25 25 0,-25-25 0,0 0 0,0 0 0,0 0 0,0 0 15,0 0-15,25 0 0,-25 0 0,0 0 0,0 0 0,0 0 0,0 0 234,149-174-218,-149 174 15,-25-24-31,25 24 0,0 0 0,0 0 0,0-25 0,0 25 0,0 0 0,0 0 0,0 0 0,0-25 0,-25 25 0,25 0 0,0 0 0,0 0 0,0-25 0,0 25 0,0 0 0,-25 0 0,25-25 0,0 25 0,0 0 0,0 0 0,0 0 0,0-24 16,0 24-16,0 0 0,-24 0 0,24 0 0,0-25 0,0 25 31,0 0-31,0 0 0,0 0 0,0 0 0,0 0 0,0 0 0,0 0 16,0 0-16,0 0 0,0-25 0,0 25 0,0 0 0,0 0 0,-25 0 0,25 0 0,0 0 0,0 0 0,0 0 15,0-25-15,0 25 0,0 0 0,0 0 0,0 0 0,0 0 0,-25 0 0,25 0 0,0-25 0,0 25 0,0 0 0,0 0 0,0 0 16,0 0-16,0 0 0,0 0 0,0 0 15,0 0 1,0 0-16,-25-24 0,25 24 0,0 0 733</inkml:trace>
  <inkml:trace contextRef="#ctx0" brushRef="#br0" timeOffset="645336.9111">12700 7838 0,'0'0'0,"0"0"15,0 0-15,0 0 0,0 0 0,0 0 0,0 0 0,0 0 63,0 0-63,0 0 46,-25 0 48,25 0-78,0 0-16,0 0 0</inkml:trace>
  <inkml:trace contextRef="#ctx0" brushRef="#br0" timeOffset="645846.9403">12626 8136 0,'0'0'0,"0"0"0,0 0 0,0 0 16,0 0-16,0 0 0,0 0 0,0 0 0,0 0 0,0 0 15,0 0 1,0 0-16,0 0 0,0 0 0,0 0 0,0 0 0,0 0 15,0 0-15,0 0 0,0 0 0,0 0 0,0 25 0,0-25 0,0 0 0,0 0 0,24 0 32,-24 0-32,0 0 0,0 0 0,0 0 0,0 0 0,0 0 0,0 0 0,25 0 15,-25 0-15,0 25 0,0-25 0,0 0 0,0 0 0,0 0 0,0 0 16,0 0-16,0 0 0,25 24 0,-25-24 0,0 0 0,0 0 0,0 0 31,0 25-31,0-25 16,0 0-16,0 0 0,0 0 0,0 25 0,0-25 15,0 0-15,0 0 0,0 0 16,0 25-16,-149 74 140,124-99-140,25-25 0,0 25 0,0 0 0,0 0 0,0 0 16,0 0-16,0-25 0,0 25 0,0 0 0,0 0 0,0 0 0,0 0 0,0-24 0,0 24 0,0 0 0,25 0 0,-25-25 0</inkml:trace>
  <inkml:trace contextRef="#ctx0" brushRef="#br0" timeOffset="648130.0708">13271 7491 0,'0'0'16,"0"0"0,-25 0-16,25 0 0,0 0 0,0 0 0,0 0 0,0 0 0,0-25 15,0 25-15,0 0 0,0 0 0,0 0 0,0 0 0,0 0 0,0 0 63,0 0-63,0 0 0,0 0 0,0 0 0,0 0 0,0 0 0,0 0 0,0 0 0,0 0 0,0 0 0,0 0 0,-25-25 0,25 25 0,0 0 0,0 0 0,0 0 0,0 0 0,0 0 0,0 0 0,0 0 0,0 0 0,0 0 0,0 0 15,0 0 1,0 0-16,0 0 0,0 0 0,0 0 0,0 0 0,0 0 15,0 0-15,0 0 0,0 0 0,-25 0 0,25 0 0,0 0 16,0 0-16,0 0 0,0 0 0,0 0 0,0 0 0,0 0 0,0 25 16,0-25-16,0 0 0,0 0 0,0 0 0,0 0 0,0 0 15,0 0 1,-25 0-16,25 0 0,0 0 0,0 0 0,0 0 0,0 0 0,0 25 0,0-25 15,0 0-15,0 0 0,0 0 0,0 0 0,0 0 0,0 25 0,-25-25 16,25 0-16,0 0 0,0 0 0,0 0 0,0 25 0,0-25 16,0 0-16,0 0 0,0 0 15,0 0-15,0 24 0,0-24 0,0 0 0,0 0 0,0 0 0,0 0 0,0 25 234,75 198-234,-75-223 0,25 0 0,-25 0 0,0 0 0,0 25 0,0-25 0,0 0 0,0 0 0,0 0 0,25 0 0,-25 25 16,0-25-16,0 0 0,0 0 0,0 0 0,0 0 0,0 0 0,0 0 0,24 25 0,-24-25 0,0 0 0,0 0 0,0 0 0,0 0 0,0 0 15,0 0-15,0 0 0,25 0 0,-25 0 0,0 0 16,0 0-16,0 0 0,0 0 0,0 0 0,0 0 0,25 0 0,-25 0 16,0 0-16,0 0 0,0 0 0,0 0 0,0 0 0,25 0 0,-25 0 0,0 0 0,0 0 15,0 0-15,0 0 0,0 0 16,0 0-16,25 0 0,-25 0 0,0 0 0,0 0 0,0 0 0,0 0 0,0 0 0,0 0 0,0 0 0,0 0 0,0 0 0,24 0 0,-24 0 0,0 0 0,0 0 0,0 0 15,0 0-15,0 0 0,0 0 0,0 0 0,0 0 0,0 0 0,0 0 0,0 0 16,0 0-16,0 0 0,25 0 16,-25 0-16,0 0 0,0 0 0,0 0 15,0 0-15,0 0 0,0 0 0,0 0 0,0 0 0,0 0 16,0 0-16,25 0 0,-25 0 0,0 0 0,0 0 15,0 0-15,0 0 0,0 0 0,0 0 0,0 0 16,0 0-16,0 0 0,0 0 0,0 0 0,0 0 0,25-25 16,-25 25-16,0 0 0,0 0 0,0 0 0,0 0 0,0 0 0,0 0 0,25-25 15,-25 25-15,0 0 0,0 0 0,0 0 0,0-25 0,0 25 16,0 0-16,0 0 0,0 0 0,24 0 15,-24-24-15,0 24 0,0 0 16,0 0-16,0 0 0,0 0 0,0 0 0,0-25 0,0 25 0,0 0 16,0 0-16,0 0 0,0 0 0,0-25 0,0 25 0,-24 0 15,24 0-15,0 0 0,0-25 0,0 25 0,0 0 0,0 0 0,0 0 0,0-25 16,0 25-16,0 0 0,0 0 0,-25 0 0,25-24 0,0 24 31,0 0-31,0 0 0,0 0 0,0 0 0,0 0 0,0-25 0,0 25 16,-25 0-16,25 0 0,0 0 0,0-25 0,0 25 15,0 0-15,0 0 0,0 0 0,-25 0 0,25 0 858</inkml:trace>
  <inkml:trace contextRef="#ctx0" brushRef="#br0" timeOffset="649500.1492">14188 7838 0,'0'0'0,"0"0"16,0 0-16,0 0 0,0 0 0,0 0 0,0-25 15,0 25-15,0 0 0,-25 0 0,25 0 0,0 0 0,0 0 0,0 0 16,0 0-16,0 0 16,0 0-16,0 0 0,0 0 0,0 0 0,0 0 0,0 0 826</inkml:trace>
  <inkml:trace contextRef="#ctx0" brushRef="#br0" timeOffset="650420.2019">14163 8086 0,'0'0'16,"0"0"-16,0 0 0,0 0 0,0 0 15,0 0-15,0 0 0,0 0 0,0 0 0,0 0 0,0 0 0,0 0 0,0 0 0,0 0 0,0 0 0,0 0 0,0 0 0,0 0 0,0 0 0,0 0 0,0 0 0,0 0 16,0 0-16,0 0 0,0 0 0,0 0 0,0 0 0,0 0 0,0 0 0,0 0 0,0 0 0,0 0 0,0 0 0,0 25 0,0-25 0,0 0 0,0 0 16,0 0-16,0 0 0,0 0 0,0 0 0,0 25 0,0-25 15,0 0-15,0 0 0,0 0 0,0 25 0,0-25 16,0 0-16,0 25 0,0-25 15,0 0-15,0 0 0,0 24 0,0-24 16,0 0-16,0 25 0,0-25 0,0 0 0,0 25 16,0-25-16,0 0 0,-24 0 0,24 25 0,0-25 0,0 0 0,0 0 0,0 25 15,0-25-15,-25 0 0,25 0 0,0 24 0,0-24 16,-25 0-16,25 0 0,0 0 0,0 0 0,0 0 0,-25 25 15,25-25-15,0 0 0,0 0 0,-25 0 0,25 0 16,0 0-16,0 0 0,0 0 0,-24 0 0,24 0 0,0 0 16,0-25-16,0 25 0,0 0 0,0 0 31,0 0-31,0-24 0,0 24 0,0 0 0,0 0 0</inkml:trace>
  <inkml:trace contextRef="#ctx0" brushRef="#br0" timeOffset="651840.2824">14808 7541 0,'0'0'0,"0"0"15,-24 0-15,24 0 0,0 0 0,0 0 0,0 0 16,0 0-16,0 0 0,0 0 0,0 0 0,0 0 0,0 0 15,0 0-15,0 0 0,-25 0 0,25 0 0,0 0 0,0 0 16,0 0-16,0 0 0,0 0 0,0 0 0,0 0 0,0 0 16,0 0-16,0 0 15,-25 0-15,25 0 0,0 0 0,0 0 0,0 0 0,0 24 0,0-24 16,0 0-16,0 0 0,-25 0 0,25 0 0,0 0 0,0 0 15,0 0-15,0 0 0,0 0 0,0 25 0,-25-25 0,25 0 0,0 0 16,0 0 0,0 0-16,0 0 0,0 25 0,0-25 0,0 0 0,0 0 15,0 0-15,0 0 0,-24 25 0,24-25 0,0 0 0,0 0 16,0 25-16,0-25 0,0 0 0,0 0 0,0 24 0,0-24 15,0 0-15,0 0 0,0 25 0,0-25 16,0 0-16,0 0 0,0 25 0,0-25 0,0 0 0,0 0 16,0 0-16,0 25 0,0-25 0,0 0 0,0 0 0,0 25 15,0-25-15,0 0 0,0 0 0,0 24 0,0-24 0,24 0 16,-24 25-16,0-25 0,0 0 0,0 0 0,0 25 0,0-25 0,0 0 15,0 0-15,0 25 0,0-25 0,0 0 0,0 0 0,0 0 16,0 25-16,25-25 0,-25 0 0,0 0 0,0 0 16,0 24-16,0-24 0,0 0 0,0 0 0,0 0 15,0 0-15,0 0 0,25 0 16,-25 25-16,0-25 0,0 0 0,0 0 0,0 0 15,0 0-15,0 0 0,0 0 0,25 25 0,-25-25 0,0 0 16,0 0-16,0 0 0,0 0 0,0 0 0,25 0 0,-25 0 16,0 0-16,0 0 15,0 25-15,0-25 0,0 0 0,0 0 0,24 0 0,-24 0 0,0 0 0,0 0 16,0 0-16,0 0 0,25 0 0,-25 0 0,0 0 0,0 0 0,0 0 0,0 0 15,25 0-15,-25 0 0,0 0 0,0 0 0,0 0 0,25 0 32,-25 0-32,0 0 0,0 0 0,0 0 0,25 0 0,-25 0 0,0 0 0,0 0 0,0 0 15,24 0-15,-24 0 0,0 0 0,0 0 0,0 0 0,25 0 16,-25 0-16,0 0 0,0 0 0,0-25 0,0 25 15,0 0-15,0 0 0,25 0 0,-25 0 0,0 0 0,0 0 0,0 0 16,0-25-16,0 25 0,0 0 0,25 0 0,-25 0 0,0 0 16,0-25-1,0 25-15,0 0 0,0 0 0,0 0 0,25-24 0,-25 24 16,0 0-16,0 0 0,0-25 0,0 25 0,0 0 0,0 0 15,0 0-15,0-25 0,0 25 0,0 0 0,0 0 0,0-25 16,0 25-16,0 0 0,0 0 0,0-25 0,0 25 0,0 0 16,0 0-16,0-24 0,0 24 0,0 0 0,0-25 15,0 25-15,0 0 0,0 0 0,0-25 0,0 25 0,0 0 16,0-25-16,0 25 0,0 0 0,-25 0 0,25-25 0,0 25 15,0 0-15,0 0 0,0-24 0,0 24 0,0 0 0,0 0 16,0 0-16,0 0 16,-25-25-16,25 25 0,0 0 15,0 0-15,0 0 0,0 0 16,-25 0-16,25 0 0,0-25 0,0 25 0,0 0 0,-25 0 0,25 0 0,0 0 0,0 0 0,-24-25 0,24 25 0,0 0 0,0 0 15,-25 0-15,25 0 0,0 0 0,0 0 0,0 0 16,-25 0-16,25 0 0,0 0 0,0 0 0,0 0 16,-25 0-16,25 0 0,0 0 0,0 0 15,0 0-15,0 0 0,-25 0 0,25 0 0,0 0 0,0 0 16,0 0-16,0 0 0,0 0 0,0 0 0,0 0 0,-24 0 15,24 0-15,0 0 0,0 0 0,0 0 0,0 0 0,0 0 16,0 0-16,0 0 0,0 0 0,0 0 0,0 0 0,0 0 16,0 0-16,0 0 0,0 0 0,0 0 0,0 0 0,0 0 15,0 0-15,0 0 0,0 0 0,0 0 0,0 0 0,0 0 16,0 0-1,0 0-15,0 0 0,0 0 0</inkml:trace>
  <inkml:trace contextRef="#ctx0" brushRef="#br0" timeOffset="652315.3103">15528 7789 0,'0'0'0,"0"0"0,0 0 0,0 0 0,0 0 0,-25 0 15,25-25 1,0 25-16,0 0 0,0 0 0,0 0 0,0 0 0,0 0 15,0 0-15,0 0 0,0 0 0,0 0 0,0 0 16,0 0-16,0 0 0,0 0 0,0 0 0,0 0 0,0 0 0,0 0 16,0 0-16,0 0 15,0 0-15,0 0 16,0 0-16,0 0 0,0 0 0,0 0 15,0 0-15,0 0 0,0 0 0,0 0 0,0 25 0,0-25 0,0 0 0,0 0 0,0 0 0,0 0 0,0 0 0,0 24 16</inkml:trace>
  <inkml:trace contextRef="#ctx0" brushRef="#br0" timeOffset="652601.3266">15503 7987 0,'0'0'0,"0"0"15,0 0-15,25 0 0,-25 0 0,0 0 16,0 0-16,0 0 0,0 0 0,0 0 0,0 0 0,25 0 15,-25 25-15,0-25 0,0 0 0,24 0 0,-24 0 0,0 0 16,25 0-16,-25 0 0,0 25 0,25-25 0,-25 0 0,0 0 16,0 0-16,25 25 0,-25-25 0,0 0 0,0 0 0,0 0 15,0 24-15,0-24 0,0 0 16,0 0-16,0 25 0,0-25 0,0 0 0,0 0 0,0 25 0,-25-25 0,25 0 0,0 0 0,-25 25 15,25-25-15,-25 0 0,25 25 0,0-25 0,-24 0 16,24 0-16,0 0 16,-25 24-16,25-24 0,0 0 0,-25 0 15,25 0-15,0 0 0,0 0 16,0 0-16,-25 0 0</inkml:trace>
  <inkml:trace contextRef="#ctx0" brushRef="#br0" timeOffset="653605.384">16024 7565 0,'0'0'0,"0"0"0,0 0 0,0 0 15,0 0-15,0 0 0,0 0 16,0 0-16,0 0 0,-25 0 0,25 0 0,0 0 0,0 0 0,0 0 16,0 0-16,0 0 0,0 0 0,0 0 15,0 0-15,0 0 0,0 0 0,0 0 0,0 0 0,0 0 16,0 0-16,0 0 0,0 0 0,-25 0 0,25 0 0,0 0 15,0 0-15,0 0 0,0 0 0,0 0 0,0 0 0,0 0 0,0 0 16,-25 0-16,25 0 0,0 25 0,0-25 0,0 0 0,0 0 0,0 0 16,-24 0-16,24 25 0,0-25 0,0 0 0,0 0 15,0 0 1,0 25-16,0-25 0,0 0 0,-25 0 0,25 25 0,0-25 15,0 0-15,0 0 0,0 24 0,0-24 0,0 0 0,0 25 16,0-25-16,0 0 0,0 0 0,0 25 0,0-25 0,0 0 16,0 25-16,0-25 0,0 0 0,0 25 0,0-25 15,0 24-15,0-24 0,0 0 0,0 25 0,0-25 0,0 0 16,0 25-16,0-25 0,0 0 0,0 25 0,0-25 0,25 0 15,-25 25-15,0-25 0,0 0 0,0 24 0,0-24 0,0 0 16,0 0-16,24 25 16,-24-25-1,0 0-15,0 25 0,0-25 0,0 0 0,0 0 0,25 25 0,-25-25 0,0 0 0,0 0 0,0 0 0,0 0 0,25 25 0,-25-25 16,0 0-1,0 0-15,0 0 0,0 0 0,25 0 0,-25 0 0,0 0 0,0 0 0,0 0 0,25 0 0,-25 0 0,0 0 16,0 0-16,0 0 0,24 0 0,-24 0 0,0 0 0,0 0 16,0 0-16,25 0 0,-25 0 0,0-25 0,25 25 0,-25 0 15,0 0-15,0 0 0,25-25 0,-25 25 16,0 0-16,25 0 0,-25 0 15,0 0-15,0 0 0,0-25 0,24 25 16,-24 0-16,0 0 0,0 0 0,0 0 0,25-25 0,-25 25 16,0 0-16,0 0 0,0 0 0,0-24 0,0 24 0,0 0 15,25 0-15,-25 0 0,0-25 0,0 25 0,0 0 0,0-25 16,0 25-16,0 0 0,0 0 0,0-25 0,0 25 0,-25 0 15,25-25-15,0 25 0,0 0 0,0-24 0,0 24 0,0 0 16,0-25-16,0 25 0,0 0 0,-25-25 0,25 25 16,0 0-16,0 0 0,0-25 0,0 25 0,0 0 0,-24 0 15,24 0-15,0-25 0,0 25 0,0 0 0,-25 0 0,25-24 16,0 24-16,0 0 0,-25 0 0,25 0 0,0 0 15,0-25-15,-25 25 0,25 0 0,0 0 0,-25 0 0,25 0 16,0-25-16,0 25 0,0 0 16,0 0-16,-24 0 0,24 0 0,0 0 0,0 0 0,0 0 15,0 0-15,0-25 0,0 25 0,0 0 0,0 0 0,0 0 0,0 0 16,0 0-16,0 0 0,0 0 0,0 0 0,0 0 0,0 0 15,0 0-15,0 0 0,0 0 0,0 0 0,0 0 0,0 0 16,-25 0-16,25 25 0,0-25 0,0 0 16,0 0-16,0 0 0,0 0 0,0 0 0,0 0 15,25 25-15,-25-25 0,0 0 16,0 0-16,0 0 0,0 0 0</inkml:trace>
  <inkml:trace contextRef="#ctx0" brushRef="#br0" timeOffset="654099.4123">16446 7441 0,'0'0'16,"0"0"-16,0 0 0,0 0 0,0 0 0,0 0 15,0 0-15,0 0 0,0 0 16,0 0-16,24 0 0,-24 0 0,0 0 0,0 0 0,0 0 0,0 0 0,0 0 0,25 0 15,-25 0-15,0 0 16,0 0-16,25 25 0,-25-25 0,0 0 0,0 0 0,25 25 16,-25-25-16,0 0 0,25 25 0,-25-25 0,0 25 0,24-25 15,-24 0-15,0 24 0,25 1 0,-25-25 0,25 25 16,-25-25-16,0 25 0,0 0 0,25-1 0,-25-24 0,0 25 0,0 0 15,25-25-15,-25 25 0,0 0 0,0-25 0,0 24 16,0-24-16,0 25 0,0-25 0,0 25 0,0-25 0,0 25 16,0-25-16,0 25 0,0-25 0,0 0 0,0 24 0,0-24 15,0 25-15,0-25 0,-25 0 0,25 0 0,0 25 0,0-25 16,-25 0-16,25 25 0,0-25 0,0 0 0,-25 0 15,25 0-15,0 25 16,0-25-16,-25 0 0,25 0 0,0 0 0,0 0 0,-24 25 16,24-25-16,0 0 0,0 0 0,0 0 0,0 0 0,0 0 15,0 0-15,-25-25 0,25 25 0,0 0 0,0 0 0,0 0 16,0 0-16,0 0 0,0 0 0,0 0 0,25-25 0,-25 25 0,0 0 15</inkml:trace>
  <inkml:trace contextRef="#ctx0" brushRef="#br0" timeOffset="654987.4631">17785 7615 0,'0'0'16,"0"0"-16,0 0 0,0 0 0,-25 0 0,25 0 0,0 0 16,0 0-16,0 0 0,0 0 0,0-25 15,0 25-15,0 0 0,0 0 16,-25 0-16,25 0 0,0 0 0,0 0 0,0 0 0,0 0 15,0 0-15,-24 0 0,24 0 0,0 0 0,0 0 0,0 0 16,-25 0-16,25 0 0,0 0 0,-25 0 0,25 0 0,0 0 16,-25 0-16,25 0 0,0 0 0,-25 0 0,25 0 15,-24 0-15,24 0 0,0 0 0,-25 0 0,25 0 0,-25 0 0,25 0 16,0 0-16,-25 0 0,25 0 0,0 0 0,-25 0 0,25 0 15,0 0-15,-25 0 0,25 0 0,0 0 0,-24 25 16,24-25-16,0 0 16,0 0-16,-25 0 0,25 0 0,0 0 0,0 25 0,-25-25 0,25 0 15,0 0-15,0 25 0,0-25 0,0 0 0,-25 0 0,25 24 16,0-24-16,0 0 0,0 25 15,0-25-15,0 25 0,0-25 0,0 0 16,-25 25-16,25-25 0,0 25 0,0-25 0,0 24 0,0-24 0,0 0 16,25 25-16,-25-25 0,0 25 0,0-25 0,0 0 0,0 25 0,0-25 15,0 25-15,0-25 0,25 0 0,-25 24 0,0-24 0,0 0 0,0 0 16,0 25-16,25-25 0,-25 0 0,0 0 0,0 25 15,0-25-15,25 0 0,-25 0 0,0 0 0,0 25 0,24-25 16,-24 0-16,0 0 0,25 0 0,-25 0 0,25 25 0,-25-25 16,25 0-16,-25 0 0,0 0 0,25 0 15,-25 0-15,25 0 0,-1 0 0,-24 0 0,0 0 0,25 0 0,-25 0 16,25 0-16,-25 0 15,25-25-15,-25 25 0,25 0 0,-25 0 0,0 0 16,24 0-16,-24 0 0,25 0 0,-25 0 0,0 0 0,0 0 16,25 0-16,-25 0 0,0 0 0,25 0 0,-25 0 0,0 0 15,0-25-15,0 25 0,25 0 0,-25 0 0,0 0 16,0 0-16,0 0 0,0 0 0,0 0 0,0-25 0,0 25 15,0 0-15,0 0 0,0 0 0,0 0 0,0 0 0,0-25 0,0 25 16,0 0-16,0 0 0,-25 0 0,25 0 0,0-24 0,0 24 0</inkml:trace>
  <inkml:trace contextRef="#ctx0" brushRef="#br0" timeOffset="655327.4826">17363 7764 0,'0'0'15,"0"0"-15,0 0 0,0 0 0,0 0 0,0 0 0,0 0 16,0 0-16,0 0 0,0 0 0,0 0 0,0 0 15,0 0-15,25 0 0,-25 0 0,0 0 0,0 0 0,0 0 16,0 0-16,0 0 0,25 0 0,-25 0 0,0 0 0,0 25 0,0-25 16,25 0-16,-25 0 0,0 0 0,24 0 0,-24 0 15,0 0-15,25 0 0,-25 0 16,0 0-16,25 0 0,-25 0 0,25 0 0,-25 0 0,25 0 15,-25 0-15,25 0 0,-25 0 16,24 0-16,1 0 0,-25 0 0,25 0 0,0 0 0,-25 0 16,25 0-16,-25 0 0,24 0 0,1 0 0,-25 0 0,25 0 15,-25 0-15,25 0 0,-25 0 0,25 0 0,-25-25 0</inkml:trace>
  <inkml:trace contextRef="#ctx0" brushRef="#br0" timeOffset="656193.5321">18852 7516 0,'0'0'0,"0"0"15,0 0-15,0 0 0,0 0 0,-25-25 0,25 25 16,0 0-16,0 0 0,0 0 0,0 0 0,0-25 0,0 25 16,0 0-16,0 0 0,-25 0 0,25 0 0,0-25 15,0 25-15,0 0 0,0 0 0,0 0 0,-25 0 0,25 0 0,0 0 16,0 0-16,0 0 0,-25 0 0,25 0 0,0 0 15,0 0-15,-24 0 16,24 0-16,-25 0 0,25 0 0,0 0 0,-25 0 0,25 25 16,-25-25-16,25 0 0,0 0 0,-25 0 0,25 0 0,-24 0 0,24 0 15,0 25-15,0-25 0,-25 0 0,25 0 0,0 0 0,0 0 16,0 0-16,0 25 0,0-25 0,0 0 0,0 0 0,0 0 15,0 0-15,0 25 0,0-25 0,0 0 0,0 0 16,0 24-16,0-24 0,0 0 0,0 0 0,25 25 0,-25-25 16,0 0-16,0 0 0,0 25 0,24-25 0,-24 0 0,0 25 15,25-25-15,-25 0 0,25 25 0,-25-25 0,0 0 0,25 24 16,-25-24-16,25 0 0,-25 25 0,24-25 0,-24 0 15,25 25 1,-25-25-16,25 0 0,-25 25 0,25-25 0,-25 0 0,25 25 0,-25-25 16,0 0-16,24 0 0,-24 24 0,0-24 0,25 0 0,-25 0 0,0 0 15,0 25-15,0-25 0,25 0 0,-25 0 0,0 25 0,0-25 16,0 0-16,0 0 0,0 0 15,0 0-15,0 25 0,0-25 0,0 0 0,0 0 16,0 0-16,0 0 0,0 25 0,0-25 0,0 0 16,0 0-16,0 0 0,-25 0 0,25 0 0,0 0 0,0 0 15,0 24-15,0-24 0,-25 0 0,25 0 0,0 0 16,0 0-16,-24 0 0,24 0 0,0 0 0,-25 25 0,25-25 15,0 0-15,0 0 0,-25 0 0,25 0 16,0 0-16,-25 0 0,25 0 0,0 0 0,-25 0 0,25 0 16,0 0-16,-24 0 0,24 0 0,0 0 0,0 0 0,-25 0 15,25 0-15,0 0 0,0-25 0,-25 25 0,25 0 0,0 0 0,0 0 16,0-24-16,0 24 0,-25 0 0,25 0 0,0-25 0,0 25 15,0 0-15,0 0 0,0 0 0,0 0 0,0 0 0,0 0 16,0 0-16,0 0 0,0 0 0,0 0 0,0 0 16,0-25-16,0 25 0,0 0 0,0 0 0,0 0 0,0 0 15,0 0-15,0 0 16,0 0-16,0 0 0,0 0 0,0 0 0,0 0 15</inkml:trace>
  <inkml:trace contextRef="#ctx0" brushRef="#br0" timeOffset="658118.6422">2877 9227 0,'0'0'0,"0"0"16,0 0-16,0 0 0,0 25 0,0-25 0,0 0 15,0 0-15,0 0 0,0 0 0,0 0 16,0 0-16,0 0 0,0 0 0,0 0 16,0 0-16,0 0 0,0 0 0,0 0 15,0 0-15,0 0 0,0 0 0,0 0 0,0 0 0,0 0 0,0 0 0,0 0 0,0 0 16,0 0-16,0 0 0,0 0 0,0 0 0,0 0 0,0 0 15,25 0-15,-25 0 0,0 0 0,25 0 0,-25 0 0,0 0 16,25-25-16,-25 25 0,25 0 0,-25 0 0,24 0 0,-24 0 16,25 0-16,-25 0 15,25 0-15,0-24 0,-25 24 0,25 0 0,-25 0 0,0 0 0,24 0 0,-24 0 16,25 0-1,-25 0-15,0 0 0,0-25 0,25 25 0,-25 0 0,0 0 0,0 0 16,0 0-16,0 0 0,0 0 0,0 0 0,0 0 0,0 0 0,0 0 16,-25 0-16,25 0 0,0 0 0,0 0 0,0-25 0,0 25 15</inkml:trace>
  <inkml:trace contextRef="#ctx0" brushRef="#br0" timeOffset="658461.6618">3051 9079 0,'0'-25'0,"0"25"0,0 0 0,0 0 0,0 0 0,0 0 0,-25 0 0,25 0 15,0 0-15,0 0 0,0 0 0,0 0 16,0 0-16,0 0 0,0 0 16,0 0-16,0 0 0,0 0 0,0 0 0,0 0 15,0 0-15,0 0 0,0 0 0,0 0 0,0 0 0,0 0 16,0 25-16,0-25 0,0 0 0,0 0 0,0 24 0,25-24 0,-25 0 15,0 25-15,0-25 0,0 0 0,0 25 0,0-25 0,0 25 0,0-25 16,0 0-16,0 25 0,0-25 0,0 24 0,0-24 0,0 0 16,0 25-1,0-25-15,0 25 0,0-25 0,0 25 0,0-25 0,0 0 16,0 25-16,0-25 0,0 24 0,0-24 0,0 0 0,0 25 0,0-25 15,0 0-15,0 25 0,0-25 0,0 0 0,0 0 0,0 25 16,0-25-16,0 0 0,0 0 0,0 25 0,0-25 0,0 0 16,0 0 15,0 0-31,0 24 0,0-24 0,0 0 0,0 0 0,0 0 0,0 0 0,0-24 0,0 24 0,0 0 0,0 0 0,0 0 0</inkml:trace>
  <inkml:trace contextRef="#ctx0" brushRef="#br0" timeOffset="658896.6867">3299 9004 0,'0'0'0,"0"0"15,-25 0-15,25 0 0,0 0 0,0 0 0,0 0 16,0 0-16,0 0 0,0 0 0,0 0 0,0 0 0,0 0 16,0 0-16,0 0 0,25 0 0,-25 0 0,0 0 0,0 0 0,0 25 15,0-25-15,0 0 0,25 0 0,-25 0 0,0 0 16,0 0-16,25 0 0,-25 25 0,0-25 0,0 0 0,24 0 15,-24 0-15,0 0 0,25 25 0,-25-25 0,0 0 16,25 0-16,-25 0 0,25 24 16,-25-24-16,0 0 0,25 0 0,-25 0 0,24 25 15,-24-25-15,0 0 0,25 0 0,-25 0 0,0 25 0,25-25 16,-25 0-16,0 0 0,25 25 0,-25-25 0,0 0 0,0 0 0,0 25 15,0-25-15,0 0 0,0 0 0,0 24 0,0-24 16,0 25-16,0-25 0,-25 0 16,25 25-16,0-25 0,0 25 0,-25-25 0,25 0 15,0 25-15,-25-25 0,25 24 0,0-24 0,0 0 0,-24 25 16,24-25-16,0 25 0,0-25 0,-25 0 0,25 0 0,0 25 0,0-25 0,0 0 0,0 0 15,0 0-15,0 0 16,0 0-16,0 0 0,0 0 0,0 0 0,0 0 0,0 0 16,0 0-16,25 0 0,-25 0 0,0 0 0,0-25 15,0 25-15,24 0 0,-24 0 0</inkml:trace>
  <inkml:trace contextRef="#ctx0" brushRef="#br0" timeOffset="659654.73">4118 9029 0,'0'0'15,"0"-25"-15,0 25 0,0 0 31,0 0-31,0 0 0,0 0 0,0 0 0,0 0 0,0 0 0,0 0 0,0 0 0,0 0 0,0 0 0,0 0 0,0 0 0,0 0 0,0 0 0,0 0 16,0 0-16,0 0 0,0 25 0,0-25 0,0 0 16,0 0-1,0 0-15,0 25 0,0-25 0,0 0 0,0 0 0,0 25 16,0-25-16,0 0 0,0 24 0,0-24 0,0 25 0,0-25 15,0 0-15,0 25 0,0-25 16,0 25-16,0-25 0,0 0 0,0 25 0,0-25 0,0 0 0,0 24 16,0-24-16,24 0 0,-24 25 0,0-25 0,0 0 0,0 0 0,0 25 0,25-25 15,-25 0-15,0 0 0,0 0 0,0 0 0,0 0 16,25 0-16,-25 0 0,0 0 0,0 0 0,0 0 0,0 0 0,25 0 15,-25 0-15,0 0 0,0 0 0,25 0 16,-25 0-16,0-25 0,0 25 0,24 0 16,-24 0-16,0-25 0,0 25 0,0 0 0,25-24 15,-25 24-15,0 0 0,0-25 0,0 25 0,0 0 0,0-25 16,0 25-16,25-25 0,-25 25 0,0-25 0,0 25 0,0 0 15,0-24-15,0 24 0,0-25 0,0 25 0,0-25 16,0 25-16,0 0 0,0-25 0,0 25 0,0 0 0,0-25 0,0 25 0,0 0 16,0 0-16,0 0 0,0-25 0,0 25 15,0 0-15,0 0 0,0 0 0,0 0 0,0 0 0,0 0 0,0 0 16,0 0-16,0 0 0,0 0 0,0 0 0,0 0 15,0 0-15,0 0 0,0 0 0,0 25 0,0-25 0,0 0 16,0 0-16,0 0 0,0 25 0,0-25 0,0 0 16,25 0-1,-25 25-15,0-25 0,0 0 0,0 25 0,0-25 0,0 0 0,0 25 16,0-25-16,25 24 0,-25-24 0,0 25 0,0-25 0,0 25 15,0-25-15,0 0 0,0 25 0,0-25 16,0 25-16,0-25 0,0 24 0,0-24 0,0 25 0,0-25 16,0 25-16,24-25 0,-24 25 0,0-25 0,0 0 0,0 0 0,0 25 15,0-25-15,0 0 0,0 0 0,0 0 0,0 24 16,0-24-16,0 0 0,0 0 0,0 0 0,0 0 0,0 0 0,0 0 0,0 0 15,0 0-15,0 0 0,0-24 0,0 24 16,0 0-16,0 0 0,0 0 0</inkml:trace>
  <inkml:trace contextRef="#ctx0" brushRef="#br0" timeOffset="660331.7688">5283 9004 0,'0'-25'16,"0"25"-16,0 0 0,-24 0 0,24 0 0,0 0 0,0-25 15,0 25-15,0 0 0,0 0 0,0 0 0,-25 0 0,25-24 0,0 24 16,0 0-16,-25 0 0,25 0 0,0 0 0,0 0 0,0-25 0,-25 25 16,25 0-1,0 0-15,0 0 0,-25 0 0,25 0 16,0 0-16,0 0 0,-24 0 0,24 0 0,0 0 0,-25 25 15,25-25-15,-25 0 0,25 0 0,-25 0 0,25 24 0,0-24 0,-25 0 0,25 25 16,0-25-16,-24 0 0,24 0 0,0 25 16,-25-25-16,25 0 0,0 25 0,0-25 0,-25 0 0,25 25 15,0-25-15,0 0 0,0 25 0,0-25 0,0 0 0,0 24 0,0-24 16,0 25-16,0-25 0,0 0 0,0 25 0,0-25 15,25 25-15,-25-25 0,0 0 0,0 25 0,25-25 0,-25 24 16,0-24-16,0 25 0,24-25 0,-24 25 0,0-25 0,0 0 16,25 25-16,-25-25 0,0 0 0,25 25 0,-25-25 0,0 0 15,25 0-15,-25 24 0,0-24 0,25 0 0,-25 0 16,0 0-16,24 0 0,-24 0 0,0 0 0,0 0 0,25 0 15,-25 0-15,0 0 0,25 0 0,-25 0 0,0 0 0,25 0 16,-25 0-16,0 0 0,25-24 0,-25 24 0,0 0 16,24 0-1,-24 0-15,0-25 0,25 25 0,-25 0 0,0 0 0,0-25 0,0 25 16,0 0-16,0 0 0,0 0 0,0-25 0,0 25 15,0 0-15,0 0 0,0-25 0,-25 25 0</inkml:trace>
  <inkml:trace contextRef="#ctx0" brushRef="#br0" timeOffset="660545.781">5035 9103 0,'0'0'0,"0"0"0,0 0 0,0 0 16,0 0-16,0 0 0,0 0 0,0 0 0,0 0 0,0 0 15,0 0-15,0 0 16,0 0-16,0 0 0,25 0 0,-25 0 0,0 0 0,25 0 0,-25 0 0,25 0 15,-25-24-15,25 24 0,-25 0 0,24 0 0,1 0 0,-25 0 0,25 0 0,0 0 16,-25-25-16,25 25 0,-1 0 0,1 0 0,-25 0 0,25 0 16,0 0-16,-25 0 15,25 0-15,-1 0 0,-24 0 0,25 0 16,0 0-16</inkml:trace>
  <inkml:trace contextRef="#ctx0" brushRef="#br0" timeOffset="661100.8128">6052 8880 0,'0'0'16,"0"0"-16,-24-25 0,24 25 0,0 0 0,0 0 16,0-25-16,0 25 0,0 0 0,-25 0 0,25 0 0,0-24 15,0 24-15,-25 0 0,25 0 0,0 0 0,0 0 0,-25 0 0,25 0 16,0 0-16,0 0 0,-25 0 0,25 0 0,0 0 15,0 0-15,-24 24 0,24-24 0,0 0 16,-25 0-16,25 0 0,0 25 16,0-25-16,-25 0 0,25 0 0,0 25 0,0-25 0,0 0 15,0 25-15,0-25 0,0 0 0,0 0 0,0 25 0,0-25 16,0 24-16,0-24 0,0 0 0,0 25 0,0-25 0,25 0 15,-25 25-15,0-25 0,25 25 0,-25-25 0,0 0 0,24 25 0,-24-25 16,25 25-16,-25-25 0,0 24 0,25-24 0,-25 0 16,25 25-16,-25-25 0,25 25 0,-25-25 0,24 0 0,-24 25 0,0-25 15,25 25-15,-25-25 16,0 0-16,25 24 0,-25-24 0,0 0 0,0 25 15,25-25-15,-25 25 0,0-25 0,0 0 0,0 0 0,0 25 16,0-25-16,0 0 0,0 25 0,-25-25 0,25 0 0,0 24 0,0-24 16,0 0-16,-25 0 0,25 25 0,0-25 0,-25 0 0,25 0 15,0 0-15,-24 0 0,24 25 0,0-25 0,-25 0 0,25 0 31,0 0-31,-25 0 0,25 0 0,0 0 0,-25 0 0,25 0 0,0 0 0,0 0 16,0-25-16,-25 25 0,25 0 0,0 0 0,0 0 0,0 0 16,0 0-16,0-25 0,0 25 0,0 0 0,0 0 0,0 0 15,0-24-15,0 24 0,0 0 0,0 0 0,0 0 0,0-25 16,0 25-16</inkml:trace>
  <inkml:trace contextRef="#ctx0" brushRef="#br0" timeOffset="661460.8334">7317 9227 0,'0'0'15,"0"0"-15,0 0 0,0 0 0,0 0 0,0 0 0,0 0 16,0 0-1,0 0-15,0 0 0,0 0 16,0 0-16,0 0 0,0-24 0,0 24 0,25 0 0,-25 0 0,0 0 0,25 0 0,-25 0 0,25 0 16,-25 0-16,25 0 0,-25 0 0,24 0 0,-24 0 15,25 0-15,-25 0 0,25 0 0,-25 0 0,25 0 0,-25 0 16,25 0-16,-25 0 0,24 0 0,-24 0 0,0 0 0,25 0 15,-25 0-15,0 24 0,0-24 0,0 0 0,0 0 0,0 0 16,0 0-16,0 0 0,0 0 0,0 0 0,0 0 0,-25 25 16,25-25-16</inkml:trace>
  <inkml:trace contextRef="#ctx0" brushRef="#br0" timeOffset="661680.846">7293 9351 0,'0'0'0,"0"0"0,0 0 0,0 0 0,0 0 0,0 0 0,0 0 0,0 0 0,0 0 0,0 0 0,0 0 0,0 0 0,24 0 15,-24 0-15,0 0 0,25 0 16,-25 0-16,25 0 0,-25 0 0,25 0 16,-25 0-16,25 0 0,-1 0 0,-24 0 15,25 0-15,-25 0 0,25 0 0,0 0 0,-25 0 0,25-24 16,-1 24-16,-24 0 0,25 0 0,-25 0 0,25 0 0,-25 0 0,25 0 0,-25 0 0,25 0 0,-25-25 0,0 25 0,24 0 15,-24 0-15,0 0 0,0 0 0,0 0 0,0 0 0</inkml:trace>
  <inkml:trace contextRef="#ctx0" brushRef="#br0" timeOffset="661941.8609">7640 9153 0,'0'0'0,"0"-25"0,0 25 0,0 0 0,0 0 0,0 0 0,0 0 15,25 0-15,-25 0 0,0 0 0,0 0 16,24 0-16,-24 25 0,0-25 15,0 0-15,25 0 0,-25 0 0,25 0 0,-25 25 0,0-25 16,25 0-16,-25 0 0,0 25 0,25-25 0,-25 0 0,0 24 16,0-24-16,0 25 0,0-25 0,24 0 0,-24 25 0,0-25 15,0 25-15,-24-25 0,24 0 0,0 25 0,0-25 0,0 24 0,-25-24 16,25 25-16,0-25 0,-25 25 0,25-25 15,-25 25-15,25-25 0,0 25 0,-25-25 0,25 0 0,-24 24 16,24-24-16,0 0 0,-25 25 0,25-25 0,0 0 16,0 0-16,0 0 0,0 0 0,0 0 0,0 0 15</inkml:trace>
  <inkml:trace contextRef="#ctx0" brushRef="#br0" timeOffset="662618.8996">8632 9079 0,'0'0'16,"0"0"-16,0 0 0,0 0 0,-25 0 0,25-25 0,0 25 16,0 0-16,0 0 0,0 0 0,0 0 0,0 0 15,0 0-15,0 0 0,0 0 0,0 0 0,0 0 0,0 0 0,0 0 0,0 0 16,0 0-16,0 0 0,0 0 0,0 0 15,0 0-15,0 25 0,0-25 0,25 0 0,-25 0 16,0 0-16,0 24 16,0-24-16,0 0 0,0 25 0,0-25 0,0 0 0,0 25 0,0-25 15,0 25-15,0 0 0,0-25 16,0 24-16,0-24 0,0 25 0,25 0 0,-25-25 0,0 25 15,0-25-15,0 25 0,0-1 0,0-24 0,0 25 0,25-25 0,-25 0 0,0 25 16,0-25-16,0 25 0,0-25 0,24 0 0,-24 0 0,0 0 16,0 25-16,0-25 0,0 0 15,0 0-15,25 0 0,-25 0 0,0 0 0,0-25 0,0 25 16,25 0-16,-25 0 0,0 0 0,25-25 0,-25 25 0,0-25 15,0 25-15,25 0 0,-25-25 0,0 25 0,0-24 0,24 24 16,-24-25-16,0 0 0,0 25 0,0-25 0,25 25 0,-25-25 0,0 25 16,0-24-16,0 24 0,0-25 0,0 25 0,0-25 0,25 25 15,-25 0-15,0-25 0,0 25 0,0 0 0,0 0 0,0-25 16,0 25-16,0 0 15,0 0-15,0 0 0,0 0 0,0 0 0,0 0 0,0 0 16,0 0-16,0 0 0,0 0 0,0 0 0,0 0 16,0 0-16,0 0 0,0 0 0,0 0 0,0 25 0,0-25 15,0 0-15,0 0 0,0 25 0,0-25 0,0 0 0,0 25 16,0-25-16,0 25 0,0-25 0,0 24 0,0-24 0,0 25 15,0-25-15,0 25 0,0-25 0,0 25 0,0-25 0,0 25 0,0-25 16,25 24 0,-25-24-16,0 0 0,0 25 0,0-25 0,0 0 0,0 25 15,0-25-15,0 0 0,0 0 0,0 0 0,0 25 0,0-25 0,0 0 0,0 0 0,0 0 16,0 0-16,0 0 0,0 0 0,0 0 0,0 0 15,0 0-15,0 0 0,0 0 0,25 0 0,-25 0 0,0-25 16,0 25-16</inkml:trace>
  <inkml:trace contextRef="#ctx0" brushRef="#br0" timeOffset="663154.9303">9872 8880 0,'0'0'16,"0"0"-16,0-25 15,-25 25-15,25 0 0,0 0 0,0 0 16,0 0-1,-24 0-15,24 0 0,0 0 0,0 0 16,0 0-16,-25 0 0,25 0 0,0 0 0,0 0 0,0 0 0,-25 0 0,25 0 0,0 0 0,0 0 0,-25 0 0,25 0 0,0 25 0,0-25 0,-25 0 16,25 0-16,0 25 0,0-25 0,-24 25 0,24-25 15,0 0-15,0 24 0,-25-24 0,25 25 0,0 0 0,0-25 16,0 25-16,0 0 0,0-25 0,0 25 0,0-1 15,0-24-15,0 25 0,0 0 16,0 0-16,0 0 0,0-25 0,0 24 0,25 1 0,-25 0 16,0-25-16,0 25 0,0 0 0,24-25 0,-24 24 0,0 1 15,0-25-15,25 25 0,-25-25 0,0 25 0,0-25 0,25 25 16,-25-25-16,0 24 0,25-24 0,-25 0 0,0 25 0,0-25 15,25 0-15,-25 0 0,0 0 0,0 25 0,0-25 0,24 0 16,-24 0-16,0 0 0,0 0 0,0 0 0,0 0 0,0 0 16,0 0-1,0 0-15,0 0 0,0 0 0,0 0 0,0 0 16,0 0-16,0 0 0,0 0 0,0 0 0,0 0 0,0 0 0,0 0 0</inkml:trace>
  <inkml:trace contextRef="#ctx0" brushRef="#br0" timeOffset="673193.5044">10294 9103 0,'0'0'0,"0"0"16,0 0-16,0 0 0,0 0 0,0 0 0,0 0 0,0 0 15,0 0-15,0 0 0,0 0 0,0 0 0,0 0 0,0 0 0,0 0 32,0 0-32,0 0 0,0 0 0,0 0 0,0 0 0,0 0 0,0 0 15,0 0-15,0 0 0,0 0 0,0 0 0,0 0 0,0 0 16,0 0-16,0 0 0,-25 0 0,25 0 0,0 0 0,0-24 0,0 24 1061,273 248-1061,-273-248 0,0 0 0,0 0 0,0 0 0,0 0 0,0 0 31,0 0-31,0 0 0,0 0 0,0 0 0,0 0 0,-25 0 15,25 0-15,0 0 0,0 0 16,0 0-16,0 0 0,0 0 0,0 0 0,0 0 16,0 0-16,0 0 0,0 0 0,0 0 15,0 0-15,0 0 0,0 0 0,0 0 0,0 0 16,0 0-16,0 0 0,0 0 31,0 0-31,0 0 0,0 0 16,0 0-16,0 0 0,0 0 0,0 0 0,0 0 0,0 0 15,0 0-15,0 0 0,0 0 0,0 0 16,0 0-16,0 0 0,0 0 0,0 0 0,0 0 0,0 0 0,0 0 62,0 0-46,0 0-16,0 0 0,0 0 0,0 0 0,0 0 15,0 0-15,0 0 0,0 0 16,0 0-16,0 0 0,0 0 31,0 0-31,0 0 0,0 0 0,0-25 0,0 25 0,0 0 0,0 0 0,0 0 0,0 0 16,0 0-16,0 0 0,0 0 0,0 0 0,0 0 0,0 0 0,0 0 15,0 0-15,0 0 0,0 0 16,0 0-16,0 0 0,0 0 0,0 0 0,0 0 0,0 0 0,0 0 16,0 0-16,0 0 15,0 0-15,0 0 0,0 0 0,0 0 0,0 0 0,0 0 0,0 0 16,0 0-16,0 0 0,-25 0 0,25 0 0,0 0 0,0 0 0,0 0 15,0 0-15,0 0 0,0 0 531,-223-174-469,198 149 562,25 273-624,0-223 0,25-25 0,-25 0 0,0 0 0,0 0 0,0 0 0,0 0 0,0 0 0,0 25 0,0-25 0,0 0 0,0 0 0,0 0 0,25 0 0,-25 0 0,0 0 16,0 0-16,0 25 0,0-25 0,0 0 0,0 0 0,0 0 0,0 0 0,25 0 0,-25 0 0,0 0 0,0 0 0,0 25 15,0-25-15,0 0 0,0 0 0,0 0 0,25 0 16,-25 0-16,0 0 0,0 0 0,0 0 0,0 0 0,0 24 0,24-24 0,-24 0 0,0 0 0,0 0 0,0 0 0,0 0 0,0 0 0,0 0 0,25 0 16,-25 0-16,0 0 0,0 0 0,0 0 0,0 25 0,0-25 15,0 0-15,0 0 0,0 0 0,25 0 16,-25 0-1,0 0-15,0 0 0,0 0 32,0 0-32,0 0 0,124 25 592,-99-372-92,-75 49-173,50 298-311,0 0-16,0 0 0,0 0 0,0 0 0,0 0 0,0 0 0,0 0 0,0 0 0,0 0 0,0 0 0,0 0 0,0 0 15,0 0-15,0 0 0,0 0 0,0 0 0,0 0 0,0 0 0,0 0 0,0 0 0,0 0 0,0 0 0,0 0 0,0 0 0,0 0 0,0 0 32,0 0-32,-25 0 15,25 0 1,0 0-16,0 0 0,0 0 0,0 0 0,0 0 0,0 0 0,0 0 0,0 0 0,0 0 0,0 0 0,0 0 0,0 0 0,0 0 0,0 0 0,0 0 0,0 0 0,0 0 0,0 0 0,0 0 0,0 25 0,0-25 0,0 0 0,0 0 0,-24 0 0,24 0 31,0 0-31,0 0 0,0 0 0,0 0 16,0 0-16,0 0 15,0 0-15,-25 0 16</inkml:trace>
  <inkml:trace contextRef="#ctx0" brushRef="#br0" timeOffset="674699.5906">11435 9351 0,'0'0'0,"0"0"0,0 0 0,0 0 0,0 0 0,0 0 0,0 0 0,0 0 0,0 0 0,0 0 0,0 0 0,0 0 0,0 0 0,0 0 0,25 0 0,-25 0 0,0 0 0,0-24 0,0 24 0,0 0 0,0 0 0,25 0 0,-25 0 0,0 0 0,0 0 0,0 0 0,0 0 0,0-25 0,0 25 15,0 0-15,0 0 0,0 0 0,0 0 0,0 0 16,0 0-16,0 0 0,0 0 0,0 0 15,0 0-15,0 0 0,0 0 0,0 0 0,0 0 0,-25 0 0,25 0 0,0 0 0,0 0 0,0 0 0,0 0 0,0 0 16,0 0-16,0 0 0,0 0 0,0 0 0,0 0 0,0 0 0,0 0 0,0 0 16,0 0-16,0 0 0,0 0 0,0 0 0,0 0 0,0 0 15,0 0-15,0 0 0,0 0 16,0 0-16,0 0 0,0 0 15,0 0-15,0 0 0,0 0 0,0 0 0,0 0 0,0 0 47,0 0-47,0 0 0,0 0 0,0 0 0,0 0 0,0 0 16,0 0-16,0 0 15,0 0-15,0 25 0,0-25 0,0 0 0,0 0 0</inkml:trace>
  <inkml:trace contextRef="#ctx0" brushRef="#br0" timeOffset="675278.6237">11584 9748 0,'0'0'0,"0"0"16,0 0-16,0 0 0,0 0 0,0 0 0,0 0 15,0 0-15,0 0 0,0 0 0,0 0 0,0 0 0,0 0 0,0 0 16,0 0-16,0 0 0,0 0 0,0 0 0,0 0 0,0 0 16,0 0-16,0 0 0,0 0 0,0 0 140,25 50-140,-25-50 16,24 0-16,-24 0 0,0 25 0,0-25 0,0 0 0,0 0 0,0 0 15,0 24-15,0-24 0,0 0 0,0 25 0,25-25 0,-25 0 0,0 25 0,0-25 0,0 0 0,0 0 16,0 25-16,-25-25 0,25 0 0,0 25 0,0-25 0,0 24 0,0-24 0,0 0 0,-24 0 0,24 25 0,0-25 0,0 0 0,0 25 0,-25-25 0,25 0 0,0 25 0,-25-25 0,25 0 0,0 0 0,0 25 0,0-25 0,-25 0 0,25 0 0,0 0 0,0 0 0,-25 0 0,25 0 0,0 25 0,0-25 15,0 0 48,0 0-63,0 0 0,0 0 0,0 0 0,0 0 0,0 0 0,0 0 0,0 0 0,0 0 0,0 0 0,0 0 0,0-25 0,0 25 0,0 0 0,0 0 15,0 0-15,0 0 0,0 0 0,0 0 0,0 0 0,-24 0 0,24 0 0,0 0 0,0 0 0,0 0 0,0 0 0,0 0 0,0-25 16,0 25-16,0 0 0,0 0 0,0 0 0,0 0 16,24 0-16,-24 0 0,0 0 0,0-25 0,0 25 0,0 0 0,0 0 15,0 0-15</inkml:trace>
  <inkml:trace contextRef="#ctx0" brushRef="#br0" timeOffset="678056.7819">12378 8979 0,'0'0'0,"0"0"0,0 0 0,0 0 0,0 0 0,0 0 0,0 25 0,-25-25 0,25 0 0,0 0 0,0 0 16,0 0-16,0 0 0,0 0 0,0 0 0,0 0 0,0 0 0,0 0 78,0 0-78,0 0 15,-25 0-15,25 0 0,0 0 0,0 0 0,0 0 0,0 0 0,0 0 0,0 0 0,0 0 16,0 0-16,0 0 0,0 0 0,0 0 0,0 0 0,0 0 0,0 0 0,0 0 0,0 0 0,0 0 0,0 0 0,0 0 0,0 0 0,0 0 0,0 0 0,0 0 0,0 0 0,0 0 0,0 0 0,0 0 0,0 0 0,0 0 15,0 0 1,0 0-16,0 0 0,-25 0 0,25 0 0,25 0 0,-25 0 0,0 0 0,0-25 16,0 25-16,0 0 0,0 0 0,0 0 0,0 0 0,0 0 0,0 0 0,0 0 0,0 0 0,0 0 0,0 0 0,0 0 0,0 0 0,0-25 15,0 25-15,0 0 0,0 0 16,25 0-1,-25 0 1,0 0-16,0 0 0,0-24 0,0 24 0,25 0 0,-25 0 0,0 0 0,24 0 390,26 322-374,-50-347-16,0 25 0,0 0 0,0 0 0,0 0 0,0 0 0,0 0 15,0 0-15,25 0 0,-25 0 0,0 0 0,0-24 0,0 24 0,0 0 0,0 0 0,0 0 0,25 0 0,-25 0 16,24 0 15,-24 0-31,0 0 0,25 0 0,-25 0 0,0 0 0,0 0 0,0 0 0,25 0 0,-25 0 0,0 0 0,0 0 16,0 0-16,0 24 0,25-24 0,-25 0 0,0 0 15,0 0-15,0 0 0,0 0 0,0 0 0,0 25 0,25-25 0,-25 0 16,0 0-16,0 0 0,0 0 0,0 0 0,0 25 16,0-25-16,0 0 0,0 0 0,0 0 0,24 0 0,-24 25 31,0-25-31,0 0 0,0 0 0,0 0 0,0 25 0,0-25 0,0 0 15,0 0-15,0 24 0,0-24 0,0 0 0,0 0 0,0 25 0,0-25 0,0 0 0,0 0 0,0 0 0,0 25 0,0-25 0,0 0 0,0 0 0,0 0 0,0 25 0,0-25 0,0 0 0,0 0 0,0 0 0,0 25 0,0-25 16,0 0-16,0 0 0,0 0 0,0 24 0,0-24 0,0 0 0,0 0 0,0 0 0,0 25 0,-24-25 0,24 0 0,0 0 16,0 0-16,0 25 15,0-25-15,0 0 0,0 0 0,-25 0 0,-25 50 141,50-50-141,0 0 0,-25 0 0,25 0 0,0 0 0,0 0 0,0 0 0,-24 0 0,24 0 0,0 0 0,0 0 0,0-25 15,0 25-15,0 0 0,0 0 0,-25 0 0,25 0 0,0 0 0,0 0 0,0 0 0,0 0 0,0 0 16,0 0-16,0 0 0,0 0 0,0 0 0,0 0 0,-25 0 0,25 0 0,0 0 0,0 0 15,0 0-15,0 0 0,0 0 0,0 0 0,0 0 0,0 0 0,0 0 0,0 0 0,0 0 0,0 0 0,0 0 0,0-25 0,0 25 0,0 0 0,0 0 0,0 0 0,0 0 0,0 0 0,0 0 0,0 0 0,0 0 16,0 0-16,0 0 0,0 0 0,0 0 0,0 0 0,0 0 16,0 0-16,0 0 15,0 0-15,0 0 0,0 0 0,0 0 0,0-25 0,25 25 16,-25 0-16,0 0 0,0 0 0,0 0 0,25 0 0,-25 0 0,0-25 15,0 25-15,24 0 0</inkml:trace>
  <inkml:trace contextRef="#ctx0" brushRef="#br0" timeOffset="680896.9451">12998 9004 0,'0'0'16,"-25"0"-16,25 0 0,-25 0 31,25 0 16,-99 124-1,99-124-46,0 25 0,0-25 0,0 0 0,0 25 16,0-25-16,0 0 0,0 0 0,0 0 0,0 25 0,0-25 0,0 0 0,0 0 31,0 24-15,0-24-1,0 50-15,0-50 0,25 0 0,-25 0 0,0 0 0,0 25 0,0-25 0,0 0 0,0 0 0,0 0 0,0 0 0,0 25 0,0-25 0,24 0 0,-24 0 0,0 0 0,0 0 0,0 0 0,0 0 0,0 24 16,0-24-16,25 0 0,-25 0 0,0 0 0,0 0 0,0 0 0,0 0 0,25 0 0,-25 25 0,0-25 0,0 0 0,0 0 0,0 0 0,25 0 0,-25 0 16,0 0-16,0 0 0,0 0 0,0 0 0,0 0 0,0 0 0,25 0 0,-25 0 0,0 0 0,0 0 0,0 25 0,0-25 15,0 0-15,0 0 16,0 0-16,0 0 0,0 0 0,0 0 0,0 0 15,0 0-15,24 0 0,-24 0 0,0 0 0,0 0 0,0 0 16,0 0-16,0 0 0,0 0 0,0 0 0,0 0 0,0 0 0,0 0 16,0 0-16,0 0 0,0 0 0,0 0 15,0 0-15,0 0 0,0 0 16,0 0-16,0 0 0,100-50 203,-100 26-203,0 24 0,0 0 15,0 0-15,0 0 0,0 0 0,0-25 0,0 25 0,0 0 0,0 0 0,0 0 0,0-25 0,0 25 0,0 0 0,0 0 16,0 0-16,0-25 0,0 25 0,0 0 0,0 0 0,0 0 0,0 0 0,0-25 0,0 25 0,0 0 0,-25 0 0,25 0 0,0 0 0,0 0 0,0-24 0,0 24 0,0 0 0,0 0 0,0 0 0,0 0 0,0 0 0,0 0 0,0-25 15,0 25-15,0 0 0,0 0 0,0 0 16,0 0-16,0 0 0,0 0 0,0 0 0,0 0 0,0-25 0,0 25 0,0 0 16,0 0-16,0 0 0,0 0 0,0 0 15,0 0-15,0 0 0,0 0 0,0-25 0,0 25 16,0 0-16,0 0 0,0 0 0,0 0 15,0 0-15,0 0 0,0 0 0,0 0 0,0 0 0,0 0 16,0 0-16,0-25 0,0 25 0,0 0 0,0 0 0,0 0 0,0 0 16,0 0-16,0 0 0,0 0 0,0 0 0,0 0 0,0 0 0,0 0 0,0 0 0,0 0 0,0 0 15,0 0-15,0 0 0,0 0 0,0 0 0,0 0 16,0 0-1,0 0-15,0 0 0,0 0 0,0 0 0,0 0 0,0 0 16,0 0-16,0 0 0,0 0 0,0 0 0,0 0 0,0 0 0,0 0 16,0 0-16,0 0 0,0 0 0,0 0 0,0 0 0,0 0 15,0 0-15,0 0 0,0 0 0,0 0 0,0 0 0,0 0 0,0 0 16,0 0-16,0 0 15,0 0-15,0 0 0,0 0 0,0 0 0,0 0 0,0 0 16,0 0-16,0 0 0,0 0 0,0 0 0,0 0 0,0 0 0,0 0 16,0 0-16,0 0 0,0 0 0,0 0 0,0 0 0,0 0 15,0 0-15,0 0 0,0 0 0,0 0 0,0 0 0,0 0 16,0 0-1,0 0-15,0 0 0,0 0 0,0 0 0,0 0 0,0 0 0,347 496 874,-347-496-874,0-24 0,0 24 0,25 0 0,-25 0 16,0-25-1,0-25 1,25 50-16,-25 0 0,0-25 0,0 25 0,0 0 0,0 0 0,-25-24 0,25 24 0,0 0 0,0 0 0,0 0 0,0-25 0,0 25 0,0 0 15,0 0-15,-25 0 0,25 0 0,0-25 0,-25 25 0,25 0 0,0 0 0,0 0 0,-24 0 0,24 0 0,0 0 0,-25-25 0</inkml:trace>
  <inkml:trace contextRef="#ctx0" brushRef="#br0" timeOffset="682537.0389">14238 9351 0,'0'0'0,"0"0"0,0 0 0,0 0 0,0 0 0,0-24 0,0 24 0,0 0 0,0 0 0,0 0 0,0 0 0,0 0 0,0 0 0,0 0 0,0 0 0,0 0 0,0 0 0,0 0 0,0 0 0,0 0 0,0 0 0,0 0 0,0 0 0,-25 0 0,25 0 0,0 0 0,0 0 15,0 24-15,0-24 0,0 0 0,0 0 0,0 0 0,0 0 16,0 0-16,0 0 0,0 0 0,0 0 0,0 25 0,0-25 0,0 0 0,0 0 0,0 0 0,0 0 0,0 0 16,0 0-16,0 0 0,0 0 0,0 25 0,0-25 0,0 0 0,0 0 15,0 0 1,0 0-16,0 0 0,0 0 15,0 0-15,0 0 0,0 0 0,0 0 0,0 0 0,0 0 0,0 0 0,0 0 16,0 0-16,25 0 0,-25-25 0,0 25 0,0 0 0,0 0 0,0 0 0,0 0 0,0 0 0,0 0 0,0 0 16,0 0-16,0 0 15,0-25-15,0 25 0,0 0 0,0 0 0,0 0 16,0 0-16,0 0 0,0 0 0,0 0 0,0 0 0,0 0 0,0 0 15,0-24-15,0 24 0,0 0 16,0 0-16,0 0 0,0 0 0,0 0 16,0 0-16,0 0 0,0 0 0,0 0 15,0 0-15,-25 0 0,25 0 0,0 0 0,0 0 0,0 0 0,0 0 0,0 0 0,0 0 0,0 0 16,0 0-16,0 0 0,0 0 0,0 24 0,0-24 0,0 0 0,0 0 15,0 0-15,0 0 0,0 0 0</inkml:trace>
  <inkml:trace contextRef="#ctx0" brushRef="#br0" timeOffset="684328.1413">14263 9748 0,'0'0'0,"0"0"16,0 0-16,0 0 0,0 0 0,0 0 0,0 0 0,0 0 15,0 0 235,-25 323-250,25-323 0,-25 0 0,25 0 0,-25 25 16,0-25-16,25 0 0,0 0 0,-24 24 15,24-24-15,0 0 0,-25-24 16,25 24-16,0 0 0,0 0 0,0-25 0,0 25 0</inkml:trace>
  <inkml:trace contextRef="#ctx0" brushRef="#br0" timeOffset="686496.2653">15701 9227 0,'0'0'0,"0"0"62,0-24 63,0 24-125,0-25 0,0 25 0,0 0 0,-24 0 0,24 0 0,0 0 0,0 0 0,0 0 15,0 0-15,0 0 16,0 0-16,-25-25 0,25 25 0,0 0 0,0 0 0,0 0 16,0 0-1,0 0-15,0 0 0,0 0 0,-25 0 0,25 0 0,0 0 0,0 0 0,0 0 0,0 0 0,0 0 0,-25-25 0,25 25 0,0 0 0,0 0 31,0 0-31,-25 0 0,25 0 0,0 0 0,0 0 0,0 0 0,0 0 0,-24 0 0,24 0 0,0 0 0,0 0 0,0 0 0,-25 0 0,25 0 0,0 0 0,0 0 0,0 0 16,-25 0-16,25 0 0,0 0 16,0 0-16,-25 0 0,25 0 0,0 0 0,0 0 0,0 0 0,-25 0 0,25 0 0,0 0 0,0 0 0,0 0 0,-24 0 0,24 0 0,0 0 0,0 0 0,0 0 0,0 0 0,-25 0 15,25 0-15,0 0 0,0 25 0,0-25 0,0 0 16,-25 0-16,25 0 0,0 0 0,0 0 0,0 0 15,0 25-15,0-25 0,-25 0 0,25 0 0,0 0 0,0 0 0,0 25 16,0-25-16,0 0 0,0 0 0,-25 0 0,25 24 0,0-24 0,0 0 16,0 0-16,0 25 0,0-25 0,0 0 0,0 0 0,0 25 0,0-25 0,0 0 171,75 174-171,-75-150 0,0-24 0,25 0 0,-25 0 63,99 50-63,-74-50 0,-25 0 0,0 0 0,0 0 0,24 0 0,-24 0 0,0 0 0,0 0 0,0 0 0,25-25 0,-25 25 15,0 0-15,0 0 0,0 0 0,25 0 0,-25 0 0,0 0 0,0-25 0,0 25 0,0 0 0,25 0 0,-25 0 0,0-24 0,0 24 0,0 0 16,0 0-16,0 0 0,25-25 0,-25 25 0,0 0 0,0 0 0,0-25 0,0 25 0,0 0 0,0 0 0,0 0 15,0-25 1,24 25-16,-24 0 0,0 0 0,0-25 0,0 25 0,0 0 0,0 0 0,0 0 0,0 0 0,0-24 0,0 24 0,0 0 0,0 0 0,0 0 0,0 0 0,0 0 0,25-25 0,-25 25 0,0 0 920</inkml:trace>
  <inkml:trace contextRef="#ctx0" brushRef="#br0" timeOffset="687696.334">15850 9599 0,'0'0'0,"0"0"0,0 0 16,25 0-16,-25 0 0,0 0 0,25 0 0,0-24 31,-25 24-31,0 0 0,0 0 0,0-25 0,0 25 0,24 0 0,-24 0 15,0 0-15,0 0 0,0 0 0,0 0 0,0 0 0,0-25 0,0 25 16,0 0-16,0 0 0,25 0 0,-25 0 0,0 0 0,0 0 0,0 0 234</inkml:trace>
  <inkml:trace contextRef="#ctx0" brushRef="#br0" timeOffset="688576.3842">15825 9550 0,'0'25'0,"0"-25"0,0 0 0,0 0 0,0 0 0,0 24 16,0-24-16,0 0 0,0 0 16,0 0-16,0 25 0,25-25 0,-25 0 0,0 0 15,0 0-15,0 0 0,0 0 0,0 0 16,0 0-16,0 0 0,25 0 15,-25 0-15,0 0 0,0 0 0,25 0 0,-25-25 16,25 25-16,-25-24 0,0 24 0,0 0 0,0-25 16</inkml:trace>
  <inkml:trace contextRef="#ctx0" brushRef="#br0" timeOffset="690881.5161">15801 9302 0,'0'0'16,"0"0"-16,0 0 0,0 0 0,24 0 0,-24 0 16,0 0-16,0 0 0,0-25 0,0 25 0,0 0 31,0 0-31,0 0 0,0 0 0,0 0 0,0 0 0,0 0 15,0 0-15,0 0 0,0 0 0,0 0 16,0 0-16,0 0 0,0 0 0,0 0 16,0 0-16,-49 25 202,24-25-170,25 0-32,0 0 46,0-25-46,0 25 16,0 0 0,0 0-1,0 0-15,0 0 16,0 0-1,0 0 1,0 0 0,0 0 15,0 25-31</inkml:trace>
  <inkml:trace contextRef="#ctx0" brushRef="#br0" timeOffset="691580.5561">15801 9575 0,'0'0'484</inkml:trace>
  <inkml:trace contextRef="#ctx0" brushRef="#br0" timeOffset="695953.8063">16743 9426 0,'0'0'15,"0"0"-15,0 0 0,0-25 0,0 25 16,0 0 0,0 0-16,0 0 0,0 0 15,0 0-15,0 0 0,0 0 16,0 0-16,0 0 0,0 0 15,0 0-15,0 0 0,0 0 0,0-25 172,0 50-172,0-25 0,0 0 16,0 0-16,0 0 0,0 0 0,0 0 15,0 0-15,0 0 0,0 0 0,0 0 0,0 0 16,0 0-16,0 0 0,0 0 0,0 0 15,25 0-15,-25 0 0,0 0 0,0 0 16,0 0-16,0 0 0,0 0 0,0 0 16,0 0-16,0 0 0,0 0 0,0 0 15,0 0-15,0 0 16,0 0-16,0 0 0,0 0 15,0 0-15,0 0 0,0 0 16,0 0-16,0-25 0,-25 25 47,25 25-47,0-25 0,0 0 0,0 0 0,0 0 15,0 0-15,0 0 0,0 0 0,0 0 16,0 0-16,0 0 0,0 0 0,0 0 0,25 0 16,-25 0-16,0 0 0,0 0 452</inkml:trace>
  <inkml:trace contextRef="#ctx0" brushRef="#br0" timeOffset="696861.8582">16619 10170 0,'0'0'0,"0"0"0,0 0 0,0 0 0,0 0 0,0 0 0,0 0 0,0 0 0,0-25 0,0 25 0,25 0 0,-25 0 0,0 0 0,0 0 0,0 0 0,0-25 0,0 25 0</inkml:trace>
  <inkml:trace contextRef="#ctx0" brushRef="#br0" timeOffset="700464.0642">17711 9500 0,'0'0'0,"0"0"16,0 25-16,24 0 15,1-25 1,-25 0-1,0 0-15,25 25 16,25-25 1310</inkml:trace>
  <inkml:trace contextRef="#ctx0" brushRef="#br0" timeOffset="702579.1845">17611 9054 0,'0'0'0,"0"0"15,0 0-15,0 0 0,0 0 0,0 0 16,0 0-16,0 0 0,0 0 0,0 0 109,-24 0-31,24 0-78,0 0 0,0 0 0,0-25 16,0 25-16,0 0 0,-25 0 15,25 0-15,0 0 0,0 0 0,0 0 16,-25 0-16,25 0 0,0 0 16,0 0-16,-25 0 0,25 0 0,0 0 15,0 0-15,0 0 0,-25 0 0,25 0 16,0 0-16,0 0 0,0 0 0,0 0 0,0 0 15,-25 0-15,25 0 0,0 0 0,-24 0 16,24 0-16,0 0 16,0 0-16,0 0 0,0 0 15,0 0-15,0 25 0,-25-25 0,25 0 16,0 0-16,0 0 0,0 0 0,0 0 0,-50 74 47,50-74-32,0 0-15,0 0 0,0 25 0,0-25 0,0 0 0,0 0 16,0 0-16,0 0 15,-25 25-15,25-25 0,0 0 16,0 25-16,0-25 0,0 0 0,0 0 0,0 0 16,0 24-16,0-24 0,0 0 0,0 0 0,0 0 842</inkml:trace>
  <inkml:trace contextRef="#ctx0" brushRef="#br0" timeOffset="704143.274">17686 9178 0,'0'0'15,"0"0"-15,0 0 0,0 0 0,0 0 0,0 0 0,0 0 16,0 0-16,0 0 0,0 0 0,0 0 0,0 0 0,0 0 0,0 0 78,0 0 31,0 0-109,0 0 0,0 0 0,0 0 0,0 0 16,0 0-16,0 0 0,0 0 0,0-25 0,0 25 15,0 0-15,0 0 0,0 0 0,0 0 0,0 0 0,0 0 0,0 0 0,0 0 0,0 0 0,0 0 0,0 0 0,0 0 0,0 0 0,0 0 0,0 0 0,0 0 0,0 0 0,0 0 0,0 0 0,0 0 0,0 0 16,0 0-16,0 0 0,-25 0 0,25 0 15,0 0-15,0 0 0,0-25 0,0 25 0,0 0 0,0 0 0,0 0 0,0 0 0,0 0 0,0 0 0,0 0 0,0 0 0,0 0 0,0 0 0,0 0 16,0 0-16,0 0 0,0 0 0,0 0 0,0 0 0,0 0 0,0 0 0,0 0 0,0 0 16,0 0-16,0 0 0,-25-25 0,25 25 0,0 0 0,0 0 15,0 0-15,0 0 0,0 0 0,0 0 0,0 0 0,0 0 16,0 0-1,0 0-15,0 0 0,0 0 0,0 0 0,-25 0 0,25 0 16,0 0-16,0 0 0,0 0 0,0 0 0,0 0 0,0 0 0,-24 0 16,24 0-16,0 0 0,0 0 0,0-24 0,0 24 0,0 0 15,0 0-15,0 0 0,0 0 0,0 0 0,-25 0 0,25 0 0,0 0 16,0 0-16,0 0 0,0 0 15,0 0-15,0 0 0,0 0 0,0 0 0,0 0 0,0 0 0,0 0 16,0 0-16,-25 0 0,25 0 0,0 0 0,0 0 593,25 669-312,-50-718-266,0 24-15,25 25 0,0 0 0,0-25 0,0 25 0,0 0 0,0-25 0,-25 25 0</inkml:trace>
  <inkml:trace contextRef="#ctx0" brushRef="#br0" timeOffset="706577.4139">17611 9227 0,'0'0'0,"0"0"0,-24 0 15,24 0-15,0 0 0,0 0 0,0 0 0,0 0 0,0 0 0,0 0 16,0 0-16,0 0 0,0-24 0,0 24 0,0 0 0,0 0 0,-25 0 0,25 0 15,0 0-15,0 0 0,0 0 16,0 0-16,0 0 0,0 0 0,0 0 0,0 0 0,-25-25 0,25 25 16,0 0-16,0 0 0,0 0 0,0 0 0,0 0 15,0 0-15,0 0 0,0 0 0,0 0 0,0 0 0,-25 0 0,25 0 0,0-25 0,0 25 0,0 0 0,0 0 0,0 0 0,0 0 0,0 0 0,0 0 0,0 0 0,0 0 16,0 0-16,-25 0 0,25 0 0,0 0 0,0 0 0,0 0 0,0 0 0,0 0 0,0 0 0,0 0 0,0 0 0,-25 0 0,25 0 15,0 0-15,0 0 0,0 0 0,0 0 0,0 0 0,0 0 0,0 0 0,0 0 16,-24 0-16,24 25 0,0-25 0,0 0 0,0 0 0,0 0 0,0 0 0,0 0 0,0 0 16,0 0-16,0 0 0,-25 0 0,25 0 0,0 0 0,0 0 15,0 0-15,0 0 0,0 0 0,0 0 16,0 0-16,0 0 0,-25 0 15,25 25-15,0-25 0,0 0 0,0 0 0,0 0 0,0 0 16,0 0-16,0 0 0,0 0 0,0 0 0,0 0 0,0 0 0,0 0 16,0 0-16,-25 0 0,25 24 0,0-24 0,0 0 0,0 0 15,0 0-15,0 0 0,0 0 0,0 0 0,0 0 0,0 0 16,0 0-16,0 0 0,0 0 0,0 25 0,0-25 0,0 0 15,0 0-15,0 0 16,0 0-16,0 0 0,0 25 0,0-25 0,0 0 203,-25 174-203,25-174 0,0 0 0,25 0 0,-25 0 0,0 0 0,0 24 0,0-24 0,0 0 0,0 0 0,0 0 15,0 0-15,0 25 0,0-25 0,0 0 0,0 0 0,25 0 16,-25 25-16,0-25 0,0 0 0,0 0 16,0 0-16,0 0 0,0 25 15,0-25-15,25 0 0,-25 0 0,0 0 0,0 25 0,0-25 0,0 0 16,0 0-16,0 0 0,25 0 0,-25 24 0,0-24 0,0 0 0,0 0 0,0 0 0,0 0 15,24 0-15,-24 25 0,0-25 0,0 0 0,0 0 0,0 0 0,25 0 0,-25 0 0,0 25 0,0-25 0,0 0 0,0 0 0,0 0 0,25 0 0,-25 0 16,0 0 0,0 0-16,0 0 0,0 25 0,25-25 0,-25 0 0,0 0 0,0 0 0,0 0 0,0 0 0,0 0 0,25 0 15,-25 0-15,0 0 0,0 0 0,0 0 0,25 0 0,-25 0 0,0 0 0,0 0 0,0 0 0,0 0 0,0 0 0,24 0 0,-24 0 0,0 0 0,0 0 16,0 0-16,0 0 0,0 0 0,0 0 0,0 0 15,0 0-15,25-25 0,-25 25 0,0 0 0,0 0 0,0 0 0,0 0 0,0 0 16,0 0-16,0 0 0,25 0 16,-25 0-16,0 0 0,0 0 0,0 0 0,0 0 0,0 0 639</inkml:trace>
  <inkml:trace contextRef="#ctx0" brushRef="#br0" timeOffset="708132.5028">17636 9178 0,'0'0'0,"0"0"0,0 0 31,0 0 218,124 248-249,-124-248 0,0 0 0,0 0 0,0 0 0,0 0 0,0 0 0,0 0 0,0 25 0,0-25 0,0 0 0,0 0 0,0 0 0,0 0 0,0 0 0,0 0 0,0 24 0,0-24 0,0 0 0,0 0 0,0 0 16,0 0-16,0 0 16,0 0-1,0 0-15,0 25 0,0-25 0,0 0 0,0 0 0,0 0 0,0 0 0,0 0 0,0 0 0,0 0 0,0 25 0,0-25 0,0 0 0,0 0 31,0 0-31,0 0 16,0 0-16,0 0 0,0 25 0,0-25 0,0 0 0,0 0 0,0 0 0,0 0 0,0 0 0,0 0 0,0 0 16,0 25-16,0-25 0,-25 0 31,25 0-31,0 0 0,0 0 0,0 0 15,0 0-15,0 24 0,0-24 16,0 0-16,0 0 0,0 0 0,-24 0 0,24 0 0,0 0 0,0 0 0,0 25 0,0-25 0,0 0 0,0 0 0,0 0 0,0 0 0,0 0 0,0 0 0,0 25 16,-25-25-16,25 0 0,0 0 0,0 0 0,0 0 0,0 0 0,0 0 0,0 25 0,0-25 0,0 0 0,-25 0 0,25 0 31,0 0-31,0 0 0,0 25 0,0-25 0,0 0 0,0 0 0,0 0 0,0 0 0,0 0 0,0 0 0,0 0 0,0 0 0,0 0 0,0 0 0,0 0 0,0 0 0,0 0 0,0 0 0,0 0 0,0 0 0,0 0 0,0 0 62,0 0-62,0 0 0,0 0 0,0 0 0,0 0 0,0 0 0,0 0 0,0 0 0,0 0 0,0 0 16,0 0-16,0 0 0,0 0 0,0 0 0,-25 0 0,25 0 0,0 0 0,0 0 0,0 0 0,0 0 0,0 0 0,0 0 15,0-25-15,-25 25 0,25 0 0,0 0 0,0 0 0,0 0 0,0 0 0,0 0 0,0 0 0,0 0 16,0 0 0,0 0-16,0 0 0,0 0 0,0 0 0,0 0 0,0 0 0,0 0 0,0 0 0,0 0 0,0 0 0,0 0 15,0 0-15,0 0 0,0 0 16,0 0-16,0 0 0,0 0 0,0 0 0,0 0 15,0-25-15,0 25 0,25 0 0,-25 0 172</inkml:trace>
  <inkml:trace contextRef="#ctx0" brushRef="#br0" timeOffset="710831.6572">17859 9798 0,'0'0'0,"0"0"0,25 0 0,-25 0 0,0 0 0,0 0 0,0 0 0,0 0 0,0 0 15,0 0-15,0 0 0,0 0 0,0 0 0,0 0 0,0 0 0,25 0 0,-25 0 16,0 0-16,0 0 0,0 0 15,0 0-15,0 0 0,0 0 0,0 0 0,0 0 0,0 0 0,25 0 0,-25 0 16,0 0-16,0 0 0,0 0 0,0 0 0,0 0 0,0 0 0,0 0 0,0 0 0,25 0 0,-25 0 0,0 0 0,0 0 0,0 0 0,0 0 0,0 0 0,0 0 0,0 0 0,0 0 0,0 0 16,0 0-16,0 0 0,0 0 0,0 0 0,0 0 0,0 0 0,0 0 0,0 0 0,24 0 15,-24 0-15,0 0 0,0 0 0,0 0 0,0 0 16,0 0-16,0 0 0,0 0 0,0 0 0,0 0 0,25 0 405,74-273 547</inkml:trace>
  <inkml:trace contextRef="#ctx0" brushRef="#br0" timeOffset="713095.7866">17760 9500 0,'0'0'0,"0"0"15,0 0-15,0 0 0,0 0 0,0 0 0,0 0 0,0 0 16,0 0-16,0 0 0,0 0 0,0 0 0,0 0 0,0 0 0,0 0 15,0 0 672,199 471-422,-199-471-265,0 0 0,0 0 16,0 0-16,24 0 15,-24 0-15,0 0 0,0 0 0,0 0 0,0 0 0,0 0 16,0 0-16,0 0 15,0 0-15,0 0 0,0 0 16,0 0-16,0 0 16,0 0-1,0 0-15,0 0 0,0 0 16,0 0-16,0 0 0,0 0 0,0 0 0,0 0 0,0 0 15,0 0-15,0 0 0,0 0 0,0 0 0,0 0 0,0 0 0,0 0 0,0 0 0,0 0 0,0 0 0,0 0 16,0 0-16,0 0 0,0 0 0,0 0 0,0 0 0,0 0 16,0 0-16,0 0 0,0 0 15,0 0-15,0 0 0,0 0 0,0 0 31,0 0-31,0 0 0,0 0 0,0 0 0,0 0 0,0 0 0,0 0 0,0 0 0,0 0 47,0 0-47,0 0 0,0 0 0,0 0 0,0 0 0,0 0 0,0 0 0,0 0 0,0 0 0,0 0 0,0 0 0,0 25 16,0-25-16,0 0 0,0 0 0,0 0 0,0 0 15,0 0-15,0 0 0,0 0 0,0 0 0,0 0 16,0 0-16,0 0 0,0 0 0,0 0 0,0 0 0,0 0 0,0 0 0,0 0 0,0 0 0,0 0 0,0 0 0,0 0 16,0 0-16,0 0 0,0 0 0,0 0 0,0 0 0,0 0 0,0 0 0,0 0 0,0 0 15,0 0-15,0 0 0,0 0 0,0 0 0,0 0 0,0 0 0,0 0 0,0 0 0,0 0 0,0 0 0,0 0 0,0 0 0,0 0 0,0 0 0,0 0 16,0 0-16,0 0 0,0 0 0,0 0 0,0 0 0,0 0 15,0 0-15,0 0 0,0 0 0,0 0 0,0 0 0,0 0 172</inkml:trace>
  <inkml:trace contextRef="#ctx0" brushRef="#br0" timeOffset="715589.9294">18355 8682 0,'124'769'0,"-148"-745"31,24 1-31,0-25 0,0 0 0,0 0 0,0 25 0,0-25 0,0 0 0,-25 0 0,25 0 0,0 0 0,0 0 16,0 25-16,0-25 0,0 0 0,0 0 15,0 25-15,0-25 0,0 0 0,-25 0 0,25 0 16,0 0-16,0 0 0,0 24 0,0-24 15,0 0-15,0 0 0,0 0 0,0 0 0,0 0 0,0 25 0,0-25 0,0 0 0,0 0 0,-25 0 16,25 0-16,0 0 0,0 25 0,0-25 0,0 0 0,0 0 0,0 0 0,0 0 0,0 0 16,0 0-16,0 0 0,0 0 0,0 0 0,0 0 0,0 0 0,0 0 15,0 0-15,0 0 0,0 0 0,0 0 0,0 0 0,0 0 16,0 0-16,0 0 15,0 0-15,0 0 0,0 0 0,0 0 0,0 0 16,0 0-16,0 0 0,0 0 0,0 0 0,0-25 16,-25 25-1,25 0-15,0 0 0,0 0 0,0-25 0,0 25 16,0 0-16,0-24 15,0 24-15,0 0 0,0-25 0,25 25 0,-25-25 16,0 25-16</inkml:trace>
  <inkml:trace contextRef="#ctx0" brushRef="#br0" timeOffset="718811.1136">4564 10964 0,'0'0'0,"0"0"0,0 0 0,0 0 0,0 0 0,0 0 0,0 0 0,0 0 0,0 0 15,0 0-15,0 0 0,0 0 0,0 0 0,25 0 0,-25 0 0,0 0 0,0 0 0,0 0 0,0 0 0,0 0 0,0 0 0,0-25 0,0 25 0,25 0 0,-25 0 0,0 0 0,0-25 0,0 25 0,0 0 0,0-25 0,0 25 0,0 0 0,0-25 0,24 25 0,-24-24 0,0 24 0,0 0 0,0-25 16,0 25-16,0-25 16,0 25-16,0-25 0,0 25 0,0 0 0,25-25 0,-25 25 0,0-24 0,0 24 15,0 0-15,0-25 0,0 25 0,0 0 16,0 0-16,0-25 0,0 25 0,0 0 0,0 0 0,0 0 0,0 0 0,0 0 0,0 0 15,0 0-15,0 0 16,0-25-16,0 25 0,0 0 0,0 0 16,0 0-16,0 0 0,0 0 0,0 0 0,0 0 0,0 0 0,0 0 0,0 0 0,0 0 0,0 0 15,0 0-15,0 0 0,0 0 0,0 0 0,0 0 0,0 0 16,0 0-1,0 0-15,0 0 0,0 0 0,0 0 0,0 0 0,0 0 0,0 0 16,0 0-16,0 0 0,0 0 0,0 0 0,0 0 0,0 0 0,0 0 16,0 0-16,0 0 0,0 0 0,0 0 0,0 0 0,0 0 93,0 0-93,0 0 0,0 0 0,0 0 0,0 0 0,0 0 0,0 0 250</inkml:trace>
  <inkml:trace contextRef="#ctx0" brushRef="#br0" timeOffset="720317.1991">4514 10691 0,'0'0'15,"0"0"-15,0 0 0,0 0 0,0 0 0,-24 0 0,24 0 983</inkml:trace>
  <inkml:trace contextRef="#ctx0" brushRef="#br0" timeOffset="722748.3388">4465 10616 0,'0'0'0,"0"0"0,0 0 0,0 0 0,0 0 0,0 0 0,0 0 0,0 0 0,0 0 0,0 0 0,0 0 0,0 0 0,0 0 0,0 0 0,0 0 0,0 0 0,0 0 0,0 0 0,0 0 0,0 0 0,0 0 0,0 0 0,0-24 0,0 24 0,0 0 0,-25 0 16,25 0-16,0 0 0,0 0 0,0 0 0,0 0 0,0 0 0,0 0 0,0 0 0,0 0 0,0 0 0,-25 0 0,25-25 0,0 25 15,0 0-15,0 0 0,0 0 0,0 0 0,0 0 16,0 0-16,0 0 0,0 0 0,0 0 0,0 0 0,0 0 15,0 0-15,0 0 0,0 0 0,0 0 0,0 0 0,0 0 0,0 0 0,0 0 16,0 0-16,0 0 0,0 0 0,0 0 0,0 0 16,0 0-16,0 0 15,0 0-15,0 0 0,0 0 0,0 0 16,0 0-16,0 0 0,0 0 0,0 0 0,0 0 0,0 0 0,0 0 0,0 0 15,0 0-15,0 0 0,0 0 0,0 0 0,0 0 0,0 0 0,0 0 999,199 99-937,-199-99-62,0 0 0,0 0 0,0 0 0,0 0 0,0 0 0,0 0 0,0 0 0,0 0 0,0 0 0,0 0 0,0 0 0,0 0 0,0 0 0,0 0 0,0 0 0,0 0 0,0 0 0,0 0 0,0 0 0,0 0 0,0 0 0,0 0 0,0 0 16,0 0-16,0 0 0,0 0 0,0 0 0,0 0 0,0 0 0,0 0 0,0 0 0,0 0 15,0 0-15,0 0 16,0 0 0,0 0-16,0 0 0,0 0 0,0 0 0,0 0 0,0 0 0,0 25 0,0-25 0,0 0 0,0 0 0,0 0 0,24 25 0,-24-25 15,0 0-15,0 0 0,0 0 0,0 24 0,0-24 0,0 0 0,0 25 0,0-25 0,0 0 0,25 0 0,-25 25 0,0-25 0,0 0 0,0 0 16,0 25-1,0-25-15,0 0 0,0 25 0,0-25 0,0 0 0,25 24 16,-25-24-16,0 0 0,0 0 0,0 25 0,0-25 0,0 0 0,0 25 0,0-25 16,0 0-16,0 25 0,0-25 0,0 0 0,0 25 0,0-25 15,0 0-15,0 24 0,0-24 0,0 0 0,0 0 0,25 25 16,-25-25-16,0 0 15,0 0-15,0 0 0,0 0 0,0 25 0,0-25 16,0 0-16,0 0 0,0 0 0,0 0 0,0 0 0,0 0 0,0 0 16,0 0-16,0 0 0,0 0 0,0 0 0,0 0 0,0 0 234,-50-50-234,50 50 0,0 0 0,0 0 0,0-24 0,0 24 15,0 0-15,0 0 0,0-25 16</inkml:trace>
  <inkml:trace contextRef="#ctx0" brushRef="#br0" timeOffset="724009.4109">4341 10468 0,'0'0'0,"0"0"16,0 0-16,0 0 0,0 0 0,0 0 0,0 0 0,0 0 0,0 0 0,0 0 0,0 0 0,0 0 0,0 0 0,0 0 0,0 0 0,0 0 0,0 0 0,0 0 16,0 0-16,0 0 0,0 0 0,0 0 0,0 0 0,0 0 0,0 0 0,0 0 15,0 0 16,0 0-31,0 0 16,0 0-16,0-25 0,0 25 0,0 0 0,0 25 0,0-25 0,0 0 0,0 0 31,0 0-31,0 0 0,25 0 0,-25 0 0,0 0 0,0 0 0,0 0 0,0 0 0,24 0 0,-24 0 0,0 0 0,0 24 0,0-24 0,25 0 0,-25 0 0,0 25 16,0-25-16,25 0 0,-25 0 0,0 25 15,25-25-15,-25 0 0,0 25 0,0-25 0,25 0 0,-25 25 0,0-25 0,24 0 0,-24 24 0,0-24 16,25 25 0,-25-25-16,0 0 0,0 25 0,0-25 15,25 0-15,-25 25 0,0-25 0,0 0 16,25 0-16,-25 25 0,0-25 0,0 0 15,0 24-15,25-24 0,-25 0 0,0 25 0,0-25 0,0 0 16,0 25-16</inkml:trace>
  <inkml:trace contextRef="#ctx0" brushRef="#br0" timeOffset="726778.5693">5085 10368 0,'0'0'16,"0"0"-16,0 0 15,0 0-15,0 0 0,0 0 0,0 0 0,0 0 0,0 0 0,0 0 0,0 0 0,0 0 16,0 0-16,0 0 0,0 0 0,0 0 0,0 0 0,0 0 15,0 0-15,0 0 0,0 0 0,0 0 0,0 0 16,0 0-16,0 0 0,0 0 0,0 0 16,0 0 467,-248 596-93</inkml:trace>
  <inkml:trace contextRef="#ctx0" brushRef="#br0" timeOffset="730356.7738">5854 10368 0,'-25'0'0,"25"0"16,0 0-16,0 0 0,0 0 0,-25 0 15,25 0-15,0 0 16,0 0-16,-25 0 0,25 0 0,0 0 0,0 0 0,0 0 15,0 0-15,0 0 0,0 0 0,0 0 0,0 0 0,0 0 0,-24 0 0,24 0 16,0 0-16,0 0 0,0 0 0,0 0 0,0 0 0,0 0 16,-25 25-16,25-25 0,0 0 0,0 0 15,0 0-15,-25 0 0,25 0 16,0 0-16,0 0 0,-25 0 0,25 0 0,0 0 0,0 0 15,-25 0-15,25 0 0,0 0 32,-124 99 92,124-99-124,-24 25 0,24-25 0,0 0 0,0 0 0,0 25 0,0-25 16,0 0-16,-25 25 0,25-25 0,0 0 0,0 25 16,0-25-16,0 0 0,0 0 0,0 24 0,0-24 0,0 0 0,0 25 0,0-25 0,0 0 0,0 25 0,0-25 0,0 0 0,0 25 0,0-25 0,0 0 0,0 25 0,0-25 0,0 0 0,0 24 15,0-24-15,0 0 0,0 25 0,25-25 0,-25 0 0,0 25 0,0-25 0,0 0 0,0 25 0,0-25 0,0 0 0,0 25 0,0-25 0,24 0 0,-24 0 0,0 24 0,0-24 0,0 0 0,25 0 16,-25 25-16,0-25 0,0 0 0,0 0 0,25 0 0,-25 25 15,0-25-15,0 0 0,25 0 0,-25 0 0,0 0 16,0 25-16,25-25 0,-25 0 0,0 0 0,0 0 0,24 0 16,-24 0-16,0 0 15,0 0-15,25 0 0,-25 0 0,0 25 0,0-25 0,0 0 16,25 0-16,-25 0 0,0 0 0,0 0 0,25 0 0,-25 0 0,0 0 15,25 0-15,-25 0 0,0 0 0,0 0 0,24 0 0,-24 0 1046</inkml:trace>
  <inkml:trace contextRef="#ctx0" brushRef="#br0" timeOffset="732387.8902">5507 10592 0,'0'0'0,"0"0"15,0 0-15,0 0 0,0 0 16,0 0-16,0 0 0,-25 0 0,25 0 0,0 0 16,0 0-16,0 0 0,0 0 0,0 0 0,0 0 0,0 0 0,0 0 0,0 0 15,0 0-15,0 0 0,0 0 0,0 0 0,0 0 63,0 0-63,0 0 46,25 0 32,-25 0-78,0 0 0,0 0 0,0 0 0,0 0 0,0 0 0,0 0 0,0 0 0,0 0 0,0 0 0,0 0 0,0 0 0,0 0 16,0 0-16,0 0 0,0 0 0,0 0 0,0 0 16,0 0-16,0 0 0,24 0 0,-24 0 0,0 0 0,0 0 15,25 0-15,-25 0 0,0 0 0,25 0 0,-25 0 0,0 0 0,25 0 0,-25 0 0,25 0 0,-25 0 0,24 0 0,-24 0 0,25-25 0,-25 25 0,25 0 0,-25 0 0,25 0 0,-25 0 0,25 0 0,-25 0 0,0 0 0,24 0 16,-24 0-16,0 0 0,25 0 0,-25 0 0,0 0 0,0 0 0,0 0 0,0 0 0,25 0 0,-25 0 0,0 0 15,0 0-15,0 0 16,0 0-16,0 0 0,0 0 0,0 0 0,0 0 0,0 0 0,0 0 16,0 0-16,0 0 0,0 0 0,0 0 0,25 0 0,-25 0 15,0 0-15,0 0 0,0 0 0,0 0 16,0 0-1,0 0-15,0 0 0,0 0 0,0 0 0,0 0 0,0 0 0,0 0 0,0 0 16,0 0-16,25-25 0,-25 25 0,0 0 0,0 0 0,0 0 0,0 0 16,0 0-16,0 0 0,0 0 0,0 0 0,0 0 0,0 0 15,0 0-15,0 0 0,0 0 0,0 0 0,0-25 0,0 25 0,0 0 577</inkml:trace>
  <inkml:trace contextRef="#ctx0" brushRef="#br0" timeOffset="734400.0053">6672 10418 0,'0'0'0,"0"0"16,0 0-16,0 0 0,0 0 0,0 0 0,0 0 31,0 0-31,0 0 0,0 0 0,0-25 0,0 25 0,0 0 0,0 0 16,0 0-16,0 0 0,0 0 0,0 0 0,0 0 0,0 0 0,0 0 31,0-25-31,0 25 0,0 0 0,0 0 0,0 0 0,0 0 0,0 0 0,0 0 0,0 0 0,0 0 0,0 0 0,0 0 16,0 0-16,0 0 0,0-24 0,0 24 0,0 0 0,-24 0 0,24 0 15,0 0 1,0 0-16,0 0 0,0 0 0,0 0 0,0 0 0,0 0 15,0 0-15,0 0 0,0 0 0,0 0 0,-25 0 0,25-25 16,0 25-16,0 0 0,0 0 0,0 0 0,0 0 0,-25 0 0,25 0 16,0 0-16,0 0 0,0 0 0,0 0 0,0 0 0,-25 0 15,25 0-15,0 0 0,0 0 0,0 0 16,-25 0-16,25 0 0,0 0 0,0 0 0,0 0 0,-24 0 15,24 0-15,0 0 16,0 0-16,0 0 0,-25 0 0,25 0 0,0 0 0,0 0 0,0 0 0,-25 0 0,25 0 0,0 0 0,0 0 16,0 0-16,0 0 0,-25 25 0,25-25 15,0 0 1,0 0-16,0 0 0,0 0 889</inkml:trace>
  <inkml:trace contextRef="#ctx0" brushRef="#br0" timeOffset="736640.1334">6747 10468 0,'0'0'16,"0"0"140,0 0-141,0 0-15,0 0 0,0 0 0,0 0 0,0 0 16,0 0-16,0 0 0,0 0 0,0 0 0,-25-25 16,25 25-16,0 0 0,0 0 15,0 0-15,0 0 0,0 0 0,0 0 16,0-25-16,0 25 0,0 0 0,0 0 0,-25 0 15,25 0-15,0 0 0,0 0 0,0 0 78,-74-25-78,74 25 0,-25 0 0,25 0 16,0 0-16,0 0 0,0 0 16,-25 0-16,25 0 0,0 0 15,0 0-15,0 0 0,0 0 0,0 0 16,-25 0-16,25 0 0,0 0 0,0 0 0,0 0 0,0 0 0,0 0 15,0 25-15,0-25 0,0 0 0,-24 0 0,24 0 16,0 0-16,0 0 0,0 0 0,0 0 16,0 0-16,0 0 0,-25 0 0,25 0 15,0 0-15,0 0 0,0 0 16,0 0-16,0 0 0,0 0 0,0 0 0,0 0 15,0 0-15,0 0 16,0 0-16,0 0 0,-25 0 0,25 0 16,0 0-16,0 25 0,0-25 0,0 0 0,0 0 0,0 0 15,-25 0-15,25 0 0,0 0 0,0 0 0,0 0 0,0 0 0</inkml:trace>
  <inkml:trace contextRef="#ctx0" brushRef="#br0" timeOffset="738574.2439">6722 10468 0,'0'0'15,"0"0"-15,0 0 0,0 0 0,0 0 16,0 0-16,0 0 0,0 0 0,0 0 16,0 0-16,0 0 0,0 0 0,0 0 15,0 0 1,0 0-16,0 0 0,0 0 62,0-25 47,0 25-109,0 0 0,0 0 32,-25 0-32,25 0 0,0 0 0,0-25 0,0 25 15,0 0-15,0 0 0,-25 0 0,25 0 0,0 0 16,0-25-16,0 25 0,0 0 0,-24 0 0,24 0 0,0 0 15,0 0-15,-25 0 16,25-25-16,0 25 0,-25 0 16,25 0-16,0 0 0,0 0 0,0 0 0,0 0 0,0 0 0,0 0 15,-25 0-15,25 0 0,0 0 16,0 0-16,0 0 0,0 0 0,0 0 0,0 0 15,0 0-15,-25 0 0,25 0 0,0 0 16,0 0-16,0 0 0,0 0 0,0 0 0,0 25 16,-24-25 30,-26 25-46,50-25 16,0 0-16,0 0 0,0 0 0,0 25 0,0-25 0,0 0 16,0 0-16,0 0 0,0 0 0,-25 0 156</inkml:trace>
  <inkml:trace contextRef="#ctx0" brushRef="#br0" timeOffset="740217.338">6821 10641 0,'0'0'0,"0"0"62,0 0-46,0 0-16,0 0 0,0 0 0,-25 0 0,25 0 0,0 0 0,0 0 0,0 0 0,0 0 15,0 0-15,0 0 0,0 0 0,0 0 0,0 0 0,0 0 0,0 0 0,0-25 0,0 25 0,0 0 16,0 0-16,-24 0 0,24 25 0,0-25 0,0 0 0,0 0 0,0 0 0,0 0 0,0 0 125,-75 75-110,75-75 1,0 24-16,0-24 0,0 0 0,25 0 0,-25 25 0,0-25 0,0 0 0,0 0 0,0 0 0,0 25 0,0-25 0,0 0 0,0 0 0,0 0 15,25 0-15,-25 25 0,0-25 0,0 0 0,0 0 0,25 0 0,-25 0 0,0 0 0,0 25 0,0-25 0,0 0 0,24 0 0,-24 0 0,0 0 0,0 0 0,0 0 0,25 0 0,-25 24 0,0-24 0,0 0 0,0 0 0,25 0 0,-25 0 0,0 0 0,0 0 0,0 0 16,25 0-16,-25 0 0,0 0 0,0 25 0,0-25 0,25 0 0,-25 0 16,0 0 46,0 0-62,0 0 16,25 0-16,-25 0 0,0 0 0,0 0 0,0 0 0,0 25 0,0-25 0,0 0 0,24 0 0,-24 0 0,0 0 0,0 0 0,0 0 0,0 0 0,0 25 0,0-25 0,0 0 0,25 0 0,-25 0 0,0 0 0,0 0 0,0 25 0,0-25 0,0 0 15,0 0-15,0 0 0,0 0 0,25 24 0,-25-24 0,0 0 0,0 0 0,0 0 0,0 0 0,0 25 16,0-25-16,0 0 15,0 0-15,0 0 0,0 0 0,0 25 0,-25-25 0,25 0 16,0 0-16,0 0 0,0 0 0,0 0 0,0 25 0,0-25 0,0 0 0,0 0 16,-25 0-1,25 0-15,0 0 0,0 0 0,0 0 0,-24 0 0,24 0 0,0 0 0,0 0 0,-25 0 0,25 0 16,0 0-16,0 0 0,-25 0 0,25 0 0,0 0 0,-25 0 15,25 0-15,0-25 0,0 25 0,-25 0 16,25 0-16,0 0 16,0 0-16,-25 0 0,25-25 717</inkml:trace>
  <inkml:trace contextRef="#ctx0" brushRef="#br0" timeOffset="741155.3916">7913 10740 0,'0'25'0,"0"-25"16,0 0-16,0 0 0,0 0 16,0 0-16,0 0 0,0 0 0,0 0 0,0 0 0,0 0 0,0 0 0,0 0 0,0 0 0,0 0 31,0 0-31,0 0 0,0 0 0,0 0 0,0 0 0,0 0 0,0 0 15,0 0-15,0 0 0,0 0 0,0 0 0,0 0 0,0 0 16,0 0 0,0 0-16,24 0 0,-24 0 0,0 0 0,0 0 0,0 0 0,0 0 15,25 0-15,-25 0 0,0 0 0,25 0 0,-25 0 0,0 0 0,25 0 0,-25 0 16,25 0-16,-25 0 0,25 0 0,-25-25 0,24 25 0,-24 0 0,25 0 15,-25 0 48,0 0-63,25 0 0,-25 0 0,25 0 0,-25-24 0,0 24 0,25 0 0,-25 0 0,0 0 0,0 0 0,0 0 0,0 0 0,0 0 15,0 0-15,0 0 0,0 0 0,0 0 0,0 0 0,0 0 0,0 0 0,0 0 0,0 0 0,0 24 0,0-24 0,0 0 0,0 0 16,0 0-16,-25 0 0,25 0 0,0 0 16,0 0-16</inkml:trace>
  <inkml:trace contextRef="#ctx0" brushRef="#br0" timeOffset="742700.48">7962 10889 0,'0'0'16,"0"0"-16,0 0 0,0 0 0,-25 0 16,25 0-16,0 0 0,0 0 0,0 0 15,0 0-15,0 0 0,0 0 0,0 0 0,0 0 0,0 0 0,0 0 0,0 0 0,0 0 16,0 0-16,0 0 0,0 0 0,0 0 0,0 0 15,0 0-15,0 0 0,0 0 16,0 0-16,0 0 0,0 0 16,25 0-16,-25 0 0,0 0 0,0 0 0,0 0 0,0 0 0,0 0 0,25 0 0,-25 0 0,0 0 15,0 0-15,0 0 0,25 0 0,-25 0 0,0 0 0,0 0 0,25 0 16,-25 0-1,0 0-15,25 0 0,-25 0 0,0 0 0,24 0 0,-24 0 16,0 0 1170</inkml:trace>
  <inkml:trace contextRef="#ctx0" brushRef="#br0" timeOffset="743981.5533">8161 10542 0,'0'0'0,"0"25"0,0-25 15,25 49 1,-25-49-16,74 124 265,0 174-265,-123-248 16,49-50-16,0 0 0,0 0 0,0 24 15,0-24-15,-25 0 0,25 0 16,0 0-16,0 0 0,0 0 0,0 0 0,0 0 0,0 0 0,0 0 0,0 0 0,0 0 0,0 0 0,0 0 0,0 0 0,0 0 0,0 0 0,0 0 0,0 0 0,0 0 15,0 0-15,0 0 0,0 0 0,0 0 0,0 0 0,0 0 0,0 0 0,0 0 0,0 0 0,0 0 0,0 0 0,0 0 16,0 0 0,0 0-16,0 0 0,0 0 0,0-24 0,0 24 0,0 0 15,0 0-15</inkml:trace>
  <inkml:trace contextRef="#ctx0" brushRef="#br0" timeOffset="746134.6764">8880 10641 0,'0'0'0,"0"0"0,0 0 0,0 0 0,0 0 0,0 0 0,0 0 0,0 25 0,0-25 0,0 0 0,0 0 0,25 0 0,-25 25 0,0-25 0,0 0 15,0 0-15,0 25 0,0-25 0,0 0 0,0 0 0,0 24 0,0-24 0,25 0 0,-25 0 0,0 25 0,0-25 0,0 0 0,0 25 0,0-25 16,0 0-16,24 0 0,-24 25 15,0-25-15,0 0 0,0 25 0,0-25 0,0 0 0,0 24 0,0-24 0,25 0 0,-25 25 0,0-25 0,0 0 0,0 0 0,0 25 0,0-25 0,0 0 0,25 0 0,-25 25 0,0-25 0,0 0 0,0 0 16,0 25-16,0-25 0,25 0 0,-25 0 0,0 0 0,0 24 0,0-24 31,0 0-31,0 0 0,0 0 0,0 0 0,25 0 0,-25 0 16,0 0-16,0 0 0,0 0 0,0 0 0,0 0 0,0 25 0,0-25 0,0 0 15,0 0-15,0-25 0,0 25 0,0 0 0,0 0 0,0 0 16,0 0-16,0 0 0,0 0 0,0 0 0,0 0 0,0 0 0,0 0 31,0 0-31,0 0 0,0 0 0,0 0 0,0 0 0,0 0 0,0 0 16,0 0-16,0 0 0,0 0 0,0 0 0,0 0 0,0 0 15,25 0-15,-25 0 0,0 0 0,0 0 0,0-24 0,0 24 47,0 0-47,0-25 0,24 25 0,-24 0 0,0 0 0,0-25 16,0 25-16,0-25 0,0 25 0,25 0 15,-25-25-15,0 25 0,0-24 0,0 24 0,0-25 0,25 25 0,-25-25 0,0 25 0,0-25 16,0 25-16,0-25 0,25 25 0,-25 0 0,0-24 0,0 24 0,0-25 0,0 25 0,25 0 0,-25-25 0,0 25 0,0 0 0,0-25 0,0 25 0,0 0 16,0 0-16,0 0 0,0 0 0,0 0 0,0-25 15,0 25-15,0 0 16,0 0-16,0 0 0,0 0 0,0 0 0,24 0 0,-24 0 0,0 0 15,0 0-15,0 0 0,0 0 0,0 0 0,0 0 0,0-24 0,0 24 16,0 0-16,0 0 0,0 0 0,0 0 0,0 0 0,0 0 0,0 0 31,0 0-31,0 0 0,0 0 0,0 0 0,0 0 0,0 0 0,0 0 16,0 0-16,0 0 0,0 0 0,-24 0 156,24 0-156,0 0 15,0 0-15,0 0 0,0 0 0,0 0 0,0 0 0,0 0 16,-25 0-16</inkml:trace>
  <inkml:trace contextRef="#ctx0" brushRef="#br0" timeOffset="747958.7801">10046 10294 0,'-25'0'0,"25"0"16,0 0-16,0 0 0,0 0 16,0 0-16,-25 0 0,25 0 0,0 0 0,0 0 0,0 0 0,0 0 0,-25 0 0,25 0 0,0 0 0,0 0 0,0 0 0,0 0 0,-24 25 0,24-25 0,0 0 0,0 0 0,0 0 0,-25 0 0,25 0 0,0 0 15,0 25-15,-25-25 0,25 0 0,0 0 0,0 0 0,0 24 0,-25-24 0,25 0 0,0 0 0,0 0 0,-25 25 0,25-25 0,0 0 0,0 0 0,-24 25 0,24-25 0,0 0 0,0 25 16,0-25-16,-25 0 0,25 25 0,0-25 0,0 0 0,0 24 0,0-24 15,0 25-15,0-25 0,0 0 0,0 25 0,-25-25 0,25 25 16,0-25-16,0 0 0,0 25 0,0-25 16,0 24-16,0-24 967</inkml:trace>
  <inkml:trace contextRef="#ctx0" brushRef="#br0" timeOffset="749998.8975">9872 10592 0,'0'0'0,"0"0"16,0 0-16,0 0 0,0 0 0,-25 0 0,25 0 16,0 0-16,0 0 0,0 0 0,0 0 0,0 0 0,0 0 0,0 0 15,0 0 79,0 0-94,0 0 0,0 0 0,0 0 0,0 0 0,0 0 15,0 0-15,0 0 0,0 0 0,0 0 0,0 0 0,0 0 0,0 0 0,0 0 0,0 0 0,0 0 0,0 0 0,0 0 0,0 0 16,0 0-16,0 0 0,0 0 0,0 0 16,0 0-16,0 0 0,0 0 0,0 0 0,-24 0 0,24 0 0,0 0 0,0 0 0,0 0 0,0 0 15,0 0-15,0 0 0,0 0 0,0 0 0,0 0 0,0 0 0,0 0 0,0 0 0,0 0 0,0 0 0,0 0 0,0 0 0,0 0 0,0 0 16,0 0-16,0 0 0,0 0 0,0 0 0,0 0 15,0 0-15,0 0 0,0 0 16,-25 0-16,25 0 0,0 0 0,0 0 0,0 0 0,0 0 0,0 0 0,0 0 0,0 0 0,0 0 0,0 0 0,0 0 16,0 0-16,0 0 0,0 0 0,0 0 0,0 0 0,0 0 0,0 0 0,0 0 0,0 0 15,0 0-15,0 0 0,0 0 0,0 0 16,0 0-16,0 0 0,0 0 0,0 0 0,0 0 15,0 0-15,0 0 0,0 0 0,0 0 0,0 0 0,0-25 0,0 25 16,0 0-16,0 0 47,0 0-47,0 0 0,0 0 0,0 0 0,0 0 0,0 0 0,0 0 0,0 0 0,0 0 0,0 0 0,0 0 0,0 0 0,0 0 0,0 0 0,0 0 0,0 0 0,0 0 0,0 0 0,-25 0 0,25 0 0,0 0 15,0 0-15,0 0 0,0 0 0,0 0 0,0 0 0,0 0 16,0 0-16,0 0 0,0 0 0,0 0 0,0 0 0,-25 0 31,25 0-31,0 0 0,0 0 0,0 25 0,0-25 0,0 0 0,0 0 16,0 0-16,0 0 0,0 0 0,-25 0 0,25 0 0,0 0 0,0 0 468</inkml:trace>
  <inkml:trace contextRef="#ctx0" brushRef="#br0" timeOffset="750193.9086">10021 10641 0,'0'0'0,"0"-25"15,0 25-15,0 0 31</inkml:trace>
  <inkml:trace contextRef="#ctx0" brushRef="#br0" timeOffset="751373.9761">9847 10418 0,'0'0'0,"0"0"16,0 0-16,0 0 0,0 0 0,0 0 0,0 0 0,0 0 0,0 0 0,0 0 0,0 0 0,0 0 15,0 0 1,0 0-16,0 0 0,0 0 0,0 0 0,0 0 0,0 0 0,0 0 0,0 0 0,0 0 0,0 0 15,0 0-15,0 0 0,0 0 0,0 0 0,0 0 0,0 0 0,0 0 16,0 0-16,0 0 0,0-25 234</inkml:trace>
  <inkml:trace contextRef="#ctx0" brushRef="#br0" timeOffset="752708.0524">9847 10368 0,'0'0'15,"0"0"-15,0 0 0,0 0 0,0 0 0,0 0 0,0 0 0,0 0 16,0 25-1,0-25-15,0 0 0,0 0 0,0 0 0,0 0 0,0 0 0,0 0 16,0 0-16,0 0 0,0 0 0,0 0 16,0 0-16,0 0 0,0 0 0,0 0 0,0 0 0,0 0 0,0 0 0,0 0 15,0 0-15,0 0 0,0 0 0,0 0 0,0 0 0,0 0 16,0 0-16,0 0 15,0 0-15,0 0 0,0 0 0,0 0 0,0 0 0,0 0 16,0 0-16,0 0 0,0 0 0,0 0 0,0 0 0,0 0 16,0 0-16,0 0 0,0 0 0,0 0 0,0 0 0,0 0 0,0 0 31,0 0-31,0 0 0,0 0 0,0 0 0,0 0 0,0 0 15,0 0-15,0 0 0,0 0 0,0 0 0,0 0 0,0 0 0,0 0 0,0 0 0,0 0 16,0 0-16,0 0 0,0 0 0,0 0 0,0 0 0,0 0 16,0 0-16,0 0 0,0 0 0,0 0 0,0 0 0,0 0 0,0 0 0,-24 0 15,24 0-15,0 0 0,0 0 16,0 0-16,-50 99 187,50-99-187,0 0 0,-25 0 0,25 0 0,0 25 0,0 50 62,0-75-46,0 24-16,0-24 0,0 25 0,0-25 16,0 0-16,0 25 0,0-25 0,0 0 0,0 0 0,0 25 0,0-25 0,0 0 0,0 0 0,0 25 0,0-25 0,0 0 0,0 24 0,0-24 0,0 0 0,0 0 0,0 25 0,0-25 0,0 0 0,0 0 0,0 25 0,0-25 0,0 0 0,0 25 0,0-25 0,0 0 0,25 0 0,-25 25 0,0-25 0,0 0 0,0 0 0,0 24 0,0-24 0,0 0 0,0 25 0,0-25 0,0 0 0,0 25 15,0-25-15,0 0 0,0 25 0,0-25 16,0 0-16,0 25 15,0-25-15,0 0 0,0 0 0,0 24 0,0-24 0,25 0 0,-25 25 16,0-25-16,0 0 0,0 0 0,0 25 0,0-25 0,0 0 0,0 25 16,0-25-16,0 0 0,0 0 0,0 25 0,0-25 0,25 0 15,-25 24-15,0-24 0,0 0 0,0 0 0,0 25 0,0-25 31,0 0-31,0 25 0,0-25 0,0 0 0,0 0 0,0 0 0,24 25 484</inkml:trace>
  <inkml:trace contextRef="#ctx0" brushRef="#br0" timeOffset="756586.2738">10468 10542 0,'0'0'0,"0"0"0,0 0 0,0 0 15,0-25-15,0 25 0,0 0 0,0 0 0,0 0 0,0 0 16,0 0-1,0 0-15,0 0 0,0 0 0,0 0 0,0 0 0,0 0 0,0 0 0,0 0 0,0 0 0,0 0 0,0 0 0,0 0 0,0 0 0,0 0 0,0 0 16,0 0-16,0 0 16,0 0-16,-25 0 0,25 0 0,0 0 0,0 0 0,0 0 0,0 0 0,0 0 0,0 0 0,0 0 0,0 25 0,0-25 0,0 0 0,0 0 15,0 0-15,0 0 0,0 0 0,0 0 0,-25 0 0,25 0 0,0 0 0,0 0 0,0 0 0,0 25 0,0-25 0,0 0 0,0 0 0,0 0 0,0 0 0,0 0 16,0 25-16,0-25 0,0 0 0,0 0 0,0 0 15,0 24-15,0-24 0,0 0 0,0 0 0,-25 0 0,25 25 16,0-25-16,0 0 0,0 0 0,0 0 0,0 25 0,0-25 78,0 124 0,0-124-78,25 0 0,-25 0 0,0 25 0,0-25 16,0 0-16,0 0 0,0 25 15,0-25-15,0 0 0,0 0 0,0 0 0,0 24 0,0-24 0,25 0 0,-25 0 0,0 0 0,0 0 0,0 25 0,0-25 0,0 0 0,0 0 0,0 0 0,0 0 0,0 0 0,0 25 16,0-25-16,25 0 0,-25 0 0,0 0 0,0 0 0,0 0 0,0 0 0,0 25 0,0-25 0,0 0 0,24 0 0,-24 0 0,0 0 0,0 0 0,0 0 0,0 0 0,0 25 0,0-25 0,25 0 0,-25 0 0,0 0 15,0 0-15,0 0 0,0 0 0,0 0 0,25 24 0,-25-24 0,0 0 16,0 0-16,0 0 0,0 0 16,25 0-16,-25 0 0,0 0 0,0 0 15,0 0-15,0 0 0,25 0 0,-25 0 0,0 25 0,0-25 16,0 0-16,0 0 0,24 0 0,-24 0 0,0 0 0,0 0 0,0 0 0,0 0 15,0 0-15,25 0 0,-25 0 0,0 0 0,0 0 0,0 0 0,0 0 32,0 0-32,0 0 0,25 0 46,-25 25-46,0-25 0,0 0 0,0 0 0,0 0 0,0 0 0,0 0 0,25 0 0,-25 0 0,0 0 0,0 0 0,0 0 0,0 0 0,0 0 0,0 0 0,0 0 0,0 0 0,0 0 0,25 0 0,-25 0 0,0 0 0,0 0 0,0 0 16,0 0-16,0 0 0,0 0 0,0 0 0,24-25 0,-24 25 16,0 0-16,0 0 0,0 0 0,0 0 15,0 0-15,0 0 16,0 0-16,25 0 0,-25 0 0,0 0 0,0 0 0,0 0 15,0 0-15,0 0 0,0-25 0,0 25 0,25 0 0,-25 0 0,0 0 0,0 0 0,0 0 656</inkml:trace>
  <inkml:trace contextRef="#ctx0" brushRef="#br0" timeOffset="758540.386">10443 10567 0,'0'0'0,"0"0"16,0 0-16,0 0 0,0 0 16,0 0-16,0 0 0,0-25 15,0 25-15,0 0 0,0 0 0,0 0 0,0 0 0,0 0 0,0 0 16,0 0-16,0 0 0,0 0 0,0 0 0,25 0 0,-25 0 265,496 372 312,-496-372-577,0 0 78,0 0-78,-25 0 0,25 0 0,0-25 0,0 25 16,0 0-16,0 0 0,0-25 0,0 25 0,0 0 15,0 0 1,0 0-16,0 0 0,0 0 0,0-24 0,0 24 0,0 0 16,0 0-16,0 0 0,0 0 0,0 0 0,0 0 0,0 0 0,0 0 0,0 0 0,0 0 0,0 0 0,0 0 15,0 0-15,0 0 0,0 0 0,0 0 31,0 0-31,0 0 0,0 0 0,0 0 16,0-25-16,0 25 0,0 0 0,0 0 0,0 0 0,0 0 0,0 0 0,0 0 16,0 0-16,0 0 0,-25 0 0,25 0 0,0 0 0,0 0 0,0-25 0,0 25 0,0 0 0,0 0 31,0 0-31,0-25 15,0 25-15,0 0 0,0 0 0,0 0 0</inkml:trace>
  <inkml:trace contextRef="#ctx0" brushRef="#br0" timeOffset="759871.4621">11609 10740 0,'0'0'0,"24"0"0,-24 0 0,0 0 0,0 0 0,0 0 0,0 0 0,0 0 0,0 0 0,0 0 0,0 0 0,0 0 0,0 0 0,0 0 0,0 0 0,0 0 16,0 0-16,0 0 0,0 0 0,0 0 0,0 0 0,0 0 0,0 0 0,0 0 0,0 0 0,0 0 0,0 0 0,0 0 0,0 0 0,0 0 0,0 0 0,0 0 0,0 0 0,0 0 0,0 0 0,0 0 0,0 0 0,0 0 0,0 0 16,0 0-16,0 0 0,0 0 0,0 0 0,0 0 0,0 0 15,0 0-15,0 0 16,0 0-16,0 0 0,0 0 0,0-24 0,0 24 0,0 0 15,0 0-15,25 0 0,-25 0 0,0 0 0,0 0 0,0 0 0,0 0 16,0 0-16,0 0 0,0 0 0,0 0 0,0 0 0,0 0 16,0 0-16,0 0 0,0 0 0,0 0 0,0 0 187,0 0-187,0 0 0,0 0 0,0 0 0,0 0 0,0 0 15,0 0-15,0 0 0,0 0 0,0 0 0,0 0 0,0 0 0,0 0 0</inkml:trace>
  <inkml:trace contextRef="#ctx0" brushRef="#br0" timeOffset="761161.5359">11683 11137 0,'0'25'0,"0"-25"0,0 0 0,0 0 0,0 0 0,0 0 0,0 0 0,0 0 0,0 0 0,0 0 0,0 0 0,0 0 16,0 0-16,0 0 0,0 0 0,0 0 0,0 0 0,0 0 15,0 0-15,0 0 0,0 0 0,25 0 0,-25 0 0,0 0 16,0 0-16,0 0 0,0 0 0,0 0 0,0 0 0,25 0 16,-25 0-16,0 0 0,0 0 0,0 0 0,0 0 0,0 25 0,0-25 0,0 0 15,24 0-15,-24 0 0,0 0 0,0 0 0,0 25 0,0-25 16,0 0-16,0 0 0,0 0 15,0 25-15,0-25 0,0 0 16,25 0-16,-25 24 0,0-24 0,0 25 0,-25-25 0,25 0 0,0 25 16,0-25-16,0 0 0,0 25 0,0-25 0,0 25 0,0-25 0,-24 0 15,24 24-15,0-24 0,0 0 0,0 25 0,-25-25 16,25 0-16,0 25 0,0-25 0,0 0 0,-25 0 0,25 25 0,0-25 15,0 0-15,-25 0 0,25 0 16,0 25 390</inkml:trace>
  <inkml:trace contextRef="#ctx0" brushRef="#br0" timeOffset="762781.6286">12725 10815 0,'0'0'0,"0"0"0,-25 0 0,25 0 0,0 0 0,0 0 0,0 0 0,0 0 0,0 0 16,0 0-16,0 0 0,0 0 0,0 0 0,0 0 0,0 0 0,0 0 0,0 0 0,0 0 0,0 0 0,0 0 0,0 0 0,0 0 0,0 0 0,0 0 0,0 0 0,0 0 0,0 0 0,25 0 0,-25 0 0,0 0 0,0 0 0,0 0 0,0 0 0,0 0 0,0 0 0,0 0 0,25 0 0,-25 0 0,0 0 15,0 0-15,0-25 0,0 25 16,24 0-16,-24 0 0,0 0 0,0 0 16,0 0-16,25-25 0,-25 25 0,0 0 0,0 0 0,0 0 15,25 0-15,-25 0 0,0-25 0,0 25 0,25 0 0,-25 0 0,0 0 0,0 0 16,0 0-16,25 0 0,-25 0 0,0 0 0,0 0 15,0 0-15,24 0 16,-24 0-16,0 0 0,0 0 0,0 0 0,0 0 0,25 0 0,-25 0 187,124 75-187,-124-75 0,0 25 0,0-25 0,0 0 0,0 0 0,0 24 0,0-24 0,-25 0 0,25 0 0,0 25 0,0-25 0,0 0 0,0 0 0,0 25 0,0-25 0,0 0 0,0 25 0,-24-25 0,24 0 16,0 0-16,0 25 0,0-25 0,0 0 0,-25 0 15,25 24-15,0-24 0,0 0 0,-25 0 0,25 0 0,0 25 0,0-25 0,-25 0 0,25 0 0,0 0 0,0 0 0,-25 0 16,25 0-16,0 0 0,0 25 0,-24-25 0,24 0 0,0 0 0,-25 0 0,25 0 0,0 0 0,-25 0 0,25 0 0,0 0 0,0 0 0,-25 0 16,25 0-1,0 0-15,0 0 0,0 0 0,-25 0 0,25 0 0,0 0 0,0 0 0,0 0 16,0 0-16,0 0 0,0 0 0,0 0 0,0 0 0,0 0 15,0 0-15,0 0 0,0 0 0,0 0 0,0 0 0,0 0 0,0 0 16,0 0-16,0 0 0,0 0 0,0 0 0,-24 0 0,24 0 0,0 0 16,0 0-1,0 0-15,0 0 0,0 0 0,0 0 0,0 0 47,0 0-47,0 0 0,0 0 0,0 0 0,0-25 0,0 25 0,0 0 0,0 0 0,0 0 0,0 0 0,0 0 16,0 0-16,0 0 0,0 0 0,0 0 15,0-25-15,0 25 0,0 0 0,0 0 0,24 0 0,-24-24 0,0 24 0,0 0 0</inkml:trace>
  <inkml:trace contextRef="#ctx0" brushRef="#br0" timeOffset="763865.6906">12774 10542 0,'0'0'0,"0"0"0,0 0 0,0 0 15,0 0-15,0 0 0,0 0 0,0 0 0,0 0 0,0 0 16,0 0-16,0 0 0,0 0 0,0 0 0,0 0 0,0 0 15,0 0-15,0 0 0,0 0 0,0 0 0,0 0 0,0 0 0,0 0 16,0 0-16,0 0 0,0 0 0,0 0 0,0 0 0,0 0 16,0 0 46,0 0-62,0 0 0,0 0 0,0 0 0,0 0 0,0 0 0,0 0 0,-24 0 0,24 0 0,0 0 0,0 0 0,0 0 0,0 0 0,0 0 0,0-25 0,0 25 0,0 0 0,0 0 0,0 0 0,0 0 0,0 0 0,0 0 0,24 0 0,-24 0 16,0 0-16,0 0 0,0 0 0,0 0 15,0 0-15,0 0 0,0 0 0,0 0 0,0 0 16,0 0-16,0 0 0,0 0 0,0 0 0,0-25 0,0 25 0,0 0 15,0 0-15,0 0 0,0 0 0,0 0 0,0 0 0,0 0 0,25 0 16,-25 0-16,0 0 0,0 0 0,0 0 0,0 0 0,0 0 0,0 0 31,0 0-31,25-24 0,-25 24 0,0 0 0,0 0 0,0 0 0,0 0 16,0 0-16,25 0 0,-25 0 0,0 0 0,0 0 0,0 0 0,0 0 15,25 0-15,-25 0 0,0 0 0,0 0 0,0 0 0,0 0 16,24 0-16,-24 0 0,0 0 0,0 0 0,0 0 0,0 0 0,0 24 16,0-24-16,0 0 0,0 0 0,25 0 15,-25 0-15,0 25 0,0-25 0,0 0 219,-173 223-219,173-223 0,0 25 15,-25-25 1,25 0-16,-25 0 15,25 0-15,0 0 0,0 0 0,0 0 0,0 0 0,0 0 0,0 0 0,0 0 0,0 0 0,0-25 16,0 25-16,0 0 0,0 0 0,0 0 0,0 0 0,0 0 0,0-24 0,0 24 0,25 0 0,-25 0 16,0 0-16,0-25 0,0 25 0,25 0 0,-25 0 0,0-25 15,0 25-15</inkml:trace>
  <inkml:trace contextRef="#ctx0" brushRef="#br0" timeOffset="767537.9006">13543 10765 0,'0'0'0,"0"0"15,0 0-15,0-25 0,0 25 0,0 0 0,0 0 16,0 0-1,0 0-15,0 0 0,0 0 0,0 0 0,0 0 0,0 0 0,0 0 47,0 0-47,0-24 0,0 24 0,0 0 0,0 0 0,0 0 0,0 0 0,0 0 16,0 0-16,0 0 0,0 0 0,0 0 0,0 0 0,-24-25 93,24 25-93,0 0 0,0 0 0,0 0 0,-25 0 0,25 0 0,0-25 0,0 25 0,0 0 0,0 0 0,0 0 0,-25 0 0,25 0 0,0 0 0,0 0 0,0 0 0,0-25 0,-25 25 0,25 0 0,0 0 0,0 0 0,0 0 0,-25 0 0,25 0 0,0 0 0,0 0 0,0 0 16,0 0-16,-24 0 0,24 0 0,0 0 0,0 0 0,0 0 0,0 0 0,-25 0 0,25 0 0,0 0 16,0 0-16,0 0 0,0 0 0,-25 0 0,25 0 0,0 0 0,0 0 15,0 0-15,0 0 0,-25 0 0,25 0 0,0 0 0,0 0 16,-25 0-16,25 0 0,0 25 0,0-25 0,0 0 0,-24 0 0,24 0 15,0 0-15,0 0 0,0 0 0,0 0 0,-25 25 0,25-25 16,0 0-16,0 0 0,0 0 16,0 0-16,0 25 0,0-25 0,-25 0 15,25 0-15,0 0 0,0 0 0,0 24 0,0-24 0,0 0 0,0 0 16,0 25-16,0-25 0,0 0 0,0 0 0,0 25 0,0-25 47,0 0 748,273-25-795,-273 25 0,0 0 0,0 0 0,0 0 0,0 0 0,0 0 0,0 0 0,0 0 47,0 0-16,0 0-15,0 0-16,0 0 0,0 0 0,0 0 0,0 0 0,0 0 0,0 0 0,0 0 0,0 0 0,0 0 0,0 0 0,0 0 0,0 0 0,0 0 0,0 0 0,0 0 0,0 0 0,0 0 0,0-25 0,0 25 0,0 0 0,0 0 0,0 0 0,0 0 0,0 0 0,0 0 15,0 0-15,0 0 0,0 0 0,0 0 0,0 0 0,0 0 16,0 0 0,0 0-16,0 0 0,0 0 0,0 0 0,0 0 0,0 0 0,0 0 0,0 0 0,0 0 0,0 0 15,0 0-15,0 0 0,0 0 0,0 0 0,25 0 0,-25 0 0,0 0 0,0 0 0,0 0 0,0 0 16,0 0-16,0 0 0,0 0 0,0 0 0,0 0 0,0 0 0,0 0 0,0 0 0,0 0 15,0 0 1,0 0-16,0 0 0,0 0 16,0 0-16,0 0 0,0 0 15,0 0-15,-25 0 0,25 0 0,0 0 0,0 0 0,0 0 16,0 0-16,0 0 0,0 0 0,0 0 15,0 0-15,0 0 0,0 0 0,0 0 0,0 0 0,0 0 0,0 0 0,0 0 0,0 0 0,0 0 0,0 0 0,0 0 0,0 0 0,0 0 0,0 0 0,0 0 16,0 0-16,0 0 0,0 0 0,0 0 0,0 0 0,0 0 172,0-24-157,0 24-15,0 0 0,0 0 0,0 0 0,0 0 0,0 0 0,0-25 0,0 25 0,0 0 0,0 0 16,0 0-16,0 0 0,0 0 0,0 0 0,0 0 0,0 0 0,0 0 0,0 0 0,0 0 0,0 0 0,0 0 0,-25 0 15,25 0-15,0 0 0,0 0 0,0 0 0,0 0 0,0 0 0,0 0 0,0 0 0,0 0 0,0 0 16,0 0-16,0 0 0,0 0 16,0 0-16,0 0 0,0 0 0,0 0 0,0 0 0,-25 0 0,25 0 0,0 0 0,0 0 0,0 0 0,0 0 0,0 0 0,0 0 0,0 0 0,-25 0 0,25 0 0,0 0 0,0 0 0,0 0 0,0 0 0,0 0 0,0 0 0,0 0 15,0 25-15,0-25 0,0 0 0,0 0 0,-24 0 0,24 0 16,0 0-16,0 0 0,0 0 15,0 0-15,0 0 0,0 0 0,0 0 16,0 0-16,0 0 0,0 0 0,0 0 0,-25 0 0,25 0 47,0 0-47,0 0 0,0 0 0,0 0 0,0 0 0,0 0 0,0 0 0,0 0 15,-25 0-15,25 0 0,0 24 0,0-24 16,0 0-16,0 0 0,0 0 0,0 0 0,0 0 16,0 0-16,0 0 0,0 0 0,-25 0 0,25 0 0,0 25 0,0-25 0,0 0 15,0 0-15,0 0 0,0 0 0,0 0 0,0 0 0,0 0 0,0 0 0,0 25 0,0-25 0,0 0 0,0 0 16,0 0-16,0 0 0,0 0 15,0 0-15,-25 0 0,25 0 0,0 0 0,0 25 0,0-25 16,0 0-16,0 0 0,0 0 0,0 0 0,0 0 0,0 25 0,0-25 0,0 0 16,0 0-16,0 0 0,0 0 0,0 0 0,0 0 0,0 24 0,0-24 0,0 0 0,0 0 15,0 0-15,0 0 0,0 0 0,0 25 0,0-25 0,0 0 16,25 0-1,-25 0-15,0 0 0,0 0 0,0 25 0,0-25 0,0 0 0,0 0 968,323-99-968,-323 99 0,0 0 0,0 0 0,0 0 0,0 0 0,0 0 0,0 0 46</inkml:trace>
  <inkml:trace contextRef="#ctx0" brushRef="#br0" timeOffset="769632.0204">13667 10641 0,'0'0'0,"0"0"16,0 0-16,0 0 0,0 0 0,0 0 0,0 0 0,0 0 15,0 0-15,0 0 0,0 0 0,0 0 0,0 0 16,0 0-16,0 0 0,0 0 0,0 0 15,0 0-15,0 0 0,0 0 0,0 0 0,0 0 0,0 0 16,0 0-16,0 0 0,-24 0 0,24 0 16,0 0-16,0 0 0,0 0 234,-124 25-234,124-25 0,0 0 0,0 0 0,0 0 15,-25 0 1,25 25-16,0-25 0,0 0 0,0 0 15,0 0-15,0 0 0,0 0 0,0 0 0,-25 0 0,25 0 0,0 0 0,0 0 0,0 0 0,0 0 0,0 0 16,0 0-16,0 0 0,0 0 0,0 0 0,0 25 0,0-25 0,0 0 0,0 0 0,0 0 0,0 0 0,-25 0 0,25 0 0,0 0 0,0 0 0,0 0 0,0 0 16,0 24-16,0-24 0,0 0 0,0 0 0,0 0 15,0 0-15,0 0 0,0 0 0,0 0 0,0 0 0,0 25 0,0-25 0,0 0 0,0 0 0,-25 0 0,25 0 0,0 0 0,0 25 0,0-25 0,0 0 0,0 0 16,0 0-16,0 0 0,0 0 0,0 0 0,0 0 0,0 25 15,0-25-15,0 0 0,0 0 0,0 0 0,0 0 0,0 0 0,0 0 63,0 0-63,0 25 0,0-25 0,0 0 0,0 0 15,0 0-15,0 0 0,0 0 0,0 24 0,0-24 0,0 0 0,0 0 0,0 0 0,0 0 0,0 0 0,0 25 0,0-25 0,0 0 0,0 0 0,0 0 0,0 0 0,0 0 0,25 0 0,-25 0 0,0 25 0,0-25 16,0 0-16,0 0 0,0 0 0,0 0 0,0 0 0,0 0 16,0 0-16,0 0 0,0 0 0,0 0 0,0 25 0,0-25 15,0 0-15,0 0 0,0 0 16,0 0-16,0 0 0,0 0 0,0 0 15,0 0-15,0 0 0,0 0 0,0 0 0,0 0 0,0 0 16,0 0-16,25 0 0,-25 25 0,0-25 0,0 0 0,0 0 16,0 0-16,0 0 0,0 0 0,0 0 0,0 0 0,0 0 0,25 0 15,-25 0-15,0 0 0,0 0 0,0 0 0,0 0 0,0 0 16,0 0-16,0 24 0,0-24 0,0 0 0,0 0 0,0 0 15,0 0 1,0 0-16,25 0 0,-25 0 0,0 0 0,0 0 0,0 0 47,0 0-47,0 0 0,0 0 0,0 0 0,0 0 0,0 0 0,24 25 0,-24-25 0,0 0 0,0 0 0,0 0 15,25 0 63,-25 0-78,0 0 0,0 0 0,0 0 0,0 0 0,25 0 0,-25 0 0,0 0 0,0 0 0,0 0 0,0 0 0,0 0 0,25 0 0,-25 0 0,0 0 16,0 0-16,0 0 0,0 0 0,0 0 0,25 0 16,-25 0-16,0 0 0,0 0 0,0 0 0,0 0 0,0 0 0,0 0 0,0 0 0,24 0 0,-24 0 0,0 0 0,0-25 0,0 25 0,0 0 0,0 0 0,0 0 0,25 0 0,-25 0 0,0 0 0,0 0 0,0 0 0,0 0 0,0-24 15,0 24 1,0 0-16,25 0 0,-25 0 0,0 0 15,0 0-15,0 0 0,0-25 0,0 25 0,0 0 0,0 0 16,0 0-16,25 0 0,-25 0 0,0-25 0,0 25 0,0 0 16,0 0-16,0 0 0,0 0 0,0 0 0,0 0 0,0 0 0,0-25 0,0 25 0,0 0 0,25 0 15,-25 0-15,0 0 0,0 0 0,0 0 0,0 0 0,0 0 16,0-25-16,0 25 0,0 0 0,0 0 0,0 0 0,0 0 983</inkml:trace>
  <inkml:trace contextRef="#ctx0" brushRef="#br0" timeOffset="771644.1355">13717 10815 0,'0'0'0,"0"0"0,0 0 0,0 0 0,0 0 0,0 0 0,0 0 15,0 0-15,0 0 0,0 0 0,0 0 0,0 0 0,0 0 0,0 0 16,0 0-1,0 0-15,0 0 0,25 0 0,-25 0 0,0 0 0,0 0 16,0 0-16,0 0 0,0 0 0,0 0 0,0 0 0,0 0 0,0 0 16,0 0-16,0 0 0,0 0 0,0 0 0,0 0 0,0 0 15,0 0-15,0 0 0,0 25 0,0-25 0,0 0 0,0 0 0,0 0 16,0 0-16,0 0 0,0 0 0,0 0 0,0 0 15,0 0-15,0 0 16,0 0-16,0 0 0,0 0 16,0 0-16,0 0 0,0 0 0,0 0 0,0 0 0,0 0 0,0 0 0,0 0 0,0 0 62,0 0 125,25 148-187,-25-148 0,0 25 0,0-25 0,0 0 0,0 0 0,0 0 0,0 0 0,0 25 0,0-25 16,0 0-16,0 0 0,0 0 0,0 0 0,0 25 0,0-25 0,0 0 0,0 0 0,0 0 0,0 0 0,0 0 0,0 0 0,0 25 0,0-25 0,0 0 0,24 0 0,-24 0 15,0 0-15,0 0 0,0 0 0,0 24 0,0-24 0,0 0 0,0 0 0,0 0 0,0 0 0,0 0 0,0 25 0,0-25 0,25 0 0,-25 0 0,0 0 0,0 0 0,0 0 47,0 25-47,0-25 0,0 0 0,0 0 0,0 0 0,25 0 0,-25 0 0,0 0 0,0 0 0,0 25 0,0-25 0,0 0 0,25 0 0,-25 0 0,0 0 16,0 0-16,0 0 0,0 0 0,0 0 0,25 0 0,-25 0 15,0 25-15,0-25 0,0 0 0,0 0 0,24 0 0,-24 0 0,0 0 16,0 0-16,0 0 16,0 0-16,0 0 0,25 0 0,-25 0 15,0 0-15,0 0 0,0 0 0,0 0 0,0 0 0,0 0 0,0 0 16,0 0-16,0 0 0,25 0 0,-25 0 0,0 0 0,0 0 0,0 0 15,0 0-15,0 0 0,0 0 0,0 0 0,0 0 0,0 0 16,25 0-16,-25 0 0,0-25 0,0 25 0,0 0 0,0 0 16,0 0-1,0 0-15,25 0 0,-25-25 0,0 25 890</inkml:trace>
  <inkml:trace contextRef="#ctx0" brushRef="#br0" timeOffset="774025.2716">13965 10666 0,'0'0'0,"0"0"0,0 0 0,0 0 0,0 0 0,0 0 0,0 0 0,0 0 0,0 0 0,0 0 0,0 0 0,0 0 0,0 0 0,0 0 0,0 0 0,0 0 0,0 0 0,0 0 0,0 0 0,0 0 0,0 0 16,0 0-16,0 0 0,0 0 0,0 0 0,0 0 0,0 0 0,0 0 0,0 0 0,0 0 0,0 0 0,0 0 0,0 0 0,0 0 15,0 0-15,0 0 0,0 0 0,0 0 16,0 0-16,0 0 0,0 0 0,0 0 0,0 0 0,0 0 16,0 0-16,0 0 0,0 0 0,0 0 0,0 0 0,0 0 0,0 0 0,0 0 0,0 0 0,0 0 15,0 0-15,0 0 0,0 0 0,0 0 0,0 0 0,0 0 16,25 0-16,-25 0 0,0 0 0,0 0 0,0 0 0,0 0 109,49-25-109,-49 25 0,25 0 0,-25 0 0,25 0 0,-25 0 0,0 0 0,25-25 0,-25 25 0,25 0 0,-25 0 0,0 0 16,24-24-16,-24 24 0,25 0 0,-25 0 0,0 0 0,25-25 0,-25 25 0,0 0 0,25 0 0,-25 0 0,0 0 0,25-25 0,-25 25 0,0 0 0,24 0 0,-24 0 0,0 0 0,0-25 0,25 25 0,-25 0 0,0 0 0,0 0 0,25 0 0,-25 0 0,0 0 0,0 0 0,0 0 15,0 0-15,0 0 0,25-25 0,-25 25 0,0 0 0,0 0 16,0 0-16,0 0 0,0 0 0,0 0 0,0 0 15,0 0-15,0 0 16,0 0-16,0 0 0,0 0 0,0 0 0,0 0 0,0 0 16,0 0-16,0 0 0,0 0 0,0 0 0,0 0 15,-25 0-15,25 0 0,0 0 0,0 0 0,0 0 0,0 0 0,0 0 0,0 0 16,-25 0-16,25 0 15,0 0-15,0 0 0,0 0 0</inkml:trace>
  <inkml:trace contextRef="#ctx0" brushRef="#br0" timeOffset="775788.3724">14461 10641 0,'0'0'15,"0"0"1,0 0-1,0 0 17,0 0-17,0 0 1,0 0-16,0 0 15,0 0-15,0 0 16,0 0 0,0 0 514,50 75-530,-50-75 0,0 0 16,0 24-1,25 1 1,-25-25-1,0 0 1,0 0-16,0 0 16,0-25-1,0 25 16,0-24-15,0 24 0,0 0-16,0 0 0</inkml:trace>
  <inkml:trace contextRef="#ctx0" brushRef="#br0" timeOffset="776384.4066">14709 11162 0,'0'0'16,"0"0"-16,0 0 0,0 0 0,0 0 0,0 0 0,0 0 0,0 0 0,0 0 0,0 0 0,0 0 0,0 0 0,0 0 0,0 0 0,0 0 0,0 0 0,0 0 0,0 0 0,0 0 0,0 0 0,0 0 0,0 0 0,0 0 0,0 0 0,0 0 0,0 0 0,0 0 0,0 0 16,0 0-16,0 0 0,0 0 0,25 0 0,-25 0 0,0 0 0,0 0 0,0 0 0,0 0 0,0 0 0,0 0 0,0 0 0,0 0 0,0 0 15,0 0-15,0 0 0,0 0 0,0 0 0,0 0 16,0 0-16,25 25 0,-25-25 0,0 0 0,0 0 0,0 0 15,0 0-15,0 0 0,0 0 0,0 0 0,0 0 16,0 0-16,0 0 0,0 0 0,0 0 0,0 0 0,0 0 16,0 0-16,0 0 0,0 0 0,0 0 15,0 0-15,25 0 0,-25 0 0,0 0 0,0 0 16,0 0-1,0 0-15,0 0 0,0 0 16,0 0-16,0 25 0,0-25 0,0 0 16,0 0-16,0 0 15,0 0-15,0 0 0,0 0 0,0 0 63,-100 223 93,76-223-156,24 0 0,0 0 15,-25 25-15,25-25 0,0 0 0,-25 0 16,25 0-16,0 0 0,-25 0 15,25 0-15,0 0 0,0 25 16,0-25-16,0 0 16,0 0-16,0 0 0,0 0 0,0-25 0,0 25 15,0 0-15,0 0 0,0 0 0,0 0 0,0 0 16,0 0-16,0 0 0,0 0 0,0 0 15,0-25-15,0 25 0,0 0 16,0 0-16</inkml:trace>
  <inkml:trace contextRef="#ctx0" brushRef="#br0" timeOffset="778364.5199">15825 10641 0,'0'0'15,"-24"0"1,24 0-1,0 0-15,-25 0 16,25 0 0,0 0-1,-25 0 1,25 25-1,-25-25 1,0 25 0,1 0-1,24-1 1,0-24-16,0 25 47,-25 50-32,50-26 1,-25-24-1,24 0 1,-24-25 0,0 25-1,25-1-15,-25-24 16,0 0-1,25 0-15,0 25 32,-25-25-17,25 0 1,-25 0-1,0 0-15,49 0 406,50-322-359,-99 322 15,0 0-15,0 0-16,0 0-15,0 0-16,0 0 15,0 0 1,0 0-16,-24 0 16,24 0-1</inkml:trace>
  <inkml:trace contextRef="#ctx0" brushRef="#br0" timeOffset="780323.6319">15949 10716 0,'0'0'0,"0"0"16,0 0-16,0 0 0,0 0 0,0 0 0,0 0 0,0 0 15,0 0-15,0 0 0,0 0 0,0 0 0,25 0 0,-25 0 16,0 0-16,0 0 0,0 0 0,0 0 0,0-25 0,0 25 0,0 0 15,0 0-15,0 0 0,0 0 0,0 0 0,0 0 0,0 0 0,0 0 16,0 0-16,0 0 0,0 0 0,0 0 16,0 0-16,0 0 15,0 0-15,0 0 0,0 0 0,0 0 0,0 0 0,0 0 16,0 0-16,0 0 0,0 0 0,0 0 0,0 0 0,0 0 0,0 0 15,0 0-15,0 0 0,0 0 0,0 0 0,0 0 0,0 0 0,0 0 16,0 0-16,0 0 0,0 0 0,0 0 0,0 0 0,0 0 16,0 0-16,0 0 15,0 0-15,0 0 0,0 0 0,0 0 0,0 0 16,0 0-16,0 0 0,0 0 0,25 0 0,-25 0 0,0 0 15,0 0-15,0 0 0,0 0 0,0 0 0,0 0 0,0 0 0,0 0 16,0 0-16,0 0 0,0 0 0,0 25 0,0-25 0,0 0 16,0 0-16,0 0 0,0 0 15,0 0-15,0 0 0,0 0 0,0 0 16,0 0-16,0 24 0,0-24 0,0 0 0,0 0 0,0 0 0,0 0 0,0 25 31,0-25 16,0 0-47,0 0 0,0 25 0,0-25 0,0 0 0,0 0 0,25 25 0,-25-25 0,0 0 0,0 25 0,0-25 0,0 0 0,0 24 0,0-24 0,0 0 0,0 0 0,0 25 0,0-25 0,0 0 0,0 25 0,0-25 0,0 0 15,0 0-15,0 25 0,0-25 0,0 0 0,0 0 0,0 25 0,0-25 0,0 0 0,0 0 16,0 0-16,0 24 0,0-24 0,0 0 0,0 0 16,0 0-16,0 0 0,0 25 0,0-25 0,25 0 0,-25 0 0,0 0 0,0 0 15,0 0-15,0 0 0,0 0 0,0 0 0,0 25 0,0-25 16,0 0-16,0 0 0,0 0 0,0 0 31,0 0-31,0 0 0,0 0 0,0 0 0,0 0 0,24 0 0,-24 0 0,0 0 0,0 0 0,0 0 16,0 0-16,0 0 0,25 0 0,-25 0 0,0 0 0,0 0 15,0 0-15,0 0 0,0 0 0,25 0 0,-25 0 0,0 0 63,0 0 701</inkml:trace>
  <inkml:trace contextRef="#ctx0" brushRef="#br0" timeOffset="782890.7788">16321 10492 0,'0'25'0,"0"-25"16,0 0-1,0 0 1,0 0-16,0 0 0,0 0 0,0 0 0,0 0 0,0 0 0,0 0 0,0 0 0,0 0 0,0 0 0,0 0 0,0 0 0,0 0 0,0 0 0,0 0 16,0 0-16,0 0 0,0 0 0,0 0 0,0 0 0,0 0 15,0 0-15,0 0 16,0 0-16,0 0 0,0 0 15,0 0-15,0 0 0,0 0 0,0 0 0,0 0 0,0 0 0,0 0 0,0 0 16,0 0-16,0 0 0,0 0 0,0 0 0,0 0 0,0 0 0,0 0 16,0 0-16,0 0 0,0 0 0,0 0 0,0 0 0,0 0 0,0 0 31,0 0-31,0 0 0,0 0 0,0 0 0,0 0 0,0 0 0,0 0 15,0 0-15,0 0 0,0 0 359,249-149-343,-249 149-16,0 0 0,0 0 0,0 0 0,0 0 0,0 0 0,0 0 0,0 0 0,0 0 0,0 0 0,0 0 0,24 0 0,-24 0 0,0 0 0,0 0 0,0 0 0,0 0 0,0 0 0,0 0 15,0 0-15,0 0 0,0 0 0,0 0 0,0 0 0,25 0 0,-25-24 0,0 24 0,0 0 0,0 0 0,0 0 0,0 0 0,0 0 0,0 0 0,0 0 0,0 0 0,25 0 0,-25 0 0,0 0 0,0 0 0,0 0 0,0 0 0,0 0 16,0 0 0,0 0-16,0 0 0,0 0 0,0 0 0,0 0 15,0 0-15,0 0 0,0 0 0,0 0 0,0 0 0,0 0 0,0 0 16,0 0-16,0 0 0,0 0 0,0 0 0,0 0 0,0 0 0,0 0 0,0 0 0,0 0 15,0 0-15,0 0 0,0 0 0,0 0 0,0 0 16,0 0-16,-25 0 16,25 0-16,0 0 0,0 0 0,0 0 0,0 0 0,0 0 171</inkml:trace>
  <inkml:trace contextRef="#ctx0" brushRef="#br0" timeOffset="784994.899">17239 10889 0</inkml:trace>
  <inkml:trace contextRef="#ctx0" brushRef="#br0" timeOffset="785540.9303">17264 11584 0</inkml:trace>
  <inkml:trace contextRef="#ctx0" brushRef="#br0" timeOffset="786786.0016">16743 11782 0,'0'25'15,"0"-25"-15,0 0 31,0-25 16,75-74-47,-75 99 0,24-25 0</inkml:trace>
  <inkml:trace contextRef="#ctx0" brushRef="#br0" timeOffset="790450.2111">17438 10988 0,'0'0'0,"0"0"0,0 0 0,0 0 0,0 0 15,0 0-15,0 0 0,0 0 0,0 0 0,0 0 0,0 0 0,0 0 0,0 0 0,0 0 0,0 0 0,0 0 0,0 0 0,0 0 0,0 0 0,0 0 16,0 0-16,0-24 0,0 24 0,0 0 0,0 0 0,0 0 0,0 0 0,0 0 15,0 0-15,0 0 0,0 0 0,24 0 16,-24 0-16,0 0 0,0 0 0,0-25 0,0 25 0,0 0 16,0 0-16,0 0 0,0 0 0,0 0 15,-24 0-15,24 0 0,0-25 0,0 25 0,0 0 0,0 0 0,0 0 0,0 0 0,0 0 16,0 0-16,0 0 0,0 0 0,0 0 0,0 0 0,0 0 0,0 0 0,0 0 0,0 0 0,0 0 0,0 0 0,0 0 0,0 0 0,0 0 15,0 0-15,0 0 0,0 0 0,0 0 0,0 0 0,0 0 0,0 0 0,0 0 0,0 0 0,0 0 0,0 0 0,0 0 0,0 0 16,0 0-16,0 0 0,0 0 0,0 0 0,0 0 16,0 0-16,0 0 0,0 0 0,0 0 0,0 0 0,0 0 0,0 0 15,0 0 110,0 0 93</inkml:trace>
  <inkml:trace contextRef="#ctx0" brushRef="#br0" timeOffset="910807.0952">18529 10468 0,'0'0'0,"0"0"0,0 0 0,0 0 0,0 0 0,-25 0 0,25 0 0,0 0 0,0 0 0,0 0 0,-25 0 0,25 0 0,0 0 0,0 0 0,-24 0 0,24 0 0,0 0 0,0 0 0,0 0 0,-25 0 0,25 0 0,0 0 0,0 0 0,-25 0 0,25 0 0,0 0 0,0 24 0,-25-24 0,25 0 16,0 0-16,-25 0 0,25 0 0,0 0 0,0 0 0,0 0 0,-24 0 0,24 0 0,0 0 0,0 25 15,0-25-15,-25 0 0,25 0 0,0 0 0,0 0 0,0 0 0,0 25 0,-25-25 0,25 0 16,0 0-16,0 0 0,0 0 0,0 25 0,0-25 16,-25 0-16,25 0 0,0 0 0,0 25 0,0-25 15,0 0-15,0 0 16,-25 24-16,25-24 0,0 0 0,0 0 0,0 0 0,0 25 15,0-25-15,0 0 0,-24 0 0,24 25 0,0-25 0,0 0 0,0 25 16,0-25-16,0 0 0,0 0 0,0 25 0,0-25 0,0 0 0,0 24 16,0-24-16,0 0 15,0 25-15,0-25 0,0 25 0,0-25 16,0 0-16,0 25 0,0-25 0,0 25 0,0-25 15,0 0-15,0 0 0,0 24 0,0-24 0,0 0 0,0 25 0,0-25 0,0 0 0,0 0 16,24 0-16,-24 25 0,0-25 0,0 0 0,0 0 0,0 0 16,0 0-16,25 0 0,-25 25 0,0-25 0,0 0 0,0 0 15,25 0-15,-25 0 0,0 0 0,0 0 0,0 0 0,25 0 16,-25 0 202,248-99-218,-248 99 0,0 0 0,0-25 0,0 25 0,0-25 0,0 25 0,0 0 0,0-25 0,0 25 0,0 0 0,0-25 0,0 25 16,0-24-16,0 24 0,0 0 0,0-25 15,0 25-15,0 0 0,0 0 0,0-25 0,0 25 0,0 0 0,0 0 0,0-25 0,0 25 0,0 0 0,0 0 0,0 0 0,0 0 0,0 0 0,0 0 0,0-25 0,0 25 0,0 0 0,0 0 0,0 0 0,0 0 0,0 0 0,0 0 0,0-24 0,0 24 0,0 0 16,0 0-16,0 0 0,25-25 0,-25 25 0,0 0 0,0 0 0,0 0 62,0-25-46,0 25-16,0 0 0,0 0 0,0-25 0,0 25 0,25 0 0,-25 0 0,0 0 0,0 0 0,0 0 0,0 0 0,0 0 0,0 0 0,0 0 0,0 0 0,0 0 0,0 0 0,0 0 16,0 0-16,0 0 0,0 0 0,0 0 0,0 0 0,0 0 0,0 0 0,0 0 0,0 0 0,0 0 0,0 0 0,0 0 0,0 0 0,0 0 0,0 0 15,0 0-15,0 0 0,0 0 0,0 0 0,0 0 0,0 0 0,0 0 16,0 0-16,0 0 0,0 0 0,0 0 0,0 0 15,0 0-15,0 0 16,0 0-16,0 0 0,0 0 0,0 0 0,0 0 0,0 0 16,0 0-16,0 0 0,0 0 0,0 0 0,0 0 0,0 25 15,0-25-15,0 0 0,0 0 0,0 0 0,0 0 0,0 0 16,0 0-16,0 0 0,0 0 0,0 0 0,0 0 0,0 0 0,0 0 15,0 0-15,0 25 0,0-25 0,0 0 16,0 0-16,0 0 0,-25 0 16,25 0-16,0 0 0,0 0 0,0 0 0,0 25 0,0-25 0,0 0 265</inkml:trace>
  <inkml:trace contextRef="#ctx0" brushRef="#br0" timeOffset="911762.1498">19075 10244 0,'-25'25'0,"25"-25"0,0 0 0,0 25 0,-25-25 47,-49 149-1,74-149-46,0 0 0,0 0 0,0 0 0,0 0 0,0 0 0,0 0 47,0-25-47,0 25 0,0 0 0,0 0 0,0 0 0,0 0 0</inkml:trace>
  <inkml:trace contextRef="#ctx0" brushRef="#br0" timeOffset="914316.2959">18604 10542 0,'0'0'0,"0"0"0,0 0 0,0 0 0,0 0 46,74 397 266,-74-397-312,0 0 0,0 0 0,0 0 0,0 25 0,25-25 0,-25 0 0,0 0 0,0 0 0,0 0 0,0 24 0,0-24 0,0 0 0,0 0 0,0 0 0,0 0 16,0 0-16,0 0 0,0 25 0,0-25 0,0 0 0,0 0 0,0 0 0,0 0 0,0 0 0,0 0 0,0 0 0,0 0 0,0 0 0,0 25 0,0-25 0,0 0 0,0 0 0,0 0 0,0 0 0,0 0 0,0 0 0,0 0 0,0 0 16,0 25-16,0-25 0,0 0 0,0 0 0,0 0 31,0 0-31,0 0 0,0 0 0,0 0 0,0 0 0,0 0 0,25 0 0,-25 25 0,0-25 15,0 0-15,0 0 0,0 0 0,0 0 0,0 0 16,0 0-16,0 24 0,0-24 0,0 0 0,0 0 0,0 0 0,0 0 16,0 0-16,0 0 0,0 0 0,0 0 0,0 25 0,0-25 0,0 0 15,0 0-15,0 0 0,0 0 0,0 0 0,0 0 0,0 0 16,0 25-1,0-25-15,0 0 0,0 0 0,0 0 0,0 0 0,0 0 16,0 0-16,0 25 0,0-25 0,0 0 0,0 0 0,0 0 16,0 0-16,0 0 0,0 25 0,0-25 15,0 0-15,0 0 0,24 0 0,-24 0 0,0 0 0,0 0 0,0 0 0,0 0 0,0 0 16,0 0-16,0 0 0,0 0 0,0 0 0,0 0 0,0 0 15,0 0-15,0 0 0,0 0 0,0 0 0,0 0 16,0 0-16,0 0 250,149-174-250,-149 174 0,0 0 0,0 0 0,0 0 0,0-25 15,25 25-15,-25 0 0,0 0 0,0 0 0,0 0 0,0 0 0,0 0 0,0-25 0,0 25 0,0 0 0,0 0 0,0 0 16,0 0-16,0 0 0,0-24 0,0 24 0,0 0 0,0 0 0,0 0 0,0 0 0,0-25 0,0 25 0,0 0 0,0 0 0,0 0 0,0 0 0,0 0 0,0 0 0,0 0 0,0 0 0,0 0 0,0-25 0,0 25 0,0 0 0,0 0 15,0 0-15,0 0 0,0 0 0,0 0 16,0 0-16,0 0 0,0-25 0,0 25 16,0 0-16</inkml:trace>
  <inkml:trace contextRef="#ctx0" brushRef="#br0" timeOffset="915785.3799">19645 10120 0,'0'0'0,"0"0"16,0 0-16,0 0 0,0 0 0,0 0 0,0 0 0,0 0 16,25 0-16,-25 0 0,0 0 0,0 0 15,0 0-15,0 0 16,0 0-16,0 0 0,0 0 0,0 0 0,0 0 0,0 0 0,0 0 15,0 0-15,0 0 0,0 0 0,0 0 0,0 0 0,0 0 16,0 0-16,0 0 0,0 0 0,0 0 0,0 0 0,0 0 0,0 0 16,0 0-16,0 0 0,0 0 0,0 0 0,0 0 0,0 0 15,0 0-15,0 0 0,0 0 0,0 25 16,0-25-16,0 0 0,0 0 15,0 0-15,0 0 0,0 0 0,0 0 0,0 0 0,0 0 0,25 0 16,-25 0-16,0 0 0,0 0 0,0 0 0,0 25 16,0-25-16,0 0 202,124 298-202,-124-298 0,0 24 0,0-24 0,0 0 0,0 25 0,0-25 0,0 0 0,0 25 0,0-25 0,0 0 0,0 25 0,0-25 0,0 0 0,0 25 0,0-25 0,0 0 0,0 24 16,0-24-16,0 0 0,-25 25 0,25-25 0,0 0 0,0 25 0,0-25 0,0 0 0,0 25 0,0-25 0,0 25 0,-25-25 0,25 0 0,0 24 0,0-24 0,0 0 0,0 25 0,-24-25 0,24 0 0,0 25 0,0-25 16,0 25-16,-25-25 0,25 0 0,0 25 0,0-25 0,0 0 15,-25 24-15,25-24 0,0 0 0,0 25 0,0-25 0,-25 0 16,25 0-1,0 25-15,0-25 0,0 0 0,-25 0 0,25 25 0,0-25 0,0 0 16,0 0-16,0 25 0,-24-25 0,24 0 0,0 0 0,0 24 16,0-24-16,0 0 0,-25 0 0,25 0 0,0 25 0,0-25 0,0 0 15,-25 0-15,25 0 0,0 25 0,0-25 0,0 0 0,0 0 31,0 0-31,-25 0 0,25 25 0,0-25 0,0 0 0,0 0 0,0 0 0,-25 0 0,25 0 0,0 25 0,0-25 0,0 0 16,0 0 0,0 0-16,0 0 0,0 0 0,0 0 0,0 0 0,0 0 15,0 0-15,0 0 0,0 0 0,0 0 0,0 0 0,0 0 47,0 0-47,0 0 0,0 0 0,0 0 0,0 0 16,0 0-16,0 0 0,0 0 0,0 0 0,0 0 0,0 0 0,0 0 0,0 0 0,0 0 0,0 0 0,0-25 0,0 25 0,0 0 0,0 0 0,-25 0 0,25 0 0,0 0 0,0 0 0,0 0 0,0-25 31,0 25-31,0 0 0,0 0 0,-24 0 0,24-25 0,0 25 0,0 0 15,0 0-15,0 0 0,0 0 0</inkml:trace>
  <inkml:trace contextRef="#ctx0" brushRef="#br0" timeOffset="921626.714">7565 11881 0,'0'0'0,"0"0"0,0 0 15,0 0-15,0 0 0,0 0 0,0 0 0,0 0 16,0 0-16,0 0 0,0 0 0,0 0 0,0 0 0,0 0 15,0 0-15,0 0 0,0 0 0,0 0 0,0 0 0,0 0 0,0 0 16,0 0-16,0 0 0,0 0 0,0 0 16,0 0-16,0 0 0,0 0 0,0 0 0,0 0 15,0 0-15,0 0 0,0 0 0,0 0 0,0 0 16,0 0-16,0 0 0,0 0 0,0 0 0,0 0 0,0 0 15,0 0-15,0 0 0,0 0 0,0 0 0,0 0 0,0 0 0,0 0 16,0 0-16,0 0 0,0 0 0,0 0 0,0 0 0,0 0 78,50 273 78,-50-273-156,0 0 0,0 25 0,25-25 0,-25 0 0,0 0 0,0 0 0,0 25 0,0-25 0,0 0 0,0 0 16,25 0-16,-25 0 0,0 25 0,0-25 0,0 0 0,0 0 0,0 0 0,24 0 0,-24 0 0,0 0 0,0 0 0,0 0 0,0 0 0,0 0 0,25 0 0,-25 0 0,0 0 0,0 0 0,0 0 0,0 0 0,25 0 15,-25-25-15,0 25 0,0 0 0,0 0 16,0 0-16,0 0 0,25 0 0,-25 0 0,0 0 15,0 0-15,0 0 0,0 0 0,0 0 0,25 0 0,-25 0 0,0-25 0,0 25 0,0 0 0,0 0 0,0 0 0,0 0 0,0-25 0,24 25 0,-24 0 0,0 0 16,0 0-16,0 0 0,0-25 0,0 25 0,0 0 0,0 0 16,0 0-16,0 0 15,0-24-15,0 24 0,0 0 0,0 0 0,0-25 16,0 25-16,0 0 0,0 0 0,0-25 0,0 25 0,0 0 15,0 0-15,0-25 0,0 25 0,0 0 0,0 0 16,0-25-16,0 25 0,0 0 0,0 0 16,0-24-16,0 24 0,0 0 0,0 0 0,0 0 0,0 0 0,0 0 0,0 0 15,0-25-15,0 25 0,0 0 0,0 0 546</inkml:trace>
  <inkml:trace contextRef="#ctx0" brushRef="#br0" timeOffset="923000.7926">8905 11956 0</inkml:trace>
  <inkml:trace contextRef="#ctx0" brushRef="#br0" timeOffset="924130.8572">8607 12080 0,'-25'0'0,"25"0"0,0 0 0,0 0 0,0 0 0,0 0 0,0 0 0,0 0 0,0 0 0,0 0 0,0 0 0,0 0 15,0 0-15,0 0 0,0 0 0,0 0 0,0 0 0,0 0 0,0 0 0,0 0 0,0 0 0,0 0 0,0 0 0,0 0 0,0 0 0,0 0 0,25 0 0,-25 0 0,0 0 0,0 0 0,0 0 0,0 0 0,0 0 0,0 0 0,0 0 0,0 0 0,25 0 0,-25 0 0,0 0 16,0 0-16,0 0 0,25 0 0,-25 0 0,0 0 0,0 0 16,25 0-16,-25-25 0,0 25 0,24 0 0,-24 0 15,0 0 1,25 0-16,-25 0 0,0 0 0,25 0 0,-25 0 0,25 0 0,-25 0 15,0-25-15,25 25 0,-25 0 0,0 0 0,24 0 0,-24 0 0,0 0 16,25 0-16,-25-25 0,0 25 0,25 0 0,-25 0 0,0 0 16,0 0-16,25 0 0,-25 0 0,0 0 0,0 0 0,25-24 15,-25 24 32,0 0-47,0 0 0,0 0 0,0 0 16,0 0-16,24 0 0,-24 0 0,0 0 0,0 0 0,0 0 0,0 0 15,0 0-15,0 0 0,0 0 0,0 0 0,0 0 0,0 0 0,0 0 0,0 0 0,0 0 0,0 0 16,0 0-16,0 0 0,0 0 0,0 0 0,0 0 0,0 0 0,0 0 0,0 0 0,0 0 0,-24 0 0,24 0 0,0 0 0,0 0 0,0 0 15,0 0-15,0-25 0,0 25 0,-25 0 0,25 0 16,0 0-16,0 0 0,0 0 0,0 0 0</inkml:trace>
  <inkml:trace contextRef="#ctx0" brushRef="#br0" timeOffset="979241.0094">8210 12005 0,'0'0'0,"0"0"15,0 0-15,0 0 0,0 0 0,0 0 0,0 0 0,0 0 172,0 0-172,0 0 15,0 0-15,0 0 0,0 0 0,0 0 0,0 0 0,0 0 0,0 0 0,0 0 0,0 0 0,0 0 0,0 0 0,0 0 0,0 0 0,0 0 0,0 0 16,0 0-16,0 0 16,0 0-16,0 0 0,0 0 0,0 0 0,0 0 15,0 0-15,0 0 0,0 0 0,0 25 0,0-25 0,0 0 0,0 0 16,0 0-16,0 25 0,0-25 0,25 0 0,-25 25 0,0-25 0,0 25 15,0-25-15,0 24 0,0-24 0,0 25 0,0-25 0,0 25 0,0-25 16,0 25-16,0-25 0,0 25 0,0-25 0,0 25 0,0-25 0,0 24 0,0-24 0,0 25 0,0-25 0,0 25 0,0-25 0,0 25 0,0-25 0,0 0 0,0 25 0,0-25 0,0 0 0,0 24 0,0-24 0,0 0 0,0 0 0,0 25 16,0-25-16,0 0 0,0 0 15,0 0-15,0 0 16,0 0-16,0 0 0,0 0 0,0 0 0,0 0 0,0 0 15,0 0-15,0 0 0,0 0 0,0 0 0,0 0 0,0 0 16,0 0-16,0 0 16,0-25-16,0 25 0,0 0 15,0 0-15,0 0 0,0-24 0,0 24 0,0 0 0,0-25 0,0 25 0,0 0 0,0-25 0,0 25 0</inkml:trace>
  <inkml:trace contextRef="#ctx0" brushRef="#br0" timeOffset="979911.0477">8037 12278 0,'0'25'0,"0"-25"0,0 0 0,0 0 15,0 0-15,0 0 0,0 0 0,0 0 16,0 0-16,0 0 0,0 0 0,0 0 0,0 0 0,0 0 0,0 0 16,0 0-16,25 0 0,-25 0 0,0 0 15,0 0-15,0 0 0,0 0 0,0 0 0,24 0 0,-24-25 0,0 25 16,0 0-16,0 0 0,0 0 0,25 0 15,-25 0-15,0 0 0,0 0 0,0 0 0,25 0 0,-25 0 16,0 0-16,0 0 0,25 0 0,-25 0 0,0 0 16,0 0-16,0 0 0,25 0 0,-25 0 0,0 0 15,0 25-15,24-25 0,-24 0 0,0 0 0,0 0 0,25 0 0,-25 0 16,0 0-16,0 0 0,25 0 0,-25 0 15,0 0-15,0 0 0,25 0 0,-25 0 0,0 0 0,25 0 16,-25 0-16,24 0 0,-24 0 0,0 0 0,25 0 0,-25 0 16,0 0-16,25 0 0,-25-25 0,0 25 15,0 0-15,0 0 0,25 0 0,-25 0 0,0 0 16,0 0-16,0 0 0,-25 0 0,25 0 0,0 0 0,0 0 0,0-24 15,0 24-15,0 0 0</inkml:trace>
  <inkml:trace contextRef="#ctx0" brushRef="#br0" timeOffset="980759.0962">8582 11857 0,'0'0'0,"0"0"0,0 0 0,0 0 0,0 0 16,0 0-16,0 0 0,0 0 0,0 0 0,0 0 0,0 0 16,0 0-16,0 0 0,0 0 15,0 0-15,0 0 0,0 0 0,0 0 0,0 0 0,0 0 0,0 0 16,0 0-16,0 0 0,0 0 0,0 0 0,0 24 0,0-24 15,0 0-15,0 0 0,0 0 0,25 0 16,-25 0-16,0 0 0,0 0 0,0 0 0,0 0 0,25 25 0,-25-25 16,0 0-16,0 25 0,0-25 0,25 25 0,-25-25 15,0 25-15,0-25 0,0 24 0,0-24 0,25 25 16,-25-25-16,0 25 0,0-25 47,0 25-47,24 0 0,-24-25 0,0 24 0,0-24 0,0 25 0,0-25 0,25 25 0,-25-25 0,0 0 0,0 25 0,0-25 0,0 0 0,0 25 0,25-25 0,-25 0 0,0 0 0,0 0 0,0 0 15,0 25-15,0-25 0,0 0 0,0 0 0,25 0 0,-25 0 16,0 0-16,0 0 0,0 0 0,0 0 15,0 0-15,0 0 0,0 0 0,0 0 0,0 0 0,0-25 0,25 25 16,-25 0-16,0 0 0,0 0 16,0-25-16,24 25 0,-24 0 0,0-25 0,25 25 0,-25-25 0,0 25 171,149-273-171,-149 273 0,0 0 0,0-24 0,0 24 0,0 0 0,0 0 0,0 0 0,25-25 0,-25 25 0,0 0 0,0 0 0,0 0 0,0 0 0,0-25 0,0 25 16,0 0-16,0 0 0,0 0 0,0 0 0,0 0 0,0 0 0,0 0 0,0 0 0,0 0 0,0 0 0,0 0 0,0 0 0,0 0 0,0 0 0,0 25 0,-25-25 0,25 0 0,0 0 0,0 0 0,0 0 0,0 0 0,25 0 0,-25 0 0,0 0 0,0 0 15,0 25-15</inkml:trace>
  <inkml:trace contextRef="#ctx0" brushRef="#br0" timeOffset="981471.1369">9550 12278 0,'0'0'16,"0"0"-16,0 0 0,0 0 0,0 0 0,0 0 0,0 0 0,0 0 15,0 0-15,0 0 0,0 0 0,0 0 0,0 0 16,0 0-16,0 0 0,0 0 0,0 0 0,0 0 15,0 0-15,0 0 0,0 0 0,0 0 0,0 0 0,0 0 0,0 0 16,0 0-16,0 0 0,0 0 16,25 0-16,-25 0 0,0 0 0,0 0 0,24 0 0,-24 0 0,25 0 15,-25 0-15,0 0 0,25 0 0,-25 0 0,25 0 16,-25 0-16,25 0 0,-25 0 0,24 0 0,-24 0 0,25 0 15,-25 0-15,25 0 0,-25 0 0,25 0 16,-25 0-16,25 0 0,-25 0 0,0 0 0,24 0 0,-24 0 0,25 0 16,-25 25-16,0-25 0,25 0 15,-25 0-15,0 0 0,0 0 0,0 0 0,0 0 0,0 0 0,0 0 16,0 0-16,0 0 0,0 0 0,0 0 0,0 0 15,0 0-15,0 0 0,0 0 0,0 0 0,0 0 16</inkml:trace>
  <inkml:trace contextRef="#ctx0" brushRef="#br0" timeOffset="981912.1621">9599 12526 0,'0'0'16,"-24"25"-16,24-25 0,0 0 0,0 0 16,0 0-16,0 0 0,0 0 0,0 0 0,0 0 0,0 0 0,0 0 15,0 0-15,0 0 0,0 0 0,0 0 16,0 0-16,0 0 47,0 0-47,0 0 0,0 0 0,24 0 0,-24 0 0,0 0 0,0 0 0,25 0 0,-25 0 0,0 0 0,25 0 0,-25 0 0,0 0 0,25 0 0,-25 0 0,0 0 0,25 0 0,-25 0 0,24 0 0,-24 0 15,25 0-15,0 0 0,-25 0 0,25 0 0,-25 0 0,25 0 0,-25 0 16,24 0-16,1 0 0,-25 0 15,25 0-15,-25 0 0,25 0 0,-25 0 0,25 0 0,-25 0 16,0 0-16,24 0 0,-24 0 0,0 0 0,25 0 0,-25 0 0,0 0 16,0 0-16,25 0 0,-25 0 15,0 0-15,25 0 0,-25 0 0,0-25 0,25 25 0</inkml:trace>
  <inkml:trace contextRef="#ctx0" brushRef="#br0" timeOffset="983115.231">10790 11881 0,'0'0'0,"0"0"16,0 0-16,0 0 0,-25 0 0,25 0 0,0 0 15,0 0-15,0 0 0,0 0 0,0 0 0,0 0 16,-25 0-16,25 0 0,0 0 0,0 0 0,0 0 0,0 0 94,-24 0-16,-26 149-78,50-149 0,0 25 0,-25 0 0,25 0 0,0-25 0,0 24 0,0 1 0,0-25 0,0 25 0,-25 0 0,25-25 0,0 25 0,0 0 0,0-25 0,0 24 0,0 1 15,0-25-15,0 25 0,0 0 0,0-25 0,0 25 0,0-25 0,0 24 0,0 1 0,0-25 0,0 25 0,0-25 0,25 0 0,-25 25 0,0-25 0,0 25 0,0-25 16,0 0-16,0 24 15,0-24-15,25 0 0,-25 25 0,0-25 0,0 0 0,0 0 0,0 0 0,0 25 0,0-25 0,0 0 0,25 0 16,-25 0-16,0 0 0,0 0 0,0 0 0,0 25 0,0-25 0,0 0 0,0 0 16,25 0-16,-25 0 0,0 0 0,0 0 0,0 25 0,0-25 0,0 0 0,0 0 15,0 0-15,0 0 0,0 0 0,0 24 16,0-24-16,0 0 0,0 0 0,0 0 0,0 0 0,0 0 0,0 0 15,0 0-15,0 0 0,0 0 16,24 0-16,-24 0 0</inkml:trace>
  <inkml:trace contextRef="#ctx0" brushRef="#br0" timeOffset="984029.2832">11311 12105 0,'-25'0'125,"0"24"-125,25-24 0,0 0 0,0 0 0,0 0 0,0 0 0,0 0 0,0 0 0,0 0 0,-24 0 0,24 0 0,0 0 0,0 0 0,0 0 0,0 0 0,0 0 0,0 0 15,0 0-15,-25 0 0,25 0 0,0 0 0,0 25 0,0-25 0,0 0 0,0 0 0,0 0 0,0 25 0,0-25 0,-25 0 0,25 0 0,0 25 0,0-25 0,0 0 0,0 25 0,0-25 0,0 0 0,0 25 0,0-25 16,0 0-16,0 24 0,0-24 0,0 25 0,0-25 0,0 25 0,0-25 15,0 0-15,0 25 0,0-25 0,0 25 0,0-25 0,25 24 16,-25-24-16,0 0 0,0 25 16,0-25-16,0 25 0,0-25 0,25 0 0,-25 25 0,0-25 0,0 0 15,0 25-15,24-25 0,-24 0 0,0 24 0,0-24 0,25 0 16,-25 0-16,0 0 0,25 25 0,-25-25 15,0 0-15,25 0 0,-25 0 0,0 0 0,25 0 0,-25 0 16,0 0-16,24 0 0,-24 0 0,0 0 0,25 0 0,-25 0 16,0 0-16,25 0 0,-25 0 0,0 0 15,0 0-15,25 0 0,-25-25 0,0 25 0,25 0 0,-25 0 16,0 0-16,0-24 0,24 24 0,-24 0 0,0-25 0,0 25 15,25 0-15,-25-25 32,0 25-32,0-25 0,0 25 0,25 0 15,-25-25-15,0 25 0,0-24 0,0 24 0,0-25 0,0 25 0,0 0 0,0-25 0,0 25 16,0-25-16,0 25 0,0-25 0,0 25 0,0 0 0,0-24 0,0 24 0,0-25 0,0 25 0,-25 0 15,25-25-15,0 25 0,0 0 0,0 0 0,0-25 0,-25 25 0,25 0 16,0 0-16,0 0 0,0-25 0,-24 25 0,24 0 0,0 0 16,0 0-16,0 0 0,-25 0 0,25 0 0,0 0 0,0 0 15,0 0-15,-25 0 0,25 0 0,0 0 16,0 0-16,0 0 0,0 0 0,-25 0 0,25 0 0,0 0 15,0-25-15,0 25 0,0 0 0,0 0 0,0 0 16,-25 0-16,25 0 0,0 0 0,0 0 0,0 0 16,0 0-16,0 0 0,0 0 0,0 0 0,0 0 0,0 0 0,0 0 15,0 0-15,0 0 0,0 0 0,0 0 16,0 0-16,0 0 0,0 0 0,0 0 0,0 0 15,0 0-15</inkml:trace>
  <inkml:trace contextRef="#ctx0" brushRef="#br0" timeOffset="984504.3104">12328 12254 0,'0'0'15,"0"0"17,0 0-32,0 0 0,0 0 78,0 0-78,0 0 15,0 0-15,0 0 0,0 0 0,0 0 0,0 0 0,0 0 0,0 0 0,0 0 0,0 0 0,0 0 0,0 0 0,0 0 0,0 0 0,0 0 0,0 0 0,0 0 16,0 0-16,0 0 0,0 0 0,0 0 0,0 0 0,0 24 0,0-24 0,0 0 0,0 0 0,0 25 0,0-25 15,0 0-15,0 0 0</inkml:trace>
  <inkml:trace contextRef="#ctx0" brushRef="#br0" timeOffset="984841.3297">12402 12526 0,'0'0'0,"25"0"0,-25 0 0,0 0 0,0 0 0,0 0 0,0 0 0,0 0 0,0 0 0,0 0 0,25 25 0,-25-25 16,0 0-16,0 0 0,25 0 0,-25 0 0,0 0 16,0 0-16,25 25 0,-25-25 0,0 0 0,24 0 0,-24 25 15,0-25-15,0 0 0,0 0 0,25 25 0,-25-25 16,0 0-16,0 24 0,0-24 0,0 0 0,0 25 15,-25-25-15,25 25 0,0-25 0,0 0 16,-24 25-16,24-25 0,0 25 0,-25-25 0,25 24 0,0-24 16,-25 25-16,25-25 0,0 25 0,-25-25 0,25 25 0,0-25 0,-25 0 15,25 25-15,0-25 0,-24 0 0,24 0 16,0 0-16,-25 24 0,25-24 125</inkml:trace>
  <inkml:trace contextRef="#ctx0" brushRef="#br0" timeOffset="985822.3858">13246 12154 0,'0'0'15,"0"0"-15,0 0 0,-25 0 0,25 0 0,0 0 0,0 0 0,0 0 16,0 0-16,0 0 0,0 0 0,0 0 15,0 0-15,0 0 0,0 0 0,0 0 0,0 0 0,0 0 0,0 0 16,0 0-16,0-25 0,0 25 0,0 0 0,0 0 0,0 0 125,0-24-125,0-1 0,0 25 0,0 0 0,0 0 0,0 0 0,0 0 0,0 0 0,0-25 0,0 25 0,0 0 0,25 0 0,-25 0 0,0 0 0,0 0 15,0-25-15,0 25 0,25 0 0,-25 0 0,0 0 0,0 0 0,24 0 0,-24 0 0,0 0 0,0 0 0,0 25 0,25-25 0,-25 0 0,0 0 0,0 0 0,0 25 16,0-25-16,0 0 0,25 25 0,-25-25 0,0 24 0,0-24 0,0 0 0,0 25 0,-25-25 0,25 25 0,0-25 0,0 25 0,0-25 16,0 25-16,0-25 0,-25 25 0,25-25 0,0 0 0,0 24 0,0-24 0,-24 0 15,24 25-15,0-25 0,0 0 0,0 25 0,0-25 16,-25 0-16,25 0 0,0 25 0,0-25 15,0 0-15,0 0 0,0 0 0,0 0 0,0 0 0,0 0 0,0 0 16,0 0-16,0 0 0,0 0 0,0 0 0,0 0 0,0 0 16,0-25-16,0 25 0,25 0 0,-25 0 15,0 0-15,0 0 0,0-25 0,0 25 0,24 0 0,-24 0 16,0 0-16,0-25 0,25 25 0,-25 0 0,0 0 15,0 0-15,0 0 0,25 0 0,-25 0 0,0 0 16,0 0-16,25 0 0,-25 0 0,0 0 0,0 25 0,0-25 0,25 0 16,-25 0-16,0 0 0,0 25 0,0-25 0,0 0 15,0 0-15,0 25 0,24-25 0,-24 0 16,0 25-16,0-25 0,0 0 0,0 24 0,0-24 0,0 0 0,0 25 15,0-25-15,0 0 0,0 25 0,0-25 16,0 0-16,-24 0 0,24 25 0,0-25 47,0 0-47,0 0 0,0 25 0,0-25 0,-25 0 0,25 0 0,0 24 0,0-24 0,0 0 15,-25 0-15,25 0 0,0 0 0,0 0 0,0 25 0,0-25 0,-25 0 0,25 0 16,0 0-16,0 0 0,0 0 0,0 0 0,-25 0 0,25 0 0,0 0 0,0 0 0,0 0 0,0 0 0,-24 0 0,24-25 16,0 25-16,0 0 0,0 0 0,0 0 0,-25 0 0,25 0 15,0-24-15,0 24 0,0 0 0,0 0 0,0 0 0,0 0 16,0 0-16,0-25 0,0 25 0,-25 0 15,25 0-15,0 0 0,0 0 0,0 0 0,0 0 0,0 0 16,0 0-16,0 0 0,0 0 0,0 0 0,0 0 0,0 0 16,0 0-16,0 0 0,25 0 0,-25 0 15,0 0-15,0 0 0,0 0 0,0 0 0,25-25 0,-25 25 16,0 0-16,0 0 0,0 0 0,24 0 0,-24 0 15</inkml:trace>
  <inkml:trace contextRef="#ctx0" brushRef="#br0" timeOffset="986414.4197">14015 11906 0,'0'0'16,"0"0"-16,0 0 0,-25 0 0,25 0 0,0 0 0,0 0 0,0 0 15,-25 0-15,25 0 0,0 0 0,0 0 0,-25 25 0,25-25 16,0 0-16,0 0 0,-25 0 0,25 0 0,0 0 16,-24 0-16,24 25 0,0-25 0,0 0 0,-25 25 0,25-25 46,0 24 32,-50 100-78,50-124 16,0 25-16,0 0 0,-25-25 0,25 25 0,0 0 0,0 0 0,0-25 0,0 24 0,0 1 0,0-25 0,25 25 0,-25 0 0,0-25 0,0 25 0,0-1 0,0-24 0,25 25 16,-25-25-16,0 25 0,25-25 0,-25 0 0,0 25 0,25-25 0,-25 0 0,24 25 0,-24-25 0,0 0 0,25 0 0,-25 0 0,25 24 0,-25-24 0,25 0 0,-25 0 0,25 0 0,-25 0 0,24-24 0,-24 24 0,25 0 0,-25 0 0,25 0 0</inkml:trace>
  <inkml:trace contextRef="#ctx0" brushRef="#br0" timeOffset="987122.4602">14436 12229 0,'-24'0'16,"24"-25"-16,0 25 0,0 0 0,0 0 0,0 0 0,-25 0 15,25-25-15,0 25 0,0 0 0,-25 0 0,25 0 0,0 0 0,0 0 16,0-25-16,-25 25 0,25 0 16,0 0-16,0 0 0,0 0 0,-25 0 0,25 0 0,0 0 0,0 0 15,0 0-15,0 0 0,-25 0 172,-74 124-172,99-99 0,0-25 0,0 0 0,0 25 0,0-25 0,0 25 0,0-25 0,0 25 15,0-25-15,0 24 0,0-24 0,0 0 0,0 25 0,0-25 0,25 0 0,-25 25 0,0-25 0,0 0 0,25 25 0,-25-25 0,0 0 0,0 0 0,25 0 0,-25 0 16,0 0-16,24 25 0,-24-25 0,0 0 0,25-25 0,-25 25 0,0 0 0,25 0 0,-25 0 0,0 0 0,0 0 0,25-25 0,-25 25 0,0 0 16,25 0-16,-25-25 0,0 25 0,0 0 0,25-25 0,-25 25 0,0-24 0,0 24 0,0 0 0,0-25 0,24 25 0,-24-25 0,0 25 0,0-25 0,0 25 15,0-25-15,0 25 0,0 0 0,0-24 16,0 24-16,0 0 0,0 0 0,0 0 0,0-25 0,0 25 15,0 0-15,0 0 0,0 0 0,0 0 0,0 0 16,0 0-16,0 0 0,0 0 0,0 0 0,0 0 16,0 0-16,0 0 0,0 25 0,0-25 0,0 0 0,0 0 0,0 0 15,0 0-15,0 0 0,0 24 16,0-24-16,0 0 0,0 25 0,0-25 0,0 0 0,0 25 0,0-25 15,0 25-15,0-25 0,0 0 0,0 25 0,0-25 0,0 24 16,0-24-16,0 0 0,0 25 0,0-25 47,0 0-47,25 25 0,-25-25 0,0 0 0,0 25 0,0-25 0,0 0 0,0 0 0,0 0 0,0 25 0,25-25 0,-25 0 15,0 0-15,0 0 0,0 0 0,0 0 0,0 0 0,0 0 0,0 0 0,0 0 0,0 0 0,0 0 0,0 0 16,25 0-16,-25 0 0,0 0 0,0-25 16,0 25-16,0 0 0,0 0 0,0-25 0,0 25 0</inkml:trace>
  <inkml:trace contextRef="#ctx0" brushRef="#br0" timeOffset="987496.4815">14908 12254 0,'0'0'0,"0"0"0,0 0 0,0 0 0,0 0 0,0 0 0,0 0 0,0 0 0,0 0 0,0 0 0,0 0 0,0 0 0,0 0 0,0 0 15,0 0-15,0 0 0,0 0 0,24 0 0,-24 0 0,0 0 0,25 0 16,-25 24-16,0-24 0,25 0 0,-25 0 0,25 0 0,-25-24 16,0 24-16,25 0 0,-25 0 0,24 0 0,-24 0 0,25 0 15,-25 0-15,0 0 0,25 0 0,-25 0 0,25 0 16,-25 0-16,25 0 0,-25 0 0,0 0 0,0 0 0,24-25 15,-24 25-15,0 0 0,0 0 16,0 0-16,0 0 0,0 0 0,0 0 0,0 0 0,0 0 0,0 0 16,0 0-16</inkml:trace>
  <inkml:trace contextRef="#ctx0" brushRef="#br0" timeOffset="987753.4962">15056 12154 0,'0'0'0,"0"0"94,-24 0-63,24 0-31,0 0 0,0 0 0,0 0 0,0 0 0,0 0 0,24 0 0,-24 25 0,0-25 0,0 0 0,0 0 0,0 25 0,0-25 0,0 25 0,25-25 16,-25 25-16,0-25 0,0 24 0,0-24 0,0 25 0,0-25 0,0 25 0,0-25 0,0 25 0,0 0 0,0-25 0,0 24 0,0-24 0,0 25 0,0-25 0,0 0 0,0 25 0,0-25 0,0 0 0,0 25 0,0-25 0,0 0 15,25 0-15,-25 25 0</inkml:trace>
  <inkml:trace contextRef="#ctx0" brushRef="#br0" timeOffset="988484.5381">15900 12105 0,'-25'0'0,"25"0"0,0 0 0,0 0 16,0 0-16,-25-25 0,25 25 0,0 0 16,0 0-16,-25 0 0,25 0 0,0 0 0,0 0 0,0 0 0,-24-25 15,24 25-15,0 0 0,0 0 0,-25 0 16,25 0-16,0 0 0,0 0 0,-25 0 0,25 0 0,0 0 15,0 0-15,-25 25 0,25-25 0,0 0 0,0 0 0,0 0 16,-25 0-16,25 0 0,0 0 0,0 25 16,-24-25-16,24 0 0,0 0 0,0 24 0,0-24 0,-25 0 15,25 0-15,0 25 0,0-25 0,0 0 0,0 25 0,0-25 0,0 25 16,0-25-16,0 0 0,0 25 0,0-25 15,0 25-15,0-25 0,0 24 0,0-24 0,0 25 0,0-25 16,0 0-16,25 25 0,-25-25 0,0 25 0,0-25 0,0 0 16,24 25-16,-24-25 0,0 0 15,0 0-15,0 0 0,25 0 0,-25 24 0,0-24 0,25 0 0,-25 0 16,0 0-16,0 0 0,25 0 0,-25 0 0,0 0 0,0 0 47,25-24 77,49-150-124,-74 174 0,0 0 0,0 0 0,0 0 0,0 0 0,0 0 0,0 0 0,0 0 0,0 0 0,0 0 0,0 0 0,0 0 0,0 0 16,0 0-16,0 0 0,0 0 0,0 25 0,0-25 0,0 0 0,0 25 0,0-25 16,0 0-16,0 24 0,0-24 0,25 0 0,-25 25 0,0-25 0,0 25 0,0-25 0,0 25 0,0-25 0,0 25 0,0-25 0,0 0 0,25 24 0,-25-24 0,0 0 0,0 25 0,0-25 0,24 0 15,-24 0-15,0 25 0,0-25 0,0 0 0,0 0 0,25 0 0,-25 0 0,0 0 0,0 0 0,0-25 0,0 25 16,25 0-16,-25 0 0,0-25 15,0 25-15,0 0 0,25-24 0,-25 24 0</inkml:trace>
  <inkml:trace contextRef="#ctx0" brushRef="#br0" timeOffset="988863.5597">16148 11757 0,'0'0'0,"0"0"0,0 0 0,0 0 0,0 0 0,0 0 0,0 0 0,-25 0 0,25 0 0,0 0 0,0 0 0,0 0 0,0 0 0,0 0 0,0 0 0,0 0 0,0 0 0,0 0 0,0 0 15,0 0-15,0 0 0,0 0 0,0 0 0,0 25 0,0-25 0,0 0 0,0 0 0,0 25 16,0-25-16,-25 0 0,25 0 0,0 25 15,0-25-15,0 25 0,0-25 0,0 0 0,-25 24 0,25-24 16,0 25-16,0-25 0,0 0 0,0 25 0,0-25 0,0 0 16,0 25-16,0-25 0,0 0 0,0 25 15,0-25-15,0 0 0,0 0 0,0 24 0,0-24 0,0 0 0,0 0 16,0 0-16,0 0 0,0 0 0,0 0 0</inkml:trace>
  <inkml:trace contextRef="#ctx0" brushRef="#br0" timeOffset="989493.5958">16371 11757 0,'0'25'15,"0"-25"-15,0 0 0,0 0 0,0 0 0,0 0 0,0 0 0,0 0 16,0 0-16,0 0 0,0 0 0,0 0 15,0 0-15,0 0 0,0 0 0,0 0 0,0 0 0,25 25 16,-25-25-16,0 0 0,0 0 0,0 0 16,25 0-16,-25 25 0,0-25 0,0 0 0,25 0 0,-25 25 15,0-25-15,24 0 0,-24 24 0,0-24 0,0 0 0,25 25 16,-25-25-16,0 25 0,25-25 0,-25 25 0,0-25 0,0 25 15,0-25-15,25 24 0,-25 1 0,0-25 16,0 25-16,0 0 0,0-25 0,0 25 0,0-1 0,0-24 16,0 25-16,0-25 0,0 25 0,0 0 0,0-25 0,0 25 0,0 0 15,0-25-15,0 24 94,0-24-94,0 25 0,0-25 0,-25 25 0,25-25 0,0 25 0,0-25 0,0 25 0,-25-25 0,25 24 0,0-24 0,0 0 0,-25 0 0,25 25 0,0-25 0,-24 0 0,24 0 0,0 25 0,-25-25 0,25 0 0,0 0 0,0 0 0,-25 0 0,25 0 0,0 0 0,0 0 15,0 0-15,-25 0 0,25 0 0,0-25 0,0 25 0,0 0 0,0 0 0,0 0 0,0 0 0,0-25 0</inkml:trace>
  <inkml:trace contextRef="#ctx0" brushRef="#br0" timeOffset="990149.6333">17115 12154 0,'0'-25'16,"0"25"-16,0 0 0,0 0 0,0 0 0,0 0 0,0 0 15,0 0-15,-25 0 0,25 0 0,0 0 0,0 0 16,0 0-16,0 0 0,0 0 0,0 0 0,0 0 0,0 0 16,0 0-16,0 0 0,0 0 15,0 0-15,0 0 0,0 0 0,0 0 0,0 0 0,0 0 0,0 0 16,0 0-16,0 0 0,0 0 47,0 0-47,0 0 78,0 0-78,0 0 0,0 0 0,0 25 0,0-25 0,0 0 0,0 0 0,0 0 15,0 0-15,0 0 0,0 0 0,0 0 0,0 0 0,25 0 0,-25 0 0,0 0 0,0 0 0,0 0 0,0 0 0,0 0 0,0 0 16,0 0-16,0 0 0,0 0 0,0 0 0,0 0 0,0 0 0,0 0 0,0 0 0,0 0 0,0 0 0,0 0 0,0 0 15,0 0-15,0 0 0,0 0 0,0 0 0,0 0 0,0 0 0,0 0 0,0 0 0,0 0 0,0-25 0,0 25 16,0 0-16,0 0 0,0 0 0,0 0 0,0 0 0,0 0 0,0 0 0,0 0 0,0 0 0,0 0 0,0 0 0,0 0 0,0 0 16,0 0-16,0 0 0,0 0 15,0 25-15,0-25 0,0 0 0,0 0 0,0 0 0,0 0 16,0 0-16</inkml:trace>
  <inkml:trace contextRef="#ctx0" brushRef="#br0" timeOffset="990476.652">17140 12502 0,'0'0'0,"0"24"0,0-24 0,0 0 0,0 0 16,0 0-16,0 0 0,0 25 15,0-25-15,25 0 0,-25 0 0,0 0 0,0 0 0,0 25 16,25-25-16,-25 0 0,0 0 0,0 0 0,24 25 0,-24-25 16,0 0-16,25 25 0,-25-25 0,25 0 0,-25 24 0,0-24 15,25 0-15,-25 25 0,0-25 0,25 25 0,-25-25 0,0 0 0,0 25 16,0-25-16,0 25 0,0-25 15,0 24-15,0-24 0,0 0 0,-25 25 0,25-25 0,0 25 0,-25-25 16,25 25-16,-25-25 0,25 0 0,-25 25 0,25-25 0,-24 0 16,24 24-16,-25-24 0,25 0 15,-25 25-15,25-25 0,-25 0 0,25 0 0,-25 25 0,25-25 0,-24 0 16,24 0-16,0 0 0,-25 0 0,25 0 0</inkml:trace>
  <inkml:trace contextRef="#ctx0" brushRef="#br0" timeOffset="991268.6972">18231 12204 0,'0'0'0,"0"0"0,0 0 0,0 0 0,0 0 0,0 0 0,0 0 16,-24 0-16,24 0 0,0 0 0,0-25 0,-25 25 0,25 0 0,0 0 16,0 0-16,-25 0 0,25-25 0,0 25 15,0 0-15,-25 0 0,25 0 0,0 0 0,0-25 0,-25 25 16,25 0-16,0 0 0,0 0 0,-24 0 15,24 0-15,0 0 0,0 0 0,-25 0 0,25 0 0,0 0 16,0 0-16,-25 0 0,25 0 0,0 0 0,0 0 0,-25 0 0,25 0 16,0 0-16,0 0 0,-25 25 0,25-25 0,0 0 15,-24 0-15,24 25 0,0-25 0,0 0 0,-25 25 16,25-25-16,0 25 0,0-25 0,0 25 0,0-25 0,0 24 15,0-24-15,-25 25 0,25-25 16,0 25-16,0 0 0,25-25 0,-25 0 0,0 25 0,0-25 16,0 24-16,0-24 0,0 0 0,25 25 0,-25-25 0,0 0 0,0 0 15,24 0-15,-24 25 0,0-25 0,25 0 16,-25 0-16,0 0 0,25 0 0,-25 0 0,0 0 0,25-25 0,-25 25 15,0 0-15,25 0 16,-25 0-16,24 0 0,-24-25 0,0 25 0,25 0 0,-25-24 0,0 24 0,25 0 47,49-174 62,-74 174-109,0 0 0,0 0 0,0 0 0,0 0 0,0 0 0,0 0 0,0 0 0,-24 25 0,24-25 0,0 0 0,0 0 0,0 0 0,0 25 16,0-25-16,0 0 0,0 24 0,0-24 0,0 0 0,0 25 0,0-25 0,0 25 0,0-25 0,0 0 0,0 25 0,24-25 0,-24 25 0,0-25 0,0 24 0,0-24 15,0 0-15,0 25 0,0-25 0,0 0 0,0 25 0,0-25 0,0 0 0,25 0 0,-25 0 0,0 25 0,0-25 0,0 0 0,0 0 0,0 0 16,0 0-16,0 0 0,0 0 0,25 0 0,-25 0 0,0-25 15,0 25-15,25 0 0,-25 0 0,0-25 16</inkml:trace>
  <inkml:trace contextRef="#ctx0" brushRef="#br0" timeOffset="991700.722">18703 12278 0,'0'0'16,"0"0"-1,0 0-15,0 0 0,-25 0 0,25 0 0,0 0 0,0 0 0,0 0 0,0 0 0,25 0 0,-25 0 16,0 0-16,0 0 0,0 0 0,0 25 0,0-25 15,25 0-15,-25 0 0,0 0 0,24 0 0,-24 0 0,0 0 0,25 0 16,-25 0-16,0 0 0,25 0 0,-25 0 0,25 0 16,-25 0-16,25 0 0,-25 0 0,24 0 15,1 0-15,-25 0 0,25 0 0,-25-25 0,25 25 0,-25 0 0,25 0 16,-25 0-16,24 0 47,-24 0-47,0 0 0,0 0 0,25 0 0,-25 0 0,0-24 15,0 24-15,0 0 78</inkml:trace>
  <inkml:trace contextRef="#ctx0" brushRef="#br0" timeOffset="991858.7311">18876 12129 0,'0'0'0,"0"-24"0,0 24 0,0 0 15,0 0-15,0 0 0,0 0 0,0 0 0,0 24 16,0-24-16,0 0 0,0 0 0,0 0 0,0 25 16,0-25-16,0 25 0,0-25 0,0 0 0,0 25 0,0 0 15,0-25-15,0 25 0,0-25 0,0 24 0,0 1 16,0-25-16,0 25 0,0-25 0,0 25 0,0 0 0,0-25 15,0 24-15,0-24 16,0 25-16,-24-25 0,24 25 0,0-25 0,0 0 0,0 25 0,0-25 0,0 0 16,0 25-16,0-25 0,0 0 0,0 0 0,0 24 15,0-24-15,0 0 0,0 0 0</inkml:trace>
  <inkml:trace contextRef="#ctx0" brushRef="#br0" timeOffset="992856.788">19745 12005 0,'0'0'0,"0"0"0,-25 0 0,25 0 0,0 0 0,0-24 16,0 24-16,-25 0 0,25 0 0,0 24 0,0-24 0,0 0 0,-25 0 0,25 0 0,0 0 0,0 0 0,0 0 0,-25 0 0,25 25 0,0-25 0,0 0 0,0 25 0,0-25 0,-24 0 0,24 25 0,0-25 0,0 0 0,0 25 0,0-25 0,0 0 0,-25 24 0,25-24 0,0 25 0,0-25 0,0 25 0,0-25 0,0 0 15,0 25-15,0-25 0,0 25 0,0-25 0,0 25 0,0-25 0,0 24 16,0-24-16,0 0 0,0 25 0,25-25 15,-25 0-15,0 25 0,0-25 0,0 0 0,24 25 0,-24-25 0,0 0 16,0 0-16,25 0 0,-25 0 16,0 0-16,0 0 46,25 0-46,-25 0 0,25 0 0,-25 0 0,0 0 0,25 0 0,-25 0 0,24-25 0,-24 25 0,0 0 0,25 0 0,-25-25 0,0 25 0,25 0 0,-25-25 0,0 25 0,0-24 0,25 24 0,-25 0 0,0-25 0,0 25 16,0 0-16,25-25 0,-25 25 0,0-25 0,0 25 0,0 0 16,0-25-16,0 25 0,0 0 0,0-25 15,0 25-15,0 0 0,0 0 0,0 0 0,0 0 0,0 0 16,0 0-16,0 0 0,0 0 15,0 0-15,0 0 0,0 0 0,0 0 0,0 0 0,0 0 0,0 0 47,0 0-47,0 0 0,0 25 0,-25-25 0,25 0 16,0 0-16,0 25 0,0-25 0,0 0 0,0 0 0,0 25 15,0-25-15,0 0 0,0 25 0,0-25 0,0 25 0,0-25 0,0 0 0,25 24 0,-25-24 0,0 0 0,0 25 0,0-25 0,0 25 0,0-25 0,24 0 0,-24 25 0,0-25 0,0 0 16,0 0-16,0 25 0,25-25 16,-25 0-16,0 0 0,0 0 0,0 0 0,0 24 0,0-24 0,25 0 15,-25 0-15,0 0 0,0-24 0,0 24 16,25 0-16,-25 0 0,0 0 0,0-25 0,0 25 0,25 0 15</inkml:trace>
  <inkml:trace contextRef="#ctx0" brushRef="#br0" timeOffset="993023.7976">20290 11609 0,'0'-25'0,"0"25"0,0 0 0,0 0 0,0 0 15,0-25-15,0 25 0,0 0 0,0 0 0,0 0 16,0 0-16,0 0 0,0 0 0,0 0 0,0 0 0,0 0 16,0 0-16,0 0 0,0 25 0,0-25 0,-25 0 15,25 25-15,0-25 0,0 0 0,0 24 0,-24-24 16,24 25-16,0-25 0,-25 25 0,25-25 0,0 25 0,-25-25 15,25 25-15,0-25 0,0 24 0,-25-24 0,25 25 16,0-25-16,0 25 0,0-25 0,0 0 16,-25 25-16,25-25 0,0 0 0,0 25 0,0-25 0,0 0 0</inkml:trace>
  <inkml:trace contextRef="#ctx0" brushRef="#br0" timeOffset="993513.8257">20935 12129 0,'0'0'16,"0"0"-16,0 0 0,0 0 0,0 0 0,0 0 0,0 0 0,0 0 15,0 0-15,0 0 0,0 0 0,0 0 0,0 0 16,0 0-16,0 0 0,0 0 0,0 0 0,0 0 0,-25 0 15,25 0-15,0 0 0,0 0 0,0 0 0,0 0 0,0 0 16,0 0-16,0 0 0,0 0 16,0 0-16,0 0 0,0 0 0,0 0 0,0 25 0,0-25 15,0 0-15,0 0 0,0 0 0,0 25 0,0-25 0,0 0 16,0 0-16,0 25 0,0-25 0</inkml:trace>
  <inkml:trace contextRef="#ctx0" brushRef="#br0" timeOffset="993744.8389">20985 12427 0,'0'0'0,"0"0"0,0 0 16,0 0-16,25 25 0,-25-25 0,0 0 0,0 0 16,0 0-16,24 0 0,-24 25 0,0-25 0,25 0 15,-25 0-15,0 0 0,0 25 0,25-25 0,-25 0 0,0 0 16,0 24-16,25-24 0,-25 0 0,0 0 15,0 25-15,0-25 0,0 0 0,0 0 0,0 25 0,0-25 16,0 0-16,0 25 0,0-25 0,-25 0 0,25 25 0,-25-25 16,25 0-16,0 24 0,-25-24 0,25 0 15,-24 25-15,24-25 0,-25 0 0,25 0 0,-25 25 0,25-25 0,0 0 16,-25 0-16</inkml:trace>
  <inkml:trace contextRef="#ctx0" brushRef="#br0" timeOffset="995108.917">21704 11757 0,'0'0'0,"0"0"0,0 0 0,0 0 0,0 0 0,0 0 16,0 0-16,0 0 0,0 0 156,25 25-156,-25-25 0,0 0 0,0 0 0,0 0 15,0 25-15,0-25 0,0 0 0,0 0 0,0 0 0,0 0 0,0 0 0,0 0 0,0 0 0,0 0 0,0 25 16,0-25-16,0 0 0,0 0 0,0 0 0,0 0 0,0 0 0,0 0 0,0 0 0,0 0 0,0 0 0,0 0 0,0 0 16,0 0-16,0 0 0,0 0 0,0 0 0,0 0 0,0 0 0,0 0 0,0 0 0,0 0 0,0 0 0,0 0 15,0 0-15,0 0 0,0 0 0,0 0 0,0 0 0,0 0 0,0 0 0,0 0 0,0 0 0,0 0 0,0 0 0,0 0 0,0 0 0,0 0 0,0 0 0,0 0 0,0 0 16,0 0-16,0 0 0,0 0 0,0 0 15,0 0-15,0 0 0,0 0 0,0 0 0,0 0 0,0 0 0,0 0 16,0 0-16,0 0 0,0 0 0,0 0 0,0 0 0,0 0 16,0 0-16,0 0 0,0 0 0,0 0 15,0 0-15,0 0 0,0 0 0,-25 0 0,25 0 0,0 0 16,0 0-16,0-25 0,0 25 0,0 0 0,0 0 0,0 0 15,0 0-15,0 0 0,0 0 16,0 0-16,0 0 0,0 0 0,0 0 0,0 0 0,0 0 0,0 0 16,0 0-16,0 0 0,0 0 0,0 0 0,0 0 0,0 0 0,0 0 15,0 0-15,0 0 0,0 0 0,-25 0 0,25 0 16,0-25-16,0 25 0,0 0 0,0 0 15,0 0-15,0 0 0,0 0 0,0 0 0,0 0 0,0 0 0,0 0 16,0 0-16,0 0 0,0 0 172,-25 0-172,25 0 0,0 0 0,0 25 15,-24-25-15,24 0 0,0 0 0,0 0 0,0 0 0,0 0 0,-25 0 0,25 0 0,0 25 0,0-25 0,0 0 0,-25 0 0,25 0 0,0 25 0,0-25 0,0 0 0,0 0 0,-25 24 0,25-24 0,0 0 0,0 25 0,0-25 16,0 0-16,-25 25 0,25-25 0,0 25 0,0-25 0,0 25 0,0-25 0,-24 24 0,24-24 0,0 25 0,0-25 0,0 25 0,0-25 0,0 25 0,0-25 0,0 25 0,0-25 0,0 24 0,0-24 15,0 0-15,0 25 0,0-25 0,0 25 0,0-25 16,24 0-16,-24 0 0,0 25 0,0-25 0,0 0 0,0 0 16,25 25-16,-25-25 0,0 0 0,0 0 0,25 0 0,-25 0 15,0 0-15,0 0 0,25 0 0,-25 0 0,0 0 0,25 0 16,-25 0-16,0 0 0,24 0 15,-24-25-15,0 25 0,0 0 0,25 0 0,-25-25 0,0 25 0,0 0 0,25-25 16,-25 25-16,0-25 0,0 25 16,0-24-16,25 24 0,-25-25 0,0 25 0,0 0 0,0-25 0,0 25 15,25-25-15,-25 25 0,0-25 0,0 25 0,0-24 0,0 24 16,0-25-16,0 25 0,0 0 0,0-25 15,0 25-15,0 0 0,0-25 0,0 25 0,0 0 16,0 0-16,0 0 0,0 0 0,0 0 0,0 0 0,0 0 0,0-25 0,0 25 16,0 0-16,0 0 0,0 0 0,0 0 15,0 0-15,0 0 0,0 0 0,0 0 0,0 0 16,0 0-16,0 0 0,0 0 0,0 0 0,0 0 0,0 0 15,0 0-15,0 0 0,0 0 0,0 25 16,0-25-16,0 0 0,0 0 0,0 25 0,0-25 0,0 25 78,0-25-62,-25 25-16,25-25 0,0 24 0,0-24 0,0 25 0,0-25 0,0 25 0,0 0 0,0-25 0,0 25 0,0-25 0,0 24 0,0 1 0,0-25 0,0 25 0,0-25 0,0 25 0,0-25 0,0 25 0,0-25 0,0 0 0,0 25 0,0-25 0,0 0 0,25 24 0,-25-24 0,0 0 0,0 0 0,0 0 0,25 0 0,-25 0 0,0 0 15,0 0-15,24 0 0,-24 0 0,0 0 0,25 0 16,-25 0-16,0-24 0,25 24 0,-25 0 0,0 0 0,25 0 15,-25 0-15,0-25 0,0 25 0,25 0 0,-25 0 16,0 0-16,0 0 0,24 0 0,-24 0 0</inkml:trace>
  <inkml:trace contextRef="#ctx0" brushRef="#br0" timeOffset="995509.9399">22523 12229 0,'0'0'0,"0"0"0,0 0 16,0 0-16,0 0 0,0 0 0,0 0 0,0 0 0,0 0 15,0 0-15,0-25 0,0 25 0,24 0 0,-24 0 0,0 0 0,0 0 16,0 0-16,25 0 0,-25 0 0,0 0 15,25 0-15,-25 25 0,25-25 0,-25 0 0,0 0 16,25 0-16,-25 0 0,24 0 0,-24 0 0,25 0 0,-25 0 0,25 0 16,-25 0 62,25 0-78,-25 0 0,25 0 0,-25 0 0,0 0 0,25 0 0,-25 0 0,0 0 0,24 0 0,-24 0 0,0 0 0,0 0 0,25 0 0,-25-25 0,0 25 0,0 0 0,0 0 0,0 0 0,0 0 0,0 0 0</inkml:trace>
  <inkml:trace contextRef="#ctx0" brushRef="#br0" timeOffset="995703.951">22671 12055 0,'0'0'0,"0"0"0,0 0 0,0 0 16,0 0-16,0 0 0,0 25 0,0-25 0,0 0 15,0 0-15,0 0 0,0 0 0,0 0 0,0 25 16,0-25-16,0 0 0,0 0 0,0 24 0,0-24 0,0 25 15,0-25-15,0 25 0,0-25 0,0 25 16,0-25-16,0 25 0,0-25 0,0 25 0,0-25 0,0 24 0,-24-24 16,24 25-16,0 0 0,0-25 15,0 25-15,0-25 0,0 25 0,0-25 0,0 24 0,0-24 16,0 25-16,0-25 0,0 0 0,0 25 0,0-25 0,0 0 0,0 25 15</inkml:trace>
  <inkml:trace contextRef="#ctx0" brushRef="#br0" timeOffset="996524.9979">23465 12129 0,'0'-24'0,"0"24"0,0 0 0,0 0 16,0 0-16,0-25 0,0 25 0,-25 0 0,25 0 0,0-25 15,0 25-15,0 0 0,0 0 0,0-25 0,-24 25 0,24 0 16,0 0-16,0 0 0,0-25 0,0 25 15,0 0 126,-124 0-141,124 0 0,0 0 0,-25 0 0,25 25 0,0-25 0,-25 0 0,25 25 15,0-25-15,-25 25 0,25-25 0,0 25 0,0-25 0,-25 24 0,25-24 0,0 25 0,0-25 0,0 25 0,-24-25 0,24 25 0,0-25 0,0 25 0,0-25 0,0 25 0,0-25 0,0 24 0,0-24 0,0 0 0,0 25 16,24-25-16,-24 0 0,0 25 0,0-25 0,0 0 0,0 0 0,25 25 0,-25-25 0,0 0 0,25 0 0,-25 0 0,0 0 0,25 0 0,-25 0 0,0 0 0,25 0 16,-25 0-16,0 0 0,24 0 15,-24-25-15,0 25 0,25 0 0,-25 0 0,0 0 0,25-25 0,-25 25 16,0 0-16,25-25 0,-25 25 0,0-24 0,0 24 15,0 0-15,25-25 0,-25 25 0,0-25 0,0 25 0,0-25 16,0 25-16,0 0 0,0-25 0,24 25 0,-24 0 0,0-25 16,0 25-16,0 0 0,0 0 0,0 0 15,-24 0-15,24 0 0,0 0 0,0 0 0,0 0 16,0 0-16,0 0 0,0 0 0,0 0 0,0 0 0,0 0 15,0 0-15,0 0 0,0 0 0,0 0 0,0 25 0,0-25 16,0 0-16,0 25 0,0-25 0,0 0 16,0 25-16,-25-25 0,25 0 0,0 25 0,0-25 0,0 25 15,25-25-15,-25 24 0,0-24 0,0 0 0,0 25 0,0-25 0,0 0 16,24 25-16,-24-25 0,0 0 15,0 25-15,0-25 0,0 0 0,25 0 0,-25 0 0,0 25 0,0-25 16,25 0-16,-25 0 0,0 0 47,0 0-16,25 0-31,-25 0 0,0 0 0,0 0 0,25 0 0,-25 0 0,0-25 16,0 25-16,0 0 0,0 0 0,24-25 0,-24 25 0,0 0 0,0-25 0,0 25 0,0 0 0,0-25 0,25 25 0,-25-24 0,0 24 0</inkml:trace>
  <inkml:trace contextRef="#ctx0" brushRef="#br0" timeOffset="996800.0137">23788 11609 0,'0'0'0,"0"0"0,0 0 0,0 24 0,0-24 0,0 0 0,0 0 0,-25 25 0,25-25 0,0 0 15,0 25-15,0-25 0,0 25 0,-25-25 0,25 25 0,0-25 0,0 0 0,-25 24 0,25-24 0,0 25 0,0-25 0,0 25 0,0-25 0,-25 25 0,25-25 0,0 0 0,0 25 0,0-25 0,0 24 0,-24-24 0,24 0 0,0 25 0,0-25 0</inkml:trace>
  <inkml:trace contextRef="#ctx0" brushRef="#br0" timeOffset="997425.0494">24259 11385 0,'0'25'0,"0"-25"0,0 0 0,0 0 0,0 0 15,0 0-15,0 0 0,0 0 0,0 0 16,0 0-16,0 0 0,0 0 0,0 25 0,0-25 0,0 0 16,0 0-16,25 0 0,-25 0 0,0 0 0,0 25 0,0-25 15,0 0-15,25 25 0,-25-25 0,0 0 0,0 24 0,24-24 16,-24 25-16,0-25 0,0 25 47,25-25-47,-25 25 46,0-25-46,0 25 0,25-25 0,-25 24 0,0 1 0,0-25 0,0 25 0,25 0 0,-25-25 0,0 25 0,0-1 0,0-24 0,0 25 0,0 0 0,0 0 0,0 0 16,0-25-16,0 24 0,0 1 0,0 0 0,-25 0 0,25 0 0,0-25 0,0 24 0,-25 1 0,25 0 0,0 0 0,-25 0 0,25-25 0,0 24 0,-24 1 0,24-25 0,0 25 0,-25 0 0,25-25 0,-25 25 0,25 0 0,0-25 16,-25 24-16,0-24 0,25 25 0,-24-25 0,24 25 0,-25-25 15,25 0-15,-25 25 0,25-25 0,-25 0 16,25 25-16,-25-25 0,25 0 0,-24 0 0,24 0 0,0 0 15,-25 24-15,25-24 0,0 0 0,0 0 16,-25 0-16,25 0 0,0 0 0,0 0 0,0 0 0,0-24 16,0 24-16,-25 0 0,25 0 0,0 0 0,0 0 0,0 0 15,0 0-15,0 0 0,0 0 0,0 0 0,0 0 0,0 0 16,0 0-16,-25-25 0,25 25 15,0 0-15,0 0 0</inkml:trace>
  <inkml:trace contextRef="#ctx0" brushRef="#br0" timeOffset="998440.1075">26144 11881 0,'0'-24'0,"0"24"0,0 0 47,-25-25 31,25 25-78,0 0 0,0 0 0,-24-25 0,24 25 15,0 0-15,0 0 0,0 0 0,0 0 0,0 0 0,-25 0 0,25 0 0,0 0 0,0-25 0,0 25 0,-25 0 0,25 0 0,0 0 0,0 0 0,-25 0 0,25 0 0,0 0 0,-25 0 0,25 0 0,-24 0 0,24-25 0,0 25 0,-25 0 0,25 0 0,0 0 0,-25 0 0,25 25 0,0-25 0,-25 0 0,25 0 16,0 0-16,-25 0 0,25 0 0,0 0 0,-25 25 0,25-25 0,0 0 0,-24 0 0,24 0 0,0 25 0,-25-25 15,25 0-15,0 25 0,-25-25 0,25 24 16,0-24-16,-25 0 0,25 25 0,0-25 0,-25 25 0,25-25 16,0 25-16,0-25 0,-24 25 0,24-25 0,0 24 0,0 1 15,0-25-15,0 25 0,0-25 0,-25 25 0,25-25 0,0 25 16,0-25-16,0 0 0,0 24 15,0-24-15,0 25 0,25-25 0,-25 25 0,0-25 0,0 25 0,0-25 16,0 25-16,0-25 0,24 0 0,-24 25 0,0-25 0,0 0 16,25 24-16,-25-24 0,0 0 0,25 0 15,-25 25-15,0-25 0,25 0 0,-25 0 0,25 0 0,-25 0 0,0 0 16,24 25-16,-24-25 0,25 0 15,-25 0-15,25 0 0,-25 0 0,0 0 0,25 0 0,-25-25 16,25 25-16,-25 0 0,0 0 0,25 0 0,-25 0 0,0 0 0,0 0 16,24 0-16,-24-25 0,0 25 0,0 0 15,0 0-15,0 0 0,0 0 0,0 0 0,0 0 0,0 0 0,0 0 16,0 0-16,0 0 0,0-24 0,25 24 15,-25 0-15,0 0 0</inkml:trace>
  <inkml:trace contextRef="#ctx0" brushRef="#br0" timeOffset="998724.1237">25747 12005 0,'0'0'0,"0"0"0,0 0 0,0 0 16,0 0-16,0 0 0,0 0 0,0 0 0,0 0 0,0 25 16,0-25-16,0 0 0,0 0 0,25 0 15,-25 0-15,0 0 0,0 0 0,25 0 0,-25 0 0,0 0 16,25 0-16,-25 0 0,24 0 0,-24 0 0,25 0 0,-25 0 0,25 0 15,-25 0-15,25 0 0,-25 0 0,25 0 0,-25 0 0,25 0 16,-1 0-16,-24 0 0,25 0 16,-25 0-16,25 25 0,-25-25 0,25 0 0,-25 0 0,25 0 0,-25 0 15,24 0-15,-24 0 0,25 0 0,-25 0 16</inkml:trace>
  <inkml:trace contextRef="#ctx0" brushRef="#br0" timeOffset="999418.1634">27037 11857 0,'0'0'16,"0"-25"-16,0 25 0,0 0 0,0 0 0,0-25 0,0 25 16,0 0-16,-25 0 0,25 0 0,0-25 0,0 25 0,0 0 46,0 0-46,0 0 0,-25-25 0,25 25 0,0 0 16,0 0-16,-24 0 0,24 0 0,0 0 0,-25 0 0,25-24 0,-25 24 0,25 0 0,-25 0 0,25 0 0,-25 0 0,25 0 0,0 0 0,-24 0 0,24 24 0,-25-24 16,25 0-16,0 0 0,-25 0 0,25 0 15,0 0-15,0 0 0,-25 25 0,25-25 16,0 0-16,0 0 0,-25 0 0,25 25 0,0-25 0,0 0 0,0 0 0,0 25 0,0-25 15,0 0-15,0 25 0,0-25 16,0 0-16,25 24 0,-25-24 0,0 0 0,0 25 0,0-25 0,25 0 16,-25 25-16,0-25 0,0 25 0,25-25 0,-25 25 0,0-25 15,25 24-15,-25-24 0,0 0 16,24 25-16,-24-25 0,0 25 0,25-25 0,-25 25 0,25-25 0,-25 25 15,0-25-15,25 24 0,-25 1 0,0-25 0,25 25 0,-25-25 16,0 25-16,0-25 0,0 25 0,24-25 16,-24 25-16,0-25 0,0 24 0,0-24 15,0 25-15,25-25 0,-25 0 0,0 25 0,0-25 0,0 0 0,0 0 0,-25 25 16,25-25-16,0 0 0,0 0 0,-24 0 0,24 0 15,0 0-15,-25 0 0,25 0 0,-25 0 16,25 0-16,-25 0 0,25 0 0,-25 0 47,25 0-47,-24 0 0,24 0 0,-25 0 0,25-25 0,-25 25 0,25 0 15,-25 0-15,25-25 0,-25 25 0,25 0 0,0 0 0,-24 0 0,24-25 16,0 25-16,-25 0 0,25 0 0,0 0 0,0 0 0,0 0 0,0 0 0,0-24 31,0 24-31,0 0 0,0 0 0,0 0 0,0 0 0,0 0 0,0 0 0,0 0 0,0 0 0,0-25 0,0 25 0</inkml:trace>
  <inkml:trace contextRef="#ctx0" brushRef="#br0" timeOffset="1.00067E6">2555 13717 0,'0'0'0,"0"0"0,0 0 0,0 0 0,0 25 0,0-25 15,0 0-15,0 0 0,0 0 0,0 0 16,0 0-16,0 0 0,0-25 0,0 25 0,0 0 0,0 0 0,25 0 16,-25 0-16,0 0 0,24 0 0,-24 0 15,25 0-15,-25 0 0,25-25 0,-25 25 0,25 0 0,-25 0 0,25 0 16,0 0-16,-25 0 0,24 0 0,-24 0 15,25-25-15,0 25 0,-25 0 0,25 0 0,-25 0 0,25 0 16,-25 0-16,0 0 0,24 0 0,-24-24 0,0 24 16,0-25-16,0 50 0,25-25 0,-25 0 0,0 0 0,0 0 0,0 0 0,0 0 15,0 0-15</inkml:trace>
  <inkml:trace contextRef="#ctx0" brushRef="#br0" timeOffset="1.00098E6">2778 13469 0,'0'0'0,"0"0"15,0 0-15,0 0 0,0 0 0,0 0 0,0 0 0,0 25 16,0-25-16,0 0 0,0 0 0,0 0 0,0 25 16,0-25-16,0 0 0,0 24 0,0-24 0,0 25 0,0-25 15,0 25-15,0-25 0,25 25 0,-25-25 47,0 25 31,0 99-62,0-124-16,0 24 0,0-24 0,0 0 0,0 0 0,25 0 0,-25 0 0,0 25 0,0-25 0</inkml:trace>
  <inkml:trace contextRef="#ctx0" brushRef="#br0" timeOffset="1.00137E6">3125 13370 0,'0'0'0,"0"0"0,0 0 0,0 0 0,0 25 0,0-25 16,0 0-16,0 0 0,0 0 16,0 24-16,0-24 0,0 0 0,0 0 0,0 25 0,25-25 0,-25 0 0,0 25 15,0-25-15,25 0 0,-25 0 0,0 25 16,25-25-16,-25 0 0,25 25 0,-25-25 0,0 0 15,24 24-15,-24-24 0,25 0 0,0 25 0,-25-25 0,25 0 0,-25 0 16,25 25-16,-25-25 0,24 0 0,-24 0 16,25 25-16,-25-25 0,0 0 0,25 0 0,-25 25 0,0-25 0,25 0 46,-25 0-46,0 24 0,0-24 125,-199 174-125,175-174 0,24 0 0,0 25 0,0-25 0,-25 0 0,25 0 0,0 0 0,0 0 0,0-25 0,25 25 0,-25 0 0,0 0 0,0 0 0,24-25 0</inkml:trace>
  <inkml:trace contextRef="#ctx0" brushRef="#br0" timeOffset="1.00226E6">4242 13246 0,'0'0'16,"0"0"-16,0 25 0,0-25 0,0 0 0,0 0 0,0 0 0,0 0 16,0 0-16,0 0 0,0 0 0,0 0 15,0 0-15,0 0 0,0 24 0,0-24 0,0 0 0,0 0 63,0 0-63,0 0 0,0 25 0,0-25 0,0 0 0,0 25 0,0-25 0,0 25 0,0-25 0,24 25 0,-24-1 0,0-24 0,0 25 0,0-25 0,0 25 0,0 0 0,0-25 0,0 25 0,0-1 0,0-24 0,0 25 15,0 0-15,0-25 0,0 25 0,0-25 0,-24 25 16,24-1-16,0-24 0,0 25 0,0-25 0,0 0 0,0 25 0,0-25 15,0 0-15,0 25 0,0-25 0,0 0 16,0 0-16,0 0 0,0 25 0,0-25 0,0 0 0,0 0 0,0 0 16,0 0-16,0 0 0,0 0 15,0 0-15,0-25 0,0 25 0,0 0 0,0 0 0,0 0 0,0 0 16,0-25-16,0 25 0,0 0 0,24-25 0,-24 25 0</inkml:trace>
  <inkml:trace contextRef="#ctx0" brushRef="#br0" timeOffset="1.00269E6">4589 13370 0,'0'0'0,"0"0"0,0 0 16,0 0-16,0 0 0,0 0 0,0 0 0,0 0 15,0 0-15,0 0 0,0 0 0,0 0 0,0 0 0,0 0 16,0 0-16,0 0 0,0 0 0,0 0 0,0 0 16,-25 0-16,25 0 0,0 0 0,0 0 0,0 0 15,0 0-15,0 0 0,0 0 0,0 0 0,0 0 0,0 0 16,-25 0-16,25 0 0,0 0 0,0 0 0,-25 0 15,25 0-15,0 25 0,-24-25 0,24 0 16,-25 0-16,25 24 0,0-24 0,-25 0 0,25 25 0,0-25 0,-25 0 16,25 25-16,0-25 0,0 0 0,0 0 15,-25 25-15,25-25 0,0 0 0,0 0 0,0 25 0,0-25 16,25 0-16,-25 0 0,0 24 0,0-24 0,0 0 0,0 0 15,25 25-15,-25-25 0,0 0 0,25 0 0,-25 25 16,0-25-16,25 0 0,-25 0 0,0 25 0,24-25 16,-24 0-16,0 25 0,25-25 0,-25 0 0,0 24 0,0-24 15,25 0-15,-25 25 0,0-25 0,0 0 16,25 25-16,-25-25 0,0 0 0,0 0 0,0 25 0,0-25 15,0 0-15,0 0 0,0 0 0,0 25 0,0-25 0,0 0 0,25 0 16,-25 0-16,0 0 0,0 0 0,0 0 16,0 0-16,0 0 0,0 0 0,0-25 0,24 25 0,-24 0 15</inkml:trace>
  <inkml:trace contextRef="#ctx0" brushRef="#br0" timeOffset="1.00333E6">4986 13444 0,'0'0'0,"0"0"0,0 0 0,0 0 0,-25 0 16,25 0-16,0 0 0,0 0 0,0 0 0,0 0 0,0 0 15,0 0-15,0 0 0,0 0 0,0 0 0,0 0 16,0 0-16,0 0 0,0 0 0,0 0 0,0 0 16,0 0-16,0 0 0,0 0 0,0 25 0,0-25 0,-25 0 15,25 0-15,0 25 0,0-25 16,0 0-16,0 25 0,0-25 0,0 24 0,0-24 0,0 0 15,0 25-15,0-25 0,0 25 0,0 0 0,0-25 0,0 25 16,0-25-16,0 24 0,0-24 0,0 25 0,0-25 0,0 25 16,0-25 62,0 25-78,0-25 0,0 25 0,0-25 0,0 0 0,25 24 0,-25-24 0,0 0 0,0 0 0,0 25 0,25-25 0,-25 0 0,0 0 0,0 0 0,0 0 0,25 0 0,-25 0 0,0 0 0,0 0 0,24 0 0,-24 0 0,0 0 0,0 0 0,25 0 15,-25 0-15,0 0 0,0 0 0,0-25 0,25 25 0,-25 0 0,0 0 0,0-24 0,0 24 0,25 0 0,-25-25 0,0 25 0,0-25 16,0 25-16,0 0 0,0-25 0,25 25 15,-25-25-15,0 25 0,0-24 0,0 24 0,0 0 0,0-25 0,0 25 16,0-25-16,0 25 0,0 0 0,0-25 16,0 25-16,0 0 0,24-25 0,-24 25 0,0 0 0,0 0 0,0 0 46,0 0-46,0 0 0,0 0 0,0 0 0,0 0 0,0 0 0,0 0 16,0 0-16,0 0 0,0 0 0,0 0 0,0 0 0,0 0 0,0 25 0,0-25 0,0 0 0,0 25 0,0-25 16,0 25-16,0-25 0,0 25 0,0-25 0,0 24 0,0-24 15,0 25-15,0-25 0,0 25 0,0-25 0,25 25 0,-25-25 0,0 25 0,0-25 16,0 24-16,0-24 0,0 25 15,0-25-15,0 0 0,0 25 0,0-25 0,0 0 0,0 0 0,25 0 16,-25 25-16,0-25 0,0 0 0,0 0 0,0 0 16,0 0-16,0 0 0,0-25 0,25 25 0,-25 0 15,0 0-15,25 0 0,-25 0 0</inkml:trace>
  <inkml:trace contextRef="#ctx0" brushRef="#br0" timeOffset="1.0036E6">5779 13667 0,'0'0'0,"0"0"0,0 0 16,0 0-16,0 0 0,0 0 0,0 0 0,0 0 0,0 0 0,0 0 0,0 0 15,0 0-15,0 0 0,0 0 0,25 0 0,-25 0 16,0 0-16,25 0 0,-25 0 0,0 0 0,25 0 16,-25 0-16,25 0 0,-25 0 0,25 0 0,-25 0 0,0 0 15,24 0-15,-24 0 0,25 0 16,-25 0-16,0 0 0,25 0 0,-25 0 0,0 0 0,0 0 0,25 0 15,-25 0-15,0 25 0,0-25 0,0 0 0,0 0 0,0 0 16</inkml:trace>
  <inkml:trace contextRef="#ctx0" brushRef="#br0" timeOffset="1.0038E6">5779 13866 0,'0'0'0,"0"25"16,0-25-16,-24 0 0,24 0 0,0 0 0,0 0 15,0 0-15,0 0 0,0 0 0,24 0 0,-24 0 16,0 0-16,0 0 0,0 0 0,25 0 15,-25 0-15,0 0 0,25 0 0,-25 0 0,25 0 0,-25 0 0,25 0 16,-25 0-16,25 0 0,-25 0 0,24 0 16,-24 0-16,25 0 0,-25 0 0,25 0 0,0 0 0,-25 0 15,25 0-15,-25 0 0,24 0 0,1 0 0,-25 0 0,25 0 16</inkml:trace>
  <inkml:trace contextRef="#ctx0" brushRef="#br0" timeOffset="1.00433E6">7441 13295 0,'0'0'15,"-24"0"-15,24 0 0,0 0 0,-25 0 0,25 0 16,-25 0-16,25 0 0,-25 0 0,25 25 0,0-25 0,-25 0 15,25 25-15,-24-25 0,24 25 0,0-25 0,-25 25 0,25-25 16,0 24-16,-25 1 0,25 0 0,0-25 16,0 25-16,0 0 0,-25-1 0,25 1 0,0 0 15,0 0-15,0 0 0,0-1 0,0-24 0,-25 25 0,25 0 0,0 0 16,0-25-16,0 25 0,0-1 125,75 76-125,-75-100 0,25 24 0,-25-24 0,24 0 0,-24 0 0,25 0 0,-25 0 0,0 0 0,25 0 0,-25-24 0</inkml:trace>
  <inkml:trace contextRef="#ctx0" brushRef="#br0" timeOffset="1.00482E6">7764 13519 0,'0'0'0,"0"0"0,-25 0 16,25 0-16,0 0 0,-25 0 0,25 0 0,0 0 0,-25 0 15,25-25-15,0 25 0,0 0 16,-24 0-16,24 0 0,0 0 0,0 0 0,-25 0 0,25 0 0,0 0 0,0 0 16,0 0-16,0 25 0,0-25 0,-25 0 15,25 0-15,0 0 0,0 0 0,0 24 0,0-24 0,0 0 16,0 25-16,0-25 0,0 25 0,0-25 0,0 25 15,0-25-15,0 25 0,0-25 0,0 24 0,0-24 16,25 25-16,-25 0 0,0-25 0,0 25 0,0 0 0,0-25 16,0 24-16,25-24 0,-25 25 0,0-25 0,0 25 0,0 0 15,24-25-15,-24 0 0,0 25 0,0-25 16,25 24-16,-25-24 0,0 0 0,0 25 0,25-25 0,-25 0 0,25 0 15,-25 25-15,0-25 0,25 0 16,-25 0-16,0 0 0,24 0 0,-24 0 0,0 0 0,25-25 0,-25 25 47,25 0-47,-25 0 0,25 0 0,-25-25 0,0 25 0,25 0 0,-25-24 0,24 24 0,-24 0 0,0-25 0,25 25 15,-25-25-15,0 25 0,0-25 0,25 25 0,-25 0 0,0-25 0,0 25 0,0-24 0,0 24 0,0-25 0,0 25 16,0 0-16,0-25 0,0 25 16,0-25-16,0 25 0,-25-25 0,25 25 0,0-24 0,0 24 0,-25-25 0,25 25 15,0-25-15,0 0 0,-24 25 16,24-25-16,0 25 0,-25-24 0,25 24 0,0-25 0,0 25 0,-25-25 15,25 25-15,0 0 0,0 0 0,0-25 0,0 25 0,0 0 16,0 0-16,0 0 0,0 0 0,0 0 0,0 0 16,0 0-16,0 0 0,0 0 0,0 0 0,0 0 0,0 0 0,-25 25 15,25-25-15,0 0 0,0 0 0,0 0 16,0 0-16,0 0 0,0 0 0</inkml:trace>
  <inkml:trace contextRef="#ctx0" brushRef="#br0" timeOffset="1.00515E6">8582 13469 0,'0'0'0,"0"0"0,-24 0 0,24 0 0,0 25 16,0-25-16,0 0 0,0 0 0,0 0 0,0 0 0,0 0 0,0 0 16,0 0-16,0 0 0,0 0 15,0 0-15,0 0 0,0 0 0,0 25 0,24-25 0,-24 0 0,0 0 16,0 0-16,0 24 0,0-24 0,0 0 15,0 0-15,0 0 0,0 25 0,0-25 0,25 0 0</inkml:trace>
  <inkml:trace contextRef="#ctx0" brushRef="#br0" timeOffset="1.00542E6">8731 13791 0,'0'0'0,"0"0"0,25 0 0,-25 0 0,0 0 0,0 25 0,0-25 0,0 0 0,0 0 0,0 0 0,25 0 0,-25 25 0,0-25 0,0 0 0,0 0 0,0 0 0,0 25 0,0-25 0,0 0 0,0 25 0,0-25 0,0 0 0,0 24 0,0-24 31,0 0-31,0 25 0,0-25 0,-25 25 0,25-25 0,0 0 0,0 25 0,-25-25 0,25 25 0,0-25 0,-25 24 16,25-24-16,0 25 0,-24-25 0,24 25 0</inkml:trace>
  <inkml:trace contextRef="#ctx0" brushRef="#br0" timeOffset="1.00615E6">9723 13568 0,'0'0'0,"0"0"16,0 0-16,-24 0 0,24-25 0,0 25 0,0 0 0,0 0 15,-25 0-15,25 0 0,0 0 0,0-24 0,0 24 0,0 0 16,0 0-16,0 0 0,0 0 0,0 0 16,0 0-16,0 0 0,0-25 0,0 25 0,0 0 0,0 0 0,0 0 15,0 0-15,25 0 0,-25 0 0,0 0 16,0-25-16,0 25 0,0 0 0,0 0 0,24 0 15,-24 0-15,0 0 0,0 0 0,25 0 0,-25 0 0,0 0 16,0 0-16,0 0 0,25 0 0,-25 0 47,0 0 62,-50 273-93,50-273-16,0 0 0,0 0 0,0 25 0,0-25 0,0 0 0,0 0 0,0 0 0,0 0 0,0 0 0,0 0 0,0 0 0,0 0 0,0 0 0,0 0 0,0 0 15,0 0-15,0 0 0,25 0 0,-25 0 0,0 0 0,0 0 0,0 0 0,0 0 0,25 0 0,-25 0 0,0 0 0,0 0 0,25 0 0,-25 24 16,0-24-16,0 0 0,0 0 0,25 0 0,-25 25 0,0-25 0,0 0 0,0 25 0,24-25 0,-24 0 0,0 25 0,0-25 0,0 0 0,0 25 0,0-25 0,0 0 0,0 24 0,0-24 15,0 0-15,0 25 0,0-25 0,0 0 16,0 25-16,0-25 0,0 0 0,-24 25 0,24-25 0,0 0 16,0 0-16,-25 25 0,25-25 0,0 0 0,-25 0 0,25 0 0,0 24 15,-25-24-15,25 0 0,0 0 0,-25 0 16,25 0-16,0 0 0,-24 0 0,24 0 0,0 0 15,-25 0-15,25 0 0,0 0 0,0 0 0,0 0 16,0 0-16,-25 0 0,25 0 0,0-24 0,0 24 0,0 0 0,0 0 16,0 0-16,25 0 0,-25-25 0,0 25 15,0 0-15,0 0 0,0-25 0,0 25 0,0 0 0,0 0 16,25 0-16,-25-25 0,0 25 0,0 0 0</inkml:trace>
  <inkml:trace contextRef="#ctx0" brushRef="#br0" timeOffset="1.00714E6">10344 13940 0,'0'0'0,"0"0"0,0 0 0,0 0 0,0 0 15,0 0-15,0 0 0,0 0 0,0 0 16,0-25-16,0 25 0,24 0 0,-24 0 0,0 0 0,0-24 16,0 24-16,0 0 0,0 0 0,25-25 0,-25 25 0,0 0 0,0-25 15,25 25-15,-25 0 0,0-25 0,25 25 16,-25-25-16,0 25 47,124-297 62,-124 297-109,0-25 0,0 25 0,0 0 0,0-25 0,-25 25 15,25 0-15,0 0 0,0-25 0,0 25 0,-25 0 0,25 0 0,0-24 0,-25 24 0,25 0 0,0 0 0,-24 0 0,24 0 0,0 0 0,0 0 0,-25 0 0,25 0 0,0 0 0,-25 0 0,25 0 0,0 0 0,0 0 0,0 0 0,-25 0 16,25 0-16,0 24 0,0-24 0,0 0 0,0 0 0,0 0 0,0 25 0,0-25 0,0 0 0,0 25 0,0-25 0,0 25 0,0-25 0,0 25 0,0-25 16,0 24-16,0-24 0,25 25 0,-25-25 0,0 25 0,0-25 15,0 25-15,0-25 0,0 25 16,25-25-16,-25 24 0,0 1 0,0-25 0,0 25 0,0-25 15,0 25-15,0-25 0,25 25 0,-25-25 0,0 24 0,0-24 0,0 25 16,0-25-16,0 0 0,0 25 0,0-25 0,0 0 16,0 25-16,0-25 0,0 0 0,0 25 0,0-25 15,0 0-15,0 0 0,0 0 0,0 0 0,0 0 0,0 0 16,0 0-16,0 0 0,0 0 15,0 0-15,0 0 0,0 0 0,0 0 0,0 0 0,0 0 0,0 0 16,0 0-16,0-25 0,0 25 0,24 0 0,-24 0 0,0-25 16,0 25-16,0 0 0,0-25 0,0 25 0,0-25 0,0 25 15,0 0-15,25-24 0,-25 24 0,0-25 16,0 25-16,0-25 0,25 25 0,-25-25 0,0 25 0,0 0 0,0-25 15,0 25-15,25 0 0,-25 0 0,0 0 16,0 0-16,0 0 0,0 0 0,0 0 0,0 0 156,-25 124-156,25-124 0,0 25 0,0-25 0,0 25 0,0-25 0,0 0 0,25 25 16,-25-25-16,0 0 0,0 25 0,0-25 0,0 0 0,0 0 0,25 24 0,-25-24 0,0 0 0,0 0 0,24 0 0,-24 0 0,0 0 0,0 0 0,0 0 0,25 0 0,-25 0 0,0 0 0,0 0 0,25 0 0,-25 0 0,0 0 0,0 0 0,25 0 15,-25-24-15,0 24 0,0 0 0,25 0 0,-25 0 0,0 0 0,0 0 0,24-25 0,-24 25 0,0 0 0,25 0 0</inkml:trace>
  <inkml:trace contextRef="#ctx0" brushRef="#br0" timeOffset="1.00801E6">11162 13692 0,'0'0'0,"0"0"0,0 0 16,0 0-16,-25 0 0,25 0 0,0-25 0,0 25 16,0 0-16,0 0 0,0 0 0,0 0 0,-25 0 0,25 0 15,0-24-15,0 24 0,0 0 0,0 0 16,-24 0-16,24 0 0,0-25 0,0 25 0,0 0 0,-25 0 0,25 0 15,0 0-15,0-25 0,-25 25 16,25 0-16,0 0 0,0 0 0,-25 0 0,25 0 0,0-25 16,-25 25-16,25 0 0,0 0 0,-24 0 0,24 0 0,-25 0 15,25 0-15,0 0 0,0 0 0,-25 0 0,25 0 0,0 0 0,-25 0 16,25 25-16,0-25 0,0 0 0,-25 0 15,25 25-15,0-25 0,0 0 0,-24 0 0,24 25 0,0-25 16,0 24-16,0-24 0,0 0 16,0 25-16,0-25 0,0 25 0,0-25 0,0 0 0,0 25 0,0-25 15,0 25-15,0-25 0,0 24 0,0-24 0,0 25 0,24-25 0,-24 0 16,0 25-16,0-25 0,0 25 0,0-25 15,25 0-15,-25 25 0,0-25 0,0 0 0,0 24 16,25-24-16,-25 0 0,0 0 0,0 0 0,25 0 0,-25 25 0,0-25 47,0 0 0,25 0-47,-25 0 0,0 0 0,0-25 0,24 25 0,-24 0 0,0 0 0,0 0 0,25 0 0,-25-24 0,0 24 0,25 0 0,-25-25 0,0 25 0,0 0 0,25-25 0,-25 25 0,0 0 0,0-25 0,25 25 0,-25-25 0,0 25 0,0-24 0,0 24 0,0 0 0,24-25 0,-24 25 15,0 0-15,0-25 0,0 25 0,0 0 0,0-25 0,0 25 0,0 0 0,0 0 16,0 0-16,0-25 0,0 25 0,0 0 0,0 0 0,0 0 0,0 0 15,0 0-15,0 0 0,0 0 0,0 0 0,0 0 0,0 25 16,0-25-16,0 0 0,0 0 0,0 0 16,0 0-16,0 25 0,0-25 0,0 0 0,0 25 15,0-25-15,0 25 0,0-25 0,0 0 0,0 24 0,0-24 0,0 25 16,0-25-16,0 25 0,0-25 0,25 25 15,-25-25-15,0 25 0,0-25 0,0 24 0,0-24 0,25 0 16,-25 25-16,0-25 0,0 0 0,25 0 0,-25 0 0,0 25 0,0-25 16,25 0-16,-25 0 15,25 0-15,-25-25 0,0 25 0,24 0 0,-24 0 0,25 0 16,-25-25-16,25 25 0,-25 0 0,25-24 0,-25 24 0,25-25 0,-25 25 15,0 0-15,24-25 0,-24 25 0,0 0 47,0-25-47,0 25 0,0 0 0,0 0 0,25-25 0,-25 25 0</inkml:trace>
  <inkml:trace contextRef="#ctx0" brushRef="#br0" timeOffset="1.00835E6">12204 13692 0,'0'0'0,"0"0"0,0 0 0,0 0 0,0 0 0,0 0 0,0 0 0,0 0 0,0 0 0,0 0 0,0 0 0,0 0 0,0 0 0,0 0 0,0 25 0,0-25 0,25 0 0,-25 0 0,0 0 0,0 0 0,0 0 0,0 0 0,0 0 0,0 25 0,0-25 0,0 0 0,0 0 0,0 0 0,0 25 0,0-25 0,0 0 0</inkml:trace>
  <inkml:trace contextRef="#ctx0" brushRef="#br0" timeOffset="1.00857E6">12303 13940 0,'0'25'0,"0"-25"0,0 0 16,0 0-16,25 0 0,-25 25 0,0-25 0,0 0 16,0 0-16,25 0 0,-25 0 0,0 25 15,0-25-15,0 0 0,25 0 0,-25 24 0,0-24 0,0 0 0,0 25 16,0-25-16,24 0 0,-24 0 0,0 25 0,0-25 0,0 0 15,-24 25-15,24-25 0,0 0 16,0 25-16,0-25 0,0 24 0,-25-24 47,25 0-47,0 25 0,-25-25 0,25 0 0,0 25 0,-25-25 0,25 25 0,-25-25 0,25 0 0,-24 25 0,24-25 0,-25 0 0,0 24 0</inkml:trace>
  <inkml:trace contextRef="#ctx0" brushRef="#br0" timeOffset="1.0095E6">13146 13965 0,'0'0'0,"0"0"0,0 0 0,0 0 0,0 0 16,0 0-16,25 0 0,-25 0 0,0 0 0,0 0 0,0 0 0,0 0 15,0 0-15,0 0 16,25-25-16,-25 25 0,0 0 0,0 0 0,25-25 0,-25 25 16,0 0-16,25-24 0,-25 24 0,0-25 0,25 25 0,-25-25 0,24 25 15,-24-25-15,25 25 0,-25-25 0,25 25 47,-25-24-47,25 24 0,-25-25 0,25 25 0,-25-25 0,24 0 0,-24 25 0,25-25 0,-25 25 0,0-24 0,25 24 0,-25 0 0,0-25 0,0 25 0,25-25 0,-25 25 0,0 0 0,0-25 16,0 25-16,0-25 0,0 25 15,-25 0-15,25-24 0,0 24 0,0 0 0,0-25 0,-25 25 0,25 0 16,0-25-16,-25 25 0,25 0 0,-24-25 0,24 25 0,0 0 0,-25-25 15,25 25-15,-25 0 0,25-24 16,0 24-16,-25 0 0,25 0 0,0 0 0,0 0 0,-25-25 0,25 25 16,0 0-16,0 0 0,0 0 0,0 0 0,0 25 0,-24-25 15,24 0-15,0 0 0,0 0 16,0 0-16,0 24 0,0-24 0,0 0 0,0 25 0,0-25 15,0 25-15,0-25 0,24 25 0,-24-25 0,0 25 0,0-1 0,0-24 16,0 25-16,0 0 0,0-25 16,25 25-16,-25 0 0,0-1 31,0-24 94,25 298-125,-25-298 0,0 0 0,0 0 0,0 0 0,0 0 0,0 0 0,0 0 0,0 0 0,0 0 0,0 0 0,0 0 0,0 0 0,0 0 0,0-25 0,0 25 0,25 0 0,-25 0 0,0-25 0,0 25 15,0-24-15,25 24 0,-25-25 0,0 25 0,0-25 0,0 25 0,24-25 0,-24 25 0,0-25 0,0 25 0,25-24 0,-25 24 16,0 0-16,0-25 0,0 25 0,25 0 0,-25-25 0,0 25 0,0 0 0,0 0 0,0 0 0,0 0 0,0 0 0,0 0 0,0 0 0,0 0 15,0 0-15,0 0 0,-25 0 0,25 25 0,0-25 16,0 0-16,0 25 0,0-25 0,0 24 0,0-24 16,-25 25-16,25-25 0,0 25 0,0-25 0,0 25 0,0 0 0,0-25 15,0 24-15,0-24 0,0 25 16,25 0-16,-25-25 0,0 25 0,0-25 0,0 25 0,0-25 0,0 0 15,25 24-15,-25-24 0,0 0 0,0 0 0,25 0 16,-25 0-16,0 0 0,25 0 0,-25 0 0,24 0 16,-24 0-16,25 0 0,0 0 0,-25 0 0,25-24 0,0 24 15,-25 0-15,24 0 0,1 0 0,0 0 0,-25-25 0,25 25 16,0 0-16,-1 0 0,-24 0 0</inkml:trace>
  <inkml:trace contextRef="#ctx0" brushRef="#br0" timeOffset="1.0102E6">14263 13841 0,'0'0'0,"0"-25"47,0 25 62,-174-149-109,174 149 0,-25 0 0,25 0 0,0 0 0,-25 0 15,25 0-15,0 0 0,0 0 0,-24 0 0,24 0 0,0 0 0,-25 0 0,25 0 0,0 25 0,-25-25 0,25 0 0,0 0 0,0 0 0,-25 25 0,25-25 0,0 0 16,0 0-16,0 25 0,-25-25 0,25 25 0,0-25 0,0 24 0,0-24 0,0 25 0,0-25 0,0 25 0,0-25 0,0 25 0,0 0 0,0-25 0,0 24 0,25-24 0,-25 25 0,0-25 0,0 25 0,0-25 0,25 25 0,-25-25 0,0 0 16,0 25-16,25-25 0,-25 0 0,0 24 15,25-24-15,-25 0 0,0 0 0,24 0 0,-24 0 0,0 0 16,25 0-16,-25 0 0,0 0 0,25 0 15,-25 0-15,0-24 0,25 24 0,-25 0 0,25 0 0,-25-25 0,0 25 16,24-25-16,-24 25 0,25-25 0,-25 25 0,0-25 0,25 25 16,-25-24-16,0 24 0,0-25 0,25 25 15,-25-25-15,0 25 0,0-25 0,0 25 0,0-25 0,0 25 16,0-24-16,0 24 0,0-25 0,0 25 0,0 0 15,0-25-15,0 25 0,0 0 0,-25 0 0,25 0 16,0 0-16,0 0 0,0 0 0,0 0 0,0 0 0,0 0 16,0 0-16,0 0 0,0 0 0,0 0 171,25 248-171,0-248 0,-25 25 0,0-25 0,0 0 0,24 0 0,-24 0 0,0 0 0,25 0 0,-25 0 0,0 0 0,25 0 0,-25 0 0,0-25 0,25 25 0,-25 0 0,0 0 0,25-25 0,-25 25 0,25 0 0,-25 0 0,0-25 0,24 25 16,-24 0-16,0 0 0,0 0 0,0-24 0,25 24 0,-25 0 0,0 0 0</inkml:trace>
  <inkml:trace contextRef="#ctx0" brushRef="#br0" timeOffset="1.01051E6">15180 13742 0,'0'0'15,"0"0"-15,0 0 0,0 0 0,0 0 16,0 0-16,0 0 0,0 0 0,0 0 0,-24 0 0,24 0 0,0 0 15,0 0-15,0 0 0,0 0 0,0 0 16,24 0-16,-24 0 0,0 0 0,0 25 0,0-25 16,0 0-16,0 0 0,0 0 0,0 0 0,0 0 0,25 0 0,-25 24 15,0-24-15,0 0 0,0 0 0,0 0 0,-25 0 16,25 25-16,0-25 0</inkml:trace>
  <inkml:trace contextRef="#ctx0" brushRef="#br0" timeOffset="1.01073E6">15205 13990 0,'0'0'0,"0"25"0,0-25 0,25 0 0,-25 0 0,0 0 16,0 0-16,0 24 0,25-24 0,-25 0 0,0 0 16,0 0-16,0 25 0,25-25 0,-25 0 15,0 0-15,0 25 0,0-25 0,0 0 0,0 0 0,0 25 16,0-25-16,0 0 0,0 0 0,0 25 0,0-25 0,0 0 15,0 24-15,-25-24 0,25 0 0,0 25 16,0-25-16,-25 0 0,25 25 0,-25-25 0,25 0 16,-25 25-16,25-25 0,-24 0 0,24 25 0,-25-25 0,0 24 15,25-24-15,-25 0 0,0 0 0</inkml:trace>
  <inkml:trace contextRef="#ctx0" brushRef="#br0" timeOffset="1.01168E6">15974 14089 0,'0'0'0,"0"0"0,-25 0 0,25 0 0,0 0 0,0-25 0,0 25 0,0 0 16,0 0-16,0 0 0,0 0 0,0 0 0,0 0 0,0 0 16,0-25-16,25 25 0,-25 0 0,0-24 0,25 24 0,-25 0 0,0-25 15,25 25-15,-25 0 0,0-25 0,25 25 0,-25-25 0,24 25 16,-24-25-16,25 25 0,-25-24 0,25 24 15,-25-25-15,25 25 0,-25-25 0,25 0 0,-1 25 0,-24-25 16,25 1-16,-25 24 0,25-25 0,-25 25 16,25-25-16,-25 0 0,0 25 0,25-25 0,-25 25 0,0-24 15,24 24-15,-24-25 0,0 25 0,0-25 0,0 25 0,0 0 16,0-25-16,0 25 0,0-25 0,-24 25 15,24 0-15,0 0 0,-25-24 0,25 24 0,0 0 0,-25-25 16,25 25-16,0 0 0,-25 0 0,25-25 0,-25 25 0,25 0 0,0 0 16,0 0-16,-74 0 124,74 0-124,0 0 0,0 25 0,0-25 0,0 0 0,0 25 0,0-25 0,0 0 0,0 24 0,0 1 0,0-25 0,0 25 0,0-25 0,0 25 0,25 0 0,-25-25 0,0 24 16,0 1-16,0-25 0,0 25 0,0 0 0,0-25 0,0 25 0,0-1 0,0-24 0,0 25 0,0-25 0,0 25 0,0 0 0,0-25 0,0 25 0,0-25 0,0 24 0,0-24 0,0 25 0,0-25 0,0 0 0,0 25 0,0-25 16,0 0-16,0 25 0,0-25 0,0 0 0,0 0 15,0 25-15,0-25 0,0 0 0,0 0 0,0 0 0,0 0 0,0 0 16,0 0-16,0 0 0,0 0 15,0 0-15,0 0 0,0 0 0,0 0 0,0-25 0,0 25 0,0 0 16,0-25-16,25 25 0,-25 0 0,0-25 0,0 25 0,24-25 0,-24 25 16,0-24-16,0-1 0,25 25 0,-25-25 15,0 0-15,0 25 0,0-25 0,0 25 0,25 0 0,-25-24 0,0 24 16,0 0-16,0 0 0,0-25 15,0 25-15,0 0 0,0 0 0,0 0 0,0 0 0,0 25 0,-25-25 16,25 0-16,0 0 0,0 24 0,0-24 0,0 0 0,0 25 16,0-25-16,0 0 0,0 25 0,0-25 0,0 25 15,0-25-15,0 25 0,0-25 0,0 0 0,0 24 94,50 76-47,-25-100-47,-25 0 0,0 0 0,0 24 0,24-24 0,-24 0 0,0 0 0,25 0 0,-25 0 0,0 0 0,25-24 15,-25 24-15,25 0 0,-25 0 0,0 0 0,25-25 0,-25 25 0,25 0 0,-25 0 0,0 0 0</inkml:trace>
  <inkml:trace contextRef="#ctx0" brushRef="#br0" timeOffset="1.01232E6">16991 13816 0,'0'0'0,"0"0"0,0-25 0,0 25 0,0 0 16,0 0-16,0-24 0,-25 24 0,25 0 0,0 0 15,0 0-15,0-25 0,0 25 0,0 0 0,0 0 0,-24 0 16,24 0-16,0-25 0,0 25 0,-25 0 16,25 0-16,0 0 0,0 0 0,0-25 0,-25 25 15,25 0-15,0 0 0,-25 0 0,25 0 0,0 0 0,-25 0 16,25 0-16,0 0 0,-24 0 0,24 0 0,-25 0 15,25 0-15,-25 0 0,25 0 0,0 0 0,-25 0 16,25 0-16,0 0 0,-25 0 0,25 0 0,0 0 0,-24 25 0,24-25 16,0 0-16,0 25 0,-25-25 78,25 25-78,0-25 0,0 0 0,0 24 0,0 1 0,0-25 0,0 25 0,0-25 15,0 25-15,0-25 0,0 25 0,0-25 0,25 24 0,-25-24 0,0 0 0,0 25 0,0-25 0,0 25 0,24-25 0,-24 0 0,0 25 0,0-25 0,25 0 0,-25 0 0,0 0 0,0 0 0,0 25 0,25-25 0,-25 0 0,0 0 0,0 0 0,25-25 0,-25 25 0,0 0 0,0 0 16,25 0-16,-25 0 0,0 0 0,0-25 15,24 25-15,-24 0 0,0 0 0,25-25 0,-25 25 0,0-25 16,0 25-16,25 0 0,-25-24 0,0 24 0,0-25 0,0 25 16,0-25-16,0 25 0,0 0 0,0-25 15,0 25-15,0 0 0,0-25 0,25 25 0,-25 0 0,0 0 16,0 0-16,0 0 0,0 0 0,0 0 0,0 0 0,0 0 15,0 0-15,0 0 0,0 0 0,0 0 16,0 0-16,0 0 0,0 0 0,0 25 0,0-25 0,0 0 16,0 25-16,-25-25 0,25 0 0,0 25 0,0-25 0,0 25 15,0-25-15,0 24 0,25-24 0,-25 25 0,0-25 0,0 25 94,0-25-94,0 25 0,0-25 0,0 0 0,0 25 0,0-25 0,25 0 15,-25 24-15,0-24 0,0 0 0,0 0 0,24 0 0,-24 0 0,0 0 0,25 0 0,-25 0 0,0 0 0,25 0 0,-25 0 0,25 0 0,-25-24 0,25 24 0,-25 0 0,0-25 0,24 25 0,-24 0 0,25-25 0,-25 25 0,25-25 0,-25 25 0,0-25 0,25 25 0,-25-24 0</inkml:trace>
  <inkml:trace contextRef="#ctx0" brushRef="#br0" timeOffset="1.01282E6">17289 13370 0,'0'-25'0,"25"25"16,-25 0-16,0 0 0,0 0 0,0 0 0,0 0 15,0 0-15,24 0 0,-24 0 0,0 0 0,0 0 16,0 0-16,25 0 0,-25 0 0,0 0 0,0 0 0,25 0 16,-25 0-16,0 25 0,0-25 0,25 0 0,-25 25 15,0-25-15,25 24 0,-25-24 0,0 25 0,0-25 0,24 25 16,-24 0-16,0-25 0,0 25 0,25-1 0,-25 1 15,0-25-15,0 25 0,0 0 0,0 0 16,25-25-16,-25 24 0,0 1 0,0 0 0,0-25 0,0 25 16,0 0-16,0-25 0,0 24 0,0 1 0,0 0 15,0-25-15,-25 25 0,25 0 0,0-25 0,0 24 16,-25 1-16,25 0 0,-24-25 0,24 25 15,-25-25-15,25 25 0,0-1 0,-25-24 0,25 25 0,-25-25 0,25 25 16,-25-25-16,25 25 0,-24-25 94,24 0-94</inkml:trace>
  <inkml:trace contextRef="#ctx0" brushRef="#br0" timeOffset="1.01357E6">18728 13543 0,'0'-24'0,"0"24"0,0 0 0,-25 0 0,25 0 15,0-25-15,0 25 0,0 0 0,0 0 0,0 0 0,0-25 16,0 25-16,-25 0 0,25 0 0,0-25 0,0 25 0,0 0 0,0 0 15,-25 0-15,25 0 0,0-25 0,0 25 0,0 0 0,-25 0 0,25 0 16,0 0-16,-24 0 0,24 0 0,0 0 0,-25 0 16,25 0-16,-25 0 0,25 0 0,-25 0 0,25 0 0,-25 0 0,25 0 15,-25 0-15,25 0 0,-24 0 0,24 25 0,-25-25 0,25 0 16,-25 0-16,25 25 0,-25-25 0,25 0 0,-25 25 15,25-25-15,0 25 0,-24-1 0,24-24 0,-25 25 0,25-25 16,0 25-16,-25 0 0,25-25 0,0 25 0,0-1 0,0-24 16,0 25-16,0 0 0,0-25 0,0 25 0,0 0 0,0-25 0,0 24 15,0 1-15,0-25 0,0 25 0,25-25 0,-25 25 0,0-25 16,25 25-16,-25-25 0,0 24 0,24-24 0,-24 25 15,0-25-15,25 0 0,-25 0 0,25 25 0,-25-25 0,25 0 0,-25 0 0,25 25 0,-1-25 16,-24 0-16,25 0 0,-25 0 0,25 0 16,50 0 93</inkml:trace>
  <inkml:trace contextRef="#ctx0" brushRef="#br0" timeOffset="1.01375E6">18405 13717 0,'0'-25'0,"0"25"0,0 0 0,0 0 0,0 0 0,0 0 0,0 0 16,0 0-16,0 0 0,0 0 0,0 0 0,0 0 15,0 0-15,0 0 0,0 0 0,25 0 0,-25 0 16,0 0-16,0 0 0,25 0 0,-25 0 0,24 0 0,-24 0 16,25 0-16,-25 0 0,25 0 0,-25 0 0,25 0 15,0 0-15,-25 0 0,25 0 0,-25 0 0,24 0 0,1 0 16,-25 0-16,25 0 0,-25 0 0,25 0 0,0 0 15,-25 25-15,24-25 0,-24 0 0,25 0 0,0 0 16,-25 0-16,25 0 0,-25 0 0</inkml:trace>
  <inkml:trace contextRef="#ctx0" brushRef="#br0" timeOffset="1.01443E6">19695 13370 0,'-25'-25'0,"25"25"0,0 0 0,0 0 0,0 0 0,-25-25 0,25 25 0,0 0 0,0 0 16,0 0-16,-24 0 0,24 0 0,0 0 0,-25-25 0,25 25 0,0 0 0,0 0 0,-25 0 0,25 0 0,0 0 0,-25 0 0,25 0 0,0 0 0,-25 0 0,25 0 0,0 0 0,0 0 0,-25 0 0,25 0 0,0 25 0,0-25 0,-24 0 0,24 0 0,0 0 0,0 0 0,0 0 0,-25 25 0,25-25 15,0 0-15,0 0 0,0 25 0,0-25 0,-25 0 0,25 25 16,0-25-16,0 24 0,0-24 0,0 0 15,0 25-15,0-25 0,0 25 0,25-25 0,-25 25 0,0-25 0,0 25 16,0-25-16,0 24 0,25-24 16,-25 0-16,0 25 0,0-25 0,24 25 0,-24-25 0,0 25 0,25-25 15,-25 25-15,25-25 0,-25 24 0,0-24 0,25 25 0,-25-25 16,25 0-16,-25 25 0,0-25 0,25 25 15,-25-25-15,0 0 0,24 25 0,-24-25 0,0 0 0,0 24 16,0-24-16,0 0 0,25 25 0,-25-25 0,0 0 0,0 0 16,0 25-16,-25-25 0,25 0 0,0 0 15,0 0-15,0 25 0,-24-25 0,24 0 0,0 0 0,-25 0 16,25 0-16,-25 0 0,25 25 0,-25-25 0,25 0 0,-25 0 15,25 0 17,-25 0-32,25 0 0,-24 0 0,24 0 0,-25 0 0,25 0 0,-25 0 0,25 0 0,-25-25 0,25 25 0,0 0 0,-25 0 0,25 0 0,0 0 15,-24 0-15,24 0 0,0 0 0,0-25 0,0 25 0,-25 0 0,25 0 0,0 0 16,0 0-16,0 0 0,0-25 15,0 25-15,0 0 0,25 0 0,-25 0 0,0 0 0</inkml:trace>
  <inkml:trace contextRef="#ctx0" brushRef="#br0" timeOffset="1.01564E6">3497 15304 0,'0'0'15,"0"0"-15,0 0 0,0 0 0,0 0 0,0 0 0,0 0 0,0 0 16,0 0-16,0 0 0,0 0 0,-24 0 16,24 0-16,0 0 0,0 0 0,0 0 0,0 0 0,0 0 15,0 0-15,0 0 0,0 0 0,0 0 16,0 0-16,0 0 0,0 0 0,0 0 0,24 0 0,-24 0 15,0 0-15,0 0 0,0 0 0,0 0 0,0 0 0,0 0 0,0 0 16,25 0-16,-25 0 0,0 0 16,0 0-16,25 0 0,-25 0 0,0 0 0,25 0 0,-25 0 0,25 0 15,-25-24-15,24 24 47,-24 0-47,25 0 0,0 0 0,-25 0 0,25 0 0,0-25 0,0 25 0,-25 0 0,24 0 0,1 0 0,-25-25 16,25 25-16,0 0 0,-25 0 0,25 0 0,-25 0 0,24-25 0,-24 25 0,0 0 0,25 0 0,-25 0 0,0 0 0,0 0 0,0 0 0,0 0 15,0 0-15</inkml:trace>
  <inkml:trace contextRef="#ctx0" brushRef="#br0" timeOffset="1.01594E6">3671 15379 0,'0'0'0,"0"0"16,0 0-16,0 0 0,-25 0 0,25 0 0,0 0 16,0 0-16,0 0 0,0 0 0,0 0 0,0 0 15,25 0-15,-25 0 0,0 25 0,0-25 0,0 0 0,0 0 16,25 0-16,-25 0 0,0 0 0,25 0 0,-25 0 15,25 0-15,-25-25 0,24 25 0,-24 0 0,25 0 0,-25 0 16,25 0-16,0 0 0,-25 0 0,25 0 0,-25 0 16,24 0-16,1 0 0,-25 0 0,25-25 0,-25 25 0,25 0 15,-25 0-15,25 0 0,-25 0 0,0 0 0,24 0 16,-24 0-16,0-25 0,25 25 0,-25 0 0,0 0 15,0 0-15</inkml:trace>
  <inkml:trace contextRef="#ctx0" brushRef="#br0" timeOffset="1.01625E6">3919 15081 0,'0'0'0,"-25"0"0,25 0 0,0 0 0,0 0 0,0 0 15,0 0-15,0 0 0,0 0 0,0 0 0,0 0 16,0 0-16,25 0 0,-25 0 0,0 0 15,0 25-15,25-25 0,-25 0 0,25 0 0,-25 0 16,25 0 140,173 198-156,-223-198 0,25 25 0,0 0 0,-25-25 0,25 25 0,0 0 0,-24-25 0,24 25 0,-25-1 0,25-24 0,-25 25 16,25-25-16,0 25 0,-25 0 0,25-25 0,-25 0 0,25 25 0,0-25 0,0 24 0,-24-24 0,24 0 0,0 0 0,0 25 0</inkml:trace>
  <inkml:trace contextRef="#ctx0" brushRef="#br0" timeOffset="1.01717E6">5531 14982 0,'0'-25'0,"0"25"0,0 0 0,0 0 0,0 0 0,0 0 15,0-25-15,0 25 0,0 0 16,0 0-16,0 0 0,0-24 0,-24 24 0,24 0 0,0 0 0,0-25 16,0 25-16,0 0 0,-25 0 0,25-25 0,0 25 15,-25 0-15,25 0 0,0 0 0,0-25 0,-25 25 0,25 0 16,-25 0-16,25 0 0,0 0 0,-24 0 0,24 0 15,-25 0-15,25 0 0,0 25 0,-25-25 0,25 0 0,-25 0 16,25 0-16,0 25 0,-25-25 16,25 0-16,-24 25 0,24-25 0,0 0 0,0 24 0,0-24 0,-25 0 15,25 25-15,0-25 0,0 25 250,248 372-250,-273-397 0,25 0 0,0 0 0,-25 0 0,25 0 0,-25 0 0,25 0 0,0 0 0,0 0 0,0 0 0,0 0 15,0 0-15,0 0 0,0 0 0,0 0 0,0 0 0,0 0 0,25-25 0,-25 25 0,0 0 0,25 0 0,-25 0 0,25 0 0,-25 0 0,25-25 0,-25 25 0,24 0 0,-24 0 16,25 0-16</inkml:trace>
  <inkml:trace contextRef="#ctx0" brushRef="#br0" timeOffset="1.01804E6">6573 15329 0,'25'0'15,"-25"0"-15,0 0 0,0 25 0,0-25 0,0 0 0,0 0 0,0 0 16,0 0-16,0 0 0,0 0 0,0 0 15,25 0-15,-25-25 0,0 25 0,0 0 0,0 0 0,0-25 0,25 25 16,-25 0-16,0-24 0,0 24 0,24 0 0,-24-25 16,0 25-16,25-25 0,-25 25 0,0 0 0,25-25 15,-25 25-15,0-25 0,25 25 0,-25-24 0,0 24 16,25-25-16,-25 25 0,0-25 0,24 25 0,-24-25 0,0 0 0,0 25 15,25-24-15,-25 24 0,0-25 0,0 25 16,0-25-16,0 25 0,0-25 47,-99-148 62,99 173-109,-25 0 0,25 0 0,0 0 0,0 24 0,-25-24 0,25 0 0,0 0 0,0 0 0,0 25 16,0-25-16,-24 0 0,24 0 0,0 0 0,0 25 0,0-25 0,0 0 15,0 25-15,0-25 0,0 0 0,0 25 0,0-25 0,0 0 0,0 24 0,0-24 0,0 0 0,0 25 16,0-25-16,0 25 0,24-25 0,-24 25 0,0-25 0,0 25 0,0-25 0,0 24 0,0 1 0,0-25 0,0 25 0,25-25 0,-25 25 0,0-25 0,0 25 0,0-1 0,0-24 0,0 25 0,0-25 0,0 25 15,0-25-15,0 25 0,25-25 0,-25 25 0,0-25 0,0 0 16,0 24-16,0-24 0,0 0 0,0 25 0,0-25 0,0 0 0,0 25 16,0-25-16,0 0 0,0 0 0,0 0 15,0 0-15,0 25 0,25-25 0,-25 0 0,0 0 0,0 0 16,0 0-16,0 0 0,25 0 0,-25 0 0,0 0 0,24 0 0,-24 0 15,0 0-15,25 0 0,-25 0 0,0-25 0,25 25 16,-25 0-16,25-25 0,-25 25 16,25 0-16</inkml:trace>
  <inkml:trace contextRef="#ctx0" brushRef="#br0" timeOffset="1.01852E6">7144 15205 0,'0'-25'0,"0"25"16,0 0-16,0 0 0,0 0 0,0 0 0,0-24 16,0 24-16,0 0 0,0 0 156,-50-50-78,-49 273-78,99-223 0,0 0 0,0 25 0,0-25 0,0 0 0,0 0 0,25 25 0,-25-25 0,0 0 0,0 0 0,0 0 0,0 0 0,25 0 0,-25 0 0,0 0 0,0 0 0,0 0 0,0 0 0,24 0 0,-24 0 0,0 0 0,0 0 0,0 0 0,25 0 0,-25-25 0,0 25 0,0 0 0,0 0 0,0 0 0,0-25 0,0 25 0,25 0 15,-25 0-15,0-25 0,0 25 0,0 0 0,0 0 0,0-24 0,0 24 0,0 0 0,0 0 0,0 0 16,0-25-16,0 25 15,0 0-15,0 0 0,0 0 0,0 0 0,0 25 0,0-25 0,0 0 16,0 0-16,0 24 0,0-24 0,0 0 0,0 25 0,0-25 0,0 25 16,25-25-16,-25 25 0,0-25 0,0 0 15,0 25-15,0-25 0,0 25 0,0-25 0,25 0 0,-25 24 16,0-24-16,0 0 0,0 25 0,0-25 15,0 0-15,0 0 0,24 0 0,-24 0 0,0 0 0,0 0 16,0 0-16,0 0 0,0 0 0,0 0 0,0 0 0,0-25 16,0 25-16,0 0 0,0-24 0</inkml:trace>
  <inkml:trace contextRef="#ctx0" brushRef="#br0" timeOffset="1.01872E6">7119 14982 0,'0'0'0,"0"0"15,0 0-15,0 0 0,0 0 0,25 0 0,-25 0 16,0 0-16,0 0 0,25 0 0,-25 0 0,0 0 16,24 0-16,-24 0 0,25-25 0,-25 25 15,25 0-15,0 0 0,-25 0 0,25 0 0,-1 0 0,-24 0 0,25 0 16,0 0-16,0 0 0,0 0 0,-25 0 15,24 0-15,1 0 0,0 0 0,-25 0 0</inkml:trace>
  <inkml:trace contextRef="#ctx0" brushRef="#br0" timeOffset="1.01928E6">8434 14957 0,'0'0'0,"0"0"0,0 0 0,0 0 16,0 0-16,0 0 0,0 0 0,0 0 0,0 0 0,0 0 0,0 0 15,0 0-15,0 0 0,0 0 16,0 25-16,0-25 0,0 0 0,0 0 0,0 25 0,0-25 15,0 0-15,0 25 0,0-25 0,0 24 0,0 1 0,0-25 0,0 25 16,24-25-16,-24 25 0,0-25 0,0 25 16,0-1-16,0-24 0,0 25 0,0-25 0,0 25 0,0 0 0,0-25 15,0 25-15,0-25 0,0 24 0,0 1 0,0-25 16,0 25-16,0-25 0,0 25 15,0-25-15,0 25 0,0-25 0,0 0 0,0 25 0,0-25 16,0 0-16,0 24 0,0-24 0,0 0 0,25 0 0,-25 25 0,0-25 16,0 0-16,0 0 0,0 0 0,0 0 0,0 0 15,0 0-15,0 0 0,0 0 0,0 0 0,0 0 0,0 0 16,0 0-16,0-25 0,0 25 0,-25 0 15,25 0-15,0-24 0,0 24 0,0 0 0,0-25 0,0 25 16,0 0-16</inkml:trace>
  <inkml:trace contextRef="#ctx0" brushRef="#br0" timeOffset="1.01965E6">8781 15081 0,'0'0'0,"-25"0"0,25 0 0,0 0 15,0-25-15,0 25 0,0 0 0,0 0 0,0 0 16,-25 0-16,25-24 0,0 24 0,0 0 0,0 0 16,-25 0-16,25 0 0,0 0 0,0 0 0,0-25 0,-24 25 15,24 0-15,0 0 0,0 0 0,-25 0 0,25 0 16,0 0-16,0 0 0,0 25 0,-25-25 15,25 0-15,0 0 0,-25 0 0,25 0 0,0 24 0,-25-24 0,25 0 16,0 25-16,0-25 0,-24 0 0,24 25 0,0-25 16,0 25-16,0-25 0,0 25 0,0-25 0,0 0 15,0 24-15,0-24 0,0 25 0,24-25 47,-24 0-47,0 25 0,0-25 0,25 0 0,-25 25 0,0-25 0,25 0 0,-25 0 0,25 25 0,-25-25 0,25 0 0,-25 0 0,24 24 0,-24-24 0,25 0 0,-25 0 0,25 25 0,-25-25 0,0 0 16,25 0-16,-25 0 0,25 25 0,-25-25 0,0 0 15,24 0-15,-24 0 0,0 25 0,25-25 16,-25 0-16,0 0 0,25 0 0</inkml:trace>
  <inkml:trace contextRef="#ctx0" brushRef="#br0" timeOffset="1.02034E6">9649 14883 0,'0'0'0,"0"0"0,-25-25 0,25 25 0,-25 0 16,25-25-16,-24 25 0,24 0 0,-25-25 0,25 25 0,-25 0 15,25 0-15,0-24 0,-25 24 0,25 0 16,-25 0-16,25-25 0,0 25 0,0 0 0,-24 0 0,24 0 0,0 0 125,-50 25-125,50-25 0,0 0 0,-25 24 15,25-24-15,0 25 0,0-25 0,0 25 0,0-25 0,-25 25 0,25 0 0,0-25 0,0 24 0,0 1 0,0 0 0,0-25 0,0 25 0,0 0 0,0-1 0,0-24 16,0 25-16,0 0 0,0-25 0,0 25 0,0 0 0,0-25 0,25 24 0,-25-24 0,0 0 0,0 25 0,0-25 0,25 25 0,-25-25 0,0 0 0,0 0 0,25 0 0,-25 25 0,0-25 0,0 0 0,25 0 0,-25 0 0,0 0 0,0 0 15,24 0-15,-24 0 0,0 0 0,0 0 0,0 0 16,25 0-16,-25 0 0,0 0 0,0 0 0,0-25 0,0 25 16,0 0-16,25 0 0,-25 0 0,0-25 0,0 25 15,0 0-15,0-25 0,0 25 0,0 0 0,0-24 0,0 24 0,0 0 16,0-25-16,0 25 0,0 0 0,0-25 15,0 25-15,0 0 0,0 0 0,0 0 0,0 0 0,0 0 16,0 0-16,0 0 0,0 25 0,0-25 16,25 0-16,-25 0 0,0 25 0,0-25 0,0 24 0,0-24 15,0 25-15,0-25 0,0 25 0,25 0 0,-25-25 0,0 25 0,0-25 16,0 24-16,0-24 0,0 25 15,0-25-15,0 25 0,24-25 0,-24 0 0,0 0 0,0 25 0,0-25 47,0 0-47,0 0 0,0-25 78,0 25-78,0 0 0,0-25 16,-24 25-16,24-25 0</inkml:trace>
  <inkml:trace contextRef="#ctx0" brushRef="#br0" timeOffset="1.02052E6">9500 15156 0,'0'0'0,"0"0"0,0 0 0,0 0 0,0 0 0,0 0 0,25 0 0,-25 0 0,0 0 0,0 0 0,0 0 0,25 24 0,-25-24 0,25 0 16,-25-24-16,24 24 0,-24 0 0,25 0 0,-25 0 16,25 0-16,0 0 0,-25 0 15,25 0-15,-1 0 0,1-25 0,-25 25 0,25 0 0,-25 0 0,25 0 0,0 0 16,-25 0-16,24-25 0,-24 25 0,0 0 0,25 0 15</inkml:trace>
  <inkml:trace contextRef="#ctx0" brushRef="#br0" timeOffset="1.02092E6">10096 14932 0,'0'-24'16,"0"24"-16,-25 0 0,25 0 0,0 0 0,0 0 16,-25 0-16,25 0 0,0 0 0,0 0 0,0 0 0,0-25 15,0 25-15,0 0 0,0 0 0,0 0 0,0 0 16,0 25-16,0-25 0,0 0 0,0 0 0,0 0 0,25 0 15,-25 0-15,0 24 0,0-24 0,0 25 0,25-25 16,-25 25-16,0-25 0,0 25 0,24-25 0,-24 25 16,0-1-16,0-24 0,25 25 0,-25 0 0,0-25 0,0 25 15,0 0-15,25-25 0,-25 24 16,0 1-16,0-25 0,0 25 0,0-25 0,25 0 0,-25 25 16,0-25-16,0 0 0,0 25 0,0-25 0,25 0 0,-25 0 15,0 0-15,0 0 0,0 0 0,0 0 0,0 0 0,0 0 16,24 0-16,-24-25 0,0 25 0,0 0 0,0-25 15,0 25-15,25-25 0,-25 25 0,0-25 0,0 25 47,0-24-47,0 24 16,0-25-16,25 0 0,-25 25 0,0-25 0,0 0 0,0 25 0,0-24 0,0-1 0,0 25 0,0-25 0,0 0 0,0 25 0,25-25 0,-25 25 0,0 0 0,0-24 0,0 24 0,0 0 0,0 0 0,0-25 0,0 25 15,0 0-15,0 0 0,0 0 0,0 0 16,0 0-16,0 25 0,0-25 0,0 0 0,0 0 16,0 0-16,0 24 0,0-24 0,0 0 0,0 0 0,0 25 0,0-25 15,25 0-15,-25 0 0,0 0 0,0 25 16</inkml:trace>
  <inkml:trace contextRef="#ctx0" brushRef="#br0" timeOffset="1.02124E6">10666 14908 0,'0'0'0,"0"0"16,0 0-16,0 0 0,0 0 0,0 0 0,-25 0 0,25 0 15,0 0-15,0 0 0,0 0 0,0 0 16,0 0-16,0 0 0,0 24 0,0-24 0,0 0 15,0 25-15,0-25 0,0 25 0,0-25 0,0 25 0,0 0 16,25-25-16,-25 24 0,0 1 0,0-25 16,0 25-16,0 0 0,0-25 0,0 25 0,0-1 0,0-24 15,0 25-15,0 0 0,0-25 0,0 25 0,0-25 0,0 25 16,0-25-16,0 24 0,0-24 0,0 0 47,0 25-47,0-25 0,0 0 0,0 25 0,0-25 0,0 0 0,0 0 0,0 0 0,0 0 0,-25 0 0,25 0 15,0 0-15,0 0 0,0 0 0,0 0 0,0-25 0,0 25 0,0 0 0,-25 0 0,25-25 0,0 25 0,0-24 0</inkml:trace>
  <inkml:trace contextRef="#ctx0" brushRef="#br0" timeOffset="1.02147E6">10468 14883 0,'0'0'0,"0"-25"0,0 25 0,24 0 0,-24 0 15,0 0-15,0 0 0,0 0 0,0 0 0,25 0 16,-25 0-16,25 0 0,-25 0 0,25-25 0,-25 25 0,25 0 16,-1 0-16,-24 0 78,25 0-63,0 0-15,0-25 0,-25 25 0,25 0 0,-1 0 0,1 0 0,0-24 0,0 24 0,-25 0 0,25 0 0,-1 0 0,1 0 0,0 0 0,0 0 0,0-25 0,-1 25 16,1 0-16,0 0 0</inkml:trace>
  <inkml:trace contextRef="#ctx0" brushRef="#br0" timeOffset="1.02209E6">11931 15180 0,'0'0'15,"0"0"-15,0 0 0,0 0 0,0 0 0,0 0 0,0-24 0,0 24 16,0 0-16,0 0 0,0 0 0,0 0 16,0 0-16,0 0 0,0-25 0,0 25 0,-25 0 0,25 0 15,0 0-15,0-25 0,0 25 0,0 0 0,0 0 0,-25 0 16,25-25-16,0 25 0,0 0 0,0 0 15,-24 0-15,24 0 0,0 0 0,-25 0 0,25 0 0,0 0 16,-25 0-16,25 0 0,0 0 0,-25 0 0,25 0 0,-25 0 0,25 0 16,0 0-16,-24 0 0,24 25 0,-25-25 156,50 298-141,-1-273-15,-24-25 0,0 0 0,25 0 0,-25 24 0,25-24 0,-25 0 0,0 0 0,25 0 0,-25 0 0,0 0 0,25 0 0,-25 0 0,24 0 0,-24 0 0,0 0 0,25-24 0,-25 24 0,25 0 0,-25 0 0,25-25 0,0 25 0,-25 0 0,24 0 0,-24-25 0,25 25 0,0 0 0,-25-25 0,25 25 0,-25 0 0,25 0 0,-1-25 0</inkml:trace>
  <inkml:trace contextRef="#ctx0" brushRef="#br0" timeOffset="1.02289E6">12303 15230 0,'0'0'0,"-25"0"0,25 0 0,0 0 0,0 0 16,-24 0-16,24-25 0,0 25 0,-25 0 0,25 0 15,0 0-15,-25 0 0,25-25 0,-25 25 0,25 0 16,0 0-16,-25 0 0,25 0 0,0 0 16,-25 0-16,25 0 0,0 0 0,0 0 0,-24 0 0,24 0 0,0 0 15,0 25-15,0-25 0,0 0 0,0 0 0,0 25 16,0-25-16,0 0 0,0 25 0,0-25 0,0 25 0,0-25 15,0 24-15,0-24 0,0 25 0,0-25 16,0 0-16,0 25 0,24-25 0,-24 25 0,0-25 0,0 25 0,25-25 16,-25 0-16,0 25 0,0-25 0,25 0 15,-25 24-15,0-24 0,0 0 0,25 0 0,-25 25 0,0-25 16,0 0-16,25 0 0,-25 0 0,0 0 0,0 0 15,25 0-15,-25 0 0,0 0 0,0 0 0,0 0 0,24 0 16,-24 0-16,0 0 0,0-25 0,0 25 0,25 0 16,-25 0-16,0-24 0,0 24 0,0 0 0,0-25 0,0 25 15,0 0-15,25-25 0,-25 25 0,0 0 16,0-25-16,0 25 0,0 0 0,0-25 0,0 25 0,0 0 15,0 0-15,0-25 0,0 25 0,0 0 0,-25-24 0,25 24 16,0 0-16,0 0 0,0 0 0,0-25 0,0 25 16,0 0-16,0 0 0,0-25 0,0 25 0,0 0 0,25 0 0,-25 0 15,0-25-15,0 25 0,0 0 16,0 0-16,0 0 0,0 0 0,0 0 0,0 0 15,0 0-15,25 0 0,-25 0 0,0 0 0,0 0 0,0 25 0,0-25 0,25 0 16,-25 0-16,0 0 0,0 25 0,0-25 0,24 0 16,-24 0-16,0 25 0,0-25 0,25 0 15,-25 24-15,0-24 0,0 0 0,25 25 0,-25-25 0,0 0 0,0 25 16,0-25-16,0 0 0,0 25 0,0-25 15,0 0-15,0 25 0,0-25 0,0 0 0,0 25 0,0-25 47,0 49 78,0-49-125,0 0 0,0 0 0,0-25 0,0 25 0,0 0 0,0-24 0,0 24 0,0 0 0,0-25 0,0 25 0,0-25 0,25 25 0,-25-25 0,0 25 0,0-25 0,0 25 0,25-25 0,-25 25 0,0 0 0,0-24 16,24 24-16,-24-25 0,0 25 0,0 0 0,25 0 0,-25-25 0,0 25 0,25 0 0,-25 0 0,0 0 0,25 0 0,-25 0 0,0 0 0,25 0 0,-25 0 0,0 0 0,24 0 0,-24 0 0,0 25 0,0-25 15,25 0-15,-25 0 0,0 25 0,0-25 0,25 0 0,-25 24 16,0-24-16,0 25 0,0-25 0,0 25 15,25-25-15,-25 0 0,0 25 0,0-25 0,0 25 0,0-25 0,0 25 16,0-25-16,25 0 0,-25 24 16,0-24-16,0 0 0,0 0 0,0 25 0,0-25 0,24 0 0,-24 0 15,0 0-15,0 0 0,0 0 0,0 0 0,0 0 0,25 0 16,-25-25-16,0 25 0,0 0 0</inkml:trace>
  <inkml:trace contextRef="#ctx0" brushRef="#br0" timeOffset="1.02393E6">13767 15180 0,'0'0'15,"0"0"-15,0 0 0,0 0 0,-25 0 0,25 0 16,0 0-16,0 0 0,-25-24 0,25 24 0,0 0 0,0 0 16,-25 0-16,25 0 0,0 0 0,0 0 15,0 0-15,-25 0 0,25 0 0,0-25 0,0 25 0,0 0 16,-24 0-16,24 0 0,0 0 0,0 0 0,0 25 0,-25-25 0,25 0 15,0 0-15,0 0 0,0 24 0,-25-24 16,25 0-16,0 25 0,0-25 0,0 0 0,0 25 0,0-25 0,0 25 16,0-25-16,0 25 0,0-25 0,0 0 15,0 24-15,25-24 0,-25 25 0,0-25 0,0 25 0,0-25 16,25 0-16,-25 25 0,0-25 0,24 0 15,-24 25-15,0-25 0,25 0 0,-25 0 0,0 25 0,25-25 16,-25 0-16,0 0 0,0 0 0,25 0 0,-25 0 0,0 0 16,25 0-16,-25 0 0,0 0 0,24 0 93,-24 0-93,0 0 0,25 0 31,50-25-31,-75 0 16,0 25-16,24 0 0,-24-25 0,0 25 0,0 0 0,25-25 0,-25 25 0,0 0 0,0-25 0,0 25 0,0 0 0,0-24 0,0 24 0,0 0 0,0-25 0,0 25 16,0 0-16,0-25 0,0 25 0,0 0 0,0-25 0,0 25 0,0 0 0,0-25 0,0 25 0,0 0 0,0 0 15,0-24-15,0 24 0,-25 0 0,25 0 0,0-25 0,0 25 0,0 0 0,0 0 0,0 0 0,0 0 0,0 0 0,0 0 0,0 0 0,0 0 0,0 25 0,0-25 0,0 0 16,0 0-16,0 24 0,0-24 0,0 0 0,0 25 0,0-25 0,0 25 0,0-25 15,0 25-15,0-25 0,0 0 0,0 25 0,0-25 16,25 24-16,-25-24 0,0 25 0,0-25 0,0 25 16,0-25-16,0 0 0,0 25 0,0-25 0,25 25 0,-25-25 0,0 0 15,0 25-15,0-25 0,25 0 0,-25 0 16,0 0-16,0 24 0,0-24 0,0 0 0,25 0 0,-25 0 0,0 0 15,0 0-15,24 0 0,-24 0 0,0 0 16,25-24-16,-25 24 0,0 0 0,25 0 0,-25 0 16,0-25-16,0 25 0,25 0 0,-25-25 0,0 25 0,0 0 0,25-25 15,-25 25-15,0 0 0,0-25 0,0 25 0,0-25 0,0 25 16,0 0-16,24-24 0,-24 24 0,0-25 15,0 25-15,0 0 0,0-25 0,0 25 0,0 0 0,0 0 47,0-25 47,-24 25-94,24 0 0,0 0 0,0 0 0,0 25 0,0-25 0,0 0 0,0 0 0,0 25 0,0-25 0,0 0 0,0 25 0,0-25 0,0 0 0,0 24 0,0-24 0,0 25 0,0-25 0,0 0 0,24 25 0,-24-25 0,0 0 0,0 25 0,0-25 0,0 0 0,0 0 0,0 25 0,0-25 0,0 0 0,0 0 0,25 25 0,-25-25 0,0 0 0,0 0 0,0 0 0,0 0 0,25 0 0,-25 0 15,0 0-15,0 0 0,25 0 0,-25 0 16,0 0-16,0 0 0,25-25 0,-25 25 0</inkml:trace>
  <inkml:trace contextRef="#ctx0" brushRef="#br0" timeOffset="1.0244E6">14486 15280 0,'0'0'0,"0"-25"0,0 25 0,0 0 15,0 0-15,-25 0 0,25-25 0,0 25 0,0 0 0,-25 0 16,25 0-16,0 0 0,0 0 0,-24 0 0,24 0 15,0 0-15,0 0 0,-25 0 0,25 0 0,0 0 16,0 0-16,0 0 0,-25 0 0,25 0 0,0 0 0,0 25 16,0-25-16,-25 0 0,25 0 0,0 0 0,0 0 15,0 0-15,0 25 0,0-25 0,0 0 0,0 0 0,0 24 16,0-24-16,0 0 0,0 25 0,0-25 0,0 0 15,0 25-15,25-25 0,-25 0 156,50 99-156,-50-99 0,24 0 0,-24 0 0,0 0 0,0 0 16,25-24-16,-25 24 0,0 0 0,25 0 0,-25-25 0,0 25 0,0 0 0,0-25 0,25 25 0,-25 0 0,0-25 0,0 25 0,0 0 0,0 0 0,25-25 0,-25 25 0,0 0 0,0 0 0,0 0 0,0 0 0,0 0 0,0 0 0,0 0 0,0 0 0,0 25 0,0-25 0,0 0 0,0 0 0,0 25 0,0-25 0,0 0 0,0 25 0,0-25 16,0 0-16,0 25 0,0-25 15,0 24-15,0-24 0,24 0 0,-24 25 0,0-25 0,0 0 0,0 0 16,0 0-16,0 25 0,0-25 0,0 0 0,0 0 0,0 0 15,0 0-15,25 0 0,-25 0 0,0-25 0,0 25 0,0 0 16,0 0-16,0-25 0,0 25 0,0-24 16</inkml:trace>
  <inkml:trace contextRef="#ctx0" brushRef="#br0" timeOffset="1.02473E6">14610 14759 0,'0'0'47,"0"0"-47,25 0 0,-25 0 0,0 0 0,0 0 125,149 74-125,-149-49 0,0-25 0,0 0 0,0 25 0,-25-25 0,25 0 0,-25 25 16,25-25-16,0 0 0,-25 24 0,0-24 0,25 25 0,-24-25 0,24 25 0,-25-25 0,0 25 0,25-25 0</inkml:trace>
  <inkml:trace contextRef="#ctx0" brushRef="#br0" timeOffset="1.02523E6">15627 14784 0,'0'0'0,"0"0"0,0 0 47,0 0-47,0 0 0,0 0 0,0 0 15,0 0-15,0 0 0,-25 0 0,25 0 0,0 0 0,0 0 0,0 0 0,0 0 0,0 24 0,0-24 0,0 0 0,25 0 0,-25 25 0,0-25 0,0 25 0,0-25 0,0 25 0,0-25 0,0 25 16,0-1-16,0-24 0,0 25 0,0 0 15,0-25-15,0 25 0,25 0 0,-25-1 0,0-24 0,0 25 0,0 0 16,0-25-16,0 25 0,-25 0 0,25-25 16,0 24-16,0-24 0,0 25 0,0-25 0,0 25 15,0-25-15,0 0 0,0 25 0,0-25 0,0 0 0,0 0 0,0 25 16,0-25-16,0 0 0,0 0 0,0 24 0,0-24 0,0 0 15,0 0-15,0 0 0,0 0 0,0 0 16,-25 0-16,25 0 0,0 0 0,0 0 0,0 0 0,0 0 16,0 0-16,0 0 0,0 0 0,0 0 0,0 0 15,0 0-15,0 0 0,0 0 0,0-24 16,0 24-16,0 0 0,0 0 0,0-25 0,0 25 0</inkml:trace>
  <inkml:trace contextRef="#ctx0" brushRef="#br0" timeOffset="1.02578E6">15627 14858 0,'0'0'0,"25"0"0,-25 0 0,0 0 16,0 0-16,0 0 0,0 0 0,0 0 0,25 0 15,-25 0-15,0-25 0,24 25 0,-24 0 0,0 0 16,25 0-16,-25 0 0,25 0 0,-25 0 0,0 0 0,25 0 15,-25 0-15,25 0 0,-25 25 0,24-25 0,-24 0 16,25 0-16,-25 0 0,25 0 0,-25 25 0,0-25 0,0 0 16,25 25-16,-25-25 0,0 0 0,0 24 0,0-24 15,0 25-15,0-25 0,0 0 0,0 25 0,0-25 0,0 25 16,0-25-16,0 0 0,-25 25 0,25-25 15,0 24-15,0-24 0,-25 25 0,25-25 0,0 25 16,-25-25-16,25 0 0,0 25 0,-24-25 0,24 25 0,0-25 16,-25 0-16,25 0 0,0 24 0,0-24 0,-25 0 0,25 0 15,0 0-15,0 25 0,0-25 16,0 0-16,0 0 0,0 0 0,0 0 0,0 0 0,0 0 15,0 0-15,0 0 0,0 0 0,0 0 0,0 0 0,0 0 0,0 0 16,0 0 62,149 75 0,-124-75-78,-25 0 0,0 24 0,24-24 0,-24 0 0,0 0 16,25 25-16,-25-25 0,25 0 0,-25 0 0,25 0 0,-25 0 0,0 25 0,25-25 0,-25 0 0,0 0 0,24 0 0,-24 0 0,0 0 0,25 0 0,-25 0 0,0 0 15,25 0-15,-25 0 0,0 0 0,25 0 0,-25 0 0,0 0 0,0 0 0,0 0 16,0 0-16,25 0 0,-25 0 0,0 0 0,0 0 0</inkml:trace>
  <inkml:trace contextRef="#ctx0" brushRef="#br0" timeOffset="1.02632E6">16321 14759 0,'0'0'0,"0"0"0,0 0 0,0 0 0,0 0 16,0 0-16,-24 0 0,24 0 0,0-25 0,0 25 0,0 0 16,0 0-16,0 0 0,0 0 0,0 0 0,0 0 15,0 0-15,0 0 0,0 0 0,0 0 0,0 0 16,0 0-16,0 0 0,0 0 0,0 0 0,0 25 15,0-25-15,0 0 0,0 0 0,0 0 0,0 0 0,-25 0 16,25 0-16,0 0 0,0 25 0,0-25 0,-25 0 0,25 0 0,0 0 16,0 0-16,0 24 0,-25-24 15,25 0-15,0 0 0,-25 25 0,25-25 0,0 0 0,0 0 16,-24 0-16,24 25 0,0-25 0,0 0 0,0 0 0,0 0 0,0 25 15,-25-25-15,25 0 16,0 0-16,0 0 0,0 0 0,0 0 0,0 0 0,0 0 0,0 0 16,0 0-16,0 25 0,0-25 0,0 0 0,0 0 0,0 0 15,0 0-15,0 0 0,0 0 0,0 0 0,25 0 0,-25 0 16,0 0-16,0 0 0,0 0 0,24 0 0,-24 0 15,0 0-15,0 0 0,25 0 0,-25 0 0,25 0 0,-25 0 16,0 0-16,25 0 0,-25 0 0,25 0 16,-25 0-16,0 0 0,24 0 0,-24 24 0,0-24 15,25 0-15,-25 0 0,25 0 0,-25 0 0,0 0 0,25 0 0,-25 0 16,0 0-16,0 0 0,25 0 0,-25 0 0,0 0 15,0 0-15,25 0 0,-25 0 0,0 0 0,0 0 0,0-24 16,24 24-16,-24 0 0,0 0 0,0 0 16,0 0-16,0 0 0,0 0 0,0 0 0,0 0 0,0 0 0,0 0 15,0 0-15,0 0 0,0 0 16,25 0-16,-25 0 0,0 0 0,0 0 0,0 0 0,0 0 15,0-25-15</inkml:trace>
  <inkml:trace contextRef="#ctx0" brushRef="#br0" timeOffset="1.02674E6">16470 14734 0,'0'0'0,"0"-25"0,0 25 0,-24 0 16,24 0-16,0 0 0,0 0 0,0 0 0,0 0 15,0 0-15,0 0 0,0 0 0,0 0 0,24 0 0,-24 0 16,0 0-16,0 25 0,0-25 0,0 25 0,0-25 15,0 0-15,0 25 0,0-1 0,0-24 0,0 25 0,0-25 16,0 25-16,0-25 0,0 25 0,0-25 0,0 25 16,0-25-16,0 24 0,0-24 0,0 25 0,0 0 15,0-25-15,0 25 0,0-25 0,0 25 0,0-25 0,0 24 16,0-24-16,-24 25 0,24-25 0,0 0 0,0 25 15,0-25-15,0 0 0,0 25 78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07:19.71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2729 1935 0,'0'0'0,"0"0"15,0 0-15,0 0 0,0 0 0,0 0 0,0 0 16,0 0-16,0-25 0,0 25 0,0 0 0,0 0 0,24 0 15,-24 0-15,0 0 0,0 0 0,0-25 0,0 25 0,0 0 16,0 0-16,0 0 0,0 0 0,0 0 0,0 0 16,0 0-16,0 0 0,0 0 0,0 0 0,0 0 0,0 0 15,0 0-15,0 0 0,0 0 0,0 0 0,0 0 0,0 0 16,0 0-16,0 0 0,0 0 0,0 0 0,0 0 15,0 0-15,0 0 0,0 0 0,0 0 0,0 0 0,0 0 16,0 0-16,0 0 0,0 0 0,0 0 0,0 0 0,0 0 16,0 0-16,0 0 0,0 0 0,0 0 0,0 0 15,0 0-15,0 0 0,0 0 0,0 0 0,0 0 0,0 0 16,0 0-16,0 0 0,0 0 0,0 0 0,0 0 0,0 0 15,0-25-15,0 25 0,-24 0 0,24 0 0,0 0 16,0 0-16,0 0 0,0 0 0,0 0 0,-25 25 0,25-25 0,0 0 16,0 0-16,0 0 0,-25 0 0,25 0 0,0 25 15,0-25-15,-25 0 0,25 0 0,0 25 0,-25-25 16,25 0-16,0 25 0,-25-25 0,25 0 0,0 24 0,-24-24 15,24 25-15,0-25 0,-25 0 0,25 25 0,0-25 0,0 0 16,-25 25-16,25-25 0,0 0 0,-25 25 0,25-25 0,0 0 16,0 24-16,-25-24 0,25 0 0,0 25 0,0-25 15,-24 0-15,24 0 0,0 25 0,0-25 0,0 0 0,0 0 16,0 0-16,0 0 0,0 0 0,0 0 0,0 0 15,0 0-15,0 0 0,0 0 0,0 0 0,0 0 0,0 0 16,0 0-16,0 0 0,0 0 0,0 0 0,0-25 0,0 25 16,0 0-16,0 0 0,0 0 0,0-25 0,0 25 15,0 0-15,0-24 0,0 24 0,0 0 0</inkml:trace>
  <inkml:trace contextRef="#ctx0" brushRef="#br0" timeOffset="291.0166">2456 1885 0,'0'0'0,"0"0"0,0 0 15,0 0-15,0 0 0,0 0 0,0 0 0,0 0 0,0 0 16,0 0-16,0 0 0,0 0 0,0 0 0,0 0 16,0 0-16,0 0 0,0 0 0,0 0 0,0 0 0,0 0 15,0 0-15,0 0 0,0 0 0,24 0 0,-24 0 0,0 0 16,0 0-16,0 0 0,0 0 0,0 0 0,25 0 15,-25 25-15,0-25 0,0 0 0,0 25 0,0-25 0,0 0 16,25 25-16,-25-25 0,0 24 0,0-24 0,0 0 16,25 25-16,-25-25 0,0 25 0,0-25 0,0 0 0,25 25 15,-25-25-15,0 0 0,0 0 0,0 25 0,0-25 0,24 0 16,-24 24-16,0-24 0,0 0 0,0 0 0,25 0 0,-25 25 15,0-25-15,0 0 0,0 0 0,0 0 0,0 0 0,0 25 16,25-25-16,-25 0 0,0 0 0,0 0 0,0 0 16,0 0-16,0 0 0,0 0 0,0 0 0,0 0 15,0 0-15,0 0 0,0 0 0,0 0 0,0-25 0,0 25 16,0 0-16</inkml:trace>
  <inkml:trace contextRef="#ctx0" brushRef="#br0" timeOffset="573.0327">2332 2084 0,'0'0'0,"0"0"16,-25 0-16,25 0 0,0 0 0,0 0 0,-25 0 15,25 0-15,0 0 0,0 0 0,0 0 0,0 0 0,0 0 16,0 0-16,0-25 0,0 25 0,0 0 0,0 0 15,0 0-15,0 0 0,0 0 0,0 0 0,25 0 0,-25 0 16,0 0-16,25 0 0,-25 0 0,0 0 0,24 0 0,-24 0 16,25 0-16,-25 0 0,25 0 0,-25 0 0,0 0 0,25 0 15,-25 0-15,25 0 0,-25 0 0,24 0 0,-24 0 0,25 0 16,-25 0-16,0 0 0,25 0 0,-25 0 0,25 25 15,-25-25-15,25 0 0,-25 0 0,24 0 0,-24 0 0,0 0 16,25 0-16,-25 0 0,25-25 0,-25 25 0,25 0 0,-25 0 16</inkml:trace>
  <inkml:trace contextRef="#ctx0" brushRef="#br0" timeOffset="1392.0796">2753 1712 0,'0'0'15,"0"0"-15,-24 0 0,24 0 0,0-25 0,-25 25 0,25 0 0,0 0 16,-25 0-16,25 0 0,0-25 0,-25 25 0,25 0 15,0 0-15,-25 0 0,25 0 0,-25 0 0,25 0 0,0-25 16,-24 25-16,24 0 0,0 0 0,-25 0 0,25 0 0,0 0 16,0 0-16,-25 0 0,25 0 0,0 0 0,-25 0 15,25 0-15,0 0 0,0 0 0,-25 0 0,25 0 0,0 0 16,-24 0-16,24 0 0,0 25 0,-25-25 0,25 0 0,0 0 15,-25 0-15,25 0 0,-25 0 0,25 0 0,0 25 16,0-25-16,-25 0 0,25 0 0,0 0 0,-24 0 0,24 25 0,0-25 16,0 0-16,-25 0 0,25 24 0,0-24 0,0 0 15,-25 0-15,25 0 0,0 25 0,0-25 0,0 0 0,-25 25 16,25-25-16,0 0 0,0 0 0,0 25 0,0-25 0,-25 0 15,25 25-15,0-25 0,0 0 0,0 24 0,0-24 16,0 0-16,0 25 0,-24-25 0,24 0 0,0 25 0,0-25 16,0 0-16,0 25 0,0-25 0,0 25 0,0-25 0,0 0 15,0 24-15,0-24 0,24 25 0,-24 0 0,0-25 0,0 25 16,0-25-16,0 25 0,0-25 0,0 24 0,0-24 15,0 25-15,25-25 0,-25 25 0,0-25 0,0 0 0,0 25 16,0-25-16,25 25 0,-25-25 0,0 24 0,25-24 16,-25 25-16,0-25 0,0 0 0,25 25 0,-25-25 0,0 0 15,24 0-15,-24 25 0,25-25 0,-25 0 0,0 25 0,25-25 16,-25 0-16,25 0 0,0 24 0,-25-24 0,24 0 0,-24 0 15,25 0-15,-25 0 0,25 0 0,0 0 0,-25 0 16,25 0-16,-1 0 0,-24 0 0,25 0 0,-25 0 0,25 0 16,0 0-16,-25 0 0,25-24 0,-25 24 0,25 0 15,-1 0-15,-24 0 0,25-25 0,-25 25 0,0 0 0,25 0 16,-25-25-16,25 25 0,-25 0 0,0-25 0,25 25 15,-25-25-15,0 25 0,0 0 0,24-24 0,-24 24 0,0-25 16,0 25-16,0-25 0,25 0 0,-25 25 0,0-25 0,0 25 16,0-24-16,0-1 0,0 25 0,-25-25 0,25 25 15,0-25-15,0 0 0,0 25 0,0-24 0,0-1 0,0 25 16,0-25-16,-24 0 0,24 25 0,0-25 0,0 25 0,0-24 15,0 24-15,0 0 0,-25-25 0,25 25 0,0 0 0,0 0 16,0 0-16,0 0 0,-25 0 0,25 0 0,0 0 0,0 0 16,0 0-16,0 0 0,-25 0 0,25 0 0,0 0 15,0 0-15,0 0 0,0 0 0,-25 0 0,25 0 16,0 0-16,0 25 0,0-25 0,0 0 0,0 0 0</inkml:trace>
  <inkml:trace contextRef="#ctx0" brushRef="#br0" timeOffset="2188.1252">3944 1736 0,'0'-24'0,"0"24"0,0 0 16,0 0-16,0 0 0,0 0 0,0 0 0,0 0 15,0 0-15,0 0 0,0-25 0,0 25 0,0 0 0,0 0 16,0 0-16,0 0 0,-25 0 0,25 0 0,0-25 0,0 25 15,0 0-15,0 0 0,0 0 0,0 0 0,0-25 16,-25 25-16,25 0 0,0 0 0,0 0 0,0 0 0,0 0 16,0 0-16,-24 0 0,24 0 0,0 0 0,0 0 15,-25 0-15,25 0 0,0 0 0,0 0 0,-25 0 0,25 0 16,0 0-16,-25 25 0,25-25 0,0 0 0,-25 0 0,25 0 15,0 0-15,0 25 0,-24-25 0,24 0 0,0 25 16,-25-25-16,25 24 0,0-24 0,0 0 0,0 25 0,-25-25 16,25 25-16,0 0 0,0-25 0,0 25 0,0-25 15,0 24-15,0 1 0,0-25 0,0 25 0,0-25 0,0 25 16,0 0-16,0-25 0,0 24 0,0-24 0,0 25 15,25-25-15,-25 25 0,0-25 0,0 0 0,25 25 0,-25-25 16,0 0-16,24 25 0,-24-25 0,0 0 0,25 0 16,-25 0-16,25 24 0,-25-24 0,0 0 0,25 0 0,-25 0 15,25 0-15,-25 0 0,24 0 0,-24 0 0,25 0 0,-25-24 16,25 24-16,-25 0 0,25 0 0,-25-25 0,0 25 15,25 0-15,-25-25 0,0 25 0,24 0 0</inkml:trace>
  <inkml:trace contextRef="#ctx0" brushRef="#br0" timeOffset="3484.1993">4043 1984 0,'0'0'0,"0"0"0,0-24 0,0 24 16,0 0-16,0 0 0,0 0 0,0 0 0,0 0 15,0 0-15,0 0 0,0 0 0,0-25 0,25 25 0,-25 0 16,0-25-16,0 25 0,0 0 0,25 0 0,-25-25 0,0 25 15,25 0-15,-25 0 0,0 0 0,24-25 0,-24 25 16,0 0-16,25-24 0,-25 24 0,25 0 0,-25-25 0,0 25 16,25 0-16,-25-25 0,25 25 0,-25-25 0,0 25 0,24-25 15,-24 25-15,0 0 0,25-24 0,-25 24 0,0-25 16,0 25-16,0 0 0,25-25 0,-25 25 0,0 0 15,0-25-15,0 25 0,0 0 0,0-25 0,0 25 0,0 0 16,0-25-16,0 25 0,0 0 0,0-24 0,0 24 0,0 0 16,0 0-16,-25-25 0,25 25 0,0 0 0,0 0 0,0 0 15,0-25-15,0 25 0,-25 0 0,25 0 0,0 0 16,0 0-16,0 0 0,-24 0 0,24 0 0,0 0 0,0 0 15,-25 0-15,25 0 0,0 0 0,0 0 0,0 0 16,0 0-16,-25 0 0,25 0 0,0 0 0,0 0 0,0 25 16,0-25-16,0 0 0,0 0 0,0 0 0,0 0 0,-25 25 15,25-25-15,0 0 0,0 24 0,0-24 0,0 0 16,0 25-16,0 0 0,0-25 0,0 25 0,0-25 0,0 25 15,0-25-15,0 25 0,0-25 0,25 24 0,-25-24 16,0 25-16,0-25 0,0 25 0,0-25 0,0 25 0,0-25 16,0 25-16,0-25 0,0 24 0,-25-24 0,25 25 0,0-25 15,0 25-15,0-25 0,0 25 0,0-25 0,0 25 16,0-1-16,0-24 0,0 25 0,0-25 0,0 0 15,0 25-15,0-25 0,0 25 0,0-25 0,0 0 0,0 25 16,0-25-16,0 0 0,0 0 0,0 0 0,0 0 0,0 24 16,0-24-16,0 0 0,0 0 0,0 0 0,0 0 15,0 0-15,0 0 0,0 0 0,0 0 0,0 0 16,0 0-16,0 0 0,25-24 0,-25 24 0,0 0 0,0 0 15,0 0-15,0-25 0,25 25 0,-25 0 0,0 0 0,25-25 16,-25 25-16,0 0 0,24-25 0,-24 25 0,0-25 0,25 25 16,-25 0-16,0-24 0,25 24 0,-25 0 0,0-25 15,0 25-15,25 0 0,-25 0 0,0 0 0,0 0 0,25-25 16,-25 25-16,0 0 0,0 0 0,0 0 0,0 0 15,24 0-15,-24 0 0,0 0 0,0 0 0,0 0 0,0 0 16,0 0-16,0 0 0,0 0 0,0 0 0,0 0 0,0 0 16,0 0-16,0 25 0,0-25 0,0 0 0,0 0 15,0 25-15,0-25 0,0 0 0,-24 24 0,24-24 16,0 25-16,0-25 0,0 25 0,0-25 0,0 0 0,0 25 15,0-25-15,0 25 0,0-25 0,0 0 0,24 24 16,-24-24-16,0 0 0,0 0 0,0 0 0,0 0 0,0 25 16,0-25-16,0 0 0,0 0 0,25 0 0,-25 25 0,0-25 15,0 0-15,0 0 0,0 0 0,25 0 0,-25 0 16,0 0-16,25 0 0,-25 0 0,0 0 0,25-25 0,-25 25 15,24 0-15,-24 0 0,25-25 0,-25 25 0,25 0 16,-25 0-16,25-24 0,-25 24 0,0-25 0,25 25 16,-25 0-16,0-25 0,24 25 0,-24 0 0,0-25 0,0 25 15,0 0-15,25-25 0,-25 25 0,0 0 0,0-24 0,0 24 16,0 0-16,0-25 0,0 25 0,0 0 0,0 0 15,0 0-15,0 0 0,0-25 0,0 25 0,0 0 0,0 0 16,0 0-16,0 0 0,0 0 0,0 0 0,0 0 16,0 0-16,0 0 0,0 0 0,0 0 0,0 0 0,0 0 15,0 0-15,0 25 0,0-25 0,0 0 0,0 0 0,0 0 16,0 0-16,0 25 0,-25-25 0,25 0 0,0 0 15,0 24-15,0-24 0,0 0 0,0 25 0,0-25 0,0 25 16,0-25-16,0 0 0,0 25 0,0-25 0,0 0 0,0 25 16,0-25-16,0 0 0,25 0 0,-25 24 0,0-24 15,0 0-15,0 0 0,0 25 0,0-25 0,0 0 16,0 0-16,0 0 0,25 0 0,-25 0 0,0 0 0,0 0 15,0 0-15,0 0 0,25 0 0,-25 0 0,0 0 16,0 0-16,0 0 0,25 0 0,-25 0 0,0 0 0,0-25 16,24 25-16,-24 0 0,0 0 0,0-24 0,25 24 15,-25 0-15,0-25 0,25 25 0,-25-25 0,0 25 0,0 0 16,0-25-16,25 25 0,-25-25 0,0 25 0,0-24 0,25 24 15,-25-25-15,0 25 0,0-25 0,0 25 0,0 0 16,0 0-16,0-25 0,0 25 0,0 0 0,0 0 0,0 0 16,0 0-16,0 0 0,0 0 0,0 25 0,0-25 15,0 0-15,0 0 0,0 0 0,0 25 0,0-25 0,0 0 16,0 0-16,0 25 0,0-25 0,-25 0 0,25 0 15,0 24-15,0-24 0,0 0 0,0 25 0,0-25 0,0 0 16,0 25-16,0-25 0,-25 0 0,25 25 0,0-25 0,0 0 16,0 25-16,0-25 0,0 24 0,0-24 0,0 0 15,0 25-15,0-25 0,0 0 0,25 25 0,-25-25 0,0 0 16,0 0-16,0 25 0,0-25 0,0 0 0,0 0 15,25 0-15,-25 0 0,0 0 0,0 0 0,25 0 16,-25 0-16,0 0 0,24 0 0,-24 0 0,25-25 0,-25 25 0,0 0 16,25 0-16,-25-25 0,25 25 0,-25 0 15,0-25-15,25 25 0,-25 0 0,0-24 0,0 24 0</inkml:trace>
  <inkml:trace contextRef="#ctx0" brushRef="#br0" timeOffset="3916.224">5110 1910 0,'0'0'0,"0"0"0,0 0 0,0 0 0,0 0 15,0 0-15,0 0 0,0 0 0,0 0 0,0 0 16,0 0-16,0 0 0,0 0 0,0 0 0,0 25 0,0-25 15,0 0-15,0 0 0,0 0 0,0 25 0,0-25 0,0 0 16,0 24-16,0-24 0,0 25 0,0-25 0,0 0 16,0 25-16,0-25 0,-25 25 0,25-25 0,0 0 15,0 25-15,0-25 0,0 0 0,0 24 0,0-24 0,0 0 16,0 25-16,0-25 0,0 0 0,0 25 0,0-25 0,0 0 15,0 0-15,0 0 0,0 0 0,0 0 0,0 0 16,0 0-16,0 0 0,0 0 0,0 0 0,25 0 16,-25 0-16,0-25 0,0 25 0,0 0 0,0 0 15,25-25-15,-25 25 0,0 0 0,0-24 0,24 24 0,-24-25 0,0 25 16,0-25-16,25 25 0,-25-25 0,0 25 0,25-25 15,-25 25-15,0 0 0,25-24 0,-25 24 0,0 0 0,25-25 16,-25 25-16,0 0 0,24 0 0,-24-25 0,0 25 16,25 0-16,-25 0 0,0 0 0,0 0 0,0 0 0,25 0 15,-25 25-15,0-25 0,0 0 0,0 0 0,0 25 0,0-25 16,0 0-16,0 0 0,0 24 0,0-24 0,0 0 15,0 25-15,0-25 0,-25 0 0,25 25 0,0-25 0,0 0 16,0 25-16,0-25 0,0 0 0,0 25 0,0-25 16,0 0-16,0 24 0,0-24 0,0 0 0,0 0 0,0 0 15,0 25-15,0-25 0,0 0 0,0 0 0,0 0 16,0 0-16,0 0 0,0 0 0,25 25 0,-25-50 0,0 25 15,0 0-15,25 0 0,-25 0 0,25 0 0,-25 0 16,24-25-16,-24 25 0,25 0 0</inkml:trace>
  <inkml:trace contextRef="#ctx0" brushRef="#br0" timeOffset="4446.2542">5631 1860 0,'0'0'0,"0"0"16,0 0-16,-25 0 0,25 0 0,0 0 0,0 0 15,0 0-15,-25 0 0,25 0 0,0 0 0,0 0 0,-25 0 16,25 25-16,0-25 0,0 0 0,0 0 0,-25 0 15,25 0-15,0 25 0,0-25 0,0 0 0,0 25 0,0-25 16,-24 25-16,24-25 0,0 24 0,0-24 0,0 25 16,0-25-16,0 0 0,0 25 0,0-25 0,0 25 0,0-25 15,0 0-15,0 25 0,24-25 0,-24 0 0,0 0 16,0 24-16,0-24 0,0 0 0,0 0 0,25 0 0,-25 0 15,0 0-15,0 25 0,0-25 0,0 0 0,0 0 16,25 0-16,-25 0 0,0-25 0,0 25 0,0 0 0,25 0 16,-25 0-16,0 0 0,0 0 0,0 0 0,0-24 15,0 24-15,0 0 0,25-25 0,-25 25 0,0 0 0,0-25 16,0 25-16,0-25 0,0 25 0,0 0 0,24-25 15,-24 25-15,0 0 0,0-24 0,0 24 0,0 0 0,0 0 0,0 0 16,0 0-16,0 0 0,0 0 0,0 0 0,0 0 16,0 0-16,-24 0 0,24 24 0,0-24 0,0 25 0,0-25 15,0 25-15,0-25 0,0 25 0,0 0 0,0-25 16,0 24-16,0 1 0,0-25 0,0 25 0,-25 0 0,25 0 15,0-1-15,0-24 0,0 25 0,0 0 0,0 0 16,0 0-16,0-25 0,-25 24 0,25 1 0,0 0 16,0-25-16,0 25 0,0 0 0,0-25 0,0 24 0,0-24 15,0 25-15,-25-25 0,25 25 0,0-25 0,0 0 16,0 25-16,0-25 0,0 0 0,0 0 0,0 0 0,-25 25 15,25-25-15,0 0 0,0 0 0,0 0 0,0 0 0,0 0 16,-24 0-16,24 0 0,0 0 0,0 0 0,0 0 16,-25 0-16,25 0 0,0 0 0,0 0 0,0 0 0,-25 0 15,25 0-15,0 0 0,0 0 0,-25-25 0,25 25 16,0 0-16,0 0 0,0-25 0,-25 25 0,25-25 15,0 25-15,-24-25 0,24 25 0</inkml:trace>
  <inkml:trace contextRef="#ctx0" brushRef="#br0" timeOffset="4808.275">4812 1612 0,'0'0'0,"0"0"0,0 0 0,0-25 15,0 25-15,0 0 0,0 0 0,0 0 0,0 0 0,0-24 16,0 24-16,0 0 0,0 0 0,0 0 0,25 0 16,-25 0-16,0 0 0,0 0 0,25 0 0,-25 0 0,0 0 15,25 0-15,-25 0 0,0 0 0,0 0 0,24 0 16,-24 0-16,0 0 0,0 24 0,0-24 0,0 0 0,25 0 15,-25 0-15,0 25 0,0-25 0,0 0 0,-25 25 0,25-25 16,0 0-16,0 25 0,0-25 0,0 0 0,-24 25 16,24-25-16,0 0 0,0 0 0,-25 25 0,25-25 15,0 0-15,0 0 0,-25 24 0,25-24 0,0 0 0</inkml:trace>
  <inkml:trace contextRef="#ctx0" brushRef="#br0" timeOffset="5045.2886">5209 1265 0,'25'0'0,"-25"0"0,0-25 0,25 25 0,-25 0 0,0 0 16,0 0-16,0 0 0,24 0 0,-24 0 0,0 0 0,0 0 15,0 0-15,0 25 0,-24-25 0,24 0 0,0 0 0,0 25 16,0-25-16,0 25 0,-25-25 0,25 24 0,0-24 16,0 25-16,-25 0 0,25-25 0,0 25 0,0-25 0,-25 25 15,25-25-15,0 24 0,0-24 0,0 25 0</inkml:trace>
  <inkml:trace contextRef="#ctx0" brushRef="#br0" timeOffset="6006.3436">6499 1687 0,'0'0'0,"0"0"0,0 0 0,0 0 0,0 0 0,0 0 16,0 0-16,0 0 0,0 0 0,0 0 0,0 0 0,0 0 15,0 25-15,0-25 0,0 0 0,0 0 0,0 24 0,0-24 16,0 0-16,0 25 0,0-25 0,0 25 0,0-25 15,0 25-15,0-25 0,0 25 0,0-25 0,0 24 0,0-24 16,0 25-16,0-25 0,0 0 0,0 25 0,0-25 16,0 0-16,0 25 0,0-25 0,0 0 0,0 25 0,0-25 15,0 0-15,0 24 0,-25-24 0,25 0 0,0 0 0,0 25 16,0-25-16,0 0 0,0 0 0,0 0 0,0 25 15,0-25-15,0 0 0,0 0 0,0 0 0,0 0 0,0 0 16,0 0-16,0-25 0,0 25 0,0 0 0,0 0 16,0 0-16,0 0 0,0-25 0,0 25 0,0 0 0,0-24 15,0 24-15,0 0 0,25-25 0,-25 25 0,0-25 16,0 25-16,25-25 0,-25 0 0,0 25 0,0 0 0,24-24 15,-24 24-15,0-25 0,25 25 0,-25-25 0,0 25 16,25-25-16,-25 25 0,0 0 0,25-25 0,-25 25 0,0 0 16,25 0-16,-25 0 0,0 0 0,0 0 0,24 0 15,-24 0-15,0 0 0,0 0 0,25 25 0,-25-25 0,0 0 16,0 25-16,0-25 0,0 0 0,0 25 0,25-25 0,-25 0 15,0 25-15,0-25 0,0 0 0,0 24 0,0-24 16,-25 25-16,25-25 0,0 25 0,0-25 0,0 25 0,0-25 16,0 0-16,-25 25 0,25-25 0,0 0 0,0 0 15,0 24-15,0-24 0,0 0 0,0 0 0,0 0 0,0 0 16,0 25-16,0-25 0,0 0 0,0 0 0,0 0 15,-24 0-15,24 0 0,0 0 0,0 0 0,0 0 0,0 0 16,0 0-16,24 0 0,-24 0 0,0 0 0,0-25 0,0 25 16,0 0-16,25-24 0,-25 24 0,0 0 0,0-25 0,25 25 15,-25-25-15,0 25 0,0 0 0,25-25 0,-25 25 16,0-25-16,25 25 0,-25-24 0,0 24 0,24 0 0,-24-25 15,0 25-15,25 0 0,-25 0 0,0 0 0,25-25 16,-25 25-16,0 0 0,25 0 0,-25 0 0,0 0 0,0 0 16,0 0-16,25 25 0,-25-25 0,0 0 0,0 0 15,0 25-15,0-25 0,0 0 0,0 0 0,0 24 0,0-24 16,0 25-16,0-25 0,0 25 0,0-25 0,0 0 0,0 25 15,0-25-15,0 25 0,-25-25 0,25 0 0,0 24 16,0-24-16,0 0 0,0 0 0,0 25 0,0-25 0,0 0 16,0 0-16,0 25 0,0-25 0,0 0 0,0 0 0,0 0 15,0 0-15,0 0 0,0 25 0,0-25 0,25 0 16,-25 0-16,0 0 0,0 0 0,25 0 0,-25 0 15,0-25-15,24 25 0,-24 0 0</inkml:trace>
  <inkml:trace contextRef="#ctx0" brushRef="#br0" timeOffset="6698.3832">7169 1736 0,'0'0'0,"0"0"16,0 0-16,0 0 0,0 0 0,0 0 0,0 0 15,0 0-15,0 0 0,0 0 0,0 25 0,0-25 0,0 0 16,0 0-16,0 0 0,0 0 0,0 25 0,0-25 15,-25 0-15,25 0 0,0 25 0,0-25 0,0 0 0,0 25 16,0-25-16,0 24 0,0-24 0,0 0 0,0 25 0,0-25 16,0 25-16,0-25 0,0 25 0,0-25 0,0 0 15,0 25-15,0-25 0,0 24 0,0-24 0,0 0 0,0 25 16,0-25-16,0 0 0,0 0 0,0 25 0,0-25 15,25 0-15,-25 0 0,0 0 0,0 0 0,0 0 0,0 0 16,24 0-16,-24 0 0,0 0 0,0 0 0,25 0 16,-25 0-16,0-25 0,25 25 0,-25 0 0,0 0 0,25 0 15,-25-25-15,0 25 0,25 0 0,-25-24 0,0 24 16,0 0-16,24-25 0,-24 25 0,0-25 0,0 25 0,0-25 15,25 25-15,-25 0 0,0-25 0,0 25 0,0-24 0,0 24 16,0 0-16,0-25 0,0 25 0,25 0 0,-25-25 16,0 25-16,0 0 0,0 0 0,0 0 0,0-25 0,0 25 15,0 0-15,0 0 0,0 0 0,0 0 0,0 0 0,0 25 16,0-25-16,0 0 0,0 0 15,0 0-15,0 25 0,0-25 0,0 0 0,0 25 0,0-25 0,-25 24 0,25-24 16,0 0-16,0 25 0,0-25 0,0 25 0,0-25 16,0 0-16,0 25 0,0-25 0,0 0 0,0 25 0,0-25 15,0 0-15,0 24 0,0-24 0,0 0 0,0 0 0,0 25 16,0-25-16,0 0 0,0 0 0,0 0 0,0 0 15,0 0-15,0 0 0,0 0 0,0 0 0,0 0 0,0 0 16,0 0-16,0 0 0,0 0 0,25 0 0,-25 0 16,0-25-16,0 25 0,25 0 0,-25-24 0,0 24 0,0 0 15,25-25-15,-25 25 0,0-25 0,24 25 0,-24-25 16,25 25-16,-25 0 0,0-25 0,0 25 0,25 0 0,-25-24 15,0 24-15,0 0 0,0 0 0,25 0 0,-25 0 0,0 0 16,0 0-16,0 0 0,0 0 0,0 0 0,0 24 16,0-24-16,-25 0 0,25 0 0,0 25 0,0-25 0,0 25 15,0-25-15,0 0 0,0 25 0,0-25 0,-25 25 16,25-25-16,0 0 0,0 24 0,0-24 0,0 0 0,0 25 15,0-25-15,0 0 0,0 0 0,0 25 0,0-25 0,0 0 16,0 0-16,0 0 0,0 25 0,0-25 0,25 0 16,-25 0-16,0 0 0,0 0 0,0 0 0,25 0 0,-25 0 15,0 0-15,25 0 0,-25 0 0,24-25 0,-24 25 16,25 0-16,-25-25 0,25 25 0,-25 0 0,25 0 0</inkml:trace>
  <inkml:trace contextRef="#ctx0" brushRef="#br0" timeOffset="7306.4179">7714 1712 0,'0'0'0,"0"0"0,-25 0 16,25 0-16,0 0 0,0 0 0,0 0 0,0 0 15,0 0-15,0 0 0,0-25 0,0 25 0,0 0 0,0 0 16,0 0-16,0 0 0,0 0 0,25-25 0,-25 25 0,0 0 15,0 0-15,25-25 0,-25 25 0,25 0 0,-25-25 0,25 25 16,-25 0-16,24-25 0,-24 25 0,25 0 16,-25-24-16,25 24 0,-25-25 0,25 25 0,-25 0 0,25-25 0,-25 25 15,24 0-15,-24-25 0,25 25 0,-25 0 0,25-25 16,-25 25-16,0-24 0,0 24 0,25 0 0,-25-25 0,0 25 15,0-25-15,0 25 0,0 0 0,0-25 0,0 25 0,0 0 16,0-25-16,-25 25 0,25 0 0,0 0 16,0 0-16,-25-24 0,25 24 0,0 0 0,-25 0 0,25 0 15,0 0-15,-24 0 0,24 0 0,0 0 0,-25 24 0,25-24 16,0 0-16,0 0 0,0 0 0,-25 0 0,25 0 0,0 25 15,0-25-15,0 0 0,0 0 0,-25 0 0,25 25 16,0-25-16,0 0 0,0 0 0,0 0 0,0 25 16,0-25-16,0 25 0,0-25 0,-25 24 0,25-24 0,0 25 15,0-25-15,0 25 0,0 0 0,0 0 0,0-25 0,0 24 16,0 1-16,0 0 0,0-25 0,0 25 0,-24 0 0,24-25 15,0 25-15,0-1 0,0-24 0,0 25 0,0-25 16,-25 25-16,25 0 0,0-25 0,0 25 0,0-25 0,0 24 16,0-24-16,0 0 0,0 25 0,0-25 0,0 0 15,0 0-15,0 0 0,0 0 0,0 0 0,0 0 0,0 0 16,0 0-16,0 0 0,0 0 0,25 0 0,-25 0 15,0 0-15,0 0 0,24 0 0,-24 0 0,0-25 0,25 25 16,-25 0-16,25 0 0,-25 0 0,0 0 0,25-24 16,-25 24-16,0 0 0,0 0 0,25 0 0,-25 0 0,0 0 15,0 0-15,0 0 0,0 24 0,0-24 0,0 0 0,0 0 16,0 25-16,0-25 0,0 25 0,0-25 0,0 25 0,-25-25 15,25 25-15,0-25 0,0 24 0,0-24 0,-25 25 16,25-25-16,0 25 0,0-25 0,-25 0 0,25 25 16,0-25-16,0 0 0,0 25 0,-25-25 0,25 0 0,0 0 15,0 0-15,0 0 0,0 0 0,0-25 0,0 25 0</inkml:trace>
  <inkml:trace contextRef="#ctx0" brushRef="#br0" timeOffset="7479.4278">7590 1389 0,'0'0'0,"0"0"16,0 0-16,-25 0 0,25 0 0,0-25 0,0 25 0,0 0 15,25 0-15,-25 0 0,0 0 0,0 0 0,0 0 0,0 0 16,0 0-16,0 0 0,0 0 0,0 0 0,0 0 15</inkml:trace>
  <inkml:trace contextRef="#ctx0" brushRef="#br0" timeOffset="8789.5028">9054 1687 0,'0'0'0,"0"0"0,0 0 0,0 0 0,0 0 0,0 0 16,0 0-16,0 0 0,0 25 0,0-25 0,0 0 15,0 0-15,0 24 0,0-24 0,0 0 0,0 0 16,0 25-16,0-25 0,0 25 0,0-25 0,0 25 0,0-25 15,0 25-15,0-25 0,0 24 0,0-24 0,0 25 0,0-25 16,0 25-16,0-25 0,0 25 0,-25-25 0,25 0 16,0 25-16,0-25 0,0 24 0,0-24 0,0 0 0,0 0 15,0 25-15,0-25 0,0 0 0,0 0 0,0 0 16,0 0-16,0 0 0,0 0 0,0 0 0,0 0 0,0 0 15,0 0-15,0 0 0,0 0 0,0 0 0,0 0 0,0-25 16,0 25-16,0 0 0,25 0 0,-25-24 0,0 24 16,0-25-16,0 25 0,25 0 0,-25-25 0,0 25 0,24-25 15,-24 25-15,0-25 0,25 25 0,-25-24 0,0-1 16,25 25-16,-25 0 0,25-25 0,-25 25 0,25-25 0,-25 25 15,0 0-15,24-25 0,-24 25 0,0 0 0,25 0 0,-25 0 16,0 0-16,0 0 0,25 0 0,-25 0 0,0 0 16,0 0-16,0 0 0,0 25 0,0-25 0,25 0 0,-25 0 15,0 25-15,0-25 0,0 0 0,0 25 0,0-25 16,-25 25-16,25-25 0,0 0 0,0 24 0,0-24 0,0 25 15,0-25-15,0 25 0,0-25 0,0 25 0,0-25 0,0 0 16,0 25-16,0-25 0,0 0 0,-25 24 0,25-24 16,0 0-16,0 25 0,0-25 0,0 0 0,0 0 0,0 0 15,0 0-15,0 0 0,0 0 0,0 0 0,25 0 16,-25 0-16,0-25 0,0 25 0,0 0 0,0 0 0,0 0 15,0 0-15,25 0 0,-25 0 0,0-24 0,0 24 0,25 0 16,-25-25-16,0 25 0,24-25 0,-24 25 0,25-25 16,-25 25-16,0-25 0,25 25 0,-25-24 0,0 24 0,25-25 15,-25 25-15,0-25 0,25 25 0,-25 0 0,0 0 16,24-25-16,-24 25 0,0 0 0,0 0 0,0 0 0,25 0 15,-25 0-15,0 0 0,0 0 0,0 0 0,0 0 0,0 0 16,0 0-16,0 0 0,0 0 0,-25 25 0,25-25 16,0 0-16,0 0 0,0 0 0,0 0 0,0 25 0,0-25 15,0 0-15,0 25 0,0-25 0,0 0 0,0 24 16,0-24-16,0 25 0,0-25 0,0 0 0,0 25 0,0-25 15,0 25-15,0-25 0,0 0 0,0 25 0,0-25 0,0 24 16,0-24-16,0 25 0,0-25 0,0 0 0,0 25 16,0-25-16,0 0 0,0 25 0,0-25 0,0 0 0,0 0 15,0 0-15,0 0 0,0 0 0,0 0 0,25 0 16,-25 0-16,0 0 0,0 0 0,0 0 0,25 0 15,-25 0-15,0 0 0,25 0 0,-25-25 0,0 25 0,25 0 16,-25 0-16,24-25 0,-24 25 0,0 0 0,25-25 0,-25 25 16,0-24-16,25 24 0,-25-25 0,0 25 0,0-25 15,25 25-15,-25 0 0,0-25 0,0 25 0,0-25 0,0 25 16,0 0-16,0 0 0,25-24 0,-25 24 0,0 0 0,0 0 15,0 0-15,0 0 0,0 0 0,0 0 0,0 0 16,0 0-16,0 0 0,0 0 0,-25 0 0,25 0 0,0 0 16,0 0-16,0 0 0,0 24 0,0-24 0,-25 0 15,25 25-15,0-25 0,0 0 0,0 25 0,0-25 0,0 0 16,0 25-16,0-25 0,0 25 0,0-25 0,0 0 0,0 24 15,0-24-15,0 0 0,0 25 0,0-25 0,0 0 16,0 25-16,0-25 0,0 0 0,0 25 0,25-25 0,-25 0 16,0 0-16,0 25 0,0-25 0,25 0 0,-25 0 15,0 0-15,24 0 0,-24-25 0,25 25 0,-25 0 0,0 0 16,25-25-16,-25 25 0,25-25 0,-25 25 0,0 0 0,0-25 15,25 25-15,-25-24 0,0 24 0,0-25 0,0 25 16,0-25-16,0 25 0,0-25 0,0 25 0,0-25 0,0 25 16,0-24-16,0 24 0,0-25 0,-25 25 0,25 0 15,0-25-15,0 25 0,0 0 0,-25 0 0,25-25 0,0 25 16,0 0-16,0 0 0,0 0 0,0 0 0,-25 0 0,25 0 15,0 0-15,0 25 0,0-25 0,0 0 0,-25 0 16,25 0-16,0 0 0,0 0 0,0 0 0,0 25 16,0-25-16,0 0 0,0 0 0,0 0 0,0 0 0,0 0 15,0 0-15,0 0 0,25 0 0,-25 0 0,0 0 16</inkml:trace>
  <inkml:trace contextRef="#ctx0" brushRef="#br0" timeOffset="9100.5205">10145 1439 0,'-25'0'0,"25"0"0,0 0 0,0 0 0,0 0 16,0 0-16,0 24 0,0-24 0,0 0 0,0 0 0,0 0 15,0 0-15,-24 25 0,24-25 0,0 0 0,0 25 0,0-25 16,0 25-16,0-25 0,0 25 0,0-1 0,0-24 16,0 25-16,0 0 0,0 0 0,0-25 0,-25 25 0,25 0 15,0-1-15,0-24 0,0 25 0,0 0 0,0-25 16,0 25-16,0 0 0,0-25 0,0 24 0,0-24 0,-25 25 15,25-25-15,0 25 0,0-25 0,0 25 0,0-25 0,0 25 16,0-25-16,0 0 0,0 0 0,0 24 0,0-24 16,0 0-16,0 0 0,0 0 0,0 0 0,0 0 0,0 0 15,0 0-15,0 0 0,0-24 0,0 24 0,0-25 16</inkml:trace>
  <inkml:trace contextRef="#ctx0" brushRef="#br0" timeOffset="9263.5299">10046 1811 0,'0'0'0,"0"0"15,0 0-15,0 0 0,0 0 0,0 0 0,0 0 16,0 0-16,0 0 0,0 0 0,0 0 0,0 0 0,25 0 15,-25 0-15,0-25 0,25 25 0,-25 0 0,0 0 0,24 0 16,-24 0-16,25 0 0,-25 0 0,0 0 0,0-25 16,25 25-16,-25 0 0,0 0 0,25 0 0,-25 0 0,0-25 15,0 25-15,0 0 0,0 0 0,0-24 0,0 24 16,0 0-16,0 0 0</inkml:trace>
  <inkml:trace contextRef="#ctx0" brushRef="#br0" timeOffset="9464.5414">9649 1513 0,'0'0'16,"0"0"-16,0-25 0,0 25 0,0 0 0,25 0 16,-25 0-16,0-25 0,25 25 0,-25 0 0,24 0 0,-24 0 15,25 0-15,-25 0 0,25 0 0,-25-24 0,25 24 16,0 0-16,-25 0 0,24 0 0,-24 24 0,25-24 0,-25 0 15,25 0-15,-25 0 0,25 25 0,-25-25 0,0 25 0,0-25 16,0 25-16,25-25 0,-25 25 0,-25-1 0,25-24 16,0 25-16</inkml:trace>
  <inkml:trace contextRef="#ctx0" brushRef="#br0" timeOffset="9629.5507">9699 2332 0,'0'0'0,"0"24"0,0-24 15,0 0-15,0 25 0,0-25 0,0 0 0,-25 0 16,25 0-16,0 0 0,0 0 0,0 0 0,0 0 0,0 0 15,0 0-15,0 0 0,0 0 0,0 0 0,0 0 0,0 0 16,0 0-16,0-25 0,0 25 0,0 0 0,25 0 16,-25-24-16,0 24 0,0 0 0,24-25 0</inkml:trace>
  <inkml:trace contextRef="#ctx0" brushRef="#br0" timeOffset="10847.6205">10939 2034 0,'0'0'0,"0"0"0,0 0 0,-25 0 0,25 0 0,0 0 16,0 0-16,0 0 0,0 0 0,0-25 0,25 25 16,-25 0-16,0 0 0,0 0 0,0-25 0,0 25 0,25 0 15,-25 0-15,0-24 0,24 24 0,-24 0 0,25 0 16,-25-25-16,25 25 0,0 0 0,-25-25 0,25 25 0,-1 0 15,-24-25-15,25 25 0,0-25 0,0 25 0,0-24 0,-25 24 16,25-25-16,-1 25 0,1-25 0,0 25 0,-25-25 16,25 25-16,0-25 0,-1 25 0,-24-24 0,25 24 0,-25-25 15,25 25-15,-25-25 0,0 25 0,0-25 0,25 25 16,-25 0-16,0-25 0,0 25 0,0-25 0,0 25 0,0 0 15,-25-24-15,25 24 0,0 0 0,0-25 0,0 25 0,0 0 16,-25-25-16,25 25 0,0 0 0,0 0 0,-25 0 16,25 0-16,0-25 0,0 25 0,-24 0 0,24 0 0,0 0 15,0 0-15,-25 0 0,25 0 0,0 0 0,0 0 16,0 0-16,0 0 0,0 0 0,0 0 0,-25 0 0,25 0 15,0 0-15,0 25 0,0-25 0,0 0 0,0 25 0,0-25 16,0 25-16,0-25 0,-25 24 0,25 1 0,0 0 16,0-25-16,0 25 0,0 0 0,0 0 0,0-25 0,0 24 15,0 1-15,0 0 0,0-25 0,0 25 0,-25 0 16,25-1-16,0-24 0,0 25 0,0 0 0,0 0 0,0-25 15,0 25-15,0-1 0,0-24 0,0 25 0,0-25 16,-24 25-16,24-25 0,0 25 0,0-25 0,0 25 0,0-25 16,0 0-16,0 0 0,0 0 0,0 24 0,0-24 0,0 0 15,0 0-15,0 0 0,0 0 0,0 0 0,0 0 16,0 0-16,24-24 0,-24 24 0,0 0 0,0 0 0,25 0 15,-25-25-15,25 25 0,-25 0 0,0-25 0,25 25 16,-25-25-16,25 25 0,-25-25 0,24 25 0,-24 0 0,25-24 16,-25 24-16,25-25 0,-25 25 0,0 0 0,25-25 15,-25 25-15,0 0 0,25-25 0,-25 25 0,0 0 0,0 0 16,0 0-16,24 0 0,-24 0 0,0 0 0,0 0 15,0 0-15,0 0 0,0 0 0,0 0 0,0 0 0,0 0 16,-24 0-16,24 0 0,0 0 0,0 0 0,0 0 0,0 0 16,0 25-16,0-25 0,0 0 0,0 0 0,0 25 15,0-25-15,0 0 0,0 25 0,0-25 0,0 0 0,0 24 16,0-24-16,0 0 0,0 25 0,0-25 0,0 0 15,0 25-15,0-25 0,24 0 0,-24 25 0,0-25 0,0 0 16,0 25-16,0-25 0,0 0 0,0 0 0,25 0 16,-25 0-16,0 0 0,0 0 0,0 0 0,25 0 0,-25 0 15,25 0-15,-25 0 0,0 0 0,25 0 0,-25 0 16,24-25-16,-24 25 0,25 0 0,-25 0 0,0-25 0,25 25 15,-25 0-15,25-25 0,-25 25 0,0 0 0,25-25 0,-25 25 16,0-24-16,24 24 0,-24-25 0,0 25 0,0 0 16,25-25-16,-25 25 0,0 0 0,0-25 0,0 25 0,0 0 15,0 0-15,0 0 0,0 0 0,0 0 0,0 0 16,0 0-16,0 0 0,0 0 0,0 0 0,0 0 0,0 0 15,0 0-15,0 0 0,0 0 0,-25 0 0,25 0 0,0 0 16,0 25-16,0-25 0,0 0 0,-24 0 0,24 25 16,0-25-16,0 0 0,0 25 0,0-25 0,0 0 0,0 24 15,0-24-15,0 25 0,0-25 0,0 25 0,0-25 16,0 0-16,0 25 0,0-25 0,0 25 0,0-25 0,0 0 15,0 0-15,0 24 0,0-24 0,0 0 0,0 0 16,24 25-16,-24-25 0,0 0 0,0 0 0,25 0 0,-25-25 16,0 25-16,25 0 0,-25 0 0,0 0 0,25-24 15,-25 24-15,0-25 0,25 25 0,-25 0 0,0-25 16,0 25-16,0-25 0,24 25 0,-24-25 0,0 25 0,0-24 15,0 24-15,0-25 0,0 0 0,0 25 0,0-25 0,0 25 16,0-25-16,0 25 0,0-24 0,0 24 0,0 0 0,0-25 16,0 25-16,-24 0 0,24 0 0,0-25 0,0 25 15,0 0-15,0 0 0,0 25 0,0-25 0,0 0 16,0 0-16,-25 0 0,25 25 0,0-25 0,0 0 0,-25 24 15,25-24-15,0 25 0,-25-25 0,25 25 0,0-25 0</inkml:trace>
  <inkml:trace contextRef="#ctx0" brushRef="#br0" timeOffset="11008.6297">11683 2431 0,'0'0'0,"0"25"0,0-25 0,0 0 0,0 0 16,0 0-16,0 0 0,0 0 0,0 0 0,0 0 15,0 0-15,0 0 0,0 0 0,0 0 0,0 0 0,0 0 16,0 0-16,0 0 0,0 0 0,0 0 0,0 0 15,0 0-15,25 0 0,-25-25 0,0 25 0,0 0 0,0-25 16</inkml:trace>
  <inkml:trace contextRef="#ctx0" brushRef="#br0" timeOffset="11641.6657">12774 1786 0,'0'0'0,"0"0"0,0 0 0,0 0 0,0 0 16,0 0-16,0 0 0,0 0 0,0 0 0,0 0 0,0 0 16,0 25-16,0-25 0,0 0 0,0 0 0,0 0 15,0 0-15,0 0 0,0 0 0,0 25 0,0-25 0,25 0 16,-25 0-16,0 24 0,0-24 0,0 25 0,25-25 0,-25 25 15,0 0-15,0-25 0,0 25 0,0-25 0,25 24 16,-25-24-16,0 25 0,0-25 0,0 25 0,0-25 0,0 25 16,25-25-16,-25 0 0,0 25 0,0-25 0,0 0 15,0 0-15,24 24 0,-24-24 0,0 0 0,0 0 0,0 0 16,0 0-16,25 0 0,-25 0 0,0 0 0,0 0 15,0 0-15,25 0 0,-25 0 0,0-24 0,25 24 16,-25 0-16,0-25 0,25 25 0,-25 0 0,0-25 0,24 25 16,-24-25-16,0 25 0,25-25 0,-25 25 0,0-24 0,25-1 15,-25 25-15,0-25 0,25 25 0,-25-25 0,0 25 16,0-25-16,0 25 0,25 0 0,-25-24 0,0 24 0,0 0 15,0 0-15,0 0 0,0 0 0,24 0 0,-24 0 16,0 0-16,0-25 0,0 25 0,0 0 0,0 0 0</inkml:trace>
  <inkml:trace contextRef="#ctx0" brushRef="#br0" timeOffset="12066.6902">13295 1984 0,'0'0'0,"0"0"0,0 0 16,0 0-16,0 0 0,0 0 0,0 0 0,25 0 0,-25 0 15,0 0-15,0 0 0,0 0 0,0 0 0,0 0 16,25-24-16,-25 24 0,0 0 0,25 0 0,-25 0 0,25 0 16,-25-25-16,0 25 0,24 0 0,-24 0 0,25 0 0,-25-25 15,0 25-15,25 0 0,-25-25 0,0 25 0,0 0 16,25 0-16,-25-25 0,0 25 0,0 0 0,0 0 0,0 0 15,0 0-15,0 0 0,0 0 0,0 0 0,0-24 16,0 24-16,0 0 0,-25 0 0,25 0 0,0-25 0,0 25 16,0 0-16,-25 0 0,25 0 0,0 0 0,0 0 0,-25 0 15,25 0-15,0 0 0,0 0 0,-24 0 0,24 0 16,0 0-16,0 0 0,-25 0 0,25 25 0,0-25 0,0 0 15,-25 0-15,25 0 0,0 0 0,0 24 0,0-24 16,-25 0-16,25 0 0,0 25 0,0-25 0,0 0 0,0 25 16,0-25-16,0 0 0,0 25 0,0-25 0,0 0 0,0 25 15,0-25-15,0 24 0,0-24 0,0 25 0,0-25 16,0 25-16,25-25 0,-25 0 0,0 25 0,0-25 0,0 25 15,25-25-15,-25 0 0,0 24 0,0-24 0,25 0 16,-25 25-16,24-25 0,-24 0 0,0 0 0,25 0 0,-25 0 16,25 0-16,0 0 0,-25 0 0,25 0 0,-1 0 15,-24 0-15,25 0 0,0 0 0,0-25 0,0 25 0,-25 0 16</inkml:trace>
  <inkml:trace contextRef="#ctx0" brushRef="#br0" timeOffset="12391.7088">13965 1960 0,'0'-25'0,"0"25"0,0 0 0,0-25 15,0 25-15,0 0 0,0 0 0,0-25 0,-25 25 0,25 0 16,0 0-16,0 0 0,0 0 0,0 0 0,-25 0 16,25 0-16,0-25 0,0 25 0,-24 0 0,24 0 0,0 0 15,0 0-15,0 0 0,-25 0 0,25 0 0,0 0 16,0 0-16,-25 0 0,25 25 0,0-25 0,-25 0 0,25 0 15,0 0-15,0 25 0,-25-25 0,25 0 0,0 25 0,0-25 16,0 0-16,-24 0 0,24 25 0,0-25 0,0 24 16,0-24-16,0 25 0,0-25 0,0 25 0,0-25 0,24 25 15,-24-25-15,0 25 0,0-25 0,0 24 0,0-24 16,25 0-16,-25 25 0,0-25 0,25 0 0,-25 25 0,0-25 15,25 0-15,-25 0 0,25 0 0,-25 0 0,24 0 16,-24 0-16,25 0 0,-25 0 0,25 0 0,0-25 0,-25 25 16,25 0-16,-1 0 0,-24-25 0,25 25 0,0 0 15,0-24-15,-25 24 0,25-25 0,-1 25 0,1-25 0,0 25 16,-25-25-16,25 0 0,0 25 0,-1-24 0,-24-1 0</inkml:trace>
  <inkml:trace contextRef="#ctx0" brushRef="#br0" timeOffset="12633.7226">14461 1612 0,'-25'0'0,"25"0"0,0 0 0,0 0 0,0 0 0,0 0 15,0-25-15,0 25 0,0 25 0,0-25 0,0 0 16,0 0-16,0 0 0,0 0 0,-24 25 0,24-25 0,0 0 16,0 25-16,0-25 0,0 25 0,0-25 0,0 25 15,0-1-15,0-24 0,0 25 0,0-25 0,0 25 0,-25 0 16,25-25-16,0 25 0,0-1 0,0-24 0,0 25 0,0 0 15,0-25-15,0 25 0,0 0 0,0-25 0,-25 24 16,25-24-16,0 25 0,0-25 0,0 25 0,0 0 16,0-25-16,0 0 0,0 25 0,0-25 0,0 24 0,0-24 15,-25 0-15,25 0 0,0 0 0,0 0 0,0 0 16,0 0-16,0 0 0,0 0 0,0 0 0,0 0 0,0 0 15,0 0-15,0 0 0</inkml:trace>
  <inkml:trace contextRef="#ctx0" brushRef="#br0" timeOffset="13058.7469">14287 1935 0,'0'0'0,"0"0"0,0 0 15,0 0-15,0-25 0,0 25 0,25 0 0,-25 0 16,0 0-16,0 0 0,0 0 0,0 0 0,25-25 0,-25 25 16,0 0-16,0 0 0,0 0 0,25 0 0,-25 0 0,0 0 15,25 0-15,-25 0 0,0 0 0,25 0 0,-25 0 16,0 0-16,0 0 0,24 0 0,-24 0 0,0 25 0,0-25 15,0 0-15,25 0 0,-25 25 0,0-25 0,0 0 16,0 25-16,0-25 0,0 0 0,0 24 0,-25-24 0,25 0 16,0 25-16,0-25 0,0 0 0,0 25 0,0-25 0,0 25 15,0-25-15,0 0 0,25 25 0,-25-25 0,0 0 16,0 24-16,0-24 0,0 0 0,0 0 0,0 25 15,0-25-15,0 0 0,0 0 0,25 0 0,-25 0 0,0 0 16,25 0-16,-25 25 0,0-50 0,25 25 0,-25 0 0,24 0 16,-24 0-16,25 0 0,-25 0 0,25 0 0,-25-25 15,25 25-15,-25 0 0,25-24 0,-25 24 0,24 0 16,-24-25-16,25 25 0,-25-25 0,0 25 0,0-25 0,0 25 15,25-25-15,-25 25 0,0-24 0,0 24 0,0-25 0,0 25 16,0-25-16,0 25 0,0-25 0,-25 25 0,25-25 16,0 25-16,0 0 0,0 0 0,0-24 0,0 24 0,-25 0 15,25 0-15,0 0 0,0 0 0,0 0 0,-24 0 16,24 0-16,0 0 0,0 0 0,0 0 0,-25 0 0,25 0 15,0 0-15,0 0 0,0 0 0,0 0 0,0 0 0,-25 0 16,25 0-16,0 0 0,0 0 0,0 0 0,0 0 16,0 0-16,0 0 0,0 0 0,0-25 0</inkml:trace>
  <inkml:trace contextRef="#ctx0" brushRef="#br0" timeOffset="13270.7591">14709 1587 0,'0'0'0,"0"0"0,0 0 0,0-24 16,0 24-16,0 0 0,0 0 0,25 0 0,-25 0 0,0 0 15,0 0-15,25 0 0,-25 0 0,0 0 0,25 0 16,-25 24-16,0-24 0,24 0 0,-24 0 0,0 0 0,25 25 16,-25-25-16,25 0 0,-25 0 0,0 0 0,0 25 0,25-25 15,-25 0-15,0 0 0,0 0 0,-25 25 0,25-25 16,0 0-16,-25 25 0,25-25 0,-25 0 0,1 25 0,24-25 15,-25 0-15,0 24 0,0-24 0,0 0 0,-24 25 16,24-25-16,0 25 0</inkml:trace>
  <inkml:trace contextRef="#ctx0" brushRef="#br0" timeOffset="14033.8027">15726 1960 0,'0'0'0,"0"0"0,0 0 0,0 0 16,0 0-16,0 0 0,0 0 0,0 0 0,0 0 0,0 0 15,0-25-15,0 25 0,0 0 0,0 0 0,25 0 16,-25-25-16,0 25 0,25 0 0,-25 0 0,25 0 0,-25-25 16,24 25-16,1-25 0,-25 25 0,25 0 0,0-24 15,-25 24-15,25-25 0,-1 25 0,1-25 0,0 25 0,0-25 16,0 0-16,-1 25 0,1-24 0,0-1 0,0 25 0,0-25 15,-25 0-15,24 25 0,1-25 0,-25 25 0,25-25 16,-25 25-16,25-24 0,-25 24 0,0-25 0,25 25 16,-25-25-16,0 25 0,0 0 0,0-25 0,0 25 0,0 0 15,0-25-15,0 25 0,0 0 0,0-24 0,-25 24 0,25 0 16,0 0-16,0-25 0,-25 25 0,25 0 0,0 0 0,-25-25 15,25 25-15,0 0 0,-25 0 0,25 0 0,0 0 16,-24 0-16,24 0 0,0 0 0,0 0 0,-25 0 0,25 0 16,0 0-16,0 0 0,0 0 0,-25 0 0,25 0 15,0 25-15,0-25 0,0 0 0,0 0 0,0 0 0,-25 25 16,25-25-16,0 24 0,0-24 0,0 25 0,0 0 0,0-25 15,0 25-15,0 0 0,-25-25 0,25 24 0,0 1 16,0 0-16,0 0 0,0-25 0,-24 25 0,24 0 0,0-1 16,0 1-16,0-25 0,-25 25 0,25 0 0,0-25 15,0 25-15,0-1 0,0-24 0,0 25 0,-25 0 0,25-25 16,0 25-16,0-25 0,0 25 0,0-25 0,0 24 0,-25-24 15,25 25-15,0-25 0,0 0 0,0 0 0,0 25 16,0-25-16,0 0 0,25 0 0,-25 0 0,0 0 16,0 0-16,0 0 0,25 0 0,-25 0 0,25 0 0,-25 0 15,24 0-15,-24-25 0,25 25 0,-25 0 0,25 0 0,0-25 16,-25 25-16,25-24 0,-1 24 0,-24 0 0,25-25 0</inkml:trace>
  <inkml:trace contextRef="#ctx0" brushRef="#br0" timeOffset="14395.8234">16272 1910 0,'25'-25'16,"-25"25"-16,0 0 0,24 0 0,-24 0 0,0 0 16,0-25-16,25 25 0,-25 0 0,0 0 0,0 0 0,0 0 15,0 0-15,0 0 0,0-24 0,0 24 0,0 0 0,0 0 16,0 0-16,0 0 0,0-25 0,0 25 0,0 0 0,0 0 15,-25 0-15,25 0 0,0 0 0,0 25 0,0-25 16,0 0-16,-24 0 0,24 0 0,0 0 0,0 24 0,-25-24 16,25 0-16,0 0 0,0 0 0,-25 25 0,25-25 15,0 0-15,-25 25 0,25-25 0,0 0 0,0 25 0,-25-25 16,25 0-16,0 25 0,0-25 0,0 0 0,0 24 0,0-24 15,0 0-15,0 25 0,0-25 0,0 0 0,0 25 16,0-25-16,0 0 0,0 0 0,0 0 0,25 0 16,-25 0-16,0 25 0,0-25 0,0 0 0,0 0 0,25 0 15,-25 0-15,0 0 0,0-25 0,25 25 0,-25 0 0,0 0 16,0 0-16,25 0 0,-25 0 0,0-25 0,0 25 15,0 0-15,24 0 0,-24-25 0,0 25 0,0 0 0,0 0 16,25 0-16,-25 0 0,0-24 0,0 24 0,0 0 16,0 0-16,0 0 0,0 0 0,0 0 0,0 0 0,0 0 15,0 0-15,0 0 0,0 0 0,0 24 0,-25-24 0,25 0 16,0 25-16,0-25 0,0 0 0,0 25 0,0-25 15,0 0-15,0 25 0,0-25 0,0 0 0,0 25 16,0-25-16,0 0 0,0 24 0,0-24 0,0 0 0,0 0 16,0 0-16,0 0 0,0 0 0,0 0 0,0 0 15,0 0-15,0 0 0</inkml:trace>
  <inkml:trace contextRef="#ctx0" brushRef="#br0" timeOffset="14572.8335">16346 1786 0,'0'0'16,"0"0"-16,0-25 0,0 25 0,0 0 0,0 0 0,25 0 15,-25 0-15,0 0 0,0 0 0,25 0 0,-25 0 16,0 0-16,25 0 0,0 0 0,-25 0 0,24 0 0,-24 0 16,25 0-16,0 0 0,-25 0 0,25 0 0,0 0 0,-25 0 15,24 25-15,-24-25 0,25 0 0,-25 0 0,25 0 16,-25 0-16,25 0 0,-25 25 0,25-25 0</inkml:trace>
  <inkml:trace contextRef="#ctx0" brushRef="#br0" timeOffset="15037.86">17810 2009 0,'0'0'0,"0"0"0,0 0 16,0-25-16,0 25 0,-25 0 0,25-24 0,0 24 15,0 0-15,0-25 0,0 25 0,-25 0 0,25-25 0,0 25 16,0 0-16,0-25 0,-25 25 0,25 0 0,0 0 0,0-25 16,0 25-16,-24 0 0,24 0 0,0 0 0,0 0 15,-25 0-15,25 0 0,0 0 0,-25 0 0,25 0 0,0 25 16,-25-25-16,25 0 0,0 0 0,-25 0 0,25 25 15,-24-25-15,24 0 0,0 25 0,-25-25 0,25 25 0,0-25 16,0 0-16,-25 24 0,25-24 0,0 25 0,0-25 0,0 0 16,0 25-16,0-25 0,0 0 0,0 25 0,0-25 15,25 0-15,-25 25 0,0-25 0,0 0 0,0 24 0,0-24 16,25 0-16,-25 0 0,0 25 0,0-25 0,24 0 15,-24 0-15,0 0 0,25 0 0,-25 0 0,25 0 16,-25 0-16,0 0 0,25-25 0,-25 25 0,25-24 0,-25 24 16,24 0-16,-24-25 0,0 25 0,25-25 0,-25 25 0,25-25 15,-25 25-15,0 0 0,25-25 0,-25 1 0,0 24 16,25-25-16,-25 0 0,0 25 0</inkml:trace>
  <inkml:trace contextRef="#ctx0" brushRef="#br0" timeOffset="15627.8939">17909 1612 0,'25'0'0,"-25"-25"0,0 25 15,0 0-15,0 0 0,0 0 0,0 0 0,0 25 16,-25-25-16,25 0 0,0 0 0,0 0 0,0 0 0,0 0 15,0 25-15,0-25 0,0 25 0,0-25 0,0 25 16,0-25-16,0 25 0,0-25 0,0 24 0,0 1 0,0-25 16,0 25-16,-25 0 0,25-25 0,0 25 0,0-25 0,0 24 15,0 1-15,0-25 0,0 25 0,0 0 0,0 0 16,0-25-16,0 24 0,-25-24 0,25 25 0,0-25 0,0 25 15,0-25-15,0 0 0,0 25 0,-24-25 0,24 0 0,0 25 16,0-25-16,0 0 0,24 0 0,-24 0 0,0 24 16,0-24-16,0 0 0,0 0 0,0 0 0,0 0 15,0 0-15,25 0 0,-25-24 0,0 24 0,0 0 0,25 0 16,-25 0-16,25-25 0,-25 25 0,0 0 0,25-25 15,-25 25-15,24 0 0,-24-25 0,0 25 0,25-25 0,-25 25 16,0-24-16,25 24 0,-25 0 0,0-25 0,0 25 16,25-25-16,-25 25 0,0 0 0,25-25 0,-25 25 0,0 0 0,0-25 15,0 25-15,24 0 0,-24 0 0,0-24 0,0 24 16,0 0-16,0 0 0,0 0 0,0 0 0,0 0 15,0 0-15,0 0 0,0 0 0,-24 0 0,24 0 16,0 0-16,0 0 0,0 0 0,0 0 0,0 0 0,0 24 16,0-24-16,0 0 0,0 25 0,-25-25 0,25 0 0,0 25 15,0-25-15,0 25 0,0-25 0,0 0 0,0 25 0,0-25 16,0 0-16,0 24 0,0-24 0,0 0 0,0 25 15,0-25-15,0 25 0,0-25 0,0 0 0,0 0 0,0 25 16,25-25-16,-25 0 0,0 0 0,0 0 0,0 0 16,0 0-16,24 0 0,-24 0 0,0 0 0,0 0 0,25 0 15,-25-25-15,0 25 0,25 0 0,-25-25 0,25 25 16,-25 0-16,0-25 0,25 25 0,-25 0 0,0-24 0,0 24 15,24 0-15,-24-25 0,0 25 0,0-25 0,0 25 0,0 0 16,0-25-16,0 25 0,0-25 0,0 25 0,0 0 16,0-24-16,0 24 0,0 0 0,0 0 0,0 0 0,0 0 15,-24 0-15,24 0 0,0 0 0,0 0 0,0 0 16,0 0-16,0 0 0,0 0 0,0 0 0,0 0 0,-25 24 15,25-24-15,0 0 0,0 0 0,0 0 0,0 25 16,0-25-16,0 0 0,0 0 0,0 0 0,0 25 0,0-25 16,0 0-16</inkml:trace>
  <inkml:trace contextRef="#ctx0" brushRef="#br0" timeOffset="15921.9107">18529 1860 0,'0'0'0,"0"0"16,0-24-16,-25 24 0,25 0 0,0 0 0,0-25 15,0 25-15,0 0 0,0 0 0,0 0 0,0 0 16,0 0-16,-25 0 0,25 0 0,0 0 0,0 0 0,0 0 16,0 0-16,0 0 0,0 0 0,0 0 0,0 0 15,0 0-15,-24 25 0,24-25 0,0 0 0,0 24 0,0-24 0,-25 25 16,25-25-16,0 25 0,0-25 0,0 25 0,-25-25 15,25 25-15,0-25 0,0 24 0,0-24 0,0 25 16,0-25-16,0 25 0,0-25 0,0 25 0,0-25 0,0 0 16,0 0-16,0 25 0,25-25 0,-25 0 0,0 0 15,0 0-15,25 0 0,-25 0 0,24 0 0,-24 0 0,25 0 16,-25 0-16,25 0 0,-25 0 0,0-25 0,25 25 15,-25 0-15,25-25 0,-25 25 0,0-25 0,25 25 0,-25 0 16,0-25-16</inkml:trace>
  <inkml:trace contextRef="#ctx0" brushRef="#br0" timeOffset="16129.9226">18355 1637 0,'0'-25'0,"0"25"0,0 0 15,0 0-15,0-25 0,0 25 0,25 0 0,-25-24 0,0 24 16,0 0-16,25 0 0,-25-25 0,0 25 0,25 0 0,-25 0 15,0 0-15,25 0 0,-25 0 0,24 0 0,1 0 16,-25 0-16,25 0 0,-25 0 0,25 25 0,-25-25 0,25 24 16,-25-24-16,25 25 0,-25-25 0,0 25 0,0-25 15,0 25-15,0-25 0,0 25 0,0-25 0,0 25 16,0-1-16,0-24 0,-25 25 0</inkml:trace>
  <inkml:trace contextRef="#ctx0" brushRef="#br0" timeOffset="16309.9329">18182 2456 0,'0'24'0,"-25"-24"0,25 0 16,0 25-16,-25-25 0,25 0 0,0 0 0,0 25 0,0-25 16,0 0-16,0 0 0,0 0 0,0 0 0,0 0 15,0 0-15,0 0 0,0-25 0,0 25 0,0 0 0,0 0 16,0-25-16,0 25 0,0 0 0,0-24 0,0 24 0,0 0 15,0-25-15,0 25 0,0-25 0,0 0 0,0 25 16</inkml:trace>
  <inkml:trace contextRef="#ctx0" brushRef="#br0" timeOffset="16483.9429">17835 1687 0,'0'0'0,"0"0"0,0 0 0,0 0 0,0 0 0,0 0 15,0-25-15,0 25 0,24 0 0,-24 0 0,0 0 16,25 0-16,0-25 0,-25 25 0,25 0 0,0 0 0,-1 0 15,-24 0-15,25 0 0,0 0 0,0 0 0,0 0 0,-1 0 16,1 0-16,0 0 0,25 0 0,-26 0 0,1 0 16,0 0-16</inkml:trace>
  <inkml:trace contextRef="#ctx0" brushRef="#br0" timeOffset="17085.9773">19174 2108 0,'0'0'0,"0"0"0,0 0 0,0 0 16,0-24-16,0 24 0,0 0 0,0 0 0,0 0 15,0 0-15,0-25 0,25 25 0,-25 0 0,25 0 16,-25 0-16,24-25 0,-24 25 0,25 0 0,-25-25 0,25 25 15,0-25-15,0 25 0,-25-24 0,24 24 0,1-25 0,0 25 16,0-25-16,0 25 0,-1-25 0,1 0 0,0 25 0,0-24 16,-25 24-16,25-25 0,0 25 0,-1-25 0,1 0 15,0 0-15,-25 25 0,25-24 0,-25-1 0,25 25 0,-25-25 16,0 25-16,0-25 0,0 0 0,0 25 0,0-25 15,0 25-15,0-24 0,0 24 0,0-25 0,-25 25 0,25-25 16,0 25-16,0 0 0,-25-25 0,25 25 0,0 0 0,-25 0 16,25 0-16,0 0 0,-25 0 0,25 0 0,0 0 15,-24 0-15,24 0 0,0 0 0,-25 0 0,25 0 0,0 0 16,0 0-16,0 25 0,-25-25 0,25 0 0,0 0 15,0 25-15,0-25 0,0 25 0,-25-25 0,25 24 0,0 1 16,0 0-16,0-25 0,0 25 0,0 0 0,-25 0 0,25-1 16,0-24-16,0 25 0,0 0 0,0 0 0,0-25 15,0 25-15,0-1 0,-25 1 0,25-25 0,0 25 0,0 0 16,0 0-16,0-25 0,0 24 0,0-24 0,0 25 15,0 0-15,0-25 0,0 0 0,0 25 0,0-25 0,0 25 16,0-25-16,0 0 0,25 0 0,-25 0 0,0 24 16,0-24-16,25 0 0,-25 0 0,25 0 0,-25-24 0,25 24 15,-25 0-15,25 0 0,-25 0 0,24-25 0,1 25 16,-25 0-16</inkml:trace>
  <inkml:trace contextRef="#ctx0" brushRef="#br0" timeOffset="17804.0184">19943 1935 0,'0'-25'0,"0"25"0,0 0 15,0 0-15,0-25 0,0 25 0,0 0 0,0 0 16,-25-25-16,25 25 0,0 0 0,0 0 0,-25-24 0,25 24 15,0 0-15,0 0 0,0-25 0,-24 25 0,24 0 0,0 0 16,0 0-16,-25 0 0,25 0 0,0 0 0,0 0 16,-25 0-16,25 0 0,0 0 0,0 0 0,-25 25 0,25-25 15,0 0-15,0 0 0,-25 24 0,25-24 0,0 0 16,-24 25-16,24-25 0,0 0 0,0 25 0,0-25 0,-25 25 15,25-25-15,0 25 0,0-25 0,0 24 0,0-24 16,0 25-16,0-25 0,0 0 0,0 25 0,0-25 0,0 0 16,0 25-16,25-25 0,-25 0 0,0 25 0,0-25 15,0 0-15,0 0 0,24 0 0,-24 0 0,0 24 0,25-24 16,-25 0-16,0-24 0,25 24 0,-25 0 0,25 0 0,-25 0 15,25 0-15,-25-25 0,24 25 0,-24 0 0,25 0 16,-25-25-16,0 25 0,25 0 0,-25-25 0,0 25 0,0 0 16,25-25-16,-25 25 0,0 0 0,0-24 0,0 24 15,0 0-15,0-25 0,0 25 0,0 0 0,0-25 0,0 25 16,0 0-16,0 0 0,0 0 0,0-25 0,0 25 0,0 0 15,0 0-15,0 0 0,0 0 0,0 0 0,-25 0 16,25 25-16,0-25 0,0 0 0,0 25 0,0-25 16,0 0-16,0 25 0,0-25 0,0 0 0,-25 24 0,25-24 15,0 25-15,0-25 0,0 0 0,0 25 0,0-25 0,0 25 16,0-25-16,0 25 0,0-25 0,0 24 0,0-24 15,0 0-15,0 25 0,0-25 0,0 0 0,25 25 16,-25-25-16,0 0 0,0 0 0,0 25 0,0-25 0,25 0 16,-25 0-16,0 0 0,0 0 0,25-25 0,-25 25 0,0 0 15,24 0-15,-24 0 0,0-25 0,25 25 0,-25 0 16,25 0-16,-25-25 0,0 25 0,25-24 0,-25 24 0,0 0 15,0-25-15,25 25 0,-25-25 0,0 25 0,0-25 16,0 25-16,0-25 0,0 25 0,0-24 0,24 24 0,-24 0 16,0-25-16,0 25 0,0 0 0,0-25 0,0 25 15,0 0-15,0 0 0,0 0 0,0-25 0,0 25 0,0 0 16,0 25-16,-24-25 0,24 0 0,0 0 0,0 0 0,0 25 15,0-25-15,-25 25 0,25-25 0,0 24 0,0-24 16,0 25-16,-25 0 0,25-25 0,0 25 0,0 0 0,-25-25 16,25 24-16,0 1 0,0 0 0,-25 0 0,25 0 15,0-1-15,-24 1 0,24 0 0,0-25 0,0 25 16,-25 0-16,25-1 0,0 1 0,-25 0 0,25 0 0,0 0 15,0-1-15,-25 1 0,25-25 0,0 25 0,-25 0 16,25-25-16,0 25 0,0-25 0,-24 24 0,24-24 0,0 25 16,0-25-16,0 0 0,0 25 0,0-25 0,-25 0 15,25 0-15,0 25 0,0-25 0,0 0 0,0 0 0,0 0 16,0 0-16,0 0 0,0 0 0,0 0 0,0 0 0,0 0 15,0 0-15,0 0 0,0-25 0,0 25 0,0 0 16,0 0-16,25-25 0,-25 25 0,0 0 0</inkml:trace>
  <inkml:trace contextRef="#ctx0" brushRef="#br0" timeOffset="18117.0363">20290 1860 0,'25'0'0,"-25"0"0,0-24 16,0 24-16,25 0 0,-25 0 0,0 0 0,25 0 16,-25 0-16,0 0 0,0 0 0,24 24 0,-24-24 0,0 0 15,25 0-15,-25 0 0,0 0 0,25 25 0,-25-25 0,0 0 16,25 25-16,-25-25 0,0 25 0,0-25 0,0 0 15,0 25-15,0-25 0,0 24 0,0-24 0,0 0 0,0 25 16,0-25-16,0 25 0,0-25 0,-25 0 0,25 25 16,0-25-16,0 0 0,-25 25 0,25-25 0,0 0 0,0 0 15,-25 0-15,25 0 0,0 24 0,0-24 0,-24 0 16,24 0-16,0 0 0,-25 0 0,25 0 0,-25 0 15,25 0-15,0 0 0,-25 0 0,25-24 0,0 24 0,-25 0 16,25 0-16,0-25 0,-24 25 0,24 0 0,0-25 16</inkml:trace>
  <inkml:trace contextRef="#ctx0" brushRef="#br0" timeOffset="18418.0534">20141 1538 0,'0'0'0,"0"0"0,0 0 0,25-25 0,-25 25 0,0 0 0,0 0 15,0 0-15,0 0 0,0-25 0,25 25 0,-25 0 16,25 0-16,-25 0 0,25 0 0,-25 0 0,24 0 0,-24 0 16,25 0-16,0 0 0,-25 0 0,25 0 0,0 0 15,-25 25-15,24-25 0,-24 0 0,0 0 0,25 0 0,-25 0 16,0 25-16,0-25 0,0 0 0,0 25 0,0-1 0,0-24 15,0 25-15,0 0 0,-25 0 0,25 0 0,0-25 16,-24 25-16</inkml:trace>
  <inkml:trace contextRef="#ctx0" brushRef="#br0" timeOffset="18517.0591">19918 2356 0,'0'0'16,"-25"0"-16,25 0 0,0 25 0,0-25 0,0 0 15,0 0-15,0 0 0,0 0 0,0 0 0,0 0 0,0 0 16,0 0-16,0 0 0,0 0 0,0-25 0,0 25 15,0 0-15,0 0 0,0 0 0,0 0 0,0 0 0,0 0 16,25 0-16,-25 0 0,0 0 0,0 0 0,25 0 0,-25-24 16,0 24-16,25 0 0</inkml:trace>
  <inkml:trace contextRef="#ctx0" brushRef="#br0" timeOffset="19142.0949">21456 1463 0,'0'-24'0,"0"24"16,-25 0-16,25-25 0,0 25 0,0 0 0,-25-25 0,25 25 15,0 0-15,0 0 0,0 0 0,-24 0 0,24-25 16,0 25-16,0 0 0,0 0 0,0 0 0,0 0 0,-25 0 16,25 0-16,0 0 0,0 0 0,0 0 0,0 0 15,0 0-15,0 25 0,0-25 0,0 25 0,0-25 0,0 25 16,0-25-16,0 24 0,0 1 0,0 0 0,0 0 0,0 0 15,-25-1-15,25 1 0,0 0 0,0-25 0,0 25 16,0 25-16,0-26 0,0 1 0,0 0 0,0-25 0,0 25 16,-25 0-16,25-1 0,0 1 0,0 0 0,0-25 15,0 25-15,0 0 0,0-25 0,0 24 0,0-24 0,0 25 16,0-25-16,0 25 0,0-25 0,0 25 0,0-25 0,0 0 15,0 25-15,0-25 0,0 0 0,0 0 0,0 0 16,0 0-16,0 0 0,-25 0 0,25-25 0,0 25 0,0 0 16,0-25-16,0 25 0</inkml:trace>
  <inkml:trace contextRef="#ctx0" brushRef="#br0" timeOffset="19931.14">21208 1786 0,'0'0'16,"0"-25"-16,0 25 0,0 0 0,0-25 0,25 25 0,-25 0 16,0-24-16,25 24 0,-25 0 0,24 0 0,-24-25 15,25 25-15,-25 0 0,25 0 0,0 0 0,0-25 0,-1 25 16,1 0-16,0 0 0,0 0 0,0 0 0,-25 0 0,24 0 15,1 0-15,0 0 0,-25 0 0,25 0 0,-25 0 16,25 0-16,-25 25 0,24-25 0,-24 0 0,0 25 0,0-25 16,0 0-16,0 24 0,0-24 0,0 0 0,0 25 15,0-25-15,0 25 0,0-25 0,0 25 0,-24-25 0,24 25 16,0-25-16,0 0 0,0 24 0,0-24 0,-25 0 0,25 25 15,0-25-15,0 25 0,0-25 0,0 25 0,-25-25 16,25 25-16,0-25 0,0 24 0,0-24 0,0 25 0,0-25 16,0 25-16,0-25 0,0 0 0,0 0 0,0 25 15,0-25-15,25 0 0,-25 0 0,0 0 0,0 25 0,25-25 16,-25 0-16,0 0 0,0 0 0,24 0 0,-24 0 15,0 0-15,0 0 0,25 0 0,-25-25 0,0 25 16,25 0-16,-25 0 0,0-25 0,25 25 0,-25-25 0,0 25 16,25 0-16,-25-25 0,0 25 0,0-24 0,0 24 15,25 0-15,-25-25 0,0 25 0,0-25 0,0 25 0,0-25 16,0 25-16,0-25 0,0 25 0,24-24 0,-24 24 0,0-25 15,0 25-15,0 0 0,0-25 0,0 25 0,0 0 16,0 0-16,0 0 0,0-25 0,0 25 0,0 0 0,0 0 16,0 0-16,0 0 0,0 0 0,0 0 0,0 0 0,0 25 15,0-25-15,0 0 0,0 0 0,0 0 0,0 0 16,0 25-16,0-25 0,0 0 0,-24 25 0,24-25 0,0 0 15,0 24-15,0-24 0,0 25 0,0-25 0,0 25 16,0-25-16,0 25 0,0-25 0,0 25 0,0-25 0,0 0 16,0 24-16,0-24 0,0 25 0,0-25 0,0 0 15,0 25-15,0-25 0,24 0 0,-24 0 0,0 0 0,0 25 16,0-25-16,0 0 0,25 0 0,-25 0 0,0 0 15,0 0-15,25 0 0,-25 0 0,0 0 0,25-25 0,-25 25 16,25 0-16,-25 0 0,24 0 0,-24-25 0,25 25 0,-25 0 16,0 0-16,25-25 0,-25 25 0,0 0 0,0-24 15,25 24-15,-25 0 0,0 0 0,0-25 0,0 25 16,0-25-16,0 25 0,0-25 0,0 25 0,0-25 0,0 25 15,0 0-15,0-24 0,0 24 0,0 0 0,0-25 0,0 25 16,0 0-16,0 0 0,0 0 0,0 0 0,0 0 16,0-25-16,0 25 0,0 25 0,0-25 0,0 0 0,0 0 15,0 0-15,0 25 0,0-25 0,0 0 0,-25 24 16,25-24-16,0 0 0,0 25 0,0-25 0,0 0 0,0 25 15,0-25-15,0 0 0,0 25 0,0-25 0,0 25 0,0-25 16,0 0-16,0 24 0,0-24 0,0 25 0,0-25 0,0 0 16,0 25-16,0-25 0,0 0 0,0 25 0,0-25 15,0 0-15,25 0 0,-25 0 0,0 0 0,0 25 16,25-25-16,-25 0 0,24 0 0,-24 0 0,25-25 0,-25 25 15,25 0-15,-25 0 0,25 0 0,-25 0 0,25-25 16,-1 25-16,-24 0 0,25-25 0,-25 25 0,0 0 0,25-25 16,-25 25-16,0-24 0,25 24 0,-25-25 0,0 25 0,0-25 15</inkml:trace>
  <inkml:trace contextRef="#ctx0" brushRef="#br0" timeOffset="20189.1548">22275 1836 0,'0'0'0,"0"0"0,-25 0 0,25-25 15,0 25-15,0 0 0,0 0 0,0 0 0,0 0 0,0 0 16,0 0-16,0 25 0,-25-25 0,25 0 0,0 0 16,0 24-16,0-24 0,0 25 0,-25-25 0,25 25 0,0-25 15,0 25-15,0 0 0,0-25 0,-25 24 0,25-24 16,0 25-16,0 0 0,0 0 0,-24-25 0,24 25 0,0-1 15,0 1-15,-25 0 0,25 0 0,0 0 0,-25-25 16,25 24-16,0 1 0,-25 0 0,25 0 0,0-25 0,-25 25 16,25-1-16,0 1 0,0-25 0,-24 25 0,24-25 15,0 25-15,0-25 0,-25 25 0,25-25 0,0 24 0,0-24 16,-25 0-16,25 0 0,0 0 0,0 0 0,0 0 15,-25 25-15,25-25 0,0 0 0,0 0 0,0-25 16,0 25-16,0 0 0,-25 0 0,25 0 0,0-24 0,0 24 16,0-25-16,0 25 0,0-25 0,0 25 0,0-25 0,0 25 15,0-25-15,25 1 0,-25-1 0,0 25 0,25-25 0,-25 0 16,0 0-16,25 1 0,0-1 0</inkml:trace>
  <inkml:trace contextRef="#ctx0" brushRef="#br0" timeOffset="20614.1789">22374 1910 0,'0'0'0,"0"0"0,0 0 0,0 0 0,0 0 0,0 0 16,0 0-16,0 0 0,25 0 0,-25 0 0,0-25 0,24 25 15,-24 0-15,25 0 0,-25 0 0,25 0 0,-25-25 16,25 25-16,-25 0 0,25 0 0,-25 0 0,24-24 15,-24 24-15,0 0 0,25-25 0,-25 25 0,0 0 0,25 0 16,-25-25-16,0 25 0,0 0 0,0 0 0,0-25 0,0 25 16,0 0-16,0-25 0,0 25 0,0 0 0,0 0 0,0-24 15,-25 24-15,25 0 0,0 0 0,0 0 0,0-25 16,0 25-16,0 0 0,0 0 0,-25 0 0,25-25 0,0 25 15,0 0-15,0 0 0,0 0 0,0 0 0,-24 0 16,24 25-16,0-25 0,0 0 0,0 0 0,0 0 0,-25 25 16,25-25-16,0 0 0,0 0 0,0 24 0,0-24 0,0 0 15,-25 0-15,25 25 0,0-25 0,0 0 0,0 25 16,0-25-16,0 0 0,0 25 0,0-25 0,0 25 15,0-25-15,0 24 0,0-24 0,0 25 0,0-25 0,0 25 16,0-25-16,0 25 0,0-25 0,0 25 0,25-25 16,-25 24-16,0-24 0,0 0 0,25 0 0,-25 25 0,0-25 15,24 0-15,-24 0 0,25 0 0,-25 0 0,0 0 0,25-25 16,-25 25-16,25 0 0,-25 0 0,25-24 0,-25 24 15,24 0-15,-24-25 0,25 25 0,-25 0 0,25-25 0,-25 25 16,0-25-16,25 25 0,-25 0 0,0-25 0,0 25 0</inkml:trace>
  <inkml:trace contextRef="#ctx0" brushRef="#br0" timeOffset="20981.2001">22771 1712 0,'0'-25'0,"0"25"0,0 0 0,0 0 15,0 0-15,-25 0 0,25 0 0,0 0 0,0 0 0,0 0 16,0 0-16,0 0 0,0 0 0,0 25 0,0-25 0,0 0 16,0 24-16,0-24 0,0 0 0,0 25 0,0-25 15,0 25-15,0-25 0,0 0 0,-25 25 0,25-25 0,0 25 16,0-25-16,0 24 0,0-24 0,0 25 0,0-25 15,0 25-15,0-25 0,0 0 0,0 25 0,0-25 0,0 0 16,0 0-16,0 25 0,0-25 0,0 0 0,0 0 0,0 0 16,0 24-16,0-24 0,0 0 0,0 0 0,0 0 15,25-24-15,-25 24 0,0 0 0,25 0 0,-25 0 0,0-25 16,0 25-16,25 0 0,-25-25 0,0 25 0,24-25 15,-24 25-15,25-25 0,-25 25 0,0 0 0,25-24 0,-25 24 16,25 0-16,-25-25 0,0 25 0,0 0 0,25 0 0,-25 0 16,0-25-16,0 25 0,0 0 0,0 0 0,0 0 15,0 0-15,24 0 0,-24 0 0,0 25 0,0-25 0,0 0 16,0 25-16,-24-25 0,24 0 0,0 24 0,0-24 15,0 25-15,0-25 0,0 25 0,0-25 0,0 25 0,0-25 16,0 25-16,0-25 0,0 24 0,0-24 0,0 0 0,0 25 16,0-25-16,0 0 0,0 0 0,0 25 0,0-25 15,0 0-15,0 0 0,0 0 0,0 0 0,0 0 0,0 0 16,0 0-16,0 0 0,0 0 0,0 0 0,0 0 15,0-25-15,24 25 0,-24 0 0</inkml:trace>
  <inkml:trace contextRef="#ctx0" brushRef="#br0" timeOffset="21229.2143">22498 1513 0,'0'0'0,"0"0"0,0 0 0,0-25 16,0 25-16,0 0 0,25-25 0,-25 25 0,0 0 0,0 0 15,24-24-15,-24 24 0,25 0 0,-25 0 0,0 0 0,25-25 16,-25 25-16,25 0 0,-25 0 0,25 0 0,-1 0 0,-24 0 16,25 0-16,-25 0 0,25 25 0,-25-25 0,25 0 15,-25 0-15,25 0 0,-25 0 0,25 24 0,-25-24 16,0 0-16,24 0 0,-24 0 0,0 0 0,0 25 0,25-25 15,-25 0-15,0 0 0,0 0 0,25 0 0,-25 0 0,0 0 16,0 0-16</inkml:trace>
  <inkml:trace contextRef="#ctx0" brushRef="#br0" timeOffset="21404.2243">23143 1141 0,'0'0'0,"0"0"0,0 0 0,0 0 0,0 0 15,0 0-15,0 0 0,-25 0 0,25 25 0,0-25 0,0 0 16,0 0-16,0 25 0,0-25 0,0 24 0,-25-24 15,25 25-15,0 0 0,0-25 0,0 25 0,0-25 0,-25 25 16,25-1-16,0 1 0,0-25 0,0 25 0,-24-25 0,24 25 16,0 0-16,0-25 0,0 24 0</inkml:trace>
  <inkml:trace contextRef="#ctx0" brushRef="#br0" timeOffset="21865.2506">23763 1265 0,'0'0'0,"0"0"0,0 0 0,0 0 0,0 0 0,0 0 78,-50 248-78,50-223 0,0 0 0,0-25 0,0 24 16,0 1-16,-25 0 0,25 0 0,0 0 0,0 0 0,0-1 0,-24-24 0,24 25 0,0 0 0,0-25 0,0 25 0,0 0 0,0-25 0,-25 24 0,25-24 0,0 0 0,0 25 0,0-25 0,0 0 0,0 25 0,-25-25 0,25 0 0,0 0 0,0 0 0,0 0 0,0 0 0,0 0 0,-25 0 0,25-25 0,0 25 0,0 0 0,0 0 0,-25-25 47,25 25-47,0 0 0</inkml:trace>
  <inkml:trace contextRef="#ctx0" brushRef="#br0" timeOffset="22129.2657">23540 1712 0,'0'0'0,"24"-25"0,-24 25 0,0 0 0,0-25 15,25 25-15,-25-25 0,0 25 0,25 0 0,-25 0 0,0-25 16,25 25-16,-25 0 0,25-25 0,-1 25 0,-24 0 15,25 0-15,-25 0 0,25-24 0,0 24 0,-25 0 0,25 0 16,-25 0-16,0 0 0,24 0 0,-24 0 0,0 0 0,25 0 16,-25 0-16,0 24 0,0-24 0,0 25 0,0-25 15,0 0-15,0 25 0,0-25 0,0 25 0,0-25 16,0 25-16,0-25 0,0 0 0,-25 25 0,25-25 0,0 24 15,0-24-15,0 25 0,0-25 0,-24 25 0,24-25 0,0 0 16,0 25-16,0-25 0,-25 25 0,25-25 0,0 24 0,0-24 16,0 0-16,0 25 0,-25-25 0,25 25 0,0-25 15,0 0-15,0 0 0,0 25 0,0-25 0,25 0 0,-25 0 16,0 0-16,0 0 0,0 0 0,0 0 0,0 0 15,0 25-15,0-25 0,25 0 0,-25 0 0,0-25 0,0 25 16,24 0-16,-24 0 0,0 0 0,25 0 0,-25-25 0,25 25 16,-25 0-16,25 0 0,-25 0 0,0-25 0,25 25 15,-25 0-15,25-25 0,-25 25 0,24 0 0,-24-24 0,0 24 16</inkml:trace>
  <inkml:trace contextRef="#ctx0" brushRef="#br0" timeOffset="22653.2957">24061 1612 0,'0'0'0,"0"-25"0,0 25 0,0 0 15,0 0-15,0 0 0,0 0 0,0 0 0,0 0 0,0 0 16,0 0-16,0 0 0,0 0 0,0 0 0,0 0 0,0 0 16,0 0-16,0 0 0,0 0 0,0 0 0,0 0 15,0 25-15,0-25 0,0 0 0,0 0 0,0 0 0,0 0 16,0 25-16,0-25 0,0 0 0,0 25 0,0-25 15,0 0-15,0 25 0,0-25 0,-25 0 0,25 25 0,0-25 16,0 24-16,0-24 0,0 25 0,0-25 0,0 25 0,0 0 16,-25-25-16,25 0 0,0 25 0,0-25 0,0 24 15,0-24-15,0 0 0,0 25 0,0-25 0,0 0 0,-25 0 16,25 25-16,0-25 0,0 0 0,0 0 0,0 0 15,25 0-15,-25 25 0,-25-25 0,25 0 0,0 0 0,0 0 16,0 0-16,0 0 0,0 0 0,0 0 0,0 0 0,25 0 16,-25 0-16,0-25 0,0 25 0,0 0 0,0 0 15,25-25-15,-25 25 0,0 0 0,0-25 0,0 25 0,25 0 16,-25-24-16,0 24 0,24-25 0,-24 25 0,25-25 15,-25 25-15,0-25 0,25 25 0,-25-25 0,25 25 0,-25-24 16,25 24-16,-25 0 0,0-25 0,24 25 0,-24 0 0,0 0 16,0 0-16,0 0 0,25 0 0,-25 0 0,0 0 15,0 0-15,0 0 0,0 25 0,0-25 0,0 0 0,0 24 16,0-24-16,0 0 0,0 25 0,-25-25 0,25 0 15,0 25-15,0-25 0,0 0 0,0 25 0,0-25 0,-24 25 16,24-25-16,0 0 0,0 24 0,0-24 0,0 25 0,0-25 16,0 0-16,0 25 0,0-25 0,0 25 0,0-25 15,0 0-15,0 0 0,24 25 0,-24-25 0,0 0 0,0 0 16,25 0-16,-25 0 0,25 0 0,-25 0 0,25 0 15,-25 0-15,25 0 0,-25 0 0,24-25 0,-24 25 0,25 0 16,0 0-16,-25 0 0,0-25 0,25 25 0,-25 0 0,25 0 16,-25-25-16,0 25 0,24-25 0</inkml:trace>
  <inkml:trace contextRef="#ctx0" brushRef="#br0" timeOffset="23204.3272">24383 1587 0,'0'0'0,"0"0"0,0 0 15,0 0-15,0 0 0,0-24 0,0 24 0,0 0 0,0 0 16,25 0-16,-25 0 0,0 0 0,0-25 0,25 25 15,-25 0-15,24 0 0,-24-25 0,25 25 0,-25-25 0,25 25 16,-25 0-16,25-25 0,0 25 0,-1 0 0,-24-24 0,25 24 16,0 0-16,-25 0 0,25-25 0,-25 25 0,25-25 15,-25 25-15,24 0 0,-24-25 0,0 25 0,25-25 0,-25 25 16,0 0-16,0-24 0,0 24 0,0 0 0,25-25 15,-25 25-15,-25 0 0,25 0 0,0 0 0,0-25 0,0 25 16,0 0-16,-25-25 0,25 25 0,0 0 0,0-25 0,-24 25 16,24 0-16,0 0 0,0-24 0,-25 24 0,25 0 15,0 0-15,0 0 0,-25 0 0,25 0 0,0 0 0,0 0 16,0 0-16,0 0 0,-25 24 0,25-24 0,0 0 15,0 0-15,0 0 0,0 0 0,0 25 0,0-25 0,0 0 16,0 25-16,0-25 0,0 0 0,0 25 0,-25-25 0,25 25 16,0-1-16,0-24 0,0 25 0,0 0 0,0 0 0,-24-25 15,24 25-15,0-1 0,0 1 0,-25 0 0,25-25 16,0 25-16,0 0 0,-25-1 0,25-24 0,0 25 0,-25 0 15,25 0-15,0-25 0,0 25 0,-25-25 0,25 25 16,0-25-16,0 24 0,0-24 0,0 25 0,0-25 0,0 0 16,0 0-16,0 0 0,0 0 0,0 0 0,0 0 0,0 0 15,0 0-15,0 0 0,0 0 0,0 0 0,0 0 16,25 0-16,-25 0 0,0 0 0,25-25 0,-25 25 15,25 0-15,-25 0 0,25 0 0,-25-24 0,24 24 0,-24 0 16,0 0-16,25 0 0,-25 0 0,0 0 0,0 0 0,0 0 16,0 0-16,0 0 0,0 0 0,0 0 0,0 24 0,0-24 15,0 0-15,0 0 0,0 25 0,0-25 0,0 0 16,0 25-16,0-25 0,0 25 0,-25-25 0,25 0 15,0 25-15,0-25 0,0 0 0,-24 0 0,24 0 0,0 0 16,-25 0-16,25 0 0,0 0 0,0 24 0,-25-24 0,25 0 16,0-24-16,-25 24 0,25 0 0,-25 0 0,25 0 15</inkml:trace>
  <inkml:trace contextRef="#ctx0" brushRef="#br0" timeOffset="23425.3393">24259 967 0,'0'0'0,"0"0"0,0 0 0,0 0 16,0 0-16,0 0 0,0 0 0,0 0 0,0 0 0,0 0 15,0 0-15,0 0 0,0 25 0,0-25 0,-25 25 0,25-25 16,0 25-16,0 0 0,0-25 0,0 24 0,0 1 15,0 0-15,0-25 0,-25 25 0,25 0 0,0-1 0,0-24 16,0 25-16,-24-25 0,24 25 0,0-25 0,0 25 16,0-25-16</inkml:trace>
  <inkml:trace contextRef="#ctx0" brushRef="#br0" timeOffset="23836.3634">25102 1935 0,'0'0'0,"0"0"15,0 0-15,0 25 0,0-25 0,0 0 0,0 0 0,25 0 16,-25 0-16,0 0 0,0 0 0,0 0 0,0 0 0,0 0 16,0 24-16,0-24 0,0 0 0,0 0 0,0 25 15,0-25-15,0 25 0,0-25 0,0 25 0,0-25 16,0 25-16,0-25 0,0 24 0,0-24 0,0 25 0,0-25 15,-25 25-15,25-25 0,0 25 0,-24-25 0,24 25 0,-25-25 16,25 24-16,-25-24 0,25 0 0,-25 25 0,25-25 16,-25 25-16,1-25 0,24 25 0,-25-25 0,0 0 0,0 25 15,25-25-15,-25 0 0</inkml:trace>
  <inkml:trace contextRef="#ctx0" brushRef="#br0" timeOffset="25176.44">25946 1712 0,'0'0'0,"0"-25"0,0 25 0,0 0 15,0 0-15,0-25 0,0 25 0,0 0 0,0 0 16,0 0-16,0 0 0,0 0 0,0 0 0,0 0 0,0 0 15,0 0-15,0 0 0,0 0 0,0 0 0,0 0 16,0 0-16,0 25 0,0-25 0,0 25 0,0-25 0,-25 24 16,25 1-16,0-25 0,0 25 0,0 0 0,-25 0 0,25-1 15,0-24-15,0 25 0,-25 0 0,25 0 0,0 0 16,0-1-16,-25 1 0,25 0 0,0 0 0,0 0 0,-24-25 15,24 24-15,0 1 0,0 0 0,-25 0 0,25 0 16,0-25-16,0 24 0,-25 1 0,25-25 0,0 25 0,0 0 16,0-25-16,0 25 0,0-25 0,-25 24 0,25-24 15,0 25-15,0-25 0,0 0 0,0 25 0,0-25 0,0 0 16,0 0-16,0 0 0,0 0 0,0 25 0,0-25 15,0 0-15,0 0 0,0 0 0,0 0 0,0 0 0,0 0 16,0-25-16,0 25 0,0 0 0,0 0 0,0-25 16,0 25-16,0 0 0,0-25 0,0 25 0,0-24 0,0 24 15,0-25-15,0 25 0,0-25 0,25 0 0,-25 0 16,0 25-16,25-24 0,-25-1 0,0 0 0,25 0 0</inkml:trace>
  <inkml:trace contextRef="#ctx0" brushRef="#br0" timeOffset="25183.4404">25995 1662 0,'0'-25'16,"0"25"-16,0 0 0,25 0 0,-25 0 0,0-25 0,0 25 16,25 0-16,-25 0 0,0 0 0,25 0 0,-25 0 15,25 0-15,-25 0 0,24 0 0,-24 25 0,25-25 0,-25 0 16,25 0-16,0 25 0,-25-25 0,25 25 0,-25-25 0,24 0 15,-24 25-15,0-25 0,25 24 0,-25-24 0,0 25 16,0-25-16,0 25 0,0-25 0,0 25 0,0 0 16,0-25-16,-25 24 0,25-24 0,0 25 0,-24-25 0,24 25 15,0-25-15,-25 0 0,25 25 0,0-25 0,-25 0 0,25 25 16,-25-25-16,25 0 0,0 0 0,-25 24 0,25-24 15,-24 0-15,24 0 0,0 0 0,-25 0 0,25 0 0,0 0 16,-25 0-16,25 0 0,0 0 0,0 0 0,-25 0 16,25 0-16,0-24 0,0 24 0,0 0 0,0 0 0,0 0 15,0 0-15,0-25 0,0 25 0,0 0 0,0 0 0,0-25 16,0 25-16,0 0 0,0 0 0</inkml:trace>
  <inkml:trace contextRef="#ctx0" brushRef="#br0" timeOffset="26921.5398">26318 1563 0,'0'0'0,"0"0"0,0 0 0,0 0 15,0 0-15,0 0 0,0 0 0,0-25 0,25 25 0,-25 0 16,0 0-16,0 0 0,0 0 0,24 0 0,-24-25 16,0 25-16,0 0 0,25 0 0,-25 0 0,0 0 0,25-25 15,-25 25-15,0 0 0,25 0 0,-25 0 0,25 0 0,-25-25 16,0 25-16,24 0 0,-24 0 0,25-24 0,-25 24 15,25 0-15,-25 0 0,25-25 0,-25 25 0,25 0 0,-25 0 16,24-25-16,-24 25 0,25-25 0,-25 25 0,25-25 16,-25 25-16,0 0 0,25-24 0,-25 24 0,0 0 0,25-25 15,-25 25-15,0 0 0,0-25 0,0 25 0,24 0 0,-24-25 16,0 25-16,0 0 0,0-25 0,0 25 0,0 0 15,0-24-15,0 24 0,-24-25 0,24 25 0,0 0 0,0-25 16,-25 25-16,25 0 0,0-25 0,-25 25 0,25 0 0,0 0 16,-25 0-16,25 0 0,0 0 0,0 0 0,-25 0 0,25 0 15,0 0-15,-24 0 0,24 0 0,0 0 0,-25 0 0,25 0 16,0 0-16,0 0 0,-25 0 0,25 0 0,0 0 15,0 25-15,0-25 0,0 0 0,-25 0 0,25 25 0,0-25 16,0 0-16,0 25 0,-25-25 0,25 0 0,0 24 16,0-24-16,0 0 0,0 25 0,0-25 0,0 25 0,0-25 15,-24 25-15,24-25 0,0 25 0,0-25 0,0 24 0,0 1 16,0 0-16,0-25 0,0 25 0,0 0 0,-25-1 15,25 1-15,0-25 0,0 25 0,0 0 0,0-25 0,-25 25 16,25-1-16,0-24 0,0 25 0,0 0 0,0-25 16,0 25-16,-25-25 0,25 25 0,0 0 0,0-25 0,0 24 15,0-24-15,0 25 0,-25-25 0,25 0 0,0 25 0,0-25 16,0 25-16,0-25 0,-24 0 0,24 0 0,0 25 15,0-25-15,0 0 0,0 0 0,0 0 0,0 0 16,0 0-16,0 0 0,0 0 0,0 24 0,0-24 0,0 0 16,0 0-16,0 0 0,0 0 0,0-24 0,0 24 0,0 0 15,0 0-15,24 0 0,-24 0 0,0-25 0,25 25 0,-25 0 16,25-25-16,-25 25 0,25-25 0,-25 25 0,25-25 15,-25 25-15,24-24 0,-24 24 0,25-25 0,-25 25 0,25 0 16,-25-25-16,0 25 0,25-25 0,-25 25 0,0 0 16,0 0-16,25 0 0,-25 0 0,0 0 0,0 0 0,0 0 15,0 0-15,0 0 0,0 0 0,0 0 0,0 0 0,0 0 16,0 0-16,0 0 0,0 0 0,0 0 0,0 0 15,0 0-15,0 25 0,0-25 0,0 0 0,0 0 0,0 25 16,0-25-16,0 0 0,0 25 0,-25-25 0,25 0 16,0 24-16,0-24 0,0 0 0,0 25 0,0-25 0,0 25 15,0-25-15,0 0 0,0 25 0,0-25 0,0 0 0,0 25 16,0-25-16,0 0 0,0 0 0,0 24 0,25-24 15,-25 0-15,0 0 0,0 0 0,0 0 0,0 0 16,0 0-16,0 0 0,0 25 0,0-25 0,24-25 0,-24 25 16,0 0-16,0 0 0,25 0 0,-25 0 0,0 0 0,0 0 15,25 0-15,-25 0 0,25 0 0,-25-24 0,0 24 0,25 0 16,-25 0-16,24-25 0,-24 25 0,0 0 0,25-25 15,-25 25-15,25 0 0,-25-25 0,0 25 0,25-25 0,-25 25 16,0-24-16,25 24 0,-25-25 0,0 25 0,0-25 16,0 25-16,0-25 0,24 25 0,-24 0 0,0 0 0,0 0 15,0-25-15,0 25 0,0 0 0,0 0 0,0 0 0,0 0 16,-24 25-16,24-25 0,0 0 0,0 0 0,0 0 15,0 0-15,0 25 0,0-25 0,-25 0 0,25 0 0,0 25 16,0-25-16,0 0 0,0 25 0,0-25 0,0 24 16,0-24-16,0 0 0,0 25 0,-25-25 0,25 25 0,0-25 15,0 25-15,0-25 0,0 25 0,0-25 0,0 24 0,0-24 16,0 0-16,0 25 0,0-25 0,0 25 0,0-25 15,0 0-15,0 25 0,0-25 0,0 0 0,0 0 0,0 25 16,0-25-16,0 0 0,25 0 0,-25 0 0,0 0 16,0 0-16,25 0 0,-25 0 0,0 0 0,24 0 0,-24-25 15,0 25-15,25 0 0,-25 0 0,25 0 0,-25-25 0,0 25 16,25 0-16,-25-25 0,25 25 0,-25 0 0,0-25 15,24 25-15,-24-24 0,0 24 0,0 0 0,25-25 0,-25 25 16,0-25-16,0 25 0,0 0 0,25-25 0,-25 25 16,0-25-16,0 25 0,0 0 0,0-24 0,0 24 0,0 0 15,0 0-15,0 0 0,0 0 0,0 0 0,0 0 0,0 0 16,0 0-16,0 0 0,0 24 0,-25-24 0,25 0 15,0 0-15,0 25 0,0-25 0,0 0 0,0 25 0,-25-25 16,25 25-16,0-25 0,0 25 0,0-25 0,0 24 16,0-24-16,0 25 0,-24-25 0,24 25 0,0-25 0,0 25 15,0-25-15,0 25 0,0-25 0,0 24 16,0-24-16,0 25 0,0-25 0,0 0 0,0 25 0,0-25 0,0 0 15,0 25-15,0-25 0</inkml:trace>
  <inkml:trace contextRef="#ctx0" brushRef="#br0" timeOffset="27373.5657">26863 2282 0,'0'0'0,"0"0"0,-24 0 0,24 0 0,0 0 16,0 0-16,0 0 0,0 0 0,0 0 0,0 0 0,24 0 15,-24 0-15,0 0 0,0 0 0,0 0 0,0 0 16,0 0-16,0-25 0,25 25 0,-25 0 0,0 0 0,0 0 15,0-25-15</inkml:trace>
  <inkml:trace contextRef="#ctx0" brushRef="#br0" timeOffset="28921.6542">26863 2208 0,'0'0'0,"-24"0"15,24 0-15,0 0 0,0 0 0,0 0 0,0 0 16,0 0-16,0 0 0,0 0 0,0 0 0,0 0 15,0 0-15,0 0 0,0 24 0,0-24 0,0 0 0,0 0 16,0 0-16,0 0 0,0 0 0,0 0 0,0 0 0,0 0 16,0 0-16,0 0 0,0 0 0,0 0 0,0-24 15,0 24-15,0 0 0,0 0 0,24 0 0,-24 0 16,0 0-16,0 0 0,0-25 0,0 25 0,25 0 0,-25-25 15,0 25-15,0 0 0,25-25 0</inkml:trace>
  <inkml:trace contextRef="#ctx0" brushRef="#br0" timeOffset="29840.7068">26814 2332 0,'0'0'0,"0"0"0,0-25 15,0 25-15,0 0 0,0 0 0,0 0 0,0 0 16,0 0-16,0 0 0,0 0 0,0 0 0,0 0 0,0 0 16,0 0-16,0 0 0,0 0 0,0 0 0,0 0 15,0 0-15,0 0 0,0 0 0,0 0 0,0 0 16,0-25-16,0 25 0,0 0 0,0 0 0,0 0 0,0 0 15,0 0-15,0 0 0,0 0 0,0 0 0,0 0 16,0-25-16,0 25 0,0 0 0,0 0 0,0 0 0,0 0 16,0 0-16,0 0 0,0 0 0,0 0 0,0 0 0,0 0 15,0 0-15,0 0 0,0 0 0,0 0 0,0 0 16,-25 0-16,25 0 0,0 0 0,0 0 0,0 0 0,0 0 15,0 0-15,0 0 0,0 0 0,0 0 0,0 0 16,0 0-16,0 0 0,0 0 0,0 0 0,0 0 16,0 0-16,0 0 0,0 0 0,0 0 0,25 0 0,-25 0 15,0 0-15,0 0 0,0 0 0,0 0 0,0 0 16,0 0-16,25 0 0,-25 0 0,0 0 0,0 0 0,0 0 15,0 0-15,0 0 0,0 0 0,24 0 0,-24 0 16,0 0-16,0 0 0,0 0 0,0 0 0,0 0 0,0 0 16,0 0-16,0 0 0,0 0 0,0 0 0,0-25 0,0 25 15,0 0-15,0 0 0,0 0 0,-24 0 0,24 25 16,0-25-16,0 0 0,0 0 0,0 0 0,0 0 15,-25 0-15,25 0 0,0 0 0,0 0 0,0 0 0,0 0 16,0 25-16,0-25 0,0 0 0,0 0 0,0 0 16,0 0-16,0 0 0,0 0 0,0 0 0,0 0 0,0 0 15,0 0-15,25 0 0,-25 0 0,0 0 0</inkml:trace>
  <inkml:trace contextRef="#ctx0" brushRef="#br0" timeOffset="29850.7074">27930 1463 0,'-25'0'16,"25"0"-16,0 0 0,0-24 0,0 24 0,0 0 0,0 0 15,0 0-15,0-25 0,0 25 0,0 0 0,0 0 16,0 0-16,0 0 0,0 0 0,0 0 0,0 0 0,0 0 16,0 0-16,0 0 0,0 0 0,0 0 0,0 0 0,0 0 15,0 0-15,0 0 0,0 0 0,-25 0 0,25 0 0,0 25 16,0-25-16,0 0 0,0 24 0,0-24 0,-24 25 15,24 0-15,0-25 0,0 25 0,0 0 0,-25-1 16,25 1-16,0-25 0,0 25 0,-25 0 0,25 0 0,0 0 16,0-1-16,-25 1 0,25-25 0,0 25 0,0 0 0,-25 0 15,25-1-15,0-24 0,0 25 0,0 0 0,0-25 16,-24 25-16,24 0 0,0-25 0,0 24 0,0-24 0,0 0 15,0 25-15,0-25 0,0 0 0,0 25 0,0-25 16,0 0 0,0 25-16,0-25 0,0 0 0,0 0 0,0 0 0,0 0 0,0 0 0,0 0 0,0 0 0,0 0 0,0 0 15,0 0-15,0-25 0,0 25 0,0 0 0,0-25 16,-25 25-16,25 0 0</inkml:trace>
  <inkml:trace contextRef="#ctx0" brushRef="#br0" timeOffset="29856.7077">27682 1860 0,'0'0'0,"0"0"0,0 0 0,0-24 0,0 24 0,0 0 15,0 0-15,0 0 0,0 0 0,0 0 0,0 0 16,0 0-16,25 0 0,-25 0 0,0-25 0,25 25 15,-25 0-15,24 0 0,-24 0 0,25 0 0,-25 0 0,25 0 16,0 0-16,-25 0 0,25 0 0,-1 0 0,1 0 0,-25 0 16,25 0-16,0 0 0,0-25 0,-25 25 0,24 0 15,1 0-15,-25 0 0,25 0 0,0 0 0,-25-25 0,25 25 16,-25 0-16,25 0 0</inkml:trace>
  <inkml:trace contextRef="#ctx0" brushRef="#br0" timeOffset="31765.8169">28203 1339 0,'0'0'15,"0"0"-15,0-24 0,0 24 0,0 0 0,0 0 16,0 0-16,0 0 0,0-25 0,0 25 0,0 0 0,0 0 15,0 0-15,0 0 0,0 0 0,0 0 0,0 0 0,0 0 16,0 25-16,0-25 0,0 0 0,0 0 0,0 0 16,0 24-16,0-24 0,-25 25 0,25-25 0,0 25 0,0-25 15,0 25-15,0-25 0,0 25 0,0-1 0,0-24 16,-25 25-16,25 0 0,0 0 0,0-25 0,0 25 0,-24-1 15,24 1-15,0 0 0,0-25 0,-25 25 0,25 0 0,0 0 16,0-25-16,0 24 0,-25 1 0,25-25 0,0 25 16,0-25-16,0 25 0,-25-25 0,25 25 0,0-25 0,0 24 15,0-24-15,0 25 0,-25-25 0,25 0 0,0 25 16,0-25-16,0 0 0,0 0 0,0 25 0,0-25 0,0 0 15,0 0-15,0 0 0,0 0 0,0 0 0,0 0 0,0 0 16,0 0-16,0 0 0,0 0 0,0 0 0,0 0 16,0 0-16,0 0 0,0 0 0,0 0 0,0 0 0,0 0 15,0 0-15,0-25 0,25 25 0,-25 0 0,0 0 16,0 0-16,0-25 0,25 25 0,-25-25 0,0 25 0,25 0 15,-25-24-15,0 24 0,25-25 0,-25 25 0,24-25 16,-24 25-16,25-25 0,-25 0 0,0 25 0,25-24 0,-25 24 16,25 0-16,-25-25 0,0 25 0,25 0 0,-25 0 0,0-25 15,0 25-15,0 0 0,24 0 0,-24 0 0,0 0 16,0 0-16,0 0 0,0 0 0,0 0 0,0 0 0,0 0 15,0 0-15,0 25 0,0-25 0,0 0 0,0 25 0,0-25 16,0 0-16,0 24 0,0-24 0,0 25 0,0-25 16,-24 0-16,24 25 0,0-25 0,0 25 0,0-25 0,0 25 15,0-25-15,0 24 0,0-24 0,0 0 0,0 25 16,-25-25-16,25 25 0,0-25 0,0 25 0,0-25 0,0 0 15,0 25-15,0-25 0,0 24 0,0-24 0,0 0 0,0 0 16,0 0-16,0 0 0,0 25 0,0-25 0,25 0 16,-25 0-16,0 0 0,0 0 0,0 0 0,0 0 0,24 0 15,-24 0-15,0 0 0,0 0 0,25 0 0,-25 0 16,0 0-16,25 0 0,-25 0 0,25 0 0,-25 0 0,0 0 15,25 0-15,-25 0 0,24-25 0,-24 25 0,25 0 16,-25 0-16,0-24 0,25 24 0,-25 0 0,0-25 0,25 25 16,-25 0-16,0-25 0,0 25 0,25-25 0,-25 25 0,0 0 15,0-25-15,0 25 0,0-24 0,0 24 0,0-25 16,0 25-16,24-25 0,-24 25 0,0 0 0,0-25 0,0 25 15,0 0-15,0-25 0,0 25 0,0 0 0,0 0 16,0 0-16,0 0 0,0 0 0,0 0 0,0 0 0,0 0 16,0 0-16,0 0 0,0 0 0,0 0 0,0 0 0,-24 0 15,24 0-15,0 0 0,0 0 0,0 25 0,0-25 16,0 0-16,0 25 0,-25-25 0,25 0 0,0 25 0,0-25 15,0 25-15,0-25 0,0 24 0,-25-24 0,25 25 0,0-25 16,0 25-16,0-25 0,0 25 0,0-25 0,0 25 16,0-25-16,0 0 0,0 24 0,0-24 0,0 25 0,0-25 15,0 0-15,0 25 0,0-25 0,0 0 0,0 0 16,0 25-16,0-25 0,0 0 0,25 0 0,-25 0 0,0 0 15,0 25-15,25-25 0,-25 0 0,0 0 0,0 0 16,24 0-16,-24 0 0,0 0 0,25 0 0,-25-25 0,25 25 16,-25 0-16,0 0 0,25 0 0,-25-25 0,0 25 0,25 0 15,-25-25-15,0 25 0,24-25 0,-24 25 0,0-24 16,25 24-16,-25-25 0,0 25 0,0-25 0,25 25 0,-25-25 15,0 25-15,0-25 0,0 25 0,0 0 0,0-24 16,0 24-16,0 0 0,0 0 0,0-25 0,0 25 0,0 0 16,0 0-16,0 0 0,0 0 0,0 0 0,0 0 15,0 0-15,0 0 0,0 0 0,0 0 0,0 0 0,0 0 16,0 0-16,0 0 0,0 0 0,0 0 0,0 0 0,0 0 15,0 25-15,0-25 0,0 0 0,0 24 0,-25-24 16,25 0-16,0 25 0,0-25 0,0 25 0,0-25 0,0 25 16,-25-25-16,25 25 0,0-25 0,0 24 0,0-24 15,0 0-15,0 25 0,0-25 0,0 25 0,0-25 0,0 0 16,0 25-16,0-25 0,0 0 0,0 25 0,0-25 15,0 0-15,0 0 0,0 0 0,0 0 0,0 24 16,25-24-16,-25 0 0,0 0 0,0 0 0,0 0 0,25 0 16,-25 0-16,0 0 0,0 0 0,25 0 0,-25 0 15,0-24-15,25 24 0,-25 0 0,24 0 0,-24-25 0,25 25 16,-25 0-16,0-25 0,25 25 0,-25-25 0,25 25 0,-25-25 15,25 25-15,-25-24 0,0 24 0,24 0 0,-24-25 16,0 25-16,0 0 0,25-25 0,-25 25 0,0 0 0,0-25 16,0 25-16,25 0 0,-25 0 0,0 0 0,0 0 0,0 0 15,0-25-15,0 25 0,0 0 0,0 0 0,0 0 16,0 0-16,0 0 0,0 0 0,0 0 0,0 0 0,0 0 15,0 0-15,0 0 0,0 0 0,0 0 0,0 0 16,0 0-16,0 0 0,0 0 0,0 0 0,0 0 0,0 0 16,0 25-16,0-25 0,-25 0 0,25 0 0,0 0 0,0 0 15,0 0-15,0 25 0,0-25 0,0 0 0,0 0 16,0 25-16,0-25 0,0 0 0,-25 25 0,25-25 0,0 24 15,0-24-15,0 0 0,0 25 0,0-25 0,0 0 16,0 25-16,0-25 0,0 0 0,0 25 0,0-25 0,0 0 16,0 0-16,0 25 0,25-25 0,-25 0 0,0 0 15,0 24-15,0-24 0,0 0 0,0 0 0,0 25 0,25-25 16,-25 0-16,0 0 0,0 0 0,0 0 0,0 0 15,25 0-15,-25 0 0,0 0 0,25 0 0,-25 0 0,0 0 16,24 0-16,-24 0 0,25 0 0,-25-25 0,25 25 16,-25 0-16,0 0 0,25-24 0,-25 24 0,25 0 0,-25-25 15,25 25-15,-25 0 0,0-25 0,24 25 0,-24-25 16,0 25-16,25-25 0,-25 25 0,0-24 0,0-1 0,0 25 15,25-25-15,-25 25 0,0-25 0,0 25 0,0-25 0,0 25 16,0-24-16,0 24 0,0 0 0,0-25 0,0 25 16,0 0-16,0 0 0,0 0 0,0-25 0,0 25 0,0 0 15,0 0-15,-25 0 0,25 0 0,0 0 0,0 0 16,0 0-16,-25 0 0,25 0 0,0 0 0,0 0 0,-24 0 15,24 0-15,0 0 0,0 0 0,0 25 0,-25-25 0,25 0 16,0 0-16,0 0 0,0 25 0,0-25 0,0 0 16,0 0-16,0 0 0,0 0 0,0 0 0,0 24 15,0-24-15,0 0 0,25 0 0,-25 0 0,0 0 0</inkml:trace>
  <inkml:trace contextRef="#ctx0" brushRef="#br0" timeOffset="32164.8394">29518 1860 0,'0'0'0,"0"0"0,0 0 0,0 0 16,0-24-16,0 24 0,0 0 0,0 0 0,0 0 0,0-25 15,0 25-15,0 0 0,0 0 0,0-25 0,0 25 0,0 0 16,0 0-16,0 0 0,0-25 0,0 25 0,-25 0 16,25 0-16,0 0 0,0 0 0,0 0 0,0 0 15,0 0-15,0 0 0,0 0 0,0 0 0,-25 0 0,25 0 16,0 0-16,0 0 0,0 25 0,-25-25 0,25 0 0,0 0 15,-25 25-15,25-25 0,0 25 0,0-25 0,-24 24 16,24-24-16,0 0 0,0 25 0,-25-25 0,25 25 0,0-25 16,0 25-16,-25-25 0,25 25 0,0-25 0,0 24 15,0-24-15,0 25 0,0-25 0,0 25 0,0-25 0,0 0 16,25 25-16,-25-25 0,0 0 0,0 25 0,0-25 0,0 0 15,25 0-15,-25 0 0,0 0 0,24 0 0,-24 0 16,0 0-16,25 0 0,-25 0 0,0 0 0,25 0 16,-25 0-16,25 0 0,-25 0 0,0-25 0,25 25 0,-25 0 15,24 0-15,-24-25 0,0 25 0,25-25 0,-25 25 0,0 0 16,0-25-16</inkml:trace>
  <inkml:trace contextRef="#ctx0" brushRef="#br0" timeOffset="32431.855">29220 1488 0,'0'0'0,"0"0"0,0 0 0,0 0 16,0 0-16,25 0 0,-25 0 0,0 0 0,0 0 0,25 0 15,-25 0-15,0 0 0,24 0 0,-24 0 0,0 0 16,25 0-16,-25 0 0,25 0 0,-25 0 0,25 0 0,-25 0 16,25 0-16,-25 0 0,24 25 0,-24-25 0,0 0 15,25 0-15,-25 25 0,0-25 0,25 0 0,-25 25 0,0-25 16,0 0-16,0 24 0,0-24 0,0 25 0,0-25 0,0 25 15,0 0-15,-25-25 0,25 25 0,0-25 16,-25 25-16,25-1 0,-24 1 0</inkml:trace>
  <inkml:trace contextRef="#ctx0" brushRef="#br0" timeOffset="33618.9229">29021 2282 0,'-24'0'0,"24"25"16,0-25-16,0 0 0,-25 0 0,25 0 0,0 25 15,0-25-15,0 0 0,0 0 0,0 0 0,0 0 0,0 0 16,0 0-16,0 0 0,0 0 0,0 0 0,0 0 0,0 0 15,0 0-15,0 0 0,25 0 0,-25 0 0,0 0 16,0-25-16,0 25 0,0 0 0,0 0 0,0 0 16,0 0-16,0-25 0,0 25 0,0 0 0</inkml:trace>
  <inkml:trace contextRef="#ctx0" brushRef="#br0" timeOffset="33627.9232">30336 1439 0,'0'-25'15,"0"25"-15,0 0 0,0 0 0,0 0 0,0 0 16,0 0-16,0 0 0,0 0 0,0 0 0,0 0 0,0 0 16,0 0-16,-25 0 0,25 0 0,0 0 0,0 25 15,0-25-15,0 24 0,0-24 0,0 25 0,0-25 0,0 25 16,0 0-16,0 0 0,0-25 0,0 24 0,0 1 0,-24 0 15,24 0-15,0 0 0,0 0 0,0-1 0,-25 1 16,25 0-16,0-25 0,0 25 0,0 0 0,-25-1 0,25 1 16,0-25-16,0 25 0,0 0 0,-25-25 0,25 25 15,0-25-15,0 24 0,0-24 0,0 25 0,-25-25 0,25 25 16,0-25-16,0 25 0,0-25 0,0 0 0,0 25 0,0-25 15,0 0-15,0 0 0,0 0 0,-25 0 0,25 0 16,0-25-16,0 25 0,0 0 0,0 0 0,0-25 0</inkml:trace>
  <inkml:trace contextRef="#ctx0" brushRef="#br0" timeOffset="34431.9693">30138 1860 0,'0'-24'0,"0"24"0,24 0 0,-24 0 0,0-25 0,25 25 16,-25 0-16,0 0 0,25 0 0,-25-25 0,25 25 15,-25 0-15,25 0 0,-25 0 0,25 0 0,-25 0 0,24 0 16,-24 0-16,0 0 0,25 0 0,-25 0 0,0 0 0,25 0 15,-25 0-15,0 25 0,0-25 0,25 0 0,-25 25 16,0-25-16,0 0 0,0 24 0,0-24 0,0 25 16,0-25-16,-25 0 0,25 25 0,0-25 0,0 25 0,0-25 15,0 25-15,0-25 0,-25 24 0,25-24 0,0 0 0,0 25 16,0-25-16,0 25 0,-25-25 0,25 25 0,0-25 15,0 0-15,0 25 0,0-25 0,0 24 0,0-24 16,0 0-16,0 0 0,0 25 0,0-25 0,0 0 0,0 0 0,0 0 16,0 0-16,0 25 0,0-25 0,0 0 0,0 0 15,25 0-15,-25 0 0,0 0 0,25-25 0,-25 25 16,0 0-16,25 0 0,-25 0 0,25 0 0,-25-25 0,24 25 15,-24 0-15,0 0 0,25-24 0,-25 24 0,0-25 0,25 25 16,-25 0-16,0-25 0,25 25 0,-25-25 0,0 25 16,0-25-16,0 25 0,0-24 0,0 24 0,0-25 0,0 25 15,0-25-15,0 25 0,0 0 0,25-25 0,-25 25 0,0 0 16,0 0-16,0 0 0,0 0 0,0 0 0,0 0 15,0 0-15,0 0 0,0 0 0,0 0 0,0 0 0,0 0 16,0 0-16,-25 0 0,25 0 0,0 0 0,0 0 0,0 0 16,0 0-16,0 25 0,0-25 0,0 0 15,0 0-15,0 25 0,0-25 0,0 0 0,0 25 0,-25-25 0,25 24 16,0-24-16,0 25 0,0-25 0,0 0 0,0 25 0,0-25 15,0 25-15,0-25 0,0 25 0,-25-25 0,25 0 16,0 24-16,0-24 0,25 0 0,-25 25 0,0-25 0,0 0 16,0 0-16,0 0 0,0 25 0,0-25 0,0 0 15,25 0-15,-25 0 0,0 0 0,0 0 0,0 0 0,25 0 16,-25 0-16,0-25 0,24 25 0,-24 0 0,0 0 0,25 0 15,-25-25-15,25 25 0,-25 0 0,0 0 0,25-24 16,-25 24-16,0-25 0,25 25 0,-25 0 0,0-25 0,0 25 16,24-25-16,-24 25 0,0-25 0,0 25 0,0-24 0,25 24 15,-25-25-15,0 25 0,0-25 0,0 25 0,0 0 0,0 0 16,0-25-16,0 25 0,0 0 0,0 0 0,0 0 15,0 0-15,0 0 0,0 0 0,0 0 0,0 0 0,0 0 16,0 25-16,-25-25 0,25 0 0,0 0 0,0 0 0,0 25 16,0-25-16,0 0 0,-24 25 0,24-25 0,0 0 15,0 24-15,0-24 0,0 0 0,0 25 0,0-25 0,0 25 16,0-25-16,0 0 0,0 25 0,0-25 0,0 0 15,0 25-15,0-25 0,0 0 0,24 24 0,-24-24 0,0 0 16,0 0-16,25 0 0,-25 0 0,0 25 0,0-25 0,25 0 16,-25 0-16,0 0 0,25 0 0,-25 0 0,0-25 15,25 25-15,-25 0 0,0 0 0,24 0 0,-24 0 0,0-24 16,0 24-16,25 0 0,-25 0 0,0-25 0,0 25 0,0 0 15,0-25-15,25 25 0,-25 0 0,0-25 0,0 25 16,0 0-16,0-25 0,0 25 0,0 0 0,0 0 0,0-24 16,0 24-16,0 0 0,0 0 0,0 0 0,0 0 0,0 0 15,-25 24-15,25-24 0,0 0 0,0 0 0,0 25 16,0-25-16,-25 0 0,25 25 0,0-25 0,0 25 0,0-25 15,-24 25-15,24-25 0,0 24 0,0 1 0,0-25 0,0 25 16,-25-25-16,25 25 0,0-25 0,0 25 0,0-1 16,-25-24-16,25 25 0,0 0 0,0-25 0,0 25 0,-25 0 15,25-25-15,0 24 0,0-24 0,0 25 0,-25 0 16,25-25-16,0 25 0,0-25 0,-24 0 0,24 25 0,0-25 15,-25 0-15,25 0 0,0 24 0,-25-24 0,25 0 0,0 0 16,-25 0-16,25 0 0,0 0 0,-25 0 0,25 0 16,0 0-16,-24 0 0,24-24 0,0 24 0,0 0 0,0 0 15,0-25-15,-25 25 0,25 0 0,0-25 0,25 25 16,-25 0-16,0 0 0,0-25 0,0 25 0,0 0 0,0 0 15,24-25-15</inkml:trace>
  <inkml:trace contextRef="#ctx0" brushRef="#br0" timeOffset="36465.0856">30907 1935 0,'0'0'0,"0"0"0,0 0 0,0 0 16,0 0-16,0 0 0,0 0 0,0 0 0,0 0 15,0 0-15,0 0 0,0 0 0,0 0 0,0 0 16,0 0-16,0 0 0,0 0 0,0 0 0,0 0 0,0 0 15,0 0-15,0 0 0,0 0 0,0 0 0,0 0 0,0 0 16,0 0-16,0 0 0,24 0 0,-24 0 0,0 0 0,0 0 16,0 0-16,0 0 0,25 0 0,-25 0 0,0 0 0,25 0 15,-25 0-15,25 0 0,-25 0 0,25 0 0,-25 0 16,24 0-16,1 0 0,-25 0 0,25 0 0,-25-25 0,25 25 15,0 0-15,-25 0 0,24 0 0,-24 0 0,0 0 0,25 0 16,-25 0-16,25-25 0,-25 25 0,0 0 0,0 0 16,25 0-16,-25 0 0,0 0 0,0-25 0,0 25 0,0 0 15,0 0-15,0 0 0,0 0 0,0-24 0,0 24 0,0 0 16,0 0-16,0 0 0,0 0 0,0 0 0,0-25 15,0 25-15,0 0 0,0 0 0,0 0 0,-25 0 0,25-25 16,0 25-16,0 0 0,0 0 0,0 0 0,0 0 0,-25 0 16,25 0-16,0 0 0,0 0 0,-25 0 0,25 0 0,0 0 15,0 0-15,-24 0 0,24 0 0,0 0 0,0 0 16,-25 0-16,25 0 0,0 0 0,0 0 0,0 0 0,-25 0 15,25 0-15,0 0 0,0 0 0,0 0 0,0 0 0,0 0 16,-25 0-16,25 0 0,0 0 0,0 0 0,0 0 0,0 25 16,0-25-16,0 0 0,0 25 0,0-25 0,0 0 15,-25 24-15,25-24 0,0 25 0,0-25 0,0 25 0,0-25 16,0 25-16,0 0 0,0-25 0,0 24 0,0-24 15,0 25-15,0-25 0,0 0 0,0 25 0,25-25 0,-25 25 16,0-25-16,0 0 0,0 25 0,25-25 0,-25 0 0,0 24 16,0-24-16,25 0 0,-25 0 0,0 0 0,25 0 15,-25 0-15,24 0 0,-24 0 0,25 0 0,-25 0 0,25 0 16,0-24-16,-25 24 0,25 0 0,-25 0 0,25-25 0,-1 25 15,-24 0-15,25-25 0,-25 25 0,0 0 0,25-25 0,-25 25 16,25 0-16,-25-25 0,0 25 0,0 0 0,25-24 16,-25 24-16,0 0 0,0-25 0,0 25 0,24 0 0,-24-25 15,0 25-15,0 0 0,0-25 0,0 25 0,0 0 0,0-25 16,25 25-16,-25 0 0,0 0 0,0-24 0,0 24 0,0 0 15,0 0-15,0 0 0,0-25 0,0 25 0,0 0 0,0 0 16,0 0-16,0 0 0,0 0 0,0 0 0,0 0 0,0 0 16,0 0-16,0 0 0,0 0 0,0 0 0,0 0 15,0 0-15,0 0 0,0 0 0,0 0 0,0 25 0,0-25 16,0 0-16,0 24 0,-25-24 0,25 25 0,0-25 0,0 0 15,0 25-15,0-25 0,-24 25 0,24-25 0,0 25 0,0-25 16,0 0-16,0 24 0,-25-24 0,25 25 0,0-25 0,0 0 16,0 25-16,0-25 0,0 0 0,-25 25 0,25-25 15,0 0-15,0 25 0,0-25 0,0 0 0,0 0 0,0 0 16,0 0-16,0 0 0,0 0 0,0 0 0,0 0 0,0 0 15,0 0-15,0 0 0,0 0 0,0 0 0,25 0 16,-25 0-16,0 0 0,0 0 0,25-25 0,-25 25 0,24 0 16,-24 0-16,0-25 0,25 25 0,-25 0 0,25-25 0,-25 25 15,25 0-15,-25 0 0,25-25 0,-25 25 0,24 0 0,-24-24 16,0 24-16,25 0 0,-25 0 0,0 0 0,0 0 15,0 0-15,0 0 0,25-25 0,-25 25 0,0 0 0,0 0 16,0 0-16,0 0 0,0 25 0,-25-25 0,25 0 0,0 0 16,0 24-16,0-24 0,0 0 0,0 25 0,0-25 0,-25 0 15,25 25-15,0-25 0,0 25 0,0-25 0,0 0 0,0 25 16,0-25-16,-24 0 0,24 24 0,0-24 0,0 0 15,0 25-15,24-25 0,-24 0 0,0 25 0,0-25 0,0 0 16,0 0-16,0 0 0,25 25 0,-25-25 0,0 0 0,0 0 16,25 0-16,-25 0 0,0 0 0,25 0 0,-25 0 15,0 0-15,25 0 0,-25 0 0,0 0 0,24 0 0,-24-25 16,0 25-16,0 0 0,0-25 0,0 25 0,0 0 0,0-25 15,0 25-15</inkml:trace>
  <inkml:trace contextRef="#ctx0" brushRef="#br0" timeOffset="36577.0915">31105 1712 0,'0'0'0,"0"0"0,0 0 0,0-25 0,0 25 0,0 0 0,0 0 0,25-25 0,-25 25 15,0 0-15,25 0 0,-25-25 0,24 25 0,-24 0 0,0 0 16,25 0-16,-25-25 0,25 25 0,-25 0 0,25 0 0,-25 0 16,25 0-16,-25 0 0,25 0 0,-25 0 0,24 0 15,-24 0-15,25 25 0,-25-25 0,0 0 0,0 0 0,25 25 16,-25-25-16,0 0 0,0 0 0,0 25 0,0-25 0,25 0 15,-25 0-15,0 0 0,0 25 0,0-25 0,0 0 0,0 0 16,25 0-16,-25 0 0,0 24 0,0-24 0,0 0 16,24 0-16,-24 0 0</inkml:trace>
  <inkml:trace contextRef="#ctx0" brushRef="#br0" timeOffset="37167.1253">31874 1389 0,'0'0'0,"0"0"0,0 0 0,0 0 0,0 0 0,0 0 15,0 0-15,-25 0 0,25 0 0,0 25 0,0-25 0,-25 0 16,25 25-16,0-25 0,-24 24 0,24-24 0,-25 25 0,25-25 16,-25 25-16,25-25 0,-25 25 0,25 0 0,-25-25 15,25 24-15,0-24 0,-24 25 0,24-25 0,-25 25 0,25-25 16,0 25-16,0-25 0</inkml:trace>
  <inkml:trace contextRef="#ctx0" brushRef="#br0" timeOffset="37510.1455">32271 1463 0,'0'0'0,"0"-24"0,0 24 16,0 0-16,0 0 0,0 0 0,0 0 0,-25-25 0,25 25 15,0 0-15,0 0 0,0 0 0,0 0 0,0 0 0,0 25 16,0-25-16,0 0 0,0 0 0,0 0 0,-25 24 0,25-24 16,0 25-16,0-25 0,-25 25 0,25 0 0,0 0 15,0-1-15,-24-24 0,24 25 0,0 0 0,-25 0 0,25 0 0,0 0 16,0-1-16,-25 1 0,25 0 0,0 0 0,0 0 15,0-25-15,-25 24 0,25 1 0,0 0 0,0-25 0,0 25 16,-25-25-16,25 25 0,0-1 0,0-24 0,0 25 0,0-25 16,0 25-16,0-25 0,0 25 0,0-25 0,0 0 0,0 25 15,0-25-15,0 0 0,0 0 0,0 0 0,0 24 0,0-24 16,0 0-16,-24 0 0,24 0 0,0 0 0,0 0 15,0 0-15,0 0 0,0 0 0,0-24 0,0 24 0,0 0 16,-25 0-16,25 0 0,0-25 0,0 25 0,0 0 0,0-25 16</inkml:trace>
  <inkml:trace contextRef="#ctx0" brushRef="#br0" timeOffset="38113.18">31998 1910 0,'0'0'0,"0"0"15,0 0-15,25-25 0,-25 25 0,0 0 0,0 0 0,0 0 16,25 0-16,-25-25 0,0 25 0,24 0 0,-24 0 0,0 0 16,25 0-16,-25 0 0,25-24 0,-25 24 0,0 0 0,25 0 15,-25 0-15,25 0 0,-25 0 0,24 0 0,-24 0 0,25 0 16,-25 0-16,0 0 0,25 0 0,-25 0 0,25 0 15,-25 0-15,0 0 0,0 0 0,0 0 0,25 24 0,-25-24 16,0 0-16,0 0 0,0 0 0,0 25 0,0-25 0,0 0 16,0 25-16,-25-25 0,25 0 0,0 25 0,0-25 0,0 0 15,0 25-15,-25-25 0,25 0 0,0 24 0,0-24 0,0 25 16,0-25-16,-25 25 0,25-25 0,0 0 0,0 25 0,0-25 15,0 25-15,0-25 0,-25 0 0,25 24 0,0-24 0,0 0 16,0 25-16,0-25 0,0 0 0,0 25 0,0-25 16,0 0-16,0 0 0,0 0 0,0 25 0,0-25 0,0 0 15,0 0-15,0 0 0,0 0 0,0 0 0,25 0 0,-25 0 16,0 0-16,0 0 0,25 0 0,-25 0 0,0-25 0,25 25 15,-25 0-15,25 0 0,-25-25 0,25 25 0,-25 0 16,24-25-16,-24 25 0,25 0 0,0-24 0,-25 24 0,25-25 0,-25 25 16,25-25-16,-25 25 0,24-25 0,-24 25 0,25-25 15,-25 25-15,25-24 0,-25 24 0,25-25 0,-25 25 0,25-25 16,-25 25-16,0 0 0,24-25 0,-24 25 0,0-25 0,0 25 15,0-24-15,0 24 0,25 0 0,-25-25 0,0 25 0,0 0 16,0 0-16,-25 0 0,25 0 0,0 0 0,0 0 0,0 0 16,0 0-16,-24 0 0,24 0 0,0 0 0,0 0 0,-25 0 15,25 0-15,0 0 0,0 0 0,0 0 0,-25 0 0,25 0 16,0 25-16,0-25 0,0 0 0,0 0 0,0 24 0,0-24 15,-25 0-15,25 0 0,0 25 0,0-25 0,0 25 0,0-25 16,0 0-16,0 25 0,0-25 0,0 25 0,0-25 0,0 24 16,0-24-16,0 25 0,0-25 0,0 0 0,25 25 15,-25-25-15,0 25 0,0-25 0,0 25 0,0-25 0,0 0 16,0 24-16,0-24 0,0 25 0,0-25 0,0 25 0,0-25 15,0 0-15,0 25 0,0-25 0,0 25 0,0-25 0,0 0 16,0 0-16,0 24 0,0-24 0,0 0 0,0 0 0,-25 0 16,25 0-16,0 0 0,0 0 0,0 0 0,0 0 15,0 0-15,-25 0 0,25 0 0,0 0 0,0 0 0,-24 0 16,24-24-16,0 24 0,0 0 0,-25 0 0,25-25 0,0 25 15,0 0-15,0-25 0,0 25 0,0 0 0</inkml:trace>
  <inkml:trace contextRef="#ctx0" brushRef="#br0" timeOffset="38421.197">32891 1414 0,'0'0'0,"0"0"15,0 0-15,-25 0 0,25 0 0,0 0 0,0 0 0,0 0 16,0 0-16,-25 0 0,25 0 0,0 25 0,0-25 0,-24 0 16,24 24-16,-25-24 0,25 25 0,-25-25 0,25 25 0,-25-25 15,25 25-15,-25 0 0,25-25 0,-24 24 0,24 1 0,-25-25 16,0 25-16,25-25 0,-25 25 0,25-25 0,-25 25 47,1-25-47,24 25 0,-25-25 0,0 24 0</inkml:trace>
  <inkml:trace contextRef="#ctx0" brushRef="#br0" timeOffset="41611.3801">4787 3125 0,'0'-24'0,"0"24"0,0 0 0,0 0 0,0 0 15,0 0-15,0 0 0,0 0 0,0 0 0,0 0 0,0 0 16,0 0-16,0 0 0,0 0 0,0 0 0,0 0 16,0 0-16,-25-25 0,25 25 0,0 0 0,0 0 0,0 0 15,0 0-15,0 0 0,0 0 0,0 0 0,0 0 16,0 0-16,0 0 0,0-25 0,0 25 0,0 0 15,0 0-15,0 0 0,-24 0 0,24 0 0,0 0 0,0 0 16,0 0-16,0 0 0,0 0 0,0 0 0,-25 0 16,25 0-16,0 0 0,0 0 0,0-25 0,0 25 15,-25 25-15,25-25 0,0 0 0,0 0 0,0 0 0,-25 0 16,25 0-16,0 0 0,0 0 0,0 0 0,-25 0 15,25 0-15,0 0 0,-24 0 0,24 0 0,0 0 0,-25 0 16,25 0-16,0 25 0,-25-25 0,25 0 0,0 0 16,-25 0-16,25 0 0,0 25 0,-25-25 0,25 0 0,0 0 15,-24 24-15,24-24 0,-25 0 0,25 0 0,0 25 16,-25-25-16,25 25 0,0-25 0,0 0 0,-25 25 15,25 0-15,0-25 0,0 24 0,0-24 0,-25 25 0,25 0 16,0-25-16,0 25 0,0-25 0,0 25 0,0-25 16,25 24-16,-25-24 0,0 25 0,0-25 0,0 25 0,0-25 15,25 25-15,-25-25 0,0 0 0,0 25 0,25-25 16,-25 0-16,25 0 0,-25 24 0,0-24 0,24 0 15,-24 0-15,25 0 0,-25 0 0,25 0 0,-25 0 0,25 0 16,0 0-16,-25 0 0,24 0 0,-24 0 0,25-24 16,-25 24-16,25 0 0,-25 0 0,25-25 0,-25 25 0,25 0 15,-25 0-15,0-25 0,24 25 0,-24 0 0,0 0 16,0-25-16,25 25 0,-25 0 0,0 0 15,0 0-15,0 0 0,0 0 0,0 0 0,0 0 0,0 0 0,0 0 16,0 0-16,0 0 0,0 0 0,0 0 0,0 0 16,0 0-16,0 0 0,0 0 0,0 0 0,0 0 0,0 25 15,0-25-15,0 0 0,0 0 0,0 25 0,0-25 16,0 0-16,0 0 0,0 25 0,0-25 0,0 24 15,0-24-15,25 0 0,-25 25 0,0-25 0,0 0 0,0 25 16,0-25-16,0 0 0,0 0 0,0 25 0,0-25 16,25 0-16,-25 0 0,0 0 0,0 25 0,0-25 0,0 0 15,0 0-15,0 0 0,0-25 0,25 25 0,-25 0 16,0 0-16,0 0 0,0-25 0,0 25 0</inkml:trace>
  <inkml:trace contextRef="#ctx0" brushRef="#br0" timeOffset="41786.39">4738 3448 0,'0'0'0,"0"0"0,-25 0 0,25 0 15,0 25-15,0-25 0,0 0 0,0 0 0,0 0 16,0 0-16,0 0 0,0 0 0,0 0 0,0 0 16,25-25-16,-25 25 0,0 0 0,0 0 0,24 0 0,-24 0 15,25 0-15,-25 0 0,25 0 0,-25 0 0,25-25 0,0 25 16,-25 0-16,25 0 0,-1 0 0,-24 0 0,25-25 15,-25 25-15,25 0 0,0 0 0,-25 0 0,25 0 16,-25-25-16</inkml:trace>
  <inkml:trace contextRef="#ctx0" brushRef="#br0" timeOffset="42098.4079">5234 3076 0,'0'0'0,"-25"0"0,25 0 0,0 0 16,0-25-16,0 25 0,0 0 0,0 0 0,0 0 15,0 0-15,-25 0 0,25 0 0,0 0 0,0 25 16,0-25-16,0 0 0,0 0 0,0 25 0,0-25 0,-25 24 16,25-24-16,0 25 0,0-25 0,-24 25 0,24-25 15,0 25-15,0 0 0,-25-25 0,25 24 0,0 1 0,-25 0 16,25-25-16,0 25 0,-25 0 0,25-25 0,0 24 15,-25 1-15,25 0 0,-24-25 0,24 25 0,0 0 16,-25-25-16,25 24 0,0-24 0,0 25 0,0-25 16,-25 25-16,25-25 0,0 25 0,0-25 0,0 0 0,0 0 15,0 0-15,0 25 0,0-25 0,0 0 0,0 0 0,0 0 16,0 0-16,0 0 0,0 0 0,25-25 0,-25 25 15,0 0-15,0 0 0,25 0 0,-25-25 0,0 25 16,0 0-16</inkml:trace>
  <inkml:trace contextRef="#ctx0" brushRef="#br0" timeOffset="42617.4376">5531 3200 0,'0'0'16,"0"0"-16,0-25 0,0 25 0,-24 0 0,24 0 15,0 0-15,0-25 0,0 25 0,0 0 0,-25 0 0,25 0 16,0 0-16,0 0 0,0 0 0,0 0 0,-25 0 16,25 0-16,0 0 0,0 0 0,0 0 0,0 0 15,0 0-15,-25 0 0,25 0 0,0 0 0,0 25 0,0-25 16,0 0-16,0 0 0,0 25 0,-25-25 0,25 0 15,0 25-15,0-25 0,0 24 0,0-24 0,25 25 16,-25-25-16,0 25 0,0-25 0,0 25 0,0-25 0,25 25 16,-25-25-16,0 0 0,25 24 0,-25-24 0,0 25 15,25-25-15,-25 0 0,0 25 0,24-25 0,-24 25 0,0-25 16,25 0-16,-25 25 0,0-25 0,0 0 0,0 0 15,25 0-15,-25 24 0,0-24 0,0 0 0,0 0 0,0 0 16,0 0-16,0 25 0,0-25 0,0 0 0,-25 0 16,25 0-16,0 0 0,0 25 0,0-25 0,-25 0 15,25 0-15,0 0 0,-24 0 0,24 0 0,0 0 0,-25 0 16,25 25-16,0-25 0,-25 0 0,25 0 0,0 0 15,0 0-15,0 0 0,0 0 0,-25 0 0,25 0 0,0 0 16,0 0-16,0 0 0,0-25 0,0 25 0,0 0 16,0 0-16,0 0 0,0-25 0,0 25 0,25 0 0,-25-25 15,0 25-15,0 0 0,25-24 0,-25 24 0,0-25 16,25 25-16,-25-25 0</inkml:trace>
  <inkml:trace contextRef="#ctx0" brushRef="#br0" timeOffset="43160.4687">5730 3274 0,'0'0'15,"0"0"-15,0 0 0,0 0 0,0 0 0,0 0 0,0 0 16,0 0-16,0 0 0,0-25 0,0 25 0,0 0 16,0 0-16,0 0 0,-25 0 0,25 0 0,0 0 0,0 0 15,0 0-15,0 25 0,0-25 0,0 0 0,0 0 16,0 0-16,0 0 0,0 25 0,0-25 0,0 0 15,0 25-15,0-25 0,-25 25 0,25-25 0,0 24 0,0-24 16,0 25-16,0-25 0,0 25 0,0-25 0,0 25 16,0-25-16,0 25 0,0-25 0,25 24 0,-25-24 0,0 25 15,0-25-15,0 25 0,0-25 0,0 0 0,0 0 16,0 0-16,0 25 0,25-25 0,-25 0 0,0 0 15,0 0-15,0 0 0,0 0 0,25 0 0,-25 0 0,0 0 16,0 0-16,24 0 0,-24 0 0,0-25 0,0 25 16,25 0-16,-25 0 0,0-25 0,0 25 0,25 0 0,-25-25 15,0 25-15,0 0 0,0-24 0,25 24 0,-25-25 16,0 25-16,0 0 0,0-25 0,25 25 0,-25 0 15,0-25-15,0 25 0,0-25 0,0 25 0,0 0 0,0-24 16,0 24-16,0 0 0,0 0 0,0 0 0,0-25 16,0 25-16,0 0 0,0 0 0,0 0 0,0 0 0,0 0 15,0 0-15,0 0 0,0 0 0,0 25 0,0-25 16,0 0-16,0 0 0,0 0 0,0 24 0,0-24 0,0 0 15,0 25-15,-25-25 0,25 0 0,0 25 0,0-25 16,0 25-16,0-25 0,0 25 0,0-25 0,0 24 16,0-24-16,0 25 0,0 0 0,0-25 0,0 0 0,0 25 15,0-25-15,0 25 0,0-25 0,0 0 0,0 24 16,25-24-16,-25 0 0,0 0 0,0 0 0,0 0 0,0 25 15,0-25-15,0 0 0,0 0 0,0 0 0,0 0 16,25 0-16,-25-25 0,0 25 0,0 0 0,0 0 16,0 0-16,24-24 0,-24 24 0,0 0 0,0-25 0,0 25 15</inkml:trace>
  <inkml:trace contextRef="#ctx0" brushRef="#br0" timeOffset="43395.4821">6028 3051 0,'0'0'0,"0"0"0,0-25 0,0 25 16,0 0-16,24 0 0,-24 0 0,0 0 0,0 0 0,0 0 16,0-25-16,0 25 0,0 0 0,25 0 0,-25 25 15,0-25-15,0 0 0,0 0 0,25 0 0,-25 0 16,0 25-16,0-25 0,0 0 0,0 25 0,25-25 0,-25 0 15,0 25-15,0-25 0,0 24 0,0-24 0,0 0 16,0 25-16,0-25 0,0 25 0,0-25 0,0 25 16,-25-25-16,25 0 0,0 25 0,0-25 0,0 0 0,-25 0 15,25 24-15,0-24 0,-25 0 0,25 0 0,0 0 16,-24 0-16,24 0 0</inkml:trace>
  <inkml:trace contextRef="#ctx0" brushRef="#br0" timeOffset="43622.4949">6251 2877 0,'25'0'0,"-25"0"16,0 0-16,24 0 0,-24 0 0,0 0 0,25 0 0,-25 0 15,0 0-15,25 0 0,-25 0 0,0 0 0,0 0 16,25 0-16,-25 25 0,0-25 0,0 0 0,0 0 0,0 0 15,0 25-15,0-25 0,0 0 0,0 25 0,0-25 16,0 0-16,0 25 0,-25-25 0,25 24 0,0-24 0,-25 25 16,25-25-16,-25 25 0,25-25 0,-24 25 0,24-25 15,-25 25-15,25-25 0,-25 0 0,25 24 0</inkml:trace>
  <inkml:trace contextRef="#ctx0" brushRef="#br0" timeOffset="44371.5378">7441 3299 0,'0'0'0,"0"0"0,-24 0 0,24 0 0,0 0 0,0-25 16,0 25-16,-25 0 0,25 0 0,0 0 0,0 0 15,-25-25-15,25 25 0,0 0 0,-25 0 0,25 0 0,0 0 16,0 0-16,-25 0 0,25 0 0,0 0 0,0 0 16,0 0-16,-24 0 0,24 0 0,0 25 0,0-25 15,0 0-15,0 0 0,-25 25 0,25-25 0,0 0 16,0 25-16,0-25 0,0 0 0,0 25 0,0-25 0,0 24 15,0-24-15,0 25 0,0-25 0,0 25 0,0-25 0,0 25 16,0-25-16,0 25 0,25-25 0,-25 0 0,0 24 16,0-24-16,24 0 0,-24 25 0,0-25 0,25 0 15,-25 0-15,0 25 0,25-25 0,-25 0 0,25 0 16,-25 0-16,25 0 0,-25 0 0,24 0 0,-24 0 0,25 0 15,-25-25-15,25 25 0,-25 0 0,25 0 0,-25 0 0,25-25 16,-25 25-16,24 0 0,-24-24 0,0 24 0,25 0 16,-25-25-16,0 25 0,0 0 0,25 0 0,-25-25 0,0 25 15,0 0-15,0 0 0,0-25 0,0 25 0,0 0 16,0-25-16,25 25 0,-25 0 0,-25 0 0,25-24 15,0 24-15,0 0 0,0 0 0,0 0 0,0 0 0,0 0 16,0 0-16,0 0 0,0 0 0,0 0 0,0 0 16,0 0-16,0 0 0,-25 0 0,25 0 0,0 0 0,0 0 15,0 24-15,0-24 0,0 0 0,0 25 0,-25-25 16,25 25-16,0-25 0,0 25 0,0-25 0,0 0 15,0 25-15,25-25 0,-25 24 0,0-24 0,0 0 0,0 25 16,0-25-16,25 0 0,-25 0 0,0 0 0,0 0 16,0 25-16,25-25 0,-25 0 0,0 0 0,0 0 0,25-25 15,-25 25-15,0 0 0,0 0 0,0 0 0,24 0 16,-24-25-16,0 25 0,0 0 0,0-24 0,0 24 15,25 0-15,-25-25 0,0 25 0,0 0 0,0-25 0,0 25 16,0 0-16,0-25 0,0 25 0,-25 0 0,25-25 16,0 25-16,0 0 0,0-24 0,-24 24 0,24 0 0,0 0 15,0-25-15,-25 25 0,25 0 0,0 0 0,0 0 16,-25 0-16,25-25 0,0 25 0,0 0 0,-25 0 0,25 0 15,0 0-15,0 0 0,0 0 0,0 0 0,0 0 16,0 0-16,0 0 0,0 0 0,0 0 0</inkml:trace>
  <inkml:trace contextRef="#ctx0" brushRef="#br0" timeOffset="44567.549">7838 3026 0,'25'0'15,"-25"-25"-15,0 25 0,0 0 0,0 0 0,0 0 16,0-24-16,0 24 0,0 0 0,0 0 0,0 0 0,0 0 15,0 24-15,0-24 0,0 0 0,0 0 0,-25 25 16,25-25-16,0 25 0,0-25 0,0 25 0,-25 0 16,25-25-16,0 24 0,0 1 0,0-25 0,-24 25 0,24 0 15,0-25-15,0 25 0,0-25 0,0 24 0,0-24 16,0 25-16,0-25 0</inkml:trace>
  <inkml:trace contextRef="#ctx0" brushRef="#br0" timeOffset="45776.6183">8979 3448 0,'0'0'15,"0"0"-15,0 0 0,-25 0 0,25 0 0,0 0 16,0 0-16,0 0 0,0 0 0,0 0 0,0-25 0,0 25 15,0 0-15,0 0 0,25 0 0,-25-25 0,0 25 0,25 0 16,-25-25-16,25 25 0,0 0 0,-25-24 0,25 24 16,-1 0-16,1-25 0,0 25 0,-25-25 0,25 25 15,0-25-15,-1 25 0,1-25 0,0 25 0,0-24 0,0-1 16,-1 25-16,-24-25 0,25 25 0,0-25 0,-25 25 15,25-25-15,-25 25 0,0-24 0,25 24 0,-25-25 16,0 25-16,0-25 0,0 25 0,0-25 0,0 25 0,0 0 16,0-25-16,-25 25 0,25-24 0,0 24 0,0 0 15,-25-25-15,25 25 0,0 0 0,-25-25 0,25 25 16,0 0-16,-25-25 0,25 25 0,0 0 0,-24 0 0,24 0 15,0 0-15,0 0 0,-25 0 0,25 0 0,0 0 0,0 0 16,-25 0-16,25 0 0,0 25 0,0-25 0,0 0 16,-25 25-16,25-25 0,0 25 0,0-25 0,0 24 15,0-24-15,-25 25 0,25 0 0,0-25 0,0 25 0,0 0 16,0-25-16,0 24 0,0 1 0,0 0 0,0-25 15,0 25-15,0 0 0,0-1 0,0 1 0,0-25 0,0 25 16,0 0-16,-24-25 0,24 25 0,0-25 0,0 24 16,0-24-16,0 25 0,0-25 0,0 25 0,0-25 15,0 0-15,0 25 0,0-25 0,0 0 0,0 0 16,0 0-16,0 0 0,0 0 0,0 0 0,0 25 0,0-25 15,0 0-15,0 0 0,0 0 0,0 0 0,0-25 0,0 25 16,24 0-16,-24 0 0,0 0 0,0 0 0,25-25 16,-25 25-16,25 0 0,-25-25 0,25 25 0,-25-25 15,0 25-15,25 0 0,-25-24 0,24 24 0,-24 0 0,0 0 16,25-25-16,-25 25 0,0 0 0,0 0 0,25 0 15,-25 0-15,0 0 0,0-25 0,0 25 0,0 0 0,25 0 16,-25 0-16,0 0 0,0 0 0,0 0 0,0 0 16,0 0-16,0 0 0,0 0 0,0 0 0,0 0 0,0 0 15,0 0-15,0 0 0,0 0 0,0 0 0,0 0 16,0 0-16,0 0 0,0 25 0,0-25 0,0 0 15,0 0-15,0 0 0,0 25 0,0-25 0,0 0 0,0 24 16,0-24-16,0 25 0,0-25 0,0 25 0,0-25 16,0 25-16,0-25 0,0 0 0,0 25 0,0-25 0,25 0 15,-25 24-15,0-24 0,0 0 0,0 0 0,0 0 16,24 0-16,-24 0 0,0 0 0,0 0 0,25 0 15,-25 0-15,0 0 0,25 0 0,-25 0 0,25 0 0,-25-24 16,25 24-16,-25 0 0,24 0 0,-24 0 0,25-25 16,0 25-16,-25 0 0,25-25 0,-25 25 0,25 0 0,-25-25 15,24 25-15,-24 0 0,0-25 0,25 25 0,-25-24 16,0 24-16,25 0 0,-25 0 0,0-25 0,0 25 15,0 0-15,0-25 0,0 25 0,0 0 0,0 0 0,0-25 16,0 25-16,0 0 0,0 0 0,0-25 0,0 25 16,0 0-16,0 0 0,0 0 0,0 0 0,0 0 0,0 0 15,0 0-15,0 0 0,-25 0 0,25 0 0,0 0 16,0 0-16,0 25 0,0-25 0,0 0 0,0 25 0,0-25 15,-25 0-15,25 25 0,0-25 0,0 25 0,0-25 16,0 24-16,0 1 0,0-25 0,0 25 0,0-25 16,0 0-16,0 25 0,0-25 0,0 25 0,0-25 0,0 24 15,0-24-15,0 0 0,0 0 0,0 0 0,25 25 16,-25-25-16,0 0 0,0 0 0,0 0 0,25 0 15,-25 0-15,0 0 0,25 0 0,-25 0 0,0-25 0,25 25 16,-25 0-16,24-24 0,-24 24 0,0-25 0,25 25 16,-25 0-16,25-25 0,-25 25 0,0-25 0,25 25 0,-25 0 15,0-25-15,25 1 0,-25 24 0,0-25 0,0 25 16,0-25-16,24 0 0,-24 25 0,0-25 0,0 1 0,0 24 15,0-25-15,0 25 0,0-25 0,0 25 0,0 0 0,0-25 16,0 25-16,-24 0 0,24 0 0,0 0 16,0 25-16,0-25 0,-25 0 0,25 0 0,0 25 0,0-25 15,-25 0-15,25 25 0,0-25 0,0 24 0,-25-24 0,25 25 16,0-25-16,0 25 0,-25-25 0,25 25 0,0-25 15</inkml:trace>
  <inkml:trace contextRef="#ctx0" brushRef="#br0" timeOffset="45912.6255">9798 3770 0,'0'25'0,"0"-25"15,0 0-15,0 25 0,0-25 0,0 0 0,0 0 16,0 0-16,0 0 0,0 0 0,0 0 0,0 0 16,0 0-16,0 0 0,0 0 0,0 0 0,0 0 0,0 0 15,0 0-15,0 0 0,0-25 0,0 25 0,0 0 0,0 0 16,0 0-16,0 0 0,25-25 0,-25 25 0,0 0 15,0 0-15,0 0 0</inkml:trace>
  <inkml:trace contextRef="#ctx0" brushRef="#br0" timeOffset="46399.6539">11063 3274 0,'0'0'0,"0"0"0,0 0 0,-25-25 0,25 25 0,0 0 15,0 0-15,0 0 0,0 0 0,0-24 0,0 24 16,0 0-16,0 0 0,0 0 0,0 0 0,0 0 0,0 0 16,0 0-16,0 24 0,0-24 0,0 0 0,25 0 15,-25 0-15,0 25 0,0-25 0,0 0 0,0 25 16,0-25-16,0 25 0,0-25 0,0 25 0,0-1 0,0-24 15,25 25-15,-25 0 0,0-25 0,0 25 0,0 0 16,0-25-16,0 24 0,0-24 0,0 25 0,24-25 0,-24 25 16,0-25-16,0 0 0,0 25 0,0-25 0,0 0 0,0 0 15,0 25-15,0-25 0,25 0 0,-25 0 0,0 0 16,0 0-16,0 0 0,0 0 0,0-25 0,0 25 15,25 0-15,-25 0 0,0-25 0,25 25 0,-25-25 0,0 25 16,25-25-16,-25 25 0,0-24 0,25 24 0,-25-25 16,0 25-16,24-25 0,-24 25 0,0-25 0,0 25 15,25-25-15,-25 25 0,0 0 0,0-24 0,0 24 0,25 0 16,-25 0-16,0-25 0,0 25 0,0 0 0,0 0 15,0 0-15,0 0 0,25 0 0,-25 25 0,0-25 0,0 0 16,0 0-16,0 0 0,25 0 0,-25 0 0</inkml:trace>
  <inkml:trace contextRef="#ctx0" brushRef="#br0" timeOffset="46836.6789">11460 3448 0,'0'0'0,"0"0"0,0 0 0,0 0 0,0 25 16,0-25-16,0 0 0,0 0 0,0 0 0,0 0 0,0 0 15,0 0-15,0 0 0,0 0 0,25 0 0,-25-25 16,0 25-16,24 0 0,-24 0 0,0 0 0,25 0 0,-25-25 15,25 25-15,-25 0 0,25 0 0,-25-25 16,0 25-16,25 0 0,-25 0 0,0 0 0,0 0 0,24 0 16,-24-25-16,0 25 0,0 0 0,0 0 0,0 0 0,0 0 15,0 0-15,0-24 0,0 24 0,0 0 0,0 0 16,0-25-16,-24 25 0,24 0 0,0 0 0,0 0 15,0-25-15,-25 25 0,25 0 0,0 0 0,0 0 0,-25 0 16,25 0-16,0 0 0,0 0 0,-25 0 0,25 0 16,0 0-16,0 0 0,-25 0 0,25 0 0,0 0 15,-24 0-15,24 0 0,0 0 0,-25 25 0,25-25 0,0 0 16,0 0-16,-25 0 0,25 0 0,0 25 0,0-25 15,0 0-15,-25 0 0,25 24 0,0-24 0,0 0 0,0 25 16,0-25-16,0 0 0,0 25 0,0-25 0,0 25 16,0-25-16,0 25 0,0-25 0,0 24 0,25-24 0,-25 0 15,0 25-15,0-25 0,25 0 0,-25 25 0,0-25 16,25 0-16,-25 0 0,0 25 0,24-25 0,-24 0 0,25 0 15,-25 0-15,0 0 0,25 0 0,-25 25 0,25-25 16,-25-25-16,25 25 0,-25 0 0,24 0 0,1 0 0,-25 0 16,25 0-16,-25 0 0,25 0 0,0-25 0,-25 25 15,24 0-15,1 0 0,-25 0 0,25 0 0</inkml:trace>
  <inkml:trace contextRef="#ctx0" brushRef="#br0" timeOffset="47141.6962">12129 3398 0,'0'0'0,"0"-25"0,0 25 16,0 0-16,0-24 0,0 24 0,0 0 0,0-25 15,0 25-15,0-25 0,0 25 0,0 0 0,-24 0 0,24-25 16,0 25-16,0 0 0,-25 0 0,25 0 0,0-25 0,0 25 16,0 0-16,-25 0 0,25 0 0,0 0 0,-25 25 15,25-25-15,0 0 0,0 0 0,-25 25 0,25-25 16,0 0-16,-24 25 0,24-25 0,0 0 0,-25 25 0,25-25 15,0 24-15,0-24 0,0 0 0,-25 25 0,25-25 16,0 25-16,0-25 0,0 25 0,0-25 0,0 25 16,0-25-16,0 24 0,0-24 0,25 25 0,-25-25 0,0 25 15,0-25-15,25 0 0,-25 25 0,0-25 0,24 0 0,-24 0 16,0 25-16,25-25 0,-25 0 0,25 0 0,0 0 15,-25 0-15,25 0 0,-1-25 0,1 25 0,-25 0 16,25 0-16,0 0 0,0-25 0,0 25 0,-1 0 0,1-25 16,0 25-16,0-25 0,-25 25 0,25 0 0,-1-24 15,1 24-15,-25-25 0,25 0 0,-25 25 0</inkml:trace>
  <inkml:trace contextRef="#ctx0" brushRef="#br0" timeOffset="47362.7089">12551 3026 0,'0'0'0,"0"0"15,0 0-15,0-25 0,-25 25 0,25 0 0,0 25 0,0-25 16,0 0-16,0 0 0,0 0 0,-24 25 0,24-25 15,0 25-15,0-25 0,0 25 0,0-1 0,0 1 16,0-25-16,0 25 0,-25 0 0,25 0 0,0-25 0,0 24 16,0 1-16,0 0 0,0 0 0,0-25 0,-25 25 15,25-1-15,0 1 0,0-25 0,0 25 0,0 0 0,0-25 16,0 25-16,0-25 0,0 24 0,0-24 0,0 25 15,0-25-15,0 0 0,-25 25 0,25-25 0,0 0 16,0 25-16,0-25 0,0 0 0,0 0 0,0 0 0,0 0 16,0 0-16,0 0 0,0 0 0,0 0 0,0 0 15,0-25-15,0 25 0,0 0 0</inkml:trace>
  <inkml:trace contextRef="#ctx0" brushRef="#br0" timeOffset="47758.7311">12452 3349 0,'0'0'0,"0"-25"0,0 25 0,0 0 0,25-25 0,-25 25 15,0 0-15,0 0 0,0 0 0,25-25 16,-25 25-16,0 0 0,0 0 0,24 0 0,-24 0 0,0 0 15,25 0-15,-25 0 0,0 0 0,0 0 0,25 0 0,-25 0 16,0 0-16,0 0 0,0 25 0,0-25 0,0 0 16,25 0-16,-25 25 0,0-25 0,0 0 0,0 25 15,0-25-15,0 0 0,-25 24 0,25-24 0,0 25 0,0-25 16,0 25-16,0-25 0,0 25 0,0-25 0,0 25 15,0-25-15,0 0 0,0 24 0,0-24 0,0 25 16,0-25-16,0 0 0,0 25 0,0-25 0,0 0 0,0 0 16,0 25-16,25-25 0,-25 0 0,0 0 0,0 0 0,0 0 15,25 0-15,-25 0 0,24 0 0,-24-25 16,25 25-16,-25 0 0,25 0 0,-25 0 0,25-25 0,-25 25 15,25 0-15,-25-25 0,24 25 0,-24 0 0,0-24 0,0 24 16,0-25-16,25 25 0,-25-25 0,0 25 16,0-25-16,0 25 0,0-25 0,0 25 0,0-24 0,-25 24 0,25-25 15,0 25-15,0 0 0,0-25 0,0 25 0,0 0 16,-24 0-16,24-25 0,0 25 0,0 0 0,0 0 0,0 0 15,-25 0-15,25 0 0,0 0 0,0 0 0,0 0 16,-25 0-16,25 0 0,0 0 0,0 0 0,0 0 16,0 0-16,-25 0 0,25 0 0,0-25 0,0 25 0,0 0 15,0 0-15,0 0 0,0 0 0</inkml:trace>
  <inkml:trace contextRef="#ctx0" brushRef="#br0" timeOffset="47961.7432">12750 3026 0,'0'0'0,"0"0"15,0 0-15,0 0 0,0 0 0,24 0 16,-24 0-16,0 0 0,0 0 0,25 0 0,-25 0 0,0 0 16,25 25-16,-25-25 0,0 0 0,25 0 0,-25 0 0,25 25 15,-25-25-15,0 0 0,0 0 0,0 25 0,0-25 16,0 0-16,0 24 0,0-24 0,-25 0 0,25 25 0,-25-25 15,25 25-15,-25-25 0,0 25 0,1-25 0,24 0 16,-25 25-16,0-25 0,0 0 0,0 0 0,-24 24 16</inkml:trace>
  <inkml:trace contextRef="#ctx0" brushRef="#br0" timeOffset="48824.792">14362 3125 0,'0'0'0,"0"-24"0,25 24 0,-25 0 15,0 0-15,0 0 0,0 0 0,0 0 0,0 0 16,0-25-16,0 25 0,25 0 0,-25 0 0,0 0 0,0-25 16,0 25-16,0 0 0,0 0 0,24 0 0,-24-25 15,0 25-15,0 0 0,0 0 0,0 0 0,0-25 0,0 25 16,0 0-16,0 0 0,0 0 0,0-24 0,0 24 15,0 0-15,0 0 0,-24 0 0,24 0 0,0 0 16,-25 0-16,25 0 0,0 0 0,-25 0 0,25 0 0,0 0 16,-25 0-16,25 0 0,-25 0 0,25 0 0,0 0 0,-25 0 15,25 0-15,0 0 0,-24 0 0,24 0 0,0 0 16,0 0-16,0 0 0,0 0 0,0 0 0,0 24 15,0-24-15,0 0 0,0 0 0,0 0 0,0 25 0,0-25 16,0 0-16,0 25 0,0-25 0,0 25 0,0-25 16,0 25-16,24-25 0,-24 24 0,0 1 0,25-25 15,-25 25-15,0-25 0,25 25 0,-25 0 0,0-25 0,25 24 16,-25 1-16,0-25 0,25 25 0,-25-25 0,25 25 15,-25-25-15,0 25 0,24-25 0,-24 24 0,0-24 0,0 25 16,0-25-16,0 0 0,25 25 0,-25-25 0,0 0 16,-25 25-16,25-25 0,0 0 0,0 25 0,0-25 15,0 0-15,-24 0 0,24 0 0,0 0 0,-25 24 0,25-24 16,0 0-16,-25 0 0,25 0 0,-25 0 0,25 0 15,0 0-15,-25 0 0,25 0 0,-25-24 0,25 24 16,-24 0-16,24 0 0,0 0 0,-25 0 0,25 0 0,0 0 16,0 0-16,-25 0 0,25 0 0,0 0 0,0-25 0,-25 25 15,25 0-15,0 0 0,0 0 0,0 0 0,0 0 16,0 0-16,0 0 0,0 0 0,0 0 0,0 0 0,25 0 15,-25-25-15,0 25 0,0 0 0,25 0 0,-25-25 16,0 25-16,25 0 0,-25 0 0,24 0 0,1-25 16,-25 25-16</inkml:trace>
  <inkml:trace contextRef="#ctx0" brushRef="#br0" timeOffset="49090.8079">14957 3299 0,'0'0'0,"0"0"0,0 0 16,0 0-16,0 0 0,0 0 0,-25-25 0,25 25 16,0 0-16,0 0 0,0 0 0,25 0 0,-25 0 0,0 0 15,0 0-15,0 0 0,0 0 0,0 0 0,25 0 16,-25 0-16,0 0 0,25 0 0,-25 0 0,25 25 0,-25-25 15,24 0-15,-24 0 0,25 0 0,-25 0 0,25 0 16,-25 0-16,25 0 0,-25 0 0,25 0 0,-25 25 0,24-25 16,-24 0-16,0 0 0,0 0 0,25 25 0,-25-25 15,0 0-15,0 0 0,0 0 0,0 0 0,0 0 16,0 0-16</inkml:trace>
  <inkml:trace contextRef="#ctx0" brushRef="#br0" timeOffset="49262.8177">14908 3497 0,'0'0'0,"0"25"0,0-25 0,0 0 0,-25 0 15,25 0-15,0 0 0,0 0 0,25 0 0,-25 0 16,0 0-16,0 0 0,24 0 0,-24 0 0,0 0 0,25 0 16,0 0-16,-25 0 0,25 0 0,0 0 0,-25 0 15,24 0-15,-24 0 0,25 0 0,0-25 0,-25 25 16,25 0-16,0 0 0,-25 0 0,24 0 0,-24 0 0,25 0 15,-25 0-15</inkml:trace>
  <inkml:trace contextRef="#ctx0" brushRef="#br0" timeOffset="50225.8728">16222 2952 0,'0'0'0,"0"0"0,0 0 0,0 0 16,-25-25-16,25 25 0,0 0 0,0 0 0,0 0 0,0 0 15,0-25-15,0 25 0,0 0 0,0 0 0,-24 0 16,24-25-16,0 25 0,0 0 0,0 0 0,0 0 0,0 0 15,0 0-15,0 0 0,0 0 0,0 0 0,0 0 16,0 0-16,0 0 0,0 0 0,-25 0 0,25 0 0,0 0 16,0 0-16,0 0 0,0 0 0,0 0 0,-25 0 0,25 25 15,0-25-15,0 0 0,0 0 0,-25 0 0,25 0 16,0 0-16,0 0 0,0 25 0,-25-25 0,25 0 15,0 0-15,0 25 0,0-25 0,0 0 0,0 0 16,0 25-16,0-25 0,0 0 0,0 0 0,0 24 16,0-24-16,0 0 0,0 0 0,0 25 0,25-25 0,-25 0 15,0 0-15,0 25 0,25-25 0,-25 0 0,0 25 0,0-25 16,25 0-16,-25 0 0,0 25 0,0-25 0,25 0 15,-25 24-15,0-24 0,0 0 0,0 0 0,24 25 16,-24-25-16,0 0 0,0 0 0,0 25 0,0-25 0,0 0 16,0 0-16,0 25 0,0-25 0,25 0 0,-25 0 0,0 0 15,0 25-15,0-25 0,0 0 0,0 0 16,-25 0-16,25 0 0,0 24 0,0-24 0,0 0 0,0 0 15,0 0-15,0 0 0,0 0 0,0 0 0,-24 0 0,24 0 16,0 0-16,0 0 0,-25 0 0,25 25 0,0-25 16,0 0-16,-25 0 0,25 0 0,0 0 0,0 0 0,-25-25 15,25 25-15,0 0 0,0 0 0,0 0 0,-25 0 16,25 0-16,0 0 0,0 0 0,0 0 0,0 0 15,0 0-15,0 0 0,0 0 0,0 0 0,0 0 16,0 0-16,0 0 0,0 0 0,0 0 0,0 0 0,0 0 16,0 0-16,0 0 0,0 0 0,0 0 0,0 0 15,0 0-15,0 0 0,0 0 0,0 0 0,0 0 16,0 0-16,0 0 0,0 0 0,0 0 0,0 0 0,0 0 15,25 25-15,-25-25 0,0 0 0,0 0 0,0 0 0,0 0 16,0 0-16,0 0 0,25 0 0,-25 25 0,0-25 16,0 0-16,0 0 0,25 0 0,-25 25 0,0-25 15,0 0-15,0 0 0,0 25 0,0-25 0,0 0 0,0 24 16,0-24-16,0 25 0,0-25 0,0 25 0,0-25 0,0 0 15,0 25-15,0-25 0,0 25 0,0-25 0,0 24 16,-25-24-16,25 0 0,0 25 0,0-25 0,0 25 16,-25-25-16,25 0 0,0 25 0,0-25 0,0 0 0,-25 25 15,25-25-15,0 0 0,0 0 0,0 0 0,0 0 16,0 24-16,0-24 0,0 0 0,0 0 0,-24 0 0,24 0 15,0 0-15,0 25 0,0-25 0,0 0 0,0 0 16,0 0-16,0 0 0,0 0 0,0 0 0,0 0 16</inkml:trace>
  <inkml:trace contextRef="#ctx0" brushRef="#br0" timeOffset="51144.9252">16718 3225 0,'0'0'0,"0"0"0,0 0 0,0 0 15,0 0-15,0 0 0,0-25 0,0 25 0,0 0 16,0 0-16,0 0 0,0 0 0,0 0 0,0 0 0,0 0 15,0 0-15,0 0 0,0 0 0,0 0 0,0 0 16,0 0-16,0 0 0,0 0 0,0 0 0,0 0 0,0 0 16,0 0-16,0 0 0,0 0 0,0 0 0,0 0 0,-24 0 15,24 25-15,0-25 0,0 0 0,0 24 16,0-24-16,0 25 0,0-25 0,-25 25 0,25-25 0,0 25 15,0-25-15,0 25 0,-25-1 0,25-24 0,0 25 0,0-25 16,0 25-16,0-25 0,0 25 0,-25 0 0,25-25 16,0 24-16,0-24 0,0 25 0,0-25 0,0 0 15,25 25-15,-25-25 0,0 25 0,0-25 0,0 0 0,0 0 16,0 0-16,0 0 0,25 0 0,-25 0 0,0 0 15,0 0-15,25 0 0,-25 0 0,0 0 0,24 0 16,-24-25-16,0 25 0,25 0 0,-25 0 0,25-25 0,-25 25 16,0 0-16,25-25 0,-25 25 0,25-24 0,-25 24 15,0-25-15,24 25 0,-24 0 0,0-25 0,25 25 0,-25-25 16,0 0-16,25 25 0,-25-24 0,0 24 0,25-25 15,-25 25-15,0-25 0,0 25 0,25-25 0,-25 25 0,0 0 16,0-25-16,0 25 0,0 0 0,0 0 0,0 0 16,24-24-16,-24 24 0,0 0 0,0 0 0,0 0 15,0 0-15,0 0 0,0 0 0,0 24 0,0-24 0,-24 0 16,24 0-16,0 0 0,0 25 0,0-25 0,0 25 0,0-25 15,-25 0-15,25 25 0,0-25 0,0 25 16,0-25-16,-25 24 0,25-24 0,0 25 0,0-25 0,0 0 16,0 25-16,0-25 0,0 25 0,-25-25 0,25 0 0,0 25 15,0-25-15,0 0 0,0 24 0,0-24 0,0 0 16,0 25-16,0-25 0,0 0 0,0 25 0,0-25 15,0 0-15,0 0 0,0 25 0,0-25 0,0 0 16</inkml:trace>
  <inkml:trace contextRef="#ctx0" brushRef="#br0" timeOffset="51468.9439">16917 3770 0,'0'0'0,"0"0"0,0 0 0,0 0 0,0 0 0,0 0 16,0 0-16,0 0 0,0-24 0,0 24 0,0 0 0,25 0 15,-25 0-15,0 0 0,0-25 0,24 25 0,-24 0 16,0 0-16,25-25 0,-25 25 0,25 0 0,-25-25 0,0 25 15,25 0-15,-25-25 0,0 25 0,0 0 0,25 0 16,-25-25-16,0 25 0,0 0 0,0 0 0,24-24 16,-24 24-16,0 0 0,0 0 0,0 0 0,0 0 15,0 0-15,0 0 0,0 0 0,0 0 0,0 0 0,0 0 16,0 0-16,0 0 0,0 0 0,0 0 0,0 0 0,0 0 15,0 24-15,0-24 0,0 0 0,0 25 0,0-25 16,0 25-16,0-25 0,0 25 0,0-25 0,0 0 16,-24 25-16,24-25 0,0 25 0,0-25 0,0 24 15,0-24-15,0 0 0,0 25 0,0-25 0,0 0 0,0 25 16,0-25-16,0 0 0,0 0 0,-25 25 0,25-25 0,0 0 15,0 0-15,0 0 0,0 0 0,0 0 0,0 0 16,0 0-16,25 0 0,-25 0 0</inkml:trace>
  <inkml:trace contextRef="#ctx0" brushRef="#br0" timeOffset="51720.9583">17413 3646 0,'25'0'0,"-25"0"0,0 0 16,0 0-16,0 0 0,0 0 0,0 0 0,0 0 0,0 0 15,0 0-15,0 0 0,0 0 0,0 0 0,0 0 16,24 0-16,-24 0 0,0 25 0,0-25 0,0 0 16,0 0-16,0 25 0,0-25 0,0 0 0,0 25 0,0-25 15,0 0-15,0 0 0,0 25 0,0-25 0,0 0 16,-24 24-16,24-24 0,0 0 0,0 25 0,-25-25 0,25 0 15,0 25-15,-25-25 0,25 0 0,0 0 0,-25 25 16,25-25-16,0 0 0,-25 0 0,25 0 0,0 0 16,0 0-16,0 0 0,0 0 0,0 0 0,0 0 15</inkml:trace>
  <inkml:trace contextRef="#ctx0" brushRef="#br0" timeOffset="52273.9899">17983 3175 0,'0'-25'16,"0"25"-16,0 0 0,0 0 0,0 0 0,0 0 15,0 0-15,0 0 0,0 0 0,0 0 0,0 0 0,0 0 16,0 0-16,0 0 0,0 0 0,0 0 0,0 25 0,0-25 16,0 0-16,-24 25 0,24-25 0,0 0 15,0 25-15,0-1 0,-25-24 0,25 25 0,0 0 0,-25-25 16,25 25-16,0 0 0,0-25 0,-25 24 0,25 1 0,0-25 15,0 25-15,0 0 0,0-25 0,0 25 0,-25-25 16,25 24-16,0-24 0,25 25 0,-25-25 0,0 0 0,0 0 16,0 25-16,0-25 0,0 0 0,0 0 0,25 0 15,-25 0-15,0 0 0,0 0 0,25 0 0,-25 0 16,0 0-16,25 0 0,-25 0 0,0-25 0,24 25 0,-24 0 15,0 0-15,25-25 0,-25 25 0,25-24 0,-25 24 16,0 0-16,25-25 0,-25 25 0,0-25 0,25 25 0,-25-25 16,0 0-16,24 25 0,-24-24 0,0-1 0,0 25 15,25-25-15,-25 25 0,0-25 0,0 25 0,25-25 0,-25 25 16,0 0-16,0-24 0,0 24 0,0 0 0,0 0 15,0 0-15,0 0 0,0 0 0,0 0 0,0 0 16,0 0-16,0 24 0,0-24 0,0 0 0,0 0 0,0 25 16,0-25-16,0 25 0,0-25 0,0 25 0,0-25 15,0 0-15,0 25 0,-25-25 0,25 24 0,0-24 16,0 25-16,0-25 0,0 25 0,0-25 0,0 25 0,-25-25 15,25 25-15,0-25 0,0 24 0,0-24 0,0 0 16,0 25-16,0-25 0,-24 25 0,24-25 0,0 0 0,0 0 16,0 25-16,0-25 0,0 0 0,24 0 0,-24 0 15,0 0-15,0 0 0</inkml:trace>
  <inkml:trace contextRef="#ctx0" brushRef="#br0" timeOffset="52604.0088">18207 3621 0,'0'0'0,"0"0"16,0 0-16,0 0 0,0 0 0,0 0 0,0 0 15,0 0-15,0 0 0,0 0 0,0 0 0,0 0 16,0-24-16,24 24 0,-24 0 0,0 0 0,0 0 0,25 24 16,-25-24-16,0 0 0,0 0 0,25 0 0,-25 0 15,0 0-15,25 0 0,-25 0 0,0 25 0,0-25 16,0 0-16,0 0 0,0 25 0,0-25 0,0 0 0,0 0 15,0 25-15,0-25 0,0 0 0,0 25 0,-25-25 0,25 0 16,0 0-16,-25 25 0,25-25 0,0 0 0,-25 24 16,25-24-16,0 0 0,0 0 0,-24 25 0,24-25 15,0 0-15,0 25 0,-25-25 0,25 0 0,0 0 0,0 25 16,0-25-16,0 0 0,0 0 0,25 0 0,-25 0 15,0 0-15,0 0 0,0 25 0,24-25 0,-24 0 0,25 0 16,-25 0-16,25 0 0,0 0 0,0-25 0,-25 25 16,24 0-16,1 0 0,0 0 0,0 0 0,-25 0 15,25 0-15,-1-25 0,-24 25 0,25 0 0,0 0 0,-25 0 16,25-25-16,0 25 0</inkml:trace>
  <inkml:trace contextRef="#ctx0" brushRef="#br0" timeOffset="52799.0199">18728 3572 0,'0'0'0,"0"0"0,0 0 0,0 0 0,0 0 15,0 0-15,0 0 0,0 0 0,0 0 0,0 0 0,0 0 16,-25 25-16,25-25 0,0 0 0,0 0 0,0 24 16,0-24-16,0 0 0,0 25 0,0-25 0,0 25 15,-25-25-15,25 25 0,0-25 0,0 25 0,-25-25 0,25 25 16,-25-25-16,25 0 0,0 24 0,-24-24 0,24 25 15,-25-25-15,25 0 0,0 25 0,-25-25 0,25 0 16,0 0-16,0 25 0,-25-25 0,25 0 0,0 0 0,0 0 16</inkml:trace>
  <inkml:trace contextRef="#ctx0" brushRef="#br0" timeOffset="53013.0322">19199 3671 0,'0'0'0,"0"0"0,0 0 0,0 0 0,0 0 0,0 0 16,0-25-16,0 25 0,0 0 0,0 0 0,0 0 16,0 0-16,0-25 0,0 25 0,0 0 0,0 0 15,0 0-15,0 0 0,0 0 0,0 0 0,0 0 0,0 0 16,0 25-16,25-25 0,-25 0 0,0 0 0,0 0 0,0 0 15,24 0-15,-24 0 0,0 0 0</inkml:trace>
  <inkml:trace contextRef="#ctx0" brushRef="#br0" timeOffset="53211.0435">19422 3696 0,'0'0'0,"0"0"0,0 0 0,0 0 0,0-25 0,0 25 0,0 0 0,0 0 0,0 0 0,0 0 0,0 0 0,0 0 0,0 0 0,0 0 0,0 0 0,0 0 16,0 0-16,25 0 0,-25 0 0,0 0 0,0 0 0,0 0 0,25 0 0,-25 0 15,0 0-15,0-25 0,24 25 0,-24 0 16,0 0-16,25 0 31,-25 0-31</inkml:trace>
  <inkml:trace contextRef="#ctx0" brushRef="#br0" timeOffset="53363.0522">19720 3646 0,'0'0'0,"0"0"0,0 0 0,0 0 0,0 0 16,0 0-16,0 0 0,0 0 0,0 0 0,0 0 15,0 0-15,0 0 0,0 0 0,0 0 0,25-25 0,-25 25 16,0 0-16,0 0 0,0 0 0,0 0 0,24 0 0,-24 0 15,0 0-15,0 0 0,25 0 0,-25 0 0,0 0 47</inkml:trace>
  <inkml:trace contextRef="#ctx0" brushRef="#br0" timeOffset="53682.0705">20439 3646 0,'25'0'0,"-25"0"0,0 0 15,0 0-15,0 0 0,0 0 0,0 0 0,0 0 16,25 0-16,-25 0 0,0 0 0,0 25 0,0-25 16,0 0-16,24 0 0,-24 25 0,0-25 0,0 0 0,0 25 15,0-25-15,0 25 0,0-25 0,0 24 0,0-24 16,-24 0-16,24 25 0,0-25 0,-25 25 0,25-25 15,0 25-15,-25-25 0,25 0 0,-25 25 0,25-25 0,-25 0 16,25 24-16,-24-24 0,24 0 0,-25 0 0,25 25 16,-25-25-16,25 0 0,-25 0 0,25 0 0,0 0 0,-25 0 15,25 0-15,0 0 0,0 0 0</inkml:trace>
  <inkml:trace contextRef="#ctx0" brushRef="#br0" timeOffset="54324.1072">21456 3324 0,'0'0'0,"0"0"16,0-25-16,0 25 0,0 0 0,0 0 0,0 0 0,0-25 16,0 25-16,0 0 0,0 0 0,0 0 0,0-25 15,0 25-15,0 0 0,0 0 0,0 0 0,0 0 16,0 0-16,0 0 0,0 0 0,0 0 0,0 0 0,0 0 15,0 0-15,0 25 0,0-25 0,0 0 0,0 25 16,0-25-16,0 25 0,-25 0 0,25-25 0,0 24 0,0 1 16,0-25-16,-25 25 0,25 0 0,0 0 0,0-25 15,-24 24-15,24 1 0,0 0 0,0 0 0,0-25 0,0 25 16,0-1-16,0-24 0,0 25 0,0-25 0,0 25 15,0-25-15,0 0 0,0 25 0,24-25 0,-24 0 16,0 0-16,0 25 0,25-25 0,-25 0 0,0 0 16,25 0-16,-25 0 0,25 0 0,-25 0 0,25 0 0,-25-25 15,24 25-15,1 0 0,-25-25 0,25 25 0,-25 0 16,25-25-16,-25 25 0,25-25 0,-25 25 0,24-24 0,-24 24 15,25-25-15,-25 0 0,25 25 0,-25-25 0,0 0 16,25 25-16,-25-24 0,0-1 0,0 25 0,25-25 0,-25 0 16,0 25-16,0-25 0,25 1 0,-25 24 0,0 0 15,0-25-15,0 25 0,0 0 0,0-25 0,0 25 0,0 0 16,0 0-16,0 0 0,0 0 0,0 0 0,0 0 15,0 0-15,0 0 0,0 0 0,0 0 0,0 0 16,0 0-16,0 25 0,0-25 0,0 0 0,0 25 0,-25-25 16,25 24-16,0-24 0,0 25 0,0-25 0,0 25 15,0-25-15,0 25 0,-25-25 0,25 25 0,0-1 0,0-24 16,0 25-16,0-25 0,-25 25 0,25-25 0,0 25 15,0-25-15,0 0 0,0 25 0,0-25 0,0 24 16,0-24-16,0 0 0,0 25 0,0-25 0,0 0 0,0 0 16,25 25-16,-25-25 0,0 0 0,0 0 0,25 0 15,-25 0-15,25 0 0,-25 0 0,24 0 0,-24 0 0,25 0 16,-25 0-16,0 0 0,25 0 0</inkml:trace>
  <inkml:trace contextRef="#ctx0" brushRef="#br0" timeOffset="54715.1295">21952 3621 0,'0'0'0,"0"0"0,0-24 0,0 24 0,0 0 0,0 0 15,0 0-15,0 0 0,0 0 0,0 0 0,0 24 16,0-24-16,0 0 0,0 0 0,0 0 0,0 25 0,0-25 16,0 25-16,0-25 0,0 0 0,0 25 0,0-25 15,0 25-15,0-25 0,0 0 0,0 25 0,-25-25 0,25 0 16,0 24-16,0-24 0,0 0 0,0 25 0,0-25 15,0 0-15,0 0 0,0 25 0,0-25 0,-24 0 16,24 0-16,0 0 0,0 25 0,0-25 0,0 0 0,0 0 16,0 0-16,0 0 0,0 0 0,0 0 0,0 0 15,0 0-15,0 0 0,0 0 0,0 0 0,24-25 0,-24 25 16,0 0-16,0 0 0,25 0 0,-25-25 0,0 25 15,25 0-15,-25 0 0,0-25 0,25 25 0,-25 0 16,0 0-16,25-24 0,-25 24 0,0 0 0,24 0 0,-24 0 16,0 0-16,0-25 0,25 25 0,-25 0 0,0 0 15,0 25-15,0-25 0,0 0 0,0 0 0,0 0 0,0 24 16,0-24-16,0 25 0,0-25 0,0 0 0,-25 25 15,25-25-15,0 0 0,0 25 0,0-25 0,0 25 16,-24-25-16,24 0 0,0 24 0,0-24 0,0 0 16,0 0-16,0 25 0,0-25 0,0 0 0,0 0 0,0 0 15,0 0-15,0 0 0,0 0 0,24 0 0,-24 0 16,0 0-16,0 0 0,25 0 0,-25-25 0,0 25 0</inkml:trace>
  <inkml:trace contextRef="#ctx0" brushRef="#br0" timeOffset="55442.171">22845 2927 0,'0'0'0,"0"-25"0,0 25 0,25 0 0,-25 0 15,0 0-15,0-25 0,0 25 0,0 0 0,0 0 16,0 0-16,0 0 0,0 0 0,0 0 0,0 0 0,0 0 16,0 0-16,0 25 0,0-25 0,0 0 0,0 0 15,0 0-15,0 25 0,0-25 0,0 25 0,0-25 0,0 25 16,0-1-16,0-24 0,0 25 0,0-25 0,0 25 15,0 0-15,-25-25 0,25 25 0,0-1 0,0-24 0,0 25 16,0-25-16,0 25 0,0 0 0,0-25 0,0 25 16,0-25-16,0 0 0,0 24 0,0-24 0,25 25 15,-25-25-15,0 0 0,0 0 0,0 25 0,0-25 0,0 0 16,0 0-16,0 0 0,25 0 0,-25 0 0,0 0 15,0 0-15,0 0 0,25 0 0,-25 0 0,0 0 0,0 0 16,0 0-16,24 0 0,-24 0 0,0 0 0,0 0 16,0-25-16,0 25 0,0 0 0,0 0 0,0 0 0,0 0 15,0 0-15,0-25 0,25 25 0,-25 0 0,0 0 16,0 0-16,-25 0 0,25 0 0,0 0 0,0 0 15,0 0-15,0 0 0,0 0 0,0 0 0,0 0 0,0 0 16,-24 0-16,24 0 0,0 0 0,0 0 0,0 0 16,-25 25-16,25-25 0,0 0 0,0 0 0,0 0 15,0 25-15,0-25 0,0 0 0,-25 25 0,25-25 0,0 0 16,0 25-16,0-25 0,0 24 0,0-24 0,0 25 15,0-25-15,0 25 0,0-25 0,0 25 0,0-25 0,0 25 16,0-25-16,0 0 0,0 24 0,0-24 0,0 25 16,0-25-16,0 25 0,-25-25 0,25 25 0,0-25 0,0 25 15,0-25-15,-25 24 0,25-24 0,0 0 0,0 25 16,-24-25-16,24 25 0,0-25 0,0 0 0,-25 0 15,25 25-15,0-25 0,0 0 0,-25 25 0,25-25 0,0 0 16,0 0-16,0 0 0,-25 0 0,25 25 0,0-25 0,0 0 16,-25 0-16,25 0 0,0 0 0,0 0 0,-25 0 15,25 0-15,0 0 0,0-25 0,0 25 0,-24 0 16,24 0-16,0 0 0,0-25 0,0 25 0,0 0 15,0 0-15,0 0 0,0-25 0,0 25 0,0 0 0,24 0 16,-24 0-16,0-25 0</inkml:trace>
  <inkml:trace contextRef="#ctx0" brushRef="#br0" timeOffset="55694.1856">23540 3795 0,'-25'0'0,"25"0"0,0 0 0,0 0 15,0 0-15,0 0 0,0 0 0,-25 0 0,25 0 16,0 0-16,0 0 0,0 0 0,0 0 0,0 0 15,0 0-15,0 0 0,0 0 0,0 0 0,0 0 0,0 0 16,0 0-16,0 0 0,0 0 0,0 0 0,0 0 0,25 0 16,-25 0-16,0 0 0,0-25 0</inkml:trace>
  <inkml:trace contextRef="#ctx0" brushRef="#br0" timeOffset="60473.4589">3820 4638 0,'0'0'0,"0"0"16,0 0-16,0 0 0,0-24 0,0 24 0,0 0 0,0 0 15,0 0-15,0 0 0,0 0 0,0 0 0,0 0 16,0 0-16,0 0 0,0 0 0,0-25 0,0 25 15,-25 0-15,25 0 0,0 0 0,0 0 0,0 0 0,0 0 16,0 0-16,0 0 0,0 0 0,0 0 0,0 0 16,0 0-16,0-25 0,0 25 0,0 0 0,0 0 0,0 0 15,0 0-15,0 0 0,0 0 0,0 0 0,0 0 16,0 0-16,0 0 0,0 0 0,0 0 0,0 0 0,0 0 15,0 0-15,-25 0 0,25 25 0,0-25 0,0 0 16,0 0-16,0 0 0,0 25 0,0-25 0,0 24 16,0-24-16,0 0 0,-24 25 0,24-25 0,0 25 0,0-25 15,0 25-15,0-25 0,0 25 0,0-25 0,0 24 16,0 1-16,-25-25 0,25 25 0,0-25 0,0 25 15,0-25-15,0 25 0,0-25 0,0 25 0,0-25 0,0 0 16,0 24-16,0-24 0,0 0 0,0 0 0,0 25 16,0-25-16,0 0 0,0 0 0,0 25 0,0-25 0,0 0 15,0 0-15,0 0 0,0 0 0,0 0 0,0 0 16,0 0-16,0 0 0,0-25 0,0 25 0,-25 0 0,25 0 15,0 0-15,0-25 0,0 25 0,0 0 0,0-24 16</inkml:trace>
  <inkml:trace contextRef="#ctx0" brushRef="#br0" timeOffset="60658.4695">3597 4539 0,'0'0'0,"0"0"16,0 0-16,0 0 0,0 0 0,0 0 0,0 0 16,0 0-16,0 0 0,24 0 0,-24 0 0,0-25 0,0 25 15,25 0-15,-25 0 0,25 0 0,-25-24 0,0 24 16,25 0-16,-25 0 0,25 0 0,-25 0 0,25-25 0,-25 25 15,24 0-15,-24 0 0,25 0 0,-25 0 0,25 0 16,-25 0-16,25 0 0,-25 0 0,0 0 0,25 0 16,-25 0-16,0 0 0,0 25 0,24-25 0,-24 0 0</inkml:trace>
  <inkml:trace contextRef="#ctx0" brushRef="#br0" timeOffset="61216.5013">4043 4787 0,'0'0'0,"0"0"15,0-25-15,0 25 0,0 0 0,0 0 0,0 0 16,0-24-16,0 24 0,0 0 0,0 0 0,0 0 16,0-25-16,0 25 0,-25 0 0,25 0 0,0 0 0,0 0 15,0-25-15,0 25 0,-24 0 0,24 0 0,0 0 16,0 0-16,0 0 0,-25 0 0,25 0 0,0 0 0,0 0 15,-25 0-15,25 0 0,0 0 0,0 25 0,-25-25 16,25 0-16,0 25 0,-25-25 0,25 0 0,0 24 0,0-24 16,-24 0-16,24 25 0,0-25 0,0 25 0,0-25 15,0 25-15,-25-25 0,25 25 0,0-25 0,0 25 16,0-25-16,25 24 0,-25-24 0,0 0 0,0 25 0,0-25 15,0 25-15,0-25 0,0 25 0,24-25 0,-24 0 16,0 25-16,0-25 0,0 0 0,25 0 0,-25 24 16,0-24-16,0 0 0,25 0 0,-25 0 0,0 0 0,25 0 15,-25 0-15,0 0 0,25-24 0,-25 24 0,0 0 16,24 0-16,-24-25 0,0 25 0,25 0 0,-25-25 0,0 25 15,0-25-15,25 25 0,-25 0 0,0-25 0,0 25 16,25 0-16,-25-24 0,0 24 0,0-25 0,0 25 0,0 0 16,0-25-16,0 25 0,0-25 0,0 25 0,0 0 0,0-25 15,0 25-15,0 0 0,0-25 0,0 25 16,0 0-16,0 0 0,0 0 0,0 0 0,0 0 0,0 0 15,0 0-15,0 0 0,0 0 0,0 0 0,0 0 0,0 0 16,0 25-16,0-25 0,0 0 0,0 25 0,0-25 16,0 25-16,-25-25 0,25 0 0,0 25 0,0-25 15,0 25-15,0-25 0,0 24 0,0-24 0,0 25 0,25-25 16,-25 0-16,0 25 0,0-25 0,0 0 0,0 25 15,0-25-15,0 0 0,25 0 0,-25 25 0,0-25 0,0 0 16,0 0-16,24 0 0,-24 24 0,0-24 0,25 0 16,-25 0-16,0 0 0,25 0 0,-25 0 0,25 0 15,-25 0-15,25 0 0,-1 0 0,-24 0 0</inkml:trace>
  <inkml:trace contextRef="#ctx0" brushRef="#br0" timeOffset="61565.5212">5432 4688 0,'0'0'0,"0"0"0,0 0 16,0-25-16,0 25 0,0 0 0,0 0 0,0 0 15,0 0-15,-25 0 0,25 0 0,0 25 0,0-25 0,0 0 16,0 0-16,0 0 0,-24 0 0,24 25 0,0-25 16,0 0-16,0 25 0,-25-25 0,25 0 0,0 24 15,-25-24-15,25 25 0,0-25 0,-25 25 0,25 0 0,-25-25 16,25 25-16,-24-25 0,24 25 0,-25-1 0,25-24 15,-25 25-15,0-25 0,25 25 0,-25 0 0,25-25 0,-24 25 16,24-25-16,-25 24 0,25-24 0,0 25 0,-25-25 16,25 25-16,0-25 0,-25 0 0,25 0 0,0 0 0,0 0 15,0 25-15,-25-25 0,25 0 0,0-25 0,0 25 16,0 0-16,0 0 0,0 0 0,0-25 0,0 25 0,0 0 15,0-25-15,0 25 0,0-24 0,0 24 0</inkml:trace>
  <inkml:trace contextRef="#ctx0" brushRef="#br0" timeOffset="62098.5519">5110 4738 0,'0'0'0,"0"0"15,0 0-15,0 0 0,0 0 0,0 0 0,0 0 16,0 0-16,25 0 0,-25 0 0,0 0 0,0 0 16,0 24-16,0-24 0,0 0 0,0 0 0,0 0 0,0 25 15,0-25-15,0 0 0,0 25 0,0-25 0,0 0 16,0 25-16,0-25 0,24 25 0,-24-25 0,0 25 15,0-25-15,0 24 0,0-24 0,25 25 0,-25-25 0,0 25 16,0-25-16,0 0 0,0 25 0,25-25 0,-25 0 16,0 25-16,0-25 0,25 0 0,-25 0 0,0 24 0,0-24 15,25 0-15,-25 0 0,0 0 0,0 0 0,24 25 16,-24-25-16,25 0 0,-25 0 0,25 0 0,-25-25 0,25 25 15,-25 0-15,25 0 0,-1 0 0,-24 0 0,25-24 0,-25 24 16,25 0-16,-25-25 0,25 25 0,-25 0 16,25 0-16,-25-25 0,24 25 0,-24-25 0,25 25 0,-25 0 15,0-25-15,25 25 0,-25 0 0,0-24 0,0 24 16,0 0-16,0-25 0,0 25 0,0 0 0,0-25 15,0 25-15,0 0 0,0-25 0,0 25 0,0 0 0,0 0 16,0-25-16,0 25 0,0 0 0,-25 0 0,25 0 16,0 0-16,0-25 0,0 25 0,0 0 0,-25 0 0,25 0 15,0 0-15,0 0 0,0 0 0,0 0 0,-24 0 16,24 0-16,0 0 0,0 0 0,0 25 0,-25-25 0,25 0 15,0 0-15,0 25 0,0-25 0,0 0 0,-25 25 0,25-25 16,0 0-16,0 25 0,0-25 0,0 25 0,0-25 16,0 24-16,25-24 0,-25 25 0,0-25 0,0 25 15,0-25-15,0 25 0,25-25 0,-25 25 0,0-25 0,0 0 16,24 0-16,-24 24 0,0-24 0,25 0 0,-25 0 15,0 0-15,25 0 0,-25 25 0,0-25 0,25 0 16,-25-25-16,0 25 0,25 0 0,-25 0 0,24 0 0,1 0 16,-25-24-16,25 24 0,-25 0 0,25-25 0,-25 25 0,25 0 15,-1-25-15,-24 25 0,25-25 0,-25 25 0,25-25 16,-25 25-16,0-24 0,25 24 0,-25-25 0,25 0 15,-25 25-15</inkml:trace>
  <inkml:trace contextRef="#ctx0" brushRef="#br0" timeOffset="62467.573">5978 4490 0,'0'0'0,"0"0"0,0 0 15,0 0-15,0 0 0,0 0 0,0 0 0,0 0 16,0 0-16,0 0 0,0 0 0,-25 0 0,25 24 0,0-24 16,0 25-16,0-25 0,0 25 0,0-25 0,0 25 0,0-25 15,0 25-15,0-1 0,0-24 0,0 25 0,0 0 16,0 0-16,0-25 0,0 25 0,0-1 0,0 1 15,0-25-15,0 25 0,0-25 0,0 25 0,0 0 0,0-25 16,0 25-16,0-25 0,0 0 0,0 24 0,0-24 16,0 0-16,0 25 0,0-25 0,0 0 0,0 0 15,0 0-15,0 0 0,0 0 0,0 0 0,0 0 0,0 25 16,0-25-16,0 0 0,0 0 0,-25 0 0,25-25 15,0 25-15,0 0 0,0 0 0,0 0 0,0 0 0,-24 0 16,24-25-16,0 25 0,0 0 0,0 0 0,0 0 16,0 0-16,0 0 0,0 0 0,0 0 0,0 0 15,0 0-15,0-24 0,0 24 0,0 0 0,0 0 16,0 0-16,0 0 0,0 0 0,24 0 0,-24 0 0,0 0 15,0 0-15,25-25 0,-25 25 0,0 0 0,25 0 0,-25 0 16,0 0-16,25-25 0,-25 25 0,0 0 0,0 0 16,25-25-16,-25 25 0,0 0 0,0 0 0,0-25 0,0 25 15,0 0-15,0-25 0,0 25 0,0 0 0</inkml:trace>
  <inkml:trace contextRef="#ctx0" brushRef="#br0" timeOffset="62686.5855">5680 4341 0,'0'0'0,"0"0"0,0 0 16,0 0-16,0 0 0,0 0 0,0 25 0,0-25 15,0 0-15,0 0 0,-25 0 0,25 24 0,0-24 0,0 0 16,0 25-16,0-25 0,0 25 0,0-25 0,0 25 0,-24-25 15,24 25-15,0-1 0,0 1 0,0-25 0,-25 25 16,25 0-16,0-25 0,0 25 0,0-1 0,0 1 16,0-25-16,0 25 0,0-25 0,0 25 0,0-25 0</inkml:trace>
  <inkml:trace contextRef="#ctx0" brushRef="#br0" timeOffset="63247.6176">8458 4539 0,'0'-25'0,"0"25"15,0 0-15,0 0 0,-24 0 0,24 0 0,0-24 0,0 24 16,-25 0-16,25 0 0,0 0 0,0 0 0,-25 0 16,25 0-16,0 0 0,-25 0 0,25 0 0,0 0 15,-25 0-15,25 0 0,0 0 0,-24 0 0,24 24 0,-25-24 16,25 0-16,0 0 0,-25 25 0,25-25 0,-25 25 15,25-25-15,-25 0 0,25 25 0,-24 0 0,24-25 16,0 24-16,-25-24 0,25 25 0,-25 0 0,25 0 0,0-25 16,0 25-16,-25-1 0,25 1 0,0-25 0,0 25 0,0 0 15,0-25-15,25 25 0,-25 0 0,0-25 16,0 24-16,0-24 0,25 25 0,-25-25 0,0 0 0,25 25 15,-25-25-15,24 0 0,-24 25 0,25-25 0,-25 0 16,25 0-16,-25 0 0,25 0 0,0 0 0,-25 0 0,24 0 16,1 0-16,-25 0 0,25-25 0,0 25 0,-25 0 0,25 0 15,-25 0-15,24 0 0,-24 0 0,25 0 0</inkml:trace>
  <inkml:trace contextRef="#ctx0" brushRef="#br0" timeOffset="63559.6353">8558 5035 0,'0'0'0,"0"0"0,0 0 0,0 0 0,0 0 0,0 0 15,0 0-15,0 0 0,0 0 0,0 0 0,0 0 16,0 0-16,0 0 0,0 0 0,0 0 0,24 0 15,-24 0-15,0 0 0,0-24 0,0 24 0,25 0 0,-25-25 16,0 25-16,0 0 0,25-25 0,-25 25 0,0 0 16,25-25-16,-25 25 0,0-25 0,0 25 0,25-24 0,-25 24 15,0-25-15,0 25 0,0-25 0,24 25 0,-24-25 16,0 25-16,0 0 0,0-25 0,25 25 0,-25-25 15,0 25-15,0 0 0,0 0 0,0 0 0,0 0 16,0 0-16,0 0 0,0 0 0,0 0 0,0 0 0,0 0 16,0 0-16,0 25 0,0-25 0,0 0 0,0 25 0,0-25 15,0 25-15,0-25 0,0 25 0,0-25 0,0 25 16,0-25-16,0 24 0,0-24 0,0 25 0,-25-25 15,25 25-15,0-25 0,0 25 0,0-25 0,0 25 0,25-25 16,-25 24-16,0-24 0,0 25 0,0-25 0,0 25 0,0-25 16,0 25-16,0-25 0,0 0 0,0 0 0,0 25 15,25-25-15,-25 0 0,0 0 0,0 0 0</inkml:trace>
  <inkml:trace contextRef="#ctx0" brushRef="#br0" timeOffset="64245.6747">9252 4539 0,'0'-25'0,"0"25"0,0 0 0,0 0 16,0 0-16,0 0 0,0 0 0,0 0 0,0 0 16,0 0-16,0 0 0,0 0 0,0 0 0,0 0 0,0 0 15,0 0-15,0 0 0,0 0 0,0 0 0,0 0 16,0 0-16,0 0 0,0 0 0,0 0 0,0 25 0,0-25 15,0 0-15,0 25 0,-25-25 0,25 25 0,0-25 16,0 25-16,0-1 0,-24-24 0,24 25 0,0 0 0,0-25 16,0 25-16,0 0 0,0-25 0,-25 24 0,25 1 15,0-25-15,0 25 0,0 0 0,0-25 0,25 25 0,-25-25 16,0 25-16,0-25 0,0 24 0,0-24 0,0 25 15,24-25-15,-24 0 0,0 25 0,0-25 0,0 0 16,25 0-16,-25 0 0,0 0 0,0 0 0,0 0 0,25 0 16,-25 0-16,0 0 0,25 0 0,-25 0 0,25 0 15,-25 0-15,24-25 0,-24 25 0,25 0 0,-25-25 16,25 25-16,-25-24 0,0 24 0,25 0 0,-25-25 0,25 25 15,-25-25-15,0 25 0,0 0 0,24-25 0,-24 0 16,0 25-16,0-25 0,0 25 0,25-24 0,-25 24 0,0-25 16,0 25-16,0-25 0,0 25 0,0 0 0,0-25 15,0 25-15,0 0 0,0 0 0,0-25 0,0 25 0,0 0 16,0 0-16,0 0 0,0 0 0,0 0 0,0 0 15,0 0-15,0 0 0,0 25 0,0-25 0,0 0 16,0 0-16,0 0 0,0 25 0,0-25 0,0 25 0,0-25 16,0 25-16,0-25 0,-25 24 0,25-24 0,0 25 0,0-25 15,0 25-15,0-25 0,0 25 0,0-25 0,0 25 16,0-25-16,0 25 0,0-25 0,0 24 0,0-24 15,0 0-15,0 25 0,0-25 0,0 0 0,0 25 0,0-25 16,25 0-16,-25 25 0,0-25 0,0 0 0,0 25 16,0-25-16,0 0 0,0 0 0,25 24 0</inkml:trace>
  <inkml:trace contextRef="#ctx0" brushRef="#br0" timeOffset="64547.6913">9624 5135 0,'0'0'0,"0"0"0,0 0 0,0 0 0,0 0 15,0 0-15,0 0 0,0 0 0,0-25 0,25 25 16,-25 0-16,0 0 0,0 0 0,0 0 0,0-25 0,25 25 15,-25 0-15,0 0 0,0-25 0,25 25 0,-25 0 0,0 0 16,24-25-16,-24 25 0,0-24 0,25 24 0,-25 0 16,0-25-16,0 25 0,25-25 0,-25 25 0,0 0 0,0 0 15,0-25-15,0 25 0,0 0 0,0 0 0,0 0 16,25-25-16,-25 25 0,0 0 0,0 0 0,0 0 0,0 0 15,-25 25-15,25-25 0,0 0 0,0 0 0,0 0 16,0 25-16,0-25 0,0 0 0,0 25 0,0-25 16,0 25-16,0-25 0,0 24 0,0-24 0,0 25 15,0-25-15,0 25 0,-25 0 0,25-25 0,0 25 0,0-25 16,0 24-16,0-24 0,0 25 0,0-25 0,0 0 15,0 25-15,0-25 0,0 0 0,0 0 0,0 0 0,0 25 16,25-50-16,-25 25 0,0 0 0,0 0 0,25 0 16</inkml:trace>
  <inkml:trace contextRef="#ctx0" brushRef="#br0" timeOffset="64787.7055">10220 4936 0,'0'0'0,"0"0"0,0 0 0,0 0 16,0-25-16,0 25 0,0 0 0,24 0 0,-24 0 16,0 0-16,0 0 0,25 0 0,-25 0 0,25 0 15,-25 0-15,25 0 0,0 0 0,-25 0 0,24-24 0,1 24 16,-25 0-16,25 0 0,0 0 0,0 0 0,-25 0 0,24 24 15,-24-24-15,25 0 0,-25 0 0,25 0 16,-25 0-16,25-24 0,-25 24 0,0 24 0,0-24 0,0 0 16,0 0-16,0 0 0,0 0 0</inkml:trace>
  <inkml:trace contextRef="#ctx0" brushRef="#br0" timeOffset="64972.7163">10393 4812 0,'-25'0'0,"25"0"0,0-25 15,0 25-15,0 0 0,0 0 0,0 0 0,0 0 16,0 0-16,0 0 0,0 25 0,0-25 0,0 0 0,0 0 15,0 25-15,0-25 0,0 25 0,0-25 0,0 25 16,0-25-16,0 24 0,0-24 0,0 25 0,0 0 16,-24-25-16,24 25 0,0 0 0,0-25 0,0 24 0,-25-24 15,25 25-15,0-25 0,0 0 0,0 25 0,0-25 16,0 0-16,0 0 0</inkml:trace>
  <inkml:trace contextRef="#ctx0" brushRef="#br0" timeOffset="65717.7589">11931 4638 0,'0'0'0,"0"0"0,0 0 0,0 0 0,0-24 15,0 24-15,0 0 0,0 0 0,0-25 0,0 25 16,0 0-16,0 0 0,-25 0 0,25-25 0,0 25 0,0 0 15,0 0-15,0 0 0,-25 0 0,25 0 0,0-25 16,0 25-16,0 0 0,-24 0 0,24 0 0,0 0 16,-25 0-16,25 0 0,-25 0 0,25 0 0,-25 0 0,25 25 15,-25-25-15,25 0 0,-24 0 0,24 25 0,-25-25 16,0 25-16,25-25 0,-25 0 0,25 24 0,-25-24 0,25 25 15,-24 0-15,24-25 0,0 25 0,0-25 0,0 25 16,0-25-16,-25 24 0,25 1 0,25-25 0,-25 25 16,0 0-16,0-25 0,0 25 0,24-25 0,-24 25 0,0-1 15,25-24-15,-25 25 0,25-25 0,-25 0 0,25 25 16,0-25-16,-25 0 0,24 0 0,1 25 0,-25-25 0,25 0 15,0 0-15,-25 0 0,25 0 0,-1 0 0,-24 0 16,25 0-16,0 0 0,-25 0 0,25-25 0,-25 25 16,25 0-16</inkml:trace>
  <inkml:trace contextRef="#ctx0" brushRef="#br0" timeOffset="66098.7807">12105 4961 0,'0'0'0,"0"0"0,0 0 15,0 0-15,-25 0 0,25 0 0,0 0 0,0 0 16,0 0-16,0 0 0,0 0 0,0 0 0,0 0 0,0 0 15,0-25-15,25 25 0,-25 0 0,0 0 0,0 0 16,0 0-16,0 0 0,24 0 0,-24 0 0,0 0 0,0 0 16,0 0-16,25 0 0,-25 0 0,0 0 0,0 0 15,0 0-15,0 0 0,0 0 0,0 0 0,0 0 0,0 0 16,0 25-16,0-25 0,0 0 0,0 0 0,0 25 15,0-25-15,0 0 0,0 0 0,0 25 0,-25-25 16,25 0-16,0 24 0,0-24 0,0 0 0,-24 25 0,24-25 16,0 25-16,0-25 0,-25 0 0,25 25 0,0-25 15,0 25-15,-25-25 0,25 0 0,0 24 0,0-24 16,-25 0-16,25 25 0,0-25 0,0 0 0,0 0 0,0 25 15,0-25-15,0 0 0,0 0 0,0 0 0,0 0 16,25 0-16,-25 0 0,0 0 0,25 0 0,-25 0 16,25-25-16,-25 25 0,24 0 0,1 0 0,-25 0 0,25 0 15,0 0-15,0-25 0,-25 25 0,25 0 0,-1 0 16,1 0-16,0 0 0,-25 0 0,25 0 0,0 0 0,-25 0 15,24 0-15,-24 0 0,25 0 0,-25 0 0,25 0 16,-25 0-16,25-24 0,-25 24 0</inkml:trace>
  <inkml:trace contextRef="#ctx0" brushRef="#br0" timeOffset="66724.8164">12750 4589 0,'0'0'16,"0"0"-16,0-25 0,0 25 0,0 0 0,0 0 15,0 0-15,0 0 0,0 0 0,0 0 0,0 0 0,0-25 16,0 25-16,0 0 0,0 0 0,0 0 0,0 0 16,0 0-16,0 0 0,0 0 0,0 0 0,0 0 15,0 25-15,0-25 0,0 0 0,0 0 0,0 0 0,0 0 16,-25 25-16,25-25 0,0 0 0,0 25 0,0-25 15,0 24-15,0-24 0,0 25 0,-25 0 0,25-25 16,0 25-16,0 0 0,0-1 0,0 1 0,0 0 0,-25-25 16,25 25-16,0 0 0,0-25 0,0 25 0,0-1 15,25-24-15,-25 25 0,0-25 0,0 25 0,0-25 0,0 0 16,0 25-16,0-25 0,25 0 0,-25 0 0,0 0 15,0 0-15,0 0 0,25 0 0,-25 0 0,0 0 0,24 0 16,-24 0-16,0-25 0,25 25 0,-25 0 0,25 0 16,-25-25-16,25 25 0,-25 0 0,25-25 0,-25 25 15,24-24-15,-24 24 0,25 0 0,-25-25 0,25 25 0,-25-25 16,25 0-16,-25 25 0,0-25 0,25 25 0,-25-25 0,0 1 15,24 24-15,-24-25 0,0 0 0,0 25 0,0-25 16,25 0-16,-25 25 0,0-24 0,0 24 0,0 0 16,0-25-16,0 25 0,0 0 0,0 0 0,0 0 0,0 0 15,0 0-15,0 0 0,0 0 0,0 0 0,0 0 16,0 0-16,0 25 0,0-25 0,0 0 0,0 0 15,0 24-15,-25-24 0,25 25 0,0-25 0,0 25 0,0-25 16,0 25-16,0 0 0,0-25 0,0 24 0,0-24 16,0 25-16,0 0 0,0-25 0,0 25 0,0-25 15,0 25-15,0-25 0,0 25 0,0-25 0,0 24 0,0-24 16,0 0-16,0 25 0,0-25 0,0 25 0,0-25 0,25 0 15,-25 25-15,0-25 0,0 0 0,0 0 16,0 0-16,25 25 0,-25-25 0,0 0 0,0 0 0</inkml:trace>
  <inkml:trace contextRef="#ctx0" brushRef="#br0" timeOffset="67042.8347">13171 5011 0,'0'0'0,"0"0"0,0 0 0,0 0 0,0 0 0,0 0 16,0 0-16,0 0 0,0 0 0,0 0 0,0 0 15,0 0-15,0 0 0,0 0 0,0 0 0,25 0 16,-25 0-16,0 0 0,0 0 0,0 0 0,0 0 0,25 0 15,-25 0-15,0 0 0,0 0 0,0 0 0,25 24 16,-25-24-16,0 0 0,0 0 0,0 0 0,0 0 16,0 25-16,0-25 0,0 0 0,0 0 0,0 25 0,-25-25 15,25 0-15,0 25 0,0-25 0,-25 0 0,25 25 16,0-25-16,0 0 0,0 24 0,-25-24 0,25 0 15,0 25-15,0-25 0,0 0 0,0 25 0,0-25 0,0 0 16,0 0-16,0 0 0,0 0 0,0 25 0,0-25 16,0 0-16,0 0 0,0 0 0,25 0 0,-25 0 15,0 0-15,25 0 0,-25 0 0,0 0 0,25 0 0,-25 0 16,25-25-16,-25 25 0,24 0 0,1 0 0,-25 0 0,25 0 15,0-25-15,-25 25 0,25 0 0,-1 0 0,-24-25 16,25 25-16,0 0 0,-25-24 0,25 24 0,0 0 16,-25 0-16</inkml:trace>
  <inkml:trace contextRef="#ctx0" brushRef="#br0" timeOffset="67221.8449">13667 4986 0,'0'0'0,"0"0"0,0 0 0,0 0 0,0 0 15,0 0-15,0 0 0,0 0 0,25 0 0,-25 0 16,0 0-16,25 0 0,-25-25 0,25 25 0,-25 0 0,25 0 15,-25 0-15,24 0 0,1 0 0,-25 0 0,25 0 16,-25 0-16,25 0 0,0 0 0,-25 0 0,24 0 16,-24 0-16,0 0 0,25 0 0,-25-25 0,0 25 0,0 0 15,0 0-15,0 0 0,0 0 0</inkml:trace>
  <inkml:trace contextRef="#ctx0" brushRef="#br0" timeOffset="67396.8549">13841 4837 0,'0'0'0,"0"0"0,0 0 0,0 0 16,0 0-16,0 0 0,0 0 0,0 0 0,0 0 0,-25 0 15,25 0-15,0 25 0,0-25 0,0 25 0,0-25 16,0 24-16,0-24 0,0 25 0,0-25 0,0 25 0,-25 0 16,25-25-16,0 25 0,0-1 0,0-24 0,-24 25 15,24 0-15,0-25 0,0 25 0,0-25 0,0 25 0,0-25 16,0 0-16,0 24 0,0-24 0</inkml:trace>
  <inkml:trace contextRef="#ctx0" brushRef="#br0" timeOffset="67643.869">14461 4911 0,'0'0'0,"0"0"0,0 0 0,0 0 16,0 0-16,0 0 0,0 0 0,0 0 0,0-24 0,0 24 16,0 0-16,0 0 0,0 0 0,0 0 0,0 0 15,25 0-15,-25 0 0,0 0 0,0 0 0,0 0 16,0 0-16,25 24 0,-25-24 0,0 0 0,25 0 0,-25-24 15,0 24-15,0 0 0,24 0 0</inkml:trace>
  <inkml:trace contextRef="#ctx0" brushRef="#br0" timeOffset="67793.8776">14684 4911 0,'0'0'0,"0"0"16,0 0-16,0 0 0,0 0 0,0 0 0,0 0 0,0 0 16,0 0-16,0 0 0,0 0 0,0 0 0,25 0 15,-25 0-15,0 0 0,0 0 0,0 0 0,25 0 16,-25 0-16,0 0 0,25 0 0,-25 0 0,25 0 0,-25-24 15,0 24-15</inkml:trace>
  <inkml:trace contextRef="#ctx0" brushRef="#br0" timeOffset="67967.8876">15032 4911 0,'0'25'16,"0"-25"-16,0 0 0,0 0 0,0 0 0,0 0 16,0 0-16,0 0 0,0 0 0,0 0 0,0 0 0,0 0 15,0 0-15,0 0 0,0 0 0,0 0 0,0 0 16,0 0-16,0 0 0,0 0 0,0 0 0,0 0 15,0 0-15,24 0 0,-24 0 0,0-25 0,0 25 0,0 0 16,25 0-16</inkml:trace>
  <inkml:trace contextRef="#ctx0" brushRef="#br0" timeOffset="68295.9059">15974 4862 0,'0'0'0,"0"0"16,0 0-16,0 0 0,0 0 0,0 0 0,0 0 0,0 0 15,0 0-15,0 0 0,0 0 0,0-25 0,0 25 16,0 0-16,0 0 0,25 0 0,-25 0 0,0 0 16,25 0-16,-25 0 0,25 0 0,-25 0 0,24 0 0,-24 0 15,25 0-15,0 0 0,-25 0 0,25 0 0,-25 0 16,25 0-16,-25 0 0,24 0 0,-24 0 0,25 0 0,-25 0 15,25 0-15,-25-25 0,0 25 0,0 0 0,25 0 16,-25 0-16</inkml:trace>
  <inkml:trace contextRef="#ctx0" brushRef="#br0" timeOffset="68460.9157">16173 4738 0,'0'0'16,"0"0"-16,0 0 0,0 0 0,0 0 0,0 0 0,-25 0 16,25 0-16,0 0 0,0 0 0,0 0 0,0 0 15,0 0-15,0 0 0,0 24 0,0-24 0,0 0 16,0 0-16,0 25 0,0-25 0,0 25 0,0-25 0,0 25 15,0-25-15,0 25 0,0-25 0,0 25 0,0-25 16,0 24-16,0-24 0,-25 25 0,25-25 0,0 25 0,0-25 16,0 25-16,0-25 0,0 0 0,0 0 0,0 25 15</inkml:trace>
  <inkml:trace contextRef="#ctx0" brushRef="#br0" timeOffset="69405.9697">17462 4688 0,'0'0'0,"0"-25"0,0 25 0,0 0 0,0 0 16,-24-25-16,24 25 0,0 0 0,0-24 0,0 24 15,-25 0-15,25 0 0,0 0 0,0-25 0,0 25 0,0 0 16,-25 0-16,25 0 0,0-25 0,0 25 0,0 0 16,0 0-16,-25 0 0,25 0 0,0 0 0,0 0 15,-25 0-15,25 0 0,-24 0 0,24 25 0,-25-25 0,25 0 16,-25 0-16,0 0 0,25 25 0,-25-25 0,25 0 15,-24 24-15,24-24 0,-25 25 0,25-25 0,-25 25 16,25-25-16,0 25 0,-25 0 0,25-25 0,0 24 0,0 1 16,0 0-16,0-25 0,0 25 0,0 0 0,0 0 15,0-25-15,0 24 0,0-24 0,0 25 0,25-25 0,-25 25 16,0-25-16,0 25 0,25-25 0,-25 0 0,0 25 15,25-25-15,-25 0 0,24 0 0,-24 24 0,25-24 0,-25 0 16,25 0-16,-25 0 0,25 0 0,-25 0 0,25 0 16,-25 0-16,24 0 0,-24 0 0,25-24 0,-25 24 15,0 0-15,25 0 0,-25 0 0,0-25 0,25 25 0,-25 0 16,0 0-16,0 0 0,0-25 0,25 25 0,-25 0 15,0-25-15,0 25 0,0 0 0,0 0 0,0-25 0,0 25 16,0 0-16,0 0 0,0-24 0,0 24 0,0 0 16,0 0-16,24 0 0,-48 0 0,24-25 0,0 25 15,0 0-15,0 0 0,0 0 0,0 0 0,0 0 0,0 0 16,0 0-16,0 0 0,0 25 0,0-25 0,0 0 15,0 0-15,0 0 0,0 24 0,0-24 0,0 0 16,0 25-16,0-25 0,0 25 0,0-25 0,0 0 0,0 25 16,0-25-16,0 0 0,0 25 0,0-25 0,0 24 15,-25-24-15,25 0 0,0 0 0,0 25 0,0-25 0,0 0 16,0 0-16,0 25 0,0-25 0,0 0 0,0 0 0,0 0 15,0 0-15,0 0 0,0 0 0,0 0 0,0 0 16,0 0-16,0 0 0,0 0 0,0 0 0,0 0 16,25 0-16,-25 0 0,0 0 0,0-25 0,0 25 0,24 0 15,-24-25-15,0 25 0,25 0 0,-25-24 0,0 24 16,25 0-16,-25 0 0,0-25 0,25 25 0,-25 0 0,0 0 15,0 0-15,25-25 0,-25 25 0,0 0 0,0 0 16,0 0-16,0 0 0,0 25 0,0-25 0,0 0 16,0 0-16,0 0 0,0 25 0,0-25 0,0 0 15,0 0-15,0 24 0,0-24 0,0 0 0,0 25 0,0-25 16,0 0-16,0 25 0,0-25 0,0 0 0,0 25 0,0-25 15,0 0-15,0 0 0,25 0 0,-25 25 0,0-25 16,0 0-16,24 0 0,-24 0 0,0 0 0,25 0 16,-25 0-16,25 0 0,-25 0 0,25-25 0,0 25 0,-25 0 15,24 0-15,1 0 0,-25-25 0</inkml:trace>
  <inkml:trace contextRef="#ctx0" brushRef="#br0" timeOffset="70180.0141">18058 4663 0,'0'0'0,"0"0"0,0 0 0,0 0 0,0 0 16,0-25-16,0 25 0,0 0 0,0 0 0,0 0 15,0 0-15,0 0 0,0 25 0,0-25 0,0 0 0,0 0 16,0 0-16,0 25 0,0-25 0,0 0 0,0 25 0,0-25 16,0 25-16,0-25 0,-25 24 0,25 1 0,0-25 15,0 25-15,0-25 0,0 25 0,0 0 0,0-25 16,0 25-16,0-25 0,0 24 0,0-24 0,0 25 0,0-25 15,0 25-15,0-25 0,0 25 0,0-25 0,0 25 16,0-25-16,0 0 0,0 24 0,0-24 0,0 0 0,0 0 16,0 0-16,0 0 0,0 0 0,0 25 0,25-25 15,-25 0-15,0 0 0,0 0 0,0 0 0,0 0 16,0 0-16,0 0 0,0 0 0,0 0 0,0-25 0,0 25 15,0 0-15,0 0 0,0 0 0,0 0 0,0 0 16,0 0-16,0 0 0,0 0 0,0 0 0,0 0 16,0 0-16,0 0 0,0 0 0,0 0 0,0 0 15,0 0-15,25 0 0,-25 0 0,0 0 0,0 0 0,0 0 16,0 0-16,0 0 0,0 0 0,0 0 0,0 0 0,0 0 15,0 0-15,0 0 0,0 0 0,0 0 0,0 0 16,24 0-16,-24 0 0,0 0 0,0 0 0,0 0 0,25 0 16,-25 0-16,0 0 0,25 0 0,-25 0 0,0 0 15,25 0-15,-25 0 0,25 0 0,-25 0 0,24-24 0,-24 24 16,25 0-16,-25 0 0,25 0 0,-25 0 0,25-25 15,-25 25-15,0 0 0,25 0 0,-25 0 0,24-25 16,-24 25-16,0 0 0,25-25 0,-25 25 0,0 0 0,0-25 16,0 25-16,25 0 0,-25-24 0,0 24 0,0-25 15,0 25-15,0 0 0,0-25 0,0 25 0,0-25 0,0 25 16,0-25-16,0 25 0,0-25 0,0 25 0,25 0 15,-25-24-15,0 24 0,0 0 0,0 0 0,0-25 16,0 25-16,0 0 0,0 0 0,0 0 0,0 0 0,0 0 16,0 0-16,0 0 0,0 0 0,0 0 0,0 0 15,0 0-15,0 0 0,0 0 0,0 0 0,0 0 0,0 0 16,0 0-16,0 0 0,0 0 0,0 0 0,0 25 15,-25-25-15,25 0 0,0 24 0,0-24 0,0 0 16,0 25-16,0-25 0,0 25 0,0-25 0,0 25 0,0-25 16,-25 25-16,25-25 0,0 25 0,0-25 0,0 24 15,0-24-15,0 25 0,0-25 0,-25 25 0,25-25 0,0 25 16,0-25-16,0 0 0,0 25 0,0-25 0,0 24 15,0-24-15,0 0 0,0 0 0,0 25 0,0-25 0,0 0 16,0 0-16,0 0 0,0 0 0,0 0 0,0 25 16,25-25-16,-25 0 0,0 0 0,0 0 0,0 0 15,25 0-15</inkml:trace>
  <inkml:trace contextRef="#ctx0" brushRef="#br0" timeOffset="70601.0382">18604 5035 0,'0'0'0,"0"0"15,0 0-15,0 0 0,0 0 0,0-24 0,0 24 0,0 0 16,0 0-16,0 0 0,0 0 0,0 0 0,0 24 16,0-24-16,0 0 0,0 0 0,0 0 0,0 25 15,0-25-15,0 0 0,0 0 0,0 25 0,0-25 0,0 25 16,0-25-16,0 0 0,0 25 0,0-25 0,0 24 15,0-24-15,0 0 0,0 25 0,0-25 0,0 0 0,0 25 16,0-25-16,0 0 0,0 0 0,0 0 0,-25 25 16,25-25-16,0 0 0,0 0 0,0 0 0,0 0 15,0 0-15,0 0 0,0 0 0,0 0 0,0 0 16,25 0-16,-25 0 0,0-25 0,0 25 0,0 0 0,0 0 15,24 0-15,-24-25 0,0 25 0,0 0 0,25-25 0,-25 25 16,25 0-16,-25-24 0,0 24 0,25-25 0,-25 25 16,0 0-16,25-25 0,-25 25 0,0 0 0,0 0 15,24-25-15,-24 25 0,0 0 0,0 0 0,0 0 0,0 0 16,0 25-16,0-25 0,0 0 0,0 0 0,0 0 0,0 25 15,0-25-15,0 0 0,0 25 0,0-25 0,0 0 16,0 24-16,0-24 0,0 0 0,0 25 0,0-25 16,0 0-16,0 25 0,0-25 0,0 0 0,0 0 0,0 25 15,0-25-15,0 0 0,0 0 0,0 0 0,25 0 16,-25 0-16,0 0 0,0 0 0,25 0 0,-25 0 15,25 0-15</inkml:trace>
  <inkml:trace contextRef="#ctx0" brushRef="#br0" timeOffset="70902.0554">19695 4887 0,'-25'0'0,"25"-25"0,0 25 0,0 0 16,0 0-16,0 0 0,0 0 0,0 0 0,0 0 15,0 0-15,0 0 0,0 0 0,0 0 0,0 0 16,0 0-16,0 0 0,0 0 0,0 0 0,25 25 0,-25-25 15,0 0-15,25 0 0,-25 0 0,25 0 0,-25 0 16,24 0-16,1 0 0,-25 0 0,25 0 0,-25 0 16,25 0-16,0 0 0,-25 0 0,24 0 0,-24 0 0,25 0 15,-25 0-15,0 0 0,0 0 0,25 0 0,-25 0 16,0 0-16,0 0 0</inkml:trace>
  <inkml:trace contextRef="#ctx0" brushRef="#br0" timeOffset="71091.0661">19695 4986 0,'-25'25'0,"25"-25"0,0 0 0,0 0 0,-25 0 0,25 0 15,0 0-15,0 0 0,0 0 0,0 0 0,0 0 16,0 0-16,0 0 0,0 0 0,0 0 0,25 0 0,-25 0 16,0 0-16,25 0 0,-25 24 0,25-24 0,-25 0 15,25 0-15,-25 0 0,24 0 0,1 0 0,-25 0 0,25 0 16,0 0-16,0 0 0,-1 0 0,-24 0 0,25-24 15,0 24-15,0 0 0,-25 0 0,25 0 0,-1 0 16,1 0-16,-25 0 0,25 0 0</inkml:trace>
  <inkml:trace contextRef="#ctx0" brushRef="#br0" timeOffset="71662.0989">20811 4738 0,'0'-25'0,"0"25"15,0 0-15,0 0 0,0 0 0,0-25 0,0 25 16,0 0-16,0 0 0,0-25 0,0 25 0,0 0 0,0 0 16,0 0-16,-25-25 0,25 25 0,0 0 0,0 0 15,0 0-15,0 0 0,0 0 0,0 0 0,0 0 0,0 0 16,0 0-16,0 0 0,0 0 0,0 0 0,0 0 15,-24 0-15,24 0 0,0 0 0,0 0 0,0 0 16,-25 0-16,25 0 0,0 25 0,0-25 0,-25 0 0,25 0 16,0 25-16,0-25 0,-25 25 0,25-25 0,0 25 15,0-25-15,-25 24 0,25-24 0,0 25 0,0-25 0,-25 25 16,25 0-16,0-25 0,0 25 0,0 0 0,0-25 15,0 24-15,0-24 0,0 25 0,0-25 0,0 25 0,0 0 16,0-25-16,25 0 0,-25 25 0,0-25 0,0 24 16,0-24-16,25 0 0,-25 0 0,0 25 0,25-25 15,-25 0-15,0 0 0,0 0 0,25 0 0,-25 0 0,0 0 16,25 0-16,-25 0 0,24 0 0,-24 0 0,0-25 15,25 25-15,-25 0 0,25-24 0,-25 24 0,0 0 16,25-25-16,-25 25 0,0-25 0,25 25 0,-25-25 0,0 25 16,0-25-16,0 1 0,24 24 0,-24-25 0,0 0 15,0 25-15,0-25 0,0 25 0,0-25 0,0 25 0,0-25 16,0 25-16,0-24 0,0 24 0,0-25 0,0 25 15,0 0-15,0 0 0,0-25 0,0 25 0,0 0 0,-24 0 16,24 0-16,0 0 0,-25 0 0,25 0 0,0 0 16,-25 0-16,25 0 0,-25 0 0,25 0 0,-25 0 15,1 0-15</inkml:trace>
  <inkml:trace contextRef="#ctx0" brushRef="#br0" timeOffset="73601.2098">21555 4465 0,'0'0'15,"0"0"-15,0 0 0,0 0 0,0 0 0,0 0 16,0 0-16,0-25 0,0 25 0,0 0 0,0 0 15,0 0-15,0 0 0,0 0 0,0 0 0,0 0 0,0 0 16,0 0-16,0 0 0,0 0 0,0 0 0,0 0 16,-25 0-16,25 0 0,0 0 0,0 0 0,0 0 0,0 0 15,0 0-15,0 0 0,-24 25 0,24-25 0,0 0 16,-25 0-16,25 25 0,0-25 0,-25 24 0,25-24 15,-25 25-15,0 0 0,25 0 0,-24 0 0,24-1 0,-25 1 16,25 0-16,-25 0 0,25 0 0,-25-1 0,25 1 0,0 0 16,0-25-16,0 25 0,0 0 0,0-25 0,0 25 15,0-1-15,0-24 0,25 25 0,-25-25 0,0 25 16,25-25-16,-25 0 0,25 25 0,-25-25 0,0 0 0,24 0 15,1 25-15,-25-25 0,25 0 0,-25 0 0,25 0 16,-25 0-16,25 0 0,-25 0 0,24 0 0,-24 0 0,25-25 16,-25 25-16,25 0 0</inkml:trace>
  <inkml:trace contextRef="#ctx0" brushRef="#br0" timeOffset="74125.2397">21729 4713 0,'0'0'0,"0"-25"0,0 25 0,0 0 16,0 0-16,0 0 0,0-25 0,0 25 0,0 0 15,0 0-15,0 0 0,0 0 0,0 0 0,0 0 16,0 0-16,0 0 0,0 0 0,0 0 0,0 0 0,0 0 15,0 0-15,0 0 0,0 0 0,0 0 0,0 25 16,0-25-16,0 0 0,0 0 0,0 25 0,0-25 0,0 25 16,0-25-16,-25 24 0,25 1 0,0-25 0,0 25 15,0-25-15,0 25 0,0-25 0,0 25 0,0 0 0,0-25 16,0 24-16,0-24 0,0 0 0,0 25 0,0-25 15,0 25-15,25-25 0,-25 0 0,0 0 0,0 25 16,0-25-16,0 0 0,0 0 0,25 0 0,-25 0 0,0 0 16,0 0-16,0 0 0,0 0 0,25 0 0,-25 0 15,0-25-15,0 25 0,24 0 0,-24 0 0,0-25 16,0 25-16,25 0 0,-25-25 0,0 25 0,25 0 0,-25-24 15,0 24-15,25-25 0,-25 25 0,0-25 0,0 25 16,25 0-16,-25-25 0,0 25 0,0-25 0,0 25 0,24 0 16,-24-25-16,0 25 0,0 0 0,0 0 0,0-24 15,0 24-15,0 0 0,0 0 0,0 0 0,0 0 0,0 0 16,0 0-16,0 0 0,0 0 0,0 0 0,0 0 15,0 24-15,0-24 0,0 0 0,0 0 0,0 0 16,0 0-16</inkml:trace>
  <inkml:trace contextRef="#ctx0" brushRef="#br0" timeOffset="74489.2606">22299 4490 0,'0'0'0,"0"0"0,0 0 0,0 0 0,0 0 15,0 0-15,0 0 0,0 0 0,0 0 0,0 0 16,0 0-16,0 0 0,-24 0 0,24 0 0,0 24 0,0-24 15,0 0-15,0 25 0,0-25 0,0 25 0,0-25 0,-25 25 16,25 0-16,0-25 0,0 24 0,0-24 0,0 25 16,-25 0-16,25-25 0,0 25 0,0 0 0,0-25 15,-25 24-15,25 1 0,0-25 0,0 25 0,0 0 0,0-25 16,0 25-16,0-25 0,0 25 0,-25-1 0,25-24 15,0 0-15,0 25 0,0-25 0,0 25 0,0-25 0,0 0 16,0 0-16,0 25 0,0-25 0,0 0 0,0 0 16,0 0-16,0 0 0,0 0 0,0 0 0,0 0 15,0 0-15,-24 0 0,24 0 0,0 0 0,0 0 0,0 0 16,-25 0-16,25 0 0</inkml:trace>
  <inkml:trace contextRef="#ctx0" brushRef="#br0" timeOffset="74946.2867">22101 4787 0,'25'0'0,"-25"0"0,0 0 15,0 0-15,0 0 0,25-25 0,-25 25 0,0 0 0,0 0 16,24 0-16,-24-24 0,25 24 0,-25 0 0,25 0 16,-25-25-16,25 25 0,-25 0 0,25 0 0,-25 0 0,24 0 15,-24 0-15,0 0 0,25 0 0,-25 0 0,25 0 16,-25 0-16,0 0 0,25 0 0,-25 0 0,0 0 15,0 0-15,0 0 0,25 0 0,-25 0 0,0 25 0,0-25 16,0 0-16,0 24 0,0-24 0,0 0 0,0 25 16,0-25-16,0 0 0,0 25 0,0-25 0,0 25 15,-25-25-15,25 0 0,0 25 0,0-25 0,0 25 0,0-25 16,0 0-16,0 24 0,0-24 0,0 25 0,0-25 15,0 0-15,0 25 0,0-25 0,0 0 0,25 25 0,-25-25 16,0 0-16,0 0 0,0 25 0,0-25 0,0 0 16,24 0-16,-24 0 0,0 0 0,25 0 0,-25 0 0,0 0 15,25 0-15,-25 0 0,25 0 0,-25-25 0,0 25 16,25 0-16,-25 0 0,24 0 0,-24-25 0,0 25 15,25-25-15,-25 25 0,0 0 0,0-25 0,0 25 0,25 0 16,-25-24-16,-25 24 0,25 0 0,0-25 0,0 25 16,0-25-16,0 0 0,0 25 0,0-25 0,0 25 0,-25 0 15,25-25-15,0 25 0,0-24 0,0 24 0,0 0 16,0 0-16,-24 0 0,24 0 0,0 0 0,0-25 0,0 25 15,-25 0-15,25 0 0,0 25 0,0-25 0,0 0 16,0 0-16,-25 0 0,25 0 0,0 0 0,0 0 16,0 0-16,0 0 0,0 0 0,0 0 0,0 0 0,0-25 15,0 25-15,0 0 0,0 0 0</inkml:trace>
  <inkml:trace contextRef="#ctx0" brushRef="#br0" timeOffset="75188.3005">22597 4514 0,'0'0'0,"0"-24"0,0 24 16,0 0-16,0 0 0,0 0 0,0 0 0,0 0 16,0 0-16,25 0 0,-25 0 0,0 0 0,25 0 0,-25 0 15,0 0-15,24 0 0,-24 0 0,25 24 0,-25-24 16,25 0-16,-25 0 0,0 0 0,25 25 0,-25-25 15,0 0-15,0 25 0,0-25 0,0 0 0,0 25 0,0-25 16,0 0-16,0 25 0,-25-25 0,25 24 0,-25-24 16,25 0-16,-25 25 0,25-25 0,-24 25 0,-1-25 0,25 0 15,-25 25-15,0-25 0,25 0 0,-25 25 0,25-25 16,-24 0-16</inkml:trace>
  <inkml:trace contextRef="#ctx0" brushRef="#br0" timeOffset="75920.3424">23440 4490 0,'0'-25'0,"0"25"0,0 0 0,0 0 0,0 0 0,-24 0 0,24 0 0,0 0 0,-25 0 0,25 0 0,0 0 0,0 0 0,-25 0 0,25 0 0,0 0 0,-25 0 0,25 0 0,0 25 0,0-25 0,-25 0 0,25 0 0,0 24 0,0-24 0,-24 0 16,24 25-16,0-25 0,0 25 0,-25-25 0,25 25 0,0 0 0,0-25 0,-25 24 0,25 1 0,0-25 0,0 25 0,0 0 16,0-25-16,0 25 0,0-1 0,0-24 0,0 25 0,0-25 15,0 25-15,25-25 0,-25 25 0,0-25 0,0 0 16,25 25-16,-25-25 0,0 0 0,24 25 0,-24-25 15,0 0-15,25 0 0,-25 0 0,25 0 0,-25 0 0,0 0 16,25 0-16,-25 0 0,25 0 0,-25 0 0,24 0 16,-24-25-16,0 25 0,25 0 0,-25 0 0,25-25 15,-25 25-15,0 0 0,0-25 0,0 25 0,25-25 0,-25 25 16,0-25-16,0 25 0,0-24 0,0 24 0,0-25 15,0 0-15,-25 25 0,25-25 0,0 0 0,0 25 0,0-24 16,0 24-16,0-25 0,0 25 0,0-25 0,-25 25 16,25-25-16,0 25 0,0 0 0,0 0 0,0 0 0,0 0 15,0-25-15,0 25 0,0 0 0,0 0 0,0 0 16,0 0-16,0 25 0,0-25 0,0 0 0,0 0 15,0 0-15,0 0 0,0 0 0,0 0 0,0 0 0,0 0 16,0 0-16</inkml:trace>
  <inkml:trace contextRef="#ctx0" brushRef="#br0" timeOffset="76510.3762">24110 4341 0,'0'0'0,"0"0"0,0 0 0,0 0 15,0 0-15,0 0 0,0 0 0,0 0 0,0 0 0,0 0 16,0 0-16,0 0 0,0 0 0,0 0 0,0 0 16,0 0-16,0 0 0,0 0 0,0 0 0,0 0 15,0 0-15,25 25 0,-25-25 0,0 0 0,0 0 0,25 24 16,-25-24-16,0 0 0,0 25 0,25-25 0,-25 25 0,0-25 15,24 25-15,-24 0 0,0-25 0,0 24 0,0 1 16,0 0-16,0 0 0,0 0 0,0-25 0,0 24 16,0 1-16,0 0 0,0 0 0,0 0 0,0-1 0,-24-24 15,24 25-15,0 0 0,0 0 0,-25-25 0,25 25 16,-25-25-16,25 25 0,0-1 0,-25-24 0,0 25 15,25-25-15,-24 25 0,24-25 0,-25 25 0,25-25 0,-25 25 16,0-25-16,25 0 0,-25 24 0,25-24 0,0 0 0,-24 25 16,24-25-16,-25 0 0,25 0 0,0 0 0,0 0 15,-25 25-15,25-25 0,0 0 0,0 0 0,0 0 16,0 0-16,0 0 0,0 0 0,0 0 0,0 0 0,0 0 15,0 0-15,0 0 0,0 0 0,0 0 0,0 0 16,0-25-16,0 25 0,0 0 0,0 0 0,0 0 16,0 0-16,0 0 0,0-25 0,0 25 0,0 0 0,0 0 15,0-24-15,0 24 0,-25 0 0,25 0 0,0 0 0</inkml:trace>
  <inkml:trace contextRef="#ctx0" brushRef="#br0" timeOffset="78951.5157">6871 6102 0,'0'0'0,"0"-25"0,0 25 16,0 0-16,0 0 0,0 0 0,0-25 0,25 25 15,-25 0-15,0 0 0,0-24 0,0 24 0,0 0 0,0 0 16,0-25-16,0 25 0,0 0 0,0 0 0,0-25 15,0 25-15,0 0 0,0 0 0,0 0 0,0 0 0,0-25 16,0 25-16,0 0 0,0 0 0,0 0 0,0 0 16,0 0-16,0 0 0,0 0 0,0 0 0,0 0 15,0 0-15,-25 0 0,25 0 0,0 25 0,0-25 0,0 0 16,0 25-16,0-25 0,0 25 0,-25-25 0,25 24 15,0 1-15,0-25 0,0 25 0,-25 0 0,25 0 0,0-1 16,0-24-16,0 25 0,0 0 0,-25 0 0,25-25 16,0 25-16,0-1 0,0-24 0,0 25 0,0-25 0,0 25 15,0-25-15,-24 25 0,24-25 0,0 25 0,0-25 16,0 0-16,0 0 0,0 24 0,0-24 0,0 0 0,0 0 15,0 0-15,0 25 0,0-25 0,0 0 0,0 0 16,0 0-16,0 0 0,0 0 0,0 0 0,0 0 16,0 0-16,0 0 0,0 0 0,0 0 0,0 0 0,0-25 15,0 25-15,0 0 0,0 0 0,0 0 0,24-24 16,-24 24-16,0 0 0,0-25 0,0 25 0,25-25 15,-25 25-15,0-25 0,25 25 0</inkml:trace>
  <inkml:trace contextRef="#ctx0" brushRef="#br0" timeOffset="79275.5343">7094 6052 0,'0'0'0,"0"0"15,0 0-15,0-24 0,0 24 0,25 0 0,-25 0 16,0 0-16,0 0 0,0 0 0,0-25 0,0 25 16,0 0-16,0 0 0,0 0 0,0 0 0,-25 0 0,25 0 15,0 0-15,0 0 0,0 0 0,0 0 0,0 0 16,-25 0-16,25 0 0,0 0 0,0 0 0,-24 25 15,24-25-15,-25 0 0,25 0 0,0 24 0,-25-24 0,25 25 16,-25-25-16,25 0 0,-25 25 0,25-25 0,-24 25 16,24-25-16,0 25 0,0-25 0,-25 24 0,25-24 0,0 25 15,0-25-15,0 0 0,0 25 0,0-25 0,25 25 16,-25-25-16,0 0 0,0 25 0,0-25 0,24 0 15,-24 0-15,0 24 0,25-24 0,-25 0 0,0 25 0,25-25 16,-25 0-16,0 25 0,25-25 0,-25 0 0,0 0 16,25 25-16,-25-25 0,0 0 0,0 25 0,24-25 0,-24 0 15,0 0-15,0 24 0,0-24 0,0 0 0,25 0 16,-25 0-16,0 0 0,0 0 0,0 0 0,25 0 0,-25 0 15,0 0-15,0 0 0,25 0 0,-25 0 0,0 0 16,0-24-16</inkml:trace>
  <inkml:trace contextRef="#ctx0" brushRef="#br0" timeOffset="79943.5725">7243 6276 0,'0'0'0,"0"0"0,0 0 0,0 0 0,0 0 0,0 0 15,0 0-15,0 0 0,0 0 0,0 0 0,0 0 16,0 0-16,0 0 0,0 0 0,0 0 0,0-25 0,25 25 15,-25 0-15,0 0 0,25-25 0,-25 25 0,24 0 16,-24-25-16,25 25 0,-25-25 0,25 25 0,0-24 0,-25 24 16,25-25-16,-25 25 0,24-25 0,1 25 0,-25-25 15,25 25-15,-25-25 0,25 25 0,-25-24 0,25 24 16,-25-25-16,0 25 0,0-25 0,24 25 0,-24-25 0,0 25 15,0-25-15,0 25 0,0-24 0,0 24 0,0 0 16,0 0-16,0-25 0,0 25 0,0 0 0,-24 0 0,24-25 16,0 25-16,0 0 0,-25 0 0,25-25 0,0 25 15,-25 0-15,25 0 0,-25 0 0,25 0 0,0 0 16,-25 0-16,25 0 0,0 0 0,0 0 0,-24 0 15,24 0-15,0 0 0,0 0 0,0 25 0,0-25 0,-25 0 16,25 25-16,0-25 0,0 0 0,0 25 0,0-25 16,0 24-16,-25-24 0,25 25 0,0-25 0,0 25 0,0 0 15,0-25-15,0 25 0,0-25 0,0 24 0,0 1 16,0-25-16,0 25 0,0 0 0,0-25 0,0 25 0,0-1 15,0-24-15,-25 25 0,25-25 0,0 25 0,0-25 0,0 25 16,0 0-16,0-25 0,0 24 0,0-24 0,0 0 16,-25 25-16,25-25 0,0 0 0,0 25 0,0-25 15,0 0-15,0 0 0,0 0 0,0 0 0,0 25 0,0-25 16,0 0-16,0 0 0,0 0 0,0 0 0,0 0 15,0 0-15,0 0 0,0 0 0,0 0 0,0-25 16,0 25-16,25 0 0,-25 0 0,0-25 0,0 25 0,25 0 16,-25-25-16,0 25 0,25-24 0,-25 24 0,25-25 15,-25 25-15,0-25 0,24 25 0,-24 0 0,0 0 16,0-25-16,25 25 0,-25 0 0,0 0 0,0 0 0,0 0 15,0 0-15,0 0 0,25 0 0,-25 25 0,0-25 0,0 0 16,0 0-16,0 25 0,0-25 0,0 0 16,0 25-16,0-25 0,0 24 0,0-24 0,0 25 0,0-25 15,0 0-15,0 25 0,0-25 0,0 25 0,0-25 16,0 0-16,0 25 0,0-25 0,0 0 0,0 24 0,0-24 15,0 0-15,25 0 0,-25 0 0,0 25 0,0-25 0,0 0 16,0 0-16,0 0 0,25 0 0,-25 0 0,0 0 16,24 0-16,-24 0 0,0-25 0,25 25 0,-25 0 15,25 0-15,0 0 0,-25-24 0,25 24 0,-1 0 0,-24 0 16</inkml:trace>
  <inkml:trace contextRef="#ctx0" brushRef="#br0" timeOffset="80632.6119">7888 6300 0,'0'-24'0,"0"24"0,0 0 0,0 0 15,0-25-15,0 25 0,0 0 0,0 0 0,0-25 0,0 25 16,0 0-16,-25 0 0,25-25 0,0 25 0,0 0 15,0 0-15,-25-25 0,25 25 0,0 0 0,0 0 0,0 0 16,-25 0-16,25 0 0,0 0 0,0 0 0,0 0 16,-24 0-16,24 0 0,0 0 0,-25 0 0,25 0 0,0 25 15,-25-25-15,25 0 0,0 25 0,-25-25 0,25 0 16,0 25-16,-25-25 0,25 25 0,0-25 0,0 24 15,-24-24-15,24 25 0,0-25 0,0 25 0,0-25 0,0 25 16,0-25-16,0 25 0,0-25 0,0 0 0,0 24 16,24-24-16,-24 0 0,0 25 0,0-25 0,0 0 0,25 0 15,-25 0-15,0 0 0,0 0 0,25 25 0,-25-25 16,0 0-16,0 0 0,25 0 0,-25-25 0,0 25 15,25 0-15,-25 0 0,24 0 0,-24 0 0,0-25 0,25 25 16,-25 0-16,25-24 0,-25 24 0,0 0 0,25-25 16,-25 25-16,0-25 0,0 25 0,25 0 0,-25-25 15,0 25-15,0-25 0,0 25 0,0 0 0,0-24 0,24 24 16,-24-25-16,0 25 0,-24 0 0,24 0 0,0-25 15,0 25-15,0 0 0,0 0 0,0 0 0,0 0 0,0 0 16,0 0-16,0 0 0,0 0 0,0 0 0,0 0 16,0 0-16,0 0 0,0 0 0,0 0 0,0 0 0,0 25 15,0-25-15,0 0 0,-25 0 0,25 25 0,0-25 16,0 0-16,0 24 0,0-24 0,0 25 0,0-25 15,0 0-15,0 25 0,0-25 0,0 0 0,0 25 0,0-25 16,0 25-16,0-25 0,0 0 0,0 24 0,25-24 16,-25 0-16,0 0 0,0 25 0,0-25 0,0 0 0,0 0 15,24 0-15,-24 25 0,0-25 0,0 0 0,0 0 16,25 0-16,-25 0 0,0 0 0,0 0 0,25 0 15,-25-25-15,0 25 0,0 0 0,25 0 0,-25 0 0,0-25 16,25 25-16,-25 0 0,0-24 0,0 24 0,25 0 16,-25-25-16,0 25 0,0 0 0,24-25 0,-24 25 15,0 0-15,0-25 0,0 25 0,0 0 0,0-25 0,0 25 16,0 0-16,0-24 0,0 24 0,0 0 0,0 0 0,0 0 15,0 0-15,0 0 0,0 0 0,0 0 0,0 24 16,0-24-16,0 0 0,0 0 0,0 25 0,0-25 16,0 25-16,0-25 0,0 25 0,0-25 0,-24 0 0,24 25 15,0-25-15,0 24 0,0-24 0,0 0 0,0 25 16,0-25-16,0 0 0,0 25 0,0-25 0,0 0 15,0 0-15,0 0 0,0 0 0,0 0 0,0 0 0,0 0 16,24 0-16,-24 0 0,0 0 0,0-25 0,0 25 0</inkml:trace>
  <inkml:trace contextRef="#ctx0" brushRef="#br0" timeOffset="80768.6197">8260 6052 0,'0'0'0,"0"0"15,0 0-15,0 0 0,0 0 0,0 0 0,0 0 16,-25 0-16,25 0 0,0 25 0,0-25 0,0 0 15,0 0-15,0 0 0,0 0 0,0 0 0,0 0 0,25 0 16,-25 0-16,0 0 0,0 0 0,0 25 0,0-25 0</inkml:trace>
  <inkml:trace contextRef="#ctx0" brushRef="#br0" timeOffset="81265.6482">9103 5879 0,'0'0'16,"0"0"-16,0 0 0,-24 0 0,24 0 0,0 0 15,0 0-15,0 0 0,0 0 0,0 0 0,0 0 0,0 0 16,0 25-16,-25-25 0,25 24 0,0-24 0,0 25 15,-25-25-15,25 25 0,0 0 0,0 0 0,0-25 16,-25 24-16,25 1 0,0 0 0,0 0 0,0 0 0,-25-1 16,25-24-16,0 25 0,0 0 0,0 0 0,0 0 15,0-25-15,-25 24 0,25 1 0,0-25 0,0 25 0,0 0 16,0-25-16,0 0 0,-24 25 0,24-25 0,0 24 15,0-24-15,0 0 0,0 25 0,0-25 0,-25 0 0,25 0 16,0 0-16,0 0 0,0 25 0,0-25 0,0 0 16,0-25-16,-25 25 0,25 0 0,0 0 0,0 0 0,0-25 15,0 25-15,-25 0 0,25-24 0,0 24 0</inkml:trace>
  <inkml:trace contextRef="#ctx0" brushRef="#br0" timeOffset="81433.6578">8855 6226 0,'25'0'0,"-25"0"0,0-25 0,0 25 16,0-25-16,0 25 0,0 0 0,25-24 0,-25 24 0,0 0 15,25-25-15,-25 25 0,0 0 0,24 0 0,-24-25 16,25 25-16,-25 0 0,25 0 0,-25 0 0,25 0 15,-25 0-15,25 0 0,0 0 0,-25 0 0,24 0 0,-24 0 16,25 25-16,-25-25 0,25 25 0,-25-25 0,0 0 16,25 24-16,-25-24 0,0 25 0,25 0 0,-25-25 0,0 25 15,24-25-15,-24 25 0,0-1 0,0-24 0,0 25 16,0-25-16,25 25 0,-25-25 0</inkml:trace>
  <inkml:trace contextRef="#ctx0" brushRef="#br0" timeOffset="81679.6718">9227 6424 0,'0'0'0,"0"0"0,0 0 0,0-24 0,0 24 16,0 0-16,0 0 0,0-25 0,0 25 0,0 0 15,0-25-15,0 25 0,0-25 0,0 25 0,25 0 0,-25 0 16,0-25-16,0 25 0,0 0 0,25 0 0,-25-24 0,0 24 16,0 0-16,25 0 0,-25 0 0,0 0 0,0 0 15,25 0-15,-25 0 0,0 0 0,0 0 0,24 0 16,-24 24-16,0-24 0,0 0 0,25 0 0,-25 25 0,0-25 15,0 0-15,0 25 0,0-25 0,0 0 0,25 25 16,-25-25-16,0 25 0,0-25 0,0 0 0,-25 24 16,25-24-16,0 25 0,0-25 0,0 0 0,0 25 0,0-25 15,0 0-15,0 25 0,0-25 0,0 0 0,-25 0 16,25 25-16,0-25 0,0 0 0,0 0 0,0 0 15,25 0-15,-25 0 0,0 0 0</inkml:trace>
  <inkml:trace contextRef="#ctx0" brushRef="#br0" timeOffset="82240.7037">9649 6300 0,'0'0'0,"0"-24"16,0 24-16,0 0 0,-25 0 0,25 0 0,0 0 0,0 0 15,0 0-15,0 0 0,0 0 0,0 0 0,0 0 16,0 0-16,0 0 0,-25 0 0,25 0 0,0 0 0,0 0 15,0 0-15,0 24 0,0-24 0,0 0 0,0 0 16,0 0-16,0 25 0,0-25 0,0 25 0,0-25 0,0 0 16,0 25-16,0-25 0,0 25 0,0-25 0,0 24 15,0-24-15,0 0 0,0 25 0,0-25 0,0 25 16,0-25-16,0 0 0,25 25 0,-25-25 0,0 0 0,0 25 15,0-25-15,0 0 0,0 0 0,25 24 0,-25-24 0,0 0 16,0 0-16,0 0 0,25 0 0,-25 0 16,0 0-16,25 0 0,-25 0 0,24 0 0,-24 0 0,0-24 15,25 24-15,-25 0 0,25 0 0,-25-25 0,0 25 0,25 0 16,-25-25-16,25 25 0,-25 0 0,0-25 0,0 25 15,24-25-15,-24 25 0,0 0 0,0-24 0,0 24 0,25 0 16,-25-25-16,0 25 0,0-25 0,0 25 0,0 0 16,0-25-16,0 25 0,0 0 0,0-25 0,0 25 15,0 0-15,0 0 0,0-24 0,0 24 0,0 0 16,0 0-16,0 0 0,0 0 0,0 0 0,-25 0 0,25 0 15,0 0-15,0 0 0,0 24 0,0-24 0,0 0 16,-24 0-16,24 0 0,0 25 0,0-25 0,0 0 16,0 0-16,0 25 0,0-25 0,-25 0 0,25 0 0,0 25 15,0-25-15,0 0 0,0 25 0,0-25 0,0 0 16,0 24-16,0-24 0,0 0 0,0 25 0,0-25 0,0 0 15,25 25-15,-25-25 0,0 0 0,0 25 0,0-25 0,0 0 16,0 0-16,0 25 0,24-25 0,-24 0 0,0 0 16,0 0-16,0 0 0,25 0 0,-25 0 0,0 0 0,25 0 15,-25 0-15,0 0 0,25 0 0,-25 0 0,0 0 16,25-25-16,-25 25 0,24 0 0,-24-25 0,0 25 15,25-25-15,-25 25 0,0 0 0,25-25 0,-25 25 0,0-24 16,0 24-16</inkml:trace>
  <inkml:trace contextRef="#ctx0" brushRef="#br0" timeOffset="82608.725">10071 6276 0,'25'0'0,"-25"0"16,0 0-16,0 0 0,0 0 0,0 0 0,0 0 15,0 0-15,0 0 0,0 0 0,0 0 0,0 24 16,0-24-16,0 0 0,0 0 0,0 25 0,-25-25 0,25 0 16,0 25-16,0-25 0,0 25 0,0-25 0,0 0 0,0 25 15,0-25-15,0 24 0,0-24 0,0 0 0,0 25 16,0-25-16,0 0 0,0 25 0,0-25 0,0 0 15,0 25-15,0-25 0,0 0 0,0 0 0,0 0 0,0 0 16,0 0-16,0 0 0,0 0 0,0 0 0,0 0 16,0 0-16,0 0 0,0 0 0,0 0 0,0 0 15,25 0-15,-25-25 0,0 25 0,0 0 0,24 0 0,-24-25 16,0 25-16,0 0 0,25-25 0,-25 25 0,0-24 0,25 24 15,-25 0-15,0-25 0,0 25 0,25 0 0,-25 0 16,0 0-16,0-25 0,0 25 0,0 0 0,0 0 16,25 0-16,-25 0 0,0 0 0,0 0 0,0 0 0,0 0 15,0 25-15,0-25 0,0 0 0,0 0 0,0 25 16,0-25-16,0 0 0,0 24 0,0-24 0,0 25 0,0-25 15,0 0-15,0 25 0,0-25 0,0 25 0,-25-25 16,25 0-16,0 25 0,0-25 0,0 0 0,0 24 16,0-24-16,0 0 0,0 25 0,0-25 0,0 0 0,0 0 15,0 0-15,0 0 0,0 0 0,0 0 0,0 0 16,0-25-16,0 25 0,0 0 0,0 0 0,0-24 0</inkml:trace>
  <inkml:trace contextRef="#ctx0" brushRef="#br0" timeOffset="82850.7387">9947 6176 0,'0'-24'0,"-25"24"0,25 0 15,0 0-15,0 0 0,0-25 0,0 25 0,0 0 16,0 0-16,0 0 0,0 0 0,0 0 0,0-25 0,0 25 15,0 0-15,25 0 0,-25 0 0,0 0 0,0 0 16,24 0-16,-24 0 0,0 0 0,25 0 0,-25 0 16,25 0-16,-25 0 0,0 0 0,25 0 0,-25 0 0,0 0 15,25 25-15,-25-25 0,0 0 0,0 0 0,0 0 16,25 0-16,-25 0 0,0 0 0,0 0 0,0 0 15,0 0-15,0 0 0,0 0 0</inkml:trace>
  <inkml:trace contextRef="#ctx0" brushRef="#br0" timeOffset="83041.7497">10195 5928 0,'0'0'16,"0"0"-16,0 0 0,0 0 0,25 0 0,-25 25 15,0-25-15,0 0 0,0 0 0,0 25 0,24-25 16,-24 0-16,0 25 0,0-25 0,0 0 0,0 0 0,0 25 15,0-25-15,0 24 0,0-24 0,0 0 0,0 25 16,0-25-16,-24 0 0,24 25 0,0-25 0,0 0 16,-25 0-16,25 0 0,0 25 0,-25-25 0</inkml:trace>
  <inkml:trace contextRef="#ctx0" brushRef="#br0" timeOffset="83214.7596">9748 6052 0,'0'0'0,"0"0"0,0 0 0,0 0 16,0 0-16,0 0 0,0-24 0,0 24 0,0 0 15,0 0-15,0 0 0,0 0 0,0 0 0,0 0 16,0 0-16,25 0 0,-25 0 0,0 0 0,0 0 16,0 24-16,25-24 0,-25 0 0,0 0 0,0 0 0,25 0 15,-25 0-15,0 25 0,0-25 0,24 0 0</inkml:trace>
  <inkml:trace contextRef="#ctx0" brushRef="#br0" timeOffset="83700.7874">11584 6499 0,'0'0'0,"0"0"0,0-25 15,-25 25-15,25 0 0,0-25 0,0 25 0,-25-25 16,25 25-16,-25 0 0,25-24 0,-24 24 0,24 0 16,-25-25-16,25 25 0,0 0 0,-25-25 0,25 25 15,-25 0-15,0-25 0,25 25 0,-24 0 0,24 0 0,-25 0 16,25 0-16,-25 0 0,0 0 0,25 0 0,-25 0 0,25 0 15,-24 0-15,24 0 0,-25 25 0,25-25 0,-25 0 16,25 0-16,0 25 0,0-25 0,0 0 0,-25 25 16,25-25-16,0 24 0,0-24 0,25 0 0,-25 25 0,0-25 15,0 25-15,0-25 0,25 25 0,-25-25 0,0 25 16,25-25-16,-25 0 0,24 24 0,-24-24 0,25 0 0,-25 25 15,25-25-15,-25 0 0,25 0 0,-25 0 0,25 0 16,-25 0-16,24 0 0,-24 0 0,25-25 0,-25 25 0,25 0 16,-25-24-16,25 24 0,-25 0 0,25-25 0,-25 25 15,24-25-15,-24 25 0,25-25 0,-25 0 0,25 25 16,-25-24-16,25-1 0,-25 25 0,25-25 0,-25 0 0</inkml:trace>
  <inkml:trace contextRef="#ctx0" brushRef="#br0" timeOffset="83919.8">11733 6028 0,'0'0'0,"0"0"0,0 0 0,0 0 0,0 0 16,0 0-16,0 0 0,0 0 0,0 0 0,0 0 15,-25 24-15,25-24 0,0 0 0,0 25 0,0 0 0,0-25 16,0 25-16,0 0 0,0-25 0,0 24 0,0 1 0,0 0 16,-25-25-16,25 25 0,0 0 0,0-1 0,0 1 15,0 0-15,0-25 0,0 25 0,0 0 0,0-1 16,0-24-16,-25 25 0,25 0 0,0-25 0,0 25 0,0-25 15,0 25-15,0-25 0,0 24 0,0-24 0,-25 0 16,25 25-16,0-25 0,0 0 0,0 0 0,0 0 0,-24 0 16,24 0-16,0 0 0,0 0 0,0 0 0,0 0 15,-25-25-15,25 25 0,0 0 0,0 0 0,-25-24 16</inkml:trace>
  <inkml:trace contextRef="#ctx0" brushRef="#br0" timeOffset="84108.8107">11534 6400 0,'0'0'0,"0"-25"0,0 25 0,0-25 0,0 25 0,0 0 16,0-25-16,0 25 0,25 0 0,-25 0 0,0-25 15,0 25-15,0 0 0,25 0 0,-25 0 0,25 0 16,-25-24-16,0 24 0,24 0 0,1 0 0,-25 0 0,25 0 15,-25 0-15,25-25 0,0 25 0,-25 0 0,24 0 16,1 0-16,-25 0 0,25 0 0,-25 25 0,25-25 0,0 0 16,-25 0-16,24 0 0,-24 0 0,25 24 0,0-24 15,-25 0-15,25 0 0,-25 0 0,25 25 0,-25-25 0</inkml:trace>
  <inkml:trace contextRef="#ctx0" brushRef="#br0" timeOffset="84669.8424">12179 6325 0,'0'0'15,"0"0"-15,0-25 0,0 25 0,0 0 0,0 0 16,0-24-16,-25 24 0,25 0 0,0 0 0,0-25 0,0 25 15,0 0-15,-25-25 0,25 25 0,0 0 0,0 0 16,-24-25-16,24 25 0,0 0 0,-25 0 0,25 0 16,0 0-16,-25 0 0,25-25 0,0 25 0,-25 0 0,25 0 15,0 0-15,-25 25 0,25-25 0,0 0 0,-24 0 0,24 0 16,0 25-16,-25-25 0,25 0 0,0 25 0,-25-25 15,25 25-15,0-25 0,0 24 0,-25-24 0,25 0 16,0 25-16,0-25 0,0 25 0,0-25 0,0 25 0,0-25 16,25 0-16,-25 25 0,0-25 0,0 0 0,0 24 0,25-24 15,-25 0-15,0 25 0,0-25 0,25 0 0,-25 0 16,0 25-16,24-25 0,-24 0 0,0 0 0,25 0 15,-25 0-15,0 0 0,25 0 0,-25 0 0,25 0 0,-25-25 16,0 25-16,25 0 0,-25 0 0,24 0 0,-24-25 16,25 25-16,-25 0 0,0-24 0,25 24 0,-25 0 15,25-25-15,-25 25 0,0-25 0,0 25 0,25-25 0,-25 25 16,0 0-16,0-25 0,0 25 0,0 0 0,25-24 15,-25 24-15,0 0 0,0-25 0,0 25 0,0 0 16,0 0-16,0 0 0,0 0 0,0 0 0,0 0 0,0 0 16,0 0-16,0 0 0,0 0 0,0 0 0,0 0 15,0 0-15,0 0 0,0 0 0,0 0 0,-25 0 0,25 25 16,0-25-16,0 24 0,0-24 0,0 0 0,0 25 15,0-25-15,0 25 0,0-25 0,0 0 0,0 25 0,0-25 16,0 25-16,0-25 0,0 0 0,0 24 0,0-24 16,0 0-16,0 0 0,0 0 0,0 25 0,0-25 0,0 0 15,0 0-15,25 0 0,-25 0 0,0 0 0,24 0 16,-24 0-16,0 0 0,25 0 0,-25-25 0,25 25 0,-25 0 15,25 0-15,-25-24 0,0 24 0,25 0 0,-25 0 16,0-25-16,24 25 0</inkml:trace>
  <inkml:trace contextRef="#ctx0" brushRef="#br0" timeOffset="84980.8607">12452 6251 0,'0'0'16,"0"-25"-16,25 25 0,-25 0 0,0 0 0,0 0 15,0 0-15,0 0 0,0 0 0,0 0 0,-25 0 0,25 0 16,0 0-16,0 0 0,0 0 0,0 25 0,0-25 16,0 0-16,0 25 0,0-25 0,0 24 0,0-24 0,0 0 15,0 25-15,0-25 0,0 25 0,0-25 0,0 25 16,0-25-16,0 25 0,-25-25 0,25 0 0,0 24 0,0-24 15,0 0-15,0 25 0,0-25 0,0 0 0,0 25 16,0-25-16,0 0 0,0 0 0,0 0 0,0 0 16,0 0-16,0 0 0,0 0 0,0 0 0,0 0 0,0 0 15,0 0-15,0 0 0,0 0 0,0 0 0,0-25 16,0 25-16,25 0 0,-25 0 0,0-25 0,0 25 15,25-24-15,-25 24 0,0-25 0,25 25 0,-25-25 0,0 25 16,24 0-16,-24-25 0,25 25 0,-25 0 0,0-25 16,0 25-16,25 0 0,-25 0 0,0 0 0,0 0 0,0 0 15,0 0-15,0 0 0,0 0 0,0 0 0,0 25 16,0-25-16,0 0 0,0 0 0,0 25 0,0-25 0,0 0 15,0 25-15,0-25 0,0 0 0,0 25 0,0-25 16,0 0-16,0 24 0,0-24 0,0 0 0,0 0 16,0 25-16,0-25 0,0 0 0,0 25 0,0-25 0,0 0 15,0 0-15,0 0 0,0 25 0,0-25 0,0 0 16,0 0-16,0 0 0,25 0 0,-25 0 0,0 0 0,25 0 15,-25 0-15,24 0 0,-24 0 0,25 0 0,0 0 16,-25 0-16,25 0 0,0-25 0,-25 25 0,24 0 0</inkml:trace>
  <inkml:trace contextRef="#ctx0" brushRef="#br0" timeOffset="85521.8916">12973 6325 0,'0'0'0,"-25"0"0,25-25 0,0 25 16,0 0-16,0 0 0,-25-24 0,25 24 0,0 0 0,0 0 15,-25 0-15,25 0 0,0 0 0,-24 0 0,24 0 16,0 0-16,0 0 0,-25 0 0,25 0 0,0 0 0,0 0 15,-25 0-15,25 24 0,0-24 0,0 0 0,0 0 16,-25 25-16,25-25 0,0 25 0,0-25 0,0 25 0,0-25 16,0 25-16,-25-25 0,25 24 0,0-24 0,0 0 15,0 25-15,0-25 0,0 25 0,25-25 0,-25 0 16,0 25-16,0-25 0,0 0 0,0 25 0,25-25 0,-25 0 15,0 0-15,0 0 0,25 0 0,-25 0 0,0 0 16,25 0-16,-25 0 0,24 0 0,-24 0 0,0 0 0,25 0 16,-25-25-16,25 25 0,-25 0 0,25 0 0,-25-25 15,0 25-15,25 0 0,-25-25 0,0 25 0,24-25 0,-24 25 16,0-24-16,0 24 0,0 0 0,25-25 0,-25 25 15,0 0-15,0-25 0,0 25 0,0 0 0,0 0 16,0 0-16,0 0 0,0 0 0,-25 0 0,25 0 0,0 0 16,0 0-16,0 0 0,0 25 0,0-25 0,0 25 15,-24-25-15,24 24 0,0-24 0,0 25 0,0-25 16,0 25-16,-25 0 0,25-25 0,0 25 0,0-1 0,0 1 15,0-25-15,0 25 0,0 0 0,0 0 0,-25-1 16,25-24-16,0 25 0,0 0 0,0 0 0,0-25 16,0 25-16,0-1 0,0-24 0,-25 25 0,25-25 0,0 25 15,0-25-15,0 25 0,0-25 0,-25 0 0,25 25 0,0-25 16,0 0-16,-24 25 0,24-25 0,0 0 0,-25 0 15,25 0-15,0 0 0,-25 24 0,25-24 0,0 0 16,-25 0-16,25 0 0,0 0 0,-25 0 0,25-24 0,0 24 16,0 0-16,0 0 0,-24 0 0,24 0 0,0 0 15,0 0-15,0-25 0,0 25 0,0 0 0,0 0 16,0-25-16,0 25 0,0 0 0,0-25 0,0 25 0,0 0 15,0-25-15,0 25 0,0-25 0,0 25 0,24-24 16,-24 24-16,0-25 0,0 25 0,0-25 0</inkml:trace>
  <inkml:trace contextRef="#ctx0" brushRef="#br0" timeOffset="85888.912">12254 5779 0,'0'0'0,"0"0"0,0 25 15,0-25-15,0 0 0,0 0 0,0 0 0,0 0 16,0 0-16,0 25 0,0-25 0,0 0 0,0 0 0,0 0 15,0 0-15,0 0 0,0 0 0,0 0 0,24 25 16,-24-25-16,0 0 0,25 0 0,-25 0 0,0 0 16,25 0-16,-25 0 0,0 0 0,25 0 0,-25 0 0,0 0 15,25 0-15,-25 0 0,0-25 0,0 25 0,24 0 16,-24 0-16,0-25 0,0 25 0,0 0 0,25 0 0,-25-25 15</inkml:trace>
  <inkml:trace contextRef="#ctx0" brushRef="#br0" timeOffset="86089.9241">12551 5680 0,'25'0'0,"-25"0"0,0 0 0,0 0 0,0 0 16,25 0-16,-25 0 0,0 0 0,0 0 0,25 0 0,-25 0 16,24 0-16,-24 0 0,0 0 0,25 25 0,-25-25 15,25 0-15,-25 0 0,0 0 0,25 25 0,-25-25 16,0 0-16,0 0 0,0 25 0,0-25 0,0 0 0,0 0 15,0 24-15,0-24 0,-25 0 0,25 25 0,-25-25 16,25 0-16,-25 25 0,1-25 0,24 0 0,-25 25 0,0-25 16,0 25-16,0-25 0,1 0 0,-1 0 0,0 25 15</inkml:trace>
  <inkml:trace contextRef="#ctx0" brushRef="#br0" timeOffset="86601.9534">14163 6003 0,'0'0'0,"0"0"0,0 0 16,0 0-16,0 0 0,-24 0 0,24-25 0,0 25 0,0 25 16,0-25-16,0 0 0,0 0 0,0 0 0,0 25 15,0-25-15,0 24 0,0-24 0,0 25 0,-25 0 0,25 0 16,0 0-16,0-1 0,0 1 0,0-25 0,0 25 15,0 0-15,-25 0 0,25-1 0,0 1 0,0 0 16,0 0-16,0-25 0,0 25 0,-25-1 0,25-24 0,0 25 16,0 0-16,0-25 0,0 25 0,-25-25 0,25 25 15,0-25-15,0 0 0,0 24 0,-24-24 0,24 0 0,0 0 16,0 0-16,-25 0 0,25 0 0,0 0 0,0 0 15,-25 0-15,25 0 0,0-24 0,0 24 0,0 0 16</inkml:trace>
  <inkml:trace contextRef="#ctx0" brushRef="#br0" timeOffset="86751.9619">13965 6350 0,'0'0'0,"0"-25"16,0 25-16,0 0 0,25 0 0,-25-25 0,0 25 15,25 0-15,-25 0 0,24 0 0,-24 0 0,0 0 16,25 0-16,0-24 0,-25 24 0,25 0 0,0 0 0,-25 0 16,24 0-16,1 0 0,0 0 0,0-25 0,0 25 15,-1 0-15,-24 0 0,25 0 0,0 0 0,0-25 0,0 25 16,-25 0-16,25 0 0,-1 0 0,1-25 0,-25 25 15,25 0-15,-25-25 0,25 25 0</inkml:trace>
  <inkml:trace contextRef="#ctx0" brushRef="#br0" timeOffset="87702.0159">14585 5953 0,'0'0'15,"0"0"-15,-25 0 0,25 0 0,0 0 0,0-25 16,0 25-16,0 0 0,0 0 0,0 0 0,0 0 0,0 0 16,0 0-16,0 0 0,0 0 0,0 0 0,0 0 15,0 25-15,0-25 0,0 0 0,0 0 0,0 25 0,0-25 16,-24 25-16,24 0 0,0-25 0,0 24 0,0 1 15,-25-25-15,25 25 0,0 0 0,0 0 0,0-25 0,-25 24 16,25 1-16,0 0 0,0 0 0,-25 0 0,25-25 16,0 24-16,0 1 0,0 0 0,0-25 0,0 25 15,-25-25-15,25 25 0,0-25 0,0 24 0,0-24 0,0 0 16,0 0-16,0 25 0,0-25 0,0 0 0,0 0 0,0 0 15,0 0-15,0 0 0,0 0 0,0 0 0,0 0 16,25 0-16,-25 0 0,0 0 0,0 0 0,0 0 16,25 0-16,-25-25 0,25 25 0,-25 0 0,0 0 15,25-24-15,-25 24 0,24 0 0,-24-25 0,25 25 0,-25-25 16,25 25-16,-25 0 0,25-25 0,-25 25 0,0-25 15,25 25-15,-25 0 0,0-24 0,24 24 0,-24 0 16,0 0-16,0 0 0,0-25 0,25 25 0,-25 0 0,0 0 16,0 0-16,0 0 0,0 0 0,0 0 0,0 0 15,0 0-15,0 0 0,0 0 0,0 0 0,0 25 0,0-25 16,0 0-16,0 0 0,-25 0 0,25 24 0,0-24 0,0 0 15,0 0-15,0 25 0,0-25 0,0 25 0,0-25 16,0 25-16,0-25 0,0 25 0,0-25 0,0 0 16,0 24-16,0-24 0,0 25 0,25-25 0,-25 0 0,0 25 15,0-25-15,0 0 0,0 25 0,0-25 0,0 0 16,25 0-16,-25 0 0,0 0 0,0 0 0,25 25 0,-25-50 15,0 25-15,25 0 0,-25 0 0,24 0 0,-24 0 16,25 0-16,-25-25 0,25 25 0,-25 0 0,25 0 16,-25-25-16,25 25 0,-25-25 0,0 25 0,24 0 0,-24-24 15,0 24-15,25-25 0,-25 25 0,0-25 0,25 25 16,-25-25-16,0 25 0,0-25 0,0 25 0,0-24 0,0 24 15,0-25-15,0 25 0,0 0 0,0-25 0,0 25 16,0 0-16,0 0 0,0-25 0,0 25 0,0 0 16,0 0-16,0 0 0,0 0 0,0 0 0,0 25 0,0-25 15,0 0-15,0 0 0,-25 0 0,25 25 0,0-25 16,0 25-16,0-25 0,0 0 0,0 24 0,0-24 0,0 25 15,0-25-15,0 25 0,0-25 0,-25 25 0,25-25 16,0 25-16,0-25 0,0 24 0,0-24 0,0 25 0,0-25 16,0 25-16,0-25 0,25 0 0,-25 25 0,0-25 15,0 0-15,0 25 0,0-25 0,0 0 0,0 0 16,0 0-16,0 0 0,0 0 0,25 0 0,-25 24 0,0-24 15,0-24-15,25 24 0,-25 0 0,0 0 0,25 0 16,-25 0-16,0 0 0,24-25 0,-24 25 0,0 0 16,25-25-16,-25 25 0,25 0 0,-25-25 0,0 25 0,0-25 15,25 25-15,-25-24 0,0 24 0,0-25 0,25 25 16,-25-25-16,0 25 0,0 0 0,0-25 0,0 25 0,24-25 15,-24 25-15,0 0 0,0 0 0,0 0 0,0 0 16,0 0-16,0 0 0,0 0 0,0 0 0,0 0 0,0 0 16,0 0-16,0 0 0,0 0 0,-24 0 15,24 0-15,0 0 0,0 25 0,0-25 0,0 0 0,0 25 16,0-25-16,0 0 0,0 25 0,0-25 0,-25 25 0,25-25 15,0 0-15,0 24 0,0-24 0,0 0 0,0 25 16,0-25-16,0 0 0,0 25 0,0-25 0,0 0 0,25 25 16,-25-25-16,0 0 0,0 0 0,24 25 0,-24-25 15,0 0-15,25 0 0,-25 0 0,25 0 0,-25 24 0,25-24 16,0 0-16,-25 0 0,24 0 0,-24-24 0,25 24 15</inkml:trace>
  <inkml:trace contextRef="#ctx0" brushRef="#br0" timeOffset="87929.0293">15503 6375 0,'0'0'0,"0"0"15,0-25-15,0 25 0,-25 0 0,25-25 0,0 25 16,0 0-16,0 0 0,-25-25 0,25 25 0,0 0 16,0 0-16,0 0 0,0 0 0,0 0 0,-24 0 0,24 0 15,0 25-15,0-25 0,0 0 0,0 25 0,-25-25 0,25 0 16,0 25-16,0-25 0,0 25 0,0-1 0,0-24 15,-25 25-15,25-25 0,0 25 0,0-25 0,0 25 16,0-25-16,0 0 0,0 25 0,25-25 0,-25 24 0,0-24 16,0 0-16,0 25 0,0-25 0,0 0 0,0 0 15,25 25-15,-25-25 0,0 0 0,0 0 0,24 0 0,-24 0 16,0 0-16,0 0 0,25 0 0,-25-25 0,0 25 15,0 0-15,0 0 0,25-25 0,-25 25 0,0-24 16</inkml:trace>
  <inkml:trace contextRef="#ctx0" brushRef="#br0" timeOffset="88165.0422">15329 6028 0,'0'0'0,"0"0"0,0-25 0,0 25 16,0 0-16,0 0 0,0 0 0,0-25 0,0 25 15,0 0-15,0 0 0,0 0 0,0 0 0,0 0 0,25 0 16,-25 0-16,0 0 0,0 0 0,25 0 0,-25 0 15,0 0-15,0 25 0,25-25 0,-25 0 0,0 0 0,0 25 16,0-25-16,25 0 0,-25 24 0,0-24 0,0 0 16,0 25-16,0-25 0,0 0 0,0 25 0,0-25 15,0 0-15,-25 0 0,25 25 0,0-25 0,0 0 0,-25 0 16,25 25-16,0-25 0,-25 0 0,25 0 0,0 0 0,-25 0 15,25 0-15,0 0 0,-25 0 0,25 0 0,0 0 16</inkml:trace>
  <inkml:trace contextRef="#ctx0" brushRef="#br0" timeOffset="88350.0534">15577 5804 0,'0'0'0,"25"0"0,-25 0 0,0 0 15,0 0-15,0 0 0,-25 0 0,25 0 0,0 0 0,0 25 16,0-25-16,-24 0 0,24 25 0,0-25 0,0 25 0,-25-25 15,25 25-15,0-25 0,-25 24 0,25-24 0,0 25 16,-25 0-16,25-25 0,0 0 0,0 25 0,0-25 16,-25 25-16,25-25 0,0 0 0,0 24 0,0-24 0</inkml:trace>
  <inkml:trace contextRef="#ctx0" brushRef="#br0" timeOffset="88817.0801">16396 6276 0,'0'-25'0,"0"25"0,0 0 0,0 0 0,0 0 15,0-25-15,0 25 0,0 0 0,0 0 0,0 0 16,0 0-16,0 0 0,0 25 0,0-25 0,0 0 0,25 0 15,-25 25-15,0-25 0,0 24 0,0 1 0,0-25 16,0 25-16,0 0 0,0-25 0,0 25 0,0-25 16,0 24-16,0 1 0,0-25 0,0 25 0,0-25 0,25 25 15,-25-25-15,0 25 0,0-25 0,0 0 0,0 24 16,0-24-16,0 0 0,0 0 0,0 0 0,0 0 0,0 0 15,0 0-15,0 0 0,24-24 0,-24 24 0,0 0 16,0-25-16,25 25 0,-25 0 0,25-25 0,-25 25 0,0-25 16,25 25-16,-25-25 0,25 1 0,-25 24 0,0-25 15,24 25-15,-24-25 0,0 25 0,25-25 0,-25 25 16,0 0-16,0-25 0,0 25 0,25 0 0,-25 0 0,0 0 15,0-24-15,0 24 0,25 0 0,-25 0 0,0 0 16,0 0-16,25 0 0,-25 0 0,0 0 0,24 0 0,-24 24 16,0-24-16,0 0 0,25 0 0,-25 0 0</inkml:trace>
  <inkml:trace contextRef="#ctx0" brushRef="#br0" timeOffset="89219.1031">16842 6375 0,'0'0'0,"0"0"0,0 0 15,0 0-15,0 0 0,0 0 0,0 0 0,0 0 16,0 0-16,0-25 0,0 25 0,0 0 0,0 0 0,25 0 15,-25 0-15,0 0 0,0 0 0,25 0 0,-25 0 16,25 0-16,-25-25 0,0 25 0,25 0 0,-25 0 0,24 0 16,-24-25-16,0 25 0,25 0 0,-25 0 0,0 0 15,0 0-15,0-24 0,0 24 0,25 0 0,-25 0 0,0 0 16,0 0-16,0-25 0,0 25 0,-25 0 0,25 0 15,0 0-15,0-25 0,0 25 0,0 0 0,-25 0 16,25 0-16,0-25 0,0 25 0,-24 0 0,24 0 0,0 0 16,-25-25-16,25 25 0,-25 0 0,25 0 0,0 0 15,-25 0-15,25 0 0,-25 0 0,25 0 0,-24 0 16,24 0-16,0 0 0,-25 0 0,25 0 0,0 0 0,-25 0 15,25 25-15,0-25 0,0 0 0,0 0 0,-25 25 16,25-25-16,0 25 0,0-25 0,0 0 0,0 25 0,0-1 16,0-24-16,0 25 0,0-25 0,0 25 0,25-25 15,-25 25-15,0-25 0,0 25 0,0-25 0,25 24 0,-25-24 16,0 25-16,0-25 0,25 0 0,-25 25 0,0-25 15,24 0-15,-24 25 0,25-25 0,-25 0 0,0 0 16,25 25-16,-25-25 0,25 0 0,0 0 0,-25 0 0,24 0 16,1 0-16,-25 0 0,25 0 0,0 0 0,0 0 15,-1 0-15,1 0 0,0-25 0,-25 25 0</inkml:trace>
  <inkml:trace contextRef="#ctx0" brushRef="#br0" timeOffset="89526.1206">17438 6325 0,'0'-25'0,"0"25"0,0-24 0,0 24 0,0 0 0,0-25 16,0 25-16,0 0 0,0-25 0,-25 25 0,25 0 15,0-25-15,0 25 0,0 0 0,0-25 0,0 25 16,0 0-16,0 0 0,0 0 0,0 0 0,-25 0 0,25 0 16,0 0-16,0 0 0,0 0 0,-25 0 0,25 0 15,0 25-15,0-25 0,-25 0 0,25 25 0,0-25 0,-24 25 16,24-25-16,0 25 0,0-25 0,-25 24 0,25 1 15,0-25-15,0 25 0,0-25 0,0 25 0,0-25 16,0 25-16,0-25 0,0 24 0,0-24 0,0 25 0,0-25 16,0 25-16,25-25 0,-25 0 0,0 0 0,24 25 15,-24-25-15,0 0 0,25 0 0,-25 0 0,25 0 0,-25 0 16,25 0-16,-25 0 0,25 0 0,-1 0 0,1 0 15,-25-25-15,25 25 0,0 0 0,0 0 0,-25-25 16,25 25-16,-1 0 0,1-25 0,-25 25 0,25-24 0,0 24 16,-25-25-16,25 25 0,-25-25 0,24 0 0,-24 0 15,25 25-15,-25-24 0</inkml:trace>
  <inkml:trace contextRef="#ctx0" brushRef="#br0" timeOffset="90124.1548">17859 5978 0,'25'0'0,"-25"-25"16,0 25-16,0 0 0,0 0 0,0-25 0,0 25 16,-25 0-16,25 25 0,0-25 0,0 0 0,0 0 15,0 25-15,0-25 0,0 25 0,-24-25 0,24 25 0,0-25 16,0 24-16,0 1 0,-25-25 0,25 25 0,0 0 0,0 0 15,0-1-15,-25 1 0,25-25 0,0 25 0,0 0 16,-25 0-16,25-1 0,0-24 0,0 25 0,0 0 16,0 0-16,-25-25 0,25 25 0,0-25 0,0 24 0,0 1 15,-24-25-15,24 25 0,0-25 0,0 0 0,0 25 16,-25-25-16,25 0 0,0 25 0,0-25 0,0 0 15,0 0-15,0 0 0,0 0 0,0 0 0,-25 0 0,25 0 16,0 0-16,0 0 0,0 0 0,0-25 0,0 25 16,0 0-16,0-25 0,0 25 0,0-25 0,0 25 15,0 0-15,0-25 0,0 25 0,0-24 0,25 24 0,-25-25 16,0 25-16,0 0 0,0-25 0,25 25 0,-25 0 0,0-25 15,0 25-15,0 0 0,24-25 0,-24 25 0,0 0 16,25-24-16,-25 24 0,0 0 0,0-25 0,25 25 16,-25 0-16,0 0 0,25 0 0,-25-25 0,0 25 0,0 0 15,25 0-15,-25 0 0,0 0 0,0 0 0,0 0 16,0 0-16,24 0 0,-24 0 0,0 25 0,0-25 0,0 0 15,0 0-15,0 25 0,0-25 0,0 24 0,0-24 16,0 0-16,0 25 0,0-25 0,0 25 0,0-25 0,0 25 16,0-25-16,0 25 0,-24-25 0,24 24 0,0-24 15,0 25-15,0-25 0,0 25 0,0-25 0,0 0 16,0 25-16,0-25 0,0 0 0,24 25 0,-24-25 0,0 0 15,0 0-15,0 24 0,0-24 0,25 0 0,-25 0 16,0 0-16,25 0 0,-25 0 0,25 0 0,-25 0 16,25 0-16,-25 0 0,24-24 0,-24 24 0,25 0 0,-25-25 15,25 25-15,-25 0 0,25-25 0,-25 25 0,0-25 16,0 25-16,25-25 0,-25 25 0,0-24 0,0 24 0,0-25 15,0 25-15,0-25 0,0 25 0,0-25 0,-25 25 16,25-25-16,0 25 0,0 0 0,0-24 0,0 24 0,0 0 16,0 0-16,-25 0 0,25-25 0,0 25 0,0 0 15,0 0-15,0 0 0,-25 0 0,25 0 0,0 0 16,0 0-16,0 0 0,-25 0 0,25 0 0,0 0 0,0 0 15,0 0-15,0 0 0,0 0 0,0 0 0,0 0 16,0 0-16,0-25 0,0 25 0,0 0 0</inkml:trace>
  <inkml:trace contextRef="#ctx0" brushRef="#br0" timeOffset="90298.1648">18083 6028 0,'0'0'0,"24"0"0,-24 0 0,0 0 16,0 0-16,0 0 0,0 24 0,0-24 0,0 0 15,0 0-15,25 0 0,-25 25 0,0-25 0,0 0 16,0 25-16,0-25 0,0 0 0,25 25 0,-25-25 0,0 25 15,0-25-15,0 24 0,0-24 0,0 0 0,-25 25 16,25-25-16,0 0 0,-25 25 0,25-25 0,0 0 0,-24 0 16,24 0-16,-25 25 0,0-25 0,25 0 0</inkml:trace>
  <inkml:trace contextRef="#ctx0" brushRef="#br0" timeOffset="90791.193">19273 6127 0,'25'0'0,"-25"-25"0,0 25 16,0 0-16,0-25 0,0 25 0,0 0 0,0 0 15,0 0-15,0-25 0,0 25 0,0 0 0,0 0 0,0 0 16,0 0-16,0 25 0,0-25 0,0 0 0,0 0 0,0 0 16,0 25-16,0-25 0,0 25 0,0-25 0,-25 25 15,25-1-15,0 1 0,0 0 0,0 0 0,0-25 16,0 25-16,-25-1 0,25 1 0,0 0 0,0 0 0,-24 0 15,24-1-15,0 1 0,-25 0 0,25 0 0,0-25 16,0 25-16,-25-1 0,25-24 0,0 25 0,0-25 16,-25 25-16,25-25 0,0 25 0,0-25 0,0 0 0,0 0 15,0 0-15,0 0 0,-25 0 0,25 0 0,0 0 16,0 0-16,0 0 0</inkml:trace>
  <inkml:trace contextRef="#ctx0" brushRef="#br0" timeOffset="90956.2024">19100 6400 0,'0'0'0,"0"-25"0,0 25 15,0-25-15,0 25 0,0 0 0,0-25 0,0 25 16,24 0-16,-24-25 0,0 25 0,0 0 0,25 0 0,-25-24 15,0 24-15,25 0 0,0 0 0,-25-25 0,25 25 16,-1 0-16,-24 0 0,25 0 0,0 0 0,0 0 0,-25 0 16,25 0-16,-1 0 0,1 25 0,-25-25 0,25 0 15,0 24-15,-25-24 0,25 25 0,-25 0 0,24-25 16,-24 25-16,25-25 0,-25 25 0,0-1 0,25-24 0,-25 25 16</inkml:trace>
  <inkml:trace contextRef="#ctx0" brushRef="#br0" timeOffset="91498.2334">19496 6573 0,'0'0'15,"-24"0"-15,24 0 0,0 0 0,0 0 0,0 0 16,0 0-16,0 0 0,0 0 0,0-25 0,0 25 0,0 0 16,0 0-16,0-24 0,0 24 0,0 0 0,24-25 15,-24 25-15,0-25 0,0 25 0,25-25 0,-25 25 0,25-25 16,-25 25-16,25-24 0,-25 24 0,25-25 0,-25 25 15,0-25-15,25 25 0,-25-25 0,24 25 0,-24 0 0,0 0 16,0-25-16,0 25 0,25 0 0,-25 0 0,0 0 16,0 0-16,0 0 0,0 0 0,0 25 0,0-25 15,0 0-15,0 25 0,0-25 0,0 0 0,0 25 0,0-25 16,0 25-16,0-25 0,0 24 0,0-24 0,-25 25 15,25-25-15,0 25 0,0-25 0,0 0 0,0 25 0,0-25 16,0 0-16,0 25 0,0-25 0,0 0 0,0 24 16,25-24-16,-25 0 0,0 0 0,0 0 0,0 0 0,0 0 15,25 0-15,-25 0 0,0 25 0,25-25 0,-25-25 16,25 25-16,-25 0 0,24 0 0,-24 0 0,25 0 15,0 0-15,-25 0 0,25-24 0,0 24 0,-25 0 0,24-25 16,1 25-16,-25 0 0,25-25 0,-25 25 0,25 0 16,-25-25-16,25 25 0,-25-25 0,0 25 0,0-24 15,0 24-15,0-25 0,24 25 0,-24 0 0,-24-25 0,24 25 16,0-25-16,0 25 0,0-25 0,0 25 0,0 0 15,0-24-15,-25 24 0,25 0 0,0 0 0,0 0 0,0 0 16,-25 0-16,25-25 0,0 25 0,0 0 0,-25 0 16,25 25-16,0-25 0,-25 0 0,25 0 0,0 0 0,0 0 15,0 24-15,-24-24 0,24 0 0,0 25 0,0-25 16,0 25-16,0-25 0,0 25 0,0-25 0,-25 25 15,25-25-15,0 24 0,25-24 0,-25 25 0,0-25 0,0 0 16,0 25-16,0-25 0,0 25 0,24-25 0,-24 0 16,0 25-16,0-25 0,25 0 0,-25 0 0,0 0 0,25 0 15,-25 24-15,25-24 0,-25 0 0,25 0 0,-1 0 16,-24-24-16,25 24 0,0 0 0,-25 0 0,25 0 15,0 0-15,-25-25 0,24 25 0,-24 0 0,25-25 0,-25 25 16,25 0-16,-25-25 0,0 25 0,25 0 0</inkml:trace>
  <inkml:trace contextRef="#ctx0" brushRef="#br0" timeOffset="91817.2517">20241 6375 0,'0'-25'0,"0"25"0,0 0 0,0 0 0,0-25 0,0 25 16,0 0-16,0 0 0,0 0 0,0 0 15,0 0-15,0 0 0,0 0 0,0 0 0,0 0 0,0 0 16,0 0-16,0 0 0,0 0 0,0 25 0,0-25 16,0 0-16,0 25 0,0-25 0,0 0 0,-25 25 0,25-25 15,0 24-15,0-24 0,0 25 0,0-25 0,0 0 16,0 25-16,-25-25 0,25 0 0,0 25 0,0-25 0,0 0 15,0 25-15,0-25 0,0 0 0,0 0 0,25 0 16,-25 0-16,0 0 0,0 0 0,0 0 0,0 0 16,0 0-16,25 0 0,-25 0 0,0 0 0,24 0 0,-24 0 15,0 0-15,25-25 0,-25 25 0,25 0 0,-25 0 16,25-25-16,-25 25 0,25 0 0,-25-25 0,24 25 15,-24 0-15,0-25 0,25 25 0,-25 0 0,0 0 0,0 0 16,25 0-16,-25 0 0,0 0 0,0 0 0,0 0 16,0 0-16,0 25 0,0-25 0,0 0 0,0 25 0,0-25 15,0 0-15,0 25 0,0-25 0,0 0 0,0 25 16,0-25-16,0 0 0,0 24 0,0-24 0,0 0 0,0 25 15,0-25-15,0 0 0,-25 25 0,25-25 0,0 0 16,0 0-16,0 0 0,0 0 0,0 0 0,0 0 16,0 0-16</inkml:trace>
  <inkml:trace contextRef="#ctx0" brushRef="#br0" timeOffset="92057.2654">20191 6102 0,'0'-25'0,"0"25"0,0 0 0,25 0 15,-25-25-15,0 25 0,0 0 0,0-24 0,25 24 16,-25 0-16,0 0 0,24 0 0,-24-25 0,25 25 16,-25 0-16,25 0 0,-25 0 0,25 0 0,0 0 0,-25 0 15,24 0-15,-24 0 0,25 25 0,-25-25 0,25 0 0,-25 24 16,25-24-16,-25 0 0,0 25 0,0-25 0,25 0 15,-25 25-15,0-25 0,0 25 0,0-25 0,0 25 16,0-25-16,24 24 0,-24-24 0,0 25 0,0-25 0,0 25 16,0 0-16,0-25 0,0 25 0</inkml:trace>
  <inkml:trace contextRef="#ctx0" brushRef="#br0" timeOffset="92463.2886">21803 6648 0,'25'0'0,"-25"0"15,0-25-15,0 25 0,25 0 0,-25-25 0,0 25 16,-25-25-16,25 25 0,0-25 0,0 25 0,0 0 15,-25-24-15,25 24 0,0-25 0,0 25 0,-24-25 0,24 25 16,0 0-16,-25-25 0,25 25 0,0 0 0,-25 0 16,25 0-16,-25-25 0,25 25 0,-25 0 0,25 25 15,0-25-15,-25 0 0,25 0 0,-24 0 0,24 0 0,-25 25 16,25-25-16,0 0 0,-25 25 0,25-25 0,-25 0 15,25 25-15,0-25 0,0 24 0,-25-24 0,25 25 16,0-25-16,0 25 0,0-25 0,0 25 0,0-25 0,0 0 16,0 25-16,25-25 0,-25 24 0,0-24 0,25 0 15,-25 0-15,0 25 0,25-25 0,0 0 0,-25 0 0,24 0 16,-24 0-16,25 0 0,0 0 0,0 0 0,-25 0 15,25 0-15,0-25 0,-1 25 0,-24 0 0,25 0 0,0-24 16,-25 24-16,25-25 0,0 25 0,-25-25 0,24 25 16,-24-25-16,25 0 0,-25 25 0,25-24 0,-25-1 15,0 25-15,25-25 0,-25 0 0</inkml:trace>
  <inkml:trace contextRef="#ctx0" brushRef="#br0" timeOffset="92697.302">22076 6102 0,'0'-25'0,"0"25"0,0-25 0,0 25 16,0 0-16,0-24 0,0 24 0,0 0 0,0 0 0,0 0 15,0 0-15,0 24 0,-25-24 0,25 0 0,0 25 16,0-25-16,0 25 0,0-25 0,0 25 0,0 0 15,0-25-15,0 24 0,0 1 0,0 0 0,0-25 0,-24 25 16,24 0-16,0-1 0,0 1 0,0-25 0,-25 25 16,25 0-16,0 0 0,0-25 0,0 24 0,-25 1 0,25-25 15,0 25-15,0 0 0,-25-25 0,25 25 0,0-25 16,0 24-16,0-24 0,0 0 0,0 25 0,-25-25 0,25 0 15,0 25-15,0-25 0,0 0 0,25 0 0,-25 0 16,0 0-16,0 0 0,0 0 0,0 0 0,25 0 16,-25 0-16,25 0 0,-25-25 0,25 25 0,-25 0 0,0-25 15,24 25-15,-24 0 0,25-24 0</inkml:trace>
  <inkml:trace contextRef="#ctx0" brushRef="#br0" timeOffset="93141.3274">22200 6350 0,'0'-25'0,"0"25"0,0-25 0,0 25 16,0 0-16,0-24 0,0 24 0,0 0 15,0 0-15,0 0 0,0 0 0,0 0 0,0 0 0,0 0 16,0 0-16,0 0 0,0 0 0,0 0 0,0 0 0,0 0 15,0 0-15,0 0 0,0 24 0,0-24 0,0 0 16,-25 25-16,25-25 0,0 25 0,0-25 0,0 25 16,0 0-16,0-25 0,0 24 0,0-24 0,0 25 0,0 0 15,0-25-15,0 25 0,0-25 0,0 25 0,0-25 16,0 24-16,0-24 0,0 0 0,0 25 0,0-25 15,0 0-15,0 0 0,0 25 0,0-25 0,25 0 0,-25 0 16,0 0-16,0 0 0,25 0 0,-25 0 0,0 0 16,25-25-16,-25 25 0,25 0 0,-25 0 0,24-25 0,-24 25 15,25-24-15,-25 24 0,25 0 0,-25-25 0,0 25 16,25-25-16,-25 25 0,0-25 0,25 25 0,-25-25 0,0 25 15,0-24-15,0 24 0,24-25 0,-24 25 0,0 0 16,0-25-16,0 25 0,0 0 0,0-25 0,0 25 16,0 0-16,0 0 0,0 0 0,0 0 0,0 0 0,0 0 15,0 0-15,0 0 0,0 25 0,0-25 0,0 0 0,-24 0 16,24 25-16,0-25 0,0 0 0,0 25 0,0-25 15,0 24-15,0-24 0,-25 25 0,25-25 0,0 25 16,0-25-16,0 25 0,0-25 0,0 0 0,0 25 0,0-25 16,0 0-16,0 24 0,0-24 0,0 0 0,0 25 15,0-25-15,0 0 0,0 0 0,0 25 0,25-25 0,-25 0 16,0 0-16,24 0 0,-24 0 0,25 0 0,-25 0 15,25 0-15,-25 0 0,25 0 0,0 0 0,-1-25 0,-24 25 16,25 0-16,0 0 0,-25-25 0,25 25 16,0-24-16</inkml:trace>
  <inkml:trace contextRef="#ctx0" brushRef="#br0" timeOffset="93663.3573">22771 6375 0,'0'-25'0,"0"25"0,0 0 15,0-25-15,-25 25 0,25 0 0,0-25 0,0 25 0,0 0 16,0 0-16,0 0 0,-25-24 0,25 24 0,0 0 16,0 0-16,0 0 0,-25 0 0,25 0 0,0 0 15,0 0-15,0 0 0,-25 24 0,25-24 0,0 0 0,0 0 16,0 25-16,-24-25 0,24 25 0,0-25 0,0 25 15,0-25-15,0 25 0,0-25 0,0 24 0,0-24 0,0 25 16,0 0-16,0-25 0,0 25 0,0-25 0,0 0 16,0 25-16,0-25 0,0 24 0,0-24 0,24 0 15,-24 25-15,0-25 0,0 0 0,0 0 0,0 0 0,25 0 16,-25 25-16,0-25 0,0-25 0,0 25 0,25 0 15,-25 0-15,0 0 0,0 0 0,0 0 0,25 0 16,-25-25-16,0 25 0,0 0 0,0-24 0,25 24 0,-25 0 16,0-25-16,0 25 0,0-25 0,25 25 0,-25-25 0,0 25 15,0 0-15,0-25 0,24 25 0,-24-24 0,0 24 16,0 0-16,25-25 0,-25 25 0,0 0 0,25-25 15,-25 25-15,0 0 0,0 0 0,0 0 0,25 0 0,-25 0 16,0 0-16,0 0 0,25 0 78,-25 0-78,0 0 0,0 0 0,24 25 0,-24-25 0,0 0 0,25 0 0,-25 25 0,0-25 0,0 24 0,0-24 0,25 0 0,-25 25 0,0-25 0,0 25 0,0-25 0,0 0 0,0 25 0,0-25 0,0 0 0,0 25 0,0-25 0,0 0 0,0 24 0,0-24 0,0 0 0,0 0 0,0 25 0,0-25 16,0 0-16,0 0 0,0 0 0,0 0 0,0 0 15,0 0-15,0 0 0,0 0 0,0 0 0,0 0 109,0-25-109,0 25 0,-25 0 0,25-24 0,0 24 0</inkml:trace>
  <inkml:trace contextRef="#ctx0" brushRef="#br0" timeOffset="93817.3661">22994 6102 0,'0'0'0,"0"0"16,0 0-16,0 0 0,0 0 0,0 0 0,0 0 0,0 0 15,0 0-15,0 0 0,25 0 0,-25 0 0,0 0 16,0 0-16,0 0 0,0 25 0,25-25 0,-25 0 0,0 0 15,0 0-15,0 25 0,24-25 0,-24 0 0,0 24 16,0-24-16,0 0 0,0 25 0,0-25 0,0 0 16,0 0-16,0 25 0,0-25 0,0 0 0,-24 0 0,24 25 15,0-25-15,-25 0 0,25 0 0,0 0 0,-25 25 16,25-25-16,0 0 0,-25 0 0,25 0 0,-25 0 15,1-25-15,24 25 0</inkml:trace>
  <inkml:trace contextRef="#ctx0" brushRef="#br0" timeOffset="94063.3801">22547 6003 0,'0'0'0,"0"0"0,0-25 0,0 25 16,0 0-16,0 0 0,0 0 0,0 0 0,0 0 15,0 0-15,0 0 0,25 0 0,-25 0 0,0-25 16,0 25-16,25 25 0,-25-25 0,0 0 0,25 0 0,-25 0 15,0 0-15,25 0 0,-25 25 0,0-25 0,0 0 16,24 0-16,-24 25 0,0-25 0,0 0 0,0 24 16,0-24-16,0 0 0,-24 25 0,24-25 0,0 0 0,-25 25 15,25-25-15,-25 0 0,25 0 0,-25 25 0,0-25 0,25 0 16,-24 0-16,24 25 0,-25-25 0,25 0 15,-25 0-15,25 0 0,-25 0 0,25 0 0,0 0 0,-25 0 16,25 0-16</inkml:trace>
  <inkml:trace contextRef="#ctx0" brushRef="#br0" timeOffset="94311.3943">22994 5779 0,'25'0'0,"-25"0"0,0 0 16,0 0-16,0 0 0,0 0 0,0 0 0,-25 0 0,25 25 15,0-25-15,0 0 0,-25 0 0,25 0 0,0 25 16,-25-25-16,25 25 0,0-25 0,-24 0 0,24 25 0,-25-25 15,25 0-15,0 25 0,-25-25 0,25 0 0,-25 24 16,25-24-16,0 0 0,-25 25 0,25-25 0,-24 0 16,24 0-16</inkml:trace>
  <inkml:trace contextRef="#ctx0" brushRef="#br0" timeOffset="94947.4307">24904 6598 0,'0'0'0,"0"0"0,0 0 0,25-25 0,-25 25 0,0 0 16,0 0-16,0 0 0,0-25 0,0 25 0,0 0 16,0 0-16,-25-24 0,25 24 0,0 0 0,0 0 0,0 0 15,0-25-15,0 25 0,0 0 0,-25 0 0,25 0 16,0-25-16,0 25 0,-25 0 0,25 0 0,0-25 0,-25 25 15,25 0-15,0-25 0,-24 25 0,24 0 0,-25 0 16,25-24-16,-25 24 0,25 0 0,-25 0 0,0 0 16,25 0-16,-24-25 0,-1 25 0,25 0 0,-25 0 0,25 0 15,-25 25-15,0-25 0,25 0 0,-24 0 0,24 0 16,0 24-16,0-24 0,-25 0 0,25 25 0,0-25 0,0 0 15,0 25-15,0-25 0,0 25 0,0 0 0,25-25 16,-25 24-16,0-24 0,24 25 0,-24-25 0,0 0 16,25 25-16,-25-25 0,25 0 0,-25 0 0,25 0 0,-25 25 15,25-25-15,-1 0 0,-24 0 0,25 0 0,-25-25 16,25 25-16,0 0 0,-25 0 0,25 0 0,-1-25 15,1 25-15,-25 0 0,25-25 0,0 25 0,-25 0 0,25-24 16,0 24-16,-25-25 0,24 25 0,-24-25 0,25 0 16,0 25-16,-25-25 0,25 1 0,-25 24 0,25-25 0</inkml:trace>
  <inkml:trace contextRef="#ctx0" brushRef="#br0" timeOffset="95184.4437">25251 6102 0,'0'0'0,"25"-25"16,-25 25-16,0 0 0,0 0 0,0 0 0,0-25 16,-25 25-16,25 0 0,0 0 0,0 0 0,0 0 0,0 0 15,0 0-15,0 0 0,0 0 0,0 0 0,0 25 16,0-25-16,0 0 0,0 25 0,-25-25 0,25 25 0,0-25 15,0 25-15,0-1 0,-24 1 0,24-25 0,0 25 16,0 0-16,0 0 0,-25-25 0,25 24 0,0 1 16,0-25-16,-25 25 0,25 0 0,0-25 0,0 25 0,0-25 15,-25 24-15,25-24 0,0 25 0,0-25 0,0 25 16,0-25-16,0 25 0,-25-25 0,25 0 0,0 25 15,0-25-15,0 0 0,0 0 0,0 24 0,0-24 0,0 0 16,25 0-16,-25 0 0,0 0 0,0 0 0,25 0 0,-25 0 16,25 0-16,-25 0 0,25 0 0,-1 0 15,1 0-15</inkml:trace>
  <inkml:trace contextRef="#ctx0" brushRef="#br0" timeOffset="95690.4731">25524 6474 0,'0'-25'0,"0"25"0,0 0 0,0-25 0,25 25 0,-25-24 15,0 24-15,0 0 0,-25-25 0,25 25 0,0-25 0,0 25 16,0 0-16,0-25 0,0 25 0,0 0 0,0-25 15,0 25-15,-25 0 0,25 0 0,0 0 0,0 0 16,-25-24-16,25 24 0,0 0 0,-24 0 0,24 0 0,0 24 16,-25-24-16,25 0 0,0 0 0,-25 0 0,25 25 15,-25-25-15,25 0 0,0 25 0,-25-25 0,25 0 16,0 25-16,-24-25 0,24 25 0,0-25 0,0 24 0,0-24 15,-25 25-15,25-25 0,0 25 0,0-25 0,0 25 0,0-25 16,0 0-16,0 25 0,0-25 0,0 24 16,0-24-16,0 25 0,0-25 0,25 0 0,-25 0 0,0 25 15,0-25-15,24 0 0,-24 0 0,0 0 0,25 0 0,-25 0 16,0 0-16,25 0 0,-25 0 0,25 0 0,-25 0 15,25 0-15,-25-25 0,24 25 0,-24 0 0,25 0 0,-25-25 16,0 25-16,25 0 0,-25-24 0,0 24 0,0-25 16,25 25-16,-25 0 0,0-25 0,0 25 0,0-25 0,25 25 15,-25-25-15,0 25 0,0-24 0,0 24 16,0-25-16,0 25 0,0 0 0,0 0 0,0-25 0,0 25 15,0 0-15,0 0 0,0 0 0,0 0 0,0 0 0,0 0 16,0 0-16,0 0 0,0 0 0,0 0 0,0 25 16,0-25-16,-25 0 0,25 0 0,0 25 0,0-25 15,0 0-15,0 24 0,0-24 0,-25 0 0,25 25 0,0-25 16,0 25-16,0-25 0,0 0 0,0 25 0,0-25 15,0 0-15,0 25 0,0-25 0,0 0 0,25 24 0,-25-24 16,0 0-16,0 0 0,0 25 0,25-25 0,-25 0 16,0 0-16,24 0 0,-24 0 0,25 25 0,-25-25 0,0 0 15,25 0-15,0 0 0,-25-25 0,25 25 0,-25 0 16,24 0-16,-24 0 0,0 0 0,25-25 0,-25 25 15,0 0-15,25-24 0,-25 24 0</inkml:trace>
  <inkml:trace contextRef="#ctx0" brushRef="#br0" timeOffset="96059.4941">25772 6474 0,'0'-25'0,"0"25"0,0-25 16,0 25-16,0 0 0,0-24 0,0 24 0,0-25 0,0 25 15,0 0-15,0 0 0,0 0 0,0 0 0,0 0 16,0 0-16,0 0 0,0 0 0,0 0 0,0 0 15,0 0-15,0 0 0,0 25 0,0-25 0,0 0 0,0 24 16,0-24-16,0 0 0,0 25 0,0-25 0,0 0 16,0 25-16,0-25 0,0 25 0,0-25 0,-25 0 0,25 25 15,0-25-15,0 0 0,0 24 0,0-24 0,0 0 16,0 0-16,0 0 0,0 25 0,0-25 0,0 0 15,0 0-15,0 0 0,0 0 0,0 0 0,0 0 0,0 0 16,0 0-16,0 0 0,0-25 0,25 25 0,-25 0 16,0 0-16,0-24 0,25 24 0,-25 0 0,25-25 15,-25 25-15,24 0 0,-24-25 0,25 25 0,-25-25 0,25 25 16,-25 0-16,25-25 0,0 25 0,-25 0 0,25-24 0,-25 24 15,0 0-15,24 0 0,-24 0 0,0 0 0,0 0 16,25 0-16,-25 0 0,0 0 0,0 24 0,0-24 16,0 0-16,0 0 0,0 25 0,0-25 0,0 0 0,0 25 15,0-25-15,0 25 0,0-25 0,0 0 0,-25 25 16,25-25-16,0 0 0,0 0 0,0 24 0,0-24 15,0 0-15,0 0 0,0 25 0,0-25 0,0 0 0,0 0 16,0 25-16,25-25 0,-25 0 0,0 0 0,0 0 0,25 0 16,-25 0-16,25 0 0,-25 0 0,25 25 0,-1-25 15,1-25-15,-25 25 0,25 0 0,0 0 0,0 0 16,-1 0-16</inkml:trace>
  <inkml:trace contextRef="#ctx0" brushRef="#br0" timeOffset="96552.5224">26417 6424 0,'0'0'0,"0"0"0,0-24 0,0 24 15,0 0-15,-25-25 0,25 25 0,0 0 0,0 0 16,0 0-16,0-25 0,-25 25 0,25 0 0,0 0 0,0 0 15,0 0-15,0 0 0,-24 25 0,24-25 0,0 0 16,0 0-16,-25 0 0,25 25 0,0-25 0,0 0 0,0 24 16,-25-24-16,25 0 0,0 25 0,0-25 0,0 0 15,0 25-15,0-25 0,0 0 0,0 25 0,0-25 16,0 0-16,0 25 0,0-25 0,0 0 0,0 0 0,0 24 15,25-24-15,-25 0 0,0 0 0,0 0 0,25 25 0,-25-25 16,0 0-16,24 0 0,-24 0 0,0 0 0,25 0 16,-25 0-16,0-25 0,25 25 0,-25 0 0,0 0 15,0 0-15,0-24 0,25 24 0,-25 0 0,0 0 0,0-25 16,0 25-16,0 0 0,0-25 0,0 25 0,0 0 15,0-25-15,0 25 0,-25 0 0,25 0 0,0 0 0,0 0 16,0-25-16,0 25 0,0 25 0,0-25 0,-25 0 16,25 0-16,0 0 0,0 0 0,0 25 0,-25-25 15,25 25-15,0-25 0,0 0 0,0 25 0,-24-1 0,24-24 16,0 25-16,0-25 0,0 25 0,-25 0 0,25-25 15,0 25-15,0-1 0,0-24 0,0 25 0,0-25 16,-25 25-16,25 0 0,0-25 0,0 25 0,0-25 16,0 24-16,0-24 0,0 25 0,0-25 0,0 25 0,0-25 15,0 0-15,-25 25 0,25-25 0,0 25 0,0-25 0,0 0 16,0 25-16,-25-25 0,25 0 0,0 0 15,-24 24-15,24-24 0,-25 0 0,25 0 0,-25 0 0,25 0 0,-25 0 16,0 0-16,25 0 0,-24 0 0,-1 0 0,25 0 16,-25 0-16,0 0 0,0-24 0,1 24 0,24 0 0,-25 0 15,0-25-15,-25 25 0,25 0 0</inkml:trace>
  <inkml:trace contextRef="#ctx0" brushRef="#br0" timeOffset="96688.5303">25400 6846 0,'0'0'0,"0"-25"0,0 25 15,0 0-15,25 0 0,-25 0 0,0 0 0,0 0 0,0 0 16,0 0-16,0-25 0,0 25 0,0 0 16,0 0-16,0 0 0,0 0 0,0 0 0,0 0 0,0 0 15,0 0-15,0 0 0,0 0 0,0 0 0,0 0 0,0 0 16,0-24-16,0 24 0</inkml:trace>
  <inkml:trace contextRef="#ctx0" brushRef="#br0" timeOffset="97369.5692">27856 5928 0,'0'0'0,"0"-24"0,0 24 0,0 0 0,0 0 0,0-25 16,0 25-16,0 0 0,0 0 0,0 0 16,-25 0-16,25 0 0,0 0 0,0 0 0,0 0 0,0 0 15,0 0-15,0 0 0,0 25 0,0-25 0,0 0 0,-25 24 16,25-24-16,0 25 0,0-25 0,0 25 0,-25 0 15,25 0-15,0-25 0,-25 24 0,25 1 0,0 0 16,0 0-16,0 0 0,-24-1 0,24 1 0,0 0 0,0-25 16,-25 25-16,25 0 0,0-1 0,0 1 0,0-25 0,-25 25 15,25 0-15,0-25 0,0 25 0,0-25 0,-25 24 16,25-24-16,0 25 0,0-25 0,0 0 0,0 25 15,0-25-15,0 0 0,-25 0 0,25 0 0,0 0 0,0 25 16,0-25-16,0-25 0,-24 25 0,24 0 0,0 0 16,0 0-16,0-25 0,-25 25 0,25-25 0,0 25 15,0 0-15</inkml:trace>
  <inkml:trace contextRef="#ctx0" brushRef="#br0" timeOffset="97756.5914">27608 6300 0,'24'0'0,"-24"0"0,0-24 16,25 24-16,-25 0 0,0-25 0,25 25 0,-25 0 16,25 0-16,-25-25 0,25 25 0,-25 0 0,24-25 0,-24 25 15,25 0-15,0 0 0,-25 0 0,25 0 0,-25 0 16,25 0-16,-25 0 0,0 0 0,24 0 0,-24 0 15,0 0-15,25 0 0,-25 25 0,0-25 0,0 0 0,0 25 16,0-25-16,0 0 0,0 25 0,0-25 0,0 24 16,0-24-16,-25 25 0,25-25 0,0 25 0,0-25 0,-24 25 15,24-25-15,0 25 0,0-25 0,0 24 0,-25-24 16,25 25-16,0-25 0,0 25 0,0-25 0,0 25 15,0-25-15,-25 0 0,25 25 0,0-25 0,0 0 16,25 24-16,-25-24 0,0 0 0,0 0 0,0 25 0,0-25 16,25 0-16,-25 0 0,0 0 0,24 0 0,-24-25 0,25 25 15,-25 0-15,25 0 0,-25 0 0,25-24 0,-25 24 16,25 0-16,-25-25 0,0 25 0,24-25 0,-24 25 15,0-25-15,25 25 0,-25-25 0,0 25 0,0-24 0,0 24 16,0-25-16,0 25 0,0-25 0,0 25 0,0-25 16,0 25-16,0-25 0,0 25 0,0-24 0,0 24 0,0 0 15,0 0-15,0-25 0,0 25 0,-25 0 0,25 0 16,0 0-16,0 0 0,0 25 0,0-25 0,-24 0 0,24 0 15,0 0-15,0 0 0,0 0 0,0 24 0,0-24 16,0 0-16,0 0 0,0 0 0,0 0 0,0 0 16,24 25-16,-24-25 0,0 0 0,25 0 0,-25 0 0</inkml:trace>
  <inkml:trace contextRef="#ctx0" brushRef="#br0" timeOffset="98244.6193">28302 6375 0,'0'0'0,"0"0"0,0 0 15,0-25-15,0 25 0,0 0 0,0 0 0,0 0 16,0-25-16,0 25 0,-25 0 0,25-25 0,0 25 0,0 0 15,0-24-15,-24 24 0,24 0 0,0 0 0,0-25 16,-25 25-16,25 0 0,0 0 0,0 0 0,-25 0 16,25 0-16,0 0 0,-25 0 0,25 0 0,0 0 0,-25 25 15,25-25-15,0 0 0,-24 0 0,24 24 0,0-24 16,-25 0-16,25 25 0,0-25 0,0 0 0,-25 25 0,25-25 15,0 0-15,0 25 0,0-25 0,0 25 0,0-25 16,0 0-16,0 0 0,0 24 0,0-24 0,0 0 0,0 25 16,0-25-16,0 0 0,0 0 0,0 0 0,25 25 15,-25-25-15,0 0 0,0 0 0,25 0 0,-25 0 16,24 0-16,-24 0 0,0 0 0,25 0 0,-25 0 0,25 0 15,-25 0-15,25 0 0,-25-25 0,0 25 0,25 0 16,-25 0-16,24 0 0,-24-25 0,0 25 0,25 0 16,-25-24-16,0 24 0,0 0 0,0-25 0,25 25 0,-25 0 15,0-25-15,0 25 0,0 0 0,0 0 0,0 0 16,0 0-16,0 0 0,0 0 0,0 0 0,0 0 15,0 0-15,0 0 0,0 0 0,0 0 0,0 25 0,0-25 16,-25 0-16,25 25 0,0-25 0,0 24 0,0-24 0,0 25 16,0-25-16,0 25 0,0-25 0,0 25 0,0-25 15,0 0-15,-25 25 0,25-25 0,0 0 0,0 24 16,0-24-16,0 0 0,0 25 0,0-25 0,0 0 0,0 0 15,0 25-15,0-25 0,0 0 0</inkml:trace>
  <inkml:trace contextRef="#ctx0" brushRef="#br0" timeOffset="98337.6246">28104 6772 0,'-25'0'0,"25"0"0,0 0 15,0 0-15,-25 0 0,25 24 0,0-48 0,0 24 16,0 0-16,0 0 0,0 0 0,0 0 0,0 0 0,0 0 16,0 0-16,0 0 0,25 0 0,-25 0 0,0 0 15,0 0-15,0 0 0,25 0 0,-25 0 0,0 0 16,25 0-16,-25 0 0,0 0 0,24 0 0,-24 0 0</inkml:trace>
  <inkml:trace contextRef="#ctx0" brushRef="#br0" timeOffset="98767.6492">29443 6499 0,'0'0'0,"0"-25"0,0 25 0,-25 0 0,25-25 0,0 25 16,0 0-16,0-25 0,-24 25 0,24 0 0,0-24 15,0 24-15,0-25 0,-25 25 0,25 0 0,0-25 16,0 25-16,0-25 0,-25 25 0,25 0 0,0-25 0,0 25 16,-25 0-16,25 0 0,0-24 0,-25 24 0,25 0 0,-24 0 15,24 0-15,-25 0 0,25 24 0,-25-24 0,25 0 16,-25 0-16,25 0 0,-25 25 0,25-25 0,-24 0 15,24 25-15,-25-25 0,25 25 0,0-25 0,0 0 16,-25 25-16,25-25 0,0 24 0,0-24 0,0 25 0,0-25 16,0 25-16,0-25 0,25 0 0,-25 25 0,0-25 15,25 0-15,-25 0 0,24 25 0,-24-25 0,25 0 0,-25 0 16,25 0-16,0 0 0,0 0 0,-25 0 0,24-25 15,1 25-15,0 0 0,0 0 0,0 0 0,-25-25 16,24 25-16,1 0 0,0-25 0,-25 25 0,25-25 0,0 25 16,-25-24-16,24-1 0,1 25 0</inkml:trace>
  <inkml:trace contextRef="#ctx0" brushRef="#br0" timeOffset="99027.6641">29790 5928 0,'0'-24'0,"0"24"0,0 0 16,0 0-16,0 0 0,0-25 0,-24 25 0,24 0 0,0 0 15,0 0-15,0 0 0,0 0 0,0 0 0,0 0 16,0 25-16,0-25 0,-25 0 0,25 24 0,0-24 15,0 0-15,-25 25 0,25 0 0,0-25 0,0 25 0,-25 0 16,25-25-16,0 24 0,-25 1 0,25 0 0,0 0 16,-24 0-16,24-25 0,0 24 0,-25 1 0,25 0 0,0 0 15,0-25-15,-25 25 0,25-1 0,0-24 0,-25 25 16,25 0-16,0-25 0,0 25 0,0-25 0,0 25 15,-25-25-15,25 0 0,0 24 0,0-24 0,0 0 0,0 0 16,0 25-16,0-25 0,0 0 0,0 0 0,0 0 16,25 0-16,-25 0 0,0 0 0,0 0 0,25-25 15,-25 25-15,0 0 0,25 0 0,-25-24 0,25 24 0,-25 0 16,24 0-16</inkml:trace>
  <inkml:trace contextRef="#ctx0" brushRef="#br0" timeOffset="99490.6906">29815 6251 0,'0'0'0,"0"0"0,25-25 0,-25 25 15,0 0-15,0 0 0,0-25 0,0 25 0,0 0 16,0 0-16,0 0 0,0 0 0,0 0 0,0 0 15,0 0-15,-25 0 0,25 0 0,0 0 0,0 0 0,0 0 16,-25 0-16,25 0 0,0 25 0,-24-25 0,24 25 16,-25-25-16,25 25 0,0-25 0,-25 24 0,25-24 0,0 25 15,0 0-15,0-25 0,-25 25 0,25 0 0,0-25 16,0 24-16,0-24 0,0 25 0,0-25 0,0 0 0,0 25 15,25-25-15,-25 0 0,0 25 0,0-25 0,0 0 16,25 0-16,-25 0 0,0 0 0,25 0 0,-25 0 16,0 0-16,24 0 0,-24 0 0,0-25 0,25 25 0,-25 0 15,25 0-15,-25-25 0,0 25 0,0-25 0,25 25 16,-25 0-16,0-24 0,0 24 0,0-25 0,0 25 0,0-25 15,25 25-15,-25-25 0,0 25 0,0-25 0,0 1 16,0 24-16,0-25 0,-25 25 0,25 0 0,0-25 0,0 25 16,0-25-16,0 25 0,0 0 0,-25-25 0,25 25 15,0 0-15,0 0 0,0-24 0,0 24 0,-25 0 16,25-25-16,0 25 0,0 0 0,0 0 0,0 0 0,0-25 15,0 25-15,0 0 0,0 0 0,25 0 0,-25 0 16,0-25-16,0 25 0,25 0 0,-25 0 0,0 0 16,25 0-16,-25 0 0,24 0 0,-24 0 0,25 0 0,-25 0 15,25 25-15,0-25 0,-25 0 0,25 0 0,-25 25 16,24-25-16,1 0 0,-25 25 0,25-25 0,-25 0 0,0 24 15,25-24-15,-25 25 0,0 0 0,0-25 0,0 25 16,0-25-16,0 25 0,0-1 0,-25-24 0,25 25 0</inkml:trace>
  <inkml:trace contextRef="#ctx0" brushRef="#br0" timeOffset="99619.6979">29691 6772 0,'-25'24'16,"25"-24"-16,0 0 0,0 0 0,0 0 0,0 0 15,0 25-15,0-25 0,0 0 0,0 0 0,0 0 16,0 0-16,0 0 0,0 0 0,0-25 0,0 25 0,0 0 15,0 0-15,0 0 0,0 0 0,0 0 0,25-24 16,-25 24-16,0-25 0,0 25 0,0-25 0,0 25 0,0-25 16,0 25-16</inkml:trace>
  <inkml:trace contextRef="#ctx0" brushRef="#br0" timeOffset="99831.7101">29592 6102 0,'0'0'0,"0"0"15,0 0-15,0 0 0,0 0 0,0 0 0,25 0 16,-25 0-16,0 0 0,25 0 0,-1 0 0,-24 0 0,25-25 15,0 25-15,0 25 0,0-25 0,-1 0 0,1 0 16,0 0-16,0 0 0,0 0 0,24 25 0,-24-25 0,0 0 16,0 0-16,-1 0 0,26 25 0,-25-25 0,0 0 15,-1 0-15,1 0 0</inkml:trace>
  <inkml:trace contextRef="#ctx0" brushRef="#br0" timeOffset="100076.7241">30783 5879 0,'0'0'16,"0"-25"-16,0 25 0,0 0 0,0 0 0,0 0 0,0 0 16,0 0-16,0 0 0,0 0 0,0 0 0,0 0 15,0 0-15,0 25 0,0-25 0,0 0 0,0 25 0,0-1 16,-25-24-16,25 25 0,0 0 0,0 0 0,0-25 15,-25 25-15,25-1 0,0 1 0,0 0 0,-25 0 16,25 0-16,0-1 0,-25 1 0,25 0 0,0 0 0,-24 0 16,24-1-16,0-24 0,0 25 0,-25 0 0,25-25 0,0 25 15,-25 0-15,25-25 0,0 24 0,-25-24 0,25 25 16,0-25-16,-25 0 0,25 25 0,0-25 0,-24 0 0,24 0 15,0 0-15,0 0 0,-25 0 0,25 0 0,0 0 16,0-25-16,0 25 0,0 0 0</inkml:trace>
  <inkml:trace contextRef="#ctx0" brushRef="#br0" timeOffset="100206.7315">30510 6325 0,'0'0'0,"0"-25"0,25 25 0,-25 0 0,0-24 16,0 24-16,0 0 0,24-25 0,-24 25 0,0 0 15,25 0-15,-25 0 0,0-25 0,25 25 0,-25 0 0,25 0 16,-25 0-16,25 0 0,-25 0 0,24 0 0,1 25 16,0-25-16,-25 0 0,25 0 0,0 0 0,-1 0 0,1 25 15,-25-25-15,25 0 0,0 0 0,0 0 0,-1 24 16,1-24-16,0 0 0,-25 0 0,25 0 0,0 0 0</inkml:trace>
  <inkml:trace contextRef="#ctx0" brushRef="#br0" timeOffset="100628.7557">31229 6251 0,'0'0'0,"0"-25"0,0 25 0,0-25 0,0 25 0,0 0 15,0-25-15,0 25 0,0 0 0,0-24 0,0 24 16,-25 0-16,25 0 0,0 0 0,0 0 0,0 0 16,-25-25-16,25 50 0,0-25 0,-24 0 0,24 0 0,0 0 15,-25 0-15,25 0 0,-25 0 0,25 24 0,0-24 0,-25 0 16,25 0-16,0 25 0,-25-25 0,25 0 0,-24 25 15,24-25-15,0 0 0,0 25 0,-25-25 0,25 25 16,0-25-16,-25 0 0,25 24 0,0-24 0,0 0 0,0 25 16,-25-25-16,25 25 0,0-25 0,0 0 0,0 25 0,0-25 15,0 0-15,0 0 0,25 25 0,-25-25 0,0 0 16,0 0-16,0 24 0,25-24 0,-25 0 0,0 0 0,0 0 15,25 0-15,-25 0 0,24 0 0,-24 0 0,0 0 16,25 0-16,-25 0 0,25 0 0,-25 0 0,0-24 0,25 24 16,-25 0-16,0 0 0,0-25 0,25 25 0,-25 0 15,0 0-15,0-25 0,0 25 0,0 0 0,24-25 0,-24 25 16,0 0-16,0 0 0,0-25 0,0 25 0,0 0 15,0 0-15,0 0 0,0 0 0,0 0 0,0 0 0,-24 0 16,24 25-16,0-25 0,0 0 0,0 25 0,-25-25 16,25 0-16,0 25 0,0-25 0,0 25 0,0-25 0,0 24 15,0-24-15,0 25 0,0-25 0,0 0 0,0 25 16,0-25-16,0 25 0,25-25 0,-25 0 0,24 0 0,-24 25 15,25-25-15,-25 0 0,25 0 0,-25 0 0,25 0 16,0 0-16,-25 0 0,25 0 0,-25 0 0,0 0 0,24 0 16</inkml:trace>
  <inkml:trace contextRef="#ctx0" brushRef="#br0" timeOffset="101896.8282">4762 7838 0,'0'0'0,"0"0"16,0 0-16,0 0 0,0 0 0,0 0 0,0 0 16,0 0-16,0 0 0,0-25 0,0 25 0,0 0 0,0 0 15,0 0-15,0 0 0,0 0 0,0 0 0,0-24 16,25 24-16,-25 0 0,0 0 0,25-25 0,-25 25 0,0 0 15,25-25-15,-25 25 0,25 0 0,-25-25 0,25 25 16,-1-25-16,-24 25 0,25-24 0,-25 24 0,25-25 0,0 25 16,-25-25-16,25 25 0,-25-25 0,24 25 0,1-25 15,-25 25-15</inkml:trace>
  <inkml:trace contextRef="#ctx0" brushRef="#br0" timeOffset="102183.8446">5159 7268 0,'0'0'0,"0"-25"0,0 25 0,0 0 0,-24-25 15,24 25-15,0 0 0,0 0 0,0 0 0,0 0 16,0 0-16,0 0 0,-25 0 0,25 0 0,0 0 0,0 0 15,0 25-15,0-25 0,0 25 0,0-25 0,-25 25 16,25-1-16,0 1 0,0-25 0,-25 25 0,25 0 0,0 24 16,0-24-16,0 0 0,-25 0 0,25 0 0,0-1 15,0 1-15,0-25 0,0 25 0,-24 0 0,24 0 0,0-1 16,0 1-16,0 0 0,0-25 0,0 25 0,-25 0 15,25-25-15,0 24 0,0-24 0,0 25 0,0-25 16,0 0-16,-25 25 0,25-25 0,0 0 0,0 0 0,0 0 16,0 25-16,-25-25 0,25 0 0,0-25 0,0 25 15,-25 0-15,25 0 0,0-25 0,0 25 0,-24-25 16,24 25-16</inkml:trace>
  <inkml:trace contextRef="#ctx0" brushRef="#br0" timeOffset="102298.8512">4862 7615 0,'0'-25'0,"0"25"0,0-25 0,0 25 0,0-24 0,0 24 0,25 0 0,-25-25 0,0 25 0,0 0 0,24-25 0,-24 25 16,0-25-16,25 25 0,-25 0 0,25-25 0,0 25 15,-25 0-15,25 0 0,-25-24 0,24 24 0,1 0 16,-25 0-16,25 0 0,0-25 0,-25 25 0,25 0 0,-25 0 16,24 0-16,-24 0 0,0 25 0,25-25 0,-25 0 15,0 0-15,25 0 0,-25 24 0,0-24 0,0 0 0,0 25 16</inkml:trace>
  <inkml:trace contextRef="#ctx0" brushRef="#br0" timeOffset="103857.9399">5110 7665 0,'0'0'0,"0"0"15,0 24-15,0-24 0,0 0 0,-25 0 0,25 0 0,0 0 16,0 0-16,25 0 0,-25 0 0,0-24 0,0 24 15,0 0-15,25-25 0,-25 25 0,24 0 0,-24-25 16,25 25-16,-25-25 0,25 0 0,0 25 0,0-24 0,-25 24 16,24-25-16,1 0 0,0 0 0,-25 25 0,25-25 15,0 1-15,-25 24 0,24-25 0,-24 0 0,25 25 0,-25-25 16,25 25-16,-25-25 0,0 25 0,0-24 0,0 24 15,0 0-15,0-25 0,0 25 0,0 0 0,0 0 0,0-25 16,0 25-16,0 0 0,-25 0 0,25 0 0,0-25 16,-25 25-16,25 0 0,0 0 0,-24 0 0,24 0 15,0 0-15,-25 0 0,25 0 0,-25 0 0,25 0 0,0 0 16,-25 0-16,25 0 0,0 0 0,-25 0 0,25 0 0,0 25 15,0-25-15,-24 0 0,24 0 0,0 25 0,0-25 16,0 0-16,0 25 0,0-25 0,0 24 0,-25-24 16,25 25-16,0-25 0,0 25 0,0-25 0,0 25 0,0 0 15,0-1-15,0-24 0,0 25 0,-25 0 0,25-25 16,0 25-16,0 0 0,0-25 0,0 24 0,0 1 15,0-25-15,-25 25 0,25 0 0,0-25 0,0 25 0,0-25 16,0 24-16,0-24 0,0 25 0,0-25 0,0 0 16,0 25-16,0-25 0,0 0 0,0 0 0,0 25 15,0-25-15,0 0 0,0 0 0,0 0 0,0 0 0,0 0 16,0 0-16,0 0 0,0 0 0,0 0 0,0-25 0,0 25 15,25 0-15,-25 0 0,0 0 0,0-25 0,0 25 16,25 0-16,-25-25 0,0 25 0,25-24 0,-25 24 16,0 0-16,24-25 0,-24 25 0,25 0 0,-25-25 0,0 25 15,25 0-15,-25-25 0,0 25 0,0 0 0,25 0 16,-25 0-16,0 0 0,0 0 0,0 0 0,0 0 15,0 0-15,0 0 0,0 0 0,0 0 0,0 0 0,0 0 16,0 0-16,0 0 0,0 0 0,0 0 0,0 25 16,0-25-16,0 0 0,0 0 0,-25 25 0,25-25 0,0 0 15,0 25-15,0-25 0,0 24 0,0-24 0,0 0 16,0 25-16,0-25 0,0 25 0,0-25 0,0 25 0,0-25 15,0 0-15,0 25 0,0-25 0,0 0 0,0 24 16,0-24-16,25 0 0,-25 0 0,0 25 0,0-25 16,0 0-16,0 0 0,0 0 0,0 0 0,25 0 0,-25 0 15,0 0-15,0 0 0,24 0 0,-24 0 0,0 0 16,25 0-16,-25-25 0,25 25 0,-25 0 0,0 0 0,25-24 15,-25 24-15,0-25 0,25 25 0,-25 0 0,24-25 16,-24 25-16,0-25 0,0 25 0,25-25 0,-25 25 0,0 0 16,0-24-16,0 24 0,0-25 0,25 25 0,-25-25 15,0 25-15,0 0 0,0-25 0,0 25 0,0 0 16,0 0-16,0 0 0,0 0 0,0-25 0,0 25 0,0 0 15,0 0-15,0 0 0,0 0 0,0 0 0,0 25 16,0-25-16,-25 0 0,25 0 0,0 0 0,0 25 16,0-25-16,0 0 0,0 25 0,0-25 0,0 0 0,0 25 15,0-25-15,0 0 0,0 24 0,0-24 0,-25 25 16,25-25-16,0 0 0,0 25 0,0-25 0,0 25 0,0-25 15,0 0-15,0 25 0,25-25 0,-25 24 0,0-24 16,0 0-16,0 0 0,0 25 0,0-25 0,0 0 0,0 0 16,0 25-16,25-25 0,-25 0 0,0 0 0,0 0 15,0 0-15,25 0 0,-25 0 0,0 0 0,0-25 16,25 25-16,-25 0 0,24-25 0,-24 25 0,25 0 0,-25-24 15,25 24-15,-25-25 0,0 25 0,25-25 0,-25 25 16,25 0-16,-25-25 0,0 25 0,24-25 0,-24 25 0,0-24 16,0 24-16,0-25 0,25 25 0,-25-25 0,0 25 15,0 0-15,0-25 0,0 25 0,0 0 0,0 0 16,0 0-16,0-25 0,0 25 0,0 0 0,0 0 0,0 0 15,0 0-15,0 0 0,0 0 0,0 25 0,-25-25 16,25 0-16,0 0 0,0 0 0,0 25 0,0-25 0,0 0 16,0 25-16,0-25 0,0 25 0,0-25 0,-24 24 15,24-24-15,0 25 0,0-25 0,0 25 0,0-25 16,0 25-16,0-25 0,0 25 0,0-25 0,0 24 0,0-24 15,0 25-15,24-25 0,-24 0 0,0 0 0,0 25 16,0-25-16,0 0 0,0 0 0,0 0 0,25 0 0,-25 0 16,0 0-16,0 0 0,25 0 0,-25 0 0,25-25 15,-25 25-15,0 0 0,25-25 0,-25 25 0,25 0 0,-25-24 16,24 24-16,-24 0 0,25-25 0,-25 25 0,25-25 15,-25 25-15,0-25 0,25 25 0,-25 0 0,0-25 16,25 25-16,-25-24 0,0 24 0,0 0 0,0-25 0,0 25 16,0 0-16,24 0 0,-24-25 0,0 25 0,0 0 15,0 0-15,0 0 0,0 0 0,0 0 0,0 0 16,0 0-16,0 0 0,-24 0 0,24 0 0,0 0 0,0 0 15,0 0-15,0 0 0,0 0 0,0 0 0,0 0 16,0 0-16,0 0 0,0 0 0,0 25 0,0-25 0,-25 0 16,25 25-16,0-25 0,0 0 0,0 24 0,0-24 15,0 25-15,0-25 0,0 25 0,0-25 0,-25 25 0,25-25 16,0 25-16,0-1 0,0-24 0,0 0 0,25 25 15,-25-25-15,0 25 0,0-25 0,0 0 0,0 25 16,0-25-16,0 0 0,0 0 0,25 25 0,-25-25 0,0 0 16,0 0-16,0 0 0,0 0 0,24 0 0,-24 0 15,0 0-15,25-25 0,-25 25 0,25 0 0,-25 0 0,25-25 16,-25 25-16,25-25 0,-25 25 0,24-25 0,-24 25 15,0-24-15,25 24 0,-25-25 0,0 25 0,25-25 0,-25 0 16,0 25-16,0-25 0,0 25 0,0-24 0,0-1 16,0 25-16,0-25 0,0 25 0,0-25 0,0 25 15,-25-25-15,25 25 0,0 0 0,0-24 0,0 24 0,-25 0 16,25 0-16,0 0 0,0 0 0,0 0 0,-24 0 15,24 0-15,0 0 0,0 0 0,0 0 0,0 0 16,0 0-16,0 24 0,0-24 0,0 0 0,0 0 0,0 0 16,0 0-16,0 0 0,-25 0 0,25 0 0,0 25 15,25-25-15,-25 0 0,0 0 0,0 0 0,0 0 0,0 25 16</inkml:trace>
  <inkml:trace contextRef="#ctx0" brushRef="#br0" timeOffset="105944.0597">6102 7565 0,'0'0'0,"0"0"0,0 0 0,0 0 0,0 0 16,0 0-16,0 0 0,0-24 0,0 24 0,0 0 15,0 0-15,0 0 0,0 0 0,0 0 0,0 0 16,0 0-16,0 0 0,0 0 0,0 0 0,0 0 0,0 0 15,0 0-15,0 0 0,0 0 0,0 0 0,0 0 16,0 0-16,0 0 0,0 0 0,0 0 0,0 24 0,0-24 16,0 25-16,25-25 0,-25 25 0,0 0 0,0-25 15,0 25-15,0-1 0,0 1 0,0 0 0,25-25 16,-25 25-16,0 0 0,0-1 0,24-24 0,-24 25 0,0-25 15,25 25-15,-25 0 0,25-25 0,-25 25 0,25-25 16,-25 0-16,25 24 0,-25-24 0,24 0 0,1 0 0,-25 0 16,25 0-16,-25 0 0,25 0 0,-25 0 0</inkml:trace>
  <inkml:trace contextRef="#ctx0" brushRef="#br0" timeOffset="107041.1224">7565 7789 0,'0'0'0,"0"0"15,0 0-15,-24 0 0,24 0 0,0 0 0,0-25 16,0 25-16,0 0 0,0 0 0,0 0 0,0 0 0,0 0 15,0 0-15,0-25 0,0 25 0,0 0 0,0 0 16,0 0-16,0 0 0,0 0 0,0 0 0,-25-25 0,25 25 16,0 0-16,0 0 0,0 0 0,0 0 0,0 0 15,0 0-15,0 0 0,0 0 0,0 0 0,0 0 16,-25 0-16,25 0 0,0-25 0,-25 25 0,25 0 0,0 0 15,-25 0-15,25 0 0,-24 0 0,24 0 0,-25 0 0,25 0 16,-25 0-16,25 0 0,-25 0 0,25 0 0,-25 0 16,25 0-16,-24 0 0,24 0 0,-25 0 0,25 0 15,-25 0-15,25 0 0,0 25 0,-25-25 0,25 0 0,0 0 16,-25 25-16,25-25 0,0 0 0,0 25 0,0-25 15,-24 25-15,24-25 0,0 0 0,0 24 0,0-24 16,0 25-16,0-25 0,24 0 0,-24 25 0,0-25 0,0 25 16,0-25-16,25 0 0,-25 0 0,0 25 0,25-25 15,-25 0-15,25 0 0,-25 0 0,25 0 0,-25 0 0,24 0 16,-24 0-16,25 0 0,0 0 0,-25 0 0,25-25 15,0 25-15,-25 0 0,24 0 0,1-25 0,0 25 16,-25-25-16,25 25 0,0-25 0,-25 25 0,24-24 0,1-1 16,-25 25-16,25-25 0,-25 0 0,25 25 0,-25-25 15,25 1-15</inkml:trace>
  <inkml:trace contextRef="#ctx0" brushRef="#br0" timeOffset="107294.1369">7764 7293 0,'0'-25'0,"0"25"0,0 0 0,0 0 0,0-25 15,0 25-15,0 0 0,-25 0 0,25 0 0,0 0 0,0 0 16,0 0-16,0 0 0,0 0 0,0 0 0,0 0 15,-25 25-15,25-25 0,0 25 0,0-25 0,0 24 0,-25 1 16,25-25-16,0 25 0,0 0 0,-24 0 0,24-1 16,0 1-16,0 0 0,0 0 0,-25 0 0,25-1 15,0 1-15,0 0 0,0 0 0,0-25 0,-25 25 0,25-1 16,0 1-16,0 0 0,0-25 0,0 25 0,0 0 15,0-25-15,0 24 0,0-24 0,-25 25 0,25-25 0,0 25 16,25-25-16,-25 0 0,0 25 0,0-25 0,0 0 16,0 0-16,0 0 0,0 0 0,0 0 0,0 0 0,25 0 15,-25 0-15,0-25 0,0 25 0,0 0 0,25-25 16,-25 25-16,0 0 0</inkml:trace>
  <inkml:trace contextRef="#ctx0" brushRef="#br0" timeOffset="108102.1831">7764 7665 0,'0'0'15,"0"0"-15,0-25 0,0 25 0,0 0 0,0 0 16,0 0-16,0 0 0,0 0 0,0 0 0,0 0 15,0 0-15,0 0 0,0 0 0,0 0 0,0 0 0,0 0 16,0 0-16,0 0 0,0 0 0,0 25 0,0-25 16,0 0-16,-25 24 0,25-24 0,0 25 0,0-25 0,0 25 15,0-25-15,0 25 0,0 0 0,0-25 0,0 24 16,0-24-16,0 25 0,0-25 0,25 25 0,-25-25 15,0 25-15,0-25 0,0 0 0,0 25 0,0-25 0,0 0 16,0 24-16,0-24 0,0 0 0,25 0 0,-25 0 0,0 0 16,0 0-16,0 0 0,0 0 0,0 0 0,24 0 15,-24 0-15,0 0 0,25 0 0,-25-24 0,25 24 0,-25 0 16,0-25-16,25 25 0,-25 0 0,25-25 0,-25 25 15,24-25-15,-24 25 0,0-25 0,0 25 0,25-24 16,-25 24-16,0-25 0,0 25 0,0-25 0,0 25 0,25-25 16,-25 25-16,0-25 0,0 25 0,0 0 0,0-24 15,0 24-15,0 0 0,0-25 0,0 25 0,0 0 16,0 0-16,0 0 0,0 0 0,0 0 0,0 0 15,0 0-15,0 0 0,0 0 0,0 25 0,0-25 0,0 0 16,0 24-16,-25-24 0,25 0 0,0 25 0,0-25 16,0 25-16,0-25 0,0 25 0,0 0 0,0-25 0,0 24 15,0-24-15,0 25 0,0-25 0,0 25 0,0-25 16,0 0-16,0 25 0,0-25 0,0 25 0,0-25 0,0 0 15,0 24-15,0-24 0,25 0 0,-25 0 0,0 25 16,0-25-16,0 0 0,0 0 0,0 0 0,0 0 0,25 0 16,-25 0-16,0 0 0,25 0 0,-25 0 0,0 0 15,25-25-15,-25 25 0,24 0 0,-24 0 0,0-24 0,25 24 16,-25 0-16,25-25 0,-25 25 0,25 0 0,-25-25 15,0 25-15,25-25 0,-25 25 0,0-25 0,0 25 16,0 0-16,24-24 0,-24 24 0,0-25 0,0 25 0,0-25 16,0 25-16,0 0 0,0 0 0,0-25 0,0 25 15,0 0-15,0 0 0,0 0 0,0 0 0,0 0 16,0 0-16,0 0 0,-24 0 0,24 0 0,0 0 15,0 0-15,0 25 0,0-25 0,0 0 0,0 25 0,0-25 16,0 25-16,0-25 0,0 24 0,-25-24 0,25 25 0,0-25 16,0 25-16,0-25 0,0 25 0,0-25 0,0 25 15,25-25-15,-25 0 0,0 24 0,0-24 0,0 0 0,0 25 16,0-25-16,0 0 0,24 0 0,-24 0 0,0 0 15,0 0-15,0 0 0,0 0 0,25 0 0,-25 0 16,0 0-16,25 0 0,-25-25 0,0 25 0,25-24 0,-25 24 16,0 0-16,0-25 0,25 25 0,-25-25 0,0 25 15,0-25-15,0 25 0,0-25 0,0 25 0,0-24 0,0 24 16,0-25-16,0 0 0,0 25 0,0-25 0,0 25 15,-25 0-15,25-25 0,0 25 0,0 0 0,0-24 16,0 24-16,0 0 0,0 0 0,0 0 0,0 0 0,0 0 16,0 0-16,-25 0 0,25 24 0,0-24 0,0 0 15,0 0-15,0 25 0,0-25 0,0 0 0,25 25 0,-25-25 16,0 25-16,0-25 0,0 0 0,0 25 15,0-25-15,25 0 0,-25 24 0,24-24 0,-24 0 0,25 25 16,0-25-16</inkml:trace>
  <inkml:trace contextRef="#ctx0" brushRef="#br0" timeOffset="108390.1996">8682 7813 0,'0'0'16,"0"-24"-16,0 24 0,0 0 0,0 0 0,-25-25 15,25 25-15,0 0 0,0-25 0,0 25 0,0 0 0,0 0 16,0 0-16,-25 0 0,25-25 0,0 25 0,0 0 15,0 0-15,0 0 0,0 0 0,-25 0 0,25 0 0,0 25 16,0-25-16,0 0 0,-25 25 0,25-25 0,0 0 16,0 25-16,0-25 0,-24 24 0,24-24 0,0 25 0,0 0 15,0-25-15,0 25 0,0-25 0,0 25 0,0-25 16,0 24-16,0-24 0,0 25 0,0-25 0,0 0 15,0 25-15,0-25 0,24 0 0,-24 25 0,0-25 0,0 0 16,25 0-16,-25 0 0,0 0 0,0 0 0,25 0 0,-25 0 16,0 0-16,25 0 0,-25 0 0,25 0 0,-25-25 15,0 25-15,0 0 0,24-25 0,-24 25 0,0-25 16,0 25-16,0 0 0,0-24 0</inkml:trace>
  <inkml:trace contextRef="#ctx0" brushRef="#br0" timeOffset="108667.2154">8533 7441 0,'0'0'0,"0"0"16,0-24-16,0 24 0,0 0 0,0 0 15,0 0-15,0 0 0,0 0 0,0 0 0,0-25 0,0 25 16,0 0-16,25 0 0,-25 0 0,0 0 0,0 0 15,0 0-15,0 0 0,24 0 0,-24 25 0,0-25 0,0 0 16,0 0-16,0 0 0,25 24 0,-25-24 0,0 0 0,0 25 16,0-25-16,0 0 0,0 25 0,-25-25 0,25 25 15,0-25-15,0 0 0,0 25 0,0-25 0,-24 0 16,24 24-16,0-24 0,-25 0 0,25 0 0,0 25 0,0-25 15,-25 0-15,25 0 0,-25 25 0,25-25 0,0 0 16,-25 0-16,1 0 0,24 0 0,-25 0 0,25 0 0,-25 0 16,0 0-16</inkml:trace>
  <inkml:trace contextRef="#ctx0" brushRef="#br0" timeOffset="108905.229">8161 7441 0,'0'0'0,"0"0"0,0 0 0,0-24 16,0 24-16,25 0 0,-25 0 0,0 0 0,0 0 15,0-25-15,0 25 0,0 0 0,24 0 0,-24 0 16,0 0-16,0 0 0,0 0 0,0-25 0,0 50 0,0-25 16,0 0-16,25 0 0,-25 0 0,0 0 0,0 25 15,0-25-15,0 0 0,0 24 0,0-24 0,-25 25 16,25 0-16,0-25 0,0 25 0,0 0 0,0-25 0,0 24 15,-24 1-15,24 0 0,0-25 0,0 25 0,-25 0 16,25-1-16,0 1 0,-25 0 0,25-25 0,0 25 0,-25 0 16</inkml:trace>
  <inkml:trace contextRef="#ctx0" brushRef="#br0" timeOffset="109052.2375">7913 8260 0,'0'0'0,"-25"0"0,25 25 0,0-25 0,0 0 15,0 0-15,0 0 0,-25 0 0,25 0 0,0 0 16,0 0-16,0 0 0,0 0 0,0 0 0,0 0 15,0 0-15,0 0 0,0-25 0,0 25 0,0 0 0,0-25 16,0 25-16,-25 0 0,25-25 0,0 25 0</inkml:trace>
  <inkml:trace contextRef="#ctx0" brushRef="#br0" timeOffset="109234.2477">7640 7615 0,'0'0'15,"0"0"-15,0-25 0,0 25 0,0 0 0,0 0 0,0 0 16,25 0-16,-25 0 0,24 0 0,-24-25 0,25 25 15,-25 0-15,25 0 0,0 0 0,0 0 0,-1 0 16,1 0-16,0 0 0,0 0 0,0 0 0,-1 0 0,1 0 16,0 0-16,0 0 0,0 0 0,0 0 0,-1 0 15,1 0-15,0 0 0,0 0 0</inkml:trace>
  <inkml:trace contextRef="#ctx0" brushRef="#br0" timeOffset="109712.2752">9649 7987 0,'0'0'0,"0"0"16,0 0-16,0 0 0,0 0 0,0 0 0,0 0 15,0 0-15,0 0 0,0-25 0,0 25 0,0 0 16,0 0-16,0 0 0,0 0 0,0-25 0,25 25 0,-25 0 15,25-24-15,-25 24 0,0 0 0,24-25 0,-24 25 0,25 0 16,-25-25-16,25 25 0,-25-25 0,0 25 0,25-25 16,-25 25-16,25-24 0,-25 24 0,0-25 0,24 25 15,-24-25-15,0 25 0,0-25 0,0 0 0,25 25 0,-25 0 16,0-24-16,0 24 0,0-25 0,0 25 0,0 0 15,0-25-15,0 25 0,0 0 0,0 0 0,0 0 16,0 0-16,0 0 0,0 0 0,0 0 0,0 0 0,0 0 16,0 0-16,0 0 0,0 25 0,0-25 0,0 25 15,0-25-15,-25 24 0,25-24 0,0 25 0,0 0 0,0 0 16,0-25-16,0 25 0,0-1 0,0-24 0,0 25 15,0 0-15,0 0 0,0-25 0,-24 25 0,24-25 16,0 24-16,0-24 0,0 25 0,0-25 0,0 25 0,0-25 16,0 25-16,0-25 0,0 0 0,0 0 0,0 25 15,0-25-15,-25 0 0,25 0 0,0 0 0,0 0 0,0 0 16,0 25-16</inkml:trace>
  <inkml:trace contextRef="#ctx0" brushRef="#br0" timeOffset="111077.3533">10815 7838 0,'-25'0'0,"25"0"0,0 0 0,0 0 16,0 0-16,0 0 0,0 0 0,0 0 0,0-25 16,0 25-16,0 0 0,0 0 0,0 0 0,25 0 15,-25 0-15,0-24 0,25 24 0,-25 0 0,24-25 0,-24 25 16,25 0-16,-25-25 0,25 25 0,0-25 0,0 25 15,-1-25-15,-24 25 0,25-24 0,0 24 0,0-25 16,0 0-16,-1 25 0,-24-25 0,25 0 0,0 25 0,0-24 16,-25-1-16,25 25 0,-25-25 0,25 0 0,-25 25 0,24-25 15,-24 1-15,0 24 0,0-25 0,0 25 0,0-25 16,0 25-16,0-25 0,0 25 0,0-25 0,-24 25 15,24 0-15,0 0 0,0-24 0,-25 24 0,25 0 16,-25 0-16,25 0 0,0 0 0,-25 0 0,25 0 0,0-25 16,-25 25-16,25 0 0,0 0 0,0 25 0,-25-25 0,25 0 15,0 0-15,0 0 0,0 0 0,0 0 0,-24 0 16,24 24-16,0-24 0,0 0 0,0 25 0,0-25 15,0 25-15,-25-25 0,25 25 0,0 0 0,0-1 0,0-24 16,0 25-16,0 0 0,0 0 0,0 0 0,0-1 16,0 1-16,0-25 0,-25 25 0,25 0 0,0 0 0,0-1 15,0 1-15,0 0 0,0-25 0,0 25 0,0 0 16,0-1-16,-25-24 0,25 25 0,0-25 0,0 25 15,0 0-15,0-25 0,0 0 0,-25 25 0,25-25 0,0 24 16,0-24-16,0 0 0,0 25 0,0-25 0,0 0 16,0 0-16,0 0 0,0 0 0,0 0 0,0 0 0,0 0 15,0 0-15,0 0 0,0 0 0,0 0 0,0 0 16,25 0-16,-25-25 0,0 25 0,25 0 0,-25-24 0,0 24 15,25-25-15,-25 25 0,25 0 0,-25-25 0,0 25 16,24-25-16,-24 25 0,25-25 0,-25 25 0,25 0 16,-25-24-16,0 24 0,25 0 0,-25-25 0,0 25 0,0 0 15,0 0-15,0 0 0,25 0 0,-25 0 0,0 0 0,0 0 16,0 0-16,0 0 0,0 0 0,0 0 0,0 0 15,0 25-15,0-25 0,0 0 0,0 24 0,0-24 16,0 0-16,0 25 0,0-25 0,0 0 0,0 25 16,0-25-16,0 25 0,0-25 0,0 25 0,0-25 0,0 24 15,0-24-15,0 0 0,0 25 0,25-25 0,-25 25 0,0-25 16,0 0-16,0 25 0,0-25 0,24 0 0,-24 0 15,0 25-15,0-25 0,25 0 0,-25 0 0,0 0 16,0 0-16,25 0 0,-25 0 0,25 0 0,-25 0 0,0 0 16,25 0-16,-25 0 0,24 0 0,-24-25 0,25 25 15,-25 0-15,25 0 0,-25 0 0,0-25 0,25 25 16,-25 0-16,0 0 0,25-25 0,-25 25 0,0 0 0,0 0 15,24-25-15,-24 25 0,0 0 0,0 0 0,0 0 16,0-24-16,0 24 0,0 0 0,25 0 0,-25 0 0,0-25 16,0 25-16,0 0 0,0 0 0,0-25 0,0 25 15,0 0-15,0 0 0,0 0 0,0-25 0,0 25 16,0 0-16,0 0 0,0 0 0,0 0 0,25 0 0,-25 0 15,0 0-15,0 0 0,-25 0 0,25 0 0,0 0 16,0 0-16,0 0 0,0 0 0,0 0 0,0 0 0,0 0 16,0 0-16,0 0 0,0 0 0,0 0 0,0 0 15,0 0-15,0 0 0,0 0 0,0 0 0,25-25 0,-25 25 16,0 0-16,0 0 0,0 0 0,0 0 0,0 0 15,0 0-15,0 0 0,0 0 0,0 0 0,0 0 16,0 0-16,0 0 0,0 0 0,0 0 0,0 0 0,0 0 16,0-24-16,0 24 0,0 0 0,0 0 0,0 0 15,0 0-15,0 0 0,0-25 0,0 25 0,0 0 16,0 0-16,0 0 0,0 0 0,0 0 0,0 0 0,0 0 15,0-25-15,0 25 0,0 0 0,0 0 0,0 0 16,0 0-16,0 0 0,0 0 0,0 0 0,0 0 0,0 0 16,0 0-16,0 0 0,0 0 0,0 0 0,0 0 15,0 0-15,0 0 0,0 0 0,0 0 0,0 25 0,0-25 16,0 0-16,0 25 0,0-25 0,-25 24 0,25-24 15,0 25-15,0 0 0,0-25 0,0 25 0,0 0 16,0-1-16,-25-24 0,25 25 0,0 0 0,0 0 0,0 0 16,0-25-16,0 25 0,-24-1 0,24 1 0,0 0 15,0-25-15,0 25 0,0 0 0,0-25 0,-25 24 0,25 1 16,0-25-16,0 25 0,0 0 0,-25-25 0,25 25 15,0-25-15,0 24 0,0-24 0,0 25 0,-25-25 0,25 25 16,0-25-16,0 25 0,0-25 0,-25 25 0,25-25 16,0 24-16,0-24 0,0 25 0,-24-25 0,24 0 15,0 0-15,0 25 0,0-25 0,0 0 0,0 0 0,0 0 16,0 0-16,0 0 0,0 0 0,0 0 0,0 0 15,0 0-15,0 0 0,0 0 0,0-25 0,0 25 0,24 0 16,-24-25-16,0 25 0,0-24 0,0 24 0</inkml:trace>
  <inkml:trace contextRef="#ctx0" brushRef="#br0" timeOffset="111379.3706">11658 7640 0,'0'-25'0,"0"25"0,0 0 0,25 0 0,-25 0 16,0 0-16,0 0 0,25 0 0,-25 0 0,0 0 16,0 0-16,25 0 0,-25 25 0,0-25 0,24 0 0,-24 25 15,0-25-15,0 0 0,25 24 0,-25-24 0,0 25 16,0-25-16,0 25 0,0-25 0,0 0 0,0 25 15,0-25-15,-25 25 0,25-25 0,0 24 0,0-24 0,-24 25 16,24-25-16,0 0 0,-25 25 0,25-25 0,0 0 16,-25 0-16,25 25 0,0-25 0,-25 0 0,25 0 15,0 0-15,-25 0 0,25 0 0,0 0 0,0 0 0,0 0 16,-24 0-16,24 0 0,0 0 0,0 0 0,0 0 15,0 0-15,0-25 0,0 25 0,0-25 0,0 25 0,0 0 16</inkml:trace>
  <inkml:trace contextRef="#ctx0" brushRef="#br0" timeOffset="111615.3841">12080 7367 0,'0'0'0,"0"0"0,0 0 0,0 0 16,0 0-16,0 0 0,0 25 0,0-25 0,0 0 0,0 25 15,0-25-15,0 24 0,0-24 0,0 25 0,0 0 16,0-25-16,0 25 0,0 0 0,-25-1 0,25-24 16,0 25-16,0 0 0,0 0 0,0-25 0,0 25 0,-25-1 15,25-24-15,0 25 0,0 0 0,0-25 0,-25 25 16,25-25-16,0 25 0,0-1 0,-24-24 0,24 0 15,0 25-15,0-25 0,-25 0 0,25 0 0,0 0 16,0 0-16,0 0 0</inkml:trace>
  <inkml:trace contextRef="#ctx0" brushRef="#br0" timeOffset="111764.3926">11906 7689 0,'0'0'0,"0"0"0,0 0 16,0 0-16,0 0 0,0 0 0,0 0 0,25 0 16,-25 0-16,0-24 0,25 24 0,-25 0 0,25 0 0,-25 0 15,24 0-15,1 0 0,-25 0 0,25 0 0,0 0 0,0 0 16,-1 0-16,-24-25 0,25 25 0,0 0 15,0 0-15,0 0 0,0 0 0,-25 0 0,24 0 0</inkml:trace>
  <inkml:trace contextRef="#ctx0" brushRef="#br0" timeOffset="113735.5053">13494 7813 0,'0'0'0,"0"0"0,0 0 0,0 0 0,0 0 15,0 0-15,0 0 0,0 0 0,0 0 0,0 0 0,0 0 16,0 0-16,0 0 0,0 0 0,0-24 0,0 24 16,0 0-16,0 0 0,0 0 0,0 0 0,0 0 15,0 0-15,0 0 0,0 0 0,0 0 0,0 0 0,0 0 16,0 0-16,0 0 0,0 0 0,0-25 0,0 25 15,0 0-15,0 0 0,0 0 0,0 0 0,0 0 0,0 0 16,0-25-16,0 25 0,0 0 0,0 0 0,0 0 16,0 0-16,0 0 0,0-25 0,0 25 0,0 0 0,0 0 15,0 0-15,0 0 0,0 0 0,0-25 0,0 25 16,0 0-16,0 0 0,0 0 0,0 0 0,25 0 0,-25 0 15,0 0-15,0 0 0,0 0 0,0 0 16,0 0-16,0 0 0,0 0 0,0-24 0,0 24 0,0 0 16,0 0-16,0 0 0,0 0 0,0 0 0,0 0 0,0 24 15,0-24-15,0 0 0,0 0 0,0 0 0,0 25 0,0-25 16,0 0-16,-25 25 0,25-25 0,0 25 15,0-25-15,0 25 0,0-25 0,0 24 0,0-24 0,0 25 16,0-25-16,-25 0 0,25 25 0,0-25 0,0 25 16,0-25-16,0 0 0,0 25 0,0-25 0,0 0 0,0 0 15,-25 24-15,25-24 0,0 0 0,0 0 0,0 0 16,0 0-16,0 0 0,0 0 0,0 0 0,0 0 0,0 0 15,0 0-15,0 0 0,0 0 0,0 0 0,0 0 16,0 0-16,0 0 0,0 0 0,0 0 0,0 0 16,0 0-16,25 0 0,-25-24 0,0 24 0,0 0 0,25-25 15,-25 25-15,0-25 0,25 25 0,-25-25 0,0 25 16,24-25-16,-24 1 0,25 24 0,-25-25 0,25 0 0,-25 25 15,25-25-15,-25 25 0,25-25 0,-25 1 0,0 24 16,24 0-16,-24-25 0,25 25 0,-25 0 0,0 0 0,0-25 16,25 25-16,-25 0 0,0 0 0,0 0 0,0 0 15,0 25-15,0-25 0,0 0 0,0 0 0,0 0 16,0 25-16,0-25 0,0 0 0,0 24 0,0-24 0,0 25 15,0-25-15,0 25 0,0-25 0,0 25 0,0 0 0,-25-25 16,25 24-16,0 1 0,0-25 0,0 25 0,0 0 16,0-25-16,0 25 0,0-25 0,0 24 0,0-24 15,0 0-15,0 25 0,0-25 0,25 0 0,-25 25 16,0-25-16,25 0 0,-25 0 0,0 0 0,25 0 0,-25 0 15,24 0-15,-24 0 0,25 0 0,0 0 0,-25 0 16,25 0-16,0-25 0,-25 25 0,24 0 0,1 0 0,-25 0 16,25-25-16</inkml:trace>
  <inkml:trace contextRef="#ctx0" brushRef="#br0" timeOffset="114900.572">15032 7888 0,'0'0'0,"0"0"0,0 0 0,0-25 16,0 25-16,-25 0 0,25-25 0,0 25 0,0 0 16,0-25-16,-25 25 0,25 0 0,0-24 0,0 24 15,0 0-15,-25-25 0,25 25 0,0 0 0,-25-25 0,25 25 16,0 0-16,0 0 0,-24-25 0,24 25 0,0 0 0,-25 0 15,25 0-15,0 0 0,-25 0 0,25 0 0,-25 0 16,25 0-16,0 0 0,-25 0 0,25 25 0,-24-25 16,24 0-16,-25 0 0,25 25 0,0-25 0,-25 0 0,25 25 15,-25-25-15,25 24 0,0-24 0,0 25 0,-25-25 16,25 25-16,0-25 0,0 25 0,0 0 0,0-25 15,0 24-15,0-24 0,0 25 0,0-25 0,0 25 0,0-25 16,25 0-16,-25 25 0,0-25 0,25 0 0,-25 25 0,0-25 16,25 0-16,-25 0 0,0 0 0,25 25 0,-25-25 15,0 0-15,24 0 0,-24 0 0,25 0 0,-25-25 16,25 25-16,-25 0 0,0 0 0,25 0 0,-25-25 0,25 25 15,-25 0-15,24 0 0,-24-25 0,0 25 0,25-25 16,-25 25-16,0 0 0,25-25 0,-25 25 0,0-24 16,0 24-16,0-25 0,25 25 0,-25-25 0,0 25 0,0-25 15,0 25-15,0-25 0,0 25 0,0 0 0,0-24 16,0 24-16,0 0 0,0 0 0,0-25 0,0 25 15,0 0-15,0 0 0,0 0 0,0 0 0,0 0 0,0 0 16,0 0-16,0 0 0,0 0 0,0 0 0,0 0 0,0 0 16,0 25-16,-25-25 0,25 0 0,0 0 0,0 24 15,0-24-15,0 0 0,-25 25 0,25-25 0,0 25 16,0-25-16,0 25 0,0-25 0,0 25 0,0-25 0,0 24 15,0-24-15,0 25 0,0-25 0,0 0 0,0 25 16,0-25-16,0 0 0,0 0 0,25 25 0,-25-25 0,0 0 16,0 0-16,0 0 0,0 0 0,25 0 0,-25 0 15,0 0-15,25 0 0,-25 0 0,0-25 0,24 25 16,-24 0-16,25 0 0,-25-25 0,0 25 0,25 0 0,-25 0 15,0-25-15,25 25 0,-25 0 0,0-24 0,0 24 16,0 0-16,25-25 0,-25 25 0,0-25 0,0 25 0,0 0 16,0-25-16,0 25 0,0-25 0,0 25 0,0 0 15,0-24-15,0 24 0,0 0 0,0 0 0,0 0 16,0 0-16,0 0 0,0 0 0,0 0 0,0 0 0,0 0 15,0 0-15,0 0 0,0 0 0,0 0 0,0 24 0,0-24 16,0 0-16,0 25 0,0-25 0,0 0 0,-25 25 16,25-25-16,0 25 0,0-25 0,0 25 0,0-25 15,0 24-15,0-24 0,0 0 0,0 25 0,0-25 0,0 0 16,0 25-16,0-25 0,0 0 0,0 25 0,0-25 15,0 0-15,0 0 0,0 25 0,-25-25 0,25 0 0,0 0 16,0 0-16,0 0 0,0 0 0,0 0 0,25 0 16,-25 0-16,0-25 0,0 25 0,0 0 0,0 0 0,25 0 15,-25-25-15,0 25 0,0 0 0,24-25 16,-24 25-16,25 0 0,-25-25 0,25 25 0,-25-24 0,25 24 15,-25-25-15,25 25 0,-25-25 0,0 25 0,24 0 0,-24-25 16,0 25-16,25 0 0,-25 0 0,0-25 0,0 25 16,0 0-16,0 0 0,0 0 0,0 25 0,0-25 15,0 0-15,0 0 0,0 25 0,0-25 0,0 0 16,0 25-16,0-25 0,0 25 0,0-25 0,0 24 0,0-24 15,0 0-15,0 25 0,0-25 0,0 25 0,0-25 16,0 0-16,0 25 0,0-25 0,0 0 0,0 25 0,0-25 16,0 0-16,0 0 0,0 0 0,0 0 0,0 25 0,0-25 15,0 0-15,25 0 0,-25 0 0,0-25 0,0 25 16,0 0-16,0 0 0,25 0 0,-25 0 0,0-25 15,0 25-15,0 0 0,0-25 0</inkml:trace>
  <inkml:trace contextRef="#ctx0" brushRef="#br0" timeOffset="115140.5857">15032 7615 0,'0'-25'16,"0"25"-16,-25 0 0,25 0 0,0 0 0,0 0 15,0-25-15,0 25 0,25 0 0,-25 0 0,0 0 0,0 0 16,0-24-16,24 24 0,-24 0 0,0 0 0,25-25 16,-25 25-16,0 0 0,25 0 0,-25 0 0,25 0 0,-25-25 15,0 25-15,25 0 0,-25 0 0,24 0 0,-24 0 16,25 0-16,-25 0 0,0 0 0,25 0 0,-25 0 0,0 0 15,0 0-15,25 0 0,-25 0 0,0 0 0,0 0 16,0 0-16,0 0 0,0 0 0,0 0 0,25 25 16,-25-25-16</inkml:trace>
  <inkml:trace contextRef="#ctx0" brushRef="#br0" timeOffset="115353.5979">15429 7293 0,'0'0'0,"0"-25"0,0 25 0,24 0 0,-24 0 0,0 0 15,0 25-15,25-25 0,-25 0 0,0 0 0,0 0 16,0 0-16,25 24 0,-25-24 0,0 25 0,0-25 16,0 0-16,0 25 0,0-25 0,0 25 0,0-25 0,0 25 15,-25-25-15,25 24 0,0-24 0,0 0 0,0 25 16,-25-25-16,25 0 0,0 0 0,0 25 0,-24-25 15,24 0-15,0 0 0,-25 25 0,25-25 0,0 0 0</inkml:trace>
  <inkml:trace contextRef="#ctx0" brushRef="#br0" timeOffset="115561.6098">15801 7913 0,'0'0'0,"24"0"0,-24 0 0,0 0 15,25 0-15,-25 0 0,0 0 0,0 0 0,0 0 16,0 0-16,0 0 0,0 0 0,0 0 0,0 0 0,0 0 16,25 0-16,-25 0 0,0 0 0,0 0 0,0 0 15,0 0-15,0 0 0,0-25 0,0 25 0,0 0 0,0 0 16,0 0-16</inkml:trace>
  <inkml:trace contextRef="#ctx0" brushRef="#br0" timeOffset="116336.6541">17512 7317 0,'0'0'0,"0"0"0,0-24 0,-25 24 0,25 0 15,0-25-15,0 25 0,0 0 0,-25-25 0,25 25 16,0 0-16,0-25 0,-24 25 0,24 0 0,0 0 0,-25 0 15,25-25-15,0 25 0,0 0 0,-25 0 0,25 0 16,0 0-16,-25 0 0,25 0 0,-25 0 0,25 0 16,-24 0-16,24 0 0,-25 0 0,25 0 0,-25 0 0,0 25 15,25-25-15,-25 0 0,25 0 0,-24 25 0,-1-25 16,25 25-16,-25-25 0,0 25 0,25-1 0,-25 1 0,25 0 15,-24 0-15,24 0 0,0-1 0,-25 1 0,25 0 16,0 0-16,0 0 0,0-1 0,0 1 0,0 0 0,0 0 16,0 0-16,0-1 0,0 1 0,25 0 0,-25-25 15,0 25-15,24 0 0,-24-25 0,0 24 0,25-24 16,-25 25-16,0-25 0,25 25 0,-25-25 0,25 0 0,-25 0 15,0 0-15,25 0 0,-25 0 0,0 0 0,24 0 0,-24 0 16,0 0-16,25 0 0,-25 0 0,0-25 0,0 25 16,25 0-16,-25-25 0,0 25 0,25 0 0,-25-24 15,0 24-15,0 0 0,25-25 0,-25 25 0,0-25 0,0 25 16,0-25-16,0 25 0,0-25 0,0 25 0,0-24 15,24 24-15,-24 0 0,0-25 0,0 25 0,0 0 16,0-25-16,0 25 0,0 0 0,0 0 0,0 0 0,0 0 16,0 0-16,0 0 0,0 25 0,0-25 0,0 0 15,0 25-15,0-25 0,0 0 0,0 24 0,0-24 16,0 25-16,0 0 0,0-25 0,0 25 0,0-25 0,0 25 15,0-25-15,0 24 0,0-24 0,0 0 0,0 25 0,0-25 16,0 0-16,0 0 0,0 25 0,0-25 0,0 0 16,0 0-16,-24 0 0,24 0 0,0 0 0,0 0 15,0 0-15,0 0 0,-25-25 0,25 25 0,0 0 0</inkml:trace>
  <inkml:trace contextRef="#ctx0" brushRef="#br0" timeOffset="116565.6672">17438 7640 0,'0'-25'16,"0"25"-16,24 0 0,-24 0 0,0 0 0,0 0 15,25 0-15,-25 0 0,0 0 0,0 0 0,0 0 0,0 25 16,0-25-16,0 0 0,0 25 0,0-25 0,0 0 16,0 24-16,0 1 0,0-25 0,0 25 0,0-25 15,0 25-15,0-25 0,0 25 0,0-25 0,0 24 16,0 1-16,0-25 0,0 25 0,0-25 0,0 0 0,-25 25 15,25-25-15,0 0 0,0 25 0,0-25 0,0 0 0,0 0 16,0 0-16,0 0 0,0 24 0,0-24 0,0 0 16,0-24-16,25 24 0,-25 0 0,0 0 0,0-25 0,25 25 15,-25 0-15,25-25 0,-25 25 0</inkml:trace>
  <inkml:trace contextRef="#ctx0" brushRef="#br0" timeOffset="116785.6798">17735 7665 0,'0'0'0,"0"0"0,0 0 15,0 0-15,0 0 0,0 0 0,0 0 0,0 0 16,0 0-16,0 0 0,0 0 0,0 0 0,0 24 15,0-24-15,0 0 0,0 0 0,25 0 0,-25 0 0,0 25 16,0-25-16,25 0 0,-25 0 0,0 0 0,0 25 16,25-25-16,-25 0 0,0 0 0</inkml:trace>
  <inkml:trace contextRef="#ctx0" brushRef="#br0" timeOffset="117390.7144">18083 7714 0,'0'0'0,"-25"0"0,25-25 0,0 25 0,0-24 16,-25 24-16,25 0 0,0-25 0,-25 25 0,25-25 16,-25 25-16,25 0 0,0 0 0,-24 0 0,24-25 0,0 25 15,-25 0-15,25 0 0,0 25 0,-25-25 0,25 0 16,0 0-16,-25 0 0,25 25 0,0-25 0,-25 0 15,25 25-15,0-25 0,-24 24 0,24-24 0,0 25 0,0 0 16,-25-25-16,25 25 0,0-25 0,0 25 0,0-1 16,0-24-16,0 25 0,0-25 0,0 25 0,0-25 0,0 25 15,0-25-15,0 25 0,0-25 0,0 0 0,0 24 16,0-24-16,25 0 0,-25 0 0,0 0 0,0 0 0,24 25 15,-24-25-15,0 0 0,0 0 0,25 0 0,-25 0 16,0-25-16,25 25 0,-25 0 0,0 0 0,25 0 16,-25 0-16,0-24 0,25 24 0,-25 0 0,0-25 0,24 25 15,-24 0-15,0-25 0,25 25 0,-25-25 0,0 25 16,0-25-16,25 25 0,-25-24 0,0 24 0,0-25 0,0 25 15,0-25-15,25 25 0,-25-25 0,0 0 0,0 25 16,0 0-16,0-24 0,0 24 0,0 0 0,0 0 16,0-25-16,0 25 0,0 0 0,0 0 0,0 0 0,0 0 15,0 0-15,0 25 0,0-25 0,0 0 0,0 0 16,0 24-16,0-24 0,0 25 0,-25-25 0,25 25 0,0-25 15,0 25-15,0-25 0,0 25 0,0-25 0,0 24 16,0-24-16,0 25 0,0-25 0,0 25 0,0-25 16,0 0-16,0 25 0,0-25 0,0 0 0,0 25 0,25-25 15,-25 0-15,0 0 0,0 0 0,0 24 0,0-24 16,0 0-16,0 0 0,25 0 0,-25 0 0,0 0 15,24 0-15,-24 0 0,0 0 0,25-24 0,-25 24 0,25 0 16,-25 0-16,0 0 0,25-25 0,-25 25 0,0 0 0,25-25 16,-25 25-16,0 0 0,0-25 0,24 25 0,-24-25 15,0 25-15,0 0 0,0 0 0,0-24 0,0 24 16,0 0-16,0 0 0,0 0 0,0 0 0,0 0 0,0 0 15,0 0-15,-24 0 0,24 24 0,0-24 0,0 0 0,0 0 16,0 25-16,0-25 0,0 0 0,0 25 0,0-25 16,0 25-16,0-25 0,0 0 0,0 25 0,0-25 15,0 24-15,0-24 0,0 0 0,0 0 0,0 25 0,0-25 16,0 0-16,0 0 0,0 0 0,0 0 0,24 0 15,-24 0-15,0 0 0,0 0 0,0 0 0,25-25 16,-25 25-16,0 0 0,0-24 0</inkml:trace>
  <inkml:trace contextRef="#ctx0" brushRef="#br0" timeOffset="117738.7343">18331 7342 0,'0'0'0,"24"0"0,-24 0 0,0 0 16,0 0-16,0 0 0,25 0 0,-25 0 0,0 0 15,25 0-15,-25 0 0,0 0 0,25 0 0,-25 0 0,25 0 16,-25 25-16,24-25 0,-24 0 0,25 0 0,-25 25 16,25-25-16,-25 0 0,0 25 0,25-25 0,-25 0 15,0 24-15,0-24 0,0 0 0,0 25 0,0-25 16,0 0-16,-25 25 0,25-25 0,-25 0 0,25 25 0,-25-25 15,25 0-15,-24 0 0,-1 25 0,25-25 0,-25 0 0</inkml:trace>
  <inkml:trace contextRef="#ctx0" brushRef="#br0" timeOffset="118740.7916">19298 7838 0,'0'0'0,"-25"0"15,25 0-15,-25 0 0,25 0 0,0 0 0,0 0 16,-24 0-16,24 0 0,0-25 0,0 25 0,0 0 15,24 0-15,-24 0 0,0 0 0,25 0 0,-25-24 0,25 24 16,-25 0-16,25-25 0,0 25 0,-1 0 0,1-25 16,0 25-16,0 0 0,0-25 0,-1 25 0,1-25 15,0 1-15,0 24 0,0-25 0,-25 25 0,25-25 0,-1 0 16,1 25-16,0-25 0,-25 1 0,25 24 0,0-25 15,-25 0-15,0 25 0,24-25 0,-24 0 0,0 1 16,25 24-16,-25-25 0,0 0 0,0 25 0,0-25 0,0 0 16,0 25-16,-25-24 0,25 24 0,0-25 0,0 25 0,0-25 15,-24 25-15,24 0 0,0 0 0,0-25 0,-25 25 16,25 0-16,0 0 0,0 0 0,-25 0 0,25 0 15,0 0-15,0 0 0,0 25 0,0-25 0,0 0 0,-25 0 16,25 0-16,0 25 0,0-25 0,0 0 0,0 25 16,0-25-16,0 24 0,0-24 0,0 25 0,0-25 0,0 25 15,0 0-15,0-25 0,0 25 0,0-1 0,0 1 16,0 0-16,0-25 0,0 25 0,0 0 0,0-1 0,-25 1 15,25 0-15,0 0 0,0-25 0,0 25 16,0-1-16,0 1 0,0 0 0,0-25 0,0 25 0,0 0 16,0-25-16,0 24 0,0 1 0,0-25 0,0 25 0,-24-25 15,24 25-15,0-25 0,0 0 0,0 25 0,0-25 16,0 0-16,0 24 0,0-24 0,0 0 0,0 0 15,-25 0-15,25 25 0,0-25 0,0 0 0,0 0 16,0 0-16,0 0 0,0 0 0,0 0 0,0 0 0,0 0 16,0 0-16,25 0 0,-25-25 0,0 25 0,0 0 0,24 0 15,-24 0-15,0 0 0,25-24 0,-25 24 0,25 0 16,-25-25-16,25 25 0,-25-25 0,25 25 0,-1-25 15,-24 25-15,25-25 0,0 25 0,-25-24 0,25 24 0,0 0 16,-25-25-16,24 25 0,-24 0 0,0 0 0,25 0 16,-25 0-16,0 0 0,0 0 0,25 0 0,-25 0 0,0 0 15,0 0-15,0 0 0,0 25 0,0-25 0,0 0 16,0 24-16,0-24 0,0 0 0,0 25 0,0-25 0,0 25 15,0-25-15,0 0 0,0 25 0,-25-25 0,25 25 16,0-25-16,0 24 0,0-24 0,0 25 0,0-25 0,0 0 16,0 25-16,25-25 0,-25 0 0,0 25 0,0-25 15,0 0-15,0 0 0,0 0 0,0 25 0,0-25 16,25 0-16,-25 0 0,0 0 0,0 0 0,25 0 0,-25 0 15,0 0-15,24 0 0,-24 0 0,25-25 0,-25 25 16,25 0-16,-25 0 0,25-25 0,-25 25 0,25 0 16,-25 0-16,24-25 0,-24 25 0,25-25 0,-25 25 0,25-24 15,-25 24-15,0-25 0,25 25 0,-25-25 0,0 25 16,25-25-16,-25 25 0,0-25 0,0 25 0,0-24 0,0 24 15,0 0-15,0-25 0,0 25 0,0-25 0,0 25 16,0 0-16,-25 0 0,25 0 0,0-25 0,0 25 0,0 0 16,0 0-16,-25 0 0,25 0 0,0 0 0,0 0 15,0 0-15,-25 0 0,25 0 0,0 0 0,0 25 16,-25-25-16,25 0 0,0 0 0,0 25 0,-24-25 0,24 25 15,0-25-15,0 0 0,0 24 0,0-24 0,-25 25 16,25 0-16,0-25 0,0 0 0,0 25 0,0-25 16,0 25-16,0-25 0,25 24 0,-25-24 0,0 0 0,0 25 15,0-25-15,0 0 0,24 25 0,-24-25 0,0 0 16,0 0-16,25 0 0,-25 25 0,25-25 0,-25 0 0,0 0 15,25 0-15,-25-25 0,25 25 0,-25 0 0,24 0 16,-24 0-16,25 0 0,-25-25 0,25 25 0,-25 0 0,0-25 16,25 25-16,-25-24 0,0 24 0,0-25 0,0 0 15</inkml:trace>
  <inkml:trace contextRef="#ctx0" brushRef="#br0" timeOffset="118940.803">20290 7590 0,'0'0'0,"-25"-25"15,25 25-15,0 0 0,0 0 0,0 0 0,0 0 0,0-24 16,25 24-16,-25 0 0,0 0 0,0 0 0,25 0 15,-25-25-15,0 25 0,25 0 0,-25 0 0,25 0 16,-25 0-16,24 0 0,-24 0 0,25 0 0,-25 0 0,25 0 16,-25 0-16,25 0 0,-25 0 0,0 0 0,25 25 15,-25-25-15,0 0 0,0 24 0,0-24 0,0 25 16,24-25-16,-24 25 0,0-25 0,0 25 0,-24 0 0,24-1 15,0 1-15,0-25 0,0 25 0,-25 0 0,25 0 16</inkml:trace>
  <inkml:trace contextRef="#ctx0" brushRef="#br0" timeOffset="119104.8124">20290 8260 0,'-25'0'15,"25"0"-15,0 25 0,0-25 0,0 0 0,0 0 16,0 0-16,0 0 0,0 0 0,0 0 0,0 0 0,0 0 16,0 0-16,0 0 0,0 0 0,25 0 0,-25 0 15,0 0-15,0-25 0,0 25 0,0 0 0,0 0 16,0 0-16,0 0 0,25-25 0,-25 25 0,0 0 0,0 0 15,0 0-15</inkml:trace>
  <inkml:trace contextRef="#ctx0" brushRef="#br0" timeOffset="119949.8608">21630 7615 0,'0'0'0,"0"0"0,0-25 0,0 25 16,0 0-16,0 0 0,0 0 0,0 0 0,0-25 0,0 25 16,0 0-16,0 0 0,0 0 0,0 0 0,0 0 15,0 0-15,0 0 0,0 0 0,0 0 0,0 0 16,0 0-16,0 0 0,0 0 0,0 0 0,0 25 0,24-25 15,-24 0-15,0 0 0,0 25 0,0-25 0,0 0 16,0 25-16,0-25 0,0 25 0,0-1 0,0-24 0,0 25 16,0 0-16,0 0 0,0-25 0,0 25 0,0-1 15,0-24-15,0 25 0,0 0 0,0-25 0,0 25 0,0-25 16,25 0-16,-25 25 0,0-25 0,0 0 0,0 24 15,0-24-15,0 0 0,0 0 0,0 0 0,0 0 16,0 0-16,0 0 0,0 0 0,0 0 0,25 0 0,-25-24 16,0 24-16,0 0 0,0 0 0,25-25 0,-25 25 15,0-25-15,25 25 0,-25 0 0,0-25 0,0 25 16,25-25-16,-25 25 0,0-24 0,0 24 0,0-25 0,24 0 15,-24 25-15,0-25 0,0 25 0,0-25 0,0 25 16,25 0-16,-25-24 0,0 24 0,0 0 0,0-25 0,0 25 16,0 0-16,25 0 0,-25 0 0,0 0 0,0 0 15,0 0-15,0 0 0,25 0 0,-25 0 0,0 0 0,25 0 16,-25 0-16,0 0 0,24 0 0,-24 0 0,25 0 15,-25 0-15,25 0 0</inkml:trace>
  <inkml:trace contextRef="#ctx0" brushRef="#br0" timeOffset="120426.888">22299 7838 0,'0'0'0,"0"0"0,0 0 0,0 0 0,-24-25 16,24 25-16,0 0 0,0 0 0,0-24 0,0 24 15,0 0-15,0 0 0,0-25 0,-25 25 0,25 0 0,0 0 16,0-25-16,0 25 0,0 0 0,0 0 0,0-25 15,-25 25-15,25 0 0,0 0 0,0 0 0,0 0 16,-25 0-16,25 0 0,0 0 0,-25 0 0,25 0 0,0 0 16,-24 0-16,24 25 0,-25-25 0,25 0 0,-25 0 0,25 25 15,-25-25-15,25 0 0,0 25 0,-25-25 0,25 0 16,0 24-16,0-24 0,-24 0 0,24 25 0,0-25 15,0 25-15,0-25 0,0 0 0,0 25 0,0-25 0,0 0 16,0 25-16,0-25 0,0 0 0,24 0 0,-24 24 16,0-24-16,0 0 0,25 0 0,-25 0 0,0 0 0,0 25 15,25-25-15,-25 0 0,0 0 0,25 0 0,-25-25 16,25 25-16,-25 0 0,0 0 0,24 0 0,-24 0 15,0 0-15,25-24 0,-25 24 0,0 0 0,25 0 16,-25-25-16,0 25 0,25 0 0,-25-25 0,0 25 0,0 0 16,0-25-16,25 25 0,-25 0 0,0-25 0,0 25 0,0 0 15,0 0-15,0-24 0,0 24 0,0 0 0,0 0 16,0 0-16,0 0 0,0 0 0,0 0 0,0 0 15,0 0-15,0 24 0,0-24 0,0 0 0,-25 0 0,25 25 16,0-25-16,0 25 0,0-25 0,0 0 0,0 25 16,0-25-16,0 25 0,-25-25 0,25 0 0,0 24 0,0-24 15,0 0-15,0 0 0,0 25 0,0-25 0,0 0 16,0 0-16,0 0 0,0 0 0,25 0 0,-25 0 15,0 0-15,0-25 0,25 25 0,-25 0 0,0 0 0,0-24 16</inkml:trace>
  <inkml:trace contextRef="#ctx0" brushRef="#br0" timeOffset="120621.8992">22275 7541 0,'0'0'0,"0"0"0,0 0 16,0 0-16,0 0 0,0 0 0,0 0 0,0 0 0,0 0 15,0 0-15,0 0 0,0 0 0,24 0 0,-24 0 16,25 0-16,-25 0 0,25 0 0,0 0 0,0 0 0,-1 0 15,1 0-15,0 0 0,0 24 0,0-24 0,-1 0 16,26 0-16,-25 0 0,0 0 0,-1 0 0,1 0 16,0 0-16,0 0 0,0 0 0,-25 0 0,25 25 0,-1-25 15,-24 0-15</inkml:trace>
  <inkml:trace contextRef="#ctx0" brushRef="#br0" timeOffset="121924.9737">23242 7913 0,'0'0'0,"0"0"0,0 0 0,-25 0 15,25 0-15,0 0 0,0 0 0,0 0 0,0 0 16,0 0-16,0 0 0,0 0 0,0 0 0,0 0 0,0 0 16,0 0-16,0 0 0,25 0 0,-25 0 0,0 0 15,0 0-15,0 0 0,0 0 0,25-25 0,-25 25 0,0 0 16,0 0-16,25-25 0,-25 25 0,24 0 0,-24 0 15,25-25-15,-25 25 0,25 0 0,-25-25 0,25 25 16,0 0-16,-25-24 0,24 24 0,1-25 0,-25 25 0,25 0 16,0-25-16,0 0 0,-25 25 0,24-25 0,1 25 15,0-24-15,0-1 0,-25 25 0,25-25 0,-25 0 16,24 25-16,-24-25 0,25 1 0,-25 24 0,0-25 0,25 25 15,-25-25-15,0 25 0,0-25 0,0 0 0,0 25 16,0-24-16,0 24 0,0 0 0,0-25 0,0 25 0,-25-25 16,25 25-16,0 0 0,0 0 0,-25-25 0,25 25 15,0 0-15,-24 0 0,24 0 0,-25 0 0,25 0 0,0 0 16,-25 0-16,25 0 0,-25 0 0,25 0 0,0 0 15,-25 0-15,25 25 0,0-25 0,-24 0 0,24 0 16,0 25-16,0-25 0,0 0 0,-25 25 0,25-25 0,0 0 16,0 24-16,0-24 0,0 25 0,0-25 0,0 25 15,0-25-15,0 25 0,0 0 0,0-25 0,0 24 16,0 1-16,0-25 0,0 25 0,0 0 0,-25-25 0,25 25 15,0-1-15,0 1 0,0-25 0,0 25 0,0 0 16,0-25-16,0 25 0,0-25 0,0 24 0,-25-24 0,25 25 16,0-25-16,0 25 0,0-25 0,0 25 0,0-25 15,0 0-15,-25 25 0,25-25 0,0 0 0,0 0 0,0 0 16,0 0-16,0 24 0,0-24 0,0 0 0,0 0 15,0 0-15,0 0 0,0 0 0,0 0 0,0 0 16,0 0-16,0 0 0,0 0 0,0 0 0,0 0 0,0 0 16,0-24-16,0 24 0,25 0 0,-25 0 0,0-25 0,0 25 15,25 0-15,-25-25 0,25 25 0,-25-25 0,25 25 16,-25-25-16,0 25 0,24-24 0,-24 24 0,25 0 15,-25-25-15,25 25 0,-25 0 0,0-25 0,0 25 0,25 0 16,-25 0-16,0 0 0,0 0 0,0 0 0,0 0 47,0 0-47,0 0 0,0 0 0,-25 0 0,25 0 0,0 0 0,0 25 0,0-25 0,0 0 0,0 0 0,0 25 0,0-25 0,0 0 0,0 24 0,0-24 0,0 0 15,-25 25-15,25-25 0,0 0 0,0 25 0,0-25 16,0 0-16,0 25 0,0-25 0,0 0 0,0 25 0,0-25 16,0 0-16,0 24 0,25-24 0,-25 0 0,0 25 0,0-25 15,0 0-15,0 0 0,0 25 0,25-25 0,-25 0 16,0 0-16,0 0 0,25 0 0,-25 0 0,24 0 15,-24 0-15,25 0 0,-25 0 47,25 0 16,49-25-63,-74 25 0,0-25 0,25 25 0,-25 0 0,25-24 0,-25 24 0,0-25 0,25 25 0,-25-25 0,0 25 0,0-25 0,0 25 0,0-25 0,0 1 0,25 24 0,-25-25 0,0 25 0,0-25 0,0 25 0,0-25 0,-25 25 15,25 0-15,0 0 0,0-25 0,0 25 0,0 0 0,0 0 0,-25 25 0,25-25 0,0 0 0,0 0 0,0 0 0,-25 25 0,25-25 0,0 25 0,0-25 0,-25 0 0,25 25 0,0-25 16,0 24-16,0-24 0,0 25 0,0-25 0,-24 25 15,24-25-15,0 25 0,0-25 0,0 0 0,0 25 0,0-25 16,0 24-16,24-24 0,-24 0 0,0 25 0,0-25 16,0 0-16,0 25 0,0-25 0,25 0 0,-25 0 15,0 25-15,25-25 0,-25 0 0,25 0 0,-25 0 0,25 0 16,-25 0-16,25 0 0,-1 0 0,1 0 0,0 0 0,-25 0 15,25 0-15,0-25 0,-1 25 0,1 0 0,0-25 16,0 25-16,-25-25 0,25 25 0,-1-24 0,-24 24 16,25-25-16</inkml:trace>
  <inkml:trace contextRef="#ctx0" brushRef="#br0" timeOffset="122172.9879">24408 7417 0,'0'-25'16,"0"25"-16,-25 0 0,25 0 0,0 0 0,0 0 15,0 0-15,0-25 0,0 25 0,0 25 0,-25-25 0,25 0 16,0 0-16,0 25 0,0-25 0,-25 24 0,25-24 0,0 25 15,0 0-15,0-25 0,0 25 0,-24 0 16,24-1-16,0 1 0,0 0 0,0-25 0,0 25 0,-25 0 16,25-1-16,0 1 0,0 0 0,0 0 0,0 0 0,0-25 15,-25 24-15,25 1 0,0 0 0,0-25 0,0 25 16,0-25-16,0 25 0,0-25 0,0 24 0,0-24 0,0 25 16,0-25-16,0 0 0,25 0 0,-25 25 0,0-25 15,0 0-15,0 0 0,0 0 0,0 0 0,0 0 0,0-25 16,0 25-16,0 0 0,0 0 0,0-25 0,0 25 15</inkml:trace>
  <inkml:trace contextRef="#ctx0" brushRef="#br0" timeOffset="122315.9961">24234 7789 0,'0'0'0,"0"0"0,0 0 0,0 0 16,0 0-16,0 0 0,0 0 0,0 0 0,0 0 0,25 0 15,-25 0-15,0 0 0,25 0 0,-25 0 0,25-25 16,-25 25-16,24 0 0,-24 0 0,25 0 0,0 0 0,-25 0 16,25 0-16,-25-25 0,25 25 0,-25 0 0,24 0 15,-24 0-15,25 0 0,-25-25 0,0 25 0,25 0 0,-25 0 16,0-25-16</inkml:trace>
  <inkml:trace contextRef="#ctx0" brushRef="#br0" timeOffset="122581.0113">24110 7516 0,'0'0'16,"0"0"-16,0-25 0,0 25 0,0 0 0,0 0 0,0 0 16,25-25-16,-25 25 0,0 0 0,25 0 0,-25 0 15,0 0-15,25 0 0,-25-25 0,24 25 0,-24 0 0,25 0 16,-25 0-16,0 0 0,25 0 0,-25 0 0,0 25 15,25-25-15,-25 0 0,0 0 0,25 0 0,-25 0 16,0 0-16,0 25 0,0-25 0,0 0 0,0 0 0,24 0 16,-24 0-16,0 25 0,0-25 0,0 0 0,0 0 15,0 0-15,0 0 0,0 0 0,0 0 0</inkml:trace>
  <inkml:trace contextRef="#ctx0" brushRef="#br0" timeOffset="122739.0203">24606 7218 0,'0'0'0,"0"0"0,0 0 0,0 0 16,0 0-16,0 0 0,-25 0 0,25 0 0,0 25 0,0-25 16,0 0-16,-24 0 0,24 25 0,0-25 0,0 25 15,0-25-15,-25 0 0,25 24 0,0-24 0,0 25 16,-25-25-16,25 25 0,0-25 0,0 25 0,-25-25 0,25 25 15,0-25-15,0 0 0,0 24 0,-25-24 0,25 0 0</inkml:trace>
  <inkml:trace contextRef="#ctx0" brushRef="#br0" timeOffset="123851.0839">25301 7962 0,'-25'0'0,"25"25"0,-25-25 0,25 0 0,0 0 16,0 0-16,0 0 0,-25 0 0,25 0 0,0 0 15,0 0-15,0 0 0,0 0 0,25 0 0,-25 0 0,0 0 16,0 0-16,25 0 0,-25-25 0,25 25 0,-25 0 16,25 0-16,-1-25 0,-24 25 0,25-24 0,0 24 15,0 0-15,0-25 0,-1 25 0,1-25 0,0 0 0,0 25 16,0-25-16,-1 1 0,1 24 0,0-25 0,25 0 15,-26 25-15,1-25 0,0 0 0,0 1 0,0 24 0,-1-25 16,-24 0-16,25 0 0,0 25 0,-25-25 0,25 25 16,-25-24-16,25-1 0,-25 25 0,0-25 0,0 25 15,25-25-15,-25 25 0,0-25 0,0 25 0,0-24 0,0 24 16,0-25-16,0 25 0,-25 0 0,25-25 0,0 25 15,0 0-15,0-25 0,0 25 0,0 0 0,0 0 0,-25 0 16,25 0-16,0 0 0,0 0 0,0-25 0,0 50 16,0-25-16,-25 0 0,25 0 0,0 0 0,0 0 15,0 0-15,-25 0 0,25 0 0,0 25 0,0-25 0,0 25 16,0-25-16,-25 25 0,25-25 0,0 24 0,0-24 15,-24 25-15,24 0 0,0 0 0,0-25 0,0 25 0,-25-1 16,25 1-16,0 0 0,0 0 0,0 0 0,0-25 16,-25 24-16,25 1 0,0 0 0,0 0 0,0 0 0,0-1 15,0 1-15,0-25 0,0 25 0,0 0 0,0-25 16,0 25-16,0-25 0,0 24 0,0-24 0,0 0 15,25 25-15,-25-25 0,0 0 0,0 0 0,0 25 0,0-25 16,0 0-16,25 0 0,-25 0 0,0 0 0,0 0 16,0 0-16,24 0 0,-24 0 0,0 0 0,0 0 0,25 0 15,-25 0-15,0 0 0,25-25 0,-25 25 0,25 0 16,-25 0-16,0-25 0,25 25 0,-25-24 0,25 24 15,-25 0-15,0-25 0,24 25 0,-24-25 0,0 0 0,0 25 16,25-25-16,-25 1 0,0 24 0,0-25 0,25 0 16,-25 25-16,0-25 0,0 25 0,0-25 0,0 25 0,25 0 15,-25-24-15,0 24 0,0 0 0,0 0 0,0 0 16,0 0-16,0 0 0,0 0 0,0 0 0,0 0 15,0 0-15,0 0 0,-25 0 0,25 0 0,0 0 0,0 24 16,0-24-16,0 25 0,0-25 0,0 25 0,0-25 0,0 25 16,-25-25-16,25 25 0,0-1 0,0-24 0,0 25 15,0-25-15,0 25 0,0 0 0,0-25 0,0 25 16,0-25-16,0 0 0,0 24 0,0-24 0,0 25 0,0-25 15,0 0-15,0 0 0,0 25 0,0-25 0,0 0 16,25 0-16,-25 0 0,0 25 0,25-25 0,-25 0 0,0 0 16,25 0-16,-25 0 0,24 0 0,-24 0 0,25-25 15,-25 25-15,25 0 0,-25 0 0,25 0 0,-25-25 16,25 25-16,-25 0 0,0-25 0,24 25 0,-24-24 0,0 24 15,0-25-15,25 25 0,-25-25 0,0 25 0,0-25 16,0 25-16,0-25 0,0 25 0,0-24 0,0-1 0,0 25 16,0 0-16,0-25 0,0 25 0,0 0 0,0 0 15,0-25-15,0 25 0,0 0 0,0 0 0,0 0 16,0 25-16,0-25 0,0 0 0,0 0 0,-25 25 0,25-25 15,0 0-15,0 25 0,0-25 0,0 24 0,-24 1 16,24-25-16,0 25 0,0-25 0,0 25 0,-25-25 0,25 0 16,0 25-16,0-25 0,0 24 0,0-24 0,0 25 15,0-25-15,0 0 0,0 25 0,0-25 0,0 0 0,0 25 16,25-25-16,-25 0 0,24 0 0,-24 25 0,25-25 15,-25 0-15,25 0 0,0 0 0,0 0 0,-1 0 16,1 0-16,-25 0 0,25 0 0,0 0 0,0 0 0,-1 0 16,1 0-16,0 0 0,0 0 0</inkml:trace>
  <inkml:trace contextRef="#ctx0" brushRef="#br0" timeOffset="124317.1106">26739 7888 0,'0'0'0,"0"-25"16,0 25-16,0-25 0,0 25 0,0-25 0,0 25 16,0-24-16,0 24 0,0 0 0,-24-25 0,24 25 15,0 0-15,0 0 0,-25-25 0,25 25 0,0 0 0,0 0 16,-25 0-16,25 0 0,0 0 0,-25 0 0,25 0 15,0 0-15,-25 0 0,25 25 0,0-25 0,-24 0 16,24 0-16,0 25 0,-25-25 0,25 0 0,0 24 0,-25-24 16,25 25-16,0-25 0,0 0 0,-25 25 0,25-25 15,0 25-15,0-25 0,0 25 0,0-25 0,0 24 0,0-24 16,0 0-16,0 25 0,0-25 0,0 0 0,0 25 15,0-25-15,0 0 0,25 25 0,-25-25 0,0 0 0,0 0 16,0 0-16,25 0 0,-25 0 0,0 25 0,25-25 16,-25 0-16,0 0 0,24-25 0,-24 25 0,25 0 15,-25 0-15,25 0 0,-25 0 0,0-25 0,25 25 0,-25 0 16,25-25-16,-25 25 0,0-25 0,24 25 0,-24-24 15,0 24-15,0-25 0,25 25 0,-25-25 0,0 25 0,0-25 16,25 25-16,-25-25 0,0 25 0,0-24 0,0 24 16,0 0-16,0-25 0,25 25 0,-25 0 0,0 0 0,0 0 15,0 0-15,0 0 0,0 0 0,-25 0 0,25 0 16,0 25-16,0-25 0,0 0 0,0 0 0,0 24 15,0-24-15,0 25 0,0-25 0,0 0 0,0 25 0,-25-25 16,25 25-16,0-25 0,0 0 0,0 25 0,0-25 0,0 0 16,0 24-16,0-24 0,0 0 0,0 0 15,0 25-15,0-25 0,0 0 0,0 0 0,0 0 0,0 0 16,0 25-16,25-25 0,-25 0 0,0 0 0,0 0 15,25 0-15,-25 0 0,25 0 0,-25 0 0,0 0 0,24 0 16,-24 0-16,25-25 0,-25 25 0,25 0 0,-25-25 16,25 25-16,-25 0 0,0-24 0</inkml:trace>
  <inkml:trace contextRef="#ctx0" brushRef="#br0" timeOffset="124686.1317">27037 7714 0,'0'0'0,"0"0"0,0 0 0,0 0 16,0 0-16,0 0 0,0 0 0,0 0 0,0 0 16,0 0-16,0 0 0,0 25 0,0-25 0,0 0 15,0 25-15,0-25 0,0 25 0,0-25 0,0 24 0,0-24 16,0 25-16,0-25 0,0 25 0,-25-25 0,25 0 0,0 25 15,0-25-15,0 25 0,0-25 0,0 0 0,0 24 16,0-24-16,0 0 0,-25 25 0,25-25 0,0 0 0,0 0 16,0 0-16,0 0 0,0 0 0,0 0 0,0 0 15,0 0-15,0 0 0,0 0 0,0 0 0,0 0 16,0 0-16,25 0 0,-25 0 0,0 0 0,0 0 15,25-25-15,-25 25 0,0 0 0,25-24 0,-25 24 0,0 0 16,25-25-16,-25 25 0,0 0 0,25-25 0,-25 25 0,0 0 16,0-25-16,24 25 0,-24 0 0,0 0 15,0 0-15,25 0 0,-25 0 0,0 0 0,0 0 0,0 0 16,0 0-16,0 0 0,0 0 0,0 25 0,0-25 0,0 0 15,0 25-15,0-25 0,0 25 0,0-25 0,0 24 16,0-24-16,0 0 0,-25 25 0,25-25 0,0 25 16,0-25-16,0 0 0,0 25 0,0-25 0,0 0 0,0 25 15,0-25-15,0 0 0,25 25 0,-25-25 0,0 0 16,0 0-16,0 0 0,0 24 0,0-24 0,25 0 15,-25 0-15,0 0 0,0-24 0,25 24 0,-25 0 0,0 0 16,25-25-16</inkml:trace>
  <inkml:trace contextRef="#ctx0" brushRef="#br0" timeOffset="124946.1464">26938 7491 0,'0'-25'0,"0"25"0,0 0 0,0 0 0,0-25 15,0 25-15,25 0 0,-25 0 0,0-24 0,0 24 16,24 0-16,-24 0 0,0 0 0,25 0 0,-25-25 0,0 25 16,25 0-16,-25 0 0,25 0 0,-25 0 0,0 0 15,25 0-15,-25 0 0,25 0 0,-25 0 0,0 25 16,24-25-16,-24 0 0,0 24 0,25-24 0,-25 25 0,0-25 15,0 25-15,0-25 0,25 25 0,-25-25 0,0 25 16,0-1-16,0 1 0,0 0 0,-25 0 0,25 0 0,0-1 16,-25 1-16,25 0 0,0 0 0,-24 0 0</inkml:trace>
  <inkml:trace contextRef="#ctx0" brushRef="#br0" timeOffset="125127.1569">26715 8359 0,'-25'0'15,"25"0"-15,0 0 0,-25 25 0,25-25 0,0 0 0,0 0 16,0 0-16,0 0 0,0 0 0,0 0 0,0 0 15,0 0-15,0 0 0,0 0 0,0 0 0,0 0 16,0 0-16,0 0 0,0 0 0,0 0 0,0 0 0,0 0 16,0 0-16,0-25 0,0 25 0,0 0 0,0 0 15,0 0-15,-25-25 0,25 25 0,0 0 0,-25-24 0</inkml:trace>
  <inkml:trace contextRef="#ctx0" brushRef="#br0" timeOffset="127471.291">3497 9327 0,'0'0'0,"0"0"16,0 0-16,0 0 0,0 0 0,0 0 0,0 0 0,0 0 15,0 0-15,0-25 0,0 25 0,0 0 0,0 0 16,0 0-16,0 0 0,0 0 0,0 0 0,0 0 15,0 0-15,0 0 0,0 0 0,0 0 0,0 0 0,0 0 16,0 0-16,0 0 0,25 0 0,-25-25 0,0 25 16,0 0-16,0 0 0,0 0 0,0 0 0,0 0 15,0-25-15,0 25 0,25 0 0,-25 0 0,0 0 0,0 0 16,0-25-16,0 25 0,25 0 0,-25 0 0,0-24 0,25 24 15,-25 0-15,0-25 0,24 25 0,-24 0 0,25-25 16,-25 25-16,0 0 0,25-25 0,-25 25 0,25-25 16,-25 25-16,0 0 0,0-24 0,25 24 0,-25-25 0,0 25 15,0 0-15,0-25 0,0 25 0,0 0 0,25-25 16,-25 25-16,0 0 0,0 0 0,0 0 0,0-25 15,0 25-15,0 0 0,0 0 0,0 0 0,0 0 0,0 0 16,0 0-16,0 0 0,0 0 0,0 0 0,0 0 16,0 0-16,0 0 0,0 0 0,0 0 0,0 0 0,0 0 15,0 0-15,0 0 0,0 0 0,0 0 0,0 0 16,0 0-16,0 0 0,0 0 0,0 25 0,0-25 0,0 0 15,0 0-15,0 25 0,0-25 0,0 25 0,0-25 16,0 25-16,0-25 0,0 24 0,0 1 0,-25-25 16,25 25-16,0-25 0,0 25 0,0-25 0,0 25 0,0-1 15,0-24-15,0 0 0,0 25 0,0-25 0,0 25 16,0-25-16,0 25 0,0-25 0,0 0 0,0 25 15,0-25-15,0 0 0,0 0 0,0 24 0,0-24 0,0 0 16,0 0-16,0 0 0,0 25 0,-25-25 0,25 0 16,0 0-16,0 0 0,0 0 0,0 0 0,0 0 15,0 0-15,0 0 0,0 0 0,0 0 0,0 0 0,-25 0 16,25 0-16,0 0 0,0-25 0</inkml:trace>
  <inkml:trace contextRef="#ctx0" brushRef="#br0" timeOffset="128653.3586">3522 8781 0,'0'0'0,"-25"0"0,25 0 0,0 0 0,-24 0 0,24 0 0,-25 0 0,25 25 0,0-25 0,-25 0 0,25 0 0,-25 0 0,25 24 0,-25-24 0,25 0 0,-24 0 0,24 25 0,0-25 0,-25 0 0,25 25 0,0-25 0,-25 0 0,25 25 0,0-25 0,0 0 0,-25 25 0,25-25 0,0 0 0,0 24 0,0-24 0,0 25 0,0-25 0,-25 25 0,25-25 0,0 0 0,0 25 0,0-25 15,0 25-15,0-25 0,0 25 0,0-25 0,0 24 16,0-24-16,0 25 0,0-25 0,0 0 0,25 25 0,-25-25 16,0 25-16,0-25 0,0 25 0,0-25 0,0 24 15,0-24-15,0 0 0,0 25 0,0-25 0,0 25 0,0-25 16,0 25-16,0-25 0,0 25 0,25-25 0,-25 24 15,0-24-15,0 0 0,0 25 0,0-25 0,0 25 0,0-25 16,0 0-16,0 25 0,0-25 0,0 25 16,0-25-16,0 0 0,25 24 0,-25-24 0,0 0 0,0 25 15,0-25-15,0 0 0,0 0 0,0 25 0,0-25 0,0 0 16,0 0-16,0 25 0,25-25 0,-25 0 0,0 0 15,0 25-15,0-25 0,0 0 0,24 0 0,-24 0 0,0 24 16,0-24-16,25 0 0,-25 0 0,0 0 0,0 25 16,25-25-16,-25 0 0,0 0 0,25 0 0,-25 0 15,0 0-15,25 0 0,-25 0 0,0 0 0,24 0 0,-24 0 16,25 0-16,-25 0 0,0 0 0,25 0 0,-25 0 15,0 0-15,25 0 0,-25 0 0,25 0 0,-25 0 0,0 0 16,24 0-16,-24 0 0,0 0 0,25 0 0,-25 0 16,25 0-16,-25 0 0,0 0 0,25 0 0,-25-25 15,25 25-15,-25 0 0,0 0 0,25 0 0,-25-24 16,24 24-16,-24 0 0,25 0 0,-25-25 0,0 25 0,25 0 15,-25 0-15,0 0 0,25-25 0,-25 25 0,0 0 0,25 0 16,-25 0-16,0 0 0,0 0 0,0 0 0,0-25 16,24 25-16,-24 0 0,0 0 0,0 0 0,0 0 0,0 0 15,0 0-15,25 0 0,-25 0 0,0 0 0,0-25 16,0 25-16,0 0 0,25 0 0,-25 0 0,0-24 15,0 24-15,0 0 0,25 0 0,-25 0 0,0-25 0,0 25 16,0 0-16,25-25 374</inkml:trace>
  <inkml:trace contextRef="#ctx0" brushRef="#br0" timeOffset="130465.4621">3621 8806 0,'0'0'0,"0"-25"0,25 25 0,-25 0 16,0 0-16,0 0 0,0 0 0,0 0 0,0 0 0,0 0 0,0 0 0,25 0 0,-25 0 0,0 0 0,0 0 0,0 0 0,25-25 0,-25 25 0,0 0 0,0 0 0,25 0 0,-25 0 0,0 0 0,0 0 0,0 0 0,25 0 0,-25 0 0,0 0 0,0 0 0,24 0 0,-24 0 0,0 0 0,0 0 0,0 0 0,25 0 0,-25 0 0,0 0 0,0 0 0,25 0 15,-25 0-15,0 0 0,0 0 0,25 0 0,-25 0 16,0 0-16,0 0 0,0 0 0,25 25 0,-25-25 16,0 0-16,0 0 0,24 0 0,-24 25 0,0-25 0,0 0 15,25 0-15,-25 0 0,0 24 0,0-24 47,25 0-47,-25 0 0,0 0 0,0 25 0,25-25 0,-25 0 0,0 25 0,0-25 0,0 0 0,25 0 0,-25 25 0,0-25 0,0 0 0,0 25 0,0-25 0,24 0 0,-24 24 16,0-24-16,0 0 0,0 25 0,0-25 0,0 0 0,0 0 15,0 25-15,25-25 0,-25 0 0,0 0 0,0 25 16,0-25-16,0 0 0,0 0 0,0 25 0,0-25 0,0 0 15,25 0-15,-25 25 0,0-25 0,0 0 0,0 24 0,0-24 16,0 0-16,0 0 0,0 25 0,0-25 0,0 0 16,0 25-16,0-25 0,0 0 0,0 25 0,0-25 15,0 0-15,0 25 0,0-25 0,0 0 0,0 0 16,0 24-16,0-24 0,0 0 0,0 25 0,0-25 0,0 0 15,0 0-15,-25 25 0,25-25 0,0 0 0,0 0 16,0 25-16,0-25 0,0 0 0,0 0 0,0 25 0,0-25 16,-25 0-16,25 0 0,0 24 0,0-24 0,0 0 15,0 0-15,0 25 0,0-25 0,-24 0 0,24 0 16,0 25-16,0-25 0,0 0 0,0 0 0,0 25 0,-25-25 15,25 0-15,0 0 0,0 0 0,0 25 0,0-25 0,0 0 16,0 0-16,0 0 0,0 0 0,-25 0 0,25 0 16,0 0-16,0 0 0,0 0 15,0 0-15,0 0 0,0 0 0,0 0 0,0 0 0,0 0 0,0 0 0,0 0 16,-25 0-16,25 0 0,0 0 0,0-25 0,0 25 15,0 0-15,0 0 0,0 0 0,0 0 0,0 0 16,0 0-16,0 0 0,0-25 0</inkml:trace>
  <inkml:trace contextRef="#ctx0" brushRef="#br0" timeOffset="131197.5041">5184 8930 0,'0'0'0,"0"0"16,0 0-16,0 0 0,0-25 0,0 25 0,0 0 0,0 0 15,0 0-15,0 25 0,0-25 0,0 0 0,0 0 16,0 0-16,-25 0 0,25 0 0,0 0 0,0 0 16,0 24-16,0-24 0,0 0 0,0 25 0,0-25 0,0 25 15,-24-25-15,24 25 0,0-25 0,0 25 0,0 0 16,0-25-16,0 24 0,0 1 0,0 0 0,-25-25 0,25 25 15,0 0-15,0-1 0,0-24 0,0 25 0,0 0 16,0 0-16,-25-25 0,25 25 0,0-25 0,0 24 16,0-24-16,0 25 0,0-25 0,0 25 0,0-25 0,0 0 15,0 25-15,0-25 0,0 0 0,0 0 0,0 0 16,0 0-16,0 0 0,0 0 0,0 0 0,0 0 0,0 0 15,-25 0-15,25 0 0,0 0 0,0 0 0,0 0 16,0 0-16,0-25 0,0 25 0,0 0 0,0-25 16,0 25-16,0-25 0,0 25 0,0-24 0,0-1 0,0 25 15,0-25-15,0 0 0,25 0 0</inkml:trace>
  <inkml:trace contextRef="#ctx0" brushRef="#br0" timeOffset="131481.5203">5159 8979 0,'25'0'0,"-25"0"16,0-25-16,0 25 0,0 0 0,25-24 0,-25 24 15,0 0-15,0 0 0,25 0 0,-25-25 0,0 25 16,0 0-16,25 0 0,-25 0 0,0 0 0,0 0 0,24 0 15,-24 0-15,0 0 0,25 25 0,-25-25 0,0 0 16,0 0-16,25 24 0,-25-24 0,0 25 0,25-25 0,-25 25 16,0-25-16,0 0 0,0 25 0,25-25 0,-25 25 15,0-25-15,0 25 0,24-1 0,-24-24 0,0 25 16,0-25-16,0 25 0,0-25 0,25 25 0,-25-25 0,0 25 15,0-25-15,0 24 0,0 1 0,0-25 0,0 25 16,0-25-16,0 25 0,0-25 0,0 0 0,0 25 0,0-25 16,0 0-16,0 24 0,0-24 0,0 0 0,0 0 15,0 0-15,0 0 0,0 0 0,0 25 0,0-25 16,0 0-16,0 0 0,0-25 0,0 25 0,0 0 0,0 0 15,0 0-15,0 0 0,0-24 0,0 24 0,0 0 16,0-25-16,0 25 0,0-25 0,0 25 0</inkml:trace>
  <inkml:trace contextRef="#ctx0" brushRef="#br0" timeOffset="131733.5348">5581 8880 0,'0'0'0,"0"0"0,0 0 15,0 0-15,0 0 0,0 0 0,0 25 0,0-25 16,-25 0-16,25 0 0,0 25 0,0-25 0,0 24 0,0-24 15,0 25-15,0-25 0,0 25 0,0-25 0,0 25 0,-25 0 16,25-25-16,0 25 0,0-1 0,0-24 0,0 25 16,0 0-16,0-25 0,0 25 0,0 0 0,0-25 15,-24 24-15,24 1 0,0-25 0,0 25 0,0 0 0,0-25 16,0 25-16,0-25 0,0 0 0,0 24 0,0-24 15,0 0-15,0 25 0,0-25 0,0 0 0,0 0 0,0 0 16,0 0-16,0 0 0,24 0 0,-24 0 0,0 0 16,0 0-16,0 0 0,25 0 0,-25 0 0,0 0 15</inkml:trace>
  <inkml:trace contextRef="#ctx0" brushRef="#br0" timeOffset="132724.5913">5581 9351 0,'0'0'0,"0"0"0,0 0 0,0 0 0,0 0 16,0 0-16,0 0 0,0 0 0,0 0 0,0 0 15,0 0-15,0 0 0,0 0 0,0 0 0,25 0 0,-25 0 16,0 0-16,0 0 0,0 0 0,25 0 0,-25 0 15,0-24-15,24 24 0,-24 0 0,0-25 0,25 25 0,-25 0 16,25-25-16,-25 25 0,25-25 0,-25 25 0,0 0 16,25-25-16,-25 25 0,0-24 0,24 24 0,-24 0 0,0-25 15,0 25-15,0 0 0,0 0 0,25-25 16,-25 25-16,0 0 0,0 0 0,-25-25 0,25 25 0,0 0 15,0 0-15,0 0 0,0 0 0,0-25 0,-24 25 0,24 0 16,0 0-16,0 0 0,-25 0 0,25 0 0,0 0 16,-25-24-16,25 24 0,0 0 0,0 0 0,-25 0 15,25 0-15,0 0 0,0 0 0,-25 0 0,25 0 0,0 24 16,0-24-16,0 0 0,-24 0 0,24 0 0,0 0 15,0 0-15,0 25 0,0-25 0,-25 0 0,25 0 0,0 25 16,0-25-16,0 0 0,0 25 0,0-25 0,0 25 16,0-25-16,0 24 0,0-24 0,0 25 0,0-25 0,0 25 15,0-25-15,0 25 0,0-25 0,0 25 16,25-25-16,-25 24 0,0-24 0,0 25 0,0-25 0,24 25 15,-24-25-15,0 0 0,0 25 0,25-25 0,-25 0 0,0 0 16,0 25-16,25-25 0,-25 0 0,0 0 0,0 0 16,0 0-16,25 0 0,-25 0 0,0 0 0,0 0 15,25 0-15,-25 0 0,0 0 0,24 0 0,-24-25 0,0 25 16,25 0-16,-25 0 0,0-25 0,25 25 0,-25 0 15,0-25-15,25 25 0,-25-25 0,0 25 0,0-24 16,25 24-16,-25-25 0,0 25 0,0 0 0,0-25 0,0 25 16,25-25-16,-25 25 0,0 0 0,0-25 0,0 25 0,0 0 15,0 0-15,0-24 0,0 24 0,0 0 0,0 0 16,0 0-16,0-25 0,0 25 0,0 0 0,0 0 15,0 0-15,0 0 0,0 0 0,0 0 0,0 0 0,0 0 16,0 0-16,0 0 0,0 0 0,0 0 0,0 0 16,0 0-16,0 0 0,0 0 0,0 0 0,0 0 0,0 0 15,-25 0-15,25 0 0,0 25 0,0-25 0,0 0 16,0 0-16,0 24 0,0-24 0,0 25 0,0-25 0,0 25 15,0-25-15,0 25 0,25-25 0,-25 25 0,0-25 16,0 24-16,0-24 0,0 25 0,0-25 0,24 25 16,-24-25-16,0 0 0,0 25 0,0-25 0,25 0 0,-25 25 15,0-25-15,0 0 0,0 0 0,25 0 0,-25 0 16,0 0-16,0 0 0,25 0 0,-25 0 0,0 0 15,25 0-15,-25 0 0,0 0 0,24-25 0,-24 25 0,25-25 16,-25 25-16,25 0 0,-25-25 0,25 25 0,-25-25 16,25 25-16,-25-24 0,24-1 0,-24 25 0,0-25 0,0 25 15,25-25-15,-25 25 0,0-25 0,0 25 0,0-24 16,0 24-16,0 0 0,0-25 0,0 25 0,0 0 0,0-25 15,0 25-15,0 0 0,0 0 0,0 0 0,0 0 16,0 0-16,0 0 0,0 0 0,0 0 0,0 0 16,0 0-16,0-25 0,0 25 0,0 0 0,0 0 0,0 25 15,0-25-15,-25 0 0,25 0 0,0 0 0,0 0 16,0 0-16,0 25 0,0-25 0,0 0 0,0 25 15,0-25-15,0 24 0,0-24 0,0 25 0,0-25 0,0 25 16,0 0-16,0-25 0,0 25 0,0-25 0,0 24 16,0-24-16,0 25 0,25-25 0,-25 25 0,0-25 0,0 0 15,0 25-15,25-25 0,-25 0 0,0 0 0,0 0 16,0 25-16,25-25 0,-25 0 0,0 0 0,0 0 0,25-25 15,-25 25-15,0 0 0,0 0 0,0 0 0,24-25 16,-24 25-16,0 0 0,0-25 0,0 25 0,0-25 16,0 25-16,0-24 0,0 24 0,0-25 0,0 25 0</inkml:trace>
  <inkml:trace contextRef="#ctx0" brushRef="#br0" timeOffset="132915.6024">5904 8954 0,'0'0'0,"-25"0"15,25 0-15,0-24 0,0 24 0,-25 0 0,25 0 16,0-25-16,0 25 0,0 0 0,0 0 0,25 0 0,-25-25 16,0 25-16,0 0 0,25 0 0,-25-25 0,0 25 15,24 0-15,-24 0 0,25-25 0,-25 25 0,0 0 16,25 0-16,-25 0 0,25 0 0,-25 0 0,0 0 0,25 0 15,-25 0-15,0 0 0,0 0 0,24 0 0,-24 0 16,0 0-16,25 0 0,-25 25 0,0-25 0,0 0 0,0 0 16,25 25-16,-25-25 0,0 0 0,0 0 0,0 25 15,25-25-15,-25 0 0,0 0 0,0 0 0</inkml:trace>
  <inkml:trace contextRef="#ctx0" brushRef="#br0" timeOffset="133083.612">6350 8632 0,'0'0'0,"0"0"0,25 0 0,-25 0 0,0 0 15,0 0-15,0 0 0,0 0 0,0 0 0,0 0 16,0 0-16,0 25 0,0-25 0,0 0 0,0 25 0,0-25 16,0 24-16,0 1 0,0-25 0,-25 25 0,25 0 15,0-25-15,0 25 0,0-1 0,-25 1 0,25-25 16,0 25-16,0 0 0,0-25 0</inkml:trace>
  <inkml:trace contextRef="#ctx0" brushRef="#br0" timeOffset="134285.6807">7293 9302 0,'0'0'0,"-25"25"16,25-25-16,0 0 0,0-25 0,0 25 0,0 0 15,0 0-15,0 0 0,0 0 0,0 0 0,0 0 0,25-25 16,-25 25-16,0 0 0,0 0 0,24-25 0,-24 25 15,25-25-15,-25 25 0,25 0 0,-25-24 0,25 24 16,-25-25-16,25 25 0,-25-25 0,24 25 0,1-25 0,-25 25 16,25-25-16,0 25 0,-25-24 0,25 24 0,-25-25 15,24 0-15,-24 25 0,25-25 0,-25 25 0,25-25 0,-25 25 16,25-25-16,-25 25 0,0-24 0,25 24 0,-25-25 15,0 25-15,0 0 0,0-25 0,0 25 0,0-25 0,0 25 16,0 0-16,0-25 0,0 25 0,0 0 0,0-24 16,0 24-16,0 0 0,-25-25 0,25 25 0,0 0 0,0 0 15,-25-25-15,25 25 0,0 0 0,0 0 0,-25-25 16,25 25-16,0 0 0,0 0 0,-25 0 0,25 0 15,0 0-15,0 0 0,-24 0 0,24 0 0,0 0 16,0 0-16,0 0 0,0 0 0,-25 25 0,25-25 0,0 0 16,0 0-16,0 25 0,0-25 0,0 0 0,0 25 0,0-25 15,0 24-15,0-24 0,0 25 0,0-25 0,0 25 16,0 0-16,0-25 0,0 25 0,0-1 0,0-24 15,0 25-15,0 0 0,0 0 0,0-25 0,0 25 0,0 0 16,0-25-16,0 24 0,0 1 0,0-25 0,0 25 16,0 0-16,0-25 0,0 25 0,0-25 0,0 24 0,0 1 15,0-25-15,0 25 0,0-25 0,0 25 0,0-25 16,0 25-16,0-25 0,0 24 0,0-24 0,0 0 15,0 25-15,0-25 0,-25 0 0,25 0 0,0 0 0,0 25 16,0-25-16,0 0 0,0 0 0,0 0 0,0 0 16,0 0-16,0 0 0,0 0 0,0 0 0,25 0 0,-25 0 15,0 0-15,0-25 0,0 25 0,0 0 0,0 0 16,0 0-16,25-25 0,-25 25 0,0 0 0,0-24 0,24 24 15,-24-25-15,0 25 0,25-25 0,-25 25 0,25 0 16,-25-25-16,0 25 0,25-25 0,-25 25 0,25-24 16,-25 24-16,0 0 0,0 0 0,24-25 0,-24 25 0,0 0 15,0 0-15,0 0 0,0 0 0,25 0 0,-25 0 16,0 0-16,0 0 0,0 0 0,0 0 0,0 0 15,0 0-15,0 0 0,0 0 0,0 25 0,0-25 0,0 0 16,0 0-16,0 24 0,0-24 0,0 25 0,0-25 16,0 25-16,0-25 0,0 25 0,0-25 0,0 25 0,0-25 15,0 24-15,0-24 0,0 25 0,0-25 0,0 25 16,0-25-16,0 0 0,0 25 0,0-25 0,0 0 15,25 0-15,-25 25 0,0-25 0,0 0 0,0 0 0,0 0 16,25 0-16,-25 0 0,0 0 0,0 0 0,25 0 16,-25 0-16,0 0 0,24 0 0,-24 0 0,25 0 0,-25 0 15,25 0-15,-25-25 0,25 25 0,-25 0 0,0 0 16,25-25-16,-25 25 0,24 0 0,-24-25 0,0 25 0,25 0 15,-25-25-15,0 25 0,0-24 0,25 24 0,-25 0 16,0-25-16,0 25 0,0 0 0,0-25 0,0 25 0,0-25 16,0 25-16,0 0 0,-25-25 0,25 25 0,0 0 15,0-24-15,0 24 0,0 0 0,0 0 0,0 0 16,-25-25-16,25 25 0,0 0 0,0 0 0,0 0 0,0 0 15,0 0-15,-24 0 0,24 0 0,0 0 0,0 0 16,0 25-16,0-25 0,-25 0 0,25 0 0,0 24 16,0-24-16,0 25 0,0-25 0,0 25 0,0-25 0,-25 25 15,25-25-15,0 25 0,25-25 0,-25 24 0,0-24 16,0 25-16,0-25 0,0 25 0,0-25 0,0 25 0,25-25 15,-25 0-15,0 25 0,0-25 0,0 24 0,24-24 16,-24 0-16,0 25 0,25-25 0,-25 0 0,0 0 0,25 25 16,-25-25-16,25 0 0,-25 0 0,0 0 0,25 0 15,-25 0-15,0 0 0,25 0 0,-25-25 0,0 25 16,24 0-16,-24-25 0,0 25 0,25 0 0,-25-24 0,0 24 15,25-25-15,-25 25 0,0-25 0,0 0 0,0 25 16,0-25-16,0 1 0</inkml:trace>
  <inkml:trace contextRef="#ctx0" brushRef="#br0" timeOffset="134939.7181">8037 9029 0,'0'0'0,"0"0"16,0 0-16,-25 0 0,25 0 0,0-25 0,0 25 15,0 0-15,0 0 0,0 0 0,25 0 0,-25-25 16,0 25-16,0 0 0,25 0 0,-25 0 0,0 0 0,24 0 15,-24-25-15,0 25 0,25 0 0,-25 0 0,25 0 16,-25 0-16,0 25 0,25-25 0,-25 0 328</inkml:trace>
  <inkml:trace contextRef="#ctx0" brushRef="#br0" timeOffset="136868.8283">7913 9773 0,'0'0'0,"0"0"0,0 0 0,0 0 0,0 0 0,0 0 16,0 0-16,0 0 0,0 0 0,0 0 0,0 0 15,0 0-15,0 0 0,0 0 0,0 0 0,0 0 16,0 0-16,0 0 0,0 0 0,0 0 0,0 0 0,0 0 16,0 0-16,0 0 0,0 0 0,0 0 0,0 0 0,0 0 15,0 0-15,0 0 0,0 0 0,0 0 16,0 0-16,0 0 0,0 0 0,0 0 0,0 0 0,0 0 15,0 0-15,0 0 0,0 0 0,0 0 0,0 0 0,0 0 16,0 0-16,0 0 0,0 0 0,-25 0 0,25 0 16,0 0-16,0 0 0,0 0 0,0 0 0,0 0 0,0 0 15,0 0-15,0 0 0,0 0 0,0 0 0,0 0 16,0 0-16,0 0 0,0 0 0,0-25 0,0 25 15,0 0-15,0 0 0,0 0 0,0 0 0,0 0 16,0 0-16,0 0 0,0 0 0,0 0 0,0 25 0,0-25 16,-25 0-16,25 0 0,0 0 0,0 0 0,0 0 0,0 0 15,0 0-15,0 0 0,0 0 0,0 0 0,0 0 16,0 0-16,0 0 0,0 0 0,0 0 0,0 0 15,0 0-15,0 0 0,0 25 0,0-25 0,0 0 0,0 0 16,0 0-16,0 0 0,0 0 0,25 0 0,-25 0 16,0 0-16,0-25 0,0 25 0,0 0 0,0 0 0,0 0 15,0 0-15,0 0 0,0 0 0,0 0 0,0 0 16,0 0-16,0 0 0,0 0 0,0 0 0,0 0 15,0 0-15,0 0 0,0 0 0,0 0 0,0 0 16,0 0-16,0 0 0,0 0 0,0 0 0,0 0 0,0 0 16,0 0-16,0 0 0,0 25 0,-25-25 0,25 0 0,0 0 15,0-25-15,0 25 0,0 0 0,0 0 0,0 0 16,0 0-16,0 0 0,0 0 0,0 0 0,0 0 15,0 0-15,0 0 0,0 0 0,0 0 0,0 0 0,0 25 16,25-25-16,-25 0 0,0 0 0,25 0 0,-25-25 16</inkml:trace>
  <inkml:trace contextRef="#ctx0" brushRef="#br0" timeOffset="138049.8959">9203 9203 0,'0'0'0,"0"0"0,0 0 0,0 0 16,0 0-16,0 0 0,0 0 0,0 0 0,0 0 0,0-25 15,0 25-15,0 0 0,0 0 0,0 0 0,0 0 16,0 0-16,0 0 0,-25 0 0,25 0 0,0-25 15,0 25-15,0 0 0,0 0 0,0 0 0,-25 0 0,25 0 16,0 0-16,0 0 0,0 0 0,-25 0 0,25 0 16,0-25-16,0 25 0,-25 0 0,25 25 0,0-25 15,0 0-15,-24 0 0,24 0 0,0 0 0,-25 0 0,25 25 16,0-25-16,0 0 0,-25 0 0,25 25 0,0-25 0,-25 0 15,25 24-15,0-24 0,-25 25 0,25-25 0,0 25 16,0-25-16,-25 25 0,25 0 0,0-25 0,0 24 16,0 1-16,0 0 0,0-25 0,0 25 0,0-25 15,0 25-15,25-1 0,-25-24 0,0 25 0,0-25 0,25 25 16,-25-25-16,0 0 0,25 25 0,-25-25 0,25 0 15,-25 0-15,25 25 0,-25-25 0,24 0 0,-24 0 0,25 0 16,0 0-16,-25 0 0,25-25 0,-25 25 0,25 0 16,-25 0-16,24 0 0,-24-25 0,25 25 0,-25 0 15,25-25-15,-25 25 0,25 0 0,-25-25 0,0 25 0,25-24 16,-25 24-16,0 0 0,24-25 0,-24 25 0,0-25 0,0 25 15,25 0-15,-25-25 0,0 25 0,0-25 0,0 25 16,25-24-16,-25 24 0,0-25 0,0 25 0,0 0 16,0-25-16,25 25 0,-25 0 0,0 0 0,0-25 0,0 25 15,0 0-15,0 0 0,0 0 0,0 0 0,0 0 16,0 0-16,0 0 0,0 0 0,0 0 0,0 0 0,-25 0 15,25 0-15,0 0 0,0 0 0,0 0 0,0 0 16,0 0-16,0 0 0,0 0 0,0 25 0,0-25 16,0 0-16,0 25 0,-25-25 0,25 0 0,0 25 0,0-25 15,0 24-15,0 1 0,0-25 0,0 25 0,25-25 16,-25 25-16,0-25 0,0 25 0,0-25 0,0 24 15,25-24-15,-25 25 0,0-25 0,0 25 0,25-25 0,-25 0 16,0 0-16,24 0 0,-24 25 0,0-25 0,25 0 16,-25 0-16,0 0 0,25 0 0,-25-25 0,0 25 0,25 0 15,-25 0-15,25-25 0,-25 25 0,24-25 0,-24 25 16,25-24-16,-25 24 0,0-25 0,25 25 0,-25-25 0,0 25 15,0-25-15,0 0 0,0 25 0,0-24 0,0 24 16,0-25-16,0 0 0,0 25 0,0-25 0,-25 25 0,25-25 16,0 25-16,0 0 0,-25-24 0,25 24 0,0 0 15,0 0-15,-24 0 0,24 0 0,0 0 0,0 0 16,-25 0-16,25 0 0,0 0 0,0 0 0,0 0 0,-25 0 15,25 0-15,0 0 0,0 0 0,0 0 0,0 0 16,0 0-16,0 0 0,0 0 0,0 0 0,0 0 16,0 0-16,0 0 0,0 0 0,0-25 0,0 25 0</inkml:trace>
  <inkml:trace contextRef="#ctx0" brushRef="#br0" timeOffset="138242.9071">9798 8781 0,'0'0'0,"0"0"0,0 0 0,0 0 15,0 0-15,0 0 0,0 0 0,0 0 0,0 0 16,0 0-16,-25 0 0,25 25 0,0-25 0,0 24 0,0-24 16,0 25-16,0-25 0,0 25 0,-25 0 0,25 0 15,0-25-15,0 24 0,0 1 0,0-25 0,0 25 16,0 0-16,0-25 0,0 25 0,0-25 0,0 25 0,0-25 15</inkml:trace>
  <inkml:trace contextRef="#ctx0" brushRef="#br0" timeOffset="138846.9416">10691 9203 0,'0'0'0,"0"0"0,0 0 0,0 0 15,0 0-15,0 0 0,0 0 0,0 0 0,0 0 16,0 0-16,0 0 0,0 0 0,0 0 0,0 0 16,0 0-16,0 0 0,0 0 0,0 0 0,0 24 0,0-24 15,0 25-15,25-25 0,-25 0 0,0 25 0,0-25 16,-25 25-16,25 0 0,0-25 0,0 24 0,0-24 15,0 25-15,0-25 0,0 25 0,0-25 0,0 25 0,0-25 16,0 25-16,0-25 0,-25 24 0,25-24 0,0 0 16,0 25-16,0-25 0,0 0 0,0 0 0,0 0 15,0 0-15,0 25 0,0-25 0,0 0 0,0 0 0,0 0 16,0 0-16,0 0 0,0-25 0,0 25 0,0 0 0,0 0 15,25 0-15,-25-25 0,0 25 0,0-24 0,25 24 16,-25 0-16,0-25 0,0 0 0,24 25 0,-24-25 16,0 25-16,25-25 0,-25 25 0,25-24 0,-25 24 0,0-25 15,25 25-15,-25-25 0,0 25 0,25 0 0,-25-25 16,0 25-16,24 0 0,-24-25 0,0 25 0,0 0 0,0 0 15,0 0-15,25 0 0,-25 0 0,0 25 0,0-25 16,0 0-16,0 0 0,0 25 0,0-25 0,0 0 0,0 25 16,0-25-16,0 25 0,0-25 0,0 24 0,0-24 15,0 25-15,0-25 0,0 0 0,0 25 0,0-25 16,0 0-16,0 25 0,-25-25 0,25 0 0,0 25 0,0-25 15,0 0-15,0 0 0,25 24 0,-25-24 0,0 0 16,0 0-16,0 0 0,0 0 0,0 0 0,0 0 16,25 0-16,-25 0 0,0 0 0,25 0 0,-25 0 0,25-24 15,-1 24-15,-24 0 0,25 0 0,-25-25 0,25 25 16</inkml:trace>
  <inkml:trace contextRef="#ctx0" brushRef="#br0" timeOffset="139445.9759">11237 9277 0,'0'0'0,"0"-25"0,0 25 15,-25-25-15,25 25 0,0-24 0,0 24 0,0 0 0,-25-25 16,25 25-16,0 0 0,0-25 0,0 25 0,0 0 15,-25 0-15,25 0 0,0 0 0,0 0 0,0 0 0,0 0 16,-25 0-16,25 0 0,0 25 0,0-25 0,0 0 16,-25 25-16,25-25 0,0 0 0,0 24 0,-24-24 15,24 25-15,0-25 0,0 25 0,-25 0 0,25-25 16,0 25-16,0-25 0,0 24 0,0 1 0,0-25 0,0 25 15,0-25-15,0 25 0,0-25 0,25 0 0,-25 25 16,0-25-16,0 0 0,0 24 0,0-24 0,24 0 0,-24 0 16,0 0-16,25 0 0,-25 25 0,0-25 0,25-25 15,-25 25-15,25 0 0,-25 0 0,0 0 0,25 0 16,-25-24-16,25 24 0,-25 0 0,24-25 0,-24 25 0,0-25 15,25 25-15,-25-25 0,0 25 0,0-25 0,0 25 0,25-24 16,-25 24-16,0 0 0,0-25 0,0 25 0,0 0 16,0 0-16,0-25 0,0 25 0,0 0 0,-25 0 15,25 0-15,0 25 0,0-25 0,0 0 0,0 0 0,0 25 16,-25-25-16,25 24 0,0 1 0,0-25 0,0 25 0,0 0 15,-24-25-15,24 25 0,0-1 0,0 1 16,0 0-16,0 0 0,-25 0 0,25-1 0,0 1 0,0 0 16,0 0-16,0 0 0,-25-1 0,25 1 0,0 0 15,0 0-15,0-25 0,0 25 0,-25-1 0,25 1 16,0-25-16,0 25 0,0-25 0,-25 25 0,25-25 0,0 0 15,0 25-15,-25-25 0,25 0 0,0 0 0,-24 0 16,24 0-16,0 0 0,-25 0 0,25 0 0,-25 0 0,25 0 16,0-25-16,-25 25 0,25 0 0,0 0 0,-25-25 15,25 25-15,0 0 0,0-25 0,0 25 0,0 0 0,0 0 16,0-25-16,0 25 0,0 0 0,0 0 0,0 0 15,0-24-15,25 24 0,-25 0 0,0-25 0,25 25 16,-25 0-16,25-25 0,-25 25 0,25 0 0,-25-25 0,24 25 16,1-25-16,0 25 0,-25-24 0,25 24 0,0-25 15,-25 25-15,25-25 0,-1 25 0,-24-25 0,25 0 0,0 25 16,-25-24-16,25 24 0,-25-25 0,0 0 0</inkml:trace>
  <inkml:trace contextRef="#ctx0" brushRef="#br0" timeOffset="140071.0116">11385 9203 0,'0'0'0,"0"0"0,0 0 0,0-25 0,0 25 0,0 0 16,0 0-16,0 0 0,0 0 0,0 0 0,0-25 0,25 25 15,-25 0-15,0 0 0,25 0 0,-25-25 0,25 25 16,-25 0-16,25-25 0,-25 25 0,24 0 0,1-24 0,-25 24 15,25 0-15,-25-25 0,25 25 0,-25-25 0,25 25 16,-25 0-16,0-25 0,24 25 0,-24-25 0,0 25 16,0-25-16,25 25 0,-25 0 0,0-24 0,0 24 15,0-25-15,0 25 0,0 0 0,0-25 0,0 25 0,0-25 16,0 25-16,-25 0 0,25-25 0,0 25 0,0 0 15,0-24-15,0 24 0,-24 0 0,24 0 0,0-25 16,0 25-16,-25 0 0,25 0 0,0 0 0,0 0 0,-25 0 16,25-25-16,0 25 0,0 0 0,0 0 0,-25 0 0,25 25 15,0-25-15,0 0 0,-25 0 0,25 0 0,0 0 16,0 25-16,0-25 0,0 0 0,-24 24 0,24-24 0,0 0 15,0 25-15,0-25 0,0 25 0,0-25 0,0 25 16,-25 0-16,25-1 0,0-24 0,0 25 0,0 0 0,0 0 16,0 0-16,0-25 0,0 25 0,-25-1 0,25 1 15,0 0-15,0 0 0,0-25 0,0 25 0,0-1 16,0 1-16,0-25 0,-25 25 0,25 0 0,0-25 0,0 25 15,0-25-15,0 24 0,0-24 0,0 25 0,0-25 16,0 0-16,0 0 0,0 25 0,0-25 0,-25 0 16,25 0-16,0 0 0,0 0 0,0 0 0,0 0 0,25 0 15,-25 0-15,0 0 0,0 0 0,0 0 0,0-25 16,0 25-16,0 0 0,0 0 0,0-25 0,0 25 0,25 0 15,-25-24-15,0 24 0,0-25 0,25 25 0,-25-25 16,0 0-16,25 25 0,-25-25 0,0 25 0,24-24 0,-24 24 16,25 0-16,-25-25 0,0 25 0,25 0 0,-25 0 15,0 0-15,0 0 0,0 0 0,25 0 0,-25 0 16,0 25-16,0-25 0,0 0 0,0 24 0,0-24 0,0 0 15,0 25-15,25-25 0,-25 25 0,0-25 0,0 25 16,0 0-16,0-25 0,0 24 0,-25-24 0,25 25 0,0-25 16,0 0-16,0 25 0,0-25 0,0 25 0,0-25 15,0 0-15,0 0 0,0 25 0,0-25 0,0 0 16,0 0-16,0 0 0,0 0 0,0 24 0,0-24 0,0 0 15,0 0-15,0 0 0,0 0 0,25 0 0,-25 0 16,0 0-16,0-24 0,24 24 0,-24 0 0,0 0 0,25 0 16,-25 0-16</inkml:trace>
  <inkml:trace contextRef="#ctx0" brushRef="#br0" timeOffset="140660.0453">11906 9203 0,'0'-25'0,"0"25"0,0 0 0,0-25 0,0 25 0,0 0 16,-25 0-16,25 0 0,0-25 0,0 25 0,0 0 15,0 0-15,0 0 0,0 0 0,0 0 0,0 0 16,0 0-16,0 0 0,0 25 0,0-25 0,0 0 0,0 0 16,0 0-16,0 25 0,0-25 0,0 25 0,0-25 15,0 0-15,0 24 0,-24-24 0,24 25 0,0-25 0,0 25 16,0-25-16,0 25 0,0 0 0,0-25 0,0 24 15,0-24-15,0 25 0,0 0 0,0-25 0,0 25 16,0-25-16,0 25 0,0-25 0,0 24 0,0-24 0,0 0 16,24 25-16,-24-25 0,0 0 0,0 0 0,0 0 15,0 25-15,25-25 0,-25 0 0,0 0 0,0 0 0,25 0 16,-25-25-16,0 25 0,25 0 0,-25 0 0,25 0 15,-25-25-15,24 25 0,-24 0 0,25-24 0,-25 24 16,25 0-16,-25-25 0,25 25 0,-25-25 0,25 25 0,-25 0 16,24-25-16,-24 25 0,0-25 0,25 25 0,-25 0 15,0-24-15,0 24 0,0 0 0,0-25 0,25 25 0,-25-25 16,0 25-16,0 0 0,0-25 0,0 25 0,0 0 15,0-25-15,0 25 0,0 0 0,0 0 0,0-24 16,-25 24-16,25 0 0,0 0 0,0 0 0,0-25 0,0 25 16,-25 0-16,25 0 0,0 0 0,0 0 0,0 0 15,0 0-15,-24 0 0,24 0 0,0 0 0,0 0 0,0 0 16,0 0-16,-25 0 0,25 25 0,0-25 0,0 0 15,0 0-15,0 24 0,0-24 0,0 0 0,0 25 16,0-25-16,0 25 0,0-25 0,0 25 0,0-25 0,0 25 16,0-25-16,0 24 0,0 1 0,0-25 0,0 25 15,0-25-15,25 25 0,-25-25 0,0 0 0,0 25 16,0-25-16,24 0 0,-24 24 0,0-24 0,0 0 0,25 0 15,-25 0-15,0 0 0,25 25 0,-25-25 0,25-25 0,-25 25 16,0 0-16,25 0 0,-25 0 0,25 0 0,-1-24 16,-24 24-16,25 0 0,-25-25 0,25 25 0,-25 0 15,25-25-15,-25 25 0,0-25 0,25 25 0,-25-25 0,0 25 16,24-24-16,-24 24 0,0-25 0,0 0 0,0 25 0</inkml:trace>
  <inkml:trace contextRef="#ctx0" brushRef="#br0" timeOffset="141292.0813">12402 9178 0,'0'0'0,"0"-25"0,0 25 0,0 0 16,0 0-16,0 0 0,0-25 0,0 25 0,0 0 15,0 0-15,0 0 0,0 25 0,0-25 0,0 0 0,-24 0 16,24 0-16,0 25 0,0-25 0,0 0 0,0 25 15,0-25-15,0 24 0,0-24 0,0 25 0,0-25 16,0 25-16,0-25 0,0 25 0,0 0 0,0-25 0,0 24 16,0-24-16,0 25 0,0 0 0,0-25 0,0 25 15,0-25-15,0 0 0,0 25 0,0-25 0,0 0 0,0 24 16,0-24-16,0 0 0,0 0 0,0 0 0,0 25 0,0-25 15,0 0-15,0 0 0,0 0 0,0 0 0,0 0 16,0-25-16,0 25 0,0 0 0,0 0 0,0 0 16,0-24-16,0 24 0,0 0 0,0-25 0,24 25 0,-24-25 15,0 25-15,0-25 0,0 0 0,0 25 0,0-24 16,0 24-16,0-25 0,25 0 0,-25 25 0,0-25 15,0 25-15,0-25 0,25 25 0,-25 0 0,0-24 0,0 24 16,25 0-16,-25 0 0,0 0 0,0-25 0,25 25 16,-25 0-16,0 0 0,0 0 0,0 25 0,24-25 15,-24 0-15,0 0 0,0 0 0,0 24 0,25-24 0,-25 0 16,0 25-16,0-25 0,0 0 0,0 25 0,0-25 15,25 25-15,-25-25 0,0 25 0,0-25 0,0 24 16,0-24-16,0 25 0,0-25 0,-25 0 0,25 25 0,0-25 16,0 0-16,0 25 0,0-25 0,0 0 0,0 25 0,0-25 15,0 0-15,0 0 0,0 0 0,0 0 0,0 0 16,0 0-16,0 0 0,0 0 0,-25 0 0,25 0 0,0 0 15,0 0-15,0 0 0,0-25 0,0 25 0,0 0 16,25-25-16,-25 25 0,0-25 0,0 25 0,0-25 16,0 1-16,25 24 0,-25-25 0,0 25 0,0-25 15,25 25-15,-25-25 0,0 0 0,25 25 0,-25 0 0,24-24 16,-24 24-16,0-25 0,25 25 0,-25 0 0,25 0 15,-25 0-15,0-25 0,25 25 0,-25 0 0,0 0 16,0 0-16,25 0 0,-25 0 0,0 25 0,0-25 0,0 0 16,0 0-16,0 25 0,0-25 0,0 0 0,0 24 0,0-24 15,0 25-15,-25-25 0,25 25 0,0-25 0,0 25 16,0 0-16,0-25 0,0 24 0,-25-24 0,25 25 15,0 0-15,0-25 0,0 25 0,0-25 0,0 25 16,0-25-16,0 24 0,0-24 0,0 25 0,0-25 0,0 0 16,0 25-16,0-25 0,0 0 0,0 0 0,0 0 15,0 0-15,0 0 0,0 0 0,0 0 0,0 0 0,0 0 16,0 0-16,0-25 0,0 25 0,0 0 0,0 0 0,25-25 15,-25 25-15,0-24 0,0 24 0</inkml:trace>
  <inkml:trace contextRef="#ctx0" brushRef="#br0" timeOffset="141601.0991">12254 8930 0,'0'0'0,"0"0"0,0 0 0,0 0 0,0 0 16,0 0-16,0-25 0,0 25 0,24 0 0,-24 0 15,0 0-15,0 0 0,25 0 0,-25 0 0,0 0 16,25 0-16,-25-25 0,0 25 0,25 0 0,-25 0 0,25 0 15,-25 0-15,0 0 0,24 0 0,-24 25 0,0-25 16,25 0-16,-25 0 0,0 0 0,0 0 0,25 0 16,-25 25-16,0-25 0,25 0 0,-25 24 0,0-24 0,0 25 15,0-25-15,0 25 0,25-25 0,-25 25 0,0 0 16,0-25-16,0 25 0,-25-1 0,25-24 0,0 25 0,0 0 15,0 0-15</inkml:trace>
  <inkml:trace contextRef="#ctx0" brushRef="#br0" timeOffset="141801.1106">12204 9847 0,'0'0'0,"0"25"16,-25-25-16,25 0 0,0 25 0,0-25 0,0 0 15,0 0-15,-25 0 0,25 25 0,0-25 0,0 0 16,0 0-16,0 0 0,0 0 0,0 0 0,0 0 0,0 0 15,25 0-15,-25 0 0,0-25 0,0 25 0,0 0 16,0 0-16,0-25 0,0 25 0,0 0 0,0-25 0,0 25 16,-25-24-16,25-1 0,0 25 0,0-25 0,0 0 15,0 0-15</inkml:trace>
  <inkml:trace contextRef="#ctx0" brushRef="#br0" timeOffset="141992.1213">12105 8930 0,'0'0'0,"0"0"0,0 0 0,0 0 0,0-25 15,-25 25-15,25 0 0,0-25 0,0 25 0,0 0 16,0 0-16,0 0 0,0-25 0,0 25 0,0 0 0,0 0 16,0 0-16,0 0 0,25 0 0,-25 0 0,0 0 0,0 0 15,0 0-15,24 0 0,-24 0 0,0 0 0,0 0 16</inkml:trace>
  <inkml:trace contextRef="#ctx0" brushRef="#br0" timeOffset="142544.1531">13692 9277 0,'0'0'0,"0"-25"0,-25 25 0,25 0 0,0-25 0,0 25 16,-24 0-16,24 0 0,0-24 0,0 24 0,-25 0 16,25-25-16,-25 25 0,25 0 0,0 0 0,-25-25 15,25 25-15,0 0 0,-25 0 0,25 0 0,-24 0 0,24 0 16,0 0-16,-25 0 0,25 0 0,-25 0 0,25 0 15,-25 0-15,25 0 0,0 25 0,-25-25 0,25 0 0,-24 0 16,24 25-16,0-25 0,-25 0 0,25 24 0,0-24 16,-25 25-16,25-25 0,0 25 0,0 0 0,0-25 15,0 25-15,0-1 0,0-24 0,0 25 0,0-25 0,0 25 16,0-25-16,25 25 0,-25-25 0,25 25 0,-25-25 15,0 24-15,24-24 0,-24 0 0,25 0 0,-25 0 16,25 25-16,0-25 0,-25 0 0,25-25 0,-25 25 0,24 0 16,-24 0-16,25 0 0,-25-24 0,25 24 0,-25 0 15,25-25-15,-25 25 0,25-25 0,-25 25 0,0-25 0,24 25 16,-24-25-16,0 1 0,25-1 0,-25 25 0,0-25 15,25 0-15,-25 0 0,0 1 0,25-1 0</inkml:trace>
  <inkml:trace contextRef="#ctx0" brushRef="#br0" timeOffset="142775.1663">13841 8855 0,'0'-25'16,"0"25"-16,0 0 0,0 0 0,0 0 0,0 0 15,0 0-15,0 0 0,0 0 0,0 0 0,-25 25 0,25-25 16,0 0-16,0 0 0,0 25 0,0-25 0,0 25 62,0-25-62,0 25 0,0-1 0,-25 1 0,25-25 0,0 25 0,0 0 0,0 0 0,0 0 0,0-25 0,0 24 0,-24 1 0,24 0 0,0 0 0,0 0 0,0-1 0,-25-24 0,25 25 0,0 0 0,0 0 0,0 0 16,0-25-16,0 24 0,-25-24 0,25 25 0,0-25 0,0 25 16,0-25-16,0 25 0,0-25 0,0 0 0,0 0 0,0 25 15,0-25-15,0 0 0,0 0 0,0 0 0,0 0 16,0 0-16,25-25 0,-25 25 0,0 0 0</inkml:trace>
  <inkml:trace contextRef="#ctx0" brushRef="#br0" timeOffset="143854.228">13940 9153 0,'0'0'0,"0"-25"0,25 25 16,-25 0-16,0 0 0,0 0 0,0 0 0,0 0 16,0 0-16,-25 0 0,25 0 0,0 0 0,0 0 0,0 25 15,0-25-15,0 0 0,0 0 0,0 0 0,-25 0 16,25 0-16,0 25 0,0-25 0,0 0 0,-24 25 15,24-25-15,0 0 0,0 24 0,0-24 0,-25 25 0,25-25 16,0 25-16,0-25 0,0 25 0,0-25 0,0 25 0,0-25 16,0 24-16,0-24 0,0 25 0,0-25 0,0 25 15,0-25-15,0 25 0,0-25 0,0 25 0,0-25 16,25 0-16,-25 24 0,0-24 0,0 0 0,0 0 0,24 0 15,-24 25-15,0-25 0,25 0 0,-25 0 0,0 0 16,25-25-16,-25 25 0,25 0 0,-25 0 0,25 0 0,-25-24 16,0 24-16,24 0 0,-24-25 0,25 25 0,-25 0 15,0-25-15,0 25 0,25-25 0,-25 25 0,0 0 0,0-25 16,0 25-16,0-24 0,25 24 0,-25-25 0,0 25 15,0-25-15,0 25 0,0 0 0,0-25 0,0 25 16,0-25-16,0 25 0,0 0 0,0 0 0,0-24 16,0 24-16,0 0 0,0 0 0,0 0 0,0 0 0,0 0 15,0 0-15,0 0 0,0 0 0,-25 0 0,25 0 16,0 0-16,0 0 0,0 0 0,0 24 0,0-24 15,0 0-15,0 0 0,0 25 0,0-25 0,0 0 0,0 25 16,0-25-16,0 25 0,0-25 0,0 25 0,-25-25 0,25 0 16,0 24-16,0-24 0,0 25 0,0-25 0,0 25 15,0-25-15,0 25 0,0-25 0,0 25 0,25-25 0,-25 0 16,0 24-16,0-24 0,0 0 0,0 25 0,0-25 15,0 0-15,0 0 0,25 0 0,-25 0 0,0 0 16,0 0-16,0 0 0,0 0 0,25 0 0,-25 0 16,0 0-16,24 0 0,-24 0 0,0 0 0,25-25 0,-25 25 15,25 0-15,-25 0 0,0-24 0,25 24 0,-25 0 16,25-25-16,-25 25 0,24 0 0,-24-25 0,0 25 0,0-25 15,25 25-15,-25-25 0,0 25 0,0 0 0,0-24 16,0 24-16,25-25 0,-25 25 0,0-25 0,0 25 16,0 0-16,0 0 0,0-25 0,0 25 0,0 0 0,0 0 15,0 0-15,-25 0 0,25 0 0,0 0 0,0 0 0,0 0 16,0 0-16,0 0 0,0 0 0,0 0 0,0 0 15,0 0-15,0 0 0,0 0 0,0 0 0,0 0 16,0 25-16,0-25 0,0 0 0,0 0 0,0 25 0,0-25 16,-25 25-16,25-25 0,0 0 0,0 24 0,0-24 15,0 25-15,0-25 0,0 0 0,0 25 0,0-25 0,0 25 16,0-25-16,25 25 0,-25-25 0,0 0 0,0 24 15,0-24-15,0 0 0,0 25 0,0-25 0,25 0 0,-25 0 16,0 0-16,0 0 0,25 0 0,-25 0 0,0 0 16,25 0-16,-25 0 0,0 0 0,25 0 0,-25-25 15,24 25-15,-24 0 0,25 0 0,-25-24 0,0 24 0,25-25 16,-25 25-16,0 0 0,25-25 0,-25 25 0,0-25 15,0 25-15,0 0 0,25-25 0,-25 25 0,0-24 0,0 24 16,0-25-16,0 25 0,0-25 0,0 25 0,0 0 16,0-25-16,0 25 0,0 0 0,0 0 0,0 0 15,0 0-15,0 0 0,0 0 0,0 0 0,-25 0 0,25 25 16,0-25-16,0 0 0,0 25 0,0-25 0,0 25 15,0-25-15,-25 24 0,25 1 0,0-25 0,0 25 16,0 0-16,0 0 0,0-25 0,-25 24 0,25 1 0,0 0 16,0 0-16,0 0 0,0-1 0,0 1 0,0-25 15,-25 25-15,25 0 0,0 0 0,0-1 0,0 1 0,0-25 16,0 25-16,-24-25 0,24 25 0,0-25 0,0 25 15,0-25-15,-25 24 0,25-24 0,0 0 0,-25 0 16,25 25-16,0-25 0,0 0 0,-25 0 0,25 0 0,-25 0 16,25 0-16,0 0 0,-25 0 0,25-25 0,0 25 0,-24 0 15,24 0-15,0-24 0,0 24 0,-25 0 0,25-25 16,0 25-16,0 0 0,0 0 0,0-25 0,0 25 15,25 0-15,-25 0 0,0-25 0,0 25 0,24 0 0,-24 0 16,25 0-16,-25-25 0,25 25 0,-25 0 0,25 0 16,-25 0-16,25-24 0,0 24 0,-25 0 0,24 0 15,1-25-15,-25 25 0,25 0 0,0-25 0,-25 25 0,25-25 16,-1 25-16,-24 0 0,25-25 0,0 25 0,0 0 15</inkml:trace>
  <inkml:trace contextRef="#ctx0" brushRef="#br0" timeOffset="144544.2675">15032 9203 0,'0'0'0,"0"0"0,24-25 0,-24 25 16,0 0-16,0 0 0,0 0 0,0-25 0,0 25 15,0 0-15,0 0 0,0 0 0,0 0 0,0 0 16,25 0-16,-25 0 0,0 25 0,0-25 0,0 0 15,0 25-15,0-25 0,0 0 0,0 24 0,0-24 0,25 25 16,-25 0-16,0-25 0,0 25 0,0-25 0,0 25 0,0-25 16,0 24-16,0-24 0,0 25 0,0-25 0,0 25 15,-25-25-15,25 25 0,0-25 0,0 0 0,0 25 16,0-25-16,0 0 0,-25 24 0,25-24 0,0 0 15,0 0-15,0 25 0,0-25 0,-24 0 0,24 0 0,0 0 16,0 0-16,0 0 0,0 0 0,0 0 0,0 0 0,0 0 16,0 0-16,0-25 0,0 25 0,0 0 15,0 0-15,24-24 0,-24 24 0,0-25 0,0 25 0,0-25 16,25 25-16,-25-25 0,0 25 0,25-25 0,-25 25 0,0 0 15,25-24-15,-25 24 0,0-25 0,25 25 0,-25 0 16,0-25-16,0 25 0,24 0 0,-24 0 0,0 0 16,0-25-16,0 25 0,25 0 0,-25 0 0,0 0 0,0 0 15,0 0-15,25 0 0,-25 0 0,0 25 0,0-25 16,0 0-16,0 0 0,0 0 0,0 25 0,0-25 15,0 25-15,0-25 0,0 0 0,0 24 0,0-24 0,0 25 16,0-25-16,0 25 0,0-25 0,0 25 0,0-25 0,0 0 16,0 25-16,0-25 0,0 24 0,0-24 0,0 0 15,0 25-15,25-25 0,-25 0 0,0 0 0,0 0 16,0 25-16,0-25 0,0 0 0,25 0 0,-25 0 0,0 0 15,24 0-15,-24 0 0,0 0 0,25 0 0,-25 0 16,25-25-16,-25 25 0,25 0 0,-25 0 0,0-25 0,25 25 16,-25 0-16,25-24 0</inkml:trace>
  <inkml:trace contextRef="#ctx0" brushRef="#br0" timeOffset="145236.3071">15379 9277 0,'0'0'15,"0"0"-15,0 0 0,0 0 0,0 0 0,0 0 0,0-25 16,0 25-16,0 0 0,0 0 0,0 0 0,25-25 15,-25 25-15,25 0 0,-25 0 0,0-24 0,24 24 0,1 0 16,-25-25-16,25 25 0,-25 0 0,25-25 0,0 25 16,-25-25-16,24 25 0,-24-25 0,25 25 0,0 0 15,-25-24-15,25 24 0,-25-25 0,0 25 0,25-25 0,-25 25 16,0-25-16,24 25 0,-24-25 0,0 0 0,0 25 15,0-24-15,0 24 0,0-25 0,0 25 0,0-25 16,0 25-16,-24 0 0,24-25 0,0 25 0,0 0 0,-25-25 16,25 25-16,0 0 0,-25 0 0,25-24 0,0 24 15,-25 0-15,25 0 0,0 0 0,-25 0 0,25 0 16,0 0-16,-24 0 0,24 0 0,0 0 0,0 24 0,-25-24 15,25 0-15,0 0 0,0 25 0,0-25 0,0 0 16,-25 25-16,25-25 0,0 25 0,0-25 0,0 25 0,0-1 16,-25-24-16,25 25 0,0 0 0,0 0 0,0-25 15,0 25-15,0 0 0,-25-1 0,25 1 0,0-25 0,0 25 16,0 0-16,0 0 0,-24-25 0,24 24 0,0 1 15,0 0-15,0-25 0,0 25 0,0-25 0,0 25 0,-25-25 16,25 24-16,0-24 0,0 25 0,0-25 0,0 0 16,-25 25-16,25-25 0,0 0 0,0 0 0,0 0 15,0 0-15,0 0 0,0 0 0,0 0 0,0 0 0,0 0 16,0 0-16,0 0 0,0 0 0,0 0 0,25-25 15,-25 25-15,0 0 0,0-25 0,25 25 0,-25-24 0,0 24 16,24-25-16,-24 25 0,25-25 0,-25 25 0,25-25 16,-25 25-16,0-25 0,25 25 0,-25 0 0,0-24 15,25 24-15,-25 0 0,0 0 0,0 0 0,0 0 0,0 24 16,24-24-16,-24 0 0,0 0 0,0 25 0,0-25 15,0 0-15,0 25 0,0-25 0,0 25 0,0 0 0,0-25 16,0 24-16,0-24 0,0 25 0,-24-25 0,24 25 16,0-25-16,0 25 0,0-25 0,0 0 0,0 25 15,0-25-15,0 24 0,0-24 0,0 0 0,0 25 0,0-25 16,0 0-16,0 0 0,0 25 0,0-25 0,0 0 15,0 0-15,24 0 0,-24 0 0,0 0 0,0 0 0,25 0 16,-25 0-16,25 0 0,-25 0 0,25 0 0,-25-25 16,25 25-16,-1 0 0,-24 0 0,25 0 0</inkml:trace>
  <inkml:trace contextRef="#ctx0" brushRef="#br0" timeOffset="145719.3341">16024 9401 0,'0'-25'0,"0"25"0,0 0 0,0-25 0,0 25 0,0 0 15,0-24-15,0 24 0,0-25 0,0 25 0,-25-25 16,25 25-16,0 0 0,0-25 0,0 25 0,0-25 15,-25 25-15,25 0 0,0-24 0,0 24 0,0 0 0,-25-25 16,25 25-16,0 0 0,-24 0 0,24 0 0,0-25 0,-25 25 16,25 0-16,-25 0 0,25 0 0,0 0 0,-25 0 15,25 0-15,-25 0 0,25 0 0,-24 0 0,24 0 16,-25 25-16,25-25 0,-25 0 0,25 0 0,0 25 15,-25-25-15,25 0 0,0 24 0,-25-24 0,25 25 0,0-25 16,0 25-16,-24-25 0,24 25 0,0-25 0,0 25 16,0-25-16,0 24 0,0-24 0,0 25 0,24-25 0,-24 25 15,0-25-15,0 25 0,0-25 0,0 0 16,25 25-16,-25-25 0,0 0 0,0 24 0,0-24 0,25 0 47,149-198 171,-174 198-218,0 25 0,0-25 0,0 25 0,0-25 0,0 24 0,0-24 0,0 25 0,0-25 0,0 25 0,0-25 0,0 25 0,0 0 0,0-25 0,0 0 0,0 24 0,0-24 0,0 25 0,0-25 0,0 0 0,0 25 0,0-25 0,24 0 0,-24 0 0,0 0 0,0 0 0,25 0 0,-25 0 0,0 0 0,25 0 0,-25 0 0,25 0 0,-25-25 0,25 25 0,-1 0 0,-24 0 16,25-25-16,-25 25 0,25-24 0,-25 24 0,25-25 0,-25 25 15,25-25-15,-25 0 0,0 0 0,24 25 0,-24-24 16,25-1-16,-25 0 0</inkml:trace>
  <inkml:trace contextRef="#ctx0" brushRef="#br0" timeOffset="146190.3613">16371 8806 0,'0'0'0,"0"0"0,0 0 0,0-25 15,0 25-15,0 0 0,0 0 0,0 0 0,0 0 16,0 0-16,0 0 0,0 0 0,0 0 0,0 0 16,0 25-16,0-25 0,0 0 0,0 0 0,0 0 0,0 24 15,0-24-15,0 0 0,0 0 0,-25 25 0,25-25 0,0 0 16,0 25-16,0-25 0,0 0 0,0 0 0,0 25 15,0-25-15,0 0 0,0 0 0,0 25 0,0-25 16,0 0-16,0 0 0,0 0 0,0 0 0,0 24 0,0-24 16,0 0-16,0 0 0,0 0 0,0 0 0,0 0 15,0 0-15,0 0 0,0 0 0,0 0 0,0 0 0,0 0 16,0 0-16,0 0 0,0 0 0,0 0 0,0 0 15,0 0-15,0 0 0,0 0 0,0 0 0,0 0 16,0 0-16,0 0 0,0 0 0,0 0 0,0 0 16,0 0-16,0 25 0,0-25 0,0 0 0,-25 0 0,25 25 15,0-25-15,0 0 0,0 25 0,0-25 0,0 25 0,0-25 16,0 25-16,0-1 0,-24 1 0,24-25 15,0 25-15,0 0 0,0 0 0,0-25 0,0 24 0,-25 1 16,25 0-16,0 0 0,0 0 0,0-25 0,-25 24 0,25 1 16,0-25-16,0 25 0,0-25 0,0 25 0,0-25 15,0 25-15,0-25 0,0 0 0,0 0 0,0 0 0,0 0 16,0 24-16,0-24 0,0 0 0,25 0 0,-25 0 15,0-24-15,0 24 0,0 0 0,25 0 0,-25 0 0,0 0 16,0 0-16,24 0 0,-24 0 0,0 0 16,0 0-16,25-25 0,-25 25 0,0 0 0,0 0 0,25 0 15,-25 0-15,0 0 0,0-25 0,0 25 0,0 0 0,0 0 16,0 0-16,0-25 0,0 25 0</inkml:trace>
  <inkml:trace contextRef="#ctx0" brushRef="#br0" timeOffset="146422.3749">16272 9153 0,'0'0'16,"-25"0"-16,25-25 0,0 25 0,0 0 0,0 0 15,0-25-15,0 25 0,0 0 0,0 0 0,0 0 0,0 0 16,0 0-16,0 0 0,25 0 0,-25 0 0,0 0 16,0 0-16,25 0 0,-25 0 0,0 0 0,24 0 15,-24 0-15,25 0 0,-25 0 0,25 0 0,-25 0 0,25 0 16,-25 0-16,25 0 0,-25 0 0,25 0 0,-25 0 15,24 0-15,-24 0 0,25 0 0,-25 0 0,0 0 0,0 0 16,25 0-16,-25 0 0,0 0 0,0 0 0,0 0 16,0 0-16,0-24 0,-25 24 0</inkml:trace>
  <inkml:trace contextRef="#ctx0" brushRef="#br0" timeOffset="146806.3969">15776 8806 0,'0'0'0,"0"0"0,0 0 0,0-25 15,0 25-15,0 0 0,-25 0 0,25 0 0,25 0 0,-25 0 16,0 0-16,0 0 0,0-25 0,0 25 0,0 0 15,0 0-15,25-25 0,-25 25 0,0 0 0,0 0 16,24 0-16,-24-25 0,0 25 0,25 0 0,-25 0 0,0 0 16,25 0-16,-25-24 0,0 24 0,0 0 0,25 0 0,-25 0 15,0 0-15,25 0 0,-25 24 0,0-24 0,24 0 16,-24 0-16,0 0 0,0 0 0,25 0 0,-25 25 15,0-25-15,0 0 0,0 0 0,25 25 0,-25-25 0,0 0 16,0 25-16,0-25 0,25 0 0,-25 25 0,0-25 16,0 0-16,0 0 0,25 24 0,-25-24 0,0 0 15,0 0-15,0 0 0,24 0 0,-24 25 0,0-50 0,0 25 16,0 0-16</inkml:trace>
  <inkml:trace contextRef="#ctx0" brushRef="#br0" timeOffset="147334.4271">16396 8458 0,'0'0'0,"0"0"0,0 0 16,0 0-16,0 0 0,0 0 0,0 0 0,0 0 0,0 0 15,-25 25 360</inkml:trace>
  <inkml:trace contextRef="#ctx0" brushRef="#br0" timeOffset="148789.5103">16545 8533 0,'0'0'0,"0"0"0,0 0 15,0 0-15,0 0 0,0-25 0,0 25 0,0 0 0,0 0 16,0 0-16,0 0 0,0 0 0,0 0 0,0 0 15,0-25-15,0 25 0,0 0 0,25 0 0,-25 0 0,0 0 16,0 0-16,0 0 0,0 0 0,0-25 0,0 25 16,0 0-16,0 0 0,0 0 0,0 0 0,0 0 15,0 0-15,0 0 0,0 0 0,0 0 0,0 0 0,0 0 16,0 0-16,0 0 0,0 0 0,0 0 0,0 0 15,0 0-15,0 0 0,0 0 0,0 0 0,0 0 16,0 0-16,0 0 0,0 0 0,0-24 0,0 24 0,0 0 16,0 0-16,0 0 0,0 24 0,-25-24 0,25 0 15,0 0-15,0 0 0,0 0 0,-25 0 0,25 0 0,0 25 16,-25-25-16,25 0 0,-25 25 0,1-25 0,24 25 15,-25-25-15,0 25 0,0-25 0,25 24 0,-25-24 0,0 25 16,1-25-16,24 0 0,-25 25 0,25-25 0,-25 25 16,25-25-16,-25 0 0,25 25 0,0-25 0,0 0 15,0 0-15,-25 24 0,50-24 0,-25 0 0,0 0 0,0 0 16,0 0-16,25 0 0,-25 0 0,0 0 0,25 0 15,-25 0-15,25-24 0,-1 24 0,-24-25 0,25 25 0,-25 0 16</inkml:trace>
  <inkml:trace contextRef="#ctx0" brushRef="#br0" timeOffset="149635.5587">17959 8979 0,'0'0'0,"0"0"0,-25-25 0,25 25 0,0 0 15,0 0-15,0-24 0,-25 24 0,25 0 0,0-25 16,0 25-16,-25 0 0,25-25 0,0 25 0,0 0 0,-25 0 16,25-25-16,0 25 0,0 0 0,-24 0 0,24 0 15,0 0-15,0 0 0,-25 0 0,25 0 0,0 0 16,-25 0-16,25 0 0,0 0 0,-25 0 0,25 0 0,0 0 15,-25 0-15,25 0 0,-24 25 0,24-25 0,0 0 0,-25 25 16,25-25-16,-25 0 0,25 25 0,-25-1 0,25-24 16,0 25-16,-25 0 0,25-25 0,0 25 0,-24 0 15,24 0-15,0-1 0,0 1 0,0-25 0,0 25 0,0 0 16,0 0-16,0-1 0,24-24 0,-24 25 0,0 0 15,0-25-15,0 25 0,0-25 0,25 25 0,-25-25 0,0 24 16,0-24-16,25 0 0,-25 25 0,0-25 0,0 0 16,25 0-16,-25 0 0,25 0 0,-25 0 0,0 0 15,24 0-15,-24 0 0,25 0 0,-25-25 0,25 25 0,-25 0 16,0 0-16,25 0 0,-25 0 0,25-24 0,-25 24 15,0 0-15,24 0 0,-24 0 0</inkml:trace>
  <inkml:trace contextRef="#ctx0" brushRef="#br0" timeOffset="150000.5796">17959 9401 0,'0'0'15,"0"0"-15,-25 0 0,25 0 0,0 0 0,0 0 0,0 0 16,0 0-16,0 0 0,25 0 0,-25 0 0,0 0 16,0-25-16,0 25 0,0 0 0,0 0 0,0 0 0,0 0 15,0 0-15,0-25 0,24 25 0,-24 0 0,0 0 16,0-24-16,25 24 0,-25 0 0,0-25 0,0 25 15,25-25-15,-25 25 0,0-25 0,0 25 0,0-25 0,25 25 16,-25 0-16,0-24 0,0 24 0,25-25 0,-25 25 16,0 0-16,0-25 0,0 25 0,0-25 0,24 25 0,-24 0 15,0 0-15,0-25 0,0 25 0,0 0 0,0 0 16,0 0-16,0 0 0,0 0 0,0 0 0,0 0 15,0 0-15,0 0 0,0 0 0,0 0 0,0 0 0,0 0 16,0 0-16,0 25 0,0-25 0,-24 25 0,24-25 16,0 25 15,0-25-31,0 25 0,0-1 0,0-24 0,-25 25 0,25 0 0,0 0 0,0-25 0,0 25 0,-25-1 0,25-24 0,0 25 0,0-25 0,0 25 0,0 0 15,0-25-15,-25 25 0,25-25 0,0 24 0,0-24 0,0 0 16,0 25-16,0-25 0,0 0 0,0 0 0,0 0 16,0 0-16,0 0 0,0 0 0,0 0 0,0 0 0,0 0 15,0 0-15,0 0 0,25 0 0,-25 0 0</inkml:trace>
  <inkml:trace contextRef="#ctx0" brushRef="#br0" timeOffset="150235.593">18355 9277 0,'0'0'0,"0"0"0,0 0 0,0 0 0,0 0 0,0 0 0,0 0 0,0 0 0,25 0 0,-25-25 0,0 25 0,0 0 0,25 0 0,-25 0 0,0 0 0,25 0 0,-25 0 0,0 25 0,25-25 0,-25 0 0,24 0 0,-24 0 0,25 0 0,-25 0 0,25 0 0,-25 0 0,0 0 0,25 0 0,-25 0 0,0 0 0,0 0 0,25 0 15,-25 0-15,0 0 0,0 0 0,0 0 0,0 0 16</inkml:trace>
  <inkml:trace contextRef="#ctx0" brushRef="#br0" timeOffset="150432.6043">18281 9451 0,'0'24'0,"0"-24"0,0 0 0,0 0 15,0 0-15,0 0 0,0 0 0,0 0 0,0 0 16,0 0-16,0 0 0,25-24 0,-25 24 0,0 0 16,25 0-16,-25 0 0,24 0 0,-24 0 0,25 0 0,-25 0 15,25 0-15,0 0 0,-25 0 0,25 0 0,-1 0 16,-24 0-16,25 0 0,0 0 0,0 0 0,-25 0 0,25 0 15,0 0-15,-25 0 0,24 0 0,-24 0 0,25 0 16,0 0-16,-25 0 0,25 0 0</inkml:trace>
  <inkml:trace contextRef="#ctx0" brushRef="#br0" timeOffset="151136.6445">19298 9079 0,'0'0'16,"0"-25"-16,0 25 0,0 0 0,0 0 0,0 0 15,0 0-15,0 0 0,0 0 0,0-25 0,0 25 0,0 0 16,0 0-16,0 0 0,0-25 0,0 25 0,0 0 16,0 0-16,0 0 0,0-25 0,0 25 0,0 0 15,0 0-15,0 0 0,-25 0 0,25 0 0,0-25 0,0 25 16,-25 0-16,25 0 0,0 0 0,-24 0 0,24 0 15,0 0-15,-25 0 0,25 0 0,-25 0 0,25 25 0,0-25 16,-25 0-16,25 0 0,-25 0 0,25 25 0,-24-25 16,24 0-16,-25 25 0,25-25 0,0 25 0,-25-25 0,25 25 15,-25-1-15,25-24 0,0 25 0,0 0 0,0-25 16,0 25-16,0 0 0,-25-1 0,50-24 0,-25 25 15,0 0-15,0-25 0,0 25 0,0 0 0,0-25 0,25 24 16,-25-24-16,0 25 0,25-25 0,-25 0 0,0 25 16,25-25-16,-25 0 0,0 25 0,24-25 0,-24 0 0,25 0 15,-25 0-15,0 0 0,25 0 0,-25 0 0,25 0 16,0 0-16,-25 0 0,24 0 0,-24 0 0,25-25 0,0 25 15,-25 0-15,25 0 0,-25 0 0,25 0 0,-1 0 16,-24 0-16,25 0 0,-25-25 0,0 25 0</inkml:trace>
  <inkml:trace contextRef="#ctx0" brushRef="#br0" timeOffset="151571.6693">19422 9401 0,'0'0'0,"0"0"0,0 0 0,-25 0 0,25 0 0,0 0 16,0 0-16,0 0 0,0 0 0,0 0 0,0-25 15,-25 25-15,25 0 0,25 0 0,-25 0 0,0 0 16,0-25-16,0 25 0,0 0 0,0 0 0,25-24 0,-25 24 15,0 0-15,0 0 0,0 0 0,25-25 0,-25 25 16,0 0-16,0 0 0,25 0 0,-25 0 0,0 0 16,0 0-16,0 0 0,0 0 0,24 0 0,-24 0 0,0 0 15,0 0-15,0 0 0,0 0 0,0 25 0,0-25 16,0 0-16,0 0 0,0 24 0,0-24 0,0 0 0,-24 25 15,24-25-15,0 0 0,0 25 0,0-25 0,-25 0 16,25 25-16,-25-25 0,25 25 0,0-25 0,-25 0 0,25 24 16,-25-24-16,25 25 0,-24-25 0,24 25 15,-25-25-15,25 0 0,-25 25 0,25-25 0,0 0 47,-25 25-47,25-25 0,0 0 0,0 0 0,0 24 0,0-24 0,0 0 0,0 0 0,0 0 0,0 0 0,0 0 0,0 0 0,25 25 0,-25-25 0,25 0 0,-25 0 0,0 0 0,25 0 16,-1 0-16,-24 0 0,25 0 0,0 0 0,-25 0 15,25 0-15,0 0 0,-25 0 0,24 0 0,1 0 0,-25 0 16,25 0-16,0 0 0,-25 0 0,25 0 0,0 0 47,-25 0-47,24 0 0,-24 0 0,25 0 0,-25 0 31,25-25-31</inkml:trace>
  <inkml:trace contextRef="#ctx0" brushRef="#br0" timeOffset="151788.6818">20042 9203 0,'0'-25'0,"0"25"0,0 0 0,0 0 16,0 0-16,0 0 0,25 0 0,-25 0 0,0 0 15,0 0-15,25 0 0,-25 0 0,0 0 0,25 0 16,-25 0-16,24 0 0,-24 0 0,25 0 0,-25 0 0,25 0 15,0 0-15,-25 0 0,25 0 0,-25 0 0,24 25 0,1-25 16,-25 0-16,25 0 0,-25 0 0,0 0 0,25 0 16,-25 0-16,0 0 0,25 0 0,-25 0 0,0 0 15,0 0-15,0 0 0,0 0 0</inkml:trace>
  <inkml:trace contextRef="#ctx0" brushRef="#br0" timeOffset="151998.6939">19993 9426 0,'0'0'0,"-25"0"0,25 0 0,0 0 16,0 0-16,25 0 0,-25 25 0,0-25 0,0-25 16,24 25-16,-24 0 0,0 0 0,25 0 0,-25 0 15,25 0-15,0 25 0,-25-25 0,25 0 0,-25 0 0,24 0 16,-24 0-16,25 0 0,0 0 0,-25 0 0,25 0 15,-25 0-15,25 0 0,-25 0 0,24 0 0,-24 0 0,25 0 16,-25 0-16,25 0 0,-25 0 0,25 0 0</inkml:trace>
  <inkml:trace contextRef="#ctx0" brushRef="#br0" timeOffset="152258.7087">20861 9302 0,'0'0'0,"0"0"0,0 0 0,0 0 0,0 0 16,0 0-16,0 0 0,0-25 0,0 25 0,0 0 15,0 0-15,0 0 0,25 0 0,-25 0 0,0 0 0,0 0 16,24 0-16,-24 0 0,0 0 0,25 0 0,-25 0 16,25 0-16,-25 0 0,0 0 0,25 0 0,-25 0 0,25 0 15,-25 0-15,0 0 0</inkml:trace>
  <inkml:trace contextRef="#ctx0" brushRef="#br0" timeOffset="152453.7199">21208 9302 0,'0'0'0,"25"0"0,-25 0 0,0 0 16,0 0-16,0 0 0,0 0 0,0 0 0,0 0 16,0 0-16,0 0 0,0 0 0,0 0 0,0 0 0,0 0 15,25 0-15,-25 0 0,0 0 0,0 0 0,0 0 16,0 0-16,24 0 0,-24 0 0,0 0 0,0 0 0,25 0 15,-25-25-15,0 25 0,25 0 0,-25 0 0,0 0 16</inkml:trace>
  <inkml:trace contextRef="#ctx0" brushRef="#br0" timeOffset="152637.7304">21679 9327 0,'0'0'0,"0"0"0,0 0 0,0-25 0,0 25 0,0 0 0,0 0 0,0 0 0,0 0 0,0 0 16,0 0-16,0 0 0,0 0 0,0 0 0,0 0 0,0 0 15,25 0-15,-25 0 0,0 0 0,0 0 0,0 0 16,25 0-16,-25 0 0,0 0 0,25 0 0,-25 0 16,0 0-16,25 0 0,-25 0 0,24-25 0,-24 25 0</inkml:trace>
  <inkml:trace contextRef="#ctx0" brushRef="#br0" timeOffset="152831.7415">22027 9351 0,'0'0'0,"0"0"0,0 0 0,0 0 0,0 0 15,0 0-15,0 0 0,0 0 0,0 0 0,0 0 16,0 0-16,0 0 0,0 0 0,0-24 0,0 24 0,0 0 15,0 0-15,0 0 0,0 0 0,0 0 0,24 0 16,-24 0-16,0 0 0,0 0 0,0 0 0,0 0 0,25 0 16,-25 0-16,0 0 0,0 0 0,0-25 0</inkml:trace>
  <inkml:trace contextRef="#ctx0" brushRef="#br0" timeOffset="153266.7664">22647 9227 0,'0'0'0,"0"0"0,0 0 0,0 0 0,0 0 15,0 0-15,0 0 0,0 0 0,0 0 0,0 0 0,0 0 16,0 0-16,0 0 0,0 0 0,0 0 0,0-24 16,0 24-16,24 0 0,-24 24 0,0-24 0,0 0 15,25 0-15,-25 0 0,0 0 0,25 0 0,-25 0 16,25 0-16,-25 0 0,25 0 0,-25 0 0,25 0 0,-1 0 15,-24 0-15,25 0 0,-25 0 0,25 0 0,-25 0 0,25 0 16,-25 0-16,25 0 0,-25 0 0,24 0 0,-24 0 16,0 0-16,25 0 0,-25 0 0,0 0 0,0 0 15,0 0-15</inkml:trace>
  <inkml:trace contextRef="#ctx0" brushRef="#br0" timeOffset="153513.7805">22647 9475 0,'0'0'0,"0"0"0,-25 25 0,25-25 0,0 0 16,0 0-16,0 0 0,0 0 0,0 0 0,0 0 15,0 0-15,0 0 0,25 0 0,-25 0 0,0 0 0,24 0 16,-24-25-16,25 25 0,-25 0 0,25 0 0,-25 0 16,25 0-16,0 0 0,0 0 0,-25 0 0,24 0 15,1 0-15,0 0 0,0 0 0,0 0 0,-1 0 0,1 0 16,-25-24-16,25 24 0,0 0 0,0 0 0,-1 0 15,1 0-15,0 0 0,0 0 0,-25 0 0,25 0 0,-1 0 16</inkml:trace>
  <inkml:trace contextRef="#ctx0" brushRef="#br0" timeOffset="154405.8313">23912 8979 0,'-25'-25'0,"25"25"16,0 0-16,0 0 0,0-24 0,-25 24 0,25 0 15,0 0-15,0 0 0,-25 0 0,25 0 0,0-25 16,-25 25-16,25 0 0,0 0 0,0 0 0,-24 0 0,24 0 15,0 0-15,-25 0 0,25 0 0,0 0 0,-25 0 16,25 0-16,-25 0 0,25 0 0,0 0 0,-25 0 16,25 25-16,-24-25 0,24 0 0,-25 0 0,25 24 0,-25-24 15,25 25-15,-25-25 0,25 0 0,0 25 0,-25 0 16,25-25-16,0 25 0,-24-25 0,24 25 0,0-1 0,0-24 15,0 25-15,0 0 0,0-25 0,0 25 0,0 0 16,0-1-16,0-24 0,24 25 0,-24-25 0,0 25 0,0 0 16,0-25-16,25 25 0,-25-25 0,0 24 0,25-24 15,-25 0-15,25 25 0,-25-25 0,0 25 0,25-25 16,-25 0-16,24 0 0,-24 0 0,25 0 0,-25 25 0,25-25 15,-25 0-15,0 0 0,25-25 0,-25 25 0,25 0 16,-25 0-16,0 0 0,24 0 0,-24 0 0,0-25 0,25 25 16,-25 0-16,0 0 0,0-25 0,0 25 0,0 0 15,25-24-15,-25 24 0,0 0 0,0-25 0,0 25 0,0 0 16,0-25-16,0 25 0,0 0 0,0-25 0,0 25 15,25 0-15,-25 0 0,0-25 0,0 25 0,0 0 16,0 0-16,0 0 0,0 0 0,0 0 0,0 0 0,0 0 16,0 0-16,0 0 0,0 0 0,0 0 0,0 0 15,-25 0-15,25 0 0,0 0 0,0 0 0,0 0 16,0 25-16,0-25 0,0 0 0,0 25 0,0-25 0,0 25 15,-25-25-15,25 25 0,0-25 0,0 0 0,0 24 0,0-24 16,-25 25-16,25-25 0,0 25 0,0-25 0,0 25 16,0-25-16,0 0 0,0 25 0,0-25 0,0 0 15,-24 24-15,24-24 0,0 0 0,0 0 0,0 0 16,0 0-16,0 0 0,0 0 0,0 0 0,0 0 0,0 0 15,0 0-15,0 0 0,0 0 0,24 0 0,-24 0 16,0 0-16,0 0 0,0 0 0,25-24 0,-25 24 0,0 0 16,25 0-16,-25-25 0,0 25 0,25 0 0,-25-25 15,0 25-15,25 0 0,-25-25 0,25 25 0,-25-25 0,0 25 16,24 0-16,-24 0 0,25-24 0,-25 24 0,0 0 15,0 0-15,25 0 0,-25 0 0,0 0 0,0 0 0,0 0 16,0 0-16,0 24 0,0-24 0,0 0 0,0 0 16,0 25-16,0-25 0,0 0 0,0 25 0,0-25 15,0 0-15,0 25 0,-25-25 0,25 0 0,0 25 0,0-25 16,0 0-16,0 24 0,0-24 0,0 0 0,0 0 15,0 25-15,0-25 0,0 0 0,0 0 0,0 0 16,0 0-16,0 25 0,0-25 0,0 0 0,0 0 0,25 0 16,-25 0-16,0 0 0,25 0 0,-25 0 0,25 0 15,-25 0-15,24 0 0</inkml:trace>
  <inkml:trace contextRef="#ctx0" brushRef="#br0" timeOffset="154706.8488">24929 9302 0,'-25'0'0,"25"-25"15,0 25-15,-25 0 0,25 0 0,0 0 0,0 0 0,0 0 16,0 0-16,0 0 0,0 0 0,0 0 0,0 0 0,0 0 16,0 0-16,0 0 0,25 0 0,-25 0 0,25 0 15,-25 0-15,25 0 0,-25 0 0,24 0 0,-24 0 16,25 0-16,0 0 0,-25 0 0,25 0 0,-25 0 0,25 0 15,-25 0-15,24 0 0,1 0 0,-25 0 0,0 0 16,25 0-16,-25 0 0,0 0 0,25 0 0,-25 0 16,0 0-16,0 0 0,0 0 0</inkml:trace>
  <inkml:trace contextRef="#ctx0" brushRef="#br0" timeOffset="154904.8601">24829 9376 0,'0'0'0,"0"0"0,-24 25 0,24-25 0,0 0 15,0 0-15,0 0 0,0 0 0,0 0 0,0 0 16,0 0-16,0 0 0,0 0 0,0 0 0,24 0 0,-24 0 15,0 0-15,25 0 0,-25 0 0,25 0 0,0 0 16,-25 0-16,25 0 0,0 0 0,-1 0 0,1 0 16,-25 0-16,25 0 0,0 0 0,0 0 0,-1 0 0,-24 0 15,25 0-15,0 0 0,0 0 0,0 0 0,-25 0 0,24 0 16,1 0-16,0 0 0,-25 0 0</inkml:trace>
  <inkml:trace contextRef="#ctx0" brushRef="#br0" timeOffset="155327.8837">25698 9103 0,'0'0'0,"0"0"15,0 0-15,0-24 0,0 24 0,-25 0 0,25 0 16,0 0-16,0 0 0,0 0 0,0 0 0,0 0 0,0-25 15,0 25-15,0 0 0,0 25 0,0-25 0,-25 0 16,25 0-16,0 0 0,0 0 0,0 0 0,-25 0 0,25 24 16,0-24-16,0 0 0,-25 25 0,25-25 0,0 25 15,0-25-15,-24 25 0,24-25 0,0 25 0,-25-25 0,25 24 16,0 1-16,0-25 0,0 25 0,-25 0 0,25 0 15,0-25-15,0 24 0,0 1 0,0-25 0,0 25 0,0 0 16,0-25-16,0 25 0,0-25 0,0 24 0,0-24 16,25 25-16,-25-25 0,0 0 0,0 25 0,25-25 15,-25 0-15,0 0 0,24 0 0,-24 25 0,25-25 0,-25 0 16,25 0-16,-25-25 0,25 25 0,-25 0 0,25 0 15,-25 0-15,24 0 0,-24-25 0,25 25 0,-25 0 16,25-25-16,-25 25 0,25-24 0,-25 24 0,25-25 0,-25 0 16,0 25-16,24-25 0,-24 0 0,25 1 0,-25-1 15,25 25-15,-25-25 0,0 0 0,0 25 0,0-25 16,25 1-16,-25 24 0,-25 0 0,25 0 0,0-25 0,0 25 15,-25 0-15,25 0 0,-25 0 0,1 0 0,24 0 0,-25 0 16,0 0-16,0 0 0,25 25 0,-25-25 0,1 0 16,-1 0-16,25 0 0</inkml:trace>
  <inkml:trace contextRef="#ctx0" brushRef="#br0" timeOffset="157788.025">4242 10468 0,'0'0'0,"0"-25"0,0 25 0,0 0 0,0-25 15,0 25-15,0 0 0,0-25 0,0 25 0,0 0 0,0-25 16,0 25-16,0 0 0,-25-24 0,25 24 0,0 0 0,0-25 16,0 25-16,0 0 0,0-25 0,0 25 0,0 0 15,0 0-15,0-25 0,0 25 0,0 0 0,0 0 0,0 0 16,0 0-16,0 0 0,0 0 0,0 0 15,0 0-15,0 0 0,0 0 0,0 0 0,0 25 0,-25-25 16,25 0-16,0 25 0,0-25 0,0 25 0,0-1 0,-25-24 16,25 25-16,0 0 0,0 0 0,0 0 0,0-1 15,0-24-15,0 25 0,-25 0 0,25 0 0,0 0 0,0-1 16,0 1-16,0 0 0,0-25 0,0 25 0,0 0 15,0-1-15,0-24 0,0 25 0,0-25 0,0 25 16,0-25-16,0 25 0,-24-25 0,24 0 0,0 0 0,0 25 16,0-25-16,0 0 0,0 0 0,0 0 0,0 0 15,0 0-15,0 0 0,0 0 0,0-25 0,0 25 16,-25 0-16,25-25 0,0 25 0,0 0 0,0-25 0,0 25 15</inkml:trace>
  <inkml:trace contextRef="#ctx0" brushRef="#br0" timeOffset="157960.0348">4043 10542 0,'0'0'0,"0"-25"0,0 25 16,0 0-16,0-25 0,-25 25 0,25 0 0,0-24 15,0 24-15,0 0 0,25 0 0,-25-25 0,0 25 0,0 0 16,0 0-16,25-25 0,-25 25 0,25 0 0,-25 0 16,25 0-16,-25-25 0,0 25 0,24 0 0,1 0 15,-25 0-15,25 0 0,-25-25 0,0 25 0,25 0 0,-25 0 16,25 0-16,-25 0 0,24 25 0,-24-25 0,0 0 15,25 0-15,-25 0 0,0 0 0,25 25 0,-25-25 0,0 0 16</inkml:trace>
  <inkml:trace contextRef="#ctx0" brushRef="#br0" timeOffset="158995.0939">4316 10666 0,'-25'0'0,"25"0"0,0 25 0,0-25 16,-25 0-16,25 0 0,0 0 0,0 0 0,0 0 16,0 0-16,0 0 0,0 0 0,0 0 0,0 0 15,0 0-15,0 0 0,0 0 0,0-25 0,0 25 0,0 0 16,25-25-16,-25 25 0,0 0 0,25-25 0,-25 25 15,25-24-15,-25-1 0,25 25 0,-25-25 0,0 25 0,24-25 16,-24 25-16,25-25 0,-25 1 0,0 24 0,25-25 16,-25 25-16,0 0 0,25-25 0,-25 25 0,0-25 15,0 25-15,25 0 0,-25-25 0,0 25 0,0-24 0,0 24 16,0 0-16,0-25 0,0 25 0,0 0 0,0-25 15,0 25-15,0 0 0,0 0 0,0-25 0,0 25 0,0 0 16,0 0-16,0-25 0,-25 25 0,25 0 0,0 0 16,0 0-16,0 0 0,-25-24 0,25 24 0,0 0 0,0 0 15,0 0-15,-25 0 0,25 0 0,0 0 0,0 24 16,0-24-16,-25 0 0,25 0 0,0 0 0,0 0 15,0 0-15,0 0 0,0 25 0,-24-25 0,24 0 0,0 0 16,0 25-16,0-25 0,0 0 0,0 25 0,0-25 16,0 25-16,0-25 0,0 24 0,0-24 0,0 25 0,0-25 15,0 25-15,0-25 0,0 25 0,0 0 0,0-25 16,0 24-16,0-24 0,0 25 0,0 0 0,0-25 15,0 25-15,0 0 0,0-25 0,0 24 0,0-24 0,0 25 16,0 0-16,0-25 0,0 25 0,0-25 0,0 25 0,-25-25 16,25 24-16,0-24 0,0 25 0,0-25 0,0 0 15,0 25-15,-25-25 0,25 25 0,0-25 0,0 0 16,0 25-16,0-25 0,0 0 0,0 0 0,0 0 0,-25 0 15,25 0-15,0 24 0,0-24 0,0 0 0,0 0 16,0 0-16,0 0 0,0-24 0,25 24 0,-25 0 0,0 0 16,0 0-16,0 0 0,0-25 0,0 25 0,25 0 15,-25-25-15,0 25 0,25 0 0,-25-25 0,0 25 16,24-25-16,-24 25 0,0 0 0,25-24 0,-25 24 15,0-25-15,0 25 0,25-25 0,-25 25 0,0 0 0,25 0 16,-25-25-16,0 25 0,0 0 0,0 0 0,0 0 0,0-25 16,25 25-16,-25 0 0,0 0 0,0 0 0,0 0 15,0 0-15,0 0 0,0 0 0,0 0 0,0 0 16,0 0-16,0 25 0,0-25 0,0 0 0,0 0 0,0 25 15,0-25-15,0 0 0,0 25 0,0-25 0,0 25 16,0-25-16,0 24 0,0-24 0,0 0 0,0 25 0,0-25 16,0 25-16,0-25 0,0 25 0,0-25 0,0 0 15,0 25-15,0-25 0,0 0 0,24 24 0,-24-24 16,0 0-16,0 0 0,0 0 0,0 25 0,0-25 0,0 0 15,25 0-15,-25 0 0,0 0 0,0 0 0,0 0 16,0-25-16,25 25 0,-25 0 0,0 0 0,0 0 0,0-24 16,25 24-16,-25 0 0,0-25 0,0 25 0,0-25 15,25 25-15,-25-25 0,0 25 0,0-25 0,0 25 16,0-24-16,0 24 0,0-25 0,0 25 0,0-25 0,0 25 15,0 0-15,0-25 0,0 25 0,0 0 0,0 0 16,0 0-16,0 0 0,0 0 0,0 0 0,0 0 0,0 0 16,0 0-16,0 0 0,0 25 0,0-25 0,0 0 15,0 25-15,0-25 0,0 0 0,0 25 0,0-25 16,0 24-16,0-24 0,0 25 0,0-25 0,0 25 0,0-25 15,0 25-15,0-25 0,0 0 0,0 25 0,0-25 16,24 24-16,-24-24 0,0 0 0,0 25 0,0-25 0,0 0 16,0 25-16,0-25 0,0 0 0,0 0 0,0 0 15,0 25-15,25-25 0,-25 0 0,0 0 0,0 0 16,0 0-16,0 0 0,25-25 0,-25 25 0,0 0 15,0 0-15,0-25 0,25 25 0,-25-25 0,0 25 0,0-24 16,25 24-16,-25-25 0</inkml:trace>
  <inkml:trace contextRef="#ctx0" brushRef="#br0" timeOffset="159181.1047">4663 10344 0,'0'0'0,"0"0"0,0 0 0,0 0 0,0 0 15,0 0-15,0 0 0,0 0 0,0-25 0,0 25 0,25 0 16,-25 0-16,0 0 0,25 0 0,-25 0 0,25 0 15,-25 0-15,24-25 0,1 25 0,-25 0 0,25 0 16,0 0-16,0-25 0,0 25 0,-1 0 0,1 0 0,0 0 16,0 0-16,-25 0 0,25 0 0,-1 0 0,1 0 15,0 0-15,0 0 0,0 0 0,-1 0 0,1 0 0</inkml:trace>
  <inkml:trace contextRef="#ctx0" brushRef="#br0" timeOffset="160530.1818">6102 10443 0,'0'0'0,"0"-25"0,0 25 15,0 0-15,0 0 0,0 0 0,0 0 0,0 0 16,0 0-16,0-25 0,0 25 0,0 0 0,0 0 0,0 0 16,0-25-16,0 25 0,0 0 0,0 0 0,0 0 15,-25-24-15,25 24 0,0 0 0,0 0 0,0-25 16,0 25-16,0 0 0,-25 0 0,25 0 0,0 0 0,0-25 15,0 25-15,-24 0 0,24 0 0,0 0 0,-25 0 0,25 0 16,0 0-16,0 0 0,-25 0 0,25 0 0,0 0 16,-25 0-16,25 0 0,0 0 0,0 0 0,0 0 15,-25 25-15,25-25 0,0 0 0,0 0 0,0 0 0,0 0 16,0 25-16,0-25 0,0 0 0,0 0 0,0 24 15,0-24-15,0 0 0,0 25 0,0-25 0,25 25 0,-25-25 16,0 25-16,0 0 0,25-25 0,-25 24 0,0 1 16,0-25-16,25 25 0,-25 0 0,0-25 0,25 25 15,-25-25-15,0 24 0,0 1 0,24-25 0,-24 25 0,0-25 16,0 25-16,0-25 0,25 25 0,-25-25 0,0 24 15,0-24-15,0 25 0,0-25 0,0 25 0,0-25 0,0 25 16,0-25-16,0 0 0,0 25 0,0-25 0,-25 0 16,25 24-16,0-24 0,0 0 0,0 0 0,-24 25 15,24-25-15,0 0 0,-25 0 0,25 0 0,0 0 0,0 25 16,-25-25-16,25 0 0,0 0 0,-25 0 0,25 0 15,-25 0-15,25 0 0,0 0 0,-24 0 0,24-25 0,0 25 16,0 0-16,-25 0 0,25 0 0,0 0 0,0-25 16,0 25-16,0 0 0,0 0 0,-25 0 0,25-24 0,0 24 15,0 0-15,25 0 0,-25-25 0,0 25 0,0 0 16,0 0-16,0-25 0,0 25 0,0 0 0,0 0 15,25-25-15,-25 25 0,0 0 0,0 0 0,0-25 0,0 25 16,0 0-16</inkml:trace>
  <inkml:trace contextRef="#ctx0" brushRef="#br0" timeOffset="161442.234">7392 10765 0,'0'0'0,"0"0"0,0 0 0,0-25 0,0 25 0,0 0 16,0 0-16,0 0 0,0 0 0,0-24 0,0 24 15,0 0-15,0 0 0,0 0 0,0 0 0,0-25 16,0 25-16,0 0 0,-25 0 0,25 0 0,0 0 0,0-25 15,0 25-15,-25 0 0,25 0 0,0 0 0,-25 0 16,25 0-16,0-25 0,0 25 0,-24 0 0,24 0 0,0 0 16,-25 0-16,25 0 0,0 0 0,-25 0 0,25 25 15,-25-25-15,25 0 0,0 0 0,-25 0 0,25 25 0,0-25 16,-24 0-16,24 25 0,0-25 0,0 0 0,-25 24 15,25-24-15,0 25 0,0-25 0,0 25 0,0-25 0,0 25 16,0-25-16,0 25 0,0-25 0,0 24 0,0-24 16,0 25-16,0-25 0,0 25 0,25-25 0,-25 0 15,0 0-15,0 25 0,0-25 0,24 0 0,-24 0 16,0 0-16,0 0 0,25 0 0,-25 0 0,0 0 0,25 0 15,-25 0-15,0 0 0,25-25 0,-25 25 0,25 0 0,-25-25 16,0 25-16,24-25 0,-24 25 0,25-24 16,-25 24-16,25-25 0,-25 0 0,25 25 0,-25-25 0,0 0 15,25 25-15,-25-24 0,0-1 0,24 0 0,-24 0 0,0 0 16,0 1-16</inkml:trace>
  <inkml:trace contextRef="#ctx0" brushRef="#br0" timeOffset="162058.2692">7491 10418 0,'0'0'0,"0"-25"0,0 25 0,0-25 0,0 25 0,0-24 16,0 24-16,0 0 0,0 0 0,0 0 0,-25 0 0,25 0 15,0 0-15,0 0 0,0 0 0,0 0 0,0 0 16,0 0-16,0 0 0,0 0 0,0 0 0,0 0 15,0 0-15,0 24 0,0-24 0,0 0 0,0 25 0,0-25 16,-25 25-16,25 0 47,0-25-47,0 25 0,0-1 0,0-24 0,-24 25 0,24 0 0,0 0 0,0 0 0,0-25 0,0 24 0,0 1 0,-25 0 0,25 0 0,0 0 0,0-25 0,0 24 0,0 1 0,0 0 0,0-25 15,0 25-15,0 0 0,0-25 0,-25 24 0,25-24 0,0 25 16,25-25-16,-25 25 0,0-25 0,0 0 0,0 0 16,0 25-16,0-25 0,0 0 0,0 0 0,0 0 0,0 0 15,0 0-15,0 0 0,0 0 0,25 0 0,-25 0 16,0-25-16,0 25 0,24 0 0,-24 0 0,0-25 15,25 25-15,-25 0 0,0-25 0,25 25 0,-25 0 0,0-24 16,0 24-16,25 0 0,-25-25 0,0 25 0,0 0 16,0-25-16,25 25 0,-25 0 0,0 0 0,0-25 0,0 25 15,0 0-15,0 0 0,0 0 0,0 0 0,0-25 16,0 25-16,0 0 0,0 0 0,0 0 0,0 0 15,0 0-15,0 0 0,0 0 0,0 0 0,0 0 0,0 0 16,0 0-16,0 0 0,0 0 0,0 0 0,-25 0 16,25 0-16,0 25 0,0-25 0,0 0 0,0 25 0,0-25 15,0 25-15,0-25 0,0 25 0,0-25 0,0 24 16,0-24-16,0 25 0,0-25 0,0 0 0,25 25 15,-25-25-15,0 0 0,0 0 0,0 25 0,24-25 0,-24 0 16,0 0-16,0 0 0,0 0 0,25 0 0,-25 0 16,0 0-16,0 0 0,25 0 0,-25-25 0,0 25 0,25 0 15,-25 0-15,0-25 0,25 25 0,-25-25 0,0 25 16,0-24-16,24 24 0,-24-25 0,0 25 0,0-25 0,0 0 15,0 25-15,0 0 0,0-25 0,0 25 0,0-24 16,0 24-16,0-25 0,0 25 0,-24-25 0,24 25 16,0 0-16,0-25 0,-25 25 0,25 0 0,0 0 0,0 0 15,0 0-15,-25 0 0,25 0 0,0 0 0,0 0 0,0 0 16,-25 0-16,25 0 0,0 25 0,0-25 0,0 0 15,0 0-15,0 0 0,0 25 0,0-25 0,0 0 16,0 0-16,0 25 0,0-25 0,0 0 0,0 0 16,0 0-16,0 24 0,25-24 0,-25 0 15,0 0-15,0 0 0,25 0 0,-25 0 0</inkml:trace>
  <inkml:trace contextRef="#ctx0" brushRef="#br0" timeOffset="162415.2896">8062 10716 0,'0'0'0,"0"0"0,-25 0 0,25-25 0,0 25 15,0 0-15,0 0 0,0 0 0,0 0 0,0 0 16,0 0-16,0-25 0,0 25 0,0 0 0,0 0 0,0 0 15,-25 0-15,25 0 0,0 0 0,0 0 0,0 0 16,0 0-16,0 0 0,-25 0 0,25 0 0,0 0 16,0 0-16,-25 25 0,25-25 0,0 0 0,0 0 0,-25 25 15,25-25-15,0 0 0,0 24 0,-24-24 0,24 25 0,0-25 16,0 25-16,0-25 0,0 25 0,0-25 0,0 25 15,0-1-15,0-24 0,0 25 0,0-25 0,24 25 16,-24-25-16,0 0 0,0 25 0,25-25 0,-25 0 16,0 25-16,0-25 0,25 0 0,-25 0 0,0 0 0,25 0 15,-25 0-15,0 0 0,25 0 0,-25 0 0,0 0 0,0 0 16,25 0-16,-25-25 0,0 25 0,24 0 0,-24-25 15,0 25-15,0 0 0,25-25 0,-25 25 0,0-25 16,0 25-16,0-24 0,0 24 0,0-25 0</inkml:trace>
  <inkml:trace contextRef="#ctx0" brushRef="#br0" timeOffset="162710.3063">7813 10492 0,'0'-24'0,"0"24"0,0 0 0,0 0 0,0 0 0,0 0 16,0-25-16,0 25 0,0 0 0,0 0 0,0 0 16,25 0-16,-25-25 0,0 25 0,0 0 0,0 0 15,0 0-15,0 0 0,25 0 0,-25-25 0,0 25 0,0 0 16,0 0-16,25 0 0,-25 0 0,0 0 0,0-25 15,25 25-15,-25 0 0,0 0 0,0 0 0,24 0 16,-24 0-16,0 0 0,0 0 0,0 0 0,25 0 0,-25 0 16,0 0-16,0 25 0,0-25 0,25 0 0,-25 0 15,0 0-15,0 25 0,0-25 0,0 0 0,25 25 0,-25-25 16,0 25-16,0-25 0,0 24 0,0-24 0,0 0 15,0 25-15</inkml:trace>
  <inkml:trace contextRef="#ctx0" brushRef="#br0" timeOffset="162939.3193">7764 11385 0,'0'0'0,"-25"0"0,25 25 0,0-25 0,0 0 0,0 0 15,0 25-15,0-25 0,-25 0 0,25 0 0,0 0 0,0 0 16,0 0-16,0 0 0,0 25 0,0-25 0,0 0 16,0 0-16,0 0 0,0 0 0,0 0 0,25 0 15,-25-25-15,0 25 0,0 0 0,0 0 0,-25 0 0,25-25 16,0 25-16,0 0 0,0-25 0,0 25 0,0-24 15,0 24-15,-25-25 0</inkml:trace>
  <inkml:trace contextRef="#ctx0" brushRef="#br0" timeOffset="163179.3333">7342 10542 0,'0'0'0,"0"-25"0,0 25 0,0 0 0,-25 0 0,25 0 16,0 0-16,0 0 0,0 0 0,25-25 0,-25 25 15,0 0-15,0 0 0,25 0 0,-25 0 0,25 0 16,-25 0-16,25 0 0,-25 0 0,24-24 0,1 24 0,-25 0 16,25 0-16,0 0 0,0 0 0,-25 24 0,24-24 15,1 0-15,0 0 0,-25 0 0,25 0 0,0 0 16,-25 0-16,24 0 0,1 0 0,0 0 0,-25 0 0</inkml:trace>
  <inkml:trace contextRef="#ctx0" brushRef="#br0" timeOffset="164027.3813">8954 10864 0,'0'0'0,"0"0"15,0 0-15,-24 0 0,24 0 0,0 0 0,0 0 0,0 0 16,0 0-16,0 0 0,0 0 0,0 0 0,0 0 16,0 0-16,24 0 0,-24 0 0,0 0 0,0 0 15,0-24-15,25 24 141,273-224-141,-273 175 15,0 49-15,-25-25 0,24 0 0,1 25 0,-25-25 0,0 1 0,25 24 16,-25-25-16,0 25 0,0-25 0,0 25 0,0-25 15,0 25-15,0-25 0,0 25 0,0-24 0,0 24 0,0-25 0,-25 25 0,25 0 16,0-25-16,-25 25 0,25 0 0,0 0 0,-24-25 16,24 25-16,0 0 0,0 0 0,-25 0 0,25 0 0,0-25 15,0 25-15,0 0 0,-25 0 0,25 0 0,0 0 0,0 25 0,0-25 16,-25 0-16,25 0 0,0 0 0,0 0 0,0 25 15,0-25-15,-25 0 0,25 25 0,0-25 0,0 25 0,0-1 16,0-24-16,0 25 0,0 0 0,0-25 0,0 25 16,0 0-16,0-1 0,0 1 0,0 0 0,0 0 0,-24-25 15,24 25-15,0-1 0,0 1 0,0 0 0,0 0 16,0 0-16,0-25 0,0 24 0,0 1 0,0-25 15,0 25-15,0 0 0,0-25 0,0 25 0,0-25 0,24 24 16,-24-24-16,0 0 0,0 0 0,0 25 0,0-25 0,0 0 16,0 0-16,0 0 0,25 0 0,-25 0 0,0 0 0,0 0 15,25 0-15,-25-25 0,0 25 0,25 0 16,-25-24-16,25 24 0,-1 0 0,-24-25 0,25 25 15</inkml:trace>
  <inkml:trace contextRef="#ctx0" brushRef="#br0" timeOffset="164854.4289">9798 10666 0,'0'0'0,"0"0"0,0 0 0,0 0 0,0 0 0,0 0 0,0 0 0,0-25 0,0 25 15,0 0-15,0 0 0,0 0 0,0 0 0,0 0 16,0 0-16,0 0 0,0 0 0,0 0 0,0 0 0,0 0 15,0 0-15,0-25 0,0 25 0,0 0 0,0 0 16,-25 0-16,25 0 0,0 0 0,0 0 0,0 0 16,-25 0-16,25-24 0,0 24 0,0 0 0,0 0 0,-25 0 15,25 0-15,0 0 0,0 0 0,-24 24 0,24-24 0,0 0 16,0 0-16,-25 0 0,25 0 0,0 0 0,-25 25 15,25-25-15,0 0 0,0 25 0,-25-25 0,25 0 16,0 25-16,0-25 0,0 25 0,-25-25 0,25 24 0,0-24 16,0 25-16,0-25 0,0 25 0,0-25 0,0 25 15,0-25-15,0 0 0,0 25 0,0-25 0,0 24 0,0-24 16,25 0-16,-25 25 0,0-25 0,0 0 0,0 0 15,0 0-15,25 25 0,-25-25 0,0 0 0,0 0 16,0 0-16,25 0 0,-25 0 0,0 0 0,0 0 16,25 0-16,-25 0 0,0-25 0,24 25 0,-24 0 0,25 0 15,-25-25-15,0 25 0,25 0 0,-25-24 0,0 24 0,25-25 16,-25 25-16,0 0 0,25-25 0,-25 25 0,0-25 15,0 25-15,0-25 0,0 25 0,0 0 0,24-24 16,-24 24-16,0 0 0,0-25 0,0 25 0,0 0 0,0 0 16,0-25-16,0 25 0,0 0 0,0 0 0,0 0 15,0 0-15,0 0 0,0 0 0,0 0 0,0 0 0,0 0 16,0 0-16,0 0 0,0 0 0,0 0 0,-24 0 15,24 0-15,0 0 0,0 25 0,0-25 0,0 0 0,0 0 16,0 25-16,0-25 0,0 0 0,0 24 0,0-24 16,0 25-16,0-25 0,0 25 0,0-25 0,0 25 15,0-25-15,0 0 0,0 25 0,0-25 0,0 24 0,0-24 16,0 25-16,0-25 0,0 0 0,0 0 0,0 25 15,24-25-15,-24 0 0,0 0 0,0 0 0,0 0 16,0 0-16,25 0 0,-25 0 0,0 0 0,25 0 0,-25-25 16,0 25-16,25 0 0,-25 0 0,0-25 0,25 25 15,-25 0-15,0-24 0,24 24 0,-24-25 0,0 25 0,25 0 16,-25-25-16,0 25 0,0 0 0,0-25 0,0 25 15,25-25-15,-25 25 0,0-24 0,0 24 0,0 0 0,0-25 16,0 25-16,0 0 0,0-25 0,0 25 0,0 0 16,0 0-16,0 0 0,0 0 0,0-25 0,0 25 15,0 0-15,0 0 0,0 0 0,0 25 0,0-25 0,-25 0 16,25 0-16,0 0 0,0 25 0,0-25 0,0 0 15,0 25-15,0-25 0,0 24 0,0 1 0,0-25 0,0 25 16,0 0-16,-25 0 0,25-25 0,0 24 0,0 1 16,0 0-16,0 0 0,0 0 0,0-25 0,0 24 15,0 1-15,-24 0 0,24 0 0,0-25 0,0 25 0,0-1 16,0 1-16,0 0 0,0-25 0,0 25 0,0 0 15,0-25-15,0 25 0,0-25 0,0 24 0,-25 1 0,25-25 16,0 25-16,0-25 0,0 25 0,0-25 0,0 25 16,0-25-16,0 24 0,-25 1 0,25-25 0,0 0 15,0 25-15,0-25 0,0 25 0,0-25 0,0 0 0,0 25 16,0-25-16,0 0 0,0 0 0,0 0 0,0 0 15,0 0-15,0 0 0,0 0 0,-25 0 0,25 0 0,0 0 16,0 0-16,0 0 0,0-25 0,0 25 0,0 0 16,0-25-16,0 25 0,0-25 0,0 0 0,25 25 15</inkml:trace>
  <inkml:trace contextRef="#ctx0" brushRef="#br0" timeOffset="165159.4466">10071 10666 0,'0'0'0,"0"0"0,0 0 0,0 0 0,0 0 0,25 0 0,-25 0 0,0 0 0,0 25 0,24-25 0,-24 0 0,0 0 0,0 25 0,0-25 0,25 0 0,-25 24 0,0-24 0,0 25 0,0-25 0,0 25 0,0-25 0,0 25 0,0-25 0,0 25 0,0-25 0,0 24 16,0-24-16,0 0 0,0 25 0,0-25 0,-25 25 16,25-25-16,0 0 0,0 25 0,0-25 0,-24 0 15,24 0-15,0 25 0,0-25 0,-25 0 0,25 0 0,0 24 16,-25-24-16,25 0 0,0 0 0,-25 0 0,25 0 15,0 25-15,-25-25 0,25 0 0,0 0 0,-25-25 0,25 25 16,0 0-16,-24 0 0,24 0 0,0-24 0,0 24 16,-25 0-16,25-25 0,0 25 0</inkml:trace>
  <inkml:trace contextRef="#ctx0" brushRef="#br0" timeOffset="165423.4613">9624 10492 0,'0'0'0,"0"0"0,0 0 0,0-24 0,0 24 16,25 0-16,-25 0 0,0 0 0,0-25 0,25 25 16,-25 0-16,0 0 0,25 0 0,-25-25 0,24 25 0,-24 0 15,0 0-15,25 0 78,-25-25-78,25 25 0,-25 0 0,0 0 0,25 0 0,-25 0 0,25 0 0,-25 0 0,0 0 0,24 25 0,-24-25 0,25 0 0,-25 0 0,0 0 0,25 25 0,-25-25 0,0 25 0,0-25 0,0 24 0,0-24 0,25 25 0,-25 0 0,0 0 0,0 0 0,0-25 0,0 24 0,0 1 0,-25 0 0,25 0 0,0 0 16,0-1-16,0 1 0,0 0 0</inkml:trace>
  <inkml:trace contextRef="#ctx0" brushRef="#br0" timeOffset="165695.4773">9798 11286 0,'-25'25'16,"25"-25"-16,0 25 0,0-25 0,0 0 0,0 0 15,0 0-15,0 0 0,0 0 0,0 0 0,0 0 0,0 0 16,0 0-16,0 0 0,0 0 0,0 0 0,0 0 16,0 0-16,0 0 0,0 0 0,0 0 0,0 0 0,0 0 15,0 0-15,0 0 0,0-25 0,0 25 0,0 0 16,0 0-16,0 0 0,0-25 0</inkml:trace>
  <inkml:trace contextRef="#ctx0" brushRef="#br0" timeOffset="167229.565">11485 10418 0,'0'-25'16,"0"25"-16,0 0 0,-25 0 0,25 0 0,0 0 15,0 0-15,0 0 0,0 0 0,0 0 0,0 0 0,0 0 16,0 0-16,0 0 0,0 0 0,0 25 16,0-25-16,0 0 0,0 0 0,0 25 0,0-25 0,0 25 15,0-1-15,-25-24 0,25 25 0,0 0 0,0 0 0,0 0 16,0-1-16,0 1 0,0 0 0,0 0 0,0 0 15,0-25-15,0 24 0,-25 1 0,25 0 0,0 0 0,0 0 16,0-25-16,0 24 0,0 1 0,0 0 0,-25-25 16,25 25-16,0-25 0,0 25 0,0-25 0,0 0 15,-24 24-15,24-24 0,0 0 0,0 25 0,0-25 0,0 0 16,-25 0-16,25 0 0,0 0 0,0 0 0,0 0 15,0 0-15,-25 0 0,25-25 0,0 25 0,0 0 0,-25 0 16,25-24-16,0 24 0,0 0 0,-25-25 0,25 25 16,0 0-16,0-25 0,0 25 0,0-25 0,-24 25 15,24 0-15,0-25 0,0 25 0,24-24 0,-24 24 0,0-25 16,0 25-16,0 0 0,0-25 0,25 25 0,-25 0 15,0-25-15,25 25 0,-25 0 0,25-25 0,-25 25 0,25-24 16,-25 24-16,0 0 0,24 0 0,-24-25 0,25 25 16,-25 0-16,25 0 0,-25-25 0,25 25 0,-25 0 15,25 0-15,-25 0 0,24 0 0,-24 0 0,0 0 16,0 0-16,25 0 0,-25 0 0,0 0 0,0 25 0,0-25 15,25 25-15,-25-25 0,0 0 0,0 24 0,0 1 0,0-25 16,0 25-16,0-25 0,0 25 0,0 0 0,0-25 16,-25 24-16,25-24 0,0 25 0,0 0 0,0-25 0,0 25 15,0-25-15,0 25 0,0-25 0,-25 0 0,25 24 16,0-24-16,0 25 0,0-25 0,0 0 0,0 0 15,0 25-15,0-25 0,25 0 0,-25 0 0,0 0 0,0 25 16,0-25-16,0 0 0,0 0 0,0 0 0,25 0 16,-25 0-16,0 0 0,25-25 0,-25 25 0,25 0 0,-25 0 15,24 0-15,-24-25 0,25 25 0,-25 0 0,25-25 16,0 25-16,-25-24 0,0 24 0,25 0 0,-25-25 15,0 25-15,24-25 0,-24 25 0,0 0 0,0-25 0,0 25 16,0-25-16,25 25 0,-25 0 0,0-24 0,0 24 16,0-25-16,0 25 0,0 0 0,0-25 0,0 25 15,0 0-15,-25 0 0,25-25 0,0 25 0,0 0 0,0 0 16,0 0-16,0 0 0,0 0 0,0 0 0,0 0 0,0 0 15,0 0-15,0 0 0,0 0 0,0 0 0,0 0 16,0 0-16,0 0 0,0 0 0,0 0 0,0 0 16,0 25-16,0-25 0,0 0 0,0 25 0,0-25 0,-24 25 15,24-25-15,0 24 0,0-24 0,0 25 0,0-25 16,0 25-16,0-25 0,0 25 0,0-25 0,0 25 0,0-25 15,24 24-15,-24-24 0,0 0 0,0 25 0,0-25 16,0 0-16,0 25 0,0-25 0,25 0 0,-25 0 0,0 0 16,0 0-16,0 0 0,0 0 0,25 0 0,-25 0 15,0 0-15,25 0 0,-25 0 0,25 0 0,-25 0 16,0 0-16,24-25 0,-24 25 0,25 0 0,-25 0 0,25-25 15,-25 25-15,25 0 0,-25-24 0,0 24 0,25-25 16,-25 25-16,0 0 0,0-25 0,24 25 0,-24-25 16,0 25-16,0-25 0,0 25 0,0-24 0,0 24 0,0 0 15,0-25-15,0 25 0,0 0 0,0-25 0,0 25 16,0 0-16,0 0 0,0 0 0,0 0 0,0 0 0,0 0 15,0 0-15,0 0 0,0 0 0,0 0 0,0 0 16,0 0-16,0 0 0,0 0 0,0 0 0,0 0 0,0 25 16,-24-25-16,24 0 0,0 0 0,0 25 0,0-25 15,0 24-15,0-24 0,0 0 0,0 25 0,-25-25 16,25 25-16,0-25 0,0 25 0,0-25 0,0 25 0,0-25 15,0 24-15,0-24 0,0 25 0,25-25 0,-25 25 0,0-25 16,0 0-16,0 25 0,0-25 0,0 0 0,24 25 16,-24-25-16,0 0 0,0 0 0,0 0 0,25 24 15,-25-24-15,0 0 0,25-24 0,-25 24 0,25 0 0,-25 0 16,25 0-16,-25-25 0,24 25 0,-24 0 0,25-25 15,-25 25-15,25 0 0,-25-25 0,0 25 0,25-25 16,-25 25-16,0-24 0,25 24 0,-25-25 0,0 25 0,0-25 16,0 25-16,25-25 0,-25 25 0,0-25 0,0 25 15,0 0-15,0-24 0,0 24 0,0 0 0,0-25 16,0 25-16,0 0 0,0 0 0,0 0 0,0 0 0,0 0 15,0 0-15,0 0 0,0 0 0,0 0 0,0 25 16,0-25-16,0 0 0,0 24 0,-25-24 0,25 25 0,0 0 16,0-25-16,0 25 0,0 0 0,0-25 0,0 24 15,0 1-15,0 0 0,-25 0 0,25 0 0,0-25 0,0 24 16,0 1-16,0 0 0,0 0 0,0 0 0,-25 0 15,25-1-15,0 1 0,0 0 0,0-25 0,0 25 0,-25 0 16,25-1-16,0-24 0,0 25 0,-25-25 0,25 25 16,0-25-16,-24 25 0,24-25 0,-25 0 0,25 25 15,-25-25-15,25 0 0,-25 0 0,25 0 0,-25 0 0,25 0 16,-24 0-16,24 0 0,-25 0 0,25 0 0,0 0 15,-25 0-15,25 0 0,0 0 0,0 0 0,-25 0 0,25 0 16,0 0-16,0 0 0,0 0 0,0 0 0,0 0 16,0 0-16,0-25 0,0 25 0,0 0 0,0 0 15,0 0-15,0-25 0,0 25 0,25-25 0,-25 25 0,0 0 16,0-25-16,25 25 0,-25-24 0,25-1 0,-25 25 15,24-25-15,1 0 0</inkml:trace>
  <inkml:trace contextRef="#ctx0" brushRef="#br0" timeOffset="167682.5909">12402 11063 0,'0'0'16,"0"0"-16,0 0 0,0 0 0,0-25 0,0 25 15,0 0-15,25 0 0,-25 0 0,0 0 0,0 0 0,25 0 16,-25-25-16,25 25 0,-25 0 0,25 0 0,-1 0 15,-24-25-15,25 25 0,0 0 0,-25-24 0,25 24 0,0 0 16,-25 0-16,24-25 0,-24 25 0,25 0 0,-25 0 16,0-25-16,0 25 0,25 0 0,-25 0 0,0-25 0,0 25 15,0 0-15,0-25 0,-25 25 0,25 0 0,0 0 16,0-24-16,0 24 0,0 0 0,-25-25 0,25 25 15,0 0-15,0 0 0,0-25 0,-24 25 0,24 0 0,0 0 16,0 0-16,-25 0 0,25 0 0,0 0 0,0 0 16,-25 0-16,25 0 0,0 0 0,0 0 0,-25 0 0,25 0 15,0 25-15,0-25 0,-25 0 0,25 0 0,0 0 16,0 25-16,0-25 0,-24 0 0,24 0 0,0 24 15,0-24-15,0 0 0,-25 25 0,25-25 0,0 25 0,0-25 16,0 25-16,0-25 0,0 25 0,0-25 0,0 24 16,0-24-16,0 25 0,0-25 0,25 25 0,-25-25 15,0 25-15,0-25 0,0 0 0,0 25 0,24-25 0,-24 0 16,0 24-16,0-24 0,25 0 0,-25 0 0,0 0 15,25 0-15,-25 0 0,25 0 0,-25 0 0,25 0 0,-25 0 16,24 0-16,-24 0 0,25 0 0,-25-24 0,25 24 16,0 0-16,-25-25 0,25 25 0,-25 0 0,24-25 15,-24 25-15,25-25 0,-25 25 0,0-25 0,25 25 0,-25-24 16,0-1-16</inkml:trace>
  <inkml:trace contextRef="#ctx0" brushRef="#br0" timeOffset="168039.6113">12874 10815 0,'0'0'0,"0"0"0,0 0 0,0 0 16,0 0-16,0 0 0,0-25 0,0 25 0,0 0 0,0 0 15,0 0-15,0 25 0,0-25 0,0 0 0,0 0 16,0 0-16,0 0 0,0 25 0,0-25 0,0 24 0,0-24 15,0 0-15,-25 25 0,25-25 0,0 25 0,0 0 16,0-25-16,0 25 0,0-25 0,0 24 0,-25-24 16,25 0-16,0 25 0,0-25 0,0 25 0,0-25 0,0 0 15,0 0-15,0 25 0,0-25 0,0 0 0,0 0 16,0 0-16,0 0 0,0 0 0,0 0 0,25 0 0,-25 0 15,0 0-15,0 0 0,0 0 0,25 0 0,-25-25 16,0 25-16,24 0 0,-24 0 0,25-25 0,-25 25 16,25-25-16,-25 25 0,25-24 0,-25 24 0,25 0 0,-25-25 15,0 25-15,24 0 0,-24-25 0,0 25 0,0 0 16,0 0-16,0 0 0,0 0 0,0 0 0,0 0 0,0 0 15,0 0-15,0 25 0,0-25 0,0 0 0,0 25 16,0-25-16,0 0 0,0 24 0,0-24 0,0 25 0,0-25 16,0 25-16,0-25 0,0 0 0,0 25 0,0-25 15,0 0-15,0 25 0,0-25 0,0 0 0,0 0 16,0 24-16,0-24 0,0 0 0,0 0 0,0 0 0,0 0 15,0 0-15,0 0 0,0 0 0,0 0 0,0 0 16,0 0-16,0 0 0,0-24 0,0 24 0,0 0 0,0-25 16</inkml:trace>
  <inkml:trace contextRef="#ctx0" brushRef="#br0" timeOffset="168415.6328">12576 10592 0,'0'0'0,"0"0"15,0-25-15,0 25 0,0 0 0,0-25 0,0 25 0,0 0 16,0-25-16,25 25 0,-25 0 0,0 0 0,25 0 16,-25 0-16,0-25 0,24 25 0,-24 0 0,25 0 15,-25 0-15,0 0 0,25 0 0,-25 0 0,25 25 0,-25-25 16,0 0-16,25 0 0,-25 0 0,0 0 0,24 0 15,-24 25-15,25-25 0,-25 0 0,0 0 0,25 0 16,-25 25-16,0-25 0,25 0 0,-25 0 0,0 0 0,25 0 16,-25 0-16,0 0 0,24 0 0</inkml:trace>
  <inkml:trace contextRef="#ctx0" brushRef="#br0" timeOffset="168581.6423">13171 10244 0,'0'0'0,"0"0"16,0 0-16,0 0 0,0 0 0,0 0 0,0 0 15,0 0-15,0 25 0,0-25 0,0 0 0,0 25 0,-25-25 16,25 25-16,0-25 0,0 25 0,0-25 0,-24 24 16,24 1-16,-25 0 0,25-25 0,0 25 0,-25 0 15,25-25-15,0 24 0,-25-24 0,25 25 0,0 0 16,0-25-16,-25 0 0,25 25 0</inkml:trace>
  <inkml:trace contextRef="#ctx0" brushRef="#br0" timeOffset="168930.6623">14114 10368 0,'0'0'0,"0"-24"0,0 24 0,0 0 15,0 0-15,0 0 0,0 0 0,0 0 0,0 24 16,0-24-16,0 0 0,0 0 0,0 25 0,0-25 15,0 0-15,0 25 0,0 0 0,0-25 0,0 25 0,0-1 16,0 1-16,0-25 0,0 25 0,0 0 0,-25 0 16,25-1-16,0 1 0,0 0 0,0 0 0,0 0 15,0-1-15,-25 1 0,25 0 0,0 0 0,0 0 0,0-1 16,-25-24-16,25 25 0,0 0 0,0 0 0,0-25 15,-24 25-15,24-25 0,0 0 0,0 24 0,0-24 0,0 0 16,0 25-16,0-25 0,0 0 0,0 0 0,0 0 16,0 0-16,0 0 0,-25 0 0,25 0 0,0 0 0,0-25 15,0 25-15,0 0 0,-25-24 0,25 24 0,0-25 16,0 25-16,0 0 0</inkml:trace>
  <inkml:trace contextRef="#ctx0" brushRef="#br0" timeOffset="169780.7109">13891 10790 0,'0'0'16,"0"0"-16,0 0 0,0-25 0,0 25 0,0 0 0,0 0 15,0 0-15,0 0 0,24 0 0,-24-25 0,0 25 16,0 0-16,25 0 0,-25 0 0,25 0 0,-25-24 0,25 24 15,-25 0-15,25 0 0,-1 0 0,-24 0 0,25-25 16,-25 25-16,25 0 0,0 0 0,-25 0 0,25 0 16,-25 0-16,24 0 0,-24 25 0,0-25 0,25 0 0,-25 0 15,0 0-15,25 24 0,-25-24 0,0 0 0,25 0 16,-25 25-16,0-25 0,0 0 0,0 0 0,25 25 15,-25-25-15,0 0 0,0 0 0,0 0 0,24 0 0,-24 0 16,0 0-16,0 0 0,0 0 0,0 0 0,0 0 16,0 0-16,25 0 0,-25 0 0,0 0 0,0 0 0,0-25 15,0 25-15,0 0 0,0 0 0,0 0 0,0 0 16,0 0-16,0 0 0,0 0 0,0 0 0,0 0 0,0 0 15,0 0-15,0 0 0,0 0 0,0 0 0,0 0 16,0 0-16,0 0 0,0 0 0,0 0 0,0 0 16,0 0-16,0 0 0,0 0 0,0 0 0,0 0 0,0 0 15,0 0-15,0 0 0,0 25 0,0-25 0,0 0 16,0 25-16,-25-25 0,25 0 0,0 25 0,0-25 0,0 24 15,0-24-15,0 25 0,0 0 0,0-25 0,0 25 16,0-25-16,0 25 0,0-25 0,0 0 0,0 24 16,0-24-16,0 0 0,0 25 0,0-25 0,0 0 0,0 0 15,0 0-15,0 0 0,25 0 0,-25 0 0,0 25 16,0-50-16,0 25 0,0 0 0,25 0 0,-25 0 0,0 0 15,0 0-15,0 0 0,25 0 0,-25 0 0,0-25 16,25 25-16,-25 0 0,0 0 0,25-24 0,-25 24 16,0 0-16,24-25 0,-24 25 0,0 0 0,25-25 0,-25 25 15,0 0-15,0-25 0,25 25 0,-25-25 0,0 25 16,0-24-16,25 24 0,-25-25 0,0 25 0,0 0 0,0-25 15,0 25-15,0 0 0,0 0 0,0 0 0,0 0 16,0 0-16,0 0 0,0 0 0,0 0 0,0 0 0,0 0 16,0 0-16,0 0 0,0 0 0,0 0 0,0 0 15,0 0-15,0 0 0,0 25 0,0-25 0,0 0 16,0 25-16,0-25 0,0 0 0,0 24 0,0-24 0,0 25 15,0-25-15,0 0 0,0 25 0,0-25 0,0 25 16,0-25-16,0 25 0,0-25 0,-25 0 0,25 24 0,0-24 16,0 0-16,0 25 0,0-25 0,0 0 0,0 0 15,0 0-15,0 25 0,0-25 0,0 0 0,0 0 16,0 0-16,0 0 0,0 0 0,25 0 0,-25 0 0,0 0 15,0 0-15,0-25 0,25 25 0,-25 0 0,0 0 16,24 0-16,-24-25 0,25 25 0,-25 0 0,0-24 0,25 24 16,-25 0-16,25-25 0,-25 25 0,0 0 0,25 0 15,-25-25-15,0 25 0,0 0 0,0 0 0,24-25 16,-24 25-16,0 0 0,0 0 0,0 0 0,0 25 0,0-25 15,0 0-15,0 0 0,0 0 0,0 25 0,0-25 16,0 0-16,0 25 0,0-25 0,0 0 0,0 24 0,0-24 16,0 25-16,0-25 0,0 0 0,0 25 0,0-25 15,0 0-15,0 25 0,0-25 0,0 0 0,25 0 0,-25 25 16,0-25-16,0 0 0,0 0 0,25 0 0,-25 0 15,0 0-15,25 0 0,-25 0 0,25 0 0,-25 0 16,24 0-16,1 0 0,-25 0 0,25 0 0,-25-25 0,25 25 16,0 0-16,-25 0 0,24-25 0,-24 25 0,25 0 15,-25-25-15,25 25 0,-25-25 0,0 25 0</inkml:trace>
  <inkml:trace contextRef="#ctx0" brushRef="#br0" timeOffset="170370.7447">14957 10765 0,'0'0'0,"0"0"0,-25 0 0,25 0 0,0 0 0,0 0 16,0 0-16,-24 0 0,24-25 0,0 25 0,0 0 0,0 0 15,0 0-15,0 0 0,0 0 0,24 0 16,-24 0-16,0 0 0,0 0 0,25 0 0,-25-24 0,0 24 16,25 0-16,-25 0 0,25 0 0,0-25 0,-25 25 0,24 0 15,-24-25-15,25 25 0,0 0 0,-25-25 0,25 25 16,-25 0-16,25-25 0,-25 25 0,24 0 0,-24-24 15,25 24-15,-25-25 0,25 25 0,-25 0 0,0-25 0,25 25 16,-25-25-16,0 25 0,0 0 0,0-25 0,0 25 16,0 0-16,0-24 0,0 24 0,0 0 0,0 0 15,0-25-15,0 25 0,0 0 0,0-25 0,-25 25 0,25 0 16,0 0-16,0-25 0,0 25 0,-25 0 0,25 0 0,0 0 15,0 0-15,0 0 0,-25 0 0,25 0 16,0 0-16,0 0 0,-24 0 0,24 0 0,0 0 0,0 25 16,0-25-16,-25 0 0,25 25 0,0-25 0,0 25 0,-25-25 15,25 24-15,0-24 0,0 25 0,0 0 0,0-25 16,0 25-16,-25 0 0,25-1 0,0-24 0,0 25 15,0 0-15,0-25 0,-25 25 0,25 0 0,0-1 0,0-24 16,0 25-16,0-25 0,0 25 0,0 0 0,0-25 16,0 25-16,0-25 0,0 0 0,0 24 0,0-24 0,0 0 15,0 0-15,0 0 0,0 25 0,0-25 0,0 0 16,25 0-16,-25 0 0,0 0 0,0 0 0,0 0 15,25 0-15,-25-25 0,0 25 0,25 0 0,-25 0 16,25 0-16,-25 0 0,24-24 0,-24 24 0,0 0 0,25 0 16,-25 0-16,0 0 0,0 0 0,0 0 0,0 0 0,25 24 15,-25-24-15,0 0 0,0 0 0,0 25 0,0-25 16,0 0-16,0 25 0,-25-25 0,25 25 0,0-25 15,0 25-15,0-25 0,0 0 0,-25 24 0,25-24 0,0 25 16,0-25-16,0 0 0,-24 25 0,24-25 0,0 0 16,0 0-16,0 0 0,-25 0 0,25 0 0,0 0 0,-25 0 15,25 0-15,-25 0 0,25 0 0,0 0 0,-25-25 16,25 25-16</inkml:trace>
  <inkml:trace contextRef="#ctx0" brushRef="#br0" timeOffset="170541.7543">14957 10319 0,'0'-25'0,"0"25"0,0 0 0,0 0 0,-25 0 15,25 0-15,0 0 0,0 0 0,0 0 0,-24 0 16,24 0-16,0 25 0,-25-25 0,25 0 0,-25 25 0,0-1 15,25-24-15,-25 25 0,1 0 0,-1 0 0,0-25 16,0 25-16,0-1 0,1 1 0,-1-25 0,0 25 16,0 0-16,0-25 0,1 25 0</inkml:trace>
  <inkml:trace contextRef="#ctx0" brushRef="#br0" timeOffset="172158.8469">3746 12204 0,'0'0'0,"-25"0"0,25 0 0,0 0 0,0 0 15,0 0-15,0 0 0,0 0 0,0-25 0,0 25 16,0 0-16,0 0 0,0 0 0,0 0 0,0 0 0,0 0 15,0 0-15,0 0 0,0 0 0,0 0 0,-25 0 16,25 0-16,0 0 0,0 0 0,0 0 0,0 0 16,0 0-16,0 0 0,-25 0 0,25 0 0,0 0 0,0 0 15,0 0-15,0 0 0,-25 0 0,25 0 0,0 0 16,0 0-16,0 0 0,-25 0 0,25 0 0,0 0 15,0 0-15,0 0 0,-24 0 0,24 0 0,0 0 0,0 0 16,0 0-16,0 0 0,-25-25 0,25 25 0,0 0 0,0 0 16,0-25-16,-25 25 0,25 0 0,0 0 0,0 0 15,0-24-15,0 24 0,0 0 0,0-25 0,0 25 16,0 0-16,0 0 0,0-25 0,0 25 0,0 0 0,0 0 15,0-25-15,0 25 0,25 0 0,-25 0 0,0 0 16,0-25-16,0 25 0,0 0 0,25 0 0,-25 0 0,0 0 16,0 0-16,0 0 0,0 0 0,24 0 0,-24 0 15,0 0-15,0 0 0,0 0 0,25 0 0,-25 25 16,0-25-16,0 0 0,25 0 0,-25 0 0,0 25 0,0-25 15,0 25-15,25-25 0,-25 25 0,0-25 0,0 24 16,0-24-16,0 25 0,0 0 0,0-25 0,-25 25 16,25 0-16,0-25 0,0 25 0,-25-1 0,25-24 0,0 25 15,-25 0-15,25-25 0,-24 25 0,24 0 0,-25-25 16,25 24-16,-25-24 0,25 25 0,-25-25 0,25 0 0,-25 25 15,25-25-15,0 0 0,-24 0 0,24 25 0,0-25 16,-25 0-16,25 0 0,0 0 0,0 0 0,-25 0 0,25 0 16,0 0-16,0 0 0,0 0 0,0 0 0,0 0 15,0 0-15,0 0 0,0 0 0,0 0 0,0 0 0,0-25 16,0 25-16,0 0 0,0 0 0,0 0 0,0 0 15,0 0-15,0 0 0,25-25 0,-25 25 0,0 0 16,0 0-16,0 0 0,0 0 0,0 0 0,0-25 0,25 25 16,-25 0-16,0 0 0,0 25 0,0-25 0,0 0 15,0 0-15,24 0 0,-24 0 0,0 25 0,0-25 16,25 0-16,-25 25 0,0-25 0,0 0 0,25 25 0,-25-25 15,0 24-15,25-24 0,-25 0 0,0 25 0,25-25 16,-25 0-16,0 0 0,24 25 0,-24-25 0,0 0 16,25 0-16,-25 25 0,0-25 0,25 0 0,-25 0 0,0 0 15,25 0-15,-25 0 0,25 0 0,-25 0 0,0 0 16,25 0-16,-25-25 0,24 25 0,-24 0 0,25-25 0,-25 25 15,0 0-15,25-25 0,-25 25 0,25-24 0,-25-1 16,25 25-16</inkml:trace>
  <inkml:trace contextRef="#ctx0" brushRef="#br0" timeOffset="172900.8889">3770 11931 0,'-24'0'0,"24"0"0,0 0 0,0 0 0,-25 0 0,25-25 0,0 25 0,-25 0 0,25 0 0,-25 0 0,25 0 0,0 0 0,-25-25 16,25 25-16,0 0 0,-25 0 0,25 0 0,0 0 15,-24 0-15,24-24 0,-25 24 0,25 0 0,0 0 16,-25 0-16,25 0 0,0 0 0,-25 0 0,25 0 0,0 0 16,-25 0-16,25 0 0,-24 0 0,24 0 0,0 0 0,-25 0 15,25 0-15,-25 0 0,25 0 0,-25 0 0,25 0 16,-25 0-16,25 0 0,0 24 0,-24-24 0,24 0 15,-25 0-15,25 0 0,-25 25 0,25-25 0,-25 0 0,25 0 16,0 25-16,-25-25 0,25 0 0,-24 25 0,24-25 16,-25 25-16,25-25 0,0 24 0,-25-24 0,25 25 0,-25 0 15,25-25-15,0 25 0,-25-25 0,25 25 0,0-25 16,0 0-16,-24 24 0,24-24 0,0 25 0,0-25 15,0 0-15,0 25 0,0-25 0,-25 25 0,25-25 0,0 0 16,0 25-16,0-25 0,0 25 0,0-25 0,0 24 0,0-24 16,0 25-16,0-25 0,0 25 0,25-25 0,-25 25 15,0 0-15,0-25 0,0 24 0,24-24 0,-24 25 16,0-25-16,25 25 0,-25-25 0,0 25 0,25-25 0,-25 25 15,25-25-15,0 24 0,-25-24 0,24 25 0,-24-25 16,25 25-16,0-25 0,-25 25 0,25-25 0,0 25 0,-1-25 16,-24 24-16,25-24 0,0 25 0,0-25 0,0 0 15,-1 25-15,-24-25 0,25 0 0,0 25 0,0-25 16,0 0-16,-25 25 0,24-25 0,1 0 0,0 0 0,-25 0 15,25 0-15,0 0 0,0 0 0,-25 0 0,24 0 16,1-25-16,0 25 0,-25 0 0,25 0 0,0-25 0,-25 25 16,24-25-16,1 25 0,-25-25 0,25 25 0,0-24 0,-25-1 15,25 25-15,-25-25 0,24 0 0,-24 25 16,0-25-16,25 1 0,-25 24 0,0-25 0,0 0 0,25 0 15,-25 0-15,0 1 0,0-1 0,0 0 0,0 0 0,0 0 16,0 1-16,0-1 0,-25 0 0,25 0 0,0 0 16,0 0-16,0 25 0,-25-24 0,25-1 0,0 25 0,0-25 15,-24 25-15,24 0 0,0 0 0,0-25 0,0 25 16,-25 0-16,25 0 0,0 0 0,0 0 0,-25 0 15,25-25-15,0 25 0,-25 25 0,25-25 0,0 0 16,0 0-16,-25 0 0,25 0 0,0 0 0,-24 0 0,24 0 16,0 0-16,0 0 0,-25 0 0,25 0 0,0 0 0,0 25 15,0-25-15,-25 0 0,25 0 0</inkml:trace>
  <inkml:trace contextRef="#ctx0" brushRef="#br0" timeOffset="173544.9259">5308 12055 0,'0'0'0,"0"-25"0,0 25 16,0 0-16,0 0 0,0 0 0,0-25 0,0 25 0,0 0 15,0 0-15,-25 0 0,25 0 0,0 0 0,0 0 16,0 0-16,0 0 0,0 0 0,0 25 0,0-25 0,0 0 15,0 25-15,0-25 0,-24 25 0,24-25 0,0 25 16,0-1-16,0-24 0,0 25 0,-25 0 0,25 0 0,0-25 16,0 25-16,0 0 0,0-25 0,0 24 0,-25 1 15,25-25-15,0 25 0,0 0 0,0-25 0,0 25 16,-25-1-16,25-24 0,0 25 0,0-25 0,0 25 15,0-25-15,0 0 0,0 25 0,0-25 0,0 0 0,0 0 16,0 0-16,0 25 0,0-25 0,0 0 0,0 0 0,0-25 16,0 25-16,0 0 0,0 0 0,0 0 0,0-25 15,0 25-15,0-25 0,25 25 0,-25-25 0,0 25 16,0-24-16,0-1 0,0 0 0,25 25 0,-25-25 0</inkml:trace>
  <inkml:trace contextRef="#ctx0" brushRef="#br0" timeOffset="173771.9392">5383 12030 0,'0'0'0,"0"0"0,24 0 0,-24 0 16,0 0-16,0 0 0,0 0 0,0 0 0,25 0 15,-25 0-15,0 0 0,0 25 0,0-25 0,25 0 16,-25 25-16,0-25 0,0 25 0,0-25 0,25 24 0,-25 1 16,0-25-16,0 25 0,0-25 0,0 25 0,0 0 15,25-25-15,-25 25 0,0-1 0,0-24 0,0 25 0,0-25 16,0 25-16,0 0 0,0-25 0,24 25 0,-24-25 15,0 24-15,0-24 0,0 25 0,0-25 0,0 0 16,0 25-16,0-25 0,0 0 0,0 25 0,0-25 0,0 0 16,0 0-16,0 0 0,0 0 0,0 0 0,0 0 15,0 0-15,0 0 0,-24 0 0,24 0 0,0 0 0,0-25 16,0 25-16,0 0 0,0-25 0</inkml:trace>
  <inkml:trace contextRef="#ctx0" brushRef="#br0" timeOffset="174022.9533">5655 11981 0,'0'0'0,"0"0"15,25 0-15,-25 0 0,0 0 0,0 0 0,0 0 0,0 0 16,0 0-16,0 0 0,0 0 0,-25 0 0,25 0 16,0 0-16,0 0 0,0 24 0,0-24 0,0 0 15,0 25-15,0-25 0,0 25 0,0-25 0,0 25 0,0-25 16,0 25-16,0-1 0,0-24 0,0 25 0,-24 0 15,24 0-15,0 0 0,0-25 0,0 25 0,-25-1 16,25 1-16,0 0 0,0-25 0,0 25 0,-25 0 0,25-25 16,0 24-16,0-24 0,0 25 0,0-25 0,0 25 15,0-25-15,0 0 0,0 0 0,0 25 0,0-25 16,0 0-16,0 0 0,0 0 0,25 0 0,-25-25 0,0 25 15,0 0-15,25 0 0,-25 0 0</inkml:trace>
  <inkml:trace contextRef="#ctx0" brushRef="#br0" timeOffset="174933.0056">5730 12402 0,'0'0'0,"0"25"0,0-25 0,0 0 0,0 0 0,0 0 0,0 0 0,0 0 0,0 0 0,0 0 0,0 0 0,0 0 0,0 0 0,0 0 16,25 0-16,-25 0 0,0-25 0,0 25 0,24 0 15,-24 0-15,0 0 0,25-24 0,-25 24 0,25 0 0,-25-25 16,25 25-16,-25-25 0,25 25 0,-25-25 0,25 25 15,-25 0-15,0-25 0,24 25 0,-24 0 0,0-24 0,0 24 16,0 0-16,25-25 0,-25 25 0,0 0 0,0 0 16,0 0-16,0 0 0,0-25 0,-25 25 0,25 0 15,0 0-15,0 0 0,0 0 0,0 0 0,0-25 0,0 25 16,-24 0-16,24 0 0,0 0 0,0 0 0,-25 0 0,25 0 15,0 0-15,0 0 0,-25 0 0,25 0 0,0 0 16,0 0-16,-25 0 0,25 0 0,0 0 0,0 0 16,0 0-16,-25 0 0,25 0 0,0 0 0,0 25 0,0-25 15,-25 0-15,25 0 0,0 25 0,0-25 16,0 0-16,0 25 0,0-25 0,-24 24 47,24-24-47,0 0 0,0 25 0,0-25 31,0 25-31,24-25 0,-24 25 0,0-25 0,0 25 0,0-25 0,0 24 0,25-24 0,-25 0 0,0 25 0,0-25 0,25 25 0,-25-25 0,0 0 0,25 0 0,-25 0 0,0 25 0,0-25 0,25 0 0,-25 0 0,0 0 0,25 0 0,-25 0 0,0 0 0,24 0 0,-24 0 15,25 0-15,-25-25 0,25 25 0,-25 0 0,0 0 16,25 0-16,-25-25 0,25 25 0,-25 0 0,0-25 16,0 25-16,24 0 0,-24-24 0,0 24 0,0 0 0,0-25 15,0 25-15,25 0 0,-25-25 0,0 25 0,0-25 16,0 25-16,0 0 0,0-25 0,0 25 0,0-24 15,0 24-15,0-25 0,0 25 0,0 0 0,0 0 0,0-25 16,0 25-16,0 0 0,0 0 0,0 0 0,0 0 0,0 0 16,0 0-16,0 0 0,0 0 0,0 0 0,0 0 15,0 0-15,0 0 0,0 0 0,0 0 0,0 0 16,0 0-16,0 0 0,0 0 0,-25 25 0,25-25 0,0 0 15,0 0-15,0 25 0,0-25 0,0 24 0,0-24 16,0 25-16,0-25 0,0 25 0,0-25 0,25 25 16,-25-25-16,0 25 0,0-1 0,0-24 0,0 25 15,0-25-15,0 25 0,0-25 0,25 0 0,-25 25 0,0-25 16,0 0-16,0 25 0,25-25 0,-25 0 0,0 0 0,0 0 15,25 0-15,-25 0 0,0 0 0,24 0 0,-24 0 16,25 0-16,-25 0 0,25 0 0,-25-25 0,0 25 0,25 0 16,-25-25-16,25 25 0,-25 0 0,24-25 15,-24 25-15,0 0 0,0-25 0,25 25 0,-25-24 0,0 24 16,0 0-16,0-25 0,25 25 0,-25-25 0,0 25 0,0-25 15,0 25-15,0-25 0,0 25 0,0 0 0,0-24 16,0 24-16,0 0 0,0-25 0,0 25 0,0 0 0,0 0 16,0 0-16,0-25 0,0 25 0,0 0 0,-25 0 15,25 0-15,0 0 0,0 0 0,0 25 0,0-25 16,0 0-16,0 0 0,0 0 0,0 25 0,0-25 0,0 0 15,0 24-15,0-24 0,0 25 0,-25-25 0,25 25 16,0-25-16,0 25 0,0 0 0,0-25 0,0 24 0,25-24 16,-25 25-16,0-25 0,0 25 0,0-25 0,0 25 15,0-25-15,0 25 0,0-25 0,25 0 0,-25 24 16,0-24-16,0 0 0,0 0 0,25 25 0,-25-25 0,0 0 15,0 0-15,0 0 0,0 0 0,25 0 0,-25 0 16,0 0-16,0 0 0,0 0 0,24 0 0,-24-25 0,0 25 16,0 0-16,0 0 0,0-24 0,0 24 0,0 0 15,0-25-15,0 25 0,0-25 0,-24 25 0,24-25 0</inkml:trace>
  <inkml:trace contextRef="#ctx0" brushRef="#br0" timeOffset="175238.0231">5953 12080 0,'-25'0'0,"25"0"0,-24 0 16,24-25-16,0 25 0,-25 0 0,25 0 0,0-25 0,0 25 16,0 0-16,0-25 0,0 25 0,0 0 0,0 0 15,0-24-15,25 24 0,-25 0 0,0 0 0,0 0 0,0 0 16,24-25-16,-24 25 0,0 0 0,25 0 0,-25 0 15,0 0-15,0 0 0,25 0 0,-25 0 0,0 0 16,25 0-16,-25 25 0,25-25 0,-25 0 0,0 0 0,24 0 16,-24 0-16,0 0 0,25 24 0,-25-24 0,25 0 15,-25 0-15,0 0 0,25 25 0,-25-25 0,25 0 0,-25 0 16,0 0-16,24 0 0,-24 0 0,0 0 0</inkml:trace>
  <inkml:trace contextRef="#ctx0" brushRef="#br0" timeOffset="175510.0386">6400 11757 0,'24'0'0,"-24"0"16,0 0-16,0 0 0,0 0 0,0 0 0,0 0 0,0 0 16,0 0-16,0 0 0,0 0 0,0 25 0,0-25 15,0 0-15,0 25 0,-24-25 0,24 25 0,0-25 0,0 25 16,0-1-16,0-24 0,-25 25 0,25-25 0,0 25 15,0 0-15,0-25 0,0 25 0,-25-25 0,25 24 0,0-24 16,0 0-16</inkml:trace>
  <inkml:trace contextRef="#ctx0" brushRef="#br0" timeOffset="176103.0725">7739 12030 0,'0'0'0,"0"-25"0,0 25 0,0 0 16,0 0-16,0 0 0,0 0 0,0 0 0,0 0 15,0 0-15,0 0 0,0 0 0,0 0 0,0 0 16,0 0-16,0 0 0,-25 0 0,25 25 0,0-25 0,0 25 15,0-25-15,-25 25 0,25-25 0,0 25 0,0-1 16,0-24-16,-24 25 0,24 0 0,0 0 0,0 0 0,0-25 16,-25 25-16,25-1 0,0 1 0,0 0 0,-25 0 15,25 0-15,0-25 0,0 24 0,0 1 0,-25 0 0,25-25 16,0 25-16,0-25 0,0 25 0,0-25 0,0 24 15,0-24-15,-25 25 0,25-25 0,0 0 0,0 0 16,0 0-16,0 25 0,0-25 0,0 0 0,0 0 0,0-25 16,0 25-16,0 0 0,0 0 0,0 0 0,0-25 15,0 25-15,-24-24 0,24 24 0,0-25 0,0 25 0,0-25 16</inkml:trace>
  <inkml:trace contextRef="#ctx0" brushRef="#br0" timeOffset="176446.0922">7516 12278 0,'0'0'0,"0"-24"0,0 24 0,0 0 15,0 0-15,0 0 0,25-25 0,-25 25 0,0 0 0,24 0 16,-24-25-16,0 25 0,25 0 0,-25 0 0,25-25 15,-25 25-15,25 0 0,0 0 0,-25-25 0,24 25 16,1 0-16,-25 0 0,25 0 0,0 0 0,-25 0 0,25 0 16,-1 0-16,1 0 0,-25 0 0,25 25 0,0-25 15,-25 0-15,25 25 0,-25-25 0,24 25 0,-24-25 0,25 25 16,-25-25-16,25 24 0,-25 1 0,0-25 0,25 25 15,-25 0-15,0-25 0,0 25 0</inkml:trace>
  <inkml:trace contextRef="#ctx0" brushRef="#br0" timeOffset="176665.1047">7987 12502 0,'0'24'0,"0"-24"0,0 0 0,-25 0 0,25 0 0,0 0 16,0 0-16,0-24 0,0 24 0,-25 0 0,25 0 0,0 0 15,0-25-15,0 25 0,0-25 0,0 25 0,0 0 16,0-25-16,0 25 0,25-25 0,-25 25 0,0-24 16,0 24-16,0-25 0,25 25 0,-25-25 0,0 25 0,0 0 15,25-25-15,-25 25 0,0 0 0,25 0 0,-25 0 16,0-25-16,25 25 0,-25 0 0,0 0 0,0 25 15,24-25-15,-24 0 0,0 0 0,0 0 0,0 25 16,25-25-16,-25 0 0,0 25 0,0-25 0,0 25 0,0-25 16,0 0-16,0 24 0,0-24 0,0 25 0,25-25 15,-25 25-15,0-25 0,0 0 0,0 25 0,0-25 0,0 0 16,0 25-16,0-25 0,0 0 0,0 24 0,0-24 0,0 0 15,0 0-15,0 0 0,0 0 0,0 0 0,0 25 16,0-50-16,25 25 0,-25 0 0,25 0 0</inkml:trace>
  <inkml:trace contextRef="#ctx0" brushRef="#br0" timeOffset="177256.1385">8508 12402 0,'0'0'16,"0"-24"-16,0 24 0,0 0 0,0-25 0,0 25 15,0 0-15,-25-25 0,25 25 0,0 0 0,0-25 0,-25 25 16,25 0-16,0-25 0,0 25 0,-24 0 0,24 0 15,0-24-15,0 24 0,-25 0 0,25 0 0,0 0 0,0 0 16,-25 0-16,25 0 0,0 0 0,0 0 0,-25 0 16,25 0-16,0 0 0,0 0 0,-25 0 0,25 24 0,0-24 15,0 0-15,-24 25 0,24-25 0,0 25 0,0-25 16,0 25-16,0-25 0,0 25 0,0-25 0,0 24 0,0 1 15,0-25-15,0 25 0,0-25 0,0 25 0,0-25 16,0 25-16,24-25 0,-24 24 0,0-24 0,0 0 0,0 25 16,25-25-16,-25 0 0,0 0 0,0 0 0,0 25 15,25-25-15,-25 0 0,0 0 0,0 0 0,25 0 16,-25 0-16,0-25 0,0 25 0,0 0 0,25 0 0,-25 0 15,0-25-15,0 25 0,24 0 0,-24-24 0,0 24 16,0 0-16,0-25 0,0 25 0,0 0 0,25-25 0,-25 25 16,0 0-16,-25 0 0,25-25 0,0 25 0,0 0 15,0 0-15,0 0 0,0-25 0,0 25 0,0 0 16,0 0-16,0 0 0,25-24 0,-25 24 0,0 0 15,0 0-15,0 0 0,0 0 0,25-25 0,-25 25 0,0 0 16,25 0-16,-25 0 0,0 0 0,0 0 0,25 0 16,-25 0-16,0 0 0,24 0 0,-24 0 0,0 0 0,25 0 15,-25 0-15,0 0 0,0 25 0,0-25 0,25 0 16,-25 24-16,0-24 0,0 0 0,0 25 0,0-25 0,0 0 15,0 25-15,0-25 0,0 0 0,0 0 0,-25 25 16,25-25-16,0 0 0,0 25 0,0-25 0,0 0 16,0 0-16,-25 24 0,25-24 0,0 0 0,0 0 0,0 0 15,0 0-15,0 25 0,0-25 0,0 0 0,0 0 0,0 0 16,0 0-16,0 0 0,0 0 0,0-25 15,0 25-15,0 0 0,0 0 0,0 0 0,0-24 0,25 24 16,-25 0-16,0-25 0,0 25 0,25-25 0,-25 25 0,0-25 16,25 25-16,-25-25 0,25 25 0,-25-24 0,0 24 15,24 0-15,-24-25 0,0 25 0,25 0 0,-25 0 16,0 0-16,25 0 0,-25 0 0,0 0 0,0 0 0,0 0 15,25 0-15,-25 25 0,0-25 0,0 0 0,0 0 16,0 24-16,0-24 0,0 25 0,0-25 0,0 0 0,0 25 16,0-25-16,0 0 0,0 25 0,0-25 0,0 25 15,0-25-15,0 0 0,0 24 0,0-24 0,0 0 16,0 0-16,0 25 0,0-25 0,0 0 0,0 0 15,0 25-15,0-25 0,0 0 0,0 0 0,0 0 0,0 0 16,25 0-16,-25 0 0,0 0 0,24 0 0,-24 0 0,25 0 16,-25 0-16,25 0 0,0-25 0,-25 25 0,25 0 15</inkml:trace>
  <inkml:trace contextRef="#ctx0" brushRef="#br0" timeOffset="177775.1682">9079 12378 0,'0'0'16,"0"-25"-16,0 25 0,0-25 0,0 25 0,0-25 15,0 25-15,-25 0 0,25 0 0,0-25 0,0 25 0,0 0 16,0 0-16,0 0 0,-25 0 0,25 0 0,0 0 15,0 0-15,0 0 0,0 25 0,-25-25 0,25 0 16,0 25-16,0-25 0,0 25 0,-25-25 0,25 25 0,0-25 16,0 24-16,0 1 0,0-25 0,0 0 0,0 25 15,0-25-15,0 25 0,0-25 0,0 0 0,0 25 0,0-25 16,0 0-16,0 0 0,0 24 0,25-24 0,-25 0 15,0 0-15,0 0 0,25 0 0,-25 0 0,0 0 0,25 0 16,-25 0-16,25 0 0,-25 0 0,0-24 16,24 24-16,-24 0 0,25 0 0,-25-25 0,0 25 0,25 0 15,-25-25-15,0 25 0,0 0 0,0-25 0,25 25 0,-25-25 16,0 25-16,0 0 0,0-24 0,0 24 0,0 0 15,0 0-15,0 0 0,0 0 0,0 0 0,-25 0 16,25 24-16,0-24 0,0 25 0,0-25 0,-25 25 0,25-25 16,0 25-16,0 0 0,0-1 0,-25-24 0,25 25 15,0 0-15,0 0 0,0 0 0,-24-1 0,24 1 0,0 0 16,0 0-16,0 0 0,-25-1 0,25 1 0,0 0 15,0 0-15,0 0 0,-25-25 0,25 24 0,0 1 0,0-25 16,-25 25-16,25-25 0,0 25 0,0-25 0,-25 25 16,25-25-16,0 0 0,-25 0 0,25 24 0,0-24 15,-24 0-15,24-24 0,0 24 0,-25 0 0,25 0 0,0 0 16,0-25-16,-25 25 0,25 0 0,0-25 0,0 25 15,0-25-15,0 25 0,0 0 0,0-25 0,0 25 16,0 0-16,0-24 0,25 24 0,-25 0 0,0 0 0,0-25 16,25 25-16,-25 0 0,24 0 0,-24-25 0,0 25 15,25 0-15,-25 0 0,25 0 0,-25-25 0,25 25 0,-25 0 16,25 0-16,-25 0 0,0-25 0,25 25 0,-25 0 15,24 0-15,-24 0 0,0-24 0,0 24 0,25 0 0,-25 0 16,0 0-16</inkml:trace>
  <inkml:trace contextRef="#ctx0" brushRef="#br0" timeOffset="178230.1942">10269 12353 0,'0'-25'0,"0"25"16,0 0-16,0-25 0,-25 25 0,25 0 0,0-25 0,0 25 15,0 0-15,0-24 0,-24 24 0,24 0 0,0 0 16,0-25-16,-25 25 0,25 0 0,0 0 0,0-25 15,-25 25-15,25 0 0,0 0 0,0 0 0,-25 0 0,25 0 16,0 0-16,-25 0 0,25 25 0,0-25 0,-24 0 0,24 0 16,0 25-16,-25-25 0,25 24 0,0-24 0,0 25 15,-25-25-15,25 25 0,0 0 0,0-25 0,-25 25 16,25-1-16,0-24 0,0 25 0,0-25 0,0 25 15,0-25-15,0 25 0,0-25 0,25 25 0,-25-25 16,0 24-16,0-24 0,25 0 0,-25 25 0,25-25 0,-25 0 16,0 0-16,24 0 0,1 0 0,-25 25 0,25-25 0,-25 0 15,25 0-15,0 0 0,-25 0 0,24 0 0,1-25 16,-25 25-16,25 0 0,0 0 0,0 0 0,-25 0 15,24 0-15,-24-25 0,25 25 0</inkml:trace>
  <inkml:trace contextRef="#ctx0" brushRef="#br0" timeOffset="179057.2415">10517 12427 0,'25'0'0,"-25"-25"0,0 25 0,0 0 16,0-24-16,0 24 0,-25 0 0,25-25 0,0 25 0,0 0 15,0-25-15,0 25 0,0 0 0,0 0 0,0-25 16,-25 25-16,25 0 0,0 0 0,0-25 0,0 25 0,0 0 16,0 0-16,-24 0 0,24 0 0,0 0 0,0 0 15,-25-24-15,25 24 0,0 0 0,-25 0 0,25 0 16,0 0-16,-25 24 0,25-24 0,0 0 0,-25 0 15,25 0-15,0 0 0,-24 25 0,24-25 0,0 0 0,0 25 16,-25-25-16,25 25 0,0-25 0,0 25 0,0-25 0,0 24 16,0-24-16,-25 25 0,25-25 0,0 0 0,0 25 15,0-25-15,25 0 0,-25 25 0,0-25 0,0 0 16,0 0-16,0 25 0,0-25 0,0 0 0,0 0 0,25 0 15,-25 0-15,0 0 0,0 0 0,0 0 0,24 0 16,-24 0-16,0 0 0,0 0 0,25 0 0,-25 0 0,0 0 16,25 0-16,-25 0 0,25-25 0,-25 25 0,0 0 15,25 0-15,-25-25 0,0 25 0,24 0 0,-24-25 0,0 25 16,25-25-16,-25 25 0,0 0 0,25-24 0,-25 24 15,0-25-15,0 25 0,25-25 0,-25 25 0,0 0 16,0-25-16,0 25 0,0 0 0,0 0 0,0 0 0,0 0 78,0 0-78,0 0 0,0 0 0,0 0 0,0 0 0,0 0 0,0 0 0,0 25 0,0-25 0,0 0 0,0 25 0,0-25 0,0 25 0,0-25 0,0 24 0,-25-24 0,25 0 0,0 25 0,0-25 0,0 25 0,0-25 0,0 25 0,0-25 0,25 0 0,-25 25 0,0-25 0,0 0 16,0 24-16,0-24 0,0 0 0,0 25 0,0-25 15,0 0-15,0 0 0,0 0 0,0 25 0,25-25 0,-25 0 16,0 0-16,0 0 0,24 0 0,-24 0 0,0 0 15,25 0-15,-25 0 0,25 0 0,-25-25 0,0 25 16,25 0-16,-25 0 0,25-25 0,-25 25 0,0 0 0,24 0 16,-24-24-16,25 24 0,-25-25 0,0 25 0,25 0 15,-25-25-15,0 25 0,0-25 0,25 25 0,-25-25 0,0 25 16,0-24-16,0 24 0,0 0 0,0-25 0,0 25 15,0 0-15,0-25 0,0 25 0,0 0 0,0 0 16,0 0-16,0 0 0,0 0 0,-25 0 0,25 0 0,0 0 16,0 0-16,0 0 0,-25 0 0,25 0 0,0 25 15,0-25-15,-25 0 0,25 0 0,0 25 0,0-25 0,0 0 16,-24 24-16,24-24 0,0 0 0,0 25 0,0-25 15,0 25-15,0-25 0,0 25 0,0-25 0,0 25 16,0-25-16,0 24 187</inkml:trace>
  <inkml:trace contextRef="#ctx0" brushRef="#br0" timeOffset="179218.2507">11112 11956 0,'25'0'0,"-25"-25"0,0 25 0,-25 0 0,25 0 0,0 0 0,0 0 0,0 0 0,0 0 0,0 0 0,0 25 0,0-25 0,-24 0 0,24 25 0,0-25 0,0 24 0,-25-24 0,25 25 0,0 0 0,0-25 0,-25 25 0,25 0 0,0-25 0,-25 24 16,25 1-16,0-25 0,-25 25 0,25-25 0,-24 25 16,24 0-16,0-25 0</inkml:trace>
  <inkml:trace contextRef="#ctx0" brushRef="#br0" timeOffset="181036.3541">11931 12154 0,'0'-25'0,"0"25"0,0 0 0,-25 0 0,25 0 16,0 0-16,0-24 0,0 24 0,0 0 0,0 0 16,0 0-16,0 0 0,0 0 0,0 0 0,0 0 15,0 0-15,0 0 0,0 0 0,0 0 0,0 0 0,0 0 16,0 0-16,0 0 0,0 0 0,0 0 0,0 0 15,0 0-15,0 0 0,0 0 0,0 0 0,0 0 0,0 0 16,0 0-16,0 0 0,0 0 0,0 0 0,0 0 16,0 0-16,0 24 0,0-24 0,0 0 0,0 0 15,0 25-15,0-25 0,0 25 0,0-25 0,-25 25 0,25 0 16,0-25-16,0 25 0,0-25 0,0 24 0,0-24 15,0 25-15,0-25 0,0 25 0,0-25 0,0 25 16,0-25-16,0 0 0,0 25 0,0-25 0,0 0 0,0 0 16,0 24-16,-24-24 0,24 0 0,0 0 0,0 0 0,0 0 15,0 0-15,0 0 0,0 0 0,0 0 0,0 0 16,0 0-16,0 0 0,0 0 0,0 0 0,0 0 15,0 0-15,0 0 0,0 0 0,0-24 0,0 24 0,0 0 16,0 0-16,0-25 0,24 25 0,-24-25 0,0 25 16,0-25-16,0 25 0,25-25 0,-25 25 0,0-24 15,25 24-15,-25-25 0,25 25 0,-25-25 0,0 25 0,25 0 16,-25-25-16,24 25 0,-24 0 0,0 0 0,25 0 15,-25-25-15,0 25 0,0 0 0,0 0 0,25 0 0,-25 25 16,0-25-16,0 0 0,0 0 0,25 0 0,-25 25 16,0-25-16,0 0 0,0 25 0,0-25 0,0 0 0,0 25 15,0-25-15,0 24 0,0-24 0,0 25 0,0-25 16,0 25-16,-25-25 0,25 25 0,0-25 0,0 25 15,0-25-15,0 24 0,-25-24 0,25 25 0,0-25 0,0 0 16,0 25-16,0-25 0,0 0 0,0 25 0,0-25 16,0 0-16,0 0 0,0 0 0,0 0 0,25 0 0,-25 0 15,0 0-15,0 0 0,25 0 0,-25 0 0,25 0 16,-25 0-16,24-25 0,-24 25 0,25 0 0,0-25 0,-25 25 15,25 0-15</inkml:trace>
  <inkml:trace contextRef="#ctx0" brushRef="#br0" timeOffset="181538.3829">12353 12328 0,'0'-25'0,"0"25"0,0 0 16,0 0-16,0-25 0,0 25 0,0 0 0,0-24 15,0 24-15,0 0 0,-25-25 0,25 25 0,0 0 0,0 0 16,0-25-16,0 25 0,0 0 0,0 0 0,-25-25 16,25 25-16,0 0 0,0 0 0,0 0 0,0 0 0,-25 0 15,25 0-15,0 25 0,-24-25 0,24 0 0,0 25 16,-25-25-16,25 25 0,0-25 0,0 24 0,-25-24 0,25 25 15,0 0-15,0-25 0,-25 25 0,25 0 0,0-25 16,0 24-16,0-24 0,0 25 0,0-25 0,0 25 16,0-25-16,0 25 0,0-25 0,25 0 0,-25 0 0,0 25 15,0-25-15,0 0 0,25 0 0,-25 0 0,0 0 16,0 0-16,25 0 0,-25 0 0,0 0 0,24 0 0,-24 0 15,0-25-15,25 25 0,-25 0 0,25 0 0,-25-25 16,0 25-16,25 0 0,-25-25 0,0 25 0,0-25 16,25 25-16,-25-24 0,0 24 0,0 0 0,0-25 0,24 25 15,-24 0-15,0-25 0,0 25 0,0 0 0,0 0 16,0 0-16,0 0 0,0 0 0,0 0 0,0 0 0,0 25 15,0-25-15,0 25 0,-24-25 0,24 24 0,0-24 16,0 25-16,0-25 0,0 25 0,0 0 0,0 0 16,0-1-16,0-24 0,0 25 0,0 0 0,0 0 0,-25 0 15,25-25-15,0 24 0,0 1 0,0 0 0,0 0 0,0-25 16,0 25-16,-25-1 0,25-24 0,0 25 0,0-25 15,0 25-15,-25-25 0,25 25 0,0-25 0,-25 0 16,25 0-16,-24 25 0,24-25 0,-25 0 0,25 0 0,-25 0 16,25 0-16,0 0 0,-25 0 0,25 0 0,-25 0 15,25 0-15,-25 0 0,25 0 0,0-25 0,-24 25 16,24 0-16,-25 0 0,25-25 0,0 25 0,0 0 0,-25 0 15,25-25-15,0 25 0,0 0 0,0 0 0,0 0 16,-25-25-16,25 25 0,0 0 0,0 0 0,-25 0 16,25-24-16,0 24 0,0 0 0</inkml:trace>
  <inkml:trace contextRef="#ctx0" brushRef="#br0" timeOffset="182743.4523">11013 12402 0,'0'-24'0,"0"24"0,0 0 0,0 0 16,0 0-16,0 0 0,0 0 0,0 0 0,0 0 15,0 0-15,0 0 0,0 0 0,0 0 0,0 0 16,0 0-16,0 0 0,0 0 0,0 0 0,0 0 0,0 0 16,-25-25-16,25 25 0,0 0 0,0 0 0,0 0 0,0 0 15,0 0-15,0 0 0,0 0 0,0 0 0,-24 0 16,24 0-16,0 0 0,0 0 0,0 0 0,-25 0 15,25 0-15,0 0 0,0 0 0,0 0 0,-25 0 0,25 0 16,0 0-16,-25 0 0,25 0 0,0 25 0,-25-25 16,25 0-16,0 0 0,0 0 0,-24 0 0,24 0 0,0 0 15,-25 0-15,25 0 0,0 0 0,0 0 0,-25 0 16,25 0-16,0 0 0,0 0 0,0 0 0,0 0 0,-25 24 15,25-24-15,0 0 0,0 0 0,0 0 0,0 0 16,0 0-16,0 0 0,-25 25 0,25-25 0,0 0 16,0 0-16,0 0 0,0 25 0,0-25 0,0 0 0,0 25 15,-24-25-15,24 0 0,0 25 0,0-25 0,0 0 16,0 24-16,0-24 0,0 25 0,24-25 0,-24 0 15,0 25-15,0-25 0,0 0 0,0 25 0,0-25 0,25 0 16,-25 25-16,0-25 0,0 0 0,25 24 0,-25-24 16,0 0-16,25 25 0,-25-25 0,0 0 0,25 25 0,-25-25 15,24 0-15,-24 0 0,0 0 0,25 0 0,-25 25 16,25-25-16,-25 0 0,25 0 0,-25 0 0,25 0 15,-1 0-15,-24-25 0,25 25 0,-25 0 0,25 0 0,0 0 16,-25-25-16,25 25 0,-25 0 0,24 0 0,-24-25 16,25 25-16,-25 0 0,25 0 0,-25-24 0,0 24 0,0 0 15,25 0-15,-25 0 0,0 0 0,0 0 0,0 0 0,0 0 16,0 0-16,0 0 0,0 0 0</inkml:trace>
  <inkml:trace contextRef="#ctx0" brushRef="#br0" timeOffset="184023.5256">12402 12204 0,'0'0'0,"0"0"0,0 0 0,0 0 16,0 0-16,0 0 0,0 0 0,0 0 0,25 0 0,-25 0 15,0 0-15,0 0 0,0 0 0,25 0 0,-25 0 16,0-25-16,0 25 0,25 0 0,-25 0 0,0 0 16,25-25-16,-25 25 0,24 0 0,-24-25 0,25 25 0,-25 0 15,25-24-15,-25 24 0,25-25 0,-25 25 0,25 0 16,-25-25-16,24 25 0,-24-25 0,25 25 0,-25-25 15,0 25-15,25 0 0,-25-24 0,25 24 0,-25-25 0,0 25 16,0 0-16,25-25 0,-25 25 0,0-25 0,0 25 16,0 0-16,0-25 0,0 25 0,0-24 0,0 24 15,0-25-15,0 25 0,0 0 0,0-25 0,-25 25 0,25 0 16,0-25-16,0 25 0,-25 0 0,25-25 0,0 25 0,-25 0 15,25 0-15,0-24 0,0 24 0,-25 0 0,25 0 16,0 0-16,-24 0 0,24 0 0,0-25 0,-25 25 16,25 0-16,0 0 0,0 0 0,0 0 0,-25 25 0,25-25 15,0 0-15,0 0 0,0 0 0,0 0 0,0 0 0,0 24 16,0-24-16,-25 0 0,25 25 0,0-25 0,0 25 15,0-25-15,0 25 0,0-25 0,0 25 0,0-1 16,0 1-16,0-25 0,0 25 0,-25 0 0,25 0 0,0-1 16,0-24-16,0 25 0,0 0 0,0 0 0,0-25 15,0 25-15,0-1 0,-24 1 0,24-25 0,0 25 0,0 0 16,0 0-16,0-25 0,0 25 0,-25-1 0,25-24 15,0 25-15,0-25 0,0 25 0,0-25 0,0 25 16,0-25-16,0 0 0,0 25 0,-25-25 0,25 0 16,0 0-16,0 0 0,25 0 0,-25 24 0,0-24 0,0 0 15,0 0-15,0 0 0,0 0 0,0 0 0,0 0 16,0 0-16,0-24 0,0 24 0,0 0 0,25 0 0,-25 0 15,0 0-15,0-25 0,24 25 0,-24 0 0,0-25 16,25 25-16,-25 0 0,25-25 0,-25 25 0,0-25 0,25 25 16,-25-24-16,25 24 0,-25 0 0,24-25 0,-24 25 15,0 0-15,0 0 0,25 0 0,-25 0 0,0 0 0,0 0 16,0 0-16,0 0 0,0 0 0,0 25 0,0-25 15,0 0-15,0 24 0,0-24 0,0 0 0,0 25 0,0-25 16,0 25-16,0-25 0,0 25 0,0-25 0,0 25 16,0-25-16,0 24 0,0-24 0,0 0 0,0 25 15,0-25-15,0 0 0,0 0 0,0 25 0,0-25 0,0 0 16,0 0-16,0 0 0,0 25 0,0-25 0,0 0 15,0 0-15,25 0 0,-25 0 0,0 0 0,0 0 16,0 0-16,0 0 0,0 0 0,25 0 0,-25 0 0</inkml:trace>
  <inkml:trace contextRef="#ctx0" brushRef="#br0" timeOffset="184582.5575">13022 12303 0,'0'-25'0,"0"25"15,0 0-15,0 0 0,0 0 0,0-24 0,0 24 0,0 0 16,0 0-16,0 0 0,0 0 0,0 0 0,0 0 15,0 0-15,0 0 0,0 0 0,0 0 0,0 0 0,0 0 16,0 0-16,0 0 0,0 0 0,-24 0 0,24 0 16,0 0-16,0 0 0,0 0 0,0 0 0,0 24 15,0-24-15,0 25 0,0-25 0,0 25 0,0-25 0,-25 25 16,25-25-16,0 25 0,0-25 0,0 24 0,0-24 15,0 25-15,0 0 0,0-25 0,25 25 0,-25-25 0,0 25 16,0-25-16,0 0 0,0 24 0,24-24 0,-24 0 16,0 25-16,0-25 0,25 0 0,-25 0 0,0 0 15,25 0-15,-25 0 0,0 0 0,25 0 0,-25 0 0,25 0 16,-25-25-16,24 25 0,-24 0 0,25 0 0,-25-24 15,25 24-15,-25 0 0,25-25 0,-25 25 0,25 0 16,-25-25-16,25 25 0,-25-25 0,0 25 0,24 0 0,-24-25 16,0 25-16,0-24 0,0 24 0,0-25 0,0 25 0,0 0 15,0-25-15,0 25 0,0 0 0,0-25 0,0 25 16,0 0-16,0-25 0,0 25 0,0 0 0,0 0 15,0-24-15,0 24 0,-24 0 0,24 0 0,0 0 0,0 0 16,0-25-16,0 25 0,-25 0 0,25 0 0,0 0 16,0 0-16,0 0 0,0 0 0,0 0 0,-25 25 15,25-25-15,0 0 0,0 0 0,0 24 0,-25-24 0,25 0 16,0 25-16,0-25 0,0 25 0,-25-25 0,25 25 15,0-25-15,0 25 0,0-25 0,0 24 0,0 1 0,0-25 16,0 25-16,0-25 0,0 25 0,0-25 0,0 25 16,0-25-16,25 0 0,-25 24 0,0-24 0,0 0 0,25 25 15,-25-25-15,0 0 0,0 0 0,25 25 0,-25-25 16,25 0-16,-25 0 0,24 0 0,-24-25 0,25 25 16,-25 0-16,25 0 0,-25 0 0,25-25 0,0 25 0,-25 0 15,24-24-15,-24 24 0,0 0 0,25-25 0,-25 25 16,0-25-16,0 25 0,0-25 0,25 25 0</inkml:trace>
  <inkml:trace contextRef="#ctx0" brushRef="#br0" timeOffset="185218.5939">13469 12278 0,'0'0'0,"0"0"0,0 0 0,0 0 0,0 0 15,0-24-15,0 24 0,0 0 0,0 0 0,0 0 16,0 0-16,0 0 0,0 24 0,0-24 0,0 0 0,0 0 15,0 0-15,0 25 0,0-25 0,0 0 0,0 25 16,0-25-16,0 25 0,0-25 0,0 0 0,0 25 16,0-25-16,0 24 0,0-24 0,0 25 0,0-25 0,0 25 15,0-25-15,0 0 0,0 25 0,0-25 0,0 0 16,0 25-16,0-25 0,0 0 0,0 0 0,0 24 0,0-24 15,0 0-15,0 0 0,0 0 0,0 0 0,0 0 16,0 0-16,0 0 0,0 0 0,0 0 0,0 0 0,0 0 16,0 0-16,0 0 0,0 0 0,0 0 0,0-24 15,0 24-15,0 0 0,0-25 0,0 25 0,25 0 16,-25-25-16,0 25 0,0-25 0,0 25 0,25-25 0,-25 1 15,0 24-15,0-25 0,24 0 0,-24 25 0,0-25 16,25 25-16,-25-25 0,0 25 0,25-24 0,-25 24 0,0 0 16,25 0-16,-25-25 0,0 25 0,0 0 0,25 0 15,-25 0-15,0 0 0,0 25 0,0-25 0,0 0 16,0 0-16,0 24 0,0-24 0,24 0 0,-24 25 0,0-25 15,0 25-15,0-25 0,0 25 0,0-25 0,0 25 16,0-25-16,-24 24 0,24-24 0,0 25 0,0-25 0,0 0 16,0 25-16,0-25 0,0 0 0,0 25 0,0-25 15,0 0-15,0 25 0,0-25 0,0 0 0,0 0 16,0 0-16,0 0 0,0 0 0,0 0 0,0 0 0,0 0 15,0 0-15,0 0 0,0 0 0,24 0 0,-24 0 16,0 0-16,0-25 0,0 25 0,25 0 0,-25-25 0,25 25 16,-25 0-16,0-25 0,25 25 0,-25-25 0,25 25 15,-25-24-15,0 24 0,24-25 0,-24 25 0,0 0 0,25-25 16,-25 25-16,0 0 0,0 0 0,25-25 0,-25 25 15,0 0-15,0 0 0,0 0 0,0 0 0,0 0 16,0 0-16,0 25 0,0-25 0,0 0 0,0 0 0,0 25 16,0-25-16,0 0 0,0 25 0,0-25 0,0 24 0,0-24 15,0 25-15,0-25 0,0 25 0,0-25 0,0 25 16,0-25-16,0 25 0,0-25 0,0 24 0,25-24 15,-25 0-15,0 25 0,0-25 0,0 25 0,0-25 0,0 0 16,25 0-16,-25 25 0,0-25 0,24 0 0,-24 0 16,0 0-16,0 0 0,25 0 0,-25 0 0,0 0 15,25 0-15,-25-25 0,0 25 0,25 0 0,-25 0 0,0-25 16,0 25-16,0-25 0,0 25 0</inkml:trace>
  <inkml:trace contextRef="#ctx0" brushRef="#br0" timeOffset="185545.6126">13246 12030 0,'0'0'0,"0"0"0,0 0 0,0 0 16,0 0-16,0-25 0,0 25 0,0 0 0,0 0 0,0 0 16,0 0-16,0 0 0,25-24 0,-25 24 0,0 0 0,24 0 15,-24 0-15,0 0 0,25 0 0,-25-25 0,25 25 16,-25 0-16,0 0 0,25 0 0,-25 0 0,25 0 15,-25 0-15,0 0 0,24 0 0,-24 0 0,0 0 0,25 0 16,-25 0-16,0 25 0,25-25 0,-25 0 0,0 0 16,25 24-16,-25-24 0,0 25 0,0-25 0,0 25 15,25-25-15,-25 25 0,0 0 0,0-25 0,0 24 0,0 1 16,0 0-16,0 0 0,0-25 0,0 25 0,0 0 15,0-1-15,0 1 0,0 0 0,0 0 0,0 0 0,-25-1 16</inkml:trace>
  <inkml:trace contextRef="#ctx0" brushRef="#br0" timeOffset="185788.6263">13271 12973 0,'-25'0'0,"25"0"16,0 0-16,0 0 0,0 0 0,0 0 0,0 0 0,0 0 15,0 0-15,0 0 0,0 0 0,0 0 0,0 0 16,0 0-16,0 0 0,0 0 0,0 0 0,0 0 16,0 0-16,0 0 0,0 0 0,0 0 0,0 0 0,25 0 15,-25-25-15,0 25 0,0 0 0,0 0 0,0-25 16,0 25-16,0-25 0,0 25 0,0-24 0,0 24 0,0-25 15,0 25-15,0-25 0,0 0 0,0 25 0</inkml:trace>
  <inkml:trace contextRef="#ctx0" brushRef="#br0" timeOffset="185972.6371">13196 11931 0,'0'0'0,"0"0"0,0 0 16,-25 0-16,25-25 0,0 25 0,0 0 0,0 0 15,0 0-15,0 0 0,0-25 0,0 25 0,0 0 16,0 0-16,0 0 0,0 0 0,0 0 0,0 0 0,0 0 16,0 0-16,0 25 0,0-25 0,0 0 0,0 0 0,0 0 15,0 0-15,0 25 0</inkml:trace>
  <inkml:trace contextRef="#ctx0" brushRef="#br0" timeOffset="186563.6709">14982 11832 0,'0'0'0,"0"0"15,-25 0-15,25 0 0,0 0 0,0 0 0,0 0 16,-25 0-16,25 0 0,0 0 0,0 25 0,0-25 16,0 0-16,0 24 0,0-24 0,-24 0 0,24 25 0,0 0 15,0 0-15,0-25 0,0 25 0,0-1 0,0 1 16,-25 0-16,25 0 0,0 0 0,0-1 0,0 1 0,0 0 15,0 0-15,0 0 0,-25 0 0,25-1 0,0 1 16,0-25-16,0 25 0,0 0 0,0 0 0,0-25 0,0 24 16,-25 1-16,25-25 0,0 0 0,0 25 0,0-25 15,0 25-15,0-25 0,0 0 0,0 0 0,0 0 16,0 0-16,0 25 0,0-25 0,-25 0 0,25 0 0,0 0 15,0-25-15,0 25 0,0 0 0,-24 0 0,24-25 0,0 25 16,0 0-16,0-25 0,0 25 0</inkml:trace>
  <inkml:trace contextRef="#ctx0" brushRef="#br0" timeOffset="187478.7232">14759 12328 0,'0'0'0,"0"0"0,0 0 0,25 0 16,-25 0-16,0-25 0,0 25 0,0 0 0,24 0 0,-24 0 16,0-25-16,25 25 0,-25 0 0,25-24 0,-25 24 0,25 0 15,0 0-15,-25-25 0,24 25 0,-24 0 0,25 0 16,0 0-16,-25 0 0,25 0 0,-25 0 0,25 0 15,-25 0-15,24 0 0,-24 0 0,0 0 0,25 0 0,-25 0 16,0 25-16,25-25 0,-25 0 0,0 0 0,0 0 16,0 24-16,0-24 0,0 0 0,0 25 0,0-25 0,0 0 15,0 0-15,0 25 0,0-25 0,0 25 0,0-25 16,0 0-16,-25 25 0,25-25 0,0 24 0,0-24 15,0 0-15,0 25 0,-25-25 0,25 25 0,0-25 16,0 25-16,0-25 0,0 25 0,0-25 0,0 24 0,0-24 16,0 25-16,0-25 0,0 25 0,0-25 0,0 0 0,0 25 15,0-25-15,0 0 0,25 0 0,-25 0 16,0 25-16,0-25 0,25 0 0,-25 0 0,0 0 0,25 0 15,-25-25-15,0 25 0,25 0 0,-25 0 0,0 0 16,0-25-16,24 25 0,-24 0 0,0 0 0,0-25 0,0 25 16,0-25-16,25 25 0,-25 0 0,-25-24 0,25 24 0,0 0 15,0-25-15,0 25 0,0-25 0,0 25 0,0 0 16,-24-25-16,24 25 0,0-25 0,0 25 0,0 0 0,0 0 15,0-24-15,0 24 0,0 0 0,0 0 16,0 0-16,0 0 0,0 0 0,0-25 0,0 25 0,0 0 16,0 0-16,0 0 0,0 0 0,0 0 0,24-25 0,-24 25 15,0 0-15,0 0 0,25 0 0,-25 0 0,0-25 16,0 25-16,25 0 187,99 199-187,-149-175 0,25-24 0,0 25 0,0-25 16,0 0-16,0 25 0,0-25 0,0 0 0,0 25 0,-25-25 0,25 0 15,0 0-15,0 25 0,0-25 0,0 0 0,0 0 16,0 0-16,0 0 0,0 0 0,0 0 0,0 0 0,0 0 15,0 0-15,0 0 0,0-25 0,0 25 0,0 0 16,0 0-16,0-25 0,25 25 0,-25 0 0,0-25 0,0 25 16,0-25-16,0 25 0,25-24 0,-25 24 0,0-25 0,25 0 15,-25 25-15,25-25 0,-25 25 0,25-25 0,-25 25 0,24-24 16,-24 24-16,25-25 0,-25 25 0,25 0 0,-25-25 0,0 25 15,25 0-15,-25 0 0,25 0 0,-25 0 0,24 0 0,-24 0 0,0 0 16,0 0-16,25 25 0,-25-25 0,0 0 0,0 25 16,0-25-16,0 0 0,0 24 0,0-24 0,0 25 0,0-25 15,0 25-15,0-25 0,-25 25 0,25-25 0,0 25 0,0-25 16,0 24-16,0-24 0,0 25 0,0-25 0,-24 25 15,24-25-15,0 25 0,0-25 0,0 25 0,0-25 0,0 24 16,0-24-16,0 0 0,0 0 0,0 25 0,0-25 16,0 0-16,0 0 0,24 0 0,-24 0 0,0 0 0,0 0 15,0 0-15,25-25 0,-25 25 0,0 0 0,0 0 0,25-24 0,-25 24 0,0 0 16,0-25-16,0 25 0,0-25 0,0 25 15,25-25-15,-25 25 0</inkml:trace>
  <inkml:trace contextRef="#ctx0" brushRef="#br0" timeOffset="187849.7444">15056 12030 0,'-24'0'0,"24"0"0,0 0 15,0 0-15,0 0 0,0 0 0,0 0 0,0 0 0,0-25 16,0 25-16,0 0 0,0 0 0,0 0 0,24 0 15,-24-24-15,0 24 0,25 0 0,-25 0 0,0-25 16,25 25-16,-25 0 0,25 0 0,-25 0 0,0-25 0,25 25 16,-25 0-16,0 0 0,0-25 0,24 25 0,-24 0 15,0 0-15,0 0 0,25 0 0,-25 0 0,0 0 16,0 0-16,0 0 0,0 0 0,25 25 0,-25-25 0,0 0 15,0 0-15,25 25 0,-25-25 0,0 0 0,0 25 16,25-25-16,-25 0 0,0 24 0,0-24 0,24 0 0,-24 25 16,0-25-16,0 0 0,25 0 0,-25 0 0,0 25 0,0-25 15,25 0-15,-25 0 0,0-25 0,25 25 0,-25 0 16</inkml:trace>
  <inkml:trace contextRef="#ctx0" brushRef="#br0" timeOffset="188135.7608">15528 11757 0,'0'0'0,"0"0"0,0 0 16,0 0-16,0 0 0,25 0 0,-25 0 0,0 0 0,24 0 0,-24 0 15,25 0-15,-25-24 0,25 24 0,0 0 0,-25 0 16,25 0-16,-1 0 0,-24 0 0,25 0 0,0 0 15,-25 0-15,25 0 0,0 0 0,-25 0 0,24 24 0,-24-24 16,0 0-16,25 0 0,-25 0 0,0 0 0,0 0 16</inkml:trace>
  <inkml:trace contextRef="#ctx0" brushRef="#br0" timeOffset="188289.7696">14833 12030 0,'0'25'16,"0"-25"-16,0 0 0,0 0 0,0-25 0,25 25 0,-25 0 15,25 0-15,-25 0 0,25 0 0,-1 0 0,1 0 16,-25 0-16,25 0 0,0 0 0,0 0 0,-1 0 0,1 0 15,-25 0-15,25 0 0,0 0 0,0 0 16,-25 0-16,24 0 0,1 0 0,-25 0 0,25 25 0,-25-25 16,25 0-16</inkml:trace>
  <inkml:trace contextRef="#ctx0" brushRef="#br0" timeOffset="189025.8117">16743 11881 0,'0'0'0,"0"-24"0,0 24 0,0 0 0,0 0 16,0 0-16,0 0 0,0 0 0,0 0 0,0 0 15,0 0-15,0 0 0,0 0 0,0 0 0,-25 0 0,25 0 16,0 24-16,0-24 0,0 25 0,0-25 0,0 25 15,-24 0-15,24 0 0,0-1 0,0 1 0,0 0 16,-25 0-16,25 0 0,0-1 0,0 1 0,-25 0 0,25 0 16,0 0-16,0 0 0,-25-1 0,25 1 0,0 0 15,0 0-15,-25 0 0,25-1 0,0-24 0,0 25 16,0 0-16,-24-25 0,24 25 0,0 0 0,0-25 0,0 0 15,-25 24-15,25-24 0,0 0 0,0 25 0,0-25 16,-25 0-16,25 0 0,0 0 0,0 0 0,0 0 0,0 0 16,-25 0-16,25 0 0,0 0 0,0 0 0,0-25 15,-25 25-15,25 0 0,0-24 0,0 24 0,0-25 0,0 0 16,-24 25-16,24-25 0,0 25 0,0-25 0,0 1 15,0 24-15,0-25 0,0 25 0,0-25 0,24 25 16,-24-25-16,0 25 0,0 0 0,0-25 0,0 25 0,25 0 16,-25 0-16,0-24 0,25 24 0,-25 0 0,25 0 15,-25 0-15,25-25 0,-1 25 0,-24 0 0,25 0 16,0 0-16,0 0 0,-25 0 0,25 0 0,-1 0 0,1 0 15,0 0-15,0 0 0,0 0 0,-25 0 0,24 0 0,1 0 16,0 0-16,-25 0 0,25 0 0,0 0 0,-25 25 16,24-25-16,-24 0 0,25 0 0,-25 0 0,25 24 15,-25-24-15</inkml:trace>
  <inkml:trace contextRef="#ctx0" brushRef="#br0" timeOffset="189698.8499">17140 12278 0,'0'0'0,"0"0"0,0-24 0,0 24 0,0 0 15,0 0-15,-25 0 0,25-25 0,0 25 0,0 0 0,0 0 16,0 0-16,-25-25 0,25 25 0,0 0 0,0 0 15,-24 0-15,24-25 0,0 25 0,0 0 0,-25 0 0,25 0 16,0 0-16,-25 0 0,25 0 0,0-25 0,-25 50 16,25-25-16,-25 0 0,25 0 0,-24 0 0,24 0 15,0 0-15,-25 25 0,25-25 0,-25 0 0,25 25 0,-25-25 16,25 25-16,0-25 0,-25 24 0,25-24 0,0 25 0,0-25 15,-24 25-15,24-25 0,0 25 0,0-25 0,0 25 16,0-25-16,0 24 0,24-24 0,-24 0 0,0 25 16,0-25-16,0 0 0,25 25 0,-25-25 0,0 0 0,0 0 15,25 25-15,-25-25 0,0 0 0,25 0 0,-25 0 16,25 0-16,-25 0 0,0 0 0,24 0 0,-24 0 0,25 0 15,-25-25-15,25 25 0,-25 0 0,0 0 0,25-25 16,-25 25-16,25 0 0,-25-25 0,0 25 0,24 0 16,-24-24-16,0 24 0,0-25 0,25 25 0,-25-25 15,0 25-15,0 0 0,0-25 0,0 25 0,0-25 0,0 25 16,0 0-16,0-24 0,0 24 0,0 0 0,0 0 0,0 0 15,0 0-15,0 0 0,0 0 0,0 0 0,0 0 16,0 0-16,0 0 0,0 0 0,0 0 0,0 0 16,0 0-16,0 0 0,0 0 0,-25 24 0,25-24 0,0 0 15,0 0-15,0 25 0,0-25 0,0 0 0,0 25 16,0-25-16,0 25 0,0-25 0,0 0 0,0 25 15,-24-25-15,24 24 0,24-24 0,-24 0 0,0 25 0,0-25 16,0 25-16,0-25 0,0 0 0,0 0 0,0 25 16,0-25-16,0 0 0,25 0 0,-25 0 0,0 25 0,0-25 15,0 0-15,25 0 0,-25 0 0,0 0 0,0 0 16,25 0-16,-25 0 0,0 0 0,25 0 0,-25-25 0,0 25 15,24 0-15,-24 0 0,0 0 0,25-25 0,-25 25 16,0 0-16,0-25 0,25 25 0,-25 0 0,0-25 16,0 25-16,25-24 0,-25 24 0,0 0 0,0-25 0,0 25 15,0-25-15,0 25 0,25 0 0,-25-25 0,0 25 16,0 0-16,0 0 0,0-25 0,0 25 0,0 0 15,0 0-15,0 0 0,-25 0 0,25 25 0,0-25 0,0 0 16,0 0-16,0 0 0,0 25 0,0-25 0,0 25 0,0-25 16,0 0-16,0 25 0,0-25 0,0 24 15,0-24-15,0 25 0,0-25 0,0 0 0,0 25 0,0-25 16,0 0-16,0 25 0,0-25 0,0 0 0,0 0 0,0 0 15,0 0-15,0 0 0,0 0 0,0 0 0,0 0 16,0 0-16,0 0 0,0 0 0,25 0 0,-25 0 0,0-25 16,0 25-16,24-25 0</inkml:trace>
  <inkml:trace contextRef="#ctx0" brushRef="#br0" timeOffset="189874.8602">17487 12030 0,'0'0'0,"0"0"0,0 0 0,0 0 0,0 0 0,0 0 16,0 0-16,0 0 0,0 0 0,0 0 0,0 0 0,0 25 15,0-25-15,0 0 0,0 0 0,0 25 0,0-25 16,0 25-16,0-25 0,0 24 0,-25-24 0</inkml:trace>
  <inkml:trace contextRef="#ctx0" brushRef="#br0" timeOffset="190025.8689">17239 12750 0,'0'0'0,"0"0"16,0 24-16,0-24 0,0 0 0,0 0 0,0 0 15,0 0-15,0 0 0,0 0 0,0 0 0,0 0 16,0 0-16,0 25 0,0-25 0,0 0 0,0 0 0,0 0 15,0 0-15,0 0 0,0 0 0,0 0 0,0 0 16,0 0-16,0-25 0,0 25 0,0 0 0,0 0 16,0 0-16</inkml:trace>
  <inkml:trace contextRef="#ctx0" brushRef="#br0" timeOffset="191744.9672">18604 12303 0,'0'0'0,"0"0"0,0 0 16,0 0-16,0 0 0,0 0 0,0 0 0,0 0 16,0 0-16,0 0 0,0-25 0,0 25 0,0 0 0,0 0 15,0 0-15,0 0 0,0 0 0,0 0 0,0 0 16,0 0-16,0 0 0,0 0 0,0 0 0,0-24 15,0 24-15,0 0 0,0 0 0,0 0 0,0 0 0,0 0 16,0 0-16,0 0 0,0 0 0,0 0 0,0 0 16,24 0-16,-24 0 0,0 0 0,0 0 0,0 0 15,0 0-15,0 0 0,0 0 0,0 0 0,0 0 0,0 0 16,0 0-16,0 0 0,0 0 0,0 0 0,0 0 0,0 0 15,0 0-15,0 0 0,0-25 0,0 25 0,0 0 16,0 0-16,0 0 0,0 0 0,0 0 0,0 0 0,0 0 16,0 0-16,0 0 0,0 0 0,0 0 0,0 0 15,0 0-15,0 0 0,0 0 0,0 0 0,0 0 16,0 25-16,0-25 0,0 0 0,0 0 0,0 0 0,0 0 15,0 0-15,0 0 0,0 0 0,0 0 0,-24 0 16,24 0-16,0 0 0,0 0 0,0 0 0,0 0 0,0 0 16,0 24-16,0-24 0,0 0 0,0 25 15,0-25-15,0 0 0,-25 25 0,25-25 0,0 0 0,0 25 16,0-25-16,0 25 0,0-25 0,0 0 0,0 24 0,0-24 15,0 0-15,0 0 0,0 25 0,0-25 0,0 0 16,0 0-16,0 0 0,0 0 0,0 25 0,0-25 16,0 0-16,0 0 0,0 0 0,0 0 0,25 0 0,-25 0 15,0 0-15,24 0 0,-24 0 0,0 0 0,25 0 16,-25 0-16,25 0 0,-25 0 0,25 0 0,-25 0 0,0 0 15,25 0-15,-25 0 0,24 0 0,-24 25 0,0-25 16,25 0-16,-25 0 0,25 0 0,-25 0 0,25 0 0,-25 0 16,0 0-16,25 0 0,-25 0 0,24 0 0,-24 0 15,25 0-15,-25 0 0,25-25 0,-25 25 0</inkml:trace>
  <inkml:trace contextRef="#ctx0" brushRef="#br0" timeOffset="192096.9873">19100 11931 0,'0'0'0,"0"0"0,0 0 0,0 0 0,0 0 15,0-25-15,0 25 0,0 0 0,0 0 0,-25 0 0,25 0 16,0 0-16,0 0 0,0 0 0,0 0 0,0 25 15,0-25-15,0 0 0,0 0 0,-25 25 0,25-25 0,0 25 16,0-25-16,0 24 0,-25 1 0,25-25 0,0 25 16,0 0-16,-25 0 0,25-25 0,0 24 0,0 1 15,-24 0-15,24 0 0,0 0 0,0-25 0,-25 25 0,25-1 16,0 1-16,0 0 0,0-25 0,0 25 0,-25 0 15,25-25-15,0 24 0,0 1 0,0-25 0,0 25 16,0-25-16,0 0 0,0 25 0,0-25 0,0 0 0,0 25 16,0-25-16,0 0 0,0 0 0,-25 24 0,25-24 15,0 0-15,0 0 0,0 0 0,0 0 0,0 0 0,0 0 16,0 0-16,0 0 0,0 0 0,0-24 0,0 24 15,0 0-15,-25 0 0,25-25 0,0 25 0,0 0 0,0-25 16,0 25-16</inkml:trace>
  <inkml:trace contextRef="#ctx0" brushRef="#br0" timeOffset="192304.9992">18852 12353 0,'-25'0'0,"25"-25"0,0 25 0,0 0 0,0 0 0,0 0 16,0-25-16,0 25 0,0 0 0,0 0 0,0 0 0,0 0 15,0 0-15,0 0 0,25 0 0,-25 0 0,24 0 16,-24 0-16,25 0 0,-25 0 0,25 0 0,0 0 16,-25 0-16,25 0 0,-1 0 0,-24 0 0,25 0 15,0 0-15,-25-25 0,25 25 0,0 0 0,-25 0 0,0-24 16,24 24-16,-24 0 0,0-25 0,25 25 0,-25 0 15,0-25-15</inkml:trace>
  <inkml:trace contextRef="#ctx0" brushRef="#br0" timeOffset="192480.0093">18653 11807 0,'0'0'0,"0"0"16,0-25-16,0 25 0,0 0 0,0 0 0,0 0 0,0 0 15,0 0-15,0 0 0,0 0 0,0 0 0,0 0 16,0 0-16,0 0 0,0 25 0,0-25 0,0 0 0,0 25 16,0-25-16,0 25 0,0-1 0,0-24 0,0 25 15,-25 0-15,25 0 0,0-25 0,0 25 0,0-1 0,-24-24 16,24 25-16,0-25 0,0 25 0,-25 0 0,25-25 15</inkml:trace>
  <inkml:trace contextRef="#ctx0" brushRef="#br0" timeOffset="193327.0577">19918 12179 0,'0'0'0,"0"0"15,0 0-15,0 0 0,0 0 0,0 0 0,0 0 16,0 0-16,0 0 0,0 0 0,0 0 0,0 0 15,0 0-15,0 0 0,0 0 0,0 0 0,0 0 0,0 0 16,0 0-16,0 25 0,0-25 0,25 0 0,-25 25 16,0-25-16,0 0 0,0 25 0,0-25 0,0 24 0,0-24 15,0 25-15,-25-25 0,25 25 0,0-25 0,0 25 16,0-25-16,0 25 0,0-25 0,0 24 0,-25-24 0,25 25 15,0-25-15,0 25 0,0-25 0,-24 0 0,24 25 16,0-25-16,0 0 0,0 25 0,0-25 0,0 0 0,0 0 16,0 0-16,0 0 0,0 0 0,0 0 0,0 0 15,0 0-15,0 0 0,0 0 0,0 0 0,0 0 0,0 0 16,0 0-16,24 0 0,-24 0 0,0-25 0,0 25 15,25 0-15,-25-25 0,25 25 0,-25 0 0,0-25 16,25 25-16,-25-25 0,25 25 0,-1-24 0,-24 24 0,25-25 16,-25 0-16,25 25 0,-25-25 0,0 25 0,25-25 15,-25 25-15,25 0 0,-25-24 0,0 24 0,24 0 16,-24 0-16,0 0 0,0 0 0,0 0 0,0 0 0,25 0 15,-25 0-15,0 0 0,0 24 0,0-24 16,0 0-16,0 25 0,0-25 0,0 25 0,-25-25 0,25 25 0,0-25 16,0 25-16,0-25 0,0 24 0,0-24 0,0 25 15,0-25-15,0 0 0,0 25 0,0-25 0,0 25 0,0-25 16,0 0-16,0 25 0,0-25 0,0 0 0,25 0 15,-25 24-15,0-24 0,0 0 0,25 0 0,-25 0 16,0 0-16,0 25 0,25-25 0,-25 0 0,25 0 0,-25 0 16,24 0-16,-24 0 0,25 0 0,-25 0 0,25-25 15,-25 25-15,25 0 0,-25 0 0,0 0 0,25 0 0,-25 0 16,0-24-16,24 24 0,-24 0 0,0-25 0,0 25 15,0 0-15</inkml:trace>
  <inkml:trace contextRef="#ctx0" brushRef="#br0" timeOffset="193989.0956">20365 12328 0,'0'0'0,"-25"0"0,25 0 0,0-25 0,0 25 0,0 0 16,0 0-16,-25 0 0,25 0 0,0 0 0,0 0 15,0 0-15,0 0 0,0 0 0,0-25 0,0 25 16,25 0-16,-25 0 0,0 0 0,0 0 0,25 0 0,-25-24 16,24 24-16,-24 0 0,25 0 0,0-25 0,-25 25 15,25 0-15,0-25 0,-1 25 0,-24-25 0,25 25 0,0 0 16,-25-25-16,25 25 0,0-25 0,-25 25 0,24 0 15,-24-24-15,0 24 0,0-25 0,25 25 0,-25 0 0,0-25 16,0 25-16,0 0 0,-25-25 0,25 25 0,0 0 16,0-25-16,-24 25 0,24 0 0,0-24 0,-25 24 15,25 0-15,-25-25 0,25 25 0,0 0 0,-25 0 0,25-25 16,-25 25-16,25 0 0,0 0 0,-24 0 0,24 0 15,0 0-15,0 0 0,-25 0 0,25 0 0,0 0 0,0 0 16,0 0-16,-25 0 0,25 25 0,0-25 0,0 0 16,0 25-16,-25-25 0,25 24 0,0-24 0,0 25 15,0-25-15,0 25 0,0 0 0,0-25 0,0 25 156,-49 322-156,49-347 0,0 25 0,0-25 0,0 0 16,0 25-16,0-25 0,0 0 0,0 0 0,0 0 15,0 0-15,0 0 0,0 0 0,0 0 0,0 0 0,0 0 16,0 0-16,0 0 0,0 0 0,0 0 0,0 0 0,0-25 16,24 25-16,-24 0 0,0 0 0,25-25 0,-25 25 0,25 0 0,-25-25 15,0 25-15,25-25 0,-25 25 0,0 0 0,25-24 0,-25 24 0,0 0 0,24 0 16,-24 0-16,0-25 0,0 25 0,0 0 0,0 0 15,0 25-15,0-25 0,25 0 0,-25 0 0,0 0 16,0 24-16,0-24 0,0 0 0,0 25 0,0-25 0,0 25 0,0-25 16,0 25-16,0-25 0,0 25 0,0-25 0,0 24 15,0-24-15,0 0 0,0 25 0,0-25 0,0 25 0,0-25 0,0 0 16,0 25-16,0-25 0,0 0 0,0 25 15,0-25-15,0 0 0,25 0 0,-25 0 0,0 24 0,0-24 16,0 0-16,25 0 0,-25 0 0,0 0 0,25 0 0,-25 0 0,24 0 16,1-24-16,-25 24 0,25 0 0,-25 0 0,25 0 0</inkml:trace>
  <inkml:trace contextRef="#ctx0" brushRef="#br0" timeOffset="194718.1373">21084 12402 0,'0'0'0,"0"0"0,0 0 0,0 0 0,0 0 0,0 0 16,0 0-16,0 0 0,0-24 0,0 24 0,0 0 15,0 0-15,25 0 0,-25 0 0,0 0 0,0-25 16,0 25-16,0 0 0,0 0 0,0 0 0,0 0 0,0-25 15,0 25-15,0 0 0,-25 0 0,25 0 0,0-25 16,0 25-16,0 0 0,0 0 0,0-25 0,0 25 0,0 0 16,-25-24-16,25 24 0,0 0 0,0 0 0,0 0 15,-25-25-15,25 25 0,0 0 0,0 0 0,0 0 0,-24 0 16,24 0-16,0 0 0,-25 0 0,25 0 0,0 0 15,-25 0-15,25 0 0,0 0 0,-25 0 0,25 0 16,0 0-16,0 0 0,-25 25 0,25-25 0,0 0 0,0 24 16,-24-24-16,24 0 0,0 25 0,0-25 0,-25 25 15,25-25-15,0 25 0,0 0 0,0-25 0,0 24 16,0-24-16,0 25 0,0-25 0,0 25 0,0-25 0,0 25 15,0-25-15,0 0 0,0 25 0,0-25 0,0 0 16,0 24-16,0-24 0,0 0 0,0 0 0,25 25 0,-25-25 16,0 0-16,0 0 0,24 0 0,-24 0 15,0 0-15,25 0 0,-25 0 0,0 0 0,25 0 0,-25 0 0,25 0 16,-25 0-16,25-25 0,-25 25 0,0 0 0,24 0 15,-24-24-15,25 24 0,-25 0 0,0-25 0,25 25 16,-25 0-16,0-25 0,25 25 0,-25 0 0,0-25 0,0 25 16,0-25-16,25 25 0,-25-24 0,0 24 0,0 0 15,0-25-15,0 25 0,0 0 0,0-25 0,0 25 0,0 0 16,0 0-16,0 0 0,0-25 0,0 25 0,0 0 15,0 0-15,0 0 0,0 0 0,0 0 0,0 0 16,0 0-16,0 0 0,0 0 0,0 25 0,0-25 0,0 0 16,0 0-16,0 0 0,0 0 0,0 25 0,0-25 15,-25 0-15,25 25 0,0-25 0,0 24 0,0-24 0,0 25 16,0-25-16,0 25 0,0-25 0,-25 25 0,25 0 15,0-25-15,0 24 0,0-24 0,0 25 0,0-25 16,25 0-16,-25 25 0,0-25 0,0 0 0,0 25 0,0-25 16,0 0-16,0 0 0,25 0 0,-25 25 0,0-25 15,24 0-15,-24 0 0,0 0 0,25-25 0,-25 25 0,25 0 16,-25 0-16,25 0 0,-25-25 0,25 25 0,-25 0 15,24-25-15,-24 25 0,25-25 0,-25 25 0,25-24 0,-25 24 16,0-25-16,25 25 0,-25-25 0</inkml:trace>
  <inkml:trace contextRef="#ctx0" brushRef="#br0" timeOffset="195022.1543">21530 12055 0,'0'-25'0,"0"25"0,0 0 0,0 0 0,0 0 15,0 0-15,0 0 0,0-25 0,0 25 0,0 0 0,0 0 16,0 0-16,0 0 0,0 0 0,0 0 0,0 25 15,0-25-15,0 0 0,0 0 0,0 25 0,0-25 0,0 25 16,0 0-16,0-25 0,-24 24 0,24 1 0,0-25 16,0 25-16,0 0 0,-25 0 0,25-25 0,0 25 15,0-1-15,0 1 0,-25 0 0,25-25 0,0 25 0,0 0 16,0-1-16,-25-24 0,25 25 0,0 0 0,0-25 15,0 25-15,0-25 0,0 25 0,0-25 0,0 0 0,-25 24 16,25-24-16,0 0 0,0 25 0,0-25 0,0 0 16,0 0-16,0 0 0,0 0 0,0 0 0,0 0 15,0 0-15,0 0 0,0 0 0,0 0 0,-24 0 0,24-25 16,0 25-16,0 0 0,0-24 0,0 24 0</inkml:trace>
  <inkml:trace contextRef="#ctx0" brushRef="#br0" timeOffset="195195.1643">21357 12452 0,'0'0'0,"0"0"0,0 0 0,0 0 0,0-25 16,0 25-16,0 0 0,0 0 0,0 0 0,0 0 0,0 0 15,0 0-15,0 0 0,0 0 0,0 0 0,25 0 16,-25 0-16,0 0 0,24 0 0,-24 0 0,25-25 15,-25 25-15,25 0 0,-25 0 0,25 0 0,-25 0 0,25 0 16,-25 0-16,24 0 0,-24 0 0,25-24 0,-25 24 16,25 0-16,-25 0 0,0 0 0,25 0 0,-25 0 0,0-25 15,0 25-15,0 0 0,0 0 0,0 0 0,0 0 16</inkml:trace>
  <inkml:trace contextRef="#ctx0" brushRef="#br0" timeOffset="195415.1771">20960 12105 0,'0'0'0,"0"-25"0,0 25 16,0 0-16,0 0 0,0 0 0,0-25 0,0 25 15,25 0-15,-25 0 0,0 0 0,25-25 0,-25 25 0,24 0 16,-24 0-16,25-25 0,0 25 0,-25 0 0,25 0 0,-25 0 16,0 0-16,25 0 0,-25 0 0,24 0 0,-24 0 15,0 0-15,25 0 0,-25 0 0,0 25 0,0-25 16,0 0-16,25 0 0,-25 25 0,0-25 0,0 0 0,0 25 15,0-25-15,0 0 0,0 25 0,0-25 0,0 0 16,0 0-16,0 24 0,0-24 0,0 0 0,0 0 0,0 0 16,0 0-16,0 0 0</inkml:trace>
  <inkml:trace contextRef="#ctx0" brushRef="#br0" timeOffset="195635.1897">21530 11757 0,'0'0'0,"0"0"0,0 0 0,0 0 15,0 0-15,-24 0 0,24 25 0,0-25 0,0 0 16,0 25-16,-25-25 0,25 25 0,0-25 0,0 25 0,-25-1 16,25-24-16,0 25 0,0-25 0,-25 25 0,25-25 15,0 25-15,0-25 0,0 25 0</inkml:trace>
  <inkml:trace contextRef="#ctx0" brushRef="#br0" timeOffset="196545.2418">22374 12328 0,'0'0'0,"0"0"0,0 0 0,0 0 16,0 0-16,0 0 0,0 0 0,0 0 0,0 0 15,0 0-15,0 0 0,0 0 0,0 0 0,0 0 16,0 0-16,0 0 0,0 0 0,0 0 0,0 0 0,0 0 15,0 0-15,0 0 0,0 0 0,0 0 0,0-25 16,0 25-16,25 0 0,-25 0 0,0 0 0,24-25 0,-24 25 16,0 0-16,25-24 0,-25 24 0,25 0 0,0-25 15,-25 25-15,25-25 0,-25 25 0,24 0 0,-24-25 16,25 25-16,-25-25 0,25 25 0,-25-25 0,25 25 15,-25-24-15,25-1 0,-25 25 0,0-25 0,24 25 0,-24-25 16,0 25-16,0-25 0,0 25 0,0 0 0,0 0 0,0-24 16,0 24-16,0 0 0,0 0 0,0 0 15,0 0-15,0 0 0,0 0 0,0 0 0,0 0 0,0 0 16,0 0-16,0 0 0,0 0 0,0 0 0,0 24 0,0-24 15,0 0-15,0 25 0,-24-25 0,24 25 0,0 0 16,0-25-16,0 25 0,-25-1 0,25 1 0,0 0 0,0-25 16,0 25-16,0 0 0,0 0 0,0-1 0,0 1 15,0-25-15,0 25 0,0 0 0,0 0 0,0-25 16,0 24-16,0-24 0,0 25 0,25-25 0,-25 25 15,0-25-15,0 0 0,0 0 0,0 0 0,0 0 0,0 0 16,0 0-16,0 0 0,0 0 0</inkml:trace>
  <inkml:trace contextRef="#ctx0" brushRef="#br0" timeOffset="197424.292">23416 12477 0,'0'0'0,"0"0"0,0 0 15,0 0-15,0 0 0,0 0 0,0 0 0,0 0 16,24 0-16,-24 0 0,0 0 0,0 0 0,25 0 15,-25 0-15,0-25 0,25 25 0,-25 0 0,0 0 16,25-25-16,-25 25 0,25 0 0,-25-25 0,24 25 0,-24-24 16,25 24-16,-25-25 0,25 25 0,0-25 0,-25 25 0,25-25 15,-25 25-15,24-25 0,-24 1 0,25 24 0,-25-25 16,0 25-16,25-25 0,-25 0 0,0 25 0,25-25 15,-25 25-15,0 0 0,0-25 0,0 25 47,0 0-47,0-24 0,25 24 0,-25 0 0,0 0 0,0 0 0,0 0 0,0 0 0,0 0 0,0 0 0,0 0 0,0 0 0,0 0 0,-25 0 0,25 0 0,0 0 0,0 0 0,0 24 16,0-24-16,0 0 0,0 25 0,0-25 0,0 25 0,25-25 15,-25 25-15,0 0 0,0-25 0,0 25 0,0-1 16,0-24-16,0 25 0,24 0 0,-24 0 0,0-25 16,0 25-16,0-1 0,0-24 0,25 25 0,-25-25 0,0 25 15,0-25-15,0 25 0,0-25 0,0 25 0,0-25 16,0 0-16,0 24 0,0-24 0,0 0 0,0 0 15,0 0-15,0 25 0,0-25 0,0 0 0,-25 0 0,25 0 16,0 0-16,0 0 0,0 0 0,-24 0 0,24 0 47,0-25-47,0 25 0,0 0 0,-25 0 0,25 0 0,0 0 0,0 0 0,0-24 0,-25 24 0,25 0 0,0 0 0,0 0 0,0 0 0,0-25 0,0 25 0,0 0 0,0 0 15,-25 0-15,25-25 0,25 25 0,-25 0 0,0 0 16,0 0-16,0 0 0,0 0 0,0-25 0,0 25 16,0 0-16,25 0 0,-25 0 0,0 0 0,25 0 0</inkml:trace>
  <inkml:trace contextRef="#ctx0" brushRef="#br0" timeOffset="198082.3291">24383 12402 0,'0'-24'16,"0"24"-16,0 0 0,0-25 0,0 25 0,0 0 16,0-25-16,0 25 0,0 0 0,0-25 0,0 25 0,0 0 15,0-25-15,0 25 0,0 0 0,0 0 0,0 0 0,0-24 16,0 24-16,-25 0 0,25 0 0,0 0 0,0 0 15,-25 0-15,25 0 0,0 0 0,-24 0 0,24 0 16,0 0-16,-25 0 0,25 0 0,0 0 0,-25 0 0,25 0 16,-25 0-16,25 0 0,0 0 0,-25 0 0,25 0 15,-24 0-15,24 24 0,0-24 0,-25 0 0,25 25 0,-25-25 16,25 25-16,0-25 0,0 25 0,-25-25 0,25 25 15,0-25-15,0 24 0,0-24 0,0 25 0,0-25 16,0 25-16,0-25 0,25 25 0,-25-25 0,0 25 0,0-25 16,25 0-16,-25 24 0,0-24 0,25 0 0,-25 0 15,24 0-15,-24 0 0,0 0 0,25 0 0,-25 0 0,25 0 16,-25 0-16,25 0 0,-25 0 0,25-24 0,-25 24 15,0 0-15,24 0 0,-24 0 0,0-25 0,25 25 16,-25 0-16,0-25 0,0 25 0,0 0 0,25-25 0,-25 25 16,0-25-16,0 25 0,-25-24 0,25 24 0,0-25 15,0 0-15,0 25 0,0-25 0,-25 25 0,25-25 0,0 25 16,0-24-16,-24 24 0,24-25 0,0 25 0,0-25 15,0 25-15,-25 0 0,25-25 0,0 25 0,0 0 0,0 0 16,0-25-16,0 25 0,0 0 0,0-25 0,0 25 16,0 0-16,0 0 0,25-24 0,-25 24 0,0 0 15,24-25-15,-24 25 0,25 0 0,-25 0 0,25-25 0,-25 25 16,25 0-16,0 0 0,-25-25 0,24 25 0,-24 0 15,25 0-15,-25 0 0,25 0 0,-25 0 0,25 0 16,-25 0-16,0 0 0,0 25 0,25-25 0,-25 0 0,0 0 16,0 25-16,0-25 0,0 0 0,0 25 0,0-25 15,0 24-15,0-24 0,0 0 0,0 25 0,0-25 16,0 0-16,0 25 0,0-25 0,0 0 0,0 0 0,0 25 15,0-25-15</inkml:trace>
  <inkml:trace contextRef="#ctx0" brushRef="#br0" timeOffset="198270.3403">24954 11881 0,'0'0'0,"0"0"16,0 0-16,-25 0 0,25 0 0,0 0 0,-25 0 15,25 25-15,-25-25 0,25 25 0,-25-25 0,25 25 0,-25-25 16,25 25-16,-24-1 0,24 1 0,-25-25 0,25 25 15,-25 0-15,25-25 0,0 25 0,-25-1 0,25-24 0,0 25 16,-25-25-16</inkml:trace>
  <inkml:trace contextRef="#ctx0" brushRef="#br0" timeOffset="198995.3813">25946 11981 0,'0'0'0,"0"0"0,0-25 15,0 25-15,0 0 0,-25-25 0,25 25 0,0-25 16,0 25-16,-25 0 0,25-25 0,0 25 0,0 0 0,-25 0 16,25-24-16,0 24 0,-25 0 0,25 0 0,0 0 15,-24-25-15,24 25 0,0 0 0,-25 0 0,25 0 0,0 0 16,-25 0-16,25 0 0,-25 0 0,25 25 0,-25-25 15,25 0-15,-24 0 0,24 24 0,-25-24 0,25 0 0,-25 25 16,25-25-16,-25 25 0,25-25 0,-25 25 0,25-25 16,-24 25-16,24-1 0,0 1 0,-25-25 0,25 25 15,0 0-15,-25 0 0,25-1 0,0 1 0,0 0 0,0 0 16,-25-25-16,25 25 0,0 0 0,0-1 0,0 1 15,25-25-15,-25 25 0,0 0 0,0-25 0,0 25 0,0-25 16,25 24-16,-25-24 0,0 0 0,25 25 0,-25-25 16,24 0-16,-24 0 0,25 25 0,-25-25 0,25 0 15,-25 0-15,25 0 0,-25 0 0,25 0 0,-1 0 0,-24 0 16,25 0-16,-25 0 0,25 0 0,-25 0 0,25 0 15,-25-25-15,25 25 0,-25 0 0,0 0 0,24 0 0,-24 0 16,0 0-16,0 0 0,25 0 0,-25-25 0,0 25 16,0 0-16,0 0 0,0-24 0,25 24 0,-25 0 15,0 0-15,0 0 0,25-25 0</inkml:trace>
  <inkml:trace contextRef="#ctx0" brushRef="#br0" timeOffset="199658.4198">26764 12179 0,'0'0'0,"0"0"0,-25 0 15,25 0-15,0 0 0,0 0 0,0 0 0,0 0 0,0 0 16,0 0-16,0 0 0,0 0 0,0 0 0,0 0 15,0 0-15,0 0 0,25 0 0,-25 0 0,0 0 0,25 0 16,-25 0-16,0 0 0,25 0 0,-25 0 0,25 0 16,-25 0-16,24 25 0,1-25 0,-25 0 0,25 0 15,-25 0-15,25 0 0,0 0 0,-25 0 0,24 25 0,-24-25 16,25 0-16,-25 0 0,25 0 0,-25 0 0,0 0 15,0 0-15,25 0 0,-25 0 0,0 0 0,0 0 16,0 0-16</inkml:trace>
  <inkml:trace contextRef="#ctx0" brushRef="#br0" timeOffset="199956.4369">26640 12402 0,'0'-24'16,"-25"24"-16,25 0 0,0 0 0,0 0 0,0 0 16,25 0-16,-25 0 0,0 0 0,0 0 0,0 0 15,25-25-15,-25 25 0,25 0 0,-25 0 0,25 0 0,-25 0 16,24 0-16,1 0 0,-25 0 0,25 0 0,0 0 15,-25 0-15,25 0 0,-1 0 0,1 25 0,0-25 0,-25 0 16,25 0-16,0 0 0,-25 0 0,24 0 0,-24-25 16,25 25-16,-25 0 0,25 0 0,-25 0 0,25 0 15,-25 0-15,25 0 0,-25 0 0,0 0 0,0 0 0,25 0 16,-25 0-16,0 0 0,0 0 0,0 0 0,0 0 15</inkml:trace>
  <inkml:trace contextRef="#ctx0" brushRef="#br0" timeOffset="200261.4539">26963 12080 0,'0'-25'0,"0"25"0,0 0 0,0-25 0,0 25 0,0 0 16,0 0-16,0 0 0,0-25 0,0 25 0,0 0 15,0 0-15,0 0 0,0 0 0,0 0 0,0 0 0,0 0 16,0 0-16,0 0 0,0 25 0,0-25 0,-25 0 16,25 0-16,0 25 0,0-25 0,0 25 0,-25-25 0,25 25 15,0-1-15,-25-24 0,25 25 0,0 0 0,-25 0 16,25-25-16,-24 25 0,24 0 0,-25-1 0,25-24 15,-25 25-15,25 0 0,0 0 0,-25-25 0,25 25 0,-25-1 16,25-24-16,0 25 0,0-25 0,-24 25 0,24-25 16,0 25-16,0-25 0,0 25 0,0-25 0,0 0 15,0 24-15,0-24 0,0 0 0,0 0 0,24 0 0,-24 0 16,0 0-16,25 0 0,-25 0 0</inkml:trace>
  <inkml:trace contextRef="#ctx0" brushRef="#br0" timeOffset="200783.4839">27707 12030 0,'-25'0'16,"25"0"-16,0 0 0,0 0 0,0 0 0,0-25 15,0 25-15,0 0 0,0 0 0,0 0 0,0 0 16,-25 0-16,25 0 0,0 0 0,0 0 0,0 0 0,-25 0 16,25 25-16,0-25 0,-24 0 0,24 25 0,0-25 15,-25 0-15,25 25 0,-25 0 0,25-25 0,-25 24 16,25 1-16,0-25 0,-25 25 0,25 0 0,-24 0 0,24-25 15,0 25-15,0-1 0,-25 1 0,25-25 0,0 25 16,0 0-16,0 0 0,0-25 0,0 24 0,0-24 0,0 25 16,0-25-16,0 0 0,0 25 0,25-25 0,-25 0 15,0 0-15,24 0 0,-24 25 0,25-25 0,-25 0 16,25-25-16,-25 25 0,25 0 0,0 0 0,-25 0 0,24-25 15,1 25-15,0-25 0,0 25 0,-25-24 0,25 24 0,-1-25 16,-24 25-16,25-25 0,0 0 0,-25 25 0,25-25 16,-25 1-16,0 24 0,25-25 0,-25 0 0,0 0 15,0 25-15,0-25 0,0 25 0,0-25 0,0 25 0,-25-24 16,25 24-16,0-25 0,-25 25 0,25 0 0,0 0 15,0 0-15,-25-25 0,25 25 0,0 0 0,-25 0 16,25 0-16,0 0 0,-24 0 0,24 0 0,0 0 0,0 0 16,0 0-16,0 0 0,0 0 0,0 0 0,0 0 15</inkml:trace>
  <inkml:trace contextRef="#ctx0" brushRef="#br0" timeOffset="203391.6334">28451 12502 0,'0'0'0,"0"0"0,0 0 16,0 0-16,0 0 0,0 0 0,0 0 0,0 0 15,0 0-15,0 0 0,0 0 0,0 0 0,0 0 0,0 0 16,0 0-16,0 0 0,0 0 0,0 0 0,0 0 16,0 0-16,0 0 0,0 0 0,0-25 0,0 25 0,0 0 15,0 0-15,25 0 0,-25 0 0,0 0 0,0 0 16,25 0-16,-25 0 0,0-25 0,0 25 0,24 0 0,-24 0 15,25 0-15,-25-25 0,25 25 0,-25 0 0,25-25 16,-25 25-16,25 0 0,-1 0 0,-24-24 0,25 24 16,0 0-16,-25-25 0,25 25 0,0 0 0,-1-25 0,-24 25 15,25-25-15,0 25 0,-25-25 0,25 25 0,0 0 16,-25-24-16,24 24 0,-24-25 0,25 25 0,-25-25 0,25 25 15,-25-25-15,0 25 0,25-25 0,-25 25 0,25-25 16,-25 25-16,0-24 0,0 24 0,24 0 0,-24-25 16,0 25-16,0-25 0,0 25 0,0-25 0,25 25 0,-25 0 15,0-25-15,0 25 0,0-24 0,0 24 0,0 0 16,0-25-16,0 25 0,0 0 0,0-25 0,0 25 0,-25 0 15,25-25-15,0 25 0,0 0 0,0 0 0,0-25 16,0 25-16,0 0 0,-24 0 0,24 0 0,0 0 16,0 0-16,0 0 0,0 0 0,-25 0 0,25 0 0,0 0 15,0 0-15,-25 0 0,25 25 0,0-25 0,0 0 16,-25 0-16,25 25 0,0-25 0,0 0 0,0 25 0,-25-25 15,25 25-15,0-25 0,0 24 0,0-24 0,-24 25 16,24-25-16,0 25 0,0 0 0,-25 0 0,25-25 0,0 24 16,0 1-16,0 0 0,-25 0 0,25-25 0,0 25 15,-25 0-15,25-1 0,0 1 0,0-25 0,-25 25 16,25 0-16,0-25 0,0 25 0,-24-1 0,24-24 0,0 25 15,0-25-15,0 25 0,0-25 0,-25 25 0,25-25 0,0 0 16,0 25-16,0-25 0,0 0 0,0 0 16,-25 0-16,25 24 0,0-24 0,0 0 0,0 0 0,0 0 15,0 0-15,0 0 0,0 0 0,0 0 0,0 0 16,0 0-16,0 0 0,0 0 0,25 0 0,-25 0 0,0 0 15,0 0-15,0 0 0,0 0 0,25-24 0,-25 24 16,0 0-16,24 0 0,-24-25 0,25 25 0,-25 0 0,25-25 16,-25 25-16,25-25 0,-25 25 0,25 0 0,-25-25 15,24 25-15,-24 0 0,25-24 0,-25 24 0,25 0 16,-25 0-16,0 0 0,0 0 0,0 0 0,25 0 0,-25 0 15,0 0-15,0 0 0,0 0 0,0 0 0,0 0 0,0 0 16,0 0-16,0 0 0,0 24 0,0-24 0,0 0 16,-25 0-16,25 25 0,0-25 0,0 0 0,0 25 15,0-25-15,0 0 0,0 25 0,0-25 0,-25 25 16,25-25-16,0 0 0,0 24 0,0-24 0,0 0 0,0 25 15,0-25-15,0 0 0,0 0 0,0 25 0,0-25 0,0 0 16,0 0-16,0 0 0,0 0 0,0 0 0,0 0 16,0 25-16,25-25 0,-25-25 0,0 25 0,0 0 15,0 0-15,25 0 0,-25 0 0,0 0 0,25 0 0,-25-25 16,0 25-16,24 0 0,-24 0 0,25-25 0,-25 25 15,25 0-15,-25-24 0,0 24 0,25 0 0,-25-25 16,25 25-16,-25 0 0,25-25 0,-25 25 0,24-25 0,-24 25 16,25-25-16,-25 25 0,0 0 0,25-24 0,-25 24 15,0-25-15,0 25 0,25 0 0,-25 0 0,0-25 0,0 25 16,0 0-16,0 0 0,0 0 0,0 0 0,0 0 15,0 0-15,0 0 0,0 0 0,0 0 0,-25 0 0,25 0 16,0 25-16,0-25 0,0 0 0,0 0 0,-25 0 16,25 25-16,0-25 0,0 0 0,0 24 0,-25-24 15,25 0-15,0 25 0,0-25 0,0 0 0,-24 25 16,24-25-16,0 25 0,0-25 0,0 0 0,0 25 0,0-25 15,0 24-15,0-24 0,0 0 0,0 25 0,0-25 0,0 0 16,0 0-16,0 25 0,24-25 0,-24 0 0,0 0 16,0 0-16,0 0 0,25 0 0,-25 0 0,0 0 0,0 0 15,25 0-15,-25-25 0,0 25 0,25 0 0,-25 0 16,25 0-16,-25-25 0,0 25 0,24 0 0,-24-24 15,0 24-15,0 0 0,25-25 0,-25 25 0,0-25 0,0 25 16,0-25-16,0 25 0,0-25 0,0 25 0,0-24 16,0 24-16,0-25 0,0 25 0,0-25 0,0 25 0,0-25 15,0 25-15,0 0 0,0 0 0,0-25 16,0 25-16,-25 0 0,25 0 0,0 0 0,0 0 0,-24 25 15,24-25-15,0 0 0,-25 0 0,25 0 0,0 25 0,-25-25 16,25 0-16,0 0 0,0 25 0,-25-25 16,25 25-16,0-25 0,0 0 0,-25 0 0,25 24 0,0-24 15,0 0-15,0 25 0,0-25 0,25 0 0,-25 0 0</inkml:trace>
  <inkml:trace contextRef="#ctx0" brushRef="#br0" timeOffset="203904.6627">29691 12353 0,'0'-25'0,"0"25"0,0 0 0,0 0 0,0 0 15,0 0-15,0-25 0,0 25 0,0 0 0,0 0 16,0 0-16,0 0 0,0 0 0,0-25 0,0 25 15,0 0-15,-25 0 0,25 0 0,0 0 0,0 0 0,0 0 16,0-24-16,0 24 0,0 0 0,-24 0 0,24 0 16,0 0-16,0 0 0,-25 0 0,25 24 0,0-24 0,-25 0 15,25 0-15,0 0 0,-25 25 0,25-25 0,-25 0 16,25 25-16,-24-25 0,24 25 0,0-25 0,-25 25 0,25-25 15,0 24-15,-25-24 0,25 25 0,0-25 0,0 25 16,0-25-16,0 25 0,0-25 0,0 25 0,0-25 16,0 24-16,0-24 0,0 0 0,0 25 0,0-25 0,25 0 15,-25 0-15,0 0 0,0 0 0,25 25 0,-25-25 16,0 0-16,24 0 0,-24 0 0,0 0 0,25-25 0,-25 25 15,25 0-15,-25 0 0,0 0 0,25 0 0,-25-25 16,25 25-16,-25 0 0,0 0 0,24-24 0,-24 24 16,0 0-16,25-25 0,-25 25 0,0 0 0,25-25 0,-25 25 15,0-25-15,0 25 0,25 0 0,-25-25 0,0 25 16,0-24-16,25 24 0,-25 0 0,0-25 0,0 25 0,0 0 15,0-25-15,0 25 0,0 0 0,0 0 16,0 0-16,0 0 0,0 0 0,0 0 0,0 0 0,0 0 0,0 0 16,0 0-16,0 0 0,0 0 0,0 0 0,0 0 15,0 25-15,0-25 0,0 0 0,-25 25 0,25-25 16,0 0-16,0 24 0,0-24 0,0 25 0,-25-25 0,25 0 15,0 25-15,0-25 0,0 25 0,0-25 0,0 25 0,0-25 16,0 0-16,0 24 0,0-24 0,0 25 0,0-25 16,0 0-16,0 0 0,0 25 0,0-25 0,0 0 15,25 0-15,-25 0 0,0 0 0,25 0 0,-25 0 16,24 0-16,-24 0 0,25 0 0,-25 0 0,25 0 0,0 0 15</inkml:trace>
  <inkml:trace contextRef="#ctx0" brushRef="#br0" timeOffset="204203.6798">30113 12278 0,'0'0'0,"0"0"15,0 0-15,0 0 0,0-24 0,0 24 0,0 0 0,0 0 16,0 0-16,0 0 0,0 0 0,-25 0 0,25 0 15,0 0-15,0 0 0,0 0 0,0 0 0,0 0 0,0 0 16,0 0-16,-25 0 0,25 24 0,0-24 0,0 0 16,0 0-16,-25 0 0,25 25 0,0-25 0,-24 0 15,24 25-15,0-25 0,0 0 0,0 25 0,-25-25 0,25 25 16,0-25-16,0 24 0,0-24 0,0 25 0,0-25 15,0 0-15,0 25 0,0-25 0,0 0 0,0 25 16,0-25-16,0 0 0,0 25 0,0-25 0,0 0 0,25 24 16,-25-24-16,0 0 0,24 0 0,-24 0 0,25 0 15,-25 0-15,25 0 0,-25 0 0,25 0 0,-25 0 0,25 0 16,-25 0-16,24 0 0,1 0 0,-25 0 0,25 0 15,-25 0-15,25-24 0,-25 24 0,25 0 0,-25 0 0,25-25 16,-25 25-16,0 0 0,24-25 0,-24 25 0,0-25 16,25 25-16</inkml:trace>
  <inkml:trace contextRef="#ctx0" brushRef="#br0" timeOffset="204553.6998">29815 11733 0,'0'0'0,"-25"0"0,25 0 0,0 0 15,0 0-15,-24 0 0,24 0 0,0 0 0,0 0 16,0 24-16,0-24 0,0 0 0,0 0 0,0 25 16,0-25-16,0 0 0,0 25 0,0-25 0,0 0 0,0 25 15,24-25-15,-24 25 0,0-25 0,0 24 0,25-24 16,-25 0-16,25 25 0,-25-25 0,0 0 0,25 0 15,-25 0-15,25 25 0,-1-25 0,-24 0 0,25 0 0,-25 0 16,25 0-16,0 0 0,-25-25 0,25 25 0,-1 0 16,-24-25-16,25 25 0,-25 0 0,25-24 0,-25 24 0,0 0 15,25-25-15,-25 25 0,0 0 0,25-25 0,-25 25 16,0 0-16,0-25 0,0 25 0,0 0 0,0 0 0</inkml:trace>
  <inkml:trace contextRef="#ctx0" brushRef="#br0" timeOffset="204802.7141">29518 12824 0,'0'25'0,"0"-25"15,0 25-15,0-25 0,0 0 0,0 0 0,0 0 16,0 0-16,0 0 0,0 0 0,0 0 0,0 0 0,0 0 16,0 0-16,0 0 0,0 0 0,0 0 0,0 0 15,0 0-15,0 0 0,0 0 0,0 0 0,0 0 16,0 0-16,0 0 0,24 0 0,-24 0 0,0 0 0,0 0 15,0 0-15,25 0 0,-25 0 0,0 0 0</inkml:trace>
  <inkml:trace contextRef="#ctx0" brushRef="#br0" timeOffset="206192.7936">30584 12278 0,'0'0'0,"0"0"0,0 0 0,0 0 0,0 0 0,0 0 16,0 0-16,0 0 0,0-24 0,0 24 0,0 0 0,0 0 15,0 0-15,25 0 0,-25 0 0,0-25 0,0 25 16,25 0-16,-25 0 0,25-25 0,-25 25 0,24 0 0,-24-25 15,25 25-15,0 0 0,-25 0 0,25-25 0,0 25 16,-1-25-16,-24 25 0,25 0 0,0-24 0,0 24 0,0-25 16,-1 25-16,1-25 0,-25 25 0,25-25 0,0 25 15,0-25-15,-1 25 0,-24-24 0,25 24 78,0-25-78,-25 25 0,25-25 0,-25 25 0,25-25 0,-25 0 0,0 25 0,0-24 0,24 24 0,-24-25 0,0 0 0,0 25 0,0-25 0,0 25 0,0-25 0,0 25 0,-24-24 0,24 24 0,0-25 0,0 25 0,0-25 0,-25 25 0,25 0 0,0 0 0,0-25 0,0 25 0,-25 0 0,25 0 0,0 0 16,0 0-16,0 0 0,0 0 0,-25 0 0,25 0 0,0 0 15,0 0-15,0 0 0,-25 0 0,25 0 0,0 25 16,0-25-16,-24 0 0,24 25 0,0-25 0,0 25 47,-25-25-16,25 24-31,0 1 0,0 0 0,-25-25 0,25 25 0,0 0 0,0-1 0,-25 1 0,25 0 0,0 0 0,0 0 0,0-1 0,0 1 0,-25 0 0,25 0 0,0 0 0,0-1 0,0 1 0,0 0 0,0 0 16,0-25-16,-24 25 0,24 0 0,0-1 0,0 1 0,0-25 0,0 25 0,-25 0 0,25-25 0,0 25 0,0-1 0,0-24 0,0 25 15,-25-25-15,25 0 0,0 25 0,0-25 0,0 0 0,0 25 16,0-25-16,-25 0 0,25 0 0,0 0 0,0 0 15,0 0-15,0 25 0,0-25 0,0 0 0,0 0 16,0 0-16,0 0 0,0 0 0,25 0 0,-25-25 0,0 25 16,0 0-16,0 0 0,0 0 0,25 0 0,-25-25 15,0 25-15,25 0 0,-25-25 0,24 25 0,-24 0 0,25-25 16,-25 25-16,25-24 0,0 24 0,-25-25 0,25 25 0,-25 0 15,24-25-15,-24 25 0,25-25 0,-25 25 0,25 0 16,-25-25-16,25 25 0,-25 0 0,25 0 0,-25-24 0,0 24 16,24 0-16,-24 0 0,0 0 0,0 0 0,0 0 15,25 0-15,-25 0 0,0 0 0,0 0 0,0 0 0,0 0 16,0 0-16,0 0 0,0 24 0,0-24 0,0 0 15,-25 25-15,25-25 0,0 0 0,0 25 0,0-25 0,0 25 16,-24-25-16,24 25 0,0-25 0,0 24 0,0-24 16,0 25-16,-25-25 0,25 25 0,0-25 0,0 25 0,0-25 15,0 25-15,0-25 0,0 24 0,0-24 0,0 0 16,0 25-16,0-25 0,0 0 0,0 25 0,0-25 0,0 0 15,0 0-15,0 0 0,0 0 0,0 25 0,0-25 16,0 0-16,0 0 0,0 0 0,25 0 0,-25 0 0,0 0 16,0 0-16,0 0 0,24 0 0,-24 0 0,0 0 15,25 0-15,-25 0 0,0 0 0,25 0 0,-25 0 0,0 0 16,25 0-16,-25 0 0,25 0 0,-25 0 0,0 0 0,25-25 15,-25 25-15,0 0 0,24 0 0,-24 0 0,25-25 16,-25 25-16,0 0 0,25-25 0,-25 25 0,0 0 0,25 0 16,-25-24-16,0 24 0,0 0 0,25-25 0,-25 25 15,0 0-15,0-25 0,24 25 0,-24 0 0,0 0 0,0-25 16,0 25-16,0 0 0,0-25 0,0 25 0,0 0 0,0-24 15,0 24-15,0 0 0,0 0 0,0-25 0,0 25 16,0 0-16,0 0 0,0 0 0,0-25 0,0 25 0,0 0 16,0 0-16,0 0 0,0 0 0,0 0 0,0 0 15,0 0-15,0 0 0,-24 0 0,24 0 0,0 0 0,0 0 16,0 0-16,0 0 0,0 25 0,0-25 0,-25 0 0,25 0 15,0 25-15,0-25 0,0 24 0,-25-24 0,25 0 16,0 25-16,0-25 0,0 25 0,0-25 0,0 25 0,0-25 16,0 25-16,0-25 0,0 0 0,0 24 0,0-24 15,0 0-15,0 25 0,0-25 0,0 0 0,0 0 0,0 25 16,0-25-16,0 0 0,0 0 0,25 25 0,-25-25 15,0 0-15,0 0 0,25 0 0,-25 0 0,24 0 0,-24 0 16,25 0-16,-25 0 0,25 0 0,-25 0 0,25 0 0,-25 0 16,25 0-16,-25 0 0,24 0 0,-24-25 0,0 25 15,25 0-15,-25 0 0,0-25 0,25 25 0,-25 0 0,0 0 16,0-25-16,0 25 0,0 0 0,0-24 0,0 24 0</inkml:trace>
  <inkml:trace contextRef="#ctx0" brushRef="#br0" timeOffset="206540.8135">31576 12129 0,'0'0'0,"0"0"0,0 0 0,0 0 0,0 0 0,0 0 0,0 0 15,0 0-15,0 0 0,0-24 0,25 24 0,-25 0 16,0 0-16,0 0 0,25 0 0,-25 0 0,25 0 0,-25 0 15,0 0-15,25 0 0,-25 0 0,24 0 0,-24 0 16,0 0-16,25 0 0,-25 0 0,25 24 0,-25-24 0,0 0 16,0 0-16,25 0 0,-25 0 0,0 25 0,0-25 0,0 0 15,0 25-15,0-25 0,0 0 0,0 25 0,0-25 16,0 25-16,0-25 0,0 25 0,-25-1 0,25-24 0,0 25 15,-25-25-15,25 25 0,-25 0 0,25 0 0,-24-25 16,-1 24-16,25 1 0</inkml:trace>
  <inkml:trace contextRef="#ctx0" brushRef="#br0" timeOffset="206773.8262">31229 12923 0,'0'25'0,"0"-25"0,0 0 31,-25 0-31,25 0 0,0 0 0,0 0 0,0 0 0,0 0 0,0 0 0,0 0 0,0 0 0,0 0 0,0 0 0,0 0 0,0 0 0,0 0 15,0 0-15,0 0 0,0 0 0,0 0 0,0 0 16,0 0-16,0 0 0,0 0 0,0 0 0,0 0 0,0 0 16,0 0-16,0 0 0,0-25 0,-25 25 0,25 0 0</inkml:trace>
  <inkml:trace contextRef="#ctx0" brushRef="#br0" timeOffset="209184.9643">3299 13444 0,'0'0'0,"0"0"16,0 0-16,0 0 0,0 0 0,0 0 0,0 0 0,0 0 16,0 0-16,0 0 0,0 0 0,0 0 0,0 0 15,0 0-15,0 0 0,0 0 0,0 0 0,0 0 16,0 0-16,0 0 0,0 25 0,0-25 0,25 0 0,-25 25 15,0-25-15,0 25 0,0-25 0,0 24 0,0 1 16,25-25-16,-25 25 0,0-25 0,0 25 0,0 0 0,0-25 16,0 24-16,0-24 0,0 25 0,24-25 0,-24 25 15,0 0-15,0-25 0,0 25 0,0-25 0,0 0 0,0 24 16,25-24-16,-25 25 0,0-25 0,0 0 0,0 25 0,0-25 15,0 0-15,0 0 0,0 25 0,0-25 0,0 0 16,0 0-16,0 0 0,0 0 0,0 0 0,0 0 16,25 0-16,-25 0 0,0 0 0,0-25 0,0 25 0,0 0 15,25 0-15,-25-25 0,0 25 0,25-25 0,-25 25 16,0-24-16,0 24 0,24-25 0,-24 25 0,0-25 15,25 0-15,-25 25 0,0-25 0,0 25 0,25-24 0,-25-1 16,0 25-16,0-25 0,25 25 0,-25-25 0,0 25 16,0 0-16,0-25 0,0 25 0,0 0 0,25 0 15,-25 0-15,0-24 0,0 24 0,0 0 0,0 0 0,0 0 16,0 0-16,0 24 0,0-24 0,0 0 0,0 0 15,0 0-15,0 0 0,0 25 0,0-25 0,0 0 0,0 0 16,0 0-16,0 0 0,0 25 0,24-25 0</inkml:trace>
  <inkml:trace contextRef="#ctx0" brushRef="#br0" timeOffset="209605.9888">3845 13643 0,'0'0'0,"0"0"0,0 0 0,0 0 0,0 0 0,0-25 15,0 25-15,0 0 0,0 0 0,0 0 0,0 0 16,0 0-16,0-25 0,0 25 0,0 0 0,0 0 16,-25 0-16,25 0 0,0 0 0,0 0 0,0-25 0,0 25 15,0 0-15,0 0 0,0 0 0,-25 0 0,25 0 16,0 0-16,0 0 0,-25 0 0,25 0 0,0 0 0,0 25 15,-24-25-15,24 0 0,0 0 0,0 0 0,-25 25 16,25-25-16,0 0 0,0 25 0,-25-25 0,25 24 0,0-24 16,0 25-16,-25-25 0,25 25 0,0-25 0,0 25 15,0-25-15,0 25 0,0-25 0,0 24 0,0-24 16,0 25-16,0-25 0,0 25 0,0-25 0,0 0 0,0 25 15,25-25-15,-25 0 0,0 0 0,0 0 0,0 0 16,0 25-16,0-25 0,25 0 0,-25 0 0,0-25 16,0 25-16,25 0 0,-25 0 0,0 0 0,24-25 0,-24 25 15,0 0-15,0-25 0,25 25 0,-25 0 0,0-25 16,0 25-16,25-24 0,-25 24 0,0 0 0,0-25 15,0 25-15,0 0 0,0-25 0,25 25 0,-25-25 0,0 25 16,0 0-16,0-25 0,0 25 0,0-24 0,0 24 0,0 0 16,0-25-16,0 25 0,-25 0 0,25-25 0,0 25 15,0-25-15,0 25 0,0 0 0,0-25 0</inkml:trace>
  <inkml:trace contextRef="#ctx0" brushRef="#br0" timeOffset="209841.0022">3746 13444 0,'0'-25'0,"0"25"0,0 0 0,0-24 0,0 24 0,0 0 15,0-25-15,0 25 0,0 0 0,0 0 0,0-25 16,0 25-16,0 0 0,24 0 0,-24-25 0,0 25 0,0 0 15,25 0-15,-25 0 0,0 0 0,25 0 0,-25 0 16,0 0-16,25 0 0,-25 0 0,0 0 0,25 0 0,-25 0 16,24 25-16,-24-25 0,0 0 0,25 0 0,-25 0 15,0 25-15,0-25 0,25 0 0,-25 0 0,0 25 16,25-25-16,-25 0 0,0 24 0,0-24 0,0 0 0,25 0 15,-25 25-15,0-25 0,0 0 0</inkml:trace>
  <inkml:trace contextRef="#ctx0" brushRef="#br0" timeOffset="210715.0522">5035 13717 0,'0'0'0,"0"0"0,0 0 0,0-25 16,0 25-16,0 0 0,0 0 0,0 0 0,0 0 0,0-25 15,0 25-15,-24 0 0,24 0 0,0 0 0,0 0 16,0-24-16,0 24 0,-25 0 0,25 0 0,0 0 16,0 0-16,0 0 0,-25 0 0,25 0 0,0 0 0,0 0 15,-25 0-15,25 0 0,0 0 0,0 0 0,-25 0 16,25 0-16,0 0 0,0 0 0,0 24 0,-24-24 15,24 0-15,0 0 0,0 25 0,0-25 0,-25 25 0,25-25 16,0 25-16,0-25 0,0 25 0,0-25 0,0 24 0,0-24 16,0 25-16,25 0 0,-25-25 0,0 25 0,0 0 15,24-25-15,-24 24 0,0-24 0,0 25 0,25-25 16,-25 25-16,0-25 0,25 0 0,-25 25 0,0-25 0,0 0 15,25 0-15,-25 25 0,0-25 0,0 0 0,0 0 16,0 0-16,0 0 0,0 24 0,0-24 0,0 0 16,0 0-16,0 0 0,0 0 0,0 0 0,0 0 0,0 0 15,0 0-15,-25 0 0,25 0 0,0 0 0,0 0 16,-25 0-16,25 0 0,0 0 0,-25 0 0,25 0 0,0 0 15,0 0-15,-24 0 0,24 0 0,0 0 0,0 0 16,-25 0-16,25 0 0,0-24 0,0 24 0,0 0 0,0 0 16,0 0-16,0 0 0,0 0 0,0 0 15,0-25-15,0 25 0,0 0 0,25 0 0,-25 0 0,0 0 16,24-25-16,-24 25 0,0 0 0,25 0 0,-25-25 0</inkml:trace>
  <inkml:trace contextRef="#ctx0" brushRef="#br0" timeOffset="211292.0852">5407 13791 0,'0'0'0,"-24"0"0,24 0 0,0-24 0,0 24 15,0 0-15,-25 0 0,25 0 0,0-25 0,0 25 16,0 0-16,-25 0 0,25 0 0,0 0 0,0-25 0,0 25 15,-25 0-15,25 0 0,0 0 0,0 0 0,0 0 16,0 0-16,-25 0 0,25 0 0,0 0 0,0 0 0,0 0 16,0 0-16,-24 0 0,24 0 0,0 25 0,0-25 15,0 0-15,-25 0 0,25 25 0,0-25 0,0 24 0,0-24 16,-25 25-16,25-25 0,0 25 0,0 0 0,0-25 15,0 25-15,0-1 0,0-24 0,0 25 0,0 0 16,0-25-16,0 25 0,25-25 0,-25 25 0,0-25 0,0 0 16,0 24-16,25-24 0,-25 0 0,0 25 0,0-25 15,0 0-15,24 0 0,-24 0 0,0 0 0,0 0 0,25 0 16,-25 0-16,0 0 0,25 0 0,-25-25 0,0 25 15,0 0-15,0-24 0,25 24 0,-25-25 0,0 25 16,0 0-16,0-25 0,0 25 0,0-25 0,0 25 0,0-25 16,0 25-16,0-24 0,0 24 0,0-25 0,0 25 15,-25-25-15,25 0 0,0 25 0,0-25 0,0 25 0,-25-24 16,25 24-16,0-25 0,0 25 0,-25-25 0,25 25 15,0-25-15,0 25 0,0 0 0,-24-25 0,24 25 16,0 0-16,0 0 0,0 0 0,0-24 0,0 24 0,0 0 16,0 0-16,0 0 0,0 0 0,0-25 0,0 25 15,0 0-15,0 0 0,24 0 0,-24-25 0,0 25 0,25 0 16,-25 0-16,25-25 0,-25 25 0,25 0 0,-25 0 15,25 0-15,-25 0 0,24-25 0,-24 25 0,25 0 0,-25 0 16,25 0-16,-25 0 0,25 25 0,-25-25 0,0 0 16,25 0-16,-25 0 0,0 0 0,24 25 15,-24-25-15,0 0 0,0 25 0,25-25 0,-25 0 0,0 0 16,0 25-16,0-25 0,0 0 0,0 24 0,0-24 0,25 0 15,-25 0-15,0 0 0,0 25 0,0-25 0,0 0 16,0 0-16,0 0 0,0 0 0,25 0 0,-25 0 0</inkml:trace>
  <inkml:trace contextRef="#ctx0" brushRef="#br0" timeOffset="211553.1002">5804 13494 0,'0'0'16,"0"0"-16,0 0 0,0 0 0,0 0 0,0 0 15,0 0-15,-25 0 0,25 0 0,0 0 0,0 25 0,0-25 16,0 0-16,0 24 0,0-24 0,-24 25 0,24-25 15,0 25-15,0-25 0,-25 25 0,25 0 0,0-25 16,0 24-16,-25-24 0,25 25 0,0 0 0,0-25 0,-25 25 16,25-25-16,0 25 0,-25-25 0</inkml:trace>
  <inkml:trace contextRef="#ctx0" brushRef="#br0" timeOffset="212957.1803">6796 13742 0,'0'0'0,"0"0"0,0 0 0,0 0 16,0 0-16,0 0 0,0 0 0,0 0 0,0 0 15,0-25-15,0 25 0,0 0 0,0 0 0,0 0 16,0 0-16,0 0 0,0 0 0,0 0 0,0 0 0,0 25 15,0-25-15,0 0 0,0 0 0,0 0 0,0 25 16,0-25-16,0 0 0,0 24 0,0-24 0,0 25 0,0-25 16,0 25-16,0-25 0,0 25 0,0-25 0,0 25 15,0-25-15,0 0 0,-24 24 0,24-24 0,0 25 0,0-25 16,0 0-16,0 25 0,0-25 0,0 0 15,0 0-15,0 25 0,0-25 0,0 0 0,0 0 0,0 0 16,0 0-16,0 0 0,0 0 0,0 0 0,0 0 0,0 0 16,0 0-16,0 0 0,0 0 0,0 0 0,0 0 15,0 0-15,0 0 0,0 0 0,0 0 0,0 0 16,0-25-16,0 25 0,24 0 0,-24-25 0,0 25 0,0-25 15,25 25-15,-25-24 0,25 24 0,-25-25 0,25 25 16,-25-25-16,0 0 0,25 25 0,0-25 0,-25 25 0,24-24 16,-24 24-16,0 0 0,25-25 0,-25 25 0,25 0 15,-25 0-15,0 0 0,0-25 0,0 25 0,25 25 0,-25-25 16,0 0-16,0 0 0,0 0 0,0 0 0,0 25 15,0-25-15,0 0 0,0 24 0,0-24 0,0 25 16,0-25-16,0 25 0,0-25 0,0 0 0,0 25 0,0-25 16,0 0-16,0 25 0,0-25 0,0 24 0,0-24 15,0 0-15,0 25 0,0-25 0,0 0 0,0 25 0,0-25 16,0 0-16,0 25 0,0-25 0,0 0 0,0 0 15,0 25-15,0-25 0,0 0 0,0 0 0,0 0 0,25 0 16,-25 0-16,24 0 0,-24 0 0,25 0 0,-25 0 16,25 0-16,0-25 0,-25 25 0,25 0 0,-25 0 15,24-25-15,1 25 0,-25 0 0</inkml:trace>
  <inkml:trace contextRef="#ctx0" brushRef="#br0" timeOffset="213574.2158">7417 13841 0,'0'0'0,"0"-25"0,0 25 0,0 0 0,0-25 15,0 25-15,0 0 0,-25-24 0,25 24 0,0 0 0,0-25 16,0 25-16,0 0 0,0 0 0,-25 0 0,25 0 15,0-25-15,0 25 0,0 0 0,-25 0 0,25 25 0,0-25 16,0 0-16,0 0 0,0 0 0,-25 0 0,25 25 16,0-25-16,0 24 0,-24-24 0,24 25 0,0-25 15,0 25-15,0-25 0,-25 25 0,25 0 0,0-25 0,0 24 16,0-24-16,0 25 0,0 0 0,-25-25 0,25 25 15,0-25-15,25 0 0,-25 25 0,0-25 0,0 0 16,0 24-16,0-24 0,0 0 0,0 0 0,25 25 0,-25-25 16,0 0-16,0 0 0,24 0 0,-24 0 0,25 0 15,-25-25-15,0 25 0,25 0 0,-25 0 0,25 0 0,-25-24 16,0 24-16,25 0 0,-25 0 0,24-25 0,-24 25 15,0 0-15,25-25 0,-25 25 0,0-25 0,0 25 0,25 0 16,-25-25-16,0 25 0,0 0 0,0 0 0,0-24 16,0 24-16,0 0 0,0 0 0,0 0 0,0 0 15,0 0-15,0 24 0,0-24 0,0 0 0,0 25 0,0-25 16,-25 25-16,25-25 0,0 25 0,0-25 0,0 25 15,-25-1-15,25 1 0,0 0 0,0-25 0,-24 25 16,24 0-16,0-1 0,0 1 0,0 0 0,-25 0 0,25 0 16,0-1-16,0 1 0,0 0 0,-25-25 0,25 25 0,0 0 15,0-25-15,0 25 0,-25-1 0,25-24 0,0 25 16,0-25-16,-25 25 0,25-25 0,0 0 0,-24 25 171,-100-50-171,124 0 0,0 25 0,0 0 0,0-25 0,0 25 0,0-24 16,0 24-16,0 0 0,24-25 0,-24 25 0,0-25 0,0 25 0,25-25 16,-25 0-16,25 25 0,-25-25 0,0 25 0,25-24 0</inkml:trace>
  <inkml:trace contextRef="#ctx0" brushRef="#br0" timeOffset="214449.2658">7441 13816 0,'0'0'0,"0"0"16,0 0-16,0 0 0,0 0 0,0 0 0,0 0 16,0 0-16,0 0 0,0 0 0,0 0 0,0 0 0,0-25 15,0 25-15,25 0 0,-25 0 0,0 0 0,0 0 16,0 0-16,0 0 0,0 0 0,25 0 0,-25 0 15,0-24-15,0 24 0,25 0 0,-25 0 0,25 0 0,-25-25 16,0 25-16,24 0 0,-24 0 0,25-25 0,0 25 16,-25 0-16,25-25 0,-25 25 0,25-25 0,-1 25 0,-24 0 15,25-24-15,0 24 0,-25 0 0,25-25 0,-25 25 16,25-25-16,-1 25 0,-24-25 0,25 25 0,-25 0 15,25-25-15,-25 25 0,25-24 0,-25 24 0,25-25 0,-25 25 16,0-25-16,24 25 0,-24 0 0,0-25 0,0 25 0,0 0 16,0-25-16,0 25 0,25 0 0,-25-24 0,-25 24 15,25 0-15,0 0 0,0 0 0,0 0 0,0-25 16,0 25-16,-24 0 0,24 0 0,0 0 0,0 0 0,-25 0 15,25 0-15,0-25 0,-25 25 0,25 0 0,0 0 16,-25 0-16,25 0 0,-25 0 0,25 0 0,0 0 16,-24 0-16,24 0 0,0 0 0,-25 0 0,25 0 0,0 0 15,0 0-15,-25 0 0,25 0 0,0 25 0,0-25 16,-25 0-16,25 0 0,0 0 0,0 0 0,0 0 15,0 0-15,0 0 0,0 0 0,0 0 0,0 0 0,-25 25 16,25-25-16,0 0 0,0 0 0,0 0 0,0 24 0,0-24 16,0 0-16,0 25 0,0-25 0,0 25 0,0-25 15,0 0-15,0 25 0,0 0 0,0-25 0,0 24 16,0-24-16,0 25 0,0 0 0,0-25 0,0 25 15,0 0-15,0-25 0,0 24 0,0-24 0,0 25 0,0 0 16,0-25-16,-24 25 0,24-25 0,0 25 0,0-25 0,0 24 16,0-24-16,0 25 0,0-25 0,0 25 0,-25-25 15,25 0-15,0 25 0,0-25 0,0 0 0,0 0 0,0 25 16,0-25-16,0 0 0,0 0 0,0 0 0,0 0 15,0 0-15,0 0 0,0 0 0,0 0 0,0 0 16,0 0-16,0 0 0,0 0 0,0 0 0,0 0 0,0 0 16,0 0-16,0 0 0,0 0 0,0 0 0,0-25 15,25 25-15,-25 0 0,0-25 0,24 25 0,-24 0 16,0-25-16,25 25 0,-25 0 0,25-25 0,-25 25 0,25 0 15,-25-24-15,0 24 0,25 0 0,-25 0 0,0 0 16,24 0-16,-24 0 0,0 0 0,0 0 0,0 0 0,0 0 16,25 0-16,-25 0 0,0 24 0,0-24 0,0 25 15,0-25-15,0 0 0,0 25 0,0-25 0,0 25 0,0-25 16,-25 25-16,25-25 0,0 24 0,0-24 0,0 25 15,0-25-15,0 0 0,0 25 0,0-25 0,-24 25 16,24-25-16,0 0 0,0 25 0,0-25 0,0 0 0,0 0 16,0 24-16,0-24 0,0 0 0,0 0 0,0 0 15,0 0-15,0 0 0,0 0 0,24 0 0,-24 0 0,0 0 16,0 0-16,0 0 0,25 0 0,-25-24 0,25 24 15,-25 0-15,25 0 0,-25-25 0,25 25 0,-25 0 0</inkml:trace>
  <inkml:trace contextRef="#ctx0" brushRef="#br0" timeOffset="215011.298">8136 13816 0,'0'0'0,"0"-25"0,0 25 0,0 0 0,-25 0 0,25 0 16,0-24-16,0 24 0,0 0 0,0 0 0,0 0 15,0 0-15,0-25 0,0 25 0,0 0 0,0 0 0,0 0 16,0 0-16,0 0 0,0 0 0,0 0 0,0 0 15,0 0-15,0 0 0,0 0 0,0 25 0,0-25 0,0 0 16,0 0-16,0 24 0,-25-24 0,25 0 0,0 25 16,0-25-16,0 25 0,0-25 0,0 25 0,-24-25 15,24 25-15,0-1 0,0-24 0,0 25 0,0-25 0,0 25 16,0-25-16,0 25 0,0-25 0,0 0 0,0 25 15,0-25-15,0 24 0,0-24 0,0 0 0,0 25 0,0-25 16,0 0-16,0 0 0,24 0 0,-24 0 0,0 25 16,0-25-16,0 0 0,25 0 0,-25 0 0,0 0 15,25 0-15,-25 0 0,0-25 0,25 25 0,-25 0 0,25 0 16,-25 0-16,0 0 0,24-25 0,-24 25 0,25 0 15,-25 0-15,25-24 0,-25 24 0,0 0 0,25 0 0,-25-25 16,0 25-16,0 0 0,25 0 0,-25-25 0,0 25 16,0 0-16,24 0 0,-24-25 0,0 25 0,0 0 15,0-25-15,25 25 0,-25 0 0,0 0 0,0-24 0,0 24 16,0 0-16,0 0 0,0-25 0,0 25 0,0 0 15,0-25-15,0 25 0,0 0 0,0 0 0,-25-25 0,25 25 16,0 0-16,0 0 0,0 0 0,0-25 0,0 25 16,0 0-16,0 0 0,-24 0 0,24 0 0,0 0 0,0 0 15,0 0-15,0 0 0,0 0 0,-25 0 0,25 0 16,0 0-16,0 0 0,0 0 0,0 0 0,0 0 15,0 25-15,0-25 0,-25 0 0,25 25 0,0-25 0,0 25 16,0-25-16,0 25 0,0-25 0,0 0 0,0 24 47,0-24-47,0 25 0,0-25 0,0 25 0,0-25 0,0 0 0,0 25 0,0-25 0,0 0 0,0 25 0,0-25 0,0 0 0,25 24 0,-25-24 0,0 0 0,0 0 15,0 0-15,0 25 0,25-25 0,-25 0 0,0 0 0,24 0 16,-24 0-16,25 0 0,-25 0 0,25 0 0,-25 0 16,25 0-16,-25-25 0,25 25 0,-25 0 0,24 0 0,1 0 15,-25-24-15,25 24 0,-25 0 0,25 0 0,-25-25 16,25 25-16,-25 0 0,0-25 0,0 25 0,24-25 15,-24 25-15</inkml:trace>
  <inkml:trace contextRef="#ctx0" brushRef="#br0" timeOffset="215745.34">8632 13767 0,'0'0'0,"0"-25"47,0 25-47,0 0 0,0 0 0,0 0 0,0 0 0,0 0 0,0 0 0,0 0 0,-25 0 0,25 25 0,0-25 0,0 0 0,0 0 0,0 24 0,0-24 0,0 0 0,0 25 0,0-25 0,0 25 0,0-25 15,0 25-15,0-25 0,0 25 0,0-25 0,0 24 16,0-24-16,0 0 0,0 25 0,-25-25 0,25 25 15,0-25-15,0 0 0,0 25 0,0-25 0,0 0 0,0 0 16,0 0-16,0 25 0,0-25 0,0 0 0,0 0 0,0 0 16,0 0-16,0 0 0,0 0 0,0 0 0,0 0 15,0 0-15,0 0 0,0 0 0,0 0 0,0 0 16,0 0-16,0-25 0,0 25 0,0 0 0,0 0 0,25-25 15,-25 25-15,0 0 0,0-25 0,0 25 0,0-25 16,0 25-16,0-24 0,25 24 0,-25 0 0,0-25 0,0 25 16,0 0-16,25-25 0,-25 25 0,0 0 0,0-25 46,25 25-46,-25 0 0,0 0 0,0 0 0,24-25 0,-24 25 0,0 0 0,25 0 0,-25 0 0,0 0 0,0 0 0,25 0 0,-25 0 0,0 0 0,0 0 0,0 25 16,25-25-16,-25 0 0,0 0 0,0 25 0,0-25 0,0 0 16,0 25-16,0-25 0,0 25 0,0-25 0,0 24 15,0-24-15,0 25 0,0-25 0,0 0 0,0 25 16,0-25-16,0 25 0,0-25 0,0 0 0,0 0 0,0 25 15,0-25-15,0 0 0,0 0 0,0 0 0,0 0 16,0 0-16,0 24 0,0-24 0,0 0 0,0 0 0,0 0 16,0 0-16,0 0 0,0 0 0,0-24 0,0 24 15,0 0-15,0 0 0,0 0 0,0-25 0,0 25 0,0 0 16,25-25-16,-25 25 0,0 0 0,0-25 0,24 25 15,-24-25 17,25 1-32,-25 24 0,25-25 0,-25 25 0,25-25 0,-25 25 0,25-25 0,-25 0 0,24 25 0,-24 0 0,0-24 0,25 24 0,-25 0 0,0 0 0,25 0 15,-25 0-15,0 0 0,0 0 0,0 0 0,0 0 16,25 0-16,-25 24 0,0-24 0,0 0 0,0 25 0,0-25 15,0 0-15,-25 25 0,25-25 0,0 25 0,0-25 16,0 25-16,0-25 0,0 0 0,0 24 0,0-24 0,0 25 16,0-25-16,0 25 0,-25-25 0,25 25 0,0-25 15,0 25-15,0-25 0,0 0 0,0 24 0,0-24 0,0 0 16,0 25-16,0-25 0,0 0 0,25 0 0,-25 0 15,0 25-15,0-25 0,0 0 0,0 0 0,0 0 16,0 0-16,0 0 0,0 0 0,0 0 0,0-25 0,0 25 16,25 0-16,-25 0 0,0 0 0,0-25 0,0 25 15,0 0-15,0 0 0</inkml:trace>
  <inkml:trace contextRef="#ctx0" brushRef="#br0" timeOffset="216092.3598">8359 13519 0,'0'0'0,"0"0"0,0 0 0,0 0 0,-25-25 16,25 25-16,0 0 0,0 0 0,25-25 0,-25 25 15,0 0-15,0 0 0,0 0 0,0 0 0,25-25 16,-25 25-16,0 0 0,25 0 0,-25 0 0,0 0 0,25 0 16,-25 0-16,24 0 0,-24 0 0,25 0 0,-25 0 15,0 0-15,25 0 0,-25 0 0,0 0 0,25 0 0,-25 0 16,25 0-16,-25 0 0,0 0 0,0 25 0,24-25 15,-24 0-15,0 0 0,0 25 0,0-25 0,25 0 0,-25 25 16,0-25-16,0 24 0,0-24 0,0 25 0,0-25 16,0 25-16,0 0 0,0-25 0,0 25 0,0-1 0,0-24 15,-25 25-15,25 0 0,0 0 0</inkml:trace>
  <inkml:trace contextRef="#ctx0" brushRef="#br0" timeOffset="216659.3922">8285 14412 0,'0'0'0,"0"0"15,0 0-15,0 0 0,0 0 0,0 0 0,0 0 16,0 0-16,0 0 0,0 0 0,0 0 0,0 0 15,0 0-15,0 0 0,0 0 0,0 0 0,0 0 0,0 0 16,0 0-16,0 0 0,0 0 0,0 0 0,0 0 16,0 0-16,0 0 0,0 0 0,0 0 0,0 0 0,0 0 15,0 0-15,0 0 0,0 0 0,0 0 0,0 0 16,0 0-16,0 0 0,0 0 0,0 0 0,0 0 0,0 0 15,0 0-15,0 0 0,0 0 0,0 0 0,0 0 16,0 0-16,0 0 0,0 0 0,0 0 0,0 0 16,0 0-16,0 0 0,0 0 0,0 0 0,0 0 0,0 0 15,0 0-15,0 0 0,0 0 0,0 0 0,0 0 16,0 0-16,0 0 0,0-25 0,0 25 0,0 0 15,0 0-15,0 0 0,25 0 0,-25 0 0,0 0 0,0-25 16,0 25-16,0 0 0,24 0 0,-24-25 0,0 25 16,0 0-16,0 0 0,0-25 0,0 25 0,0 0 0,0 0 15,0 0-15,0 0 0,0 0 0,0 0 0,0 0 16,0 0-16,0 0 0,0 0 0,0 0 0,0 0 0,0 0 15,0 0-15,0 0 0,0 0 0,0 0 0,0 0 16,0 0-16,0 0 0,-24 0 0,24 0 0,0 0 16,0 0-16,0 0 0,0 0 0,0 0 0,-25 0 0</inkml:trace>
  <inkml:trace contextRef="#ctx0" brushRef="#br0" timeOffset="217216.4239">8260 13519 0,'0'0'0,"0"0"16,0 0-16,-25 0 0,25 0 0,0 0 0,0-25 0,0 25 16,0 0-16,0 0 0,0 0 0,0 0 0,-25 0 15,25-25-15,0 25 0,0 0 0,0 0 0,0 0 0,0 0 16,0 0-16,0 0 0,0 0 0,0 0 0,0 0 15,0 0-15,0 0 0,0 0 0,25 0 0,-25 0 0,0 0 16,0 0-16,0 0 0,0 0 0,0 0 0,25 25 16,-25-25-16,0 0 0,0 0 0,0 0 0,0 25 15,0-25-15,0 0 0,0 0 0</inkml:trace>
  <inkml:trace contextRef="#ctx0" brushRef="#br0" timeOffset="218750.5118">10542 13543 0,'0'0'0,"0"0"16,0-24-16,0 24 0,0 0 0,0 0 0,0 0 16,0-25-16,0 25 0,0 0 0,0 0 0,0 0 15,0 0-15,0 0 0,0-25 0,0 25 0,0 0 0,0 0 16,0 0-16,0 0 0,0 0 0,0 0 0,0 0 15,0 0-15,0 0 0,0 0 0,0 0 0,0 0 16,0 25-16,0-25 0,0 0 0,0 0 0,0 25 0,0-25 16,-25 0-16,25 24 0,0 1 0,0-25 0,0 25 0,-25 0 15,25 0-15,0-1 0,-24-24 0,24 25 0,0 0 16,-25 0-16,25 0 0,0-1 0,0 1 0,-25-25 15,25 25-15,0 0 0,0 0 0,0-25 0,0 24 0,0-24 16,0 25-16,0-25 0,0 25 0,0-25 0,0 0 16,0 0-16,0 25 0,0-25 0,0 0 0,0 0 15,0 0-15,0 0 0,25 0 0,-25 0 0,0 0 0,0 0 16,25 0-16,-25 0 0,24-25 0,-24 25 0,0 0 15,25 0-15,0 0 0,-25-25 0,25 25 0,-25 0 0,25-25 16,-1 25-16,-24-24 0,25 24 0,0-25 0,0 25 16,-25-25-16,25 25 0,-1-25 0,1 0 0,-25 25 0,25-24 15,0 24-15,-25-25 0,25 25 0,-25-25 0,24 25 16,-24-25-16,25 25 0,-25-25 0,0 25 0,25-24 15,-25 24-15,0-25 0,0 25 0,0-25 0,25 25 0,-25-25 16,0 25-16,0-25 0,-25 25 0,25 0 0,0-24 16,0 24-16,0-25 0,0 25 0,-25 0 0,25-25 0,0 25 15,0 0-15,-25 0 0,25-25 0,0 25 0,0 0 16,-24 0-16,24 0 0,0 0 0,0 0 0,0 0 15,0 0-15,-25 0 0,25 0 0,0 0 0,0 0 0,0 0 16,0 25-16,-25-25 0,25 0 0,0 25 0,0-25 16,0 0-16,0 25 0,0-25 0,-25 24 0,25 1 0,0-25 15,0 25-15,0-25 0,0 25 0,-25 0 16,25-25-16,0 24 0,0 1 0,0-25 0,0 25 0,0 0 15,0-25-15,-24 25 0,24-25 0,0 24 0,0-24 0,0 25 16,0-25-16,0 25 0,0-25 0,0 0 0,0 25 16,0-25-16,0 0 0,0 0 0,0 25 0,0-25 0,0 0 15,0 0-15,0 0 0,0 0 0,0 0 0,0 0 16,0 0-16,0 24 0,0-24 0,0 0 0,24 0 0,-24 0 15,0-24-15,0 24 0,0 0 0,25 0 0,-25 0 16,0 0-16,25 0 0,-25-25 0,0 25 0,25 0 16,-25-25-16,25 25 0,-25 0 0,0-25 0,24 25 0,-24 0 15,0 0-15,0-25 0,25 25 0,-25 0 0,0 0 16,0 0-16,0 0 0,0 0 0,0 0 0,0 0 15,0 0-15,0 0 0,0 0 0,0 0 0,0 0 0,0 0 16,0 0-16,0 0 0,0 0 0,0 25 0,0-25 16,0 0-16,0 25 0,0-25 0,0 0 0,0 25 0,0-25 15,0 25-15,-25-25 0,25 24 0,0-24 0,0 25 16,0-25-16,0 0 0,0 25 0,0-25 0,25 25 0,-25-25 15,0 0-15,0 25 0,0-25 0,0 0 0,0 0 16,0 24-16,0-24 0,0 0 0,25 0 0,-25 0 16,0 0-16,0 0 0,0 0 0,25 0 0,-25 0 0,0 0 15,0 0-15,25-24 0,-25 24 0,0 0 0,24 0 16,-24 0-16,0-25 0,25 25 0,-25 0 0,0-25 0,0 25 15,25 0-15,-25-25 0,0 25 0,25-25 0,-25 25 16,0 0-16,0-24 0,0 24 0,25-25 0,-25 25 16,0 0-16,0-25 0,0 25 0,0 0 0,0 0 0,0 0 15,0 0-15,0 0 0,0 0 0,0 0 0,0 0 16,0 0-16,0 0 0,0 0 0,0 0 0,0 25 15,0-25-15,0 0 0,0 25 0,-25-25 0,25 24 0,0-24 16,0 0-16,0 25 0,0-25 0,0 25 0,0-25 16,0 0-16,0 25 0,0-25 0,0 0 0,0 25 0,0-25 15,0 0-15,0 0 0,0 0 0,0 24 0,0-24 16,0 0-16,0 0 0,25 0 0,-25 0 0,0 0 0,0 0 15,0 0-15,24 0 0,-24 0 0,0 0 0,25-24 16,-25 24-16,0 0 0,25 0 0,-25-25 0,0 25 16</inkml:trace>
  <inkml:trace contextRef="#ctx0" brushRef="#br0" timeOffset="219138.534">11261 13568 0,'0'0'0,"0"0"0,-24 0 0,24 0 0,0 0 15,0 0-15,0 0 0,0 0 0,0 0 0,24 0 16,-24 0-16,0 0 0,25-25 0,-25 25 0,25 0 0,-25 0 16,25 0-16,0 0 0,-25 0 0,24 0 0,1 0 15,0 0-15,0 0 0,-25 0 0,25 0 0,-1 0 16,1 0-16,-25 0 0,25 0 0,-25 0 0,25 0 0,-25 25 15,0-25-15,25 0 0,-25 0 0,0 0 0,0 0 0,0 0 16,0 0-16,0 0 0,0 0 0,-25 25 16,25-25-16</inkml:trace>
  <inkml:trace contextRef="#ctx0" brushRef="#br0" timeOffset="219276.5419">10269 13667 0,'0'0'0,"0"0"0,-25 0 0,25 0 16,0 0-16,0-24 0,0 24 0,0 0 0,0 0 0,0 0 15,0 0-15,25 0 0,-25 0 0,25 0 0,0 0 16,0 0-16,-1 0 0,1 0 0,0 0 0,0 0 15,0 0-15,-1 0 0,26 0 0,-25 0 0,0 0 0,-1 0 16,26 0-16,-25 0 0,0 24 0,-1-24 0,1 0 16,0 0-16,0 0 0,0 0 0,-1 25 0,1-25 15,-25 0-15</inkml:trace>
  <inkml:trace contextRef="#ctx0" brushRef="#br0" timeOffset="220109.5896">12477 13692 0,'0'-25'0,"0"25"0,0 0 0,0 0 0,0 0 16,0-24-16,0 24 0,0 0 0,-25 0 0,25-25 16,0 25-16,0 0 0,0 0 0,-25 0 0,25-25 0,0 25 15,0 0-15,-25 0 0,25 0 0,0 0 0,-24-25 16,24 25-16,0 0 0,-25 0 0,25 0 0,0 0 15,-25 0-15,25 0 0,0 0 0,-25 0 0,25 0 0,0 0 16,-25 0-16,25 0 0,0 0 0,0 0 0,-24 0 16,24 0-16,0 0 0,0 0 0,0 0 0,0 25 15,0-25-15,0 0 0,0 0 0,-25 0 0,25 25 0,25-25 16,-25 0-16,0 25 0,0-25 0,0 24 0,0-24 15,0 0-15,24 25 0,-24-25 0,0 25 0,25-25 0,-25 25 16,0-25-16,25 25 0,-25-25 0,25 24 0,-25 1 16,25-25-16,-25 25 0,0-25 0,24 25 0,-24-25 15,25 25-15,-25-25 0,0 24 0,25-24 0,-25 25 16,0-25-16,0 25 0,0-25 0,25 25 0,-25-25 0,0 0 15,0 25-15,-25-25 0,25 0 0,0 0 0,0 24 0,0-24 16,0 0-16,-25 0 0,25 0 0,0 0 0,-25 0 16,25 25-16,0-25 0,-24 0 0,-1 0 0,25 0 0,-25 0 15,25 0-15,-25 0 0,0-25 0,25 25 0,-24 0 16,-1 0-16,25 0 0,-25 0 0,0 0 0,25-24 0,0 24 15,-25 0-15,25 0 0,0 0 0,-25 0 0,25 0 16,0 0-16,0-25 0,0 25 0,0 0 0,0 0 16,0 0-16,25 0 0,-25 0 0,0 0 0,25 0 0,-25 0 15,0 0-15,25-25 0,-25 25 0,25 0 0,-25 0 16</inkml:trace>
  <inkml:trace contextRef="#ctx0" brushRef="#br0" timeOffset="221045.6431">14139 14238 0,'0'0'0,"0"0"0,0 0 15,0 0-15,0 0 0,0 0 0,0 0 0,0 0 16,0 0-16,0 0 0,0 0 0,0 0 0,0 0 0,0 0 16,0 0-16,24 0 0,-24-25 0,0 25 0,25 0 15,-25 0-15,25-25 0,-25 25 0,25-25 0,-25 25 0,25-24 16,-25 24-16,24-25 0,-24 25 0,25-25 0,-25 25 15,25-25-15,-25 25 0,25-25 0,-25 25 0,0-24 0,25 24 16,-25-25-16,0 25 0,0-25 0,25 25 0,-25-25 16,0 25-16,0-25 0,0 25 0,0 0 0,0-24 15,0 24-15,0 0 0,0-25 0,0 25 0,0 0 0,0 0 16,0 0-16,0 0 0,0 0 0,0 0 0,0 0 0,0 0 15,0 0-15,0 0 0,-25 0 0,25 0 0,0 0 16,0 25-16,0-25 0,0 0 0,0 24 0,-25-24 16,25 25-16,0 0 0,0 0 0,0-25 0,0 25 0,-25-1 15,25 1-15,0 0 0,0 0 0,0 0 0,0-25 16,-25 24-16,25 1 0,0 0 0,0 0 0,0 0 0,-25-1 15,25-24-15,0 25 0,0 0 0,0 0 0,-24-25 16,24 25-16,0 0 0,0-25 0,-25 24 0,25 1 16,0-25-16,0 25 0,0-25 0,-25 25 0,25 0 0,0-25 15,-25 24-15,25-24 0,0 25 0,0-25 16,0 25-16,-25-25 0,25 0 0,0 25 0,0-25 0,0 0 0,0 25 15,0-25-15,0 0 0,0 0 0,0 0 16,0 24-16,0-24 0,0 0 0,0 0 0,0 0 0,0 0 16,0 0-16,0 0 0,0 0 0,0-24 0,0 24 0,0 0 15,0-25-15,0 25 0,0 0 0,0-25 0,0 0 16</inkml:trace>
  <inkml:trace contextRef="#ctx0" brushRef="#br0" timeOffset="221340.66">14461 13866 0,'0'-25'0,"25"25"16,-25 0-16,0 0 0,25-25 0,-25 25 0,0 0 0,25 0 15,-25 0-15,0 0 0,24 0 0,-24 25 0,0-25 16,25 0-16,-25 0 0,0 25 0,25-25 0,-25 25 0,0-25 15,0 24-15,25-24 0,-25 25 0,0-25 0,0 25 16,0-25-16,0 25 0,0-25 0,-25 0 0,25 25 0,0-25 16,0 24-16,-25-24 0,25 25 0,0-25 0,0 0 15,-25 25-15,25-25 0,0 0 0,-24 0 0,24 25 16,-25-25-16,25 0 0,0 0 0,-25 0 0,25 0 0,-25 0 15,25 0-15,0 0 0,-25 0 0,25 0 0,0 0 16,0 0-16,0 0 0,-24 0 0,24-25 0,0 25 0,0 0 16,0-25-16,0 25 0,0 0 0,0-25 0</inkml:trace>
  <inkml:trace contextRef="#ctx0" brushRef="#br0" timeOffset="222475.7249">14585 13891 0,'25'0'15,"-25"0"-15,0 0 0,0 0 0,0-25 0,0 25 16,0 0-16,25 0 0,-25-25 0,0 25 0,25 0 0,-25-25 15,24 25-15,-24 0 0,25-25 0,-25 25 0,25-24 16,0 24-16,-25-25 0,25 25 0,-1-25 0,1 25 0,0-25 16,-25 25-16,25-25 0,0 25 0,-1-24 0,-24 24 15,25-25-15,-25 25 0,25-25 0,-25 25 0,25 0 0,-25-25 16,25 25-16,-25-25 0,0 25 0,0 0 0,0-24 15,0 24-15,0 0 0,0-25 0,0 25 0,0 0 16,0-25-16,0 25 0,0 0 0,-25-25 0,25 25 0,0 0 16,0-25-16,-25 25 0,25 0 0,0-24 0,-25 24 15,25 0-15,0 0 0,0 0 0,-25-25 0,25 25 16,0 0-16,0 0 0,0 0 0,-24 0 0,24 0 0,0 0 15,0 0-15,0 0 0,0 0 0,0 0 0,0 0 16,0 0-16,0 25 0,-25-25 0,25 0 0,0 24 16,0-24-16,0 0 0,0 25 0,0-25 0,0 25 0,0 0 15,0-25-15,0 25 0,0-1 0,-25-24 0,25 25 0,0 0 16,0-25-16,0 25 0,0 0 0,0-1 0,-25-24 15,25 25-15,0 0 0,0-25 0,0 25 0,-25 0 16,25-25-16,0 24 0,0 1 0,0-25 0,0 25 0,-24-25 16,24 25-16,0-25 0,0 25 0,0-25 0,0 24 0,0-24 15,0 0-15,0 25 0,0-25 0,0 0 0,0 0 16,0 25-16,0-25 0,0 0 0,0 0 0,0 0 15,0 0-15,0 0 0,0 0 0,0 0 0,0 0 0,0 0 16,0 0-16,0 0 0,0 0 0,0 0 0,24 0 16,-24-25-16,0 25 0,25 0 0,-25 0 0,0-25 15,25 25-15,-25-24 0,25 24 0,-25 0 0,25-25 0,-25 25 16,0-25-16,24 25 0,-24-25 0,25 25 0,-25 0 15,0-25-15,25 25 0,-25 0 0,0 0 0,0-24 16,0 24-16,25 0 0,-25 0 0,0 0 0,0 0 0,0 0 16,0 0-16,0 0 0,0 0 0,0 0 0,0 0 0,0 0 15,0 0-15,0 0 0,0 24 0,-25-24 0,25 0 16,0 0-16,0 25 0,0-25 0,0 0 0,0 25 15,0-25-15,0 0 0,0 25 0,0-25 0,0 25 0,0-25 16,0 0-16,0 24 0,0-24 0,0 25 0,0-25 16,0 0-16,0 25 0,0-25 0,0 0 0,0 0 0,0 25 15,25-25-15,-25 0 0,0 0 0,0 0 0,0 0 16,25 0-16,-25 25 0,0-25 0,0 0 0,24 0 15,-24 0-15,0-25 0,25 25 0,-25 0 0,25 0 0,-25 0 16,0 0-16,25-25 0,-25 25 0,25 0 0,-25 0 16,24-25-16,-24 25 0,0 0 0,25-25 0,-25 25 0,0 0 15,25-24-15,-25 24 0,0-25 0,0 25 0,0 0 16,0-25-16,25 25 0,-25 0 0,0-25 0,0 25 15,0 0-15,0-25 0,0 25 0,0 0 0,0-24 0,0 24 16,0 0-16,0 0 0,0-25 0,0 25 0,0 0 16,0 0-16,0 0 0,0 0 0,0 0 0,0 0 0,0 0 15,0 0-15,0 0 0,0 0 0,-25 0 0,25 25 16,0-25-16,0 0 0,0 0 0,0 24 0,0-24 0,0 25 15,0-25-15,-25 0 0,25 25 0,0-25 0,0 25 16,0-25-16,0 25 0,0-25 0,0 24 0,0-24 16,0 0-16,0 25 0,0-25 0,0 25 0,0-25 0,0 0 15,0 25-15,0-25 0,25 0 0,-25 0 0,0 25 16,0-25-16,0 0 0,0 0 0,25 0 0,-25 0 0,0 0 15,0 0-15,25 0 0,-25 0 0,0 0 0,24 0 16,-24 0-16,25 0 0,-25 0 0,25 0 0,-25-25 16,0 25-16,25 0 0,-25-25 0,25 25 0,-25 0 0,25-25 15,-25 25-15,24 0 0,-24-25 0,0 25 0,25-24 16,-25 24-16,0-25 0,0 25 0,25-25 0,-25 25 15,0-25-15,0 25 0,0 0 0,0-25 0,0 25 0,0-24 16,0 24-16,0 0 0,0 0 0,0 0 0,0-25 16,0 25-16,0 0 0,0 0 0,0 0 0,0 0 0,0 25 15,0-25-15,0 0 0,0 0 0,0 0 0,-25 24 16,25-24-16,0 0 0,0 25 0,0-25 0,0 25 15,0-25-15,0 25 0,0-25 0,0 25 0,0-25 0,0 0 16,0 24-16,0-24 0,0 0 0,0 25 0,0-25 0,25 0 16,-25 25-16,0-25 0,0 0 0,0 25 0,25-25 15,-25 0-15,0 0 0,25 25 0,-25-25 0,0 0 16,0 24-16,24-24 0,-24 0 0,0 25 0,0-25 0,0 0 15,0 25-15,0-25 0,-24 25 0</inkml:trace>
  <inkml:trace contextRef="#ctx0" brushRef="#br0" timeOffset="222726.7393">15478 14312 0,'0'25'0,"0"-25"0,0 0 15,0 0-15,0 0 0,0 0 0,-25-25 0,25 25 16,0 0-16,0 0 0,25 0 0,-25 0 0,0 0 0,0 0 16,0 0-16,0 0 0,0 0 0,0 0 0,0 0 15,0 0-15,0 0 0,0 0 0,0 0 0,0 0 16,0-25-16,25 25 0,-25 0 0</inkml:trace>
  <inkml:trace contextRef="#ctx0" brushRef="#br0" timeOffset="223123.762">16818 13370 0,'0'0'0,"0"0"0,0 0 0,0 0 16,-25 0-16,25 0 0,0 0 0,0 0 0,0 0 0,0 0 15,0 25-15,0-25 0,0 0 0,0 24 0,0-24 16,0 25-16,0-25 0,0 25 0,0 0 0,0-25 15,0 25-15,0-1 0,0 1 0,0 0 0,-25 0 0,25-25 16,0 25-16,0-1 0,0 1 0,0 0 0,0 0 16,0 0-16,0-25 0,-25 24 0,25 1 0,0-25 15,0 25-15,0-25 0,0 25 0,0-25 0,0 25 0,0-25 16,0 0-16,0 24 0,0-24 0,-25 0 0,25 0 0,0 0 15,0 0-15,0 0 0,0 0 0,0 0 0,0 0 16,0 0-16,0 0 0,0 0 0,0 0 0,0-24 16,-24 24-16</inkml:trace>
  <inkml:trace contextRef="#ctx0" brushRef="#br0" timeOffset="223288.7714">16669 13667 0,'25'0'0,"-25"0"0,0 0 0,0 0 0,0 0 15,24-24-15,-24 24 0,0 0 0,25 0 0,-25 0 16,25-25-16,0 25 0,-25 0 0,25 0 0,-1-25 15,1 25-15,-25 0 0,25 0 0,0 0 0,0 0 0,-25 0 16,24 0-16,-24 0 0,25 0 0,-25 0 0,25 0 16,-25 0-16,25 25 0,-25-25 0,0 0 0,0 0 0</inkml:trace>
  <inkml:trace contextRef="#ctx0" brushRef="#br0" timeOffset="224955.8668">16966 13915 0,'0'0'15,"0"0"-15,0 0 0,0 0 0,-24 0 0,24 0 16,0 0-16,0 0 0,0 0 0,0 0 0,0 0 0,0 0 15,0 0-15,0-24 0,0 24 0,0 0 0,0 0 16,24-25-16,-24 25 0,0 0 0,25-25 0,-25 25 16,25 0-16,0-25 0,-25 25 0,25-25 0,-1 25 0,-24-24 15,25 24-15,0-25 0,0 0 0,0 25 0,-1-25 16,-24 25-16,25-25 0,0 1 0,0 24 0,-25-25 0,25 25 15,-1-25-15,-24 25 0,25-25 0,-25 25 0,0-25 16,25 25-16,-25-24 0,0 24 0,0-25 0,0 25 0,0 0 16,0-25-16,0 25 0,0 0 0,0-25 0,-25 25 15,25 0-15,0-25 0,0 25 0,-25 0 0,25 0 16,0-24-16,0 24 0,-24 0 0,24 0 0,0 0 0,-25 0 15,25-25-15,0 25 0,0 0 0,-25 0 0,25 0 16,0 0-16,0 0 0,0 0 0,0 0 0,0 0 0,0 0 16,0 0-16,0 0 0,-25 0 0,25 25 0,0-25 15,0 0-15,0 0 0,0 24 0,0-24 0,0 0 0,0 25 16,0-25-16,-25 25 0,25-25 0,0 25 0,0-25 15,0 25-15,0-1 0,0-24 0,0 25 0,0-25 16,0 25-16,-24 0 0,24-25 0,0 25 0,0-1 0,0-24 16,0 25-16,-25 0 0,25-25 0,0 25 0,0 0 15,0-25-15,0 24 0,0 1 0,0-25 0,-25 25 16,25-25-16,0 25 0,0-25 0,0 25 0,0-25 0,0 24 15,0-24-15,0 0 0,0 0 0,0 25 0,0-25 16,0 0-16,0 0 0,0 0 0,0 0 0,0 0 16,0 0-16,0 0 0,0 0 0,0 0 0,0 0 0,0 0 15,0 0-15,0 0 0,0 0 0,25 0 0,-25-25 0,0 25 16,0 0-16,25 0 0,-25-24 0,0 24 0,24 0 15,-24-25-15,25 25 0,-25-25 0,0 25 0,25 0 16,-25-25-16,25 25 0,-25-25 0,0 25 0,25 0 0,-25 0 16,0-24-16,0 24 0,24 0 0,-24 0 0,0-25 15,0 25-15,0 0 0,0 0 0,0 0 0,0 0 0,0 0 16,0 0-16,0 0 0,0 0 0,0 0 0,0 0 15,0 0-15,0 0 0,0 0 0,0 0 0,0 0 16,0 0-16,0 0 0,0 0 0,0 25 0,0-25 0,0 0 16,0 0-16,0 24 0,0-24 0,0 0 0,0 25 15,0-25-15,0 25 0,0-25 0,0 0 0,0 25 0,0-25 16,0 25-16,0-25 0,0 0 0,0 24 0,0-24 15,0 0-15,0 25 0,0-25 0,25 0 0,-25 0 16,0 0-16,0 25 0,0-25 0,0 0 0,0 0 0,25 0 16,-25 0-16,0 0 0,0 0 0,25 0 0,-25 0 0,0 0 15,25 0-15,-25 0 0,24 0 0,-24 0 0,0-25 16,25 25-16,-25 0 0,0 0 0,25-25 0,-25 25 15,0 0-15,25-24 0,-25 24 0,0-25 0,25 25 0,-25 0 16,0-25-16,0 25 0,0-25 0,25 25 0,-25-25 16,0 25-16,0 0 0,0-24 0,0 24 0,0 0 15,0-25-15,0 25 0,0 0 0,0 0 0,0 0 16,0 0-16,0-25 0,0 25 0,0 0 0,0 0 0,0 0 15,0 0-15,0 0 0,0 0 0,0 0 0,0 0 16,0 0-16,-25 0 0,25 25 0,0-25 0,0 0 0,0 0 16,0 0-16,0 25 0,0-25 0,0 0 0,0 24 15,0-24-15,-25 0 0,25 25 0,0-25 0,0 25 0,0-25 16,0 0-16,0 25 0,0-25 0,0 25 0,0-25 15,0 0-15,0 24 0,0-24 0,0 0 0,0 25 0,0-25 16,0 0-16,0 0 0,0 25 0,0-25 0,25 0 16,-25 0-16,0 0 0,0 0 0,0 25 0,0-25 15,25 0-15,-25 0 0,0 0 0,0 0 0,24 0 0,-24 0 16,25 0-16,-25 0 0,0-25 0,25 25 0,-25 0 15,25 0-15,-25 0 0,0-25 0,25 25 0,-25 0 0,0 0 16,24-25-16,-24 25 0,0 0 0,25-24 0,-25 24 16,0-25-16,0 25 0,25 0 0,-25-25 0,0 25 15,0-25-15,0 25 0,0-25 0,0 25 0,25-24 0,-25 24 16,0 0-16,0 0 0,0-25 0,0 25 0,0 0 15,0 0-15,0 0 0,0 0 0,0 0 0,0 0 0,0 0 16,0 0-16,0 0 0,0 0 0,0 0 0,0 0 16,0 0-16,-25 0 0,25 0 0,0 0 0,0 25 15,0-25-15,0 0 0,0 0 0,0 24 0,0-24 0,0 25 16,0-25-16,0 25 0,0-25 0,0 25 0,-25-25 0,25 0 15,0 25-15,0-25 0,0 24 0,0-24 0,0 25 16,0-25-16,0 0 0,0 25 0,0-25 0,0 25 16,0-25-16,0 0 0,0 0 0,0 25 0,25-25 0,-25 0 15,0 0-15,0 0 0,0 24 0,0-24 0,25 0 16,-25 0-16,0 0 0,0 0 0,25 0 0,-25 0 0,0 0 15,24 0-15,-24-24 0,25 24 0,-25 0 0,25 0 16,-25-25-16,25 25 0,-25 0 0,25 0 0,-25-25 16,0 25-16,24-25 0,-24 25 0,0 0 0,25-25 0,-25 25 15,0-24-15,25 24 0,-25 0 0,0-25 0,0 25 16,0-25-16,0 25 0,25 0 0,-25-25 0,0 25 0,0 0 15,0-25-15,0 25 0,0 0 0,0 0 0,0-24 16,0 24-16,0 0 0,0 0 0,0 0 0,0 0 16,0 0-16,0 0 0,0 0 0,0 0 0,0 0 0,0 0 15,0 0-15,0 0 0,0 0 0,0 0 0,0 0 16,0 24-16,0-24 0,0 0 0,0 0 0,-25 25 0,25-25 15,0 0-15,0 25 0,0-25 0,0 25 0,0-25 16,0 0-16,0 25 0,0-25 0,0 24 0,-25-24 0,25 25 16,0-25-16,0 0 0,0 25 0,0-25 15,0 0-15,0 25 0,0-25 0,25 0 0,-25 25 0,0-25 16,0 0-16,0 0 0,0 0 0,0 24 0,25-24 0,-25 0 15,0 0-15,0 0 0,0 0 0,25 0 0,-25 0 16,24 0-16,-24-24 0,0 24 0,25 0 0,-25 0 0,25 0 16,-25-25-16,0 25 0,25 0 0,-25-25 0,25 25 15,-25 0-15,0-25 0,24 25 0,-24-25 0,0 25 16,0-24-16,0-1 0,0 25 0,0-25 0,25 25 0,-25-25 15,-25 25-15,25-25 0,0 25 0,0-24 0,0 24 16,0-25-16,0 25 0,0-25 0,-24 25 0,24 0 0,0-25 16,0 25-16,-25 0 0,25 0 0,0-25 0,0 25 15,0 0-15,0 0 0,-25 0 0,25 0 0,0 0 16,0 0-16,0 0 0,0 0 0,0 0 0,0 0 0,-25 0 15,25 0-15,0 0 0,0 0 0,0 25 0,0-25 16,0 0-16,-25 0 0,25 0 0,0 0 0,0 25 0,0-25 16,0 0-16,0 0 0,0 25 0,0-25 15,0 0-15,0 0 0,25 0 0,-25 25 0,0-25 0,25 0 16,-25 0-16,0 0 0,25 0 0,0 24 0</inkml:trace>
  <inkml:trace contextRef="#ctx0" brushRef="#br0" timeOffset="225297.8863">18628 13866 0,'0'-25'0,"0"25"0,0 0 16,0 0-16,0 0 0,0-25 0,0 25 0,0 0 0,0 0 16,0-25-16,0 25 0,0 0 0,0 0 0,-24-24 15,24 24-15,0 0 0,0 0 0,0-25 0,0 25 0,0 0 16,0 0-16,0 0 0,-25-25 0,25 25 0,0 0 15,0 0-15,0 0 0,0 0 0,0 0 0,0 0 16,0 0-16,0 0 0,-25 0 0,25 0 0,0 0 0,0 0 16,0 25-16,-25-25 0,25 0 0,0 25 0,-25-25 15,25 24-15,0-24 0,0 0 0,-25 25 0,25-25 0,0 25 16,0-25-16,0 25 0,-24-25 0,24 25 0,0-25 15,0 24-15,0-24 0,0 0 0,0 25 0,0-25 16,0 25-16,24-25 0,-24 0 0,0 25 0,0-25 0,0 0 16,25 0-16,-25 25 0,0-25 0,25 0 0,-25 0 15,25 0-15,-25 0 0,25 0 0,-25 0 0,25 0 0,-25 0 16,24 0-16,-24 0 0,25 0 0,-25 0 0,25 0 15,-25 0-15,25-25 0,-25 25 0,0 0 0,25 0 16,-25-25-16,0 25 0,0 0 0</inkml:trace>
  <inkml:trace contextRef="#ctx0" brushRef="#br0" timeOffset="225613.9043">18157 13444 0,'0'-25'0,"0"25"0,0 0 0,0 0 0,0 0 0,0-24 16,0 24-16,0 0 0,25 0 0,-25 0 0,0 0 15,0 0-15,25-25 0,-25 25 0,0 0 0,24 0 0,-24 0 16,25 0-16,-25 0 0,0 0 0,25-25 0,-25 25 15,25 0-15,-25 0 0,25 25 0,-25-25 0,24 0 0,-24 0 16,25 0-16,-25 0 0,0 25 0,25-25 0,-25 0 16,0 24-16,25-24 0,-25 25 0,0-25 0,0 25 15,25-25-15,-25 25 0,0-25 0,0 25 0,0-25 0,24 24 16,-24 1-16,0-25 0,0 25 0,0 0 15,0-25-15,0 25 0,-24-1 0,24 1 0,0-25 0,0 25 0,-25 0 16,25 0-16,0-1 0,-25 1 0,25-25 0</inkml:trace>
  <inkml:trace contextRef="#ctx0" brushRef="#br0" timeOffset="226272.9421">18033 14436 0,'0'0'0,"0"0"0,0 0 0,0 0 15,0 0-15,0 0 0,0 0 0,0 0 0,0 0 0,0 0 16,0 0-16,0 0 0,0 0 0,0 0 0,0 0 0,0 0 15,0 0-15,0 0 0,0 0 0,0 0 0,0 0 16,0-24-16,0 24 0,0 0 0,0 0 0,0 0 16,0 0-16,0 0 0,0 0 0,0 0 0,0 0 0,0-25 15,0 25-15,0 0 0,0 0 0,0 0 0,0 0 16,0 0-16,0 0 0,0 0 0,0 0 0,0 0 15,0 0-15,0 0 0,0 0 0,0 0 0,0 0 0,0 0 16,0 0-16,0 0 0,0 0 0,0 0 0,0 0 16,0 0-16,0 0 0,0 0 0,0 0 0,0 0 0,0 0 15,0 0-15,0 0 0,0 0 0,0 0 0,0 0 16,0 0-16,0 0 0</inkml:trace>
  <inkml:trace contextRef="#ctx0" brushRef="#br0" timeOffset="227172.9936">20017 14039 0,'0'0'0,"0"0"0,0 0 437,273-24-437,-273 24 16,0 0-16,0 0 0,0 0 0,0 0 0,0 24 0,0-24 15,0 0-15,0 0 0,0 0 0,0 0 0,0-24 0,0 24 0,-25 0 16,25 0-16,0 0 0,0-25 0,0 25 0,0 0 0</inkml:trace>
  <inkml:trace contextRef="#ctx0" brushRef="#br0" timeOffset="227638.0202">20216 13692 0,'0'0'0,"0"0"0,0-25 0,0 25 0,0 0 0,0 0 0,0 0 0,0 0 0,0 0 0,0 0 0,0 0 0,0 0 0,25 0 0,-25 0 0,0 0 0,0 0 0,0 0 0,0 0 0,0 0 0,0 0 0,24 0 0,-24 0 0,0 0 0,0 0 0,25 0 0,-25 25 0,0-25 0,25 0 0,-25 0 0,0 0 0,25 0 0,-25 25 0,25-25 0,-25 0 0,24 0 0,1 0 0,-25 0 15,25 25-15,0-25 0,-25 0 0,25 0 0</inkml:trace>
  <inkml:trace contextRef="#ctx0" brushRef="#br0" timeOffset="228805.0869">20340 13519 0,'0'0'0,"0"-25"0,0 25 0,0 0 15,0 0-15,0 0 0,0 0 0,0 0 0,0 0 16,0 0-16,0 0 0,0 0 0,0 0 0,0 0 15,0 0-15,0 0 0,0 0 0,0 0 0,0 0 0,0 0 16,0 0-16,0 0 0,0 0 0,0 0 0,0 0 0,0 0 16,0 0-16,0 0 0,-25 25 0,25-25 0,0 0 15,0 24-15,0-24 0,0 0 0,0 25 0,0 0 16,-25-25-16,25 25 0,0 0 0,0-25 0,0 24 0,-25 1 15,25 0-15,0-25 0,0 25 0,-24 0 0,24-1 16,0-24-16,0 25 0,-25 0 0,25 0 0,0 0 0,0-25 16,0 24-16,-25 1 0,25-25 0,0 25 0,0 0 15,0-25-15,0 25 0,0-25 0,-25 24 0,25-24 0,0 25 16,0-25-16,0 0 0,0 25 0,0-25 0,-25 25 15,25-25-15,0 0 0,0 25 0,0-25 0,0 0 16,0 0-16,0 0 0,0 24 0,0-24 0,0 0 0,0 0 16,0 0-16,0 0 0,0 0 0,0 0 0,0 0 15,0 0-15,0 0 0,0 0 0,0 0 0,0 0 16,0 0-16,0 0 0,0 0 0,0-24 0,0 24 0,25 0 15,-25 0-15,0-25 0,0 25 0,0 0 0,25-25 16,-25 25-16,0 0 0</inkml:trace>
  <inkml:trace contextRef="#ctx0" brushRef="#br0" timeOffset="231066.2163">20513 13717 0,'0'-25'0,"0"25"0,0 25 0,0-25 0,0 0 0,0 25 0,0-25 0,0 25 0,0-25 0,-24 24 0,24-24 0,0 25 0,0-25 0,0 25 0,0-25 0,-25 25 0,25-25 0,0 25 0,0-25 0,0 24 0,0-24 0,0 0 0,0 25 0,0-25 0,0 0 0,0 0 0,0 25 0,0-25 0,0 0 0,0 0 0,0 0 0,0 0 0,0 0 0,0 0 0,0 25 16,25-25-16,-25 0 0,0 0 0,24 0 0,-24 0 15,0-25-15,25 25 0,-25 0 0,25 0 0,-25 0 0,25 0 16,-25-25-16,25 25 0,-25 0 0,24-25 0,-24 25 16,0 0-16,25-24 0,-25 24 0,25-25 0,-25 25 0,0 0 15,25-25-15,-25 25 0,0-25 0,0 25 0,25-25 16,-25 25-16,0-24 0,0 24 265,0 198-265,25-198 0,-25-25 0,0 25 0,24 0 16,-24 0-16,0 0 0,25 0 0,-25-25 0,25 25 15,-25 0-15,0 0 0,25-24 0,-25 24 0,0 0 0,0 0 16,25-25-16,-25 25 0,0 0 0,0-25 0,24 25 0,-24-25 15,0 25-15,0 0 0,0-25 0,0 25 0,0-24 0,0 24 0,0 0 16,0 0-16,25-25 0,-25 25 0,0 0 0,0 0 16,-25 0-16,25 0 0,0 0 0,0 0 0,0 0 15,0 0-15,0 0 0,0 0 0,0 0 0,0 0 0,0 0 16,0 0 421,-173 893 46</inkml:trace>
  <inkml:trace contextRef="#ctx0" brushRef="#br0" timeOffset="233166.3363">21084 13841 0,'0'0'0,"0"0"0,0 0 0,0 0 16,0 0-16,0 0 0,0 0 0,-25 0 0,25 0 15,0 0-15,0 0 0,0 0 0,0 0 0,0 0 0,0 0 16,0 0-16,0 0 0,0 0 0,0 0 0,0 0 15,0 0-15,0 0 0,0 0 0,0 0 0,25 0 0,-25 0 16,0 0-16,0 0 0,0 0 0,0 0 0,0 0 16,0 0-16,0 0 0,0 0 0,0 25 0,25-25 15,-25 0-15,0 0 0,0 0 0,0 0 0,25 0 0,-25 0 16,0 0-16,0 25 0,24-25 0,-24 0 0,25 0 15,-25 0-15,0 0 0,25 0 0,-25 0 0,0 0 0,25 0 16,-25 0-16,0 0 0,25 0 0,-25 0 0,24 0 16,-24 0-16,0-25 0,25 25 0,-25 0 0,25 0 15,-25 0-15,0 0 0,25-25 0,-25 25 0,0 0 16,0 0-16,25 0 0,-25-25 0,0 25 0,0 0 0,0 0 15,24 0-15,-24-25 0,0 25 0,0 0 0,0 0 16,0-24-16,0 24 0,0 0 0,0 0 0,0 0 16,0 0-16,0-25 0,0 25 0,0 0 0,0 0 0,0 0 15,0 0-15,0-25 0,0 25 0,0 0 0,0 0 0,-24 0 16,24 0-16,0 0 0,0 0 0,0-25 0,0 25 0,0 0 15,-25 0-15,25 0 0,0 0 0,0 0 0,0 0 16,-25 0-16,25 0 0,0 0 0,-25 0 0,25 0 16,0 0-16,0 0 0,-25 0 0,25 0 0,0 0 0,0 0 15,-24 0-15,24 0 0,0 0 0,0 0 0,0 0 16,-25 0-16,25 0 0,0 0 0,0 0 0,0 25 15,0-25-15,0 0 0,0 0 0,0 0 0,-25 25 0,25-25 16,0 0-16,0 25 0,0-25 0,0 0 0,0 24 16,0-24-16,0 25 0,0-25 0,0 0 0,0 25 15,0-25-15,0 25 0,0-25 0,0 25 0,0-25 0,25 0 16,-25 24-16,0-24 0,0 0 0,0 25 0,0-25 15,25 0-15,-25 0 0,0 0 0,0 25 0,0-25 0,24 0 16,-24 0-16,0 0 0,25 0 0,-25 0 0,0 25 16,25-25-16,-25 0 0,0 0 0,25 0 0,-25 0 0,25 0 15,-25-25-15,0 25 0,24 0 0,-24 0 0,25 0 16,-25 0-16,0 0 0,25-25 0,-25 25 0,0 0 15,25 0-15,-25-25 0,0 25 0,0 0 0,0-24 0,25 24 16,-25 0-16,0-25 0,0 25 0,0 0 0,0-25 0,0 25 16,24 0-16,-24-25 0,0 25 0,0-25 0,0 25 15,0 0-15,0-24 0,0 24 0,0 0 0,0-25 16,0 25-16,0 0 0,0 0 0,0 0 0,0-25 0,0 25 15,0 0-15,0 0 0,0 0 0,0 0 0,0 0 16,0 0-16,0 0 0,0 0 0,0 0 0,0 0 16,0 0-16,0 0 0,0 25 0,0-25 0,0 0 0,0 0 15,-24 25-15,24-25 0,0 24 0,0-24 0,0 25 0,0-25 16,0 25-16,0-25 0,-25 25 0,25-25 0,0 25 15,0-25-15,0 24 0,0-24 0,0 25 0,0-25 16,0 0-16,-25 25 0,25-25 0,0 0 0,0 25 16,0-25-16,0 0 0,0 0 0,0 0 0,0 0 15,0 25-15,0-25 0,0 0 0,0 0 0,0 0 0,0 0 16,0 0-16,0 0 0,0 0 0,0 0 0,0-25 0,25 25 15,-25 0-15,0 0 0,0 0 0,25-25 0,-25 25 0,0 0 16,24-25-16,-24 25 0,25 0 0,-25-25 0,25 25 16,-25-24-16,25 24 0,0 0 0,-25-25 0,0 25 15,24-25-15,-24 25 0,25 0 0,-25 0 0,0 0 0,25-25 16,-25 25-16,0 0 0,0 0 0,0 0 0,0 0 15,0 0-15,0 0 0,0 0 0,0 0 0,0 25 16,0-25-16,0 0 0,0 0 0,0 0 0,0 25 0,0-25 16,0 0-16,0 0 0,0 25 0,0-25 0,0 0 15,0 24-15,0-24 0,-25 0 0,25 25 0,0-25 16,0 0-16,0 25 0,0-25 0,0 0 0,0 25 0,0-25 15,0 0-15,0 0 0,0 25 0,25-25 0,-25 0 0,0 0 16,0 0-16,0 0 0,0 24 0,25-24 0,-25 0 16,0 0-16,25 0 0,-25 0 0,0 0 0,25 0 15,-25 0-15,0 0 0,24 0 0,-24 0 0,0-24 0,0 24 16,25 0-16,-25 0 0,0 0 0,0-25 0,0 25 15,0 0-15,0-25 0,0 25 0,0-25 0</inkml:trace>
  <inkml:trace contextRef="#ctx0" brushRef="#br0" timeOffset="233883.3774">22027 13345 0,'0'-25'46,"-50"100"-46,50-51 0,0-24 0,0 25 0,-25-25 0,25 25 0,0-25 0,-25 25 0,25-25 0,0 25 0,-24-25 0,24 0 16,0 24-16,-25-24 0,25 0 0,0 0 0</inkml:trace>
  <inkml:trace contextRef="#ctx0" brushRef="#br0" timeOffset="235028.4429">21357 13543 0,'0'0'0,"0"0"16,0 0-16,0 0 0,0 0 0,0 0 0,0 0 0,0 0 15,0 0-15,0 0 0,0 0 0,0 0 0,0 0 16,0 0-16,0 0 0,0 0 0,0 0 0,0 0 16,0 0-16,0 0 0,0 0 0,0 0 0,0 0 0,0 0 15,0 0-15,0 0 0,0 0 0,0 0 0,0 0 16,0 0-16,0 0 0,0 0 0,0-24 0,0 24 15,0 0-15,0 0 0,0 0 0,0 0 0,0 0 0,25 0 16,-25 0-16,0 0 0,0 0 0,24 0 0,-24 0 16,0-25-16,25 25 0,-25 0 0,0 0 0,25 0 15,-25 0-15,25 0 0,-25-25 0,25 25 0,-25 0 0,24 0 16,-24 0-16,0 0 0,25-25 0,-25 25 0,0 0 15,25 0-15,-25 0 0,0 0 0,25 0 0,-25 0 0,0 0 16,0 0-16,0 0 0,0 0 0,0 0 0,0 0 16,0 0-16,0 0 0,0 0 0,0 0 0,0 0 0,0 0 15,0 0-15,0 0 0,25 0 0,-25 0 0,0 0 0,0 0 16,0 25-16,0-25 0,0 0 0,0 0 0,0 25 15,24-25-15,-24 0 0,0 0 0,0 25 0,25-25 16,-25 0-16,0 0 0,0 24 0,25-24 0,-25 0 16,0 0-16,25 25 0,-25-25 0,25 0 0,-25 0 0,0 25 15,25-25-15,-25 0 0,24 0 0,-24 25 0,0-25 16,25 0-16,-25 0 0,25 25 0,-25-25 0,0 0 15,0 0-15,25 0 0</inkml:trace>
  <inkml:trace contextRef="#ctx0" brushRef="#br0" timeOffset="235967.4966">22994 13519 0,'0'0'0,"25"0"0,-25 0 0,0 0 0,0-25 0,0 25 15,0 0-15,0 0 0,0 0 0,0 0 0,0 0 16,0 0-16,0 0 0,0 0 0,0 0 0,0 0 15,0 0-15,0 0 0,0 0 0,0 0 0,0 0 0,0 0 16,0 0-16,0 0 0,0 0 0,0 0 0,0 0 16,0 25-16,0-25 0,0 0 0,0 24 0,-25-24 15,25 0-15,0 25 0,0 0 0,0-25 0,0 25 0,-25 0 16,25-25-16,0 24 0,0 1 0,-25 0 0,25-25 15,0 25-15,0 0 0,-24-25 0,24 24 0,0 1 0,0-25 16,-25 25-16,25 0 0,0-25 0,0 25 0,0-25 16,0 24-16,-25-24 0,25 25 0,0-25 0,0 0 0,0 25 15,0-25-15,0 0 0,0 25 0,0-25 0,0 0 16,-25 0-16,25 0 0,0 0 0,0 25 0,0-25 15,0 0-15,0 0 0,0 0 0,0 0 0,0 0 0,0 0 16,-25 0-16,25-25 0,0 25 0,0 0 0,0 0 31,0 0-31,-24-25 0,24 25 0,0 0 0,0-25 0,0 25 0</inkml:trace>
  <inkml:trace contextRef="#ctx0" brushRef="#br0" timeOffset="236004.4987">22796 13816 0,'0'0'0,"0"0"0,0 0 0,0 0 16,0-25-16,24 25 0,-24 0 0,0 0 0,0 0 0,25-24 15,-25 24-15,0 0 0,25 0 0,-25 0 0,25 0 0,-25-25 16,25 25-16,-1 0 0,-24 0 0,25 0 0,0 0 15,-25 0-15,25 0 0,-25 0 0,25 0 0,-25 0 16,24 25-16,-24-25 0,25 0 0,-25 0 0,0 0 0,25 24 16,-25-24-16,0 0 0,25 0 0,-25 25 0,0-25 15,0 0-15,0 25 0,0-25 0,25 0 0</inkml:trace>
  <inkml:trace contextRef="#ctx0" brushRef="#br0" timeOffset="237361.5763">23391 13990 0,'0'0'796</inkml:trace>
  <inkml:trace contextRef="#ctx0" brushRef="#br0" timeOffset="239363.6908">23242 13767 0,'0'0'0,"25"0"0,-25 0 0,0 0 16,0 0-16,0 0 0,0 0 0,0 0 0,0 0 0,0-25 15,0 25-15,0 0 0,0 0 0,0 0 0,0 0 16,0 0-16,25 0 0,-25 0 0,0 0 0,0 0 15,0 0-15,0 0 0,0 0 0,0-25 0,0 25 0,0 0 16,0 0-16,0 0 0,0 0 0,0 0 0,0 0 0,0 0 16,0 0-16,0 0 0,0 0 0,0 0 0,0 0 15,0 0-15,0 0 0,0 0 0,0 0 0,0 0 16,0 0-16,0 0 0,0 0 0,0 0 0,0 0 0,0 0 15,0 0-15,0 0 0,0 0 0,0 0 0,0 0 16,0 0-16,0 0 0,0 0 0,0 0 0,0 0 16,0 25-16,0-25 0,0 0 0,0 0 0,0 0 0,0 25 15,0-25-15,0 0 0,-25 24 0,25-24 0,0 0 16,0 25-16,0-25 0,-25 25 0,25-25 0,0 0 15,0 25-15,0-25 0,0 25 0,-25-25 0,25 24 0,0-24 16,0 0-16,0 25 0,0-25 0,0 0 0,0 0 0,0 25 16,-25-25-16,25 0 0,0 0 0,0 0 0,0 0 15,25 25-15,-25-25 0,0 0 0,0 0 0,0 0 16,0 0-16,0 0 0,25 0 0,-25 0 0,25 0 0,-25 0 15,25 0-15,-25 0 0,24 0 0,-24 0 0,25-25 16,-25 25-16,25 0 0,-25 0 0,25 0 0,-25 0 0,0-25 16,25 25-16,-25 0 0,0 0 0,24 0 0,-24-25 15,0 25-15,0 0 0,25 0 0,-25-24 0,0 24 16,0 0-16,0 0 0,0-25 0,0 25 0,0 0 15,0-25-15,0 25 0,25 0 0,-25-25 0,0 25 0,0 0 16,0-25-16,0 25 0,0 0 0,0-24 0,0 24 0,0 0 16,0 0-16,0-25 0,0 25 0,0 0 0,0 0 15,0 0-15,0 0 0,0 0 0,0-25 16,0 25-16,0 0 0,0 0 0,0 0 0,0 0 0,0 0 0,0 0 15,0 0-15,0 0 0,0 0 0,0-25 0,0 25 0,0 0 16,0 0-16,0 0 0,0 0 0,0 0 16,0 0-16,0 0 0,0 0 0,0 0 0,0 0 0,0 0 15,0 0-15,0 0 0,0 25 0,0-25 0,0 0 0,0 0 16,0 0-16,0 25 0,0-25 0,0 0 0,0 25 15,0-25-15,0 24 0,-25-24 0,25 0 0,0 25 16,0-25-16,0 25 0,0-25 0,0 0 0,-25 25 0,25-25 16,0 25-16,0-25 0,0 0 0,0 24 0,-24-24 15,24 0-15,0 0 0,0 25 0,0-25 0,0 0 16,0 0-16,0 0 0,0 25 0,0-25 0,0 0 0,0 0 15,0 0-15,-25 0 0,25 0 0,0 0 0,0 0 0,0 0 16,0 0-16,25 0 0,-25 0 0,0 0 16,0 0-16,0 0 0,0 0 0,0 0 0,24-25 0,-24 25 15,0 0-15,0 0 0,25-25 0,-25 25 0,25 0 16,-25-24-16,0 24 0,25 0 0,-25-25 0,25 25 0,-25 0 15,24-25-15,-24 25 0,25 0 0,-25-25 0,0 25 0,25 0 16,-25 0-16,25 0 0,-25-25 0,0 25 0,0 0 16,25 0-16,-25 0 0,0 0 0,0 0 0,0 0 15,0 0-15,0 0 0,0 0 0,0 25 0,0-25 16,0 0-16,0 0 0,0 0 0,0 25 0,0-25 0,-25 0 15,25 25-15,0-25 0,0 0 0,0 25 0,-25-25 0,25 24 16,0-24-16,0 0 0,0 25 0,0-25 0,0 25 16,-25-25-16,25 0 0,0 25 0,0-25 0,0 0 15,0 0-15,0 0 0,0 25 0,0-25 0,0 0 0,0 0 16,25 0-16,-25 0 0,0 0 0,0 0 0,25 0 15,-25 0-15,25 0 0,-25 0 0,24 0 0,-24 0 0,25 0 16,0 0-16,-25 0 0,25 0 0,0 0 0,-25 0 16,24-25-16,1 25 0,-25 0 0,25 0 0,-25 0 0,25-25 15,-25 25-15</inkml:trace>
  <inkml:trace contextRef="#ctx0" brushRef="#br0" timeOffset="240253.7418">23862 13717 0,'0'0'0,"0"0"0,0 0 15,0 0-15,0 0 0,0 0 0,0 0 0,0 0 16,0 0-16,0 0 0,0 0 0,0 0 0,0 0 0,0 0 15,0 0-15,0 0 0,0 0 0,25 0 0,-25 0 16,0-25-16,0 25 0,0 0 0,25 0 0,-25 0 16,0 0-16,25 0 0,-25-25 0,0 25 0,24 0 0,-24 0 15,25 0-15,-25-24 0,25 24 0,-25 0 0,0 0 16,25 0-16,-25-25 0,25 25 0,-25 0 0,24-25 15,-24 25-15,25 0 0,-25 0 0,25-25 0,-25 25 0,25 0 16,-25-25-16,25 25 0,-25 0 0,0 0 0,24-24 16,-24 24-16,0 0 0,25 0 0,-25-25 0,0 25 0,0 0 15,0 0-15,0-25 0,0 25 0,0 0 0,0 0 16,0-25-16,0 25 0,-25 0 0,25 0 0,0-25 0,0 25 15,0 0-15,-24-24 0,24 24 0,0 0 0,-25 0 16,25 0-16,0-25 0,-25 25 0,25 0 0,0 0 16,-25 0-16,25 0 0,0 0 0,0 0 0,0 0 0,-25 0 15,25 0-15,0 0 0,0 0 0,0 0 0,0 0 16,0 0-16,-24 0 0,24 0 0,0 0 0,0 0 0,0 25 15,0-25-15,0 0 0,0 24 0,-25-24 0,25 0 16,0 25-16,0-25 0,0 25 0,0-25 0,0 25 16,-25 0-16,25-25 0,0 24 0,0-24 0,0 25 0,0 0 15,-25-25-15,25 25 0,0 0 0,0-25 0,0 24 16,-25 1-16,25-25 0,0 25 0,0 0 0,-24-25 0,24 25 15,0-1-15,0-24 0,0 25 0,-25 0 0,25-25 16,0 25-16,0-25 0,0 25 0,0-25 0,-25 0 16,25 24-16,0-24 0,0 0 0,0 25 0,0-25 0,0 0 15,0 0-15,0 25 0,0-25 0,0 0 0,0 0 16,0 0-16,0 0 0,0 0 0,0 0 0,0 0 0,0 0 15,0 0-15,0 0 0,0 0 0,0 0 0,0 0 16,0 0-16,0 0 0,25-25 0,-25 25 0,0 0 16,25 0-16,-25 0 0,24-25 0,-24 25 0,25 0 0,-25 0 15,25-24-15,-25 24 0,25 0 0,-25 0 0,25-25 16,-25 25-16,0 0 0,24 0 0,-24 0 0,25 0 0,-25-25 15,0 25-15,0 0 0,25 0 0,-25 0 0,0 0 16,0 0-16,0 0 0,0 0 0,0 0 0,0 25 0,0-25 16,0 0-16,0 0 0,0 0 0,0 25 0,0-25 15,0 0-15,0 0 0,0 24 0,0-24 0,0 0 16,0 25-16,0-25 0,0 0 0,0 25 0,0-25 0,0 0 15,0 0-15,0 25 0,0-25 0,0 0 0,0 0 16,0 0-16,0 0 0,0 25 0,0-25 0,0 0 0,0 0 16,25 0-16,-25 0 0,0 0 0,0 0 0,25 0 15,-25 0-15,0-25 0,0 25 0,24 0 0,-24 0 16,0 0-16,0 0 0,25 0 0,-25-25 0,0 25 0,0 0 15,0 0-15</inkml:trace>
  <inkml:trace contextRef="#ctx0" brushRef="#br0" timeOffset="240620.7627">23812 13196 0,'0'0'0,"0"0"0,0-25 15,0 25-15,0 0 0,0 0 0,0 0 0,0 0 16,0 0-16,0 0 0,0 0 0,-24 0 0,24 0 0,0 0 15,-25 0-15,25 0 0,-25 25 0,25-25 0,-25 25 16,0-25-16,1 25 0,-1 0 0,0-1 0,25-24 16,-25 25-16,0 0 0,1 0 0,-1-25 0,25 25 0,-25-1 15,0-24-15,25 25 0,-25-25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11:47.53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2480 1786 0,'0'0'0,"0"0"0,0 0 0,0-25 15,0 25-15,0 0 0,0 0 0,0 0 0,0 0 16,-24 0-16,24 0 0,0 0 0,0 0 0,0 0 0,0 0 16,0 0-16,0 0 0,0 0 0,0 0 0,0 0 0,0 0 15,0 0-15,0 0 0,0 0 0,0 0 0,0 0 0,0 0 16,0 0-16,0 0 0,0 0 0,0 0 0,0 0 15,0 0-15,0 0 0,0 0 0,0 0 0,0 0 0,0 0 16,0 0-16,0 0 0,0 0 0,0 0 0,0 0 0,0 0 16,0 0-16,0 0 0,0 0 0,0 0 0,0 0 0,0 0 15,0 0-15,0 0 0,0 0 0,0 0 0,0 0 16,0 0-16,0 0 0,0 25 0,0-25 0,0 0 0,0 0 15,-25 0-15,25 25 0,0-25 0,0 0 0,0 0 0,-25 25 16,25-25-16,0 0 0,0 24 0,-25-24 0,25 0 16,0 25-16,-25-25 0,25 25 0,0-25 0,0 0 0,-24 25 15,24-25-15,0 0 0,0 25 0,-25-25 0,25 0 0,0 0 16,0 24-16,0-24 0,-25 0 0,25 0 0,0 0 15,0 25-15,0-25 0,0 0 0,0 0 0,0 0 0,0 0 16,0 0-16,0 0 0,0 0 0,0 0 0,0 0 0,0 0 16,0 0-16,0 0 0,0 0 0,0 0 0,0 0 0,0 0 15,0-25-15,0 25 0,0 0 0,0 0 0,0 0 0,0-24 16,0 24-16,0 0 0</inkml:trace>
  <inkml:trace contextRef="#ctx0" brushRef="#br0" timeOffset="465.0266">2282 1786 0,'0'0'0,"0"0"0,0 0 0,0 0 0,0 0 0,0 0 16,0 0-16,0 0 0,0 0 0,0 0 0,0 0 0,0 0 15,0 0-15,0 0 0,0 25 0,25-25 0,-25 0 0,0 0 16,0 0-16,0 0 0,0 25 0,25-25 0,-25 0 16,0 0-16,0 24 0,0-24 0,0 0 0,24 0 0,-24 25 15,0-25-15,0 0 0,0 0 0,0 25 0,25-25 0,-25 0 16,0 0-16,0 0 0,0 25 0,0-25 0,0 0 0,25 0 15,-25 25-15,0-25 0,0 0 0,0 24 0,0-24 0,25 0 16,-25 0-16,0 25 0,0-25 0,0 0 0,0 0 16,0 0-16,0 25 0,0-25 0,0 0 0,0 0 0,0 0 15,0 0-15,0 25 0,-25-25 0,25 0 0,0 0 0,0 0 16,0 0-16</inkml:trace>
  <inkml:trace contextRef="#ctx0" brushRef="#br0" timeOffset="727.0413">2108 2034 0,'0'0'0,"0"0"0,0 0 0,0 0 0,0 0 0,0 0 16,0 0-16,0 0 0,0 0 0,0 0 0,0 0 15,0 0-15,0 0 0,0 0 0,25 0 0,-25 0 0,0 0 16,25 0-16,-25-25 0,25 25 0,-25 0 0,0 0 0,25 0 16,-25 0-16,24 0 0,-24 0 0,25 0 0,-25 0 15,0 0-15,25 0 0,-25 0 0,25 0 0,-25 0 0,0 0 16,25 0-16,-25 0 0,0 0 0,24 0 0,-24 0 0,0 0 15,0 0-15,25 0 0,-25 0 0,0 0 0,0 0 16</inkml:trace>
  <inkml:trace contextRef="#ctx0" brushRef="#br0" timeOffset="1442.0825">2530 1637 0,'0'0'0,"-25"0"0,25 0 16,0-25-16,-25 25 0,25 0 0,-24 0 0,24-25 0,0 25 15,-25 0-15,25 0 0,0 0 0,-25 0 0,25 0 0,0 0 16,-25 0-16,25 0 0,0 0 0,-25-24 0,25 24 0,-24 0 16,24 0-16,-25 0 0,25 0 0,0 0 0,-25 0 0,25 0 15,-25 0-15,25 0 0,-25 0 0,25 0 0,0 0 0,-24 0 16,24 0-16,-25 0 0,25 0 0,0 0 0,-25 0 15,25 0-15,0 24 0,0-24 0,-25 0 0,25 0 0,0 0 16,-25 0-16,25 25 0,0-25 0,0 0 0,0 0 0,-24 25 16,24-25-16,0 0 0,0 25 0,-25-25 0,25 0 0,0 25 15,0-25-15,-25 25 0,25-25 0,0 0 0,0 24 16,-25-24-16,25 25 0,0-25 0,0 25 0,-25-25 0,25 25 15,0-25-15,0 25 0,0-25 0,0 24 0,0-24 0,0 0 16,0 25-16,-24-25 0,24 25 0,0-25 0,0 25 0,24-25 16,-24 25-16,0-25 0,0 24 0,0-24 0,0 25 15,25-25-15,-25 0 0,0 25 0,0-25 0,25 25 0,-25-25 16,0 0-16,25 25 0,-25-25 0,25 0 0,-25 24 0,24-24 15,-24 0-15,25 25 0,-25-25 0,25 0 0,-25 0 0,25 0 16,0 0-16,-25 0 0,24 0 0,1 0 0,-25 0 16,25 0-16,0 0 0,-25 0 0,25 0 0,-1 0 0,1-25 15,-25 25-15,25 0 0,0 0 0,0-24 0,-25 24 0,24 0 16,1 0-16,-25-25 0,25 25 0,0 0 0,-25 0 15,25-25-15,-25 25 0,0 0 0,24-25 78,-24 25 0,0-297-78,0 297 0,0 0 0,0-25 0,0 25 0,0 0 0,0-25 0,0 25 0,0 0 0,-24 0 0,24 0 16,0-25-16,0 25 0,0 0 0,0 0 0,0 0 0,0 0 0,0 0 0,0 0 0,0 0 0,0 0 0,0 0 0,24 0 0,-24 25 0,0-25 0,0 0 0,0 0 16,25 0-16,-25 0 0</inkml:trace>
  <inkml:trace contextRef="#ctx0" brushRef="#br0" timeOffset="1985.1135">3324 1736 0,'0'0'0,"0"0"0,0 0 0,0 0 16,0-24-16,0 24 0,0 0 0,0 0 0,0 0 16,0 0-16,0 0 0,0-25 0,0 25 0,25 0 0,-25 0 15,0 0-15,0 0 0,0 0 0,0 0 0,0 0 16,0 0-16,0 0 0,0 0 0,0 0 0,0 0 15,0 0-15,0 0 0,0 0 0,0 0 0,0 25 0,24-25 0,-24 0 16,0 0-16,0 0 0,0 0 0,0 0 0,0 0 16,0 0-16,0 0 0,0 0 0,0 0 0,0 24 0,0-24 15,0 0-15,0 0 0,0 25 0,0-25 0,0 0 16,0 25-16,0-25 0,0 0 0,25 0 0,-25 25 0,0-25 15,0 0-15,0 25 0,0-25 0,0 24 0,0-24 0,0 0 16,0 25-16,0-25 0,0 0 0,0 25 0,0-25 16,0 0-16,25 0 0,-25 25 0,0-25 0,0 0 0,0 0 15,0 0-15,0 25 0,0-25 0,0 0 0,0 0 16,0 0-16,0 0 0,25 0 0,-25 24 0,0-24 0,0 0 15,0 0-15,0 0 0,0 0 0,0 0 0,25 0 16,-25 0-16,0 0 0,0-24 0,0 24 0,24 0 0,-24 0 16,0-25-16,0 25 0,0 0 0,25-25 0,-25 25 15,0 0-15,0-25 0,25 25 0,-25-25 0,0 25 0,0 0 16,0 0-16,25-24 0,-25 24 0,0-25 0,0 25 0,0 0 15,25 0-15,-25-25 0,0 25 0,0 0 0,0 0 16,0 0-16,24-25 0,-24 25 0,0 0 0,0 0 0,0-25 16,0 25-16,0 0 0,25 0 0,-25 0 0,0 0 15,0 0-15,0-24 0,0 24 0,0 0 0,0 0 0,0 0 16,0 0-16,0 0 0,0 0 0,0 0 0,0 0 15,0 0-15,0 0 0,0 0 0,0 24 0,0-24 0,0 0 0,0 0 16,0 0-16,0 0 0,25 0 0</inkml:trace>
  <inkml:trace contextRef="#ctx0" brushRef="#br0" timeOffset="2311.1322">3870 1712 0,'0'0'0,"0"0"0,0 0 0,0 0 16,0 0-16,0 0 0,0 0 0,0 0 0,0-25 0,0 25 15,0 0-15,0 0 0,0 0 0,0 0 0,0 0 16,0 25-16,-25-25 0,25 0 0,0 0 0,0 24 0,0-24 16,0 0-16,0 0 0,0 25 0,0-25 0,0 0 15,0 25-15,0-25 0,0 0 0,0 25 0,0-25 0,0 0 16,0 25-16,0-25 0,-25 24 0,25-24 0,0 25 0,0-25 15,0 0-15,0 25 0,0-25 0,0 0 0,-25 25 16,25-25-16,0 0 0,0 25 0,0-25 0,0 0 16,0 0-16,-25 24 0,25-24 0,0 0 0,0 0 0,0 25 15,0-25-15,0 0 0,-24 0 0,24 0 0,0 0 0,0 0 16,0 0-16,0 0 0,0 0 0,0 0 0,0 0 15,0 0-15,0 0 0,0-25 0,0 25 0,0 0 0,0 0 16,0-24-16,0 24 0,0 0 0,0-25 0,0 25 16,0 0-16,0-25 0,24 25 0</inkml:trace>
  <inkml:trace contextRef="#ctx0" brushRef="#br0" timeOffset="2606.149">3845 1761 0,'0'0'0,"0"-25"0,0 25 0,0-24 0,0 24 16,25 0-16,-25 0 0,0-25 0,0 25 0,0 0 16,24 0-16,-24-25 0,0 25 0,0 0 0,25 0 0,-25 0 15,0 0-15,0 0 0,25 0 0,-25 0 0,0 0 0,25 0 16,-25 0-16,0 0 0,25 0 0,-25 0 0,0 25 15,24-25-15,-24 0 0,0 0 0,0 25 0,25-25 0,-25 0 16,0 24-16,0-24 0,25 0 0,-25 25 0,0-25 16,0 0-16,0 25 0,0-25 0,0 25 0,0-25 0,0 25 15,0-25-15,0 24 0,0 1 0,0-25 0,-25 25 0,25-25 16,0 25-16,-25-25 0,25 0 0,0 25 0,-24-25 15,24 24-15,-25-24 0,25 0 0,-25 0 0,25 25 0,0-25 16,-25 0-16,25 0 0,-25 0 0,25 0 0,-24 0 16,24 0-16,0 25 0,-25-25 0,25 0 0,0 0 0,0 0 15,-25 0-15,25-25 0,0 25 0,0 0 0,-25 0 0,25 0 16,0 0-16,0 0 0,0 0 0,0 0 0,0 0 15,0 0-15,0 0 0,0 0 0,0 0 0,25 0 16,-25-25-16,0 25 0,0 0 0</inkml:trace>
  <inkml:trace contextRef="#ctx0" brushRef="#br0" timeOffset="2941.1681">4738 1885 0,'0'0'0,"0"0"0,0 0 0,0-25 16,0 25-16,0 0 0,0 0 0,0 0 0,0 0 15,0 0-15,0 0 0,0 0 0,0 0 0,0 0 0,0 0 16,0 0-16,0 0 0,0 0 0,0 0 0,0 0 16,0 0-16,0 0 0,0 0 0,0 0 0,0 25 0</inkml:trace>
  <inkml:trace contextRef="#ctx0" brushRef="#br0" timeOffset="3101.1773">4663 2084 0,'0'0'0,"0"0"0,0 0 16,0 0-16,0 0 0,0 0 0,0 0 0,0-25 15,0 25-15,0 0 0,0 0 0,0 0 0,0 0 0,0 0 16,0 0-16,0 0 0,0 0 0,0 25 0,0-25 16,0 0-16,0 0 0,0 0 0,0 0 0,0-25 15,25 50-15</inkml:trace>
  <inkml:trace contextRef="#ctx0" brushRef="#br0" timeOffset="3990.2281">6796 1885 0,'0'0'0,"0"-25"0,0 25 0,0 0 0,0 0 16,-24 0-16,24 0 0,0 0 0,0 0 0,0 0 0,0-24 15,0 24-15,0 0 0,0 0 0,0 0 0,-25 0 16,25 0-16,0-25 0,0 25 0,0 0 0,0 0 0,0 0 16,0 0-16,-25 0 0,25 0 0,0 0 0,0 0 0,0 0 15,-25 25-15,25-25 0,0 0 0,0 0 0,-25 0 16,25 0-16,0 0 0,-24 0 0,24 24 0,0-24 0,-25 0 15,25 0-15,0 25 0,-25-25 0,25 0 0,0 0 16,-25 25-16,25-25 0,0 25 0,0-25 0,0 0 0,-25 25 16,25-25-16,0 0 0,0 24 0,0-24 0,0 25 0,0-25 15,0 25-15,0-25 0,25 0 0,-25 25 0,0-25 16,0 25-16,0-25 0,25 0 0,-25 0 0,0 24 15,25-24-15,-25 0 0,0 0 0,25 0 0,-25 0 0,0 0 16,24 0-16,-24 0 0,25 0 0,-25 0 0,25 0 16,-25 0-16,25 0 0,0 0 0,-25-24 0,24 24 0,-24 0 15,25-25-15,-25 25 0,25 0 0,-25-25 0,25 25 16,-25 0-16,0 0 0,25-25 0,-25 25 0,25 0 0,-25-25 15,24 25-15</inkml:trace>
  <inkml:trace contextRef="#ctx0" brushRef="#br0" timeOffset="4811.2752">7169 1513 0,'0'0'0,"0"0"0,0 0 0,0-25 16,0 25-16,0 0 0,0 0 0,0 0 0,0 0 16,0 0-16,0 0 0,0 0 0,0 0 0,0 0 0,0 0 15,0 0-15,0 25 0,0-25 0,0 25 0,0-25 16,0 25-16,0-25 0,-25 24 0,25-24 0,0 25 0,0 0 15,-25 0-15,25-25 0,0 25 0,-25 0 0,25-25 0,0 24 16,0 1-16,-25-25 0,25 25 0,0-25 0,-24 25 16,24-25-16,0 25 0,0-1 0,-25-24 0,25 25 0,0-25 15,0 25-15,0-25 0,-25 25 0,25-25 0,0 25 16,0-25-16,0 0 0,0 24 0,0-24 0,0 0 0,0 0 15,0 0-15,0 0 0,0 25 0,0-25 0,0 0 0,0 0 16,0 0-16,0-25 0,0 25 0,0 0 0,0 0 16,0 0-16,0 0 0,0 0 0,25 0 0,-25 0 0,0-24 15,25 24-15,-25 0 0,0 0 0,24-25 0,-24 25 16,25 0-16,-25-25 0,0 25 0,25-25 0,-25 25 0,25 0 15,-25-25-15,25 25 0,-25 0 0,0-24 0,24 24 0,-24 0 16,0 0-16,0-25 0,25 25 0,-25 0 0,0 0 16,0 0-16,0 0 0,0 0 0,0-25 0,0 25 0,25 0 15,-25 0-15,0 0 0,0 0 0,0 0 0,0 0 16,0 0-16,0 0 0,0 25 0,0-25 0,0 0 0,0 0 15,-25 0-15,25 25 0,0-25 0,0 0 0,0 24 0,0-24 16,0 0-16,0 25 0,-25-25 0,25 0 0,0 25 16,0-25-16,0 25 0,0-25 0,0 25 0,0-25 0,0 0 15,0 24-15,0-24 0,0 0 0,0 25 0,0-25 16,0 0-16,0 0 0,25 0 0,-25 0 0,0 0 0,0 0 15,0 0-15,25 0 0,-25 0 0,0 0 0,0 0 0,25 0 16,-25 0-16,25 0 0,-25 0 0,24 0 0,-24 0 16,0-25-16,25 25 0,-25 0 0,25 0 0,-25-24 0,25 24 15,-25 0-15,25 0 0,-25-25 0,0 25 0,24 0 16,-24 0-16,0-25 0,25 25 0,-25 0 0,0-25 0,0 25 15,0 0-15,0 0 0,0-25 0,0 25 0,0 0 16,0 0-16,0-24 0,0 24 0,0 0 0,0 0 0,0 0 16,0 0-16,0 0 0,0 0 0,0 0 0,0 0 0,0 0 15,0 24-15,0-24 0,0 0 0,0 0 0,-25 0 16,25 0-16,0 0 0,0 25 0,0-25 0,0 0 0,-24 25 15,24-25-15,0 25 0,0-25 0,0 0 0,0 25 0,0-25 16,0 24-16,0-24 0,0 25 0,0-25 0,0 0 16,0 0-16,0 25 0,0-25 0,0 0 0,0 0 15,0 0-15,24 0 0,-24 0 0,0 0 0,0 0 0,0 0 16,0 0-16,0 0 0,25 0 0,-25 0 0,0-25 15,0 25-15,25 0 0,-25-25 0,0 25 0,0-24 0,25 24 16,-25 0-16,0-25 0,0 25 0,25-25 0,-25 25 16,0 0-16,0-25 0,0 25 0,0-25 0,0 25 0,24-24 15,-24 24-15,0-25 0,0 25 0,0-25 0,0 25 0,0 0 16,0-25-16,0 25 0,0 0 0,0 0 0,0-25 15,0 25-15,0 0 0,0 0 0,0 0 0,0 0 0,0 0 16,0 0-16,0 0 0,0 0 0,0 0 0,0 0 16,0 0-16,0 0 0,0 0 0,0 0 0,0 25 0</inkml:trace>
  <inkml:trace contextRef="#ctx0" brushRef="#br0" timeOffset="5414.3097">8558 1687 0,'0'0'0,"0"-25"0,24 25 0,-24 0 0,0-25 16,0 25-16,0 0 0,0-25 0,0 25 0,0-25 0,0 25 15,0 0-15,0-24 0,0 24 0,-24 0 0,24 0 0,0-25 16,0 25-16,0 0 0,0 0 0,0-25 0,-25 25 16,25 0-16,0 0 0,0 0 0,0 0 0,-25 0 0,25 0 46,0 0-46,0 0 0,0 0 0,-74 174 125,74-174-125,0 25 0,0-25 0,0 0 0,24 24 0,-24-24 0,0 25 0,0-25 0,0 25 0,25-25 0,-25 25 0,0-25 0,0 0 0,0 25 0,25-25 0,-25 0 16,0 24-16,0-24 0,0 0 0,0 25 0,0-25 0,0 0 0,0 25 0,0-25 0,0 0 0,0 0 0,0 25 0,0-25 0,0 0 0,0 0 0,0 25 0,-25-25 0,25 0 0,0 0 0,0 0 0,0 24 0,-25-24 0,25 0 0,0 0 0,-24 0 0,24 0 15,0 0-15,-25 0 0,25 0 0,0 0 0,0 25 0,-25-25 16,25 0-16,0 0 0,0 0 0,0 0 0,-25 0 16,25 0-16,0 0 0,0 0 0,0 0 0,0 0 0,0 0 15,0 0-15,0 0 0,0 0 0,0-25 0,0 25 16,0 0-16,0 0 0,0 0 0,0 0 0,25-24 0,-25 24 15,0 0-15,0 0 0,25-25 0,-25 25 0,0 0 0,0 0 16,25 0-16,-25 0 0</inkml:trace>
  <inkml:trace contextRef="#ctx0" brushRef="#br0" timeOffset="5788.331">9178 1786 0,'0'0'0,"0"0"16,0-25-16,0 25 0,0 0 0,0 0 0,0 0 15,0 0-15,0 0 0,0 0 0,0 0 0,0 0 16,0 0-16,0-25 0,25 25 0,-25 0 0,0 0 0,0 0 15,24 0-15,-24 0 0,0 0 0,25 0 0,-25 0 0,0 0 16,25 0-16,-25 0 0,25 0 0,-25 0 0,25 0 0,-25 0 16,0 0-16,24 0 0,-24 0 0,0 0 0,25 0 15,-25 0-15,25 0 0,-25 0 0,0 0 0,0 0 0,25 25 16,-25-25-16,0 0 0,0 0 0,0 0 0,25 0 15,-25 0-15,0 0 0,0 25 0</inkml:trace>
  <inkml:trace contextRef="#ctx0" brushRef="#br0" timeOffset="5981.3421">9128 2009 0,'0'0'16,"0"25"-16,0-25 0,-25 0 0,25 0 0,0 0 0,25 0 15,-25 0-15,0 0 0,0 0 0,0 0 0,25 0 16,-25 0-16,25 0 0,-25 0 0,25 0 0,-25 0 0,24 0 15,1 0-15,0 0 0,-25 0 0,25 0 0,0 0 0,-1 0 16,1 0-16,-25 0 0,25 0 0,0 0 0,0 0 16,-25 0-16,24 0 0,1 0 0,0 0 0</inkml:trace>
  <inkml:trace contextRef="#ctx0" brushRef="#br0" timeOffset="7087.4053">10567 1265 0,'-25'0'0,"25"0"16,0 0-16,0 0 0,0 0 0,0 0 0,0 0 0,0-25 16,0 25-16,0 0 0,0 0 0,0 0 0,0 0 0,0 0 15,0 0-15,0 0 0,0 0 0,0 0 0,0 0 16,0 25-16,0-25 0,0 0 0,0 0 0,0 0 0,0 0 15,0 25-15,0-25 0,0 0 0,0 0 0,0 25 0,0-25 16,0 0-16,0 0 0,0 0 0,0 0 0,0 24 16,0-24-16,0 0 0,0 0 0,0 25 0,25-25 0,-25 0 15,0 25-15,0-25 0,0 0 0,0 0 0,0 25 16,0-25-16,0 0 0,25 25 0,-25-25 0,0 0 0,0 0 15,0 24-15,0-24 0,0 0 0,0 25 0,0-25 16,0 0-16,24 25 0,-24-25 0,0 0 0,0 25 0,0-25 16,0 0-16,0 25 0,0-25 0,0 0 0,0 0 0,0 24 15,0-24-15,0 25 0,0-25 0,0 0 0,-24 25 16,24-25-16,0 0 0,0 25 0,0-25 0,-25 0 0,25 25 15,0-25-15,0 0 0,-25 25 0,25-25 0,0 0 16,-25 0-16,25 0 0,0 0 0,-25 0 0,25 24 0,0-24 16,0 0-16,0 0 0,0 0 0,-24 0 0,24 0 0,0 0 15,0 0-15,0 0 0,0 0 0,0 0 0,0 0 16,0 0-16,0 0 0,0 0 0,0 0 0,0 0 0,0 0 15,0 0-15,0 0 0,0 0 0,24 0 0,-24 0 16,0 0-16,0 0 0,0 0 0,0 0 0,0 0 0,0 0 16,25 0-16,-25 0 0,0 0 0,0 0 0,0 0 0,0 0 15,0 0-15,25 0 0,-25 0 0,0 25 0,0-25 16,0 0-16,0 0 0,25 25 0,-25-25 0,0 25 0,0-25 15,0 0-15,0 25 0,0-25 0,0 24 0,0-24 16,0 25-16,0-25 0,0 0 0,0 25 0,0-25 0,-25 25 16,25-25-16,0 25 0,0-25 0,0 0 0,0 24 0,0-24 15,0 25-15,-25-25 0,25 0 0,0 25 0,0-25 16,-25 0-16,25 25 0,0-25 0,0 0 0,0 0 0,0 25 15,-24-25-15,24 0 0,0 0 0,0 0 0,0 24 16,0-24-16,0 0 0,0 0 0,0 0 0,0 0 16,0 0-16,0 0 0,0 0 0,0 0 0,0 0 0,0 0 15,0 0-15,0 0 0,0 0 0,0 0 0</inkml:trace>
  <inkml:trace contextRef="#ctx0" brushRef="#br0" timeOffset="24478.4001">11658 1935 0,'0'0'0,"-25"0"0,25 0 0,0 0 0,0 0 0,0 0 16,0 0-16,-24 0 0,24 0 0,0 0 0,0 0 15,0 0-15,0 0 0,0-25 0,0 25 0,0 0 16,-25 0-16,25 0 0,0 0 0,0 0 0,0 0 0,0 0 15,-25 0-15,25 0 0,0-25 0</inkml:trace>
  <inkml:trace contextRef="#ctx0" brushRef="#br0" timeOffset="25593.4638">11485 1662 0,'0'0'0,"0"0"0,-25 0 16,25 0-16,0 0 0,0-25 0,0 25 0,0 0 16,0 0-16,0 0 0,0 0 0,0 0 0,0 0 0,0 0 15,0-25-15,0 25 0,0 0 0,0 0 0,0 0 0,0 0 16,0 0-16,0 0 0,0 0 0,0 0 0,0 0 15,0 0-15,0 25 0,0-25 0,0 0 0,0 0 0,0 0 16,0 0-16,0 0 0,0 0 0,0 0 0,0 0 16,0 0-16,0 0 0,0 0 0,0 0 0,0 0 0,0 0 15,0 25-15,0-25 0,-25 0 0,25 0 0,0 25 0,0-25 16,0 0-16,-25 25 0,25-25 0,0 24 0,0-24 15,0 0-15,-25 25 0,25-25 0,0 25 0,0 0 16,0-25-16,0 25 0,-24-25 0,24 24 0,0-24 0,0 25 16,0-25-16,0 25 0,-25-25 0,25 25 0,0 0 0,0-25 15,0 24-15,0-24 0,0 0 0,0 25 0,0-25 16,0 0-16,0 0 0,0 25 0,0-25 0,25 0 0,-25 0 15,0 0-15,0 0 0,0 0 0,0 0 0,24 0 16,-24 0-16,0 0 0,0 0 0,0 0 0,25 0 0,-25 0 16,0-25-16,0 25 0,25 0 0,-25 0 0,0 0 0,25 0 15,-25-25-15,0 25 0,0 0 0,25 0 0,-25-24 187,173-224-187,-173 248 0,0-25 0,0 25 0,0 0 0,0 0 0,0 0 0,0 0 0,0 0 0,0 0 0,0 0 0,0 0 0,0 0 0,0 0 0,0 0 0,0 0 0,0 0 0,0 0 0,0 0 0,0 0 0,0 0 0,0 0 0,0 0 0,0 0 0,0 0 0,0 25 0,0-25 0,-25 0 0,25 24 0,0-24 0,0 0 0,0 25 0,0-25 0,0 25 0,0-25 0,-24 25 16,24-25-16,0 25 0,0-25 0,0 24 0,0-24 0,0 25 16,-25-25-16,25 25 0,0-25 0,0 0 0,0 25 0,0-25 15,0 25-15,0-25 0,0 0 0,0 24 0,0-24 0,0 0 16,0 25-16,0-25 0,25 0 0,-50 0 0,25 25 15,0-25-15,0 0 0,0 0 0,0 0 0,0 0 0,0 0 16,0 0-16,0 0 0,0 0 0,0 0 0,25 0 16</inkml:trace>
  <inkml:trace contextRef="#ctx0" brushRef="#br0" timeOffset="26357.5075">11708 2282 0,'0'0'0,"0"0"15,0 0-15,0 0 0,0 0 0,0 0 0,0 0 0,0 0 16,0 0-16,0 0 0,0 0 0,0 0 0,0 0 15,0 0-15,0 0 0,0 0 0,0 0 0,0 0 16,0 0-16,0 0 0,0-25 0,0 25 0,0 0 0,25 0 16,-25 0-16,0 0 0,0-25 0,0 25 0,0 0 0,24 0 15,-24-24-15,0 24 0,0 0 0,25-25 0,-25 25 16,0 0-16,0-25 0,0 25 0,25-25 0,-25 25 15,0 0-15,25-25 0,-25 25 0,0-24 0,25 24 0,-25 0 16,0-25-16,0 25 0,24 0 0,-24-25 0,0 25 0,0 0 16,0 0-16,0 0 0,0-25 0,0 25 0,0 0 15,0 0-15,0 0 0,0 0 0,0 0 0,0 0 0,0 0 16,0-25-16,0 25 0,0 0 0,0 0 0,0 0 15,0 0-15,0 0 0,0 25 0,0-25 0,0 0 0,0 0 16,0 0-16,0 25 0,0-25 0,0 0 0,0 25 0,-24-25 16,24 25-16,0-25 0,0 24 0,0-24 0,0 25 15,0-25-15,0 0 0,0 25 0,0-25 0,-25 0 16,25 25-16,0-25 0,0 0 0,0 25 0,0-25 0,0 0 15,0 24-15,0-24 0,0 25 0,0-25 0,0 0 16,0 25-16,0-25 0,0 0 0,0 25 0,0-25 0,0 0 16,0 0-16,0 0 0,0 25 0,0-25 0,0 0 0,0 0 15,0 0-15,0 0 0,0 0 0,0 0 0,0 0 16,0 0-16,0 0 0,0 0 0,0 0 0,0 0 0,0 0 15,0 0-15,0 0 0,25 0 0,-25 0 0,0-25 16</inkml:trace>
  <inkml:trace contextRef="#ctx0" brushRef="#br0" timeOffset="26682.5261">12278 1761 0,'0'0'0,"0"0"0,0 0 0,0 0 0,0 0 15,0 0-15,0 0 0,0 0 0,0 0 0,0 0 16,0 0-16,0 0 0,25 0 0,-25 0 0,0 0 0,0 0 16,25 0-16,-25 0 0,0 0 0,25 0 0,-25 0 0,0-25 15,25 25-15,-25 0 0,0 0 0,24 0 0,-24 0 16,25 0-16,-25 0 0,0 0 0,25 0 0,-25 0 0,0 0 15,25 0-15,-25 0 0,0 0 0,0 0 0,0 0 16,0 0-16,0 0 0,0 0 0,0 0 0,0 0 0</inkml:trace>
  <inkml:trace contextRef="#ctx0" brushRef="#br0" timeOffset="26900.5386">12278 1935 0,'0'0'16,"0"0"-16,-24 25 0,24-25 0,0 0 0,0 0 0,0 0 15,0 0-15,0-25 0,24 25 0,-24 0 0,0 0 16,0 0-16,0 0 0,0 0 0,25 0 0,-25 0 0,0 0 16,0 0-16,25 0 0,-25 0 0,25 0 0,-25 0 0,0 0 15,25 0-15,-25 0 0,24 0 0,-24 0 0,0 0 16,25 0-16,-25 0 0,0 0 0,25 0 0,-25 0 0,25 0 15,-25-25-15,25 25 0,-25 0 0,24 0 0</inkml:trace>
  <inkml:trace contextRef="#ctx0" brushRef="#br0" timeOffset="27336.5635">13221 1414 0,'-25'-25'0,"25"25"0,0 0 0,0 0 0,0 0 16,0 0-16,0 0 0,0 0 0,0 0 0,0 0 0,0 25 15,0-25-15,-25 0 0,25 0 0,0 0 0,0 0 0,0 0 16,0 0-16,0 25 0,0-25 0,-25 0 0,25 0 15,0 0-15,0 24 0,0-24 0,-24 25 0,24-25 0,0 25 16,0 0-16,-25 0 0,25-25 0,0 24 0,-25 1 0,25 0 16,0 0-16,-25 0 0,25 0 0,0-25 0,0 24 15,0 1-15,-25 0 0,25-25 0,0 25 0,0 0 0,0-1 16,0-24-16,0 25 0,0-25 0,0 25 0,0 0 0,25-25 15,-25 25-15,0-25 0,0 24 0,0-24 0,25 0 16,-25 25-16,0-25 0,0 25 0,25-25 0,-25 0 0,0 25 16,25-25-16,-25 0 0,24 0 0,-24 0 0,0 25 15,25-25-15,-25 0 0,0 0 0,25 0 0</inkml:trace>
  <inkml:trace contextRef="#ctx0" brushRef="#br0" timeOffset="30012.7166">13469 2084 0,'0'0'0,"0"0"16,0 0-16,0 0 0,0 0 0,0 0 0,0 0 0,0 0 16,0 0-16,0 0 0,0-25 0,0 25 0,0 0 15,0 0-15,0 0 0,0 0 0,25 0 0,-25 0 16,0 0-16,0-25 0,0 25 0,25 0 0,-25 0 0,0 0 15,0-25-15,0 25 0,24 0 0,-24 0 0,0 0 0,0 0 16,25 0-16,-25-25 0,0 25 0,25 0 0,-25 0 16,0-24-16,25 24 0,-25 0 0,0-25 0,25 25 0,-25 0 15,0-25-15,24 25 0,-24-25 0,0 25 0,25-25 16,-25 25-16,0-24 0,0 24 0,25 0 0,-25-25 0,0 25 15,0 0-15,0 0 0,25-25 0,-25 25 0,0 0 0,0 0 16,0 0-16,0-25 0,0 25 0,0 0 0,0 0 16,0 0-16,0 0 0,0-25 0,0 25 0,0 0 0,0 0 15,0 0-15,0 0 0,0 0 0,0 0 0,0 0 0,0 0 16,0 0-16,0 0 0,0 0 0,0 0 0,0 0 15,0 0-15,0 0 0,0 25 0,0-25 0,0 0 0,0 0 16,0 0-16,0 25 0,0-25 0,0 0 0,0 0 0,0 25 16,0-25-16,0 0 0,0 25 0,0-25 0,-25 0 15,25 24-15,0-24 0,0 0 0,0 25 0,0-25 16,0 25-16,0-25 0,0 25 0,0-25 0,0 25 0,-25-25 15,25 0-15,0 24 0,0-24 0,0 0 0,0 0 0,0 0 16,0 25-16,0-25 0,0 0 0,0 0 0,0 0 16,0 0-16,-25 25 0,25-25 0,0 0 0,0 0 0,0 25 15,0-25-15,0 0 0,0 0 0,0 25 0,0-25 16,0 0-16,0 0 0,0 0 0,0 0 0,0 0 15,0 0-15,0 0 0</inkml:trace>
  <inkml:trace contextRef="#ctx0" brushRef="#br0" timeOffset="30257.7306">13965 2034 0,'0'0'0,"-25"0"15,25 0-15,0 0 0,0 0 0,0 0 0,0 0 16,0 0-16,0 0 0,0 0 0,0 25 0,0-25 0,0 0 15,0 0-15,0 0 0,0 0 0,0 0 0,0 25 16,0-25-16,0 0 0,0 0 0,0 24 0,0-24 0,0 0 16,0 25-16,0-25 0,0 0 0,0 25 0,0-25 15,0 0-15,0 25 0,-25-25 0,25 0 0,0 25 0,0-25 16,0 0-16,0 24 0,-24-24 0,24 0 0,0 0 15,0 0-15,0 0 0,0 0 0,0 25 0,0-25 0</inkml:trace>
  <inkml:trace contextRef="#ctx0" brushRef="#br0" timeOffset="30775.7602">14362 1687 0,'0'-25'0,"0"25"0,0 0 0,0 0 0,0-25 0,0 25 0,0 0 0,0 0 0,0 0 0,0 0 0,0-25 0,0 25 16,0 0-16,0 0 0,0 0 0,25 0 0,-25 0 0,0 0 15,0 0-15,0 0 0,25-25 0,-25 25 0,0 0 0,24 0 16,-24 0-16,0 0 0,0 0 0,25 0 0,-25 0 15,0 0-15,0 0 0,0 0 0,25 0 0,-25 0 0,0 0 16,0 0-16,0 0 0,0 0 0,0 25 0,0-25 0,0 0 16,0 25-16,0-25 0,0 0 0,0 25 0,0-25 15,-25 25-15,25-25 0,0 25 0,0-25 0,-25 24 0,25-24 16,0 25-16,-24-25 0,24 0 0,0 25 0,-25-25 0,25 0 15,0 25-15,-25-25 0,25 25 0,0-25 0,0 0 16,-25 24-16,25-24 0,0 0 0,0 0 0,0 0 0,0 25 16,0-25-16,-25 0 0,25 0 0,0 0 0,0 25 15,0-25-15,0 0 0,0 0 0,0 0 0,25 0 0,-25 0 16,0 0-16,0 0 0,0 0 0,0 0 0,0 0 0,0 0 15,25 0-15,-25 0 0,0 25 0,25-25 0,-25 0 16,0 0-16,25 0 0,-25 0 0,0 0 0,24 0 0,-24 0 16,0 0-16,0 0 0,25 0 0,-25 0 0,0 0 15,25 0-15,-25-25 0,0 25 0,25 0 0,-25 0 0,25 0 16,-25 0-16</inkml:trace>
  <inkml:trace contextRef="#ctx0" brushRef="#br0" timeOffset="31005.7734">14684 1860 0,'0'0'16,"0"0"-16,0 0 0,0 0 0,0 0 0,0 0 0,0 0 16,0 0-16,0 0 0,0 0 0,0 0 0,0 25 15,0-25-15,0 0 0,0 0 0,0 25 0,0-25 0,0 0 16,0 25-16,0-25 0,-24 25 0,24-25 0,0 24 0,0-24 15,0 25-15,0-25 0,0 0 0,0 25 0,-25-25 16,25 25-16,0-25 0,0 25 0,0-25 0,0 0 16,-25 0-16,25 24 0,0-24 0,0 0 0,0 0 0,0 0 15,-25 25-15,25-25 0,0 0 0,0 0 0,0 0 16</inkml:trace>
  <inkml:trace contextRef="#ctx0" brushRef="#br0" timeOffset="31609.8079">15081 1612 0,'0'0'0,"0"0"0,0 0 0,0 0 0,0-25 16,0 25-16,0 0 0,0 0 0,0 0 0,0 0 15,25-24-15,-25 24 0,0 0 0,0 0 0,0 0 0,25 0 16,-25-25-16,0 25 0,0 0 0,25 0 0,-25 0 0,0 0 16,0 0-16,24 0 0,-24 0 0,0 0 0,0 0 15,0 0-15,0 0 0,0 0 0,0 0 0,25 0 0,-25 0 16,0 25-16,0-25 0,0 0 0,0 0 0,-25 24 15,25-24-15,0 25 0,0-25 0,0 0 0,-24 25 0,24-25 16,0 25-16,-25-25 0,25 25 0,0-25 0,-25 0 0,25 25 16,0-25-16,0 0 0,-25 24 0,25-24 0,0 0 15,0 25-15,0-25 0,-25 0 0,25 0 0,0 25 0,0-25 16,0 0-16,0 0 0,0 0 0,0 25 0,0-25 15,0 0-15,0 0 0,0 0 0,0 0 0,0 0 0,0 0 16,0 25-16,0-25 0,0 0 0,0 0 0,0 0 0,0 0 16,25 0-16,-25 0 0,0 0 0,0 0 0,0 0 15,0 0-15,25 0 0,-25 0 0,0 0 0,0 24 0,0-24 16,0 0-16,25 0 0,-25 0 0,0 25 0,0-25 15,0 0-15,0 0 0,0 0 0,-25 25 0,25-25 0,0 0 16,0 0-16,0 25 0,0-25 0,-25 0 0,25 0 0,0 0 16,0 0-16,0 0 0,0 0 0,-25 25 0,25-25 15,0 0-15,0 0 0,-24 0 0,24 0 0,0 0 0,-25 24 16,25-24-16,0 0 0,0 0 0,-25 0 0,25 0 15,0 0-15,0 0 0,0 0 0,0 25 0,0-25 0,0 0 16,0 0-16,0 0 0,0 0 0,0 0 0,0-25 0,0 25 16,0 0-16,0 0 0,0 0 0</inkml:trace>
  <inkml:trace contextRef="#ctx0" brushRef="#br0" timeOffset="32068.8342">15453 1984 0,'0'0'15,"0"0"-15,0 0 0,0 0 0,0 0 0,0 0 0,0 0 16,0 0-16,0 0 0,0 0 0,0 0 0,0 0 15,0 0-15,0 0 0,0 25 0,0-25 0,0 0 0,0 0 16,0 0-16,0 0 0,0 25 0,-24-25 0,24 0 0,0 25 16,0-25-16,0 0 0,0 25 0,0-25 15,0 24-15,-25-24 0,25 0 0,0 25 0,0-25 0,-25 0 16,25 0-16,0 25 0,0-25 0,0 0 0,0 25 0,-25-25 15,25 0-15,0 0 0,0 0 0,0 25 0,0-25 16,0 0-16,0 0 0,0 0 0,0 0 0,0 0 0,0 0 16</inkml:trace>
  <inkml:trace contextRef="#ctx0" brushRef="#br0" timeOffset="32599.8646">15974 1463 0,'0'0'0,"0"0"0,0 0 0,0 0 16,0 0-16,0 0 0,0 0 0,0 0 0,0 0 0,0 0 15,0 0-15,0 0 0,0 0 0,0 25 0,0-25 16,0 0-16,0 0 0,-25 25 0,25-25 0,0 0 0,0 25 15,-24-25-15,24 0 0,0 25 0,0-25 0,0 0 16,-25 24-16,25-24 0,0 25 0,0-25 0,-25 0 0,25 25 16,0-25-16,0 25 0,-25-25 0,25 0 0,0 25 15,0-25-15,-25 0 0,25 0 0,0 25 0,0-25 0,0 0 0,0 0 16,0 24-16,-24-24 0,24 0 0,0 0 15,0 0-15,0 0 0,0 0 0,0 0 0,0 25 0,0-25 0,0 0 16,0 0-16,0 0 0,24 0 0,-24 0 0,0 0 16,0 0-16,0 0 0,0 0 0,25 25 0,-25-25 15,0 0-15,0 0 0,25 0 0,-25 0 0,0-25 0,25 25 16,-25 0-16,25 0 0,-25 0 0,0 0 0,24 0 15,-24 0-15,0 0 0,25 0 0,-25 0 0,25 0 0,-25 0 16,25 0-16,-25 0 0,25 0 0,-25 0 0,24 0 0,-24 0 16,25 0-16,-25 0 0,0 0 0,25 0 0,-25 0 15,0 0-15,25 0 0,-25 0 0,0 25 0,0-25 0,25 0 0,-25 0 16,0 0-16,0 0 0,0 0 0,0 0 0,0 0 15,0 0-15,0-25 0,0 25 0,0 0 0,0 0 0,0 0 16</inkml:trace>
  <inkml:trace contextRef="#ctx0" brushRef="#br0" timeOffset="32895.8815">16073 1587 0,'0'0'0,"0"0"0,0-24 0,0 24 16,0 0-16,0 0 0,0 0 0,0 0 0,0 0 0,0 0 15,0 0-15,0 0 0,0 0 0,-24 24 0,24-24 16,0 0-16,0 0 0,0 0 0,0 25 0,0-25 0,0 0 15,0 25-15,0-25 0,0 0 0,0 25 0,0-25 16,0 25-16,0-25 0,0 25 0,0-25 0,0 24 0,0-24 16,0 25-16,0-25 0,-25 25 0,25-25 0,0 25 0,0-25 15,0 0-15,0 25 0,0-25 0,-25 24 0,25-24 16,0 0-16,0 25 0,0-25 0,0 0 0,0 0 0,0 25 15,0-25-15,0 0 0,0 25 0,0-25 0,0 0 16,0 0-16,0 0 0,0 0 0,0 0 0,0 0 0,0 0 16,0 0-16,0 0 0,0 0 0,0 0 0,0 0 15,0 0-15,0 0 0,0 0 0,0 0 0,0 0 0,0 0 16,0 0-16,0 0 0,0 0 0,25 0 0,-25-25 15,0 25-15</inkml:trace>
  <inkml:trace contextRef="#ctx0" brushRef="#br0" timeOffset="33365.9084">16446 1265 0,'0'0'0,"0"0"0,24 0 0,-24 0 16,0 0-16,0 0 0,0 0 0,0 0 15,0 0-15,0 0 0,0 0 0,25 25 0,-25-25 0,0 0 0,0 0 16,0 0-16,25 0 0,-25 25 0,0-25 0,0 0 15,0 0-15,25 0 0,-25 24 0,0-24 0,0 25 0,0-25 16,0 25-16,25 0 0,-25-25 0,0 25 0,0-1 0,0-24 16,0 25-16,0 0 0,0-25 0,0 25 0,0 0 15,0-25-15,0 24 0,0 1 0,0 0 0,0-25 0,0 25 16,0 0-16,0 0 0,-25-1 0,25-24 0,0 25 15,0 0-15,-25-25 0,25 25 0,0-25 0,-25 25 0,25-1 16,0-24-16,-25 25 0,25-25 0,0 25 0,-24-25 0,24 0 16,-25 25-16,25-25 0,0 25 0,-25-25 0,25 24 15,0-24-15,0 25 0,-25-25 0,25 0 0,0 25 0,0-25 16,0 0-16,0 0 0,-25 0 0,25 25 0,0-25 15,0 0-15,0 0 0,0 0 0,0 0 0,0 0 0,0 0 16,-25 0-16,25 0 0,0 0 0,0 0 0,0 0 0,0 0 16,0 25-16,0-25 0,0 0 0,0 0 15,0 0-15,0-25 0,0 25 0,0 0 0,0 0 0,0 0 16,0 0-16,25 0 0,-25-25 0,0 25 0,0 0 0,0-25 15,0 25-15</inkml:trace>
  <inkml:trace contextRef="#ctx0" brushRef="#br0" timeOffset="33566.9199">16842 1885 0,'0'0'0,"0"0"0,0 0 0,0-25 0,0 25 0,0 0 16,0 0-16,0 0 0,0 0 0,0 0 0,0 0 0,0 0 15,0 0-15,0 0 0,0 0 0,0 0 0,0 0 16,0 0-16,0 0 0,0 0 0,0 0 0,0 0 0,0 0 16,0 0-16,0 0 0,0 25 0,0-25 0,0 0 15,0 0-15</inkml:trace>
  <inkml:trace contextRef="#ctx0" brushRef="#br0" timeOffset="33775.9318">16743 2158 0,'0'0'0,"-25"0"0,25 0 15,0 0-15,0 0 0,0 25 0,25-25 0,-25 0 0,0 0 16,0 0-16,0 25 0,0-25 0,0 0 0,0 0 16,0 24-16,0-24 0,0 0 0,0 25 0,0-25 15,0 0-15,0 25 0,0-25 0,0 25 0,0-25 0,-25 25 16,25-25-16,0 24 0,-24 1 0,24-25 0,-25 25 15,25-25-15,-25 25 0,0-25 0,25 0 0,-25 25 0,25-25 16,-24 24-16,-1-24 0,25 0 0</inkml:trace>
  <inkml:trace contextRef="#ctx0" brushRef="#br0" timeOffset="36502.0878">17934 1389 0,'0'0'0,"0"0"0,0 0 15,0 0-15,0 0 0,25-25 0,-25 25 0,0 0 16,0 0-16,0 0 0,0 0 0,0 0 0,0 25 0,0-25 15,0 0-15,0 0 0,0 0 0,0 0 0,0 0 0,0 0 16,0 0-16,0 0 0,0 0 0,0 0 0,0 0 16,0 0-16,0 0 0,0 0 0,0 0 0,0 0 0,0 0 15,0 0-15,-25 0 0,25 0 0,0 0 0,0 0 16,0 0-16,0 0 0,0 0 0,0 0 0,0 0 0,0 0 15,0 0-15,0 0 0,0 0 0,0 0 0,0 0 16,0 0-16,0 0 0,0 0 0,0 0 0,0 0 0,0 25 16,0-25-16,0 0 0,0 0 0,-25 25 0,25-25 0,0 0 15,0 24-15,0-24 0,0 25 0,0-25 0,0 0 16,-25 25-16,25-25 0,0 25 0,0 0 0,0-25 15,0 24-15,-25 1 0,25-25 0,0 25 0,0 0 0,0-25 0,0 25 16,0 0-16,0-25 0,0 24 0,0-24 0,0 25 16,0-25-16,0 0 0,0 25 0,0-25 0,0 0 0,0 25 15,0-25-15,0 0 0,0 0 0,0 25 0,0-25 16,0 0-16,0 0 0,0 24 0,25-24 0,-25 0 0,0 0 15,0 0-15,0 0 0,0 0 0,25 0 0,-25 0 16,0 0-16,0 0 0,25 0 0,-25 0 0,0 0 0,25 0 16,-25 0-16,0 0 0,24 0 0,-24-24 0,25 24 0,-25 0 15,25 0-15,-25 0 0,0 0 0,25 0 0,-25-25 16,0 25-16,0 0 0,25-25 0,-25 25 0,0 0 0,24-25 15,-24 25-15,0 0 0,0-25 0,25 25 0,-25-24 16,0-1-16,25 25 0,-25-25 0,0 0 0,0 25 0,25-25 16,-25 0-16,0 25 0,0-24 0,0 24 0,0 0 15,25-25-15,-25 25 0,0-25 0,0 25 0,0 0 0,0 0 16,0-25-16,0 25 0,0 0 0,0 0 0,0 0 0,0 0 15,0 0-15,0 0 0,0 0 0,0 0 0,0 0 0,0-25 16,0 25-16,0 0 0,0 0 0,0 0 0,0 0 16,0 0-16,0 0 0,0 0 0,0 0 0,0 25 0,-25-25 15,25 0-15,0 25 0,0-25 0,0 25 0,0-25 16,0 25 15,0-1-31,0-24 0,0 25 0,0 0 0,0-25 0,0 25 0,0-25 0,-25 25 0,25-25 0,0 25 0,0-25 0,0 24 0,0-24 0,0 25 0,0-25 16,0 0-16,-25 25 0,25-25 0,0 0 0,0 25 0,0-25 0,0 0 15,0 25-15,0-25 0,0 0 0,0 0 0,-25 24 16,25-24-16,0 0 0,0 0 0,0 25 0,0-25 0,0 0 15,0 0-15,0 0 0,0 0 0,0 0 0,0 0 16,0 0-16,0 25 0</inkml:trace>
  <inkml:trace contextRef="#ctx0" brushRef="#br0" timeOffset="36958.1138">18380 2009 0,'0'-25'0,"0"25"0,0 0 0,0 0 15,0 0-15,0 0 0,0 0 0,0 0 0,0 0 0,0 0 16,0 0-16,0 0 0,0 0 0,0 0 0,0 0 15,0 0-15,0 0 0,25-24 0,-25 24 0,0 0 0,0 0 16,0 0-16,25 0 0,-25 0 0,0 0 0,0 0 16,25 0-16,-25 0 0,0 0 0,0 0 0,0 0 0,0 0 15,24 0-15,-24 0 0,0 0 0,0 0 0,0 0 0,0 0 16,-24 24-16,24-24 0,0 0 0,0 0 0,0 25 15,0-25-15,-25 25 0,25-25 0,0 0 0,0 25 0,-25-25 16,25 0-16,0 25 0,0-25 0,-25 0 0,25 24 16,0-24-16,0 25 0,-25-25 0,25 0 0,0 0 0,0 25 15,0-25-15,-24 0 0,24 0 0,0 0 0,0 25 0,0-25 16,0 0-16,0 0 0,0 0 0,0 0 0,0 0 15,0 25-15,0-25 0,0 0 0,0 0 0,0 0 16,0 0-16,0 0 0,0 0 0,0 0 0,24 0 0,-24 0 16,0 0-16,0 0 0,0 0 0,25 24 0,-25-24 15,0 0-15,25-24 0,-25 24 0,25 0 0,-25 0 0,25 0 16,-25 0-16,24 0 0,-24-25 0,25 25 0,0 0 15,-25 0-15,25-25 0,-25 25 0</inkml:trace>
  <inkml:trace contextRef="#ctx0" brushRef="#br0" timeOffset="37217.1285">18827 1811 0,'0'0'0,"0"0"0,0 0 0,0 0 16,0-25-16,25 25 0,-25 0 0,0 0 0,0 0 16,0 0-16,24 0 0,-24 0 0,0 0 0,0 0 0,25 0 15,-25 0-15,25 0 0,-25 0 0,0 0 0,25 0 16,-25 0-16,25 0 0,-25 0 0,0 0 0,24 0 0,-24 0 15,25 0-15,-25 0 0,0 0 0,25 0 0,-25 0 0,0 0 16,0 0-16,0 0 0,0 0 0,0 0 0,0 0 16</inkml:trace>
  <inkml:trace contextRef="#ctx0" brushRef="#br0" timeOffset="37388.1385">18728 1984 0,'0'0'15,"0"0"-15,0 25 0,0-25 0,0 0 0,0 0 16,0 0-16,24 0 0,-24 0 0,0 0 0,25 0 0,-25 0 15,0 0-15,25 0 0,-25 0 0,0 0 0,25 0 0,-25 0 16,25 0-16,-25 0 0,24 0 0,-24 0 0,25 0 16,-25 0-16,25 0 0,-25 0 0,25 0 0,-25 0 15,0 0-15</inkml:trace>
  <inkml:trace contextRef="#ctx0" brushRef="#br0" timeOffset="40116.2939">20141 1463 0,'0'0'0,"0"0"0,0 0 0,0-24 0,0 24 0,0 0 16,0 0-16,0 0 0,0 0 0,0 0 0,0-25 15,0 25-15,0 0 0,0 0 0,0 0 0,0 0 0,0 0 16,0 0-16,0 0 0,0 0 0,-24 0 0,24 0 16,0 0-16,0 0 0,0 0 0,0 0 0,0 0 0,0 0 15,0 0-15,0 0 0,0 0 0,0 0 0,0 0 16,0 25-16,-25-25 0,25 0 0,0 0 0,0 0 0,-25 24 15,25-24-15,0 0 0,0 25 0,-25-25 0,25 0 0,0 25 16,-25-25-16,25 25 0,0-25 0,-24 25 0,24-25 16,0 24-16,-25 1 0,25-25 0,0 25 0,-25 0 0,25 0 15,0-25-15,-25 25 0,25-1 0,0-24 0,-25 25 16,25 0-16,0-25 0,0 25 0,-24-25 0,24 25 0,0-25 15,0 24-15,0-24 0,0 25 0,0-25 0,0 25 0,0-25 16,0 25-16,0-25 0,0 25 0,0-25 0,24 24 16,-24-24-16,0 0 0,0 25 0,0-25 0,0 25 0,0-25 15,0 0-15,0 0 0,25 25 0,-25-25 0,0 0 16,0 0-16,0 0 0,0 25 0,25-25 0,-25 0 0,0 0 15,0 0-15,0 0 0,0 0 0,0 0 0,0 0 16,0 0-16,0 0 0,0 0 0,0 0 0,0 0 0,0 0 16,25 0-16,-25-25 0,0 25 0,0 0 0,0 0 15</inkml:trace>
  <inkml:trace contextRef="#ctx0" brushRef="#br0" timeOffset="40889.3387">20365 1761 0,'0'0'0,"0"0"0,0 0 0,-25 0 0,25 0 0,0 0 15,0 0-15,0-25 0,0 25 0,0 0 0,0 0 0,0 0 16,0 0-16,0-24 0,0 24 0,0 0 0,0 0 16,0 0-16,0 0 0,0 0 0,0-25 0,0 25 0,-25 25 15,25-25-15,0 0 0,0 0 0,0 0 0,0 0 16,0 0-16,0 24 0,0-24 0,-25 0 0,25 0 0,0 0 15,0 0-15,0 0 0,0 25 0,0-25 0,-25 0 0,25 0 16,0 0-16,0 25 0,-24-25 0,24 0 0,0 25 16,0-25-16,0 25 0,0-1 0,-25-24 0,25 25 0,0-25 15,0 25-15,0-25 0,0 25 0,0-25 0,0 0 16,0 25-16,0-25 0,0 0 0,0 24 0,0-24 0,25 0 15,-25 0-15,0 0 0,0 25 0,0-25 0,0 0 0,24 0 16,-24 0-16,0 0 0,0 0 0,25 0 0,-25 0 16,0 0-16,25 0 0,-25-25 0,0 25 0,25 0 0,-25 0 15,25-24-15,-25 24 0,0 0 0,24 0 0,-24-25 16,0 25-16,25 0 0,-25-25 0,0 25 0,0 0 0,25-25 15,-25 25-15,0-25 0,0 25 0,0-24 0,0 24 0,0-25 16,0 25-16,25-25 0,-25 25 0,0-25 0,0 25 16,0-25-16,0 25 0,0 0 0,0-24 0,0 24 0,0 0 15,0-25-15,0 25 0,0 0 0,0 0 0,0-25 16,0 25-16,0 0 0,0 0 0,0 25 0,0-25 0,0 0 15,0 0-15,0 0 0,-25 0 0,25 0 0,0 25 0,0-25 16,0 0-16,0 0 0,0 0 0,0 0 0,0 0 16,0 0-16,0 0 0</inkml:trace>
  <inkml:trace contextRef="#ctx0" brushRef="#br0" timeOffset="41167.3546">20712 1960 0,'0'0'16,"0"0"-16,0 24 0,0-24 0,0 0 0,0 0 0,0 0 15,0 0-15,0 0 0,0 0 0,0 0 0,0 0 16,0 0-16,0 0 0,0 0 0,0 0 0,0 0 0,0 0 15,0 25-15,0-25 0,0 0 0,-25 25 0,25-25 16,0 25-16,0-25 0,-25 25 0,25-25 0,0 24 0,0-24 16,-25 25-16,25-25 0,0 25 0,0-25 0,-24 25 15,24-25-15,0 25 0,0-25 0,-25 0 0,25 24 0,0-24 16,-25 0-16,25 25 0,0-25 0,0 0 0,0 0 15,0 0-15,0 0 0</inkml:trace>
  <inkml:trace contextRef="#ctx0" brushRef="#br0" timeOffset="42752.4453">21134 1761 0,'0'0'0,"0"0"0,0 0 16,0 0-16,0 0 0,0-25 0,-25 25 0,25 0 0,0 0 15,0-24-15,0 24 0,0 0 0,0 0 0,0 0 16,0 0-16,0 0 0,0 0 0,0 0 0,0-25 0,0 25 16,0 0-16,0 0 0,0 0 0,25-25 0,-25 25 0,0 0 15,0 0-15,0 0 0,0-25 0,0 25 0,0 0 16,0 0-16,0 0 0,0-25 0,0 25 0,0 0 0,24 0 15,-24 0-15,0 0 0,0 0 0,0 0 0,25 0 16,-25 0-16,0 0 0,0 0 0,25 0 0,-25 0 0,0 0 16,25-25-16,-25 25 0,0 0 0,25 0 0,-25 0 0,24 0 15,-24-24-15,0 24 0,0 0 0,0 0 0,25 0 16,-25 0-16,0 0 0,0 24 0,0-24 0,0 0 0,0 25 15,-25-25-15,25 25 0,0 0 0,0-25 16,0 25-16,-24-25 0,24 25 0,0-25 0,-25 24 0,25 1 0,0-25 16,-25 25-16,25-25 0,-25 25 0,25-25 0,-25 25 0,25-25 15,-24 24-15,24-24 0,-25 25 0,25-25 0,-25 25 16,25-25-16,-25 0 0,25 25 0,0-25 0,-25 0 0,25 25 15,0-25-15,0 0 0,0 24 0,0-24 0,0 0 16,0 0-16,0 0 0,0 0 0,0 0 0,0 0 0,0 0 16,0 0-16,0-24 0,0 24 0,0 0 0,0 0 0,0 0 15,0 0-15,25 24 0,-25-24 0,0 0 0,0 0 16,25 0-16,-25 0 0,0 0 0,25 0 0,-25 0 0,25 0 15,-25 0-15,0 0 0,24 0 0,-24 0 0,25 0 0,-25 0 16,25 0-16,-25 0 0,0 0 0,25 0 0,-25 0 16,0 0-16,25 0 0,-25-24 0,0 24 0,24 0 0,-24 0 15,25 0-15,-25 0 0,0 0 0,25 0 0,-25 24 16</inkml:trace>
  <inkml:trace contextRef="#ctx0" brushRef="#br0" timeOffset="42972.4579">21481 1984 0,'0'0'0,"0"0"0,0 0 15,0 0-15,0 0 0,0 0 0,0 0 0,0 0 16,0 0-16,0 0 0,0 0 0,0 0 0,0 0 0,0 0 16,0 0-16,0 0 0,0 0 0,0 0 0,25 25 0,-50-25 15,25 0-15,0 25 0,0-25 0,0 0 0,0 25 16,0-25-16,0 25 0,-25-25 0,25 0 0,0 24 0,0-24 15,0 0-15,-25 25 0,25-25 0,0 0 0,0 25 16,-25-25-16,25 25 0,0-25 0,0 0 0,-24 25 0,24-25 16,0 0-16,0 0 0,0 0 0,0 0 0,0 0 15</inkml:trace>
  <inkml:trace contextRef="#ctx0" brushRef="#br0" timeOffset="43427.4839">21903 2084 0,'0'0'0,"0"0"0,0-25 0,0 25 0,0 0 16,0 0-16,0-25 0,24 25 0,-24 0 0,0 0 0,0-25 15,25 25-15,-25 0 0,0 0 0,25 0 0,-25 0 0,0-25 16,0 25-16,25 0 0,-25-24 0,0 24 0,25 0 0,-25-25 16,0 25-16,24 0 0,-24-25 0,25 25 0,-25-25 15,0 25-15,25-25 0,-25 25 0,0-24 0,0 24 0,25-25 16,-25 25-16,0 0 0,0-25 0,0 25 0,0 0 0,25-25 15,-25 25-15,0 0 0,0 0 0,0 0 0,0 0 16,0 0-16,0-25 0,0 25 0,0 0 0,0 0 0,0 0 16,0 0-16,0 0 0,0 0 0,0 0 0,0 0 15,0 0-15,0 0 0,0 0 0,0 0 0,0 0 16,0 0-16,0 0 0,0 0 0,0 0 0,0 0 0,0 0 15,0 25-15,0-25 0,0 0 0,0 25 0,0-25 0,0 25 16,0-25-16,0 25 0,-25-25 0,25 24 0,0-24 16,0 25-16,0-25 0,0 25 0,0-25 0,0 25 0,-25-25 15,25 25-15,0-1 0,0-24 0,0 0 0,0 25 16,0-25-16,0 25 0,0-25 0,-25 0 0,25 25 0,0-25 15,0 0-15,0 0 0,0 0 0,0 25 0,0-25 16,-25 0-16,25 0 0,0 0 0,0 0 0,0 0 0,0 0 16,0 0-16</inkml:trace>
  <inkml:trace contextRef="#ctx0" brushRef="#br0" timeOffset="44307.5342">22349 1984 0,'0'0'16,"0"0"-16,0 0 0,0 0 0,0 0 0,0 0 15,0 0-15,0 0 0,0 0 0,0 0 0,0 0 0,0 0 16,0 25-16,0-25 0,0 0 0,0 0 0,0 0 0,521-347 421,-546 372-421,25-25 0,0 25 0,-25-25 0,25 0 0,0 24 0,0-24 0,-24 0 0,24 25 0,0-25 0,0 0 0,0 0 0,-25 0 0,25 25 0,0-25 0,0 0 0,0 0 0,0 0 0,0 0 0,0 25 0,0-25 0,0 0 0,0 0 0,0 0 0,0 0 0,0 0 0,0 0 0,0 0 0,0 0 16,0 0-16,0 0 0,0 0 0,0 0 0,0 0 0,0 0 0,0 0 0,0 0 0,25 0 0,-25 0 0,0 0 0,0 0 0,0 0 15,0 0-15,24 0 0,-24 0 0,0 0 0,0 0 0,0 0 16,25 0-16,-25 0 0,0 0 0,0 0 0,0 0 16,0 0-16,0 0 0,25 0 0,-25 0 0,0 0 0,0 0 15,0 0-15,0 0 0,25 0 0,-25 0 0,0 0 0,0 0 16,0 0-16,0 0 0,0 0 0,25 0 0,-25 0 0,0 0 15,0-25-15,0 25 0,0 0 0,24 0 0,-24 0 16,0 0-16,0 0 0,0 0 0,0 0 0,0 0 16,25 0-16,-25 0 0,0 0 0,0 0 0,0 0 0,0 0 15,25 0-15,-25 0 0,0 0 0,0 0 0,0 0 0,0 0 16,0 0-16,0 0 0,0 0 0,25 0 0,-25 0 0,0 0 15,0 0-15,0 0 0,0-25 0,0 25 0,0 0 16,0 0-16,0 0 0,0 0 0,0 0 0,0 0 0,0 0 16,0 0-16,0 0 0,0 0 0,0 0 0,0 0 15,0 0-15,0 0 0,0 0 0,0 0 0,0 0 0,0 0 16,0 0-16,0 0 0,0 0 0,0 0 0,0 0 15,0 0-15,0 0 0,0 0 0,0 0 0,0 0 0,0 0 16,-25 0-16,25 0 0,0 0 0,0 0 0,0 0 0,0 0 16,0 0-16,0 0 0,0 0 0,0 0 0,-25 0 15,25 0-15,0 0 0,0 0 0</inkml:trace>
  <inkml:trace contextRef="#ctx0" brushRef="#br0" timeOffset="45172.5836">22374 2183 0,'0'0'0,"0"0"0,0 0 0,0 0 16,0 0-16,0 0 0,0 0 0,0 0 0,0 0 0,0 0 15,0 0-15,0 0 0,0 0 0,0 0 0,0 0 16,25 0-16,-25 0 0,0 0 0,0 0 0,0 0 16,0 25-16,0-25 0,0 0 0,24 0 0,-24 0 0,0 0 15,0 24-15,0-24 0,0 0 0,0 0 0,0 25 0,-24-25 16,24 0-16,0 25 0,0-25 0,-25 0 0,25 25 15,0-25-15,-25 0 0,25 0 0,-25 25 0,25-25 0,0 24 16,-25-24-16,1 0 0,24 25 0,0-25 0,-25 0 16,25 25-16,-25-25 0,25 0 0,0 0 0,-25 0 15,25 0-15,0 0 0,0 25 0,0-25 0,0 0 0,0 0 16</inkml:trace>
  <inkml:trace contextRef="#ctx0" brushRef="#br0" timeOffset="45903.6249">22944 1587 0,'0'-24'0,"0"24"0,0 0 0,0 0 16,0 0-16,0 0 0,0 0 0,0-25 0,0 25 15,0 0-15,0 0 0,0 0 0,0 0 0,0 0 0,0 0 16,0 0-16,0 0 0,0 0 0,0 0 0,0 0 15,0 0-15,0 0 0,0 0 0,-24 0 0,24 0 0,0 0 16,0 25-16,0-25 0,0 0 0,-25 0 0,25 24 0,0-24 16,0 0-16,-25 0 0,25 25 0,-25-25 15,25 25-15,0-25 0,-25 0 0,25 25 0,-24 0 0,24-25 16,0 25-16,-25-25 0,25 24 0,0-24 0,-25 25 0,25-25 15,0 25-15,0-25 0,-25 0 0,25 25 0,0-25 0,0 0 16,-25 25-16,25-25 0,0 24 0,0-24 0,0 0 0,-25 0 16,25 25-16,0-25 0,0 0 0,0 0 0,-24 25 15,24-25-15,0 0 0,0 0 0,0 0 0,-25 25 16,25-25-16,0 0 0,0 0 0,0 0 0,0 0 0,0 0 15,0 0-15,0 0 0,0 0 0,0 0 0,0 0 16,0 0-16,0 0 0,0 0 0,0 0 0,0 0 0,0 0 16,0 0-16,0 0 0,0 0 0,0 0 0,0 0 0,0 0 15,0 0-15,0 0 0,25 0 0,-25 0 0,0 0 0,0 0 16,0 0-16,0 0 0,24 0 0,-24 0 0,0 0 15,25 0-15,-25 0 0,0 0 0,25 0 0,-25 0 0,25 0 16,-25 0-16,25 0 0,-25 0 0,25 0 0,-25 0 0,24 0 16,-24 0-16,25 0 0,-25 0 0,25 0 0,0 0 15,-25 0-15,25 0 0,-25 0 0,24 0 0,-24 0 0,0 0 16,25 0-16,-25 0 0,0 0 0,25 0 0,-25 0 15,0 0-15,0 0 0,0 0 0,0 0 0,25 0 0,-25 0 16,0 0-16,0 0 0,0 0 0,0 0 0,0 0 0,0 0 16,0 0-16,0 0 0,0 0 0,25 0 15,-25 0-15,0-25 0,0 25 0,0 0 0,0 0 0,24 0 0,-24 0 16,0 0-16,0 0 0,25 0 0,-25-25 0,0 25 15,0 0-15,0 0 0,25 0 0,-25 0 0,0 0 16</inkml:trace>
  <inkml:trace contextRef="#ctx0" brushRef="#br0" timeOffset="46238.6447">23093 1662 0,'0'0'0,"0"0"0,0-25 0,0 25 16,0 0-16,0 0 0,0 0 0,0 0 15,0 0-15,0 0 0,0 0 0,0 0 0,0 0 0,0 0 16,0 0-16,0 25 0,0-25 0,0 0 0,0 0 0,0 25 15,0-25-15,0 25 0,0-25 0,0 24 0,0-24 16,0 25-16,0 0 0,0-25 0,0 25 0,0 0 0,0-25 16,0 24-16,0 1 0,0 0 0,-25-25 0,25 25 15,0-25-15,0 25 0,0-1 0,-24-24 0,24 25 0,0 0 16,0-25-16,0 25 0,-25-25 0,25 25 0,0-1 0,0-24 15,0 25-15,0-25 0,-25 25 0,25-25 0,0 0 16,0 25-16,0-25 0,0 0 0,-25 25 0,25-25 0,0 0 16,0 24-16,0-24 0,0 0 0,-25 25 0,25-25 15,0 0-15,0 25 0,0-25 0,0 0 0,0 0 0,0 0 16,0 0-16,0 0 0,0 0 0,0 0 0,0 0 15,0 0-15,0 0 0,0 0 0,0 0 0,0 0 0,0-25 16,0 25-16,0-25 0,0 25 0,25-24 0,-25 24 16,0-25-16</inkml:trace>
  <inkml:trace contextRef="#ctx0" brushRef="#br0" timeOffset="46599.6648">23465 1389 0,'0'0'16,"0"0"-16,0 0 0,0 0 0,0 0 0,0 0 0,25 0 15,-25 0-15,0 0 0,0 0 0,0 0 0,25 25 16,-25-25-16,0 0 0,0 25 0,25-25 0,-25 24 0,0 1 16,0 0-16,24-25 0,-24 25 0,0 0 0,0-1 15,0 1-15,0 0 0,0 25 0,0-25 0,0-1 0,0 1 16,0 0-16,0 0 0,0 0 0,-24-1 0,24 1 0,0 0 15,-25 0-15,25 0 0,0-1 0,-25 1 0,25 0 16,-25 0-16,25-25 0,-25 25 0,25-1 0,-24-24 0,24 25 16,-25-25-16,0 25 0,25 0 0,-25-25 0,0 25 15,1-25-15,24 24 0,-25-24 0,0 25 0,0-25 16,25 25-16,-25-25 0,25 0 0,-24 25 0,24-25 0,-25 0 15,25 0-15,0 0 0,-25 0 0</inkml:trace>
  <inkml:trace contextRef="#ctx0" brushRef="#br0" timeOffset="47034.6902">24135 1885 0,'25'0'0,"-25"0"0,0 0 0,0 0 0,0-25 16,0 25-16,0 0 0,0 0 0,0 0 0,0 0 0,0-24 15,0 24-15,0 0 0,0 0 0,0 0 0,0 0 16,0 0-16,0 0 0,0 0 0,0 0 0,0 0 0,0 0 15,0 0-15,0 0 0,0 0 0,0 24 0,25-24 0,-25 0 16,0 0-16,0 0 0,0 0 0,0 0 0,0 0 16,0 25-16,0-25 0,0 0 0,0 0 0,-25 0 0,25 0 15,0 0-15,0 25 0</inkml:trace>
  <inkml:trace contextRef="#ctx0" brushRef="#br0" timeOffset="47345.708">24061 2208 0,'0'0'0,"0"0"0,0 0 0,0 0 0,0 0 16,0 24-16,0-24 0,0 0 0,0 0 0,0 0 16,0 0-16,0 25 0,24-25 0,-24 0 0,0 0 0,0 0 15,0 0-15,0 25 0,0-25 0,0 0 0,0 0 16,0 25-16,0-25 0,0 25 0,0-25 0,-24 0 0,24 24 15,0-24-15,0 25 0,-25-25 0,25 25 0,-25-25 16,25 25-16,-25-25 0,25 25 0,-25-25 0,1 0 0,24 24 16,-25-24-16,25 0 0,-25 25 0,25-25 0,-25 0 15,25 0-15,-25 0 0</inkml:trace>
  <inkml:trace contextRef="#ctx0" brushRef="#br0" timeOffset="50092.865">25028 1761 0,'0'-25'0,"0"25"0,25 0 15,-25 0-15,0 0 0,0 0 0,0-24 0,0 24 16,0 0-16,0 0 0,0 0 0,0 0 0,0 0 0,0 0 16,0-25-16,0 25 0,0 0 0,0 0 0,0 0 0,0 0 15,0 0-15,0 0 0,0 0 0,0 0 0,0 0 16,0 0-16,0 0 0,0 0 0,0 0 0,0 0 0,0 0 15,0 0-15,-25 25 0,25-25 0,0 0 0,0 0 16,0 0-16,0 24 0,0-24 0,0 0 0,-25 25 0,25-25 16,0 25-16,0-25 0,-25 25 0,25-25 0,0 25 15,-24-1-15,24-24 0,0 25 0,0-25 0,0 25 0,-25-25 16,25 25-16,0-25 0,0 25 0,0-25 0,0 24 0,0-24 15,0 0-15,0 25 0,25-25 0,-25 0 0,0 25 16,0-25-16,0 0 0,0 25 0,24-25 0,-24 0 0,0 0 16,0 0-16,25 0 0,-25 0 0,0 0 0,0 0 15,25 0-15,-25 0 0,0 0 0,25 0 0,-25 0 0,0 0 16,25-25-16,-25 25 0,0 0 0,24 0 0,-24-25 15,25 25-15,-25-25 0,0 25 0,25 0 0,-25-24 0,0 24 16,25-25-16,-25 25 0,0-25 0,25 25 0,-25-25 0,0 25 16,24-25-16,-24 25 0,0-24 0,0 24 0,0-25 15,25 25-15,-25 0 0,0-25 0,0 25 0,0 0 16,0-25-16,0 25 0,25 0 0,-25-25 0,0 25 0,0 0 15,0 0-15,0 0 0,0 0 0,0 0 0,-25 0 0,25 0 16,0 0-16,0 0 0,0 0 0,0 0 0,0 25 0,0-25 16,0 0-16,0 0 0,0 25 0,0-25 0,0 0 15,0 25-15,-25-25 0,25 25 0,0-25 0,0 24 0,0-24 16,0 25-16,0-25 0,0 25 0,0-25 0,0 25 15,0-25-15,-24 0 0,24 25 0,0-25 0,0 24 0,0-24 16,0 0-16,0 25 0,0-25 0,0 0 0,0 25 0,0-25 16,0 0-16,0 25 0,-25-25 0,25 0 0,0 0 15,0 25-15,0-25 0,0 0 0,25 0 0,-25 0 16,0 0-16,0 0 0,0 0 0</inkml:trace>
  <inkml:trace contextRef="#ctx0" brushRef="#br0" timeOffset="50599.8941">25226 2183 0,'25'0'0,"-25"0"0,0 0 0,0 0 0,0-25 15,0 25-15,0 0 0,0 0 0,25 0 0,-25 0 0,0 0 16,0 0-16,0-25 0,25 25 0,-25 0 0,0 0 15,0 0-15,25 0 0,-25 0 0,0-25 0,0 25 0,24 0 16,-24 0-16,0 0 0,0 0 0,25 0 0,-25 0 0,0 0 16,0 0-16,0 0 0,0 0 0,0 25 0,0-25 15,0 0-15,0 0 0,0 25 0,0-25 0,0 0 0,0 25 16,-25-25-16,25 0 0,0 25 0,0-25 0,0 24 15,-24-24-15,24 25 0,0-25 0,-25 0 0,25 25 16,0-25-16,-25 0 0,25 25 0,0-25 0,-25 0 0,25 0 16,0 25-16,0-25 0,-25 0 0,25 0 0,0 0 15,0 0-15,0 24 0,0-24 0,0 0 0,0 0 0,0 0 16,0 0-16,0 0 0,0 0 0,0 0 0,0 0 15,0 0-15,0 0 0,0 0 0,25 0 0,-25 0 0,0 0 16,0 0-16,0 0 0,0 0 0,25 25 0,-25-25 0,0 0 16,0 0-16,0 25 0,0-25 0,25 0 0,-25 0 15,0 25-15,0-25 0,0 0 0,0 0 0,0 0 16,0 25-16,0-25 0,0 0 0,-25 0 0,25 0 0,0 24 15,0-24-15,0 0 0,0 0 0,0 25 0,-25-25 0,25 0 16,0 0-16,0 0 0,-25 0 0,25 0 0,0 0 16,-24 0-16,24 0 0,0 0 0,-25 0 0,25 0 0,0 0 15,0 0-15,-25 0 0,25 0 0,0 0 0,0 0 16,0 0-16,0-25 0,0 25 0,0 0 0,-25 0 15,50-24-15,-25 24 0,0 0 0,0-25 0,0 25 0,25-25 16,-25 0-16,0 25 0,25-25 0,-25 1 0,24 24 16</inkml:trace>
  <inkml:trace contextRef="#ctx0" brushRef="#br0" timeOffset="50833.9075">25772 1910 0,'0'0'16,"0"0"-16,0 0 0,0 0 0,25 0 0,-25-25 0,0 25 16,0 0-16,0 0 0,25 0 0,-25 0 0,0 0 0,24 0 15,-24 0-15,0 0 0,25 0 0,-25 0 0,25 0 16,-25 0-16,25 0 0,-25 0 0,25 0 0,-25 0 0,0 25 15,25-25-15,-25 0 0,0 0 0,0 0 0,24 0 0,-24 0 16,0 0-16,0 25 0,0-25 0,0 0 0,0 0 16</inkml:trace>
  <inkml:trace contextRef="#ctx0" brushRef="#br0" timeOffset="51032.9189">25722 2084 0,'0'0'0,"-24"0"15,24 0-15,0 24 0,0-24 0,0 0 0,0 0 0,0 0 16,0 0-16,0 0 0,24 0 0,-24 0 0,0 0 15,0 0-15,25 0 0,-25 0 0,0 0 0,25 0 0,-25 0 16,25 0-16,-25 0 0,25 0 0,-25 0 0,24 0 16,-24 0-16,25 0 0,-25 0 0,0 0 0,25 0 0,-25 0 15,25 0-15,0 0 0,-25 0 0,25 0 0,-25 0 0,24-24 16,1 24-16,-25 0 0,25 0 0</inkml:trace>
  <inkml:trace contextRef="#ctx0" brushRef="#br0" timeOffset="51341.9366">26764 1587 0,'0'0'0,"0"0"15,0 0-15,0-24 0,-25 24 0,25 0 0,0 0 0,0 0 16,0-25-16,0 25 0,-24 25 0,24-25 0,0 0 0,0 0 16,-25 0-16,25 24 0,0-24 0,-25 0 0,25 25 15,-25-25-15,25 25 0,-25-25 0,25 25 0,-24 0 0,24 0 16,-25-25-16,25 24 0,-25 1 0,25 0 0,-25 0 15,25 0-15,-25-1 0,25-24 0,-24 25 0,24 0 0,0 0 16,0 0-16,-25-1 0,25 1 0,0 0 0,0 0 16,0 0-16,0-25 0,0 24 0,0 1 0,0-25 0,0 25 15,25-25-15,-25 25 0,0-25 0,24 25 0,-24-25 0,0 0 16,25 0-16,-25 0 0</inkml:trace>
  <inkml:trace contextRef="#ctx0" brushRef="#br0" timeOffset="55629.1818">27161 1761 0,'0'0'0,"0"0"0,0 0 15,0 0-15,0 0 0,0 0 0,0 0 0,0-25 0,-25 25 16,25 0-16,0 0 0,0 0 0,0 0 0,0 0 16,0 0-16,0 0 0,0 0 0,0 0 0,0 0 0,0 0 15,0-24-15,0 24 0,0 0 0,0 0 0,0 0 16,0 0-16,0 0 0,0 0 0,0 0 0,0 0 0,0 0 15,0 0-15,0 0 0,0 0 0,0 0 0,0 0 0,0 0 16,0 0-16,0 0 0,0 0 0,0 0 0,0 0 16,0 0-16,0 0 0,0 0 0,0 0 0,0 0 0,0 0 15,0 0-15,0 24 0,0-24 0,0 0 0,0 0 16,0 0-16,0 0 0,-24 0 0,24 0 0,0 0 0,0 0 15,0 0-15,-25 0 0,25 25 0,0-25 0,0 0 16,0 25-16,-25-25 0,25 0 0,0 25 0,-25-25 0,25 25 16,-25-25-16,25 0 0,0 24 0,-25-24 0,25 25 0,-24-25 15,24 0-15,0 0 0,-25 25 0,25-25 0,0 0 16,-25 0-16,25 0 0,0 25 0,0-25 0,-25 0 0,25 0 15,0 0-15,0 0 0,0 25 0,0-25 0,0 0 0,0 0 16,0 0-16,0 0 0,0 0 0,0 0 0,0 0 16,0 0-16,0 0 0,0 0 0,0 0 0,0 0 0,0 0 15,0 0-15,0 0 0,0-25 0,0 25 0,0 0 16,0 0-16,25 0 0,-25 0 0,0 0 0,0 0 0,0 0 15,25 0-15,-25 0 0,0 0 0,25 0 0,-25 0 0,24 0 16,-24 0-16,0 0 0,25 0 0,-25 0 0,25 0 16,-25 0-16,0 0 0,25 0 0,-25 25 0,25-25 0,-25 0 15,25 0-15,-25 0 0,24 0 0,-24 0 0,25 0 16,-25 0-16,0 0 0,0 0 0,25 0 0,-25 0 0,0 0 15,0 0-15,25 0 0,-25 0 0,0 0 0,0 0 16,0 0-16,0 0 0,0 0 0,0 0 0,0 0 0,0-25 16,0 25-16,0 0 0,0 0 0,0 0 0,0 0 0,0 0 15,0 0-15,0 0 0,0 0 0,0 0 16,0 0-16,0 0 0,0-25 0</inkml:trace>
  <inkml:trace contextRef="#ctx0" brushRef="#br0" timeOffset="55872.1955">27236 1786 0,'0'0'0,"0"0"0,0 0 0,0 0 0,0-25 15,0 25-15,0 0 0,0 0 0,0 0 0,0 0 16,0 0-16,0 0 0,0 0 0,0 0 0,0 0 0,0 0 16,0 0-16,0 0 0,0 0 0,0 0 0,0 25 0,0-25 15,0 0-15,0 0 0,0 25 0,0-25 0,-25 25 16,25-25-16,0 24 0,0-24 0,0 25 0,0 0 0,0-25 15,-25 25-15,25 0 0,0-25 0,0 24 0,0-24 16,0 25-16,-25-25 0,25 25 0,0-25 0,0 25 0,0-25 16,0 25-16,-25-25 0,25 0 0,0 24 0,0-24 15,0 25-15,0-25 0,0 25 0,-24-25 0,24 25 0,0-25 16,0 0-16,0 0 0,0 0 0,0 0 0</inkml:trace>
  <inkml:trace contextRef="#ctx0" brushRef="#br0" timeOffset="56142.211">27409 2158 0,'0'0'0,"0"0"0,0 0 16,0 0-16,0 0 0,0 0 0,0 0 0,0 0 0,0 0 15,0 0-15,0 0 0,0 0 0,25 0 0,-25 0 0,0 0 16,0 0-16,0 25 0,0-25 0,0 0 0,0 0 16,0 25-16,0-25 0,0 0 0,0 24 0,0-24 0,0 0 15,0 25-15,0-25 0,-25 25 0,25-25 0,0 0 16,0 25-16,0-25 0,0 0 0,-25 25 0,25-25 0,0 24 15,-24-24-15,24 0 0,0 0 0,-25 25 0,25-25 16,0 0-16,0 0 0,0 0 0,0 0 0,-25 0 0,25 0 16,0 0-16</inkml:trace>
  <inkml:trace contextRef="#ctx0" brushRef="#br0" timeOffset="56730.2448">27905 2084 0,'-25'0'0,"25"0"15,0 0-15,0 0 0,0 0 0,0 0 0,0 0 0,0 0 16,0 0-16,0-25 0,0 25 0,25 0 0,-25 0 16,0 0-16,0 0 0,0 0 0,25 0 0,-25-25 0,0 25 15,25 0-15,-25 0 0,0 0 0,25-25 0,-25 25 16,24 0-16,-24 0 0,0-25 0,25 25 0,-25 0 0,25-24 15,-25 24-15,0 0 0,25-25 0,-25 25 0,0 0 0,25-25 16,-25 25-16,0-25 0,0 25 0,25-25 0,-25 25 16,0-24-16,0 24 0,0 0 0,24-25 0,-24 25 0,0 0 15,0 0-15,0-25 0,25 25 0,-25 0 0,0 0 16,0 0-16,0 0 0,0 0 0,0-25 0,0 25 0,0 0 15,0 0-15,0 0 0,0 0 0,0 0 0,0 0 0,0 0 16,0 0-16,0 25 0,0-25 0,0 0 0,0 0 16,0 25-16,-25-25 0,25 0 0,0 25 0,0-25 0,0 0 15,0 24-15,0-24 0,0 25 0,0-25 0,0 25 16,0-25-16,0 25 0,0-25 0,-24 25 0,24-1 0,0-24 15,0 25-15,0-25 0,0 25 0,0-25 0,-25 25 0,25-25 16,0 0-16,0 25 0,0-25 0,0 0 0,-25 24 16,25-24-16,0 0 0,0 0 0,0 25 0,0-25 0,0 0 15,0 0-15,0 25 0,0-25 0,0 0 0,0 0 16,0 0-16,0 0 0,0 0 0,0 0 0,0 0 0</inkml:trace>
  <inkml:trace contextRef="#ctx0" brushRef="#br0" timeOffset="56979.259">28401 2059 0,'0'0'0,"0"0"0,0 0 16,0 0-16,0 0 0,0 0 0,0 0 0,0 0 0,0 0 15,0 0-15,0 0 0,0 0 0,0 25 0,0-25 16,0 0-16,0 24 0,0-24 0,0 25 0,-24-25 0,24 25 16,0-25-16,0 25 0,0-25 0,0 25 0,0-25 15,-25 24-15,25-24 0,0 0 0,0 25 0,-25-25 16,25 25-16,0-25 0,-25 25 0,25-25 0,0 0 0,-25 0 15,25 25-15,0-25 0,0 0 0,-24 0 0,24 0 0</inkml:trace>
  <inkml:trace contextRef="#ctx0" brushRef="#br0" timeOffset="58116.324">29021 1984 0,'0'0'15,"0"0"-15,0 0 0,0 0 0,0 0 0,0 0 0,0 0 16,0 0-16,0 0 0,0 0 0,0 0 0,0 0 0,0 0 15,0 0-15,0 0 0,0 0 0,0-24 0,0 24 0,25 0 16,-25 0-16,0 0 0,0 0 0,0-25 0,0 25 16,25 0-16,-25 0 0,0 0 0,0 0 0,25-25 0,-25 25 15,0 0-15,0-25 0,25 25 0,-25 0 0,0-25 16,0 25-16,25-24 0,-25 24 0,0-25 0,0 25 0,24-25 15,-24 25-15,0-25 0,25 25 0,-25 0 0,0-25 0,25 25 16,-25-24-16,0 24 0,0-25 0,25 25 0,-25 0 16,0-25-16,0 25 0,0 0 0,0 0 0,0-25 0,0 25 15,0 0-15,0 0 0,0 0 0,0 0 0,0 0 16,0 0-16,0 0 0,0 0 0,0 0 0,0 0 0,0 0 15,0 0-15,0 0 0,0 0 0,0 0 0,0 0 0,0 0 16,0 0-16,0 0 0,0 0 0,0 0 0,0 0 16,0 0-16,0 0 0,0 0 0,0 25 0,0-25 0,0 0 15,0 0-15,0 0 0,0 0 0,0 0 0,0 0 16,0 0-16,0 0 0,0-25 0,0 25 0,0 0 0,0 0 15,0 0-15,0 0 0,0 0 0,0 25 0,0-25 0,0 0 16,0 0-16,0 0 0,0 0 0,0 0 0,0 0 16,0 0-16,0 0 0,0 0 0,0 0 0,0 0 0,0 0 15,0 0-15,0 0 0,0 0 0,0 0 0,0 0 16,0 0-16,0 0 0,0 0 0,0 0 0,0 0 0,0 0 15,0 0-15,0 0 0,0 0 0,0 0 0,0 0 16,0 0-16,0 0 0,0 0 0,0 0 0,0 0 0,0 0 16,0 0-16,0 0 0,0 0 0,0 0 0,0 0 0,0 0 15,0 0-15,0 0 0,0 0 0,0 0 0,0 0 16,0 0-16,0 25 0,0-25 0,0 0 0,0 0 0,0 0 15,0 0-15,0 0 0,0 0 0,0 0 0,0 0 16,0 0-16,0 0 0,0 0 0,0 0 0,0 25 0,0-25 16,0 0-16,0 0 0,0 0 0,-25 0 0,25 0 0,0 0 15,0 0-15,0 0 0,0 0 0,0 0 0,0 0 16,0 24-16,0-24 0,0 0 0,0 0 0,0 0 0,0 0 15,0 0-15,0 0 0,0 0 0,0 0 0,0 0 16,0 0-16,0 0 0,0 0 0,0 0 0,0 0 0,0 0 16,0 0-16,0 0 0,0 0 0,0 0 0,0 0 0,0 0 15,0 0-15,0 0 0,0 0 0,0 0 0,0 0 16,0 0-16,0 0 0,0 0 0,0 0 0,0 0 0,0 0 15,0 0-15,0 0 0,0 0 0,0 0 0,0 25 16,0-25-16,0 0 0,0 0 0,0 0 0,0 0 0,0 0 16,0 25-16,0-25 0,0 0 0,0 0 0,0 25 0,0-25 15,0 0-15,0 25 0,0-25 0,-25 24 0,25-24 16,0 25-16,0-25 0,0 0 0,0 25 0,0-25 0,0 25 15,0-25-15,0 25 0,0-25 0,-25 24 0,25-24 16,0 25-16,0-25 0,0 25 0,0-25 0,0 0 0,0 25 16,0-25-16,0 0 0,0 0 0,0 25 0,0-25 15,0 0-15,0 0 0,0 24 0,0-24 0,0 0 0,0 0 16,0 0-16,0 25 0,0-25 0,0 0 0,-24 0 15,24 0-15,0 0 0,0 0 0,0 0 0,0 0 0,0 0 16,0 0-16,0 0 0,0 0 0,0-25 0,0 25 16,0 0-16,-25 0 0,25 0 0,0 0 0,0 0 0,0 0 15,0 0-15,0 0 0,0-24 0,0 24 0</inkml:trace>
  <inkml:trace contextRef="#ctx0" brushRef="#br0" timeOffset="58420.3414">29518 1960 0,'0'0'0,"0"0"0,0 0 0,0 0 15,0 0-15,0 0 0,0 0 0,24 0 0,-24 0 16,0 0-16,0 0 0,0 0 0,0 0 0,0 24 0,0-24 16,0 0-16,0 0 0,0 0 0,0 25 0,0-25 15,-24 0-15,24 25 0,0-25 0,0 0 0,0 25 0,0-25 16,0 0-16,-25 25 0,25-25 0,0 0 0,0 24 15,-25-24-15,25 25 0,0-25 0,0 25 0,-25-25 0,25 0 16,0 25-16,0-25 0,-25 0 0,25 0 0,0 25 16,0-25-16,0 0 0,0 0 0,0 24 0,0-24 0,0 0 15,0 0-15</inkml:trace>
  <inkml:trace contextRef="#ctx0" brushRef="#br0" timeOffset="59811.421">29964 1736 0,'-25'0'0,"25"0"0,25-24 0,-25 24 0,0 0 0,0 0 16,0-25-16,0 25 0,0 0 0,0 0 0,25-25 0,-25 25 16,0 0-16,0 0 0,25 0 0,-25 0 0,0 0 15,24-25-15,-24 25 0,25 0 0,-25 0 0,0 0 16,25 0-16,-25 0 0,25 0 0,-25 0 0,0 0 0,25 0 15,-25 0-15,0 25 0,24-25 0,-24 0 0,0 0 0,0 0 16,0 25-16,0-25 0,0 0 0,0 25 0,0-25 16,0 0-16,0 24 0,-24-24 0,24 25 0,0-25 0,-25 25 15,25-25-15,-25 25 0,25-25 0,0 25 0,-25-25 0,25 24 16,-25-24-16,25 0 0,-24 25 0,-1-25 0,25 25 15,-25-25-15,25 0 0,-25 25 0,25-25 0,0 25 0,-25-25 16,25 0-16,-24 24 0,24-24 0,0 0 0,0 25 16,-25-25-16,25 0 0,0 0 0,0 25 0,0-25 0,0 0 15,0 0-15,0 25 0,0-25 0,0 0 0,0 0 16,0 0-16,0 0 0,0 0 0,0 0 0,25 25 0,-25-25 15,0 0-15,24 0 0,-24 0 0,25 0 0,-25 0 16,25 0-16,-25 0 0,25 0 312,545-670-312,-570 670 0,0 0 16,75 446 93,-75-446-109,-25 25 0,25 0 0,0-25 0,-25 25 0,25-25 0,-25 25 0,1-1 15,24-24-15,-25 25 0,25-25 0,-25 25 0,0-25 0,25 25 0,-25-25 328</inkml:trace>
  <inkml:trace contextRef="#ctx0" brushRef="#br0" timeOffset="62523.5761">17140 3001 0,'0'0'0,"0"0"0,0 0 0,0-24 0,0 24 15,0 0-15,0 0 0,0 0 0,0 0 0,0 0 16,0 0-16,0 0 0,0 0 0,0 0 0,0 0 0,0 0 15,0 0-15,0 0 0,0 0 0,0 0 172,-50 99-172,50-99 0,0 25 0,0-25 0,-24 24 0,24 1 0,0-25 0,0 25 0,0-25 0,0 25 0,0 0 0,-25-25 0,25 24 0,0-24 0,0 25 0,0-25 0,0 25 16,0-25-16,0 25 0,0-25 0,0 0 0,0 25 0,25-25 0,-25 0 0,0 0 0,0 24 0,0-24 0,0 0 0,0 0 0,24 0 0,-24 0 0,0 0 0,0 0 0,25 0 0,-25 0 0,0 0 0,25 0 0,-25-24 0,0 24 0,25 0 0,-25 0 15,25-25-15,-25 25 0,24 0 0,-24-25 0,25 25 16,-25-25-16,25 25 0,-25-25 0,25 25 0,0-24 0,-25-1 15,24 25-15,-24-25 0,0 0 0,25 25 0,-25-25 16,25 25-16,-25-24 0,0 24 0,25-25 0,-25 25 0,0-25 16,0 0-16,25 25 0,-25 0 0,0-25 0,0 25 0,0 0 15,0-24-15,0 24 0,0 0 0,0-25 16,0 25-16,0 0 0,0 0 0,0 0 0,0 0 0,0 0 15,0 0-15,0 0 0,0 0 0,0 0 0,0 0 16,0 0-16,0 0 0,0 0 0,0 25 0,0-25 0,0 0 16,0 24-16,0-24 0,0 0 0,0 25 0,0-25 15,0 25-15,-25-25 0,25 25 0,0-25 0,0 25 0,0-25 16,0 24-16,-25-24 0,25 25 0,0-25 0,0 25 15,0-25-15,0 25 0,0-25 0,-25 25 0,25-25 16,0 24-16,0-24 0,0 0 0,0 25 0,0-25 0,0 0 16,0 25-16,0-25 0,-25 0 0,25 25 0,0-25 15,0 0-15,0 25 0,0-25 0,0 0 0,0 0 0,0 24 16,-24-24-16,24 0 0,0 0 0,0 0 0,0 0 15,0 25-15,0-25 0,24 0 0,-24 0 0,0 0 16,0 0-16,0 0 0</inkml:trace>
  <inkml:trace contextRef="#ctx0" brushRef="#br0" timeOffset="63136.6112">17636 3324 0,'0'0'15,"0"0"-15,0 0 0,0 0 0,0 0 0,0 0 0,0 0 16,0 0-16,0 0 0,0 0 0,0 0 0,0 0 16,0 0-16,-25 0 0,25 0 0,0 0 0,0 0 15,0 0-15,0 0 0,0 0 0,0 0 0,0 0 0,0 0 16,0 25-16,0-25 0,-24 0 0,24 0 0,0 0 15,0 24-15,-25-24 0,25 0 0,0 0 0,0 0 16,-25 25-16,25-25 0,0 0 0,-25 0 0,25 25 0,0-25 16,0 0-16,0 0 0,-25 25 0,25-25 0,0 0 15,0 25-15,0-25 0,0 0 0,0 0 0,0 0 0,0 24 16,0-24-16,0 0 0,0 0 0,0 0 0,0 0 0,0 0 15,0 0-15,0 0 0,0 0 0,0 0 0,0 0 16,0 0-16,0 0 0,0 0 0,0 0 0,0 0 16,0 0-16,0 0 0,25 0 0,-25 0 0,0 0 15,0 0-15,0 0 0,25 0 0,-25 0 0,25 0 0,-25 0 16,0 0-16,25-24 0,-25 24 0,24 0 0,-24 0 15,0 0-15,25 0 0,-25 0 0,25 0 0,-25 0 0,25 0 16,-25 0-16,0 0 0,25 0 0,-25 0 0,24 0 16,-24 0-16,0 0 0,25 0 0,-25 0 0,0 0 0,25 0 15,-25 0 94,25 24-109,-25-24 0,0 0 0,0 0 0,0 0 0,25-24 0,-25 24 0,0 0 0,0 0 0,0 0 0,0 0 0,0 0 0,0-25 0,-25 25 0</inkml:trace>
  <inkml:trace contextRef="#ctx0" brushRef="#br0" timeOffset="64179.6708">17760 3324 0,'0'0'0,"0"0"0,0 0 0,0 0 0,0 0 0,0 0 16,0 0-16,0 0 0,0 0 0,0 0 0,0 0 0,0 25 0,0-25 0,0 0 0,0 0 0,323-50 343,-323 50-343,0 0 0,24 0 0,-24 0 0,0 0 0,0 0 0,0 0 0,0 0 0,0 0 0,25 0 0,-25 0 0,0 0 0,0 0 16,0 0-16,0 0 0,25 0 0,-25 0 0,0 0 0,0 0 0,0 0 0,0 0 0,0 0 0,0 0 0,0 0 0,0 0 0,0 0 0,25 0 0,-25 0 0,0 0 0,0 0 0,0 0 0,0 0 0,0 0 0,0 0 0,0 0 0,0 0 0,0 0 0,0 0 0,0 0 0,0 0 0,0 0 0,0 0 15,0 0-15,0 0 0,0 0 0,0 0 0,0 0 16,0 0-16,0 0 78,0 0-78,0 0 0,0 0 0,0 0 0,0 0 0,0 0 0,0 0 0,0 0 0,0 0 0,0 0 0,0 0 0,0 0 0,0 0 0,0 0 15,0 0-15,0 0 0,0 0 0,0 0 0,0 0 0,0 0 0,0 0 0,0 0 0,0 0 0,0 0 0,0 0 0,0 0 0,0 0 0,0 0 0,0 0 0,0 0 0,0 0 0,0 0 0,0 0 0,0 0 0,25 0 0,-25 0 16,0 0-16,0 0 0,0 0 0,0 0 0,0 0 0,0 0 16,0 0-16,0 0 0,0 0 0,0 0 0,0 0 15,0 0-15,-25 0 0,25 0 0,0 0 0,0 0 0,0 0 16,0 0-16,0 0 0,0 0 0,0 0 0,0 0 15,25 0-15,-25 0 0,0 0 0,0 0 0,0 0 16</inkml:trace>
  <inkml:trace contextRef="#ctx0" brushRef="#br0" timeOffset="64848.709">17884 3448 0,'0'0'15,"-25"25"-15,25-1 0,0-24 0,0 25 0,0 0 0,-24 0 0,24-25 0,0 25 0,0-25 0,0 24 0,0-24 0,-25 25 0,25-25 0,0 25 0,0-25 0,0 0 0,0 25 0,0-25 0,0 0 0,-25 0 0,25 25 0,0-25 0,0 0 16,0 0-16,0 0 0,0 0 0,0 0 0,0 0 0,0 0 0,0 0 0,0 0 0,0 0 0,0 0 0,0 0 0,0 0 0,0 0 0,0 0 0,25-25 0,-25 25 0,0 0 0,0 0 0,0 0 0,0-25 15,0 25-15</inkml:trace>
  <inkml:trace contextRef="#ctx0" brushRef="#br0" timeOffset="65676.7564">18901 3299 0,'-25'0'0,"25"0"0,0-25 15,0 25-15,0 0 0,0 0 0,0 0 0,0 0 16,0 0-16,-24 0 0,24-25 0,0 25 0,0 0 0,0 0 15,0 0-15,0 0 0,0 0 0,0 0 0,0 0 94</inkml:trace>
  <inkml:trace contextRef="#ctx0" brushRef="#br0" timeOffset="65782.7619">18876 3497 0,'0'25'0,"0"-25"0,0 0 0,0 0 0,0 0 0,0 0 0,0 0 0,0 0 0,0 0 0,0 0 0,0 0 0,0 0 0,0 0 0,0 0 0,0 0 0,0 0 0,0 0 0,0 0 0,0 0 0,25 0 0,-25 0 0,0 0 0,25 0 0,-25 0 0,0 0 15,25 0-15,-25 0 0,25 0 0,-25 0 0,24 0 16,-24 0-16,25 0 0,-25 0 0,25 0 0,-25 0 0,25 0 16,-25 0-16,25 0 0,-1 0 0,-24 0 0,25 0 15,-25 0-15,25 0 0,-25 0 0,25 0 0,0 0 0,-25 0 16,24 0-16,-24 0 0,25 0 0,-25 0 0,25 0 15,-25 0-15</inkml:trace>
  <inkml:trace contextRef="#ctx0" brushRef="#br0" timeOffset="67704.8725">18951 3249 0,'0'0'16,"0"0"-16,0 0 0,0 0 0,0 0 0,0 0 15,0 0-15,0 0 0,0 0 0,0 0 0,0 0 0,0 0 16,0 0-16,0 0 0,0 0 0,0 0 0,0 0 16,0 0-16,0 0 0,0 0 0,0 0 0,0 0 15,0 0-15,0 0 0,0 0 0,0 0 0,0 0 0,0 0 16,0 0-16,0 0 0,0 0 0,0 0 0,0 0 15,0 0-15,0 0 0,0 0 0,0 0 0,0 0 0,322 0 281,-322 0-281,0 0 0,0 0 0,0 0 0,0 0 0,0 0 0,0 0 0,0 0 0,0 0 0,0 0 0,0 0 0,0 0 0,0 0 0,0 0 0,0 0 0,0 0 0,0 0 0,0 0 0,0 0 0,0 0 0,0 0 0,0 0 0,-25 0 0,25 0 0,0 0 0,0 0 0,-24 0 0</inkml:trace>
  <inkml:trace contextRef="#ctx0" brushRef="#br0" timeOffset="71636.0971">20191 2877 0,'0'0'0,"0"0"0,0 0 0,0 0 0,0 0 16,0 0-16,0 0 0,0 0 0,0 0 0,0 0 15,0 0-15,0 0 0,0 0 0,0 0 0,25 0 0,-25 0 16,0-24-16,0 24 0,0 0 0,0 0 0,0 0 16,0 0-16,0 0 0,0 0 0,0 0 0,0 0 0,0 0 15,0 0-15,0 0 0,0 0 0,0 0 0,0 0 16,0 0-16,0 0 0,-25 0 0,25 0 0,0 0 0,0 0 15,0 0-15,0 24 0,0-24 0,-25 0 0,25 0 16,0 25-16,0-25 0,0 0 0,-25 25 0,25-25 16,0 25-16,0-25 0,-24 0 0,24 25 0,0-1 0,-25-24 15,25 25-15,0-25 0,-25 25 0,25 0 0,0-25 16,-25 25-16,25-1 0,0 1 0,-25-25 0,25 25 0,0 0 15,0-25-15,0 25 0,-24-1 0,24-24 0,0 25 16,0-25-16,0 25 0,0 0 0,0-25 0,0 25 16,0-25-16,0 24 0,0-24 0,0 25 0,0-25 0,0 25 15,0-25-15,0 25 0,0-25 0,0 25 0,0-25 16,0 24-16,0-24 0,0 0 0,0 25 0,24-25 0,-24 0 15,0 0-15,0 0 0,0 0 0,0 0 0,0 0 16,0 25-16,0-25 0,0 0 0,0 0 0,0 0 16,0 0-16,25 0 0,-25 0 0,0 0 0,0 0 0,0 0 15,0 0-15,0 0 0,0-25 0,0 25 0,0 0 0,0 0 16,0 0-16,25 0 0,-25 0 0,0 0 0,0-25 15,0 25-15,0 0 0</inkml:trace>
  <inkml:trace contextRef="#ctx0" brushRef="#br0" timeOffset="74850.2812">20811 3398 0,'0'0'0,"0"-25"0,0 25 15,0 0-15,0 0 0,0 0 0,0 0 0,0 0 16,0 0-16,0 0 0,0 0 0,0 0 0,0 0 0,0 0 16,0 0-16,0 0 0,0 0 0,0 0 0,0 0 15,0 0-15,0 0 0,0 0 0,0 0 0,0 0 0,0 0 16,0 0-16,0 0 0,0 0 0,0 0 0,0 0 15,0 0-15,0 0 0,0 0 0,0 0 0,0-24 16,25 24-16,-25 0 0,0 0 0,0 0 0,0 0 0,0 0 16,25 0-16,-25-25 0,0 25 0,0 0 0,0 0 15,25-25-15,-25 25 0,0 0 0,0-25 0,0 25 16,24 0-16,-24 0 0,0-25 78,0 25-78,25 0 0,-25-24 0,0 24 0,0-25 0,0 25 0,0 0 0,50-99 93,-50 99-93,0 0 0,0 0 0,0 0 0,0 0 0,0 0 0,0 0 0,0 0 0,-25 24 0,25-24 0,0 0 0,0 0 0,0 25 0,0-25 0,0 0 0,0 25 0,0-25 0,0 0 0,0 25 0,0-25 0,0 25 0,0-25 0,-25 24 16,25-24-16,0 25 0,0-25 0,0 25 0,0-25 0,0 25 0,0-25 0,-25 25 0,25-25 0,0 24 0,0-24 0,0 0 0,0 25 0,0-25 0,0 25 0,-24-25 0,24 0 0,0 25 0,0-25 16,0 0-16,0 0 0,0 25 0,0-25 0,0 0 15,0 0-15,0 0 0,0 0 0,-25 24 0,25-24 16,0 0-16,0 0 0,0 0 0,0 0 0,0 0 0,0 0 15,0 0-15,0 0 0,0 0 0,0 0 0,0 0 0,0 0 16,0 0-16,0 0 0,25 0 0,-25 0 0,0 0 16,0 0-16,0-24 0,0 24 0,0 0 0,0 0 0,0 0 15,24-25-15,-24 25 0</inkml:trace>
  <inkml:trace contextRef="#ctx0" brushRef="#br0" timeOffset="75496.3181">21258 3473 0,'0'0'0,"0"0"0,0 0 16,0 0-16,0 0 0,0 0 0,0 0 0,0-25 0,0 25 15,0 0-15,0 0 0,0 0 0,0 0 0,0 0 16,0 0-16,0 0 0,0 0 0,0 0 0,0 0 0,0 0 15,0 0-15,0 0 0,0 0 0,0 0 0,0 0 16,0 25-16,0-25 0,0 0 0,0 0 0,0 0 0,0 24 16,0-24-16,0 0 0,0 0 0,0 25 0,0-25 15,0 0-15,0 25 0,0-25 0,-25 25 0,25-25 16,0 25-16,0-25 0,0 0 0,0 24 0,-25-24 0,25 25 15,0-25-15,0 0 0,-25 25 0,25-25 0,0 0 16,0 0-16,-25 25 0,25-25 0,0 0 0,0 0 0,0 25 16,0-25-16,-24 0 0,24 0 0,0 0 0,0 0 15,0 0-15,0 0 0,0 0 0,0 0 0,0 0 16,24 0-16,-24 0 0,0 0 0,0 0 0,25 0 0</inkml:trace>
  <inkml:trace contextRef="#ctx0" brushRef="#br0" timeOffset="76631.383">21754 3175 0,'0'0'0,"0"-25"0,0 25 0,0 0 16,0 0-16,0 0 0,0 0 0,0 0 0,0 0 0,-25 0 15,25 0-15,0 0 0,0 0 0,0 0 0,0 0 16,0 0-16,0 0 0,25-25 0,-25 25 0,0 0 16,0 0-16,0 0 0,0 0 0,0 0 0,0 0 0,0 0 15,0 0-15,0 0 0,0-24 0,0 24 0,0 0 16,0 0-16,0 0 0,0 0 0,25 0 0,-25-25 0,0 25 15,0 0-15,0 0 0,0 0 0,24 0 0,-24 0 16,0-25-16,0 25 0,0 0 0,25 0 0,-25 0 0,0 0 16,0 0-16,0 0 0,0 0 0,25 0 0,-25 0 15,0 0-15,0 0 0,0 0 0,25 0 0,-25 0 16,0 0-16,0 0 0,0 0 0,0 0 0,0 25 0,0-25 15,0 0-15,0 0 0,0 25 0,0-25 0,0 0 16,0 0-16,0 24 0,0-24 0,0 0 0,0 25 0,0-25 16,0 0-16,0 25 0,0-25 0,0 0 0,-25 25 15,25-25-15,0 0 0,-25 25 0,25-25 0,0 0 16,0 24-16,-25-24 0,25 0 0,0 0 0,-24 25 0,24-25 15,0 0-15,0 0 0,-25 25 0,25-25 0,0 0 16,0 0-16,-25 0 0,25 0 0,0 0 0,0 0 0,0 25 16,0-25-16,0 0 0,0 0 0,0 0 0,0 0 15,0 0-15,0 0 0,0 0 0,0 0 0,0 0 16,0 0-16,0 0 0,0 0 0,0 0 0,0 0 0,0 0 15,0 0-15,0 0 0,0 0 0,0 0 0,0 0 16,0-25-16,0 25 0,25 0 0,-25 0 0,0 0 0,0 0 16,0 0-16,25 0 0,-25 0 0,0 0 0,0 0 15,24 0-15,-24 0 0,0 0 0,0 0 0,25 0 0,-25 0 16,0 0-16,0 0 0,25 0 0,-25 0 0,0 0 15,0 0-15,0 0 0,0 0 0,25 0 0,-25 0 16,0 0-16,0 25 0,0-25 0,0 0 0,0 0 0,0 25 16,0-25-16,0 0 0,0 0 0,25 24 0,-25-24 15,0 0-15,-25 25 0,25-25 0,0 0 0,0 25 16,0-25-16,0 0 0,0 25 0,0-25 0,-25 0 0,25 0 15,0 25-15,0-25 0,0 0 0,0 0 0,0 0 94,-25 0-94,25 0 0,0 24 0,0-24 0,-25 0 0,25 0 0,0 0 0,-24 0 0,24 0 0,0 25 0,0-25 0,-25 0 78,-25 0-78,50-25 0,0 25 0,0 0 0,0 0 0,0 0 0,0 0 0,0 0 0,0 0 16,0 0-16,0 0 0,0 0 0,0 0 0,0 0 0,0 0 0,0 0 0,0 0 0,0 0 0,0 0 0,0-24 0,0 24 0,0 0 0,0 0 0,0 0 0,25 0 0,-25 0 0,0 0 0,0 0 0,25 0 0,-25 0 0,0 0 0</inkml:trace>
  <inkml:trace contextRef="#ctx0" brushRef="#br0" timeOffset="76882.3974">22002 3572 0,'0'0'0,"0"0"0,25 0 0,-25 0 0,0 0 0,0 0 16,0 0-16,0 0 0,0 0 0,0 0 0,0 0 16,0 0-16,0 0 0,0 0 0,0 25 0,0-25 15,0 0-15,0 0 0,-25 0 0,25 24 0,0-24 16,0 0-16,0 25 0,0-25 0,0 25 0,-25-25 0,25 0 15,0 25-15,0-25 0,-25 25 0,25-25 0,0 0 16,-25 25-16,25-25 0,0 24 0,-24-24 0,24 0 0,0 25 16,0-25-16,-25 0 0,25 0 0,0 0 0,0 0 15,0 25-15,0-25 0,0 0 0,0 0 0</inkml:trace>
  <inkml:trace contextRef="#ctx0" brushRef="#br0" timeOffset="77724.4454">22523 3150 0,'0'0'0,"0"-25"16,0 25-16,0 0 0,0 0 0,0 0 0,0 0 0,0-24 15,0 24-15,0 0 0,0 0 0,0 0 0,0 0 16,0 0-16,0 0 0,0 0 0,0 0 0,0 0 15,0 0-15,0 0 0,0 0 0,-25 0 0,25 0 0,0 0 16,0 0-16,0 0 0,0 0 0,0 0 0,0 0 16,0 0-16,0 0 0,0 0 0,-25 0 0,25 0 15,0 24-15,0-24 0,0 0 0,-25 0 0,25 25 0,0-25 16,0 0-16,-25 25 0,25-25 0,0 0 0,-24 25 15,24-25-15,0 25 0,0-25 0,-25 24 0,25-24 0,0 25 16,0-25-16,0 25 0,0 0 0,0-25 0,-25 25 16,25-25-16,0 24 0,0-24 0,0 25 0,0-25 0,0 25 15,0-25-15,0 25 0,0-25 0,25 0 0,-25 25 16,0-25-16,0 0 0,0 24 0,0-24 0,25 0 0,-25 0 15,0 0-15,0 0 0,0 0 0,0 25 0,24-25 16,-24 0-16,0 0 0,25 0 0,-25 0 0,0 0 16,25 0-16,-25 0 0,0-25 0,25 25 0,-25 0 0,0 0 15,25-24-15,-25 24 0,0-25 0,24 25 0,-24 0 16,0-25-16,25 25 0,-25-25 0,0 25 0,0-25 0,0 1 15,25 24-15,-25-25 0,0 25 0,0-25 0,0 0 16,0 25-16,0-25 0,0 25 0,0-24 0,0-1 16,0 25-16,0-25 0,0 25 0,0-25 0,0 25 0,0 0 15,0-25-15,0 25 0,0 0 0,0 0 0,0-24 16,0 24-16,0 0 0,-25 0 0,25 0 0,0 0 15,0 0-15,0 0 0,0 0 0,0 0 0,0 0 0,0 0 16,-25 0-16,25 0 0,0 0 0,0 0 0,0 0 0,0 0 16,0 0-16,0 0 0,0 0 0</inkml:trace>
  <inkml:trace contextRef="#ctx0" brushRef="#br0" timeOffset="78151.47">22944 3497 0,'0'0'0,"0"0"0,0 0 0,0 0 0,0 0 15,0 25-15,0-25 0,0 0 0,0 0 0,0 0 16,0 0-16,0 0 0,0 0 0,0 0 0,0 25 0,0-25 15,-24 0-15,24 25 0,0-25 0,0 25 0,0-25 16,0 24-16,-25-24 0,25 25 0,0-25 0,-25 0 16,25 25-16,0-25 0,-25 25 0,25-25 0,0 0 0,0 25 15,-25-25-15,25 0 0,0 25 0,-24-25 0,24 0 16,0 0-16,0 24 0,-25-24 0,25 0 0,0 0 0,0 0 15</inkml:trace>
  <inkml:trace contextRef="#ctx0" brushRef="#br0" timeOffset="78930.5144">23515 3200 0,'0'0'0,"0"0"0,0-25 16,0 25-16,0 0 0,0 0 0,0-25 0,0 25 0,0 0 16,0-25-16,0 25 0,0 0 0,0 0 0,0 0 15,0-24-15,0 24 0,0 0 0,0 0 0,0 0 0,0 0 16,0-25-16,0 25 0,0 0 0,0 0 0,0 0 15,0 0-15,0 0 0,0 0 0,0 0 0,0 0 16,0 0-16,0 0 0,0 0 0,25 0 0,-25 0 0,0-25 16,0 25-16,24 25 0,-24-25 0,0 0 0,0 0 15,0 0-15,0 0 0,0 25 0,0-25 0,25 0 16,-25 24-16,0-24 0,0 0 0,0 25 0,0-25 0,0 25 15,0-25-15,0 0 0,0 25 0,0-25 0,0 25 0,-25-25 16,25 24-16,0-24 0,0 25 0,0-25 0,-24 0 16,24 25-16,-25-25 0,25 25 0,-25-25 0,25 25 15,0-25-15,-25 24 0,0-24 0,25 25 0,0-25 16,-24 25-16,24-25 0,-25 0 0,25 25 0,-25-25 0,25 0 15,-25 25-15,25-25 0,0 0 0,-25 0 0,25 24 16,0-24-16,0 0 0,-24 0 0,24 25 0,0-25 0,0 0 16,0 0-16,0 0 0,0 0 0,0 0 0,0 0 15,0 25-15,0-25 0,0 0 0,0 0 0,0 0 0,0 0 16,0 0-16,24 0 0,-24 0 0,0 0 0,25 0 15,-25 0-15,0 0 0,25 0 0,-25 0 0,25 0 0,0 0 16,-25 0-16,24 0 0,-24 0 0,25 0 0,-25-25 16,25 25-16,-25 0 0,0 0 0,25 0 0,-25 0 15,25 0-15,-25 0 0,24 0 0,-24-25 0,0 25 0,0 0 16,25 0-16,-25 0 0,0 0 0,0 0 0,0 0 15</inkml:trace>
  <inkml:trace contextRef="#ctx0" brushRef="#br0" timeOffset="79433.5431">22994 3274 0,'0'0'16,"0"0"-16,0 0 0,0 0 0,0 0 0,0 0 0,0 0 15,0 0-15,0 0 0,0 0 0,0 0 0,0 0 16,0 0-16,0 0 0,0 0 0,0 0 0,0 0 16,0 0-16,0 0 0,0 0 0,0 0 0,0 0 0,0 0 15,0 0-15,0 0 0,0 0 0,0 0 0,0 0 16,0 0-16,0 0 0,0 0 0,0 0 0,0 0 0,0 0 15,0 0-15,0 0 0,0 0 0,0 0 0,0 0 16,0 0-16,0 0 0,0 0 0,0 0 0,0 0 16,0 0-16</inkml:trace>
  <inkml:trace contextRef="#ctx0" brushRef="#br0" timeOffset="80345.5955">22076 3299 0,'0'0'15,"0"0"-15,0 0 0,0 0 0,-25 0 0,25 0 16,0 0-16,0 0 0,0 0 0,0 0 0,0 0 0,0 0 16,0 0-16,0 0 0,0 0 0,0 0 15,0 0-15,0 0 0,0 0 0,0 0 0,0 0 0,0 0 16,0 0-16,0 0 0,0 25 0,0-25 0,0 0 0,0 0 15,0 0-15,0 0 0,0 0 0</inkml:trace>
  <inkml:trace contextRef="#ctx0" brushRef="#br0" timeOffset="81206.6447">21332 3274 0,'0'0'0,"0"0"0,0 0 0,0 0 0,0 0 16,-25 0-16,25 0 0,0 0 0,0 0 0,0 0 16,0 0-16,0-25 0,0 25 0,0 0 0,0 0 0,0 0 15,0 0-15,0 0 0,0 0 0,0 0 0,0 0 16,0 0-16,0 0 0,0 0 0,0 0 0,0 0 0,0 0 15,0 0-15,0 0 0,0 0 0,0 0 0</inkml:trace>
  <inkml:trace contextRef="#ctx0" brushRef="#br0" timeOffset="82246.7041">24011 2927 0,'0'0'0,"0"0"0,0 0 0,0 0 0,0 0 0,0 0 16,0 0-16,0 0 0,0 0 0,0 0 0,0 0 15,0 0-15,0 0 0,0 0 0,0 0 0,0 0 0,0 0 16,0 0-16,0 0 0,0 0 0,0 0 0,0 0 15,0 0-15,0 0 0,0 0 0,0 0 0,0 0 16,0 0-16,0 0 0,0 0 0,0 0 0,0 0 0,0 0 16,0 0-16,0 25 0,0-25 0,0 0 0,0 0 15,0 0-15,0 25 0,0-25 0,25 0 0,-25 0 0,0 0 16,0 24-16,0-24 0,0 25 0,0-25 0,25 0 0,-25 25 15,0-25-15,0 25 0,0 0 0,0-25 16,0 24-16,0 1 0,0-25 0,0 25 0,0 0 0,0 0 16,0-1-16,-25-24 0,25 25 0,0 0 0,0 0 0,0 0 15,-25-25-15,25 24 0,0 1 0,0 0 0,-25-25 16,25 25-16,0 0 0,-25-25 0,25 24 0,-24 1 15,24-25-15,0 25 0,-25-25 0,25 0 0,0 25 0,-25-25 16,25 25-16,0-25 0,-25 0 0,25 0 0,0 24 16,0-24-16,-25 0 0,25 0 0,0 0 0,0 0 15,-25 25-15,25-25 0,0 0 0,0 0 0,0 0 0,0 0 16,-24 0-16,24 0 0,0 0 0,0 0 0,0 0 0,0 0 15,0 0-15,0 0 0,0 0 0,0 0 0,0 0 16,0 0-16,0 0 0,0 0 0,0 0 0,0-25 16,24 25-16,-24 0 0,0-24 0</inkml:trace>
  <inkml:trace contextRef="#ctx0" brushRef="#br0" timeOffset="83303.7647">24482 2828 0,'0'0'0,"0"0"0,0 0 0,0 0 16,0 0-16,0 0 0,0 0 0,0 0 0,0 0 15,0 0-15,0 0 0,0 0 0,0 0 0,0 0 16,0 0-16,0 0 0,0 0 0,0 0 0,0 0 0,0 0 16,0 0-16,0 0 0,0 0 0,0 0 0,0 0 15,0 0-15,0 0 0,0 0 0,0 25 0,0-25 16,0 0-16,0 0 0,0 0 0,25 0 0,-25 24 0,0-24 15,0 0-15,0 0 0,0 25 0,0-25 0,0 0 16,0 25-16,0-25 0,0 0 0,-25 25 0,25-25 0,0 0 16,0 25-16,0-25 0,0 0 0,0 0 0,0 24 15,0-24-15,0 0 0,-25 25 0,25-25 0,0 25 0,0-25 16,0 25-16,0-25 0,0 0 0,0 25 0,0-25 15,0 24-15,0-24 0,0 0 0,0 0 0,0 25 16,0-25-16,0 0 0,0 0 0,0 25 0,0-25 0,0 0 16,0 0-16,0 0 0,0 25 0,0-25 0,0 0 15,0 0-15,0 0 0,0 25 0,0-25 0,0 0 16,0 0-16,25 0 0,-25 0 0,0 24 0,0-24 0,0 0 15,0 0-15,0 0 0,0 0 0,25 0 0,-25 0 16,0 0-16,0 0 0,0 0 0,0 0 0,0 0 0,0 0 16,0 0-16,25 0 0,-25 0 0,0 0 0,0 0 15,0 0-15,0 0 0,0 0 0,0 0 0,0 0 0,0 0 16,0 0-16,0 0 0,0 0 0,0 0 0,0 0 15,0 0-15,0 0 0,0 0 0,0 0 0,0 0 16,0 0-16,0 0 0,-25 0 0,25 0 0,0 0 0,0 0 16,0 0-16,0 0 0,0 0 0,0 0 0,0 0 15,0 0-15,-25 0 0,25 0 0,0 25 0,0-25 0,0 0 16,0 0-16,-25 0 0,25 0 0,0 0 0,0 0 15,0 25-15,0-25 0,-24 0 0,24 0 0,0 25 0,0-25 16,0 0-16,0 0 0,0 25 0,0-25 0,0 0 16,-25 24-16,25-24 0,0 0 0,0 25 0,0-25 15,0 25-15,0-25 0,0 0 0,0 25 0,0-25 0,-25 25 16,25-25-16,0 24 0,0-24 0,0 0 0,0 25 15,0-25-15,0 25 0,0-25 0,0 25 0,0-25 0,0 25 16,0-25-16,0 0 0,0 24 0,0-24 0,0 25 16,0-25-16,0 0 0,0 25 0,0-25 0,0 0 15,0 25-15,-25-25 0,25 0 0,0 0 0,0 25 0,0-25 16,0 0-16,0 25 0,-25-25 0,25 0 0,0 0 15,0 24-15,0-24 0,-24 0 0,24 25 0,0-25 0,0 0 16,0 0-16,-25 0 0,25 25 0,0-25 0,0 0 16,-25 0-16,25 0 0,0 0 0,0 0 0,-25 0 15,25 0-15,0 0 0,0 0 0,-25 0 0,25 0 0,0 0 16,-24 0-16,24 0 0,-25-25 0,25 25 0,0 0 15,-25 0-15,25-25 0</inkml:trace>
  <inkml:trace contextRef="#ctx0" brushRef="#br0" timeOffset="85440.8869">5507 4490 0,'0'0'15,"0"0"-15,0 0 0,0 0 0,0 0 0,0 0 16,0 0-16,0-25 0,0 25 0,0 0 0,0 0 0,0 0 16,0 0-16,0 0 0,0 0 0,0 0 0,0 0 15,-25 0-15,25 0 0,0 0 0,0 0 0,0 0 0,0 0 16,0 0-16,0 0 0,0 25 0,0-25 0,0 0 15,0 0-15,0 0 0,-25 0 0,25 0 0,0 24 0,0-24 16,0 0-16,-25 25 0,25-25 0,0 0 0,-25 25 16,25-25-16,0 25 0,-24-25 0,24 25 0,0-25 15,-25 0-15,25 24 0,0-24 0,-25 25 0,25-25 0,-25 25 16,25-25-16,0 25 0,-25-25 0,25 0 0,-24 25 15,24-25-15,0 24 0,0-24 0,-25 0 0,25 0 16,0 25-16,-25-25 0,25 0 0,0 0 0,0 25 0,0-25 16,-25 0-16,25 0 0,0 25 0,0-25 0,0 0 15,-25 0-15,25 0 0,0 0 0,0 25 0,0-25 0,0 0 16,0 0-16,0 0 0,-24 0 0,24 0 0,0 0 15,0 25-15,0-25 0,0 0 0,0 0 0,-25 0 0,25 0 16,0 0-16,0 0 0,0 0 0,0 0 0,0 0 16,0 0-16,0 0 0</inkml:trace>
  <inkml:trace contextRef="#ctx0" brushRef="#br0" timeOffset="86196.9301">5259 4465 0,'0'-25'0,"0"25"0,0 0 16,0 0-16,0 0 0,0 0 0,0 0 0,0 0 15,0-25-15,0 25 0,0 0 0,0 0 0,24 0 0,-24 0 16,0 0-16,0 0 0,0 0 0,0 0 0,25 25 15,-25-25-15,0 0 0,0 0 0,0 0 0,0 25 0,0-25 16,0 0-16,25 25 0,-25-25 0,0 24 0,0-24 16,0 0-16,0 25 0,0-25 0,0 25 0,0-25 0,0 25 15,0 0-15,0-25 0,0 24 0,25-24 0,-25 25 16,0 0-16,0-25 0,0 25 0,0-25 0,0 25 15,0-25-15,0 24 0,0-24 0,0 25 0,0-25 0,0 25 16,0-25-16,0 0 0,25 25 0,-25-25 0,0 0 16,0 0-16,0 25 0,0-25 0,0 0 0,24 0 15,-24 0-15,0 0 0,0 25 0,0-25 0,25 0 0,-25 0 16,0 0-16,0 0 0,25 0 0,-25 0 0,0 0 15,0 0-15,25 0 0,-25 0 0,0 0 0,25 0 0,-25 0 16,0 0-16,0 0 0,24 0 0,-24 0 0,0 0 16,0 0-16,25 0 0,-25 0 0,0 0 0,0 0 15,25 0-15,-25 0 0,0-25 0,0 25 0,25 0 0,-25 0 16,0 0-16,25-25 0,-25 25 0,0 0 0,0 0 15,24 0-15,-24-25 0,0 25 0,0 0 0,25-25 0,-25 25 16,0 0-16,0 0 0,0 0 0,0-25 0,0 25 16,0 0-16,0 0 0,0-24 0,0 24 0,0 0 0,0-25 15,0 25-15,0 0 0,0-25 0,0 25 0,0 0 16,-25-25-16,25 25 0,0 0 0,0 0 0,0-25 15,0 25-15,-24 0 0,24 0 0,0 0 0,0 0 0,0-24 16,0 24-16,-25 0 0,25 0 0,0 0 0,0 0 16,0 0-16,0 0 0,0 0 0,0 24 0,-25-24 0,25 0 15,0 0-15,0 0 0,0 25 0,0-25 0,0 0 16,0 25-16,0-25 0,0 0 0,0 25 0,0-25 15,0 25-15,0-25 0,0 24 0,0-24 0,0 25 0,0-25 16,0 0-16,0 25 0,0-25 0,0 25 0,0-25 16,0 0-16,25 25 0,-25-25 0,0 0 0,0 25 0,0-25 15,25 0-15,-25 24 0,0-24 0,0 0 0,0 0 16,24 0-16,-24 25 0,0-25 0,0 0 0,25 0 0,-25 0 15,0 0-15,25 0 0,-25 0 0,0 25 0,25-25 16,-25 0-16,0 0 0,25 0 0,-25 0 0,0 0 0,24 0 16,-24 0-16,0 0 0,25 0 0,-25 0 0,0 0 15,0 0-15,25 0 0,-25 0 0,25 0 0,-25 0 16,0 0-16,25-25 0,-25 25 0,0 0 0,25 0 0,-25-25 15,0 25-15,24-24 0,-24 24 0,0 0 0</inkml:trace>
  <inkml:trace contextRef="#ctx0" brushRef="#br0" timeOffset="86485.9461">6102 4390 0,'0'0'15,"0"0"-15,0 0 0,0 0 0,-25 0 0,25 0 0,0 0 0,0 0 16,0 25-16,0-25 0,0 0 0,0 0 0,0 25 15,0-25-15,0 25 0,0-25 0,0 0 0,0 25 16,0-25-16,0 24 0,-25 1 0,25-25 0,0 25 0,0 0 16,0-25-16,0 25 0,0-1 0,0-24 0,0 25 15,0 0-15,0-25 0,0 25 0,0-25 0,0 25 16,0-25-16,0 24 0,0 1 0,0-25 0,0 25 0,-24-25 15,24 0-15,0 25 0,0-25 0,0 25 0,0-25 16,0 0-16,0 0 0,0 25 0,0-25 0,-25 0 16,25 0-16,0 0 0,0 24 0,0-24 0,0 0 0,0 0 15,0 0-15,-25 0 0,25 0 0,0 0 0,0-24 0,0 24 16,-25 0-16</inkml:trace>
  <inkml:trace contextRef="#ctx0" brushRef="#br0" timeOffset="86645.9558">5904 4762 0,'0'0'15,"0"0"-15,0 0 0,0 0 0,0 0 0,0 0 0,0 0 16,0 0-16,0 0 0,0 0 0,0 0 0,0 0 15,24 0-15,-24-24 0,0 24 0,0 0 0,25 0 0,-25 0 16,0 0-16,25-25 0,-25 25 0,0 0 0,25 0 16,-25 0-16,25 0 0,-25-25 0,24 25 0,-24 0 15,0-25-15,25 25 0,-25 0 0,25 0 0,-25-25 0,0 25 16,0 0-16,25-24 0,-25 24 0</inkml:trace>
  <inkml:trace contextRef="#ctx0" brushRef="#br0" timeOffset="86877.9691">6052 4167 0,'0'0'0,"0"0"0,0 0 0,0-25 0,0 25 0,0 0 16,0 0-16,-24 0 0,24 0 0,0 0 0,0 0 15,0 0-15,0 0 0,0 0 0,0 0 0,0 25 16,0-25-16,-25 0 0,25 0 0,0 25 0,0-25 0,0 25 16,0 0-16,0-25 0,-25 24 0,25 1 0,0-25 15,0 25-15,0 0 0,-25-25 0,25 25 0,0-1 0,0-24 16,0 25-16,0-25 0</inkml:trace>
  <inkml:trace contextRef="#ctx0" brushRef="#br0" timeOffset="87463.0024">7367 4490 0,'0'0'0,"0"-25"15,0 25-15,-25 0 0,25 0 0,0 0 0,0 0 0,0-25 16,-25 25-16,25 0 0,0 0 0,-24 0 0,24 0 15,0 0-15,0 0 0,-25 0 0,25 0 0,0 0 0,0 0 16,-25 0-16,25 0 0,0 0 0,0 0 0,-25 0 16,25 0-16,0 0 0,0 25 0,-25-25 0,25 0 0,0 0 15,0 25-15,-24-25 0,24 0 0,0 24 0,0-24 16,0 0-16,0 25 0,-25-25 0,25 25 0,0-25 15,0 0-15,0 25 0,0-25 0,0 25 0,0-25 0,0 24 16,0-24-16,0 25 0,0-25 0,0 25 0,0-25 16,0 25-16,0-25 0,25 25 0,-25-25 0,0 24 0,0-24 15,0 0-15,24 25 0,-24-25 0,0 0 0,0 0 16,25 25-16,-25-25 0,0 0 0,25 0 0,-25 25 15,0-25-15,25 0 0,-25 0 0,25 0 0,-25 0 0,0 0 16,24 0-16,-24 0 0,25 0 0,-25 0 0</inkml:trace>
  <inkml:trace contextRef="#ctx0" brushRef="#br0" timeOffset="87783.0209">7417 4887 0,'0'0'15,"0"0"-15,0 0 0,0 0 0,0 0 0,0 0 16,0 0-16,0 0 0,0 0 0,0-25 0,24 25 0,-24 0 15,0 0-15,0 0 0,25 0 0,-25-25 0,0 25 16,0 0-16,25 0 0,-25-25 0,0 25 0,0 0 16,25-25-16,-25 25 0,0 0 0,25 0 0,-25-25 0,0 25 15,0 0-15,0-24 0,0 24 0,24 0 0,-24 0 16,0 0-16,0 0 0,0-25 0,0 25 0,0 0 15,0 0-15,0 0 0,0 0 0,0 0 0,0 0 0,0 0 16,0 0-16,0 25 0,0-25 0,0 0 0,0 0 16,0 0-16,0 24 0,0-24 0,-24 0 0,24 25 0,0-25 15,0 25-15,0-25 0,0 25 0,0-25 0,0 25 16,-25 0-16,25-25 0,0 24 0,0-24 0,0 25 15,0-25-15,0 25 0,0-25 0,0 25 0,0-25 0,0 25 16,0-25-16,0 0 0,25 0 0,-25 24 0,0-24 16,0 0-16,0 0 0,0 0 0</inkml:trace>
  <inkml:trace contextRef="#ctx0" brushRef="#br0" timeOffset="88982.0895">8086 4539 0,'0'0'16,"0"0"-16,0-25 0,0 25 0,0 0 0,0 0 15,0 0-15,0 0 0,0 0 0,0 0 0,0 0 0,0 0 16,0 0-16,0 0 0,0 0 0,0 0 0,0 0 16,0 0-16,0 0 0,0 0 0,0 0 0,0 0 15,0 0-15,0 0 0,0 0 0,0 0 0,0 25 0,-24-25 16,24 0-16,0 25 0,0-25 0,0 25 0,0-25 15,0 25-15,0-1 0,-25-24 0,25 25 0,0 0 0,0-25 16,0 25-16,0 0 0,0-25 0,-25 24 0,25 1 16,0-25-16,0 25 0,0 0 0,0-25 0,0 25 15,0-25-15,0 0 0,0 25 0,0-25 0,25 0 0,-25 24 16,0-24-16,0 0 0,0 0 0,0 0 0,0 25 15,0-25-15,0 0 0,25 0 0,-25 0 0,0 0 0,0 0 16,0 0-16,0 0 0,24 0 0,-24 0 0,0 0 16,0 0-16,25 0 0,-25 0 0,0-25 0,25 25 15,-25 0-15,0 0 0,25-24 0,-25 24 0,0 0 0,25-25 16,-25 25-16,24 0 0,-24-25 0,0 25 0,25-25 15,-25 25-15,25-25 0,-25 25 0,0-25 0,0 25 0,25-24 16,-25 24-16,0-25 0,0 0 0,0 25 0,0-25 16,25 25-16,-25 0 0,0-25 0,0 25 0,0-24 0,0 24 15,0 0-15,0-25 0,0 25 0,0 0 0,0 0 16,0 0-16,0-25 0,0 25 0,0 0 0,0 0 15,0 0-15,0 0 0,0 0 0,0 0 0,0 0 0,0 0 16,0 0-16,-25 0 0,25 0 0,0 0 0,0 0 16,0 0-16,0 0 0,0 0 0,0 0 0,0 0 15,0 25-15,0-25 0,0 25 0,0-25 0,0 24 0,0 1 16,0-25-16,0 25 0,0 0 0,-25-25 0,25 25 15,0-1-15,0-24 0,0 25 0,0 0 0,0-25 0,0 25 16,0-25-16,0 25 0,0-25 0,0 25 0,0-25 16,0 24-16,0-24 0,0 0 0,0 25 0,0-25 0,25 0 15,-25 25-15,0-25 0,0 0 0,0 0 0,0 0 16,0 0-16,0 0 0</inkml:trace>
  <inkml:trace contextRef="#ctx0" brushRef="#br0" timeOffset="89351.1106">8334 5110 0,'0'0'0,"0"0"0,0 25 0,0-25 0,0 0 15,0 0-15,0 0 0,0 0 0,0 0 0,0-25 0,25 25 16,-25 0-16,0 0 0,0 0 0,0 0 0,0 0 0,0 0 15,0-25-15,0 25 0,0 0 0,25 0 0,-25-25 16,0 25-16,0 0 0,0-25 0,0 25 0,0 0 16,25-24-16,-25 24 0,0 0 0,0-25 0,0 25 0,0-25 15,0 25-15,0 0 0,0-25 0,0 25 0,25 0 16,-25 0-16,0-25 0,0 25 0,0 0 0,0 0 0,0 0 15,0-24-15,0 24 0,0 0 0,0 0 0,0 0 16,0 0-16,0 0 0,0 0 0,0 0 0,0 24 16,0-24-16,0 0 0,0 0 0,0 25 0,0-25 0,0 0 15,0 25-15,0 0 0,0-25 0,0 25 0,0-25 0,0 24 16,-25 1-16,25-25 0,0 25 0,0 0 0,0-25 15,0 25-15,0-25 0,0 24 0,0 1 0,0-25 16,0 0-16,0 25 0,0-25 0,0 25 0,0-25 0,0 0 16,0 0-16,0 0 0,0 0 0,0 0 0,0 0 15</inkml:trace>
  <inkml:trace contextRef="#ctx0" brushRef="#br0" timeOffset="89839.1385">9103 4837 0,'0'0'0,"0"0"0,0 0 16,0 0-16,0 0 0,0 0 0,0 0 0,0 0 16,0 0-16,0 0 0,0 0 0,0 0 0,25 0 0,-25 0 15,0 0-15,0 0 0,0 0 0,25-25 0,-25 25 16,25 0-16,-25 0 0,0 0 0,25 0 0,-25 0 15,24 0-15,-24 0 0,25 0 0,-25 0 0,25 0 0,-25 0 16,25 0-16,-25 0 0,25 0 0,-25 0 0,0 0 16,24 0-16,-24 0 0,0 0 0,0 0 0,25 0 0,-25-25 15,0 25-15,0 0 0,0 0 0,0 0 0,-25 0 16,25 0-16</inkml:trace>
  <inkml:trace contextRef="#ctx0" brushRef="#br0" timeOffset="90051.1506">9277 4663 0,'-25'0'0,"25"0"16,0 0-16,0 0 0,0 0 0,0 0 0,0 0 16,0 0-16,0 25 0,0-25 0,0 0 0,0 0 0,0 25 15,0-25-15,0 25 0,0-25 0,0 24 0,0-24 0,0 25 16,0-25-16,0 25 0,0 0 0,0-25 0,0 25 15,0-25-15,0 25 0,0-25 0,0 24 0,0-24 16,0 25-16,0-25 0,0 25 0,0-25 0,0 0 16,0 25-16,0-25 0,0 0 0,0 25 0,0-25 0</inkml:trace>
  <inkml:trace contextRef="#ctx0" brushRef="#br0" timeOffset="90500.1763">10046 4638 0,'-25'-24'0,"25"24"16,0 0-16,0-25 0,0 25 0,0 0 0,-25 0 15,25-25-15,0 25 0,0 0 0,-25 0 0,25 0 16,0 0-16,0 0 0,-24 0 0,24 0 0,0 0 0,0 0 15,0 0-15,-25 0 0,25 0 0,0 0 0,0 0 0,-25 0 16,25 25-16,0-25 0,-25 0 0,25 25 0,0-25 16,0 24-16,0-24 0,-25 25 0,25-25 0,0 25 15,0 0 16,-24 124 63,24-124-94,0-25 0,0 0 0,24 24 0,-24-24 0,0 0 0,0 25 0,25-25 0,-25 0 0,25 0 0,-25 25 0,0-25 0,25 0 0,-25 0 0,25 0 0,-25 0 0,0 0 0,24 0 0,-24 0 0,25 0 0,-25 0 0,0 0 0,25-25 0</inkml:trace>
  <inkml:trace contextRef="#ctx0" brushRef="#br0" timeOffset="90834.1954">10096 4911 0,'0'0'0,"0"-24"0,0 24 16,0 0-16,0 0 0,0 0 0,0 0 0,0 0 16,0 0-16,0 0 0,0 0 0,0 0 0,0 0 0,0 0 15,24 0-15,-24 0 0,0-25 0,0 25 0,0 0 16,25 0-16,-25 0 0,0 0 0,0 0 0,0 0 15,25 0-15,-25 25 0,0-25 0,0 0 0,0 0 0,0 0 16,0 0-16,0 24 0,0-24 0,0 0 0,0 0 16,0 0-16,0 25 0,0-25 0,0 0 0,0 25 15,0-25-15,-25 0 0,25 25 0,0-25 0,0 25 0,-25-25 16,25 24-16,0-24 0,-24 0 0,24 25 0,0-25 15,0 0-15,-25 25 0,25-25 0,0 0 0,0 0 0,0 25 16,0-25-16,-25 0 0,25 0 0,0 0 0,0 25 16,0-25-16,0 0 0,0 0 0,0 0 0,0 0 0,0 0 15,0 0-15,0 0 0,0 0 0,0 0 0,25 0 16,-25 0-16,0 0 0,0 0 0,0 0 0,25 0 15,-25 0-15,0 0 0,24 0 0,-24 0 0,25 0 0,-25 0 16,25 0-16,-25 0 0,25 0 0,-25 0 0,25 0 0,-1 0 16,-24 0-16,25-25 0,-25 25 0,25 0 0,-25 0 15</inkml:trace>
  <inkml:trace contextRef="#ctx0" brushRef="#br0" timeOffset="91869.2546">10666 4564 0,'0'0'0,"0"0"0,0 0 0,0 0 0,0 0 0,0 0 16,0 0-16,0 0 0,0 0 0,0 0 0,0 0 16,0 0-16,0 0 0,0 0 0,0 0 0,0 0 0,0 0 15,0 0-15,0 0 0,0 0 0,0 0 0,0 0 16,-25 25-16,25-25 0,0 0 0,0 25 0,0-25 0,0 24 15,0-24-15,0 25 0,-25-25 0,25 25 0,0 0 16,0-25-16,0 25 0,0-25 0,-24 24 0,24 1 16,0-25-16,0 25 0,0 0 0,0-25 0,0 25 0,0-25 15,0 25-15,0-25 0,0 24 0,0-24 0,0 0 16,24 25-16,-24-25 0,0 0 0,0 0 0,0 0 15,0 25-15,25-25 0,-25 0 0,0 0 0,0 0 0,25 0 16,-25 0-16,0 0 0,0 0 0,25 0 0,-25 0 16,0 0-16,25 0 0,-25 0 0,0 0 0,24 0 0,-24-25 15,0 25-15,25 0 0,-25 0 0,25-25 0,-25 25 16,0 0-16,25-24 0,-25 24 0,0-25 0,25 25 15,-25-25-15,0 25 0,0 0 0,24-25 0,-24 0 0,0 25 16,0-25-16,25 25 0,-25-24 0,0 24 0,0-25 16,0 0-16,0 25 0,0-25 0,0 25 0,0 0 0,0-25 15,0 25-15,0 0 0,0-24 0,0 24 0,0 0 16,0 0-16,0 0 0,0 0 0,0 0 0,0 0 15,0 0-15,0 0 0,0 0 0,0 0 78,0 0-78,-25 0 0,25 0 0,0 24 0,0-24 0,0 0 0,0 0 0,0 25 0,0-25 16,0 25-16,0-25 0,-24 25 0,24-25 0,0 25 0,0-25 0,0 24 0,0-24 0,0 25 0,0 0 0,0-25 0,0 25 0,0-25 0,0 25 0,0-25 0,0 25 0,-25-25 0,25 24 0,0-24 0,0 25 0,0-25 0,25 25 0,-25-25 0,0 0 0,0 25 16,0-25-16,0 0 0,0 25 0,0-25 0,0 0 0,0 0 15,0 24-15,0-24 0,0 0 0,0 0 0,24 0 16,-24 0-16,0 0 0</inkml:trace>
  <inkml:trace contextRef="#ctx0" brushRef="#br0" timeOffset="92278.278">10988 5110 0,'0'-25'0,"0"25"0,0 0 0,0 0 0,0 0 0,0 0 15,0 0-15,0 0 0,0 0 0,0 0 0,0 0 16,0 0-16,0 0 0,0 0 0,0 0 0,0-25 0,0 25 15,0 0-15,0 0 0,25 0 0,-25 0 0,0 0 16,0 0-16,0 0 0,0 0 0,0 25 0,25-25 16,-25 0-16,0 0 0,0 0 0,0 0 0,0 0 0,0 0 15,0 25-15,0-25 0,0 0 0,0 0 0,0 25 16,0-25-16,0 0 0,0 0 0,0 24 0,0-24 15,0 0-15,0 25 0,0-25 0,-25 0 0,25 25 0,0-25 16,0 0-16,0 25 0,-25-25 0,25 0 0,0 25 16,0-25-16,-24 0 0,24 24 0,0-24 0,0 0 0,0 0 15,0 0-15,-25 25 0,25-25 0,0 0 0,0 0 16,0 0-16,0 0 0,0 0 0,0 0 0,25 0 0,-25 0 15,0 25-15,0-25 0,0 0 0,0 0 0,0 0 16,0 0-16,24 0 0,-24 0 0,0 0 0,25 0 0,-25 0 16,25-25-16,-25 25 0,25 0 0,0 0 0,-25 0 15,24 0-15,-24 0 0,25 0 0,0 0 0,-25 0 16,25 0-16,0 0 0,0 0 0,-25 0 0,24 0 0,1 0 15,-25 0-15,25 0 0,0-25 0</inkml:trace>
  <inkml:trace contextRef="#ctx0" brushRef="#br0" timeOffset="92804.3081">11981 4862 0,'0'0'0,"0"0"0,0 0 0,0 0 0,24 0 15,-24 0-15,0 0 0,0 0 0,0 0 0,0 0 16,25 0-16,-25 0 0,0 0 0,0 0 0,25 25 0,-25-25 15,25 0-15,-25 0 0,25 0 0,-25 0 0,24 0 16,-24 0-16,25 0 0,-25 0 0,25 0 0,-25 0 16,25 0-16,-25 0 0,0 0 0,25 0 0,-25 0 0,0 24 15,0-24-15,0 0 0,25 0 0,-25 0 0,0-24 16,0 24-16,0 0 0</inkml:trace>
  <inkml:trace contextRef="#ctx0" brushRef="#br0" timeOffset="93035.3213">12129 4762 0,'0'0'0,"0"0"0,0 0 0,0 0 0,0 0 0,0 0 15,0 0-15,0 0 0,0 0 0,0 25 0,0-25 16,0 0-16,0 0 0,0 25 0,0-25 0,0 0 0,0 25 15,0-25-15,0 25 0,-24-25 0,24 25 0,0-25 16,0 24-16,0-24 0,0 25 0,0 0 0,0-25 0,0 25 16,0-25-16,0 25 0,0-1 0,0-24 0,0 25 15,0-25-15,0 25 0,0-25 0,0 25 0,0-25 16,0 25-16</inkml:trace>
  <inkml:trace contextRef="#ctx0" brushRef="#br0" timeOffset="93654.3567">13320 4638 0,'0'0'0,"0"0"0,0-24 0,0 24 15,0 0-15,0 0 0,0 0 0,0-25 0,0 25 0,0 0 16,-25 0-16,25 0 0,0 0 0,0-25 0,0 25 16,0 0-16,-24 0 0,24 0 0,0 0 0,0 0 0,-25 0 15,25 0-15,0 0 0,0 0 0,-25 0 0,25 0 16,0 0-16,-25 0 0,25 0 0,0 25 0,-25-25 0,25 0 15,0 25-15,0-25 0,-25 24 0,25-24 0,0 25 16,-24-25-16,24 25 0,0-25 0,-25 25 0,25 0 16,0-25-16,0 24 0,-25 1 0,25-25 0,0 25 0,0 0 15,0-25-15,0 25 0,0-25 0,0 25 0,0-25 16,25 24-16,-25-24 0,0 25 0,0-25 0,25 25 0,-25-25 15,0 0-15,24 0 0,-24 25 0,25-25 0,-25 0 16,0 0-16,25 0 0,-25 0 0,25 0 0,-25 0 16,25 0-16,-25 0 0,25 0 0,-25 0 0,24 0 0,-24 0 15,25 0-15,-25 0 0,25 0 0,-25 0 0</inkml:trace>
  <inkml:trace contextRef="#ctx0" brushRef="#br0" timeOffset="94150.3851">13494 4986 0,'0'0'15,"0"0"-15,0 0 0,0 0 0,0 0 0,0 0 16,0 0-16,0-25 0,0 25 0,0 0 0,0 0 0,0 0 15,0 0-15,25 0 0,-25 0 0,0 0 0,0 0 0,0 0 16,24 0-16,-24 0 0,0 0 0,0 0 0,0 0 16,25 0-16,-25 0 0,0 0 0,0 0 0,0 25 15,0-25-15,0 0 0,0 0 0,0 0 0,0 0 0,0 25 16,0-25-16,-25 0 0,25 0 0,0 24 0,0-24 15,-24 0-15,24 25 0,0-25 78,0 0-78,-25 25 0,25-25 0,0 0 0,0 0 16,-25 0-16,25 25 0,0-25 0,0 0 0,0 0 0,0 0 0,-25 0 0,25 0 0,25 25 78,-25-25-78,25 0 0,-25 0 0,0 24 0,0-24 0,0 0 0,0 0 0,25 0 0,-25 0 0,0 25 0,0-25 0,0 0 0,0 0 0,24 25 0,-24-25 0,0 0 0,0 25 0,0-25 0,0 0 0,0 0 0,0 25 16,-24-25-16,24 0 0,0 0 0,0 24 0,0-24 0,0 0 0,-25 0 0,25 25 0,0-25 0,-25 0 0,25 0 0,0 0 0,-25 0 0,25 0 0,-25 25 0,25-25 0,0 0 0,-24 0 0,24 0 15,0 0-15,0 0 0,-25 0 0,25 0 0,0 0 0,0 0 16,0-25-16,-25 25 0,25 0 0,0 0 0,0 0 0,0-25 15,25 25-15,-25 0 0,0 0 0</inkml:trace>
  <inkml:trace contextRef="#ctx0" brushRef="#br0" timeOffset="94991.4331">14015 4564 0,'0'0'0,"0"0"0,-25-25 15,25 25-15,0 0 0,0 0 0,0 0 0,0 0 16,0 0-16,0 0 0,0 0 0,0 0 0,0 0 15,0 0-15,0 0 0,0 0 0,0 0 0,0 0 16,0 0-16,0 0 0,0 0 0,0 0 0,0 0 0,0 0 16,0 0-16,0 0 0,0 25 0,0-25 0,0 0 0,0 0 15,0 25-15,0-25 0,0 25 0,-25-25 0,25 24 16,0-24-16,0 25 0,0-25 0,0 25 0,0-25 15,0 25-15,0 0 0,-25-25 0,25 24 0,0 1 0,0-25 16,0 25-16,0-25 0,0 25 0,0-25 0,0 25 16,0-25-16,0 25 0,0-25 0,0 24 0,25-24 0,-25 0 15,0 25-15,0-25 0,0 0 0,0 0 0,0 25 16,0-25-16,25 0 0,-25 0 0,0 0 0,0 0 0,0 0 15,25 25-15,-25-25 0,0 0 0,0 0 0,0 0 16,24 0-16,-24 0 0,0 0 0,0 0 0,25-25 16,-25 25-16,0 0 0,0 0 0,25-25 0,-25 25 0,0-25 15,25 25-15,-25 0 0,0-24 0,25 24 0,-25-25 16,0 25-16,0-25 0,24 25 0,-24-25 0,0 25 15,0-25-15,25 25 0,-25-25 0,0 25 0,0-24 0,0 24 16,0-25-16,0 0 0,25 25 0,-25-25 0,0 25 16,0 0-16,0-25 0,0 25 0,0 0 0,0-24 0,0 24 15,0 0-15,0 0 0,0 0 0,0 0 0,0 0 16,0 0-16,0 0 0,0 0 0,0 0 0,0 0 0,0 0 15,0 0-15,0 0 0,0 0 0,0 0 0,0 0 16,0 0-16,0 0 0,0 24 0,0-24 0,0 0 16,0 25-16,0-25 0,0 0 0,0 25 0,-25-25 0,25 25 15,0-25-15,0 25 0,0-1 0,0-24 0,0 0 16,0 25-16,0-25 0,0 25 0,0-25 0,0 25 0,0-25 15,0 0-15,-25 25 0,25-25 0,0 0 0,0 25 16,0-25-16,0 0 0,0 24 0,0-24 0,0 0 16,0 0-16,0 0 0,0 25 0,0-25 0,0 0 0,0 0 15,0 0-15,0 0 0,0 0 0,0 0 0,0 0 16,0 0-16,0 25 0,0-25 0</inkml:trace>
  <inkml:trace contextRef="#ctx0" brushRef="#br0" timeOffset="95550.4651">14337 5011 0,'0'0'0,"0"0"15,0 0-15,0 0 0,0 0 0,0 0 0,0 0 16,0 0-16,0-25 0,0 25 0,0 0 0,0 0 0,0 0 15,25 0-15,-25 0 0,0 0 0,0 0 0,0 0 16,25 0-16,-25 0 0,0 0 0,0 0 0,25 0 16,-25 0-16,0 0 0,0 25 0,0-25 0,0 0 0,0 0 15,0 0-15,0 0 0,0 0 0,24 0 0,-24 24 16,-24-24-16,24 0 0,0 0 0,0 0 0,0 25 0,0-25 15,0 0-15,-25 0 0,25 25 0,0-25 0,0 0 16,-25 0-16,25 0 0,0 25 0,0-25 0,-25 0 0,25 0 16,0 0-16,0 25 0,0-25 0,-25 0 0,25 0 15,0 0-15,0 0 0,0 0 0,0 0 0,0 0 0,0 0 16,0 0-16,0 0 0,25 24 0,-25-24 0,0 0 15,0 0-15,0 0 0,0 0 0,25 0 0,-25 0 16,0 0-16,25 0 0,-25 0 0,0 0 0,25 25 0,-25-25 16,0 0-16,24 0 0,-24 0 0,0 25 0,0-25 15,25 0-15,-25 0 0,0 25 0,0-25 0,0 0 16,0 0-16,0 25 0,0-25 0,0 0 0,0 0 0,0 0 15,0 24-15,0-24 0,0 0 0,0 0 0,-25 0 16,25 0-16,0 25 0,-24-25 0,24 0 0,0 0 0,-25 0 16,25 0-16,0 0 0,-25 25 0,25-25 0,-25 0 15,25 0-15,0 0 0,-25 0 0,25 0 0,0 0 16,-25 0-16,25-25 0,0 25 0,-24 0 0,24 0 0,0 0 15,0-25-15,0 25 0</inkml:trace>
  <inkml:trace contextRef="#ctx0" brushRef="#br0" timeOffset="95943.4874">15329 4911 0,'0'0'0,"0"0"0,0 0 0,0 0 15,0 0-15,0 0 0,0 0 0,0 0 0,0 0 0,0-24 16,0 24-16,25 0 0,-25 0 0,0 0 0,0 0 15,25 0-15,-25 0 0,25 0 0,-25 0 0,25 0 16,-25 0-16,24 0 0,-24 24 0,25-24 0,0 0 0,-25 0 16,25 0-16,-25 0 0,25 0 0,-1 0 0,-24 0 0,0 0 15,25 0-15,-25 0 0,25 0 0,-25 0 0,0 0 16,0 0-16,25 0 0,-25 0 0,0 0 0,0 0 15,0 0-15,0-24 0,-25 24 0</inkml:trace>
  <inkml:trace contextRef="#ctx0" brushRef="#br0" timeOffset="96127.4981">15503 4762 0,'0'0'0,"0"0"0,0 0 0,0 0 0,0 0 0,0 0 0,0 0 0,0 0 0,0 25 0,0-25 0,0 0 0,0 0 0,0 0 0,0 25 0,0-25 0,0 25 0,0-25 0,0 25 0,0-25 0,-25 25 0,25-25 16,0 24-16,0-24 0,0 25 0,0 0 0,0-25 15,0 25-15,-25 0 0,25-1 0,0-24 0,0 25 16,-24-25-16,24 25 0,0 0 0,0-25 0,0 25 0,0-25 16,-25 24-16,25-24 0</inkml:trace>
  <inkml:trace contextRef="#ctx0" brushRef="#br0" timeOffset="96635.5272">16669 4638 0,'0'0'15,"0"0"-15,0-24 0,0 24 0,0 0 0,0 0 16,0 0-16,0-25 0,-25 25 0,25 0 0,0 0 16,0 0-16,0 0 0,0 0 0,-25-25 0,25 25 0,0 0 15,0 0-15,0 0 0,0 0 0,0 0 0,-25 25 16,25-25-16,0 0 0,0 0 0,-24 0 0,24 25 0,0-25 15,-25 24-15,25-24 0,0 25 0,0-25 0,-25 25 16,25-25-16,0 25 0,0-25 0,0 25 0,-25-25 16,25 24-16,0-24 0,0 25 0,0-25 0,0 25 0,0-25 15,0 25-15,25-25 0,-25 25 0,0-25 0,0 25 16,0-25-16,0 0 0,25 24 0,-25-24 0,0 0 0,0 25 15,25-25-15,-25 0 0,0 0 0,0 25 0,24-25 16,-24 0-16,0 0 0,25 0 0,-25 0 0,0 25 0,25-25 16,-25 0-16,0 0 0,25 0 0,0 0 0,-25 0 15,24 0-15,-24 0 0,25-25 0,-25 25 0,25 0 16,-25 0-16,25 0 0,-25 0 0,25-25 0,-25 25 0</inkml:trace>
  <inkml:trace contextRef="#ctx0" brushRef="#br0" timeOffset="96968.5459">16917 4887 0,'0'0'0,"0"0"0,0 0 0,0 0 0,0 0 16,0 0-16,0 0 0,0 0 0,-25 0 0,25 0 0,0 0 15,0 0-15,0 0 0,0 0 0,0 0 0,0 0 16,0-25-16,0 25 0,0 0 0,0 0 0,0 0 0,0 25 16,0-25-16,0 0 0,0 0 0,0 0 0,0 0 15,-25 0-15,25 24 0,0-24 0,0 0 0,-25 0 16,25 25-16,0-25 0,0 0 0,-24 0 0,24 0 0,0 25 15,0-25-15,0 0 0,-25 0 0,25 25 0,0-25 16,0 0-16,0 0 0,0 0 0,0 25 0,0-25 0,0 0 16,0 0-16,0 0 0,0 0 0,0 24 0,0-24 15,0 0-15,0 0 0,0 0 0,0 0 0,0 0 0,25 0 16,-25 0-16,0 0 0,0 0 0,24 0 0,-24 25 15,25-25-15,-25 0 0,0 0 0,25 0 0,-25 0 16,25 0-16,-25 0 0,25 0 0,-25-25 0,24 25 0,-24 25 16,25-25-16,-25 0 0,25 0 0,-25 0 0,25 0 15,-25 0-15,0 0 0,0 0 0,25 0 0,-25 0 16,0 0-16,0 0 0,0 0 0,0 0 0,0 0 0,0 0 15,0 0-15,0 0 0,-25 0 0,25 0 0,0 0 16,0 0-16,0 0 0</inkml:trace>
  <inkml:trace contextRef="#ctx0" brushRef="#br0" timeOffset="97165.5575">16966 4961 0,'0'-25'0,"0"25"16,0 0-16,0 0 0,0 0 0,0 0 0,0 0 0,0 0 16,0 0-16,0 0 0,0 0 0,0 25 0,0-25 15,0 0-15,0 0 0,0 25 0,0-25 0,0 25 0,0-25 16,0 0-16,0 24 0,0 1 0,0-25 0,0 25 15,0-25-15,0 25 0,-24-25 0,24 25 0,0-25 16,0 24-16,0-24 0,-25 25 0,25-25 0,0 25 0,-25-25 16,25 0-16,0 25 0,0-25 0,-25 25 0,25-25 0,0 0 15,0 0-15,0 24 0,0-24 0,0 0 0</inkml:trace>
  <inkml:trace contextRef="#ctx0" brushRef="#br0" timeOffset="97856.597">17512 4564 0,'0'0'0,"0"0"16,0 0-16,0-25 0,0 25 0,0 0 0,0 0 0,0 0 15,0 0-15,0 0 0,0 0 0,0 0 0,0 0 0,0 0 16,0 0-16,0 0 0,0 0 0,0 0 0,0 0 16,0 0-16,0 0 0,0 0 0,0 0 0,-25 0 0,25 25 15,0-25-15,0 25 0,0-25 0,0 25 0,0-25 16,0 24-16,0 1 0,0-25 0,-25 25 0,25-25 15,0 25-15,0 0 0,0-25 0,0 24 0,0-24 0,0 25 16,0-25-16,0 25 0,0-25 0,0 25 0,0-25 16,0 0-16,0 25 0,0-25 0,0 0 0,0 0 0,25 25 15,-25-25-15,0 0 0,0 0 0,0 24 0,25-24 16,-25 0-16,0 0 0,25 0 0,-25 0 0,0 0 0,0 0 15,25 0-15,-25 0 0,25 0 0,-25 0 0,0 0 16,24 0-16,-24 0 0,25 0 0,-25-24 0,0 24 16,25 0-16,-25 0 0,25 0 0,-25-25 0,25 25 0,-25 0 15,0-25-15,24 25 0,-24-25 0,0 25 0,0-25 16,0 25-16,0-25 0,25 25 0,-25-24 0,0-1 15,0 25-15,0-25 0,0 25 0,0-25 0,0 0 0,0 25 16,0-24-16,0 24 0,0 0 0,0-25 0,0 25 16,0 0-16,0 0 0,0-25 0,0 25 0,0 0 0,0 0 15,0 0-15,0 0 0,0 0 0,0 0 0,0 25 16,0-25-16,0 0 0,0 25 0,0-25 0,0 0 0,0 24 15,0-24-15,0 25 0,0 0 0,0-25 0,0 25 16,0-25-16,0 25 0,-25-25 0,25 24 0,0-24 16,0 25-16,0-25 0,0 25 0,0-25 0,0 25 0,0-25 15,0 0-15,-24 25 0,24-25 0,0 25 0,0-25 16,0 24-16,0-24 0,0 25 0,0-25 0,0 0 15,0 25-15,0-25 0,0 25 0,0-25 0,0 0 0,0 0 16,0 25-16,0-25 0,0 0 0,0 0 0,0 24 16,0-24-16,24 0 0,-24 0 0,0 0 0,25 0 0,-25 0 15,25 0-15</inkml:trace>
  <inkml:trace contextRef="#ctx0" brushRef="#br0" timeOffset="98236.6188">18008 5035 0,'0'0'0,"0"0"0,0 0 0,0 0 16,0 0-16,0-24 0,0 24 0,0 0 0,0 0 0,0 0 15,0 0-15,0 0 0,0 0 0,0 0 0,0 0 16,0 0-16,0 0 0,0 0 0,0 0 0,0 0 0,0 0 16,0 0-16,0 0 0,0 24 0,0-24 0,0 0 15,0 0-15,-25 0 0,25 0 0,0 0 0,0 25 0,-24-25 16,24 0-16,0 0 0,0 0 0,-25 0 0,25 25 15,0-25-15,0 0 0,-25 0 0,25 0 0,0 25 16,0-25-16,-25 0 0,25 0 0,0 0 0,0 0 0,0 0 16,0 0-16,0 0 0,0 25 0,0-25 0,0 0 15,0 0-15,0 0 0,0 0 0,0 0 0,25 0 16,-25 0-16,0 0 0,0 0 0,0 0 0,0 0 0,25 0 15,-25 0-15,0 0 0,25 0 0,-25 0 0,0 0 16,24 0-16,-24 0 0,25 0 0,-25 0 0,25 0 0,-25 0 16,25 0-16,-25 24 0,25-24 0,-25 0 0,0 0 15,24 0-15,-24 0 0,25 0 0,-25 0 0,0 0 0,25 0 16,-25 0-16,0 0 0,0 0 0,25 0 0,-25 0 15,0 0-15,0 0 0,0 0 0,0 0 0,0 0 16,25 0-16,-25 0 0,0 0 0,0 0 0,0 0 0,0-24 16,0 24-16,0 0 0,0 0 0</inkml:trace>
  <inkml:trace contextRef="#ctx0" brushRef="#br0" timeOffset="98426.6297">18182 5060 0,'0'-25'0,"0"25"0,0 0 16,0 0-16,0 0 0,0 0 0,0 0 0,0-24 0,0 24 16,0 0-16,0 0 0,0 0 0,0 24 0,0-24 15,0 0-15,0 0 0,0 0 0,0 0 0,0 25 0,0-25 16,0 25-16,0-25 0,-25 25 0,25-25 0,0 25 15,0-25-15,0 24 0,0-24 0,0 25 0,0-25 16,0 0-16,0 25 0,0-25 0,0 25 0,-25-25 0,25 0 16,0 25-16,0-25 0,0 24 0,0-24 0,0 0 15,0 0-15,-25 25 0,25-25 0,0 0 0,0 0 0,0 25 16,0-25-16,0 0 0,0 0 0,0 0 0</inkml:trace>
  <inkml:trace contextRef="#ctx0" brushRef="#br0" timeOffset="98998.6624">19273 4862 0,'0'0'0,"0"0"16,0 0-16,0 0 0,0 0 0,0 0 0,0 0 15,0 0-15,0 0 0,0 0 0,0 0 0,0 0 0,0 0 16,0 0-16,0 0 0,0 0 0,0 0 0,25 0 15,-25 0-15,0 0 0,0 0 0,0 0 0,25 0 0,-25 0 16,0 0-16,25 0 0,-25 0 0,0 0 0,24 0 16,-24 0-16,25 0 0,-25 0 0,0 0 0,25 0 15,-25 0-15,25 0 0,-25 0 0,0 0 0,25 0 0,-25 0 16,0 25-16,0-25 0,24 0 0,-24 0 0,0 0 0,0 0 15,0 0-15,0 24 0,0-24 0,25 0 0,-25 0 16,0 0-16,-25 0 0</inkml:trace>
  <inkml:trace contextRef="#ctx0" brushRef="#br0" timeOffset="99228.6755">19273 5085 0,'0'0'0,"0"0"0,-25 25 0,25-25 0,0 0 0,0 0 16,0 0-16,0 0 0,25 0 0,-25 0 0,0 0 0,0 0 15,0 0-15,25 0 0,-25 0 0,0 0 0,25 0 16,-25 0-16,25 0 0,-25 0 0,24 0 0,-24 0 16,25 0-16,-25 0 0,25 0 0,0 0 0,-25 0 15,25 0-15,-25 0 0,24 0 0,1 0 0,-25 0 0,25 0 16,-25 0-16,25 25 0,-25-25 0,25 0 0,-25 0 0,0 0 15,25 0-15,-25 0 0,0 24 0,0-24 0,0 0 16,0 0-16</inkml:trace>
  <inkml:trace contextRef="#ctx0" brushRef="#br0" timeOffset="100048.7224">20563 4638 0,'0'0'0,"0"0"16,0-24-16,0 24 0,0 0 0,0 0 0,-25 0 0,25-25 15,0 25-15,0 0 0,0 0 0,0 0 0,0 0 16,0-25-16,0 25 0,0 0 0,0 0 0,0 0 0,0 0 16,0 0-16,0 0 0,-25 0 0,25 0 0,0 0 15,0 0-15,0 0 0,0 0 0,0 0 0,0 0 0,-24 25 16,24-25-16,0 0 0,0 0 0,0 25 0,-25-25 15,25 0-15,0 24 0,0-24 0,0 0 0,-25 25 16,25-25-16,0 25 0,0-25 0,0 0 0,-25 25 0,25-25 16,0 25-16,0-25 0,0 0 0,0 24 0,0-24 15,0 25-15,0 0 0,0-25 0,0 25 0,0-25 16,0 25-16,0-25 0,0 25 0,0-25 0,0 24 0,0-24 15,0 25-15,0-25 0,0 25 0,25-25 0,-25 25 16,0-25-16,0 25 0,0-25 0,25 24 0,-25-24 0,0 0 16,0 25-16,25-25 0,-25 0 0,0 25 0,0-25 15,24 0-15,-24 0 0,0 25 0,0-25 0,25 0 0,-25 0 16,0 0-16,0 0 0,25 0 0,-25 0 0,0 0 15,0 0-15,25 0 0,-25-25 0,0 25 0,25 0 16,-25 0-16,0-25 0,24 25 0,-24 0 0,25 0 0,-25-25 16,0 25-16,25-24 0,-25 24 0,0 0 0,25-25 15,-25 25-15,0 0 0,25-25 0,-25 25 0,0-25 0,0 25 16,25 0-16,-25-25 0,0 25 0,0 0 0,0-24 15,0 24-15,0-25 0,0 25 0,0 0 0,0-25 16,0 25-16,0-25 0,0 25 0,0-25 0,0 25 0,0-25 16,0 25-16,0 0 0,0-24 0,0 24 0,0-25 15,0 25-15,0 0 0,0-25 0,0 25 0,0 0 0,0-25 16,0 25-16,0 0 0,0-25 0,0 25 0,0 0 15,0 0-15,-25-24 0,25 24 0,0 0 0,0 0 16,0 0-16,0 0 0,0-25 0,0 25 0,-25 0 0,25 0 16,0 0-16,-25 0 0,25 0 0,-25 0 0,25 0 15,-25 25-15,25-25 0,-24 0 0,-1 0 0</inkml:trace>
  <inkml:trace contextRef="#ctx0" brushRef="#br0" timeOffset="103695.931">4242 6226 0,'0'0'16,"0"0"-16,0-25 0,0 25 0,0 0 0,0 0 15,0 0-15,0 0 0,0 0 0,0 0 0,0 0 0,0 0 16,0 0-16,0 0 0,0 0 0,0 0 0,0 0 15,0 0-15,0 0 0,0 0 0,0 0 0,0 0 0,0 0 16,0 0-16,0 0 0,0 0 0,0 0 0,0 25 16,0-25-16,0 0 78,0 0-78,0 0 0,0 25 0,0-25 0,-25 0 0,25 25 0,0-25 0,0 24 0,0-24 0,0 25 0,0-25 0,0 25 0,-25-25 0,25 25 0,0 0 0,0-25 15,0 24-15,0-24 0,-25 25 0,25-25 0,0 25 0,0-25 0,0 0 0,0 25 0,0-25 0,0 0 0,0 25 0,-25-25 0,25 0 0,0 0 0,0 24 0,0-24 0,0 0 0,0 0 0,0 0 0,0 0 16,0 0-16,0 0 0,0 0 0,0 0 0,0 0 0,0 0 15,0 0-15,0 0 0,0 0 0,0 0 0,0-24 16,0 24-16,0 0 0,0 0 0,0 0 0,0-25 16,0 25-16,0 0 0,0 0 0</inkml:trace>
  <inkml:trace contextRef="#ctx0" brushRef="#br0" timeOffset="104055.9516">4242 6226 0,'0'0'0,"0"0"0,24-25 0,-24 25 0,0 0 15,0 0-15,0 0 0,0 0 0,0 0 0,0 0 16,0 0-16,0 0 0,25 25 0,-25-25 0,0 0 15,0 0-15,25 0 0,-25 25 0,0-25 0,25 0 0,-25 0 16,0 25-16,25-25 0,-25 24 0,0-24 0,24 0 0,-24 25 16,0-25-16,25 0 0,-25 25 0,0-25 0,0 25 15,25-25-15,-25 0 0,0 0 0,0 25 0,25-25 0,-25 0 16,0 24-16,0-24 0,0 0 0,0 25 0,0-25 15,0 0-15,0 0 0,0 25 0,0-25 0,0 0 16,0 0-16,0 0 109</inkml:trace>
  <inkml:trace contextRef="#ctx0" brushRef="#br0" timeOffset="104259.9627">4638 6052 0,'0'0'0,"0"0"0,0 0 15,0 0-15,0 0 0,0 0 0,0 0 0,0 0 16,0 0-16,0 0 0,0 0 0,0 0 0,0 25 0,0-25 16,0 0-16,0 0 0,0 25 0,0-25 0,0 25 15,-24-25-15,24 25 0,0-1 0,0-24 0,0 25 0,0 0 16,0-25-16,0 25 0,0 0 0,0-25 0,0 24 15,0-24-15,0 25 0,0 0 0,0-25 0,0 25 0,0-25 16,-25 25-16,25-25 0,0 24 0,0-24 0,0 25 16,0-25-16,0 0 0,0 25 0,0-25 0,0 0 15,0 25-15,0-25 0,0 0 0,0 0 0,0 0 0,0 0 16,0 0-16,0 0 0,0 0 0,0 0 0,0 0 15,0 0-15,0 0 0,0 0 0,0 0 0</inkml:trace>
  <inkml:trace contextRef="#ctx0" brushRef="#br0" timeOffset="105050.0085">4986 6028 0,'0'0'0,"-25"0"16,25-25-16,0 25 0,0 0 0,0 0 0,0 0 0,0 0 15,0 0-15,0 0 0,0 0 0,0 0 0,0 0 16,0 0-16,0 0 0,0 0 0,0 0 0,0 0 0,0 0 15,0 0-15,0 25 0,0-25 0,0 0 0,0 0 16,0 0-16,0 24 0,0-24 0,0 0 0,0 0 16,0 25-16,-25-25 0,25 25 0,0-25 0,0 25 0,0-25 15,0 25-15,0-25 0,0 24 0,0-24 0,-25 25 16,25 0-16,0-25 0,0 25 0,0-25 0,0 25 0,0-1 15,0-24-15,0 25 0,0-25 0,0 25 0,0-25 16,0 0-16,-24 25 0,24-25 0,0 0 0,0 0 16,0 25-16,0-25 0,0 0 0,0 0 0,0 0 0,0 0 15,0 0-15,0 0 0,0 0 0,0 0 0,0 0 16,0 0-16,0 0 0,0 0 0,0 0 0,0 0 15,0 0-15,0 0 0,24 0 110,-24 0-110,0 0 0,0 0 0,0-25 0,25 25 0,-25 0 0,0-25 0,0 25 0,0 0 0,25-25 0,-25 25 0,0-25 0,0 25 0,25 0 0,-25-24 0,0 24 0,25-25 0,-25 25 0,0 0 0,24-25 0,-24 25 0,0 0 0,0-25 0,25 25 15,-25 0-15,0 0 0,0-25 0,25 25 0,-25 0 0,0 0 0,0 0 0,0 0 0,0 0 0,0 0 0,0 25 0,25-25 0,-25 0 0,0 0 0,0 25 0,0-25 0,0 0 0,0 25 0,0-25 16,0 25-16,0-25 0,0 0 0,0 24 0,0-24 15,0 0-15,0 25 0,0-25 0,0 0 0,0 25 16,0-25-16,0 0 0,0 25 0,0-25 0,0 0 0,0 25 16,0-25-16,0 0 0,0 24 0,0-24 0,0 0 15,0 0-15,0 25 0,0-25 0,-25 0 0,25 25 0,0-25 16,0 0-16,0 0 0,25 0 0,-25 25 0,0-25 15,0 0-15,0 0 0,0 0 0,0 0 0,0 0 0,25 0 16,-25 0-16</inkml:trace>
  <inkml:trace contextRef="#ctx0" brushRef="#br0" timeOffset="106002.0627">5482 6226 0,'0'0'0,"0"-25"0,0 25 0,0 0 15,0 0-15,-25-25 0,25 25 0,0 0 0,0 0 0,0 0 16,0 0-16,0-24 0,0 24 0,-25 0 0,25 0 16,0 0-16,0 0 0,0 0 0,0 0 0,0 0 0,0 0 15,0 0-15,-25 0 0,25 0 0,0 0 0,0 24 16,0-24-16,0 0 0,0 0 0,-24 0 0,24 0 15,0 0-15,0 25 0,0-25 0,0 0 0,-25 25 16,25-25-16,0 0 0,0 25 0,0-25 0,-25 0 0,25 25 16,0-25-16,0 0 0,0 24 0,0-24 0,0 25 15,0-25-15,0 0 0,0 25 0,0-25 0,0 0 0,0 25 16,0-25-16,0 0 0,0 25 0,0-25 0,0 0 15,0 0-15,0 24 0,0-24 0,25 0 0,-25 0 0,0 0 16,0 25-16,0-25 0,25 0 0,-25 0 0,0 0 16,0 0-16,0 0 0,24 0 0,-24 0 0,0 0 15,0 0-15,25 0 0,-25 0 0,0 0 0,0 0 0,0 0 16,25 0-16,-25-25 0,0 25 0,0 0 0,25 0 0,-25 0 15,0-24-15,0 24 0,0 0 0,25-25 0,-25 25 16,0 0-16,0-25 0,0 25 0,24 0 0,-24-25 16,0 25-16,0 0 0,0-25 0,0 25 0,0 0 0,0-24 15,0 24-15,0 0 0,0 0 0,25-25 0,-25 25 16,0 0-16,0 0 0,0 0 0,0 0 0,0-25 15,0 25-15,0 0 0,0 0 0,0 0 0,0 0 0,0 0 16,0 0-16,0 0 0,0 0 0,0 25 0,-25-25 16,25 0-16,0 0 0,0 0 0,0 0 0,0 25 0,0-25 15,0 0-15,0 24 0,0-24 0,0 0 0,0 0 16,0 25-16,0-25 0,0 25 0,0-25 0,0 0 15,0 25-15,0-25 0,0 0 0,0 0 0,0 25 0,0-25 16,0 0-16,0 0 0,0 24 0,0-24 0,0 0 16,0 0-16,25 0 0,-25 25 0,0-25 0,0 0 0,0 0 15,0 0-15,0 0 0,0 0 0,25 0 0,-25 0 16,0 0-16,0 0 0,0 0 0,25 0 0,-25 0 0,0-25 15,25 25-15,-25 0 0,0 0 0,24 0 0,-24-24 16,0 24-16,25 0 0,-25 0 0,0-25 0,25 25 16,-25 0-16,0-25 0,0 25 0,0 0 0,25-25 0,-25 25 15,0 0-15,0-25 31,0 25 32,0 0-63,0-24 0,0 24 0,0 0 0,25-25 0,-25 25 0,-25 0 0,25 0 0,0-25 15,0 25-15,0 0 0,0 0 0,0 0 0,0 0 0,0 0 0,0 0 0,0 0 0,0 0 0,0 0 0,0 0 0,0 0 0,0 0 0,0 0 0,0 0 0,0 0 0,0 0 0,0 25 0,0-25 0,0 0 0,0 25 0,0-25 16,0 24-16,0-24 0,0 25 0,0-25 0,-25 25 0,25-25 0,0 25 0,0-25 0,0 25 0,0-25 0,0 24 0,0 1 0,0-25 0,0 25 0,0-25 16,0 25-16,0 0 0,0-25 0,0 24 0,0-24 15,0 25-15,0-25 0,0 25 0,0-25 0,0 25 16,0-25-16,0 25 0,0-25 0,0 24 0,0-24 0,0 0 15,0 25-15,0-25 0,0 0 0,0 25 0,0-25 16,0 0-16,0 0 0,-25 25 0,25-25 0,0 0 16,25 0-16,-25 25 0,0-25 0,0 0 0,0 0 0,0 0 15,0 0-15,0 0 0,0 0 0,0 0 0,-25 0 16,25 0-16,0 0 0,0 0 0,0 0 0,0 0 0,0 0 15,0 0-15,0 0 0,0 0 0,0 0 0,0 0 16,0-25-16,0 25 0,0 0 0,0 0 0,0-25 0,0 25 16,0-25-16</inkml:trace>
  <inkml:trace contextRef="#ctx0" brushRef="#br0" timeOffset="106336.082">5829 6276 0,'0'0'0,"0"-25"16,0 25-16,25 0 0,-25 0 0,0 0 0,0 0 16,0-25-16,0 25 0,0 0 0,25 0 0,-25 0 0,0 0 15,0 0-15,0 0 0,0 0 0,25 0 0,-25 0 16,0 0-16,0 0 0,0 0 0,24 25 0,-24-25 0,0 0 15,0 0-15,0 0 0,0 25 0,25-25 0,-25 0 16,0 0-16,0 24 0,0-24 0,0 0 0,0 25 0,0-25 16,0 0-16,0 25 0,0-25 0,0 0 0,0 25 15,0-25-15,0 0 0,-25 0 0,25 25 0,0-25 16,0 0-16,0 24 0,-24-24 0,24 0 0,0 0 0,0 25 15,-25-25-15,25 0 0,0 0 0,0 25 0,-25-25 0,25 0 16,0 0-16,0 0 0,-25 0 0,25 0 16,0 0-16,-25 0 0,25 0 0,0 0 0,0-25 0,-25 25 15,25 0-15,0 0 0,0-25 0,0 25 0</inkml:trace>
  <inkml:trace contextRef="#ctx0" brushRef="#br0" timeOffset="106572.0955">6028 5829 0,'0'0'0,"0"0"0,0 0 16,0 0-16,0 0 0,0 0 0,0 0 0,0 0 15,0 0-15,0 0 0,0 0 0,0 0 0,0 0 0,0 0 16,-25 25-16,25-25 0,0 25 0,0-25 0,0 25 16,-25-25-16,25 24 0,0-24 0,-25 25 0,25-25 15,0 25-15,-25-25 0,25 25 0,-24 0 0,24-25 0</inkml:trace>
  <inkml:trace contextRef="#ctx0" brushRef="#br0" timeOffset="108320.1955">7714 6226 0,'0'0'0,"0"0"0,0 0 16,0 0-16,0 0 0,-25 0 0,25-25 0,0 25 0,0 0 16,0 0-16,0 0 0,0 0 0,0-25 0,0 25 15,0 0-15,0 0 0,0 0 0,0 0 0,0-24 16,0 24-16,0 0 0,0 0 0,0 0 0,0 0 0,0-25 15,0 25-15,0 0 0,0 0 0,0 0 0,0 0 16,0 0-16,0-25 0,0 25 0,0 0 0,0 0 0,0 0 16,-24 0-16,24 0 0,0 0 0,0 0 0,0 0 15,0 0-15,0 0 0,-25 0 0,25 0 0,0 0 16,0 0-16,0 0 0,-25 0 0,25 0 0,0 0 0,0 0 15,-25 0-15,25 0 0,0 0 0,0 25 0,-25-25 16,25 0-16,0 0 0,0 25 0,-24-25 0,24 0 16,0 24-16,0-24 0,-25 25 0,25-25 0,0 0 0,0 25 15,0-25-15,0 25 0,0-25 0,-25 25 0,25-25 16,0 24-16,0-24 0,25 25 0,-25-25 0,0 25 0,0-25 15,0 0-15,0 25 0,0-25 0,0 0 0,25 25 0,-25-25 16,0 0-16,0 24 0,0-24 0,0 0 0,24 0 16,-24 25-16,0-25 0,0 0 0,0 0 0,25 0 15,-25 0-15,0 0 0,25 0 0,-25 0 0,0 0 16,25 0-16,-25 0 0,0 0 0,25 0 0,-25 0 0,24 0 15,-24 0-15,25-25 0,-25 25 0,0 0 0,25 0 0</inkml:trace>
  <inkml:trace contextRef="#ctx0" brushRef="#br0" timeOffset="108741.2196">7813 6524 0,'0'0'0,"0"0"16,0 24-16,0-24 0,0 0 0,0 0 0,0 0 0,0 0 15,25 0-15,-25 0 0,0 0 0,0-24 0,0 24 16,0 0-16,25 0 0,-25 0 0,0 0 0,0 0 15,0-25-15,25 25 0,-25 0 0,0 0 0,0-25 0,25 25 16,-25 0-16,0 0 0,0-25 0,24 25 0,-24 0 16,0-25-16,0 25 0,0 0 0,0 0 0,25-24 0,-25 24 15,0 0-15,0 0 0,0-25 0,0 25 0,0 0 16,0 0-16,25-25 0,-25 25 0,0 0 0,0 0 0,0 0 15,0-25-15,0 25 0,0 0 0,0 0 0,0 0 16,0 0-16,0 0 0,0 0 0,0 0 0,0 0 16,0 0-16,0 0 0,0 25 0,0-25 0,0 0 0,0 0 15,0 25-15,0-25 0,0 0 0,0 25 0,0-25 16,0 0-16,0 24 0,0-24 0,0 25 0,0-25 15,0 25-15,0-25 0,0 0 0,-25 25 0,25-25 0,0 25 16,0-25-16,0 0 0,0 24 0,0-24 0,0 25 16,0-25-16,0 0 0,0 25 0,0-25 0,0 0 0,0 25 15,0-25-15,0 0 0,0 0 0,0 25 0,0-25 16,0 0-16,0 0 0,0 0 0,0 0 0,0 0 15,0 0-15,0 0 0,0 0 0,25 0 47,-25 0-47,0 0 0</inkml:trace>
  <inkml:trace contextRef="#ctx0" brushRef="#br0" timeOffset="109098.24">8582 6077 0,'0'0'0,"0"-25"0,0 25 0,0 0 15,0 0-15,0 0 0,0 0 0,-24 0 0,24 0 0,0 0 16,0 0-16,0 0 0,0 25 0,-25-25 0,25 0 16,0 0-16,0 0 0,0 25 0,-25-25 0,25 0 0,0 25 15,0-25-15,-25 25 0,25-25 0,0 24 0,0-24 16,0 25-16,-25 0 0,25-25 0,0 25 0,0 0 0,0-25 15,0 24-15,0 1 0,0-25 0,-24 25 0,24 0 16,0-25-16,0 25 0,0-25 0,0 24 0,0 1 0,0-25 16,0 25-16,0-25 0,24 25 0,-24-25 0,0 0 15,0 25-15,25-25 0,-25 24 0,0-24 0,25 0 16,-25 25-16,0-25 0,25 0 0,-25 25 0,0-25 0,25 0 15,-25 0-15,24 0 0,-24 0 0,25 0 0</inkml:trace>
  <inkml:trace contextRef="#ctx0" brushRef="#br0" timeOffset="109716.2754">8781 6524 0,'0'0'16,"0"0"-16,0 0 0,0 0 0,0 0 0,0 0 0,0-25 15,0 25-15,25 0 0,-25 0 0,0 0 0,0 0 16,0-25-16,0 25 0,0 0 0,24 0 0,-24-25 0,0 25 15,0 0-15,25-25 0,-25 25 0,0 0 0,0-24 16,25 24-16,-25 0 0,0-25 0,25 25 0,-25-25 16,0 25-16,0-25 0,0 25 0,0-25 0,0 25 0,25-24 15,-25 24-15,0-25 0,0 25 0,0 0 0,0-25 16,0 25-16,0-25 0,0 25 0,0 0 0,0-25 0,0 25 15,0 0-15,0 0 0,0 0 0,0 0 0,0 0 16,0 0-16,0 0 0,0 0 0,0 0 0,0 0 0,0 0 16,0 25-16,0-25 0,0 0 0,0 0 0,0 25 15,0-25-15,0 0 0,0 25 0,0-25 0,0 25 16,0-25-16,0 24 0,0-24 0,-25 25 0,25-25 0,0 25 15,0-25-15,0 25 0,0-25 0,0 25 0,0-25 16,0 24-16,0-24 0,0 25 0,0-25 0,0 0 16,0 25-16,0-25 0,0 25 0,0-25 0,0 0 0,0 25 15,0-25-15,0 0 0,0 24 0,0-24 0,0 0 16,0 25-16,0-25 0,0 0 0,0 0 0,0 0 0,0 0 15,0 0-15,0 0 0</inkml:trace>
  <inkml:trace contextRef="#ctx0" brushRef="#br0" timeOffset="109941.2883">9079 6474 0,'0'0'0,"0"0"15,0 0-15,0 0 0,0 0 0,0 0 0,0 0 16,0 0-16,0 25 0,0-25 0,0 0 0,0 0 0,0 0 15,0 0-15,0 25 0,0-25 0,0 0 0,0 24 16,0-24-16,0 0 0,0 25 0,0-25 0,0 25 0,0-25 16,0 0-16,0 25 0,0-25 0,0 25 0,0-25 15,-25 0-15,25 24 0,0-24 0,0 0 0,0 0 16,0 0-16,0 25 0,0-25 0,0 0 0,0 0 0</inkml:trace>
  <inkml:trace contextRef="#ctx0" brushRef="#br0" timeOffset="110414.3153">9302 6176 0,'0'0'0,"0"-24"0,0 24 0,0 0 0,0 0 16,0 0-16,0 0 0,0 0 0,0-25 0,0 25 0,0 0 15,0 0-15,0 0 0,25 0 0,-25 0 0,0 0 16,0 0-16,0 0 0,0-25 0,24 25 0,-24 0 0,0 0 16,0 0-16,25 0 0,-25 0 0,0 0 0,0 25 0,0-25 15,0 0-15,25 0 0,-25 0 0,0 0 0,0 25 16,0-25-16,0 0 0,0 0 0,0 24 0,0-24 15,0 0-15,0 25 0,0-25 0,-25 25 0,25-25 16,0 0-16,0 25 0,0-25 0,-25 25 0,25-25 0,0 24 16,0-24-16,0 25 0,-24-25 0,24 25 0,0-25 15,0 25-15,0-25 0,-25 0 0,25 25 0,0-25 0,0 24 16,0-24-16,0 0 0,0 25 0,0-25 0,0 0 15,0 0-15,0 25 0,0-25 0,0 0 0,0 0 16,0 0-16,25 25 0,-25-25 0,0 0 0,0 0 0,0 0 16,24 0-16,-24 0 0,25 0 0,-25 0 0,25 0 0,-25 0 15,25 0-15,-25 0 0,25 0 0,-25 0 0,24 0 16,-24 0-16,25 0 0,-25-25 0,25 25 0,-25 0 15,25 0-15</inkml:trace>
  <inkml:trace contextRef="#ctx0" brushRef="#br0" timeOffset="110616.3269">9624 6449 0,'0'0'15,"0"0"-15,0 0 0,0 0 0,0 0 0,0 0 16,0 0-16,0 0 0,0 0 0,0 0 0,0 0 0,0 0 16,0 0-16,0 0 0,0 25 0,0-25 0,-25 0 0,25 0 15,0 25-15,0-25 0,0 25 0,0-25 0,0 0 16,0 24-16,0-24 0,0 25 0,0-25 0,0 25 15,0-25-15,0 0 0,-24 25 0,24-25 0,0 0 0,0 25 16,0-25-16,0 0 0,0 0 0,0 0 0,0 0 16,0 0-16,0 0 0,0 0 0,0 0 0,0 0 0,0 0 15</inkml:trace>
  <inkml:trace contextRef="#ctx0" brushRef="#br0" timeOffset="111171.3586">9897 6127 0,'0'-25'0,"0"25"0,0 0 0,0 0 0,0 0 0,0 0 15,0 0-15,0-25 0,0 25 0,0 0 0,0 0 16,25 0-16,-25 0 0,0 0 0,0 0 0,25 0 16,-25 0-16,0 0 0,0 0 0,24 0 0,-24 0 0,0 0 15,25 0-15,-25 0 0,0 0 0,0 0 0,0 25 16,0-25-16,0 0 0,0 25 0,0-25 0,0 0 0,0 25 15,0-25-15,0 24 0,-25-24 0,25 25 0,0-25 16,0 0-16,-24 25 0,24-25 0,0 25 0,-25-25 16,25 0-16,0 25 0,0-25 0,0 0 0,-25 24 0,25-24 15,0 0-15,0 0 0,0 0 0,0 25 0,0-25 16,0 0-16,0 0 0,0 0 0,0 0 0,0 0 0,0 0 15,0 0-15,0 25 0,0-25 0,25 0 0,-25 0 16,0 0-16,0 0 0,0 0 0,25 0 0,-25 25 16,0-25-16,24 0 0,-24 0 0,0 0 0,0 25 0,25-25 15,-25 0-15,0 0 0,0 24 0,0-24 141,0 75-141,0-75 0,-25 25 0,25-25 0,0 0 0,0 0 0,-24 0 0,24 0 0,0 0 0,0 0 0,-25 0 0,25 0 0,0 0 15,0 0-15,0 0 0,-25 0 0,25 0 0,0 0 0,0 0 0,0 0 0,0 0 0,0 0 0,25-25 0,-25 25 0,0 0 0,0 0 0,0 0 0</inkml:trace>
  <inkml:trace contextRef="#ctx0" brushRef="#br0" timeOffset="111371.37">10319 6449 0,'0'0'0,"0"0"16,0 0-16,0 0 0,0 0 0,0 0 0,0 0 0,0 0 15,0 0-15,0 0 0,0 0 0,0 0 0,0 0 16,0 25-16,0-25 0,0 0 0,0 0 0,0 25 0,0-25 16,-25 0-16,25 0 0,0 25 0,0-25 0,0 0 15,0 24-15,-25-24 0,25 25 0,0-25 0,0 0 16,0 25-16,0-25 0,0 0 0,0 0 0,-25 25 0,25-25 15,0 0-15,0 0 0,0 0 0,0 0 0,0 0 16,0 0-16,0 0 0,0 0 0</inkml:trace>
  <inkml:trace contextRef="#ctx0" brushRef="#br0" timeOffset="112086.4107">10740 6127 0,'0'0'0,"0"0"0,0 0 16,0 0-16,0-25 0,0 25 0,0 0 0,0 0 15,0 0-15,0 0 0,0 0 0,0 0 0,0 0 16,0 0-16,0 0 0,0 0 0,0 0 0,0 0 0,0 0 15,0 0-15,0 0 0,0 25 0,0-25 0,0 0 16,0 0-16,0 0 0,0 0 0,0 0 0,0 0 0,0 0 16,0 0-16,0 25 0,0-25 0,0 0 0,0 0 0,0 0 15,0 0-15,0 0 0,0 0 0,0 0 0,0 0 16,0 24-16,-24-24 0,24 0 0,0 0 0,0 0 15,0 0-15,0 25 0,0-25 0,0 0 0,0 0 0,0 0 16,0 25-16,0-25 0,-25 0 0,25 0 0,0 0 16,0 0-16,0 25 0,0-25 0,0 0 0,0 0 15,0 0-15,0 25 0,-25-25 0,25 0 0,0 0 0,0 24 16,0-24-16,0 0 0,0 0 0,-25 0 0,25 25 15,0-25-15,0 0 0,0 0 0,0 0 0,0 25 16,0-25-16,0 0 0,-25 0 0,25 0 0,0 0 0,0 25 16,0-25-16,0 0 0,0 0 0,0 0 0,0 0 0,0 0 15,0 0-15,0 0 0,0 0 0,0 0 0,0 0 16,0 0-16,0 0 0,0 0 0,0 0 0,0 0 15,0 0-15,0 0 0,0 0 0,0 0 0,0 0 0,0 0 16,25 0-16,-25 0 0,0 0 0,0 0 0,0 0 16,0 0-16,25 0 0,-25 0 0,0 0 0,0 0 0,25 0 15,-25 0-15,0 0 0,0 0 0,25 0 0,-25 0 16,0 0-16,24 0 0,-24 0 0,0 0 0,0 0 15,25 0-15,-25 0 0,0 0 0,0 0 0,25 0 0,-25 0 16,0 0-16,0 0 0,25 0 0,-25 0 0,0 0 16,0 0-16,0 0 0,25 0 0,-25 0 0,0 0 0,0 0 15,0 0-15,0 0 0,0 0 0,0 0 0,0 0 16,0 0-16,0 0 0,0 0 0,0 0 0,0 0 15,0 0-15,0 0 0,0 0 0,0 0 0,0 0 0,0-25 16,0 25-16,0 0 0,0 0 0,0 0 0,0 0 16,0 0-16,24-25 0</inkml:trace>
  <inkml:trace contextRef="#ctx0" brushRef="#br0" timeOffset="112381.4278">10840 6152 0,'0'0'0,"0"0"0,-25 0 16,25 0-16,0 0 0,0-25 0,0 25 0,0 0 15,0 0-15,0 25 0,0-25 0,0 0 0,0 0 0,0 0 16,0 0-16,0 24 0,0-24 0,0 0 0,0 25 16,0-25-16,0 25 0,0-25 0,0 25 0,0-25 0,0 25 15,0-25-15,0 24 0,0-24 0,0 0 0,0 25 16,0-25-16,0 25 0,0-25 0,0 25 0,0-25 15,-25 0-15,25 25 0,0-25 0,0 24 0,0-24 0,0 25 16,0-25-16,0 0 0,0 25 0,0-25 0,0 0 16,0 0-16,0 25 0,0-25 0,0 0 0,-25 0 0,25 0 15,0 0-15,0 0 0,0 0 0,0 25 0,0-25 16,0 0-16,0 0 0,0 0 0,0 0 0,0 0 0,0-25 15,0 25-15,0 0 0,25 0 0,-25 0 0,0 0 16,0-25-16</inkml:trace>
  <inkml:trace contextRef="#ctx0" brushRef="#br0" timeOffset="112755.4492">11088 5879 0,'0'0'15,"0"25"-15,0-25 0,0 0 0,24 0 0,-24 0 16,0 0-16,0 24 0,25-24 0,-25 0 0,0 25 0,0-25 15,25 25-15,-25-25 0,0 0 0,25 25 0,-25-25 16,0 25-16,0-1 0,25-24 0,-25 25 0,0 0 16,0-25-16,25 25 0,-25 0 0,0-25 0,0 24 0,0 1 15,0 0-15,0-25 0,0 25 0,0 0 0,0-25 16,0 24-16,0 1 0,0-25 0,0 25 0,0-25 0,0 25 15,-25 0-15,25-25 0,0 24 0,0-24 0,-25 0 16,25 25-16,0-25 0,-25 25 0,25-25 0,0 0 0,-25 25 16,25-25-16,0 0 0,-25 25 0,25-25 0,0 0 15,-24 0-15,24 24 0,-25-24 0,25 0 0,0 0 16,0 0-16,-25 0 0,25 0 0,0 0 0,0 0 0,0 25 15,0-25-15</inkml:trace>
  <inkml:trace contextRef="#ctx0" brushRef="#br0" timeOffset="113137.4711">11460 6276 0,'0'0'15,"0"0"-15,0 0 0,0 0 0,0 0 0,0 0 16,25 0-16,-25 0 0,0 0 0,0 0 0,0 0 0,0 0 15,0 0-15,24 0 0,-24 0 0,0 0 0,25 0 16,-25 0-16,0 0 0,25 0 0,-25 0 0,25 0 16,-25 0-16,25 0 0,-25 0 0,0 0 0,24 0 0,-24 0 15,0 0-15,25 0 0,-25 0 0,0 0 0,0 0 16,25 0-16,-25 0 0,0 0 0,0 0 0</inkml:trace>
  <inkml:trace contextRef="#ctx0" brushRef="#br0" timeOffset="113335.4824">11609 6176 0,'0'25'16,"0"-25"-16,0 0 0,0 0 0,0 0 0,0 25 16,0-25-16,0 0 0,0 0 0,0 25 0,0-25 0,0 25 15,-25-25-15,25 24 0,0-24 0,0 25 0,0-25 16,0 25-16,0-25 0,0 25 0,0-25 0,0 25 15,0-25-15,0 24 0,0-24 0,0 25 0,0-25 0,0 25 16,0-25-16,-25 25 0,25-25 0,0 0 0,0 25 0,0-25 16,0 0-16</inkml:trace>
  <inkml:trace contextRef="#ctx0" brushRef="#br0" timeOffset="113815.5098">12179 6251 0,'0'0'0,"-25"0"0,25-25 0,0 25 0,0 0 0,0 0 16,0-25-16,0 25 0,-25 0 0,25 0 0,0 0 0,0 0 16,0 0-16,-24 0 0,24 0 0,0 0 0,0 0 15,0 0-15,0 0 0,-25 0 0,25 0 0,0 25 16,0-25-16,0 0 0,-25 0 0,25 25 0,0-25 0,0 0 15,0 25-15,-25-25 0,25 24 0,0-24 0,0 25 16,0-25-16,0 25 0,0-25 0,0 25 0,0-25 0,-25 25 16,25-25-16,0 24 0,0-24 0,0 25 0,0-25 15,0 25-15,0-25 0,25 0 0,-25 25 78,0-25-78,0 25 0,0-25 0,0 0 0,25 0 0,-25 24 0,0-24 0,0 0 0,25 0 0,-25 25 0,0-25 0,25 0 0,-25 0 0,24 0 0,-24 0 0,0 0 0,25 0 0,-25 0 0,25 0 0,-25 0 0,25 0 0</inkml:trace>
  <inkml:trace contextRef="#ctx0" brushRef="#br0" timeOffset="114192.5314">12278 6598 0,'0'0'0,"0"0"0,0 0 0,0 0 15,0 0-15,-24 0 0,24-25 0,0 25 0,0 0 0,0 0 16,0 0-16,0 0 0,0 0 0,0 0 0,0 0 15,24 0-15,-24 0 0,0 0 0,0 0 0,0-25 16,0 25-16,0 0 0,0 0 0,25 0 0,-25 0 0,0 0 16,0 0-16,0 0 0,0 0 0,0 0 0,0 0 15,0 0-15,0 0 0,0 0 0,25 0 0,-25 0 0,0 0 16,0 25-16,0-25 0,0 0 0,0 0 0,0 0 15,0 0-15,0 25 0,0-25 0,0 0 0,0 0 0,0 25 16,0-25-16,-25 0 0,25 0 0,0 25 0,0-25 16,0 0-16,-25 0 0,25 24 0,0-24 0,-24 0 15,24 0-15,0 25 0,0-25 0,-25 0 0,25 0 0,0 25 16,0-25-16,0 0 0,0 0 0,-25 0 0,25 0 15,0 0-15,0 25 0,0-25 0,0 0 0,0 0 16,0 0-16,0 0 0,0 0 0,0 0 0,0 0 0,25 0 16,-25 0-16,0 0 0,0 0 0,0 0 0,25 0 15,-25 0-15,0 0 0,24 0 0,-24 0 0,25 0 0,-25 0 16,25 0-16,-25 0 0,25 0 0,-25 0 0,25 0 15,-25 0-15,24 0 0,-24 0 0,0 0 0,25 0 0,-25 0 16,25 0-16,-25 0 0,25-25 0,-25 25 0,0 0 16,0 0-16,25 0 0</inkml:trace>
  <inkml:trace contextRef="#ctx0" brushRef="#br0" timeOffset="114659.5581">12824 5978 0,'0'0'0,"-25"-25"0,25 25 0,0 0 0,0 0 16,0 0-16,0 0 0,0 0 0,0 0 0,0 0 15,-25 0-15,25 0 0,0 0 0,0 25 0,0-25 0,0 0 16,-24 0-16,24 25 0,0-25 0,0 0 0,0 25 0,-25-25 15,25 24-15,0-24 0,0 25 0,0 0 0,0-25 16,-25 25-16,25 0 0,0-1 0,0-24 0,0 25 16,0 0-16,0 0 0,0 0 0,0-25 0,0 24 0,0 1 15,0 0-15,0-25 0,0 25 0,0 0 0,0-25 16,0 24-16,0 1 0,25-25 0,-25 25 0,0-25 0,0 25 15,25-25-15,-25 25 0,24-25 0,-24 0 0,25 24 16,-25-24-16,25 0 0,-25 0 0,25 25 0,0-25 0,-25 0 16,24 0-16</inkml:trace>
  <inkml:trace contextRef="#ctx0" brushRef="#br0" timeOffset="116004.6351">13072 6152 0,'0'0'0,"0"0"0,0 0 0,0 0 0,0 0 15,0 0-15,0 0 0,0 0 0,0 0 0,0 0 16,0 0-16,0 0 0,0 0 0,0 0 0,0 0 0,-25 0 15,25-25-15,0 25 0,0 0 0,0 25 0,0-25 16,0 0-16,0 0 0,0 0 0,-25 0 0,25 0 0,0 24 16,0-24-16,0 0 0,-24 25 0,24-25 0,0 0 15,0 25-15,0-25 0,-25 25 0,25-25 0,0 25 16,0-25-16,0 24 0,-25-24 0,25 25 0,0-25 0,0 25 15,0 0-15,0-25 0,0 0 0,0 25 0,0-25 16,0 24-16,0-24 0,0 25 0,25-25 0,-25 0 16,0 0-16,0 25 0,0-25 0,0 0 0,25 0 0,-25 25 15,0-25-15,0 0 0,24 0 0,-24 0 0,0 0 16,0 0-16,25 0 0,-25 0 0,0 0 0,25 0 0,-25 0 15,25-25-15,-25 25 0,0 0 0,25 0 0,-25-25 16,0 25-16,24 0 0,-24-25 0,25 25 0,-25 0 0,0-24 16,0 24-16,25-25 0,-25 25 0,0-25 0,0 25 15,25-25-15,-25 25 0,0-25 0,0 25 0,0-24 0,0-1 16,0 25-16,0-25 0,0 25 0,0-25 0,0 0 15,0 25-15,0-24 0,0 24 0,0-25 0,0 25 16,0 0-16,0-25 0,0 25 0,0 0 0,-25 0 0,25-25 16,0 25-16,0 0 0,0 0 0,0 0 0,0 0 15,0 0-15,0 0 0,-25 0 0,25 0 0,0 0 16,0 0-16,0 0 0,0 0 0,0 0 0,-25 0 0,25 0 15,0 0-15,0 25 0,0-25 0,0 0 0,0 0 16,-24 0-16,24 25 0,0-25 0,0 0 0,0 0 0,0 25 16,0-25-16,0 0 0,0 0 0,0 24 0,0-24 15,0 0-15,24 0 0,-24 25 0</inkml:trace>
  <inkml:trace contextRef="#ctx0" brushRef="#br0" timeOffset="116280.6508">13494 6449 0,'0'0'0,"0"0"0,0 0 0,0 0 0,0 25 0,0-25 16,0 0-16,0 0 0,0 0 0,0 0 0,0 25 15,-25-25-15,25 0 0,0 0 0,0 25 0,0-25 16,0 0-16,0 24 0,0-24 0,0 0 0,-25 25 0,25-25 16,0 25-16,0-25 0,0 25 0,0-25 0,0 0 15,-25 25-15,25-25 0,0 24 0,0-24 0,0 0 0,0 25 16,-24-25-16,24 0 0,0 25 0,0-25 0,0 0 15,0 0-15,0 0 0,0 0 0,0 0 0,0 0 0,0 0 16,0 0-16</inkml:trace>
  <inkml:trace contextRef="#ctx0" brushRef="#br0" timeOffset="117191.703">13841 6176 0,'0'0'0,"0"0"0,0 0 16,0 0-16,0 0 0,0 0 0,0 0 0,0 0 16,0 0-16,25-24 0,-25 24 0,0 0 0,0 0 15,0 0-15,0 0 0,0 0 0,0 0 0,0 0 0,0 0 16,25 0-16,-25 0 0,0 0 0,0 0 0,0 0 0,0 0 15,0 0-15,0 0 0,0 0 0,0 0 0,24-25 16,-24 25-16,0 0 0,0 0 0,0 0 0,0 0 0,0 0 16,0 25-16,25-25 0,-25 0 0,0 0 0,0 0 15,0 0-15,0 0 0,25 0 0,-25 24 0,0-24 16,0 0-16,0 0 0,0 25 0,0-25 0,0 0 0,0 0 15,0 25-15,0-25 0,0 25 0,0-25 0,0 0 16,0 25-16,0-25 0,0 24 0,-25-24 0,25 25 0,0-25 16,0 0-16,-25 25 0,25-25 0,-24 25 0,24-25 15,0 0-15,-25 25 0,25-25 0,-25 24 0,25-24 16,0 0-16,-25 25 0,25-25 0,0 0 0,-25 25 0,25-25 15,0 0-15,0 0 0,0 25 0,0-25 0,0 0 16,0 0-16,0 0 0,-24 0 0,24 0 0,24 25 0,-24-25 16,0 0-16,0 0 0,0 0 0,0 0 0,0 0 15,0 0-15,0 0 0,0 0 0,25 0 0,-25 0 16,0 0-16,25 0 0,-25 0 0,25 0 0,-25 0 0,0 0 15,25 0-15,-25 0 0,24 0 0,-24 0 0,0 0 16,25 0-16,-25 0 0,0 0 0,25 0 0,-25 0 0,0 0 16,25 0-16,-25 0 0,0 0 0,25 0 0,-25 0 15,0 0-15,24 0 0,-24 0 0,0 0 0,0 0 0,25 0 16,-25 0-16,0 0 0,0 0 0</inkml:trace>
  <inkml:trace contextRef="#ctx0" brushRef="#br0" timeOffset="117439.7171">14114 6548 0,'0'0'16,"0"0"-16,0 0 0,0 0 0,25 0 0,-25 0 15,0 0-15,0 0 0,0 0 0,0 0 0,0 0 0,0 0 16,0 0-16,0 25 0,0-25 0,0 0 0,0 0 15,0 0-15,0 25 0,0-25 0,0 0 0,0 25 16,0-25-16,0 0 0,-25 25 0,25-25 0,0 0 0,0 24 16,0-24-16,0 0 0,-25 25 0,25-25 0,0 0 15,0 25-15,0-25 0,0 0 0,0 0 0,0 0 0,0 25 16,-25-25-16,25 0 0,0 0 0,0 0 0,0 0 15,0 0-15,0 0 0,0 0 0</inkml:trace>
  <inkml:trace contextRef="#ctx0" brushRef="#br0" timeOffset="117961.747">14436 6449 0,'0'0'0,"25"0"0,-25-25 0,0 25 0,0 0 0,0 0 16,25-24-16,-25 24 0,0 0 0,0-25 0,25 25 15,-25 0-15,0-25 0,0 25 0,25-25 0,-25 25 0,0-25 16,0 25-16,0 0 0,24-24 0,-24 24 0,0-25 16,0 25-16,0 0 0,0-25 0,0 25 0,0 0 15,0 0-15,0-25 0,25 25 0,-25 0 0,0 0 0,0 0 16,0 0-16,0 0 0,0 0 0,0-25 0,0 25 15,0 0-15,0 0 0,0 0 0,0 0 0,0 0 0,0 0 16,0 0-16,0 0 0,0 0 0,0 0 0,0 0 16,0 0-16,0 0 0,0 0 0,0 25 0,0-25 15,0 0-15,0 25 0,0-25 0,0 0 0,0 25 0,0-25 16,0 25-16,0-25 0,0 24 0,0-24 0,0 25 15,0-25-15,-25 25 0,25-25 0,0 25 0,0-25 0,0 25 16,0-25-16,0 24 0,0-24 0,0 25 0,0-25 16,-24 75 93,24-75-109,0 0 0,0 24 0,0-24 0,-25 0 0,25 0 0,0 25 0,25-25 0,-25 0 0,0 0 0,0 0 0,0 0 0,0 0 0</inkml:trace>
  <inkml:trace contextRef="#ctx0" brushRef="#br0" timeOffset="118171.759">14808 6573 0,'0'0'0,"0"0"15,0 0-15,0 0 0,0 0 0,0 0 0,0 0 0,0 0 16,0 0-16,0 25 0,0-25 0,0 0 0,0 0 0,0 0 16,0 25-16,0-25 0,0 0 0,-24 25 0,24-25 15,0 0-15,0 24 0,0-24 0,0 0 0,-25 25 16,25-25-16,0 0 0,0 25 0,0-25 0,-25 0 0,25 0 15,0 25-15,0-25 0,0 0 0,-25 0 0,25 25 16,0-25-16,0 0 0,0 0 0,0 0 0,-25 0 0,25 0 16,0 0-16,0 0 0</inkml:trace>
  <inkml:trace contextRef="#ctx0" brushRef="#br0" timeOffset="119216.8188">15180 6127 0,'0'0'0,"0"0"0,0 0 0,25 0 16,-25 0-16,0-25 0,0 25 0,0 0 0,0 0 15,0 0-15,0 0 0,0 0 0,0 0 0,0 0 0,0 0 16,0 0-16,0 0 0,0 0 0,0 0 0,0 0 16,0 25-16,0-25 0,0 0 0,0 0 0,0 0 0,0 0 15,0 0-15,0 25 0,-25-25 0,25 0 0,0 24 16,0-24-16,0 0 0,-24 25 0,24-25 0,0 0 15,0 25-15,-25-25 0,25 0 0,0 25 0,-25-25 0,25 0 16,0 25-16,0-25 0,-25 0 0,25 0 0,0 24 0,0-24 16,-25 0-16,25 0 0,0 0 0,0 25 0,0-25 15,0 0-15,0 0 0,0 0 0,0 0 0,0 0 16,0 0-16,0 0 0,0 0 0,0 0 0,0 25 0,0-25 15,25 0-15,-25 0 0,0 0 0,0 0 0,25 0 16,-25 0-16,0 0 0,0 0 0,25 0 0,-25 0 0,0 0 16,25 0-16,-25 0 0,0 0 0,24 0 0,-24 0 15,0 0-15,25 0 0,-25 0 0,0 0 0,25 0 16,-25 0-16,0 0 0,25 0 0,-25 0 0,0 25 0,25-25 15,-25 0-15,0 0 0,0 0 0,24 0 0,-24 0 16,0 0-16,0 0 0,25 0 0,-25 0 0,0 0 0,0 0 16,0 0-16,0 0 0,25 0 0,-25 0 0,0 0 15,0 0-15,0 0 0,0 0 0,0-25 0,0 25 16,0 0-16,0 0 0,0 0 0</inkml:trace>
  <inkml:trace contextRef="#ctx0" brushRef="#br0" timeOffset="119460.8327">15429 6226 0,'0'0'0,"0"0"16,0 0-16,0 0 0,0 0 0,0 0 0,0 0 15,0 0-15,-25 0 0,25 25 0,0-25 0,0 0 16,0 0-16,0 0 0,0 25 0,0-25 0,0 0 0,-25 24 16,25-24-16,0 0 0,0 25 0,0-25 0,0 25 15,0-25-15,0 25 0,0-25 0,0 25 0,0-25 0,0 0 16,0 24-16,0-24 0,0 25 0,0-25 0,0 0 15,0 25-15,0-25 0,0 0 0,-25 25 0,25-25 0,0 0 16,0 25-16,0-25 0,0 0 0,0 0 0,0 24 16,0-24-16,0 0 0,0 0 0,0 0 0,0 0 15,0 0-15,0 0 0,0 0 0,0 0 0,0 0 0,0 0 16,0-24-16,0 24 0,0 0 0,0 0 0,25 0 15</inkml:trace>
  <inkml:trace contextRef="#ctx0" brushRef="#br0" timeOffset="119810.8528">15726 6003 0,'0'0'0,"0"0"16,0-25-16,0 25 0,0 0 0,0 0 0,0 0 0,0 0 16,0 0-16,25 0 0,-25 0 0,0 0 0,0 25 15,0-25-15,0 0 0,25 0 0,-25 0 0,0 25 0,0-25 16,25 0-16,-25 24 0,0-24 0,24 25 0,-24-25 15,0 25-15,0-25 0,0 25 0,25 0 0,-25-25 0,0 24 16,0 1-16,0-25 0,0 25 0,0 0 0,0-25 16,0 25-16,-25-1 0,25 1 0,0-25 0,0 25 15,0 0-15,-24-25 0,24 25 0,0-1 0,0-24 0,-25 25 16,25-25-16,0 25 0,-25-25 0,25 25 0,-25-25 15,25 0-15,-25 25 0,25-25 0,-24 24 0,24-24 0,-25 0 16,25 0-16,-25 25 0,25-25 0,0 0 0,-25 0 16,25 0-16,-25 0 0,25 0 0</inkml:trace>
  <inkml:trace contextRef="#ctx0" brushRef="#br0" timeOffset="120371.8848">16495 6424 0,'0'0'15,"0"0"-15,-25 0 0,25 0 0,0 0 0,0 0 16,0 0-16,25 0 0,-25 0 0,0 0 0,0 0 0,0 0 16,0 0-16,0-24 0,25 24 0,-25 0 0,0 0 15,25 0-15,-25 0 0,0 0 0,25 0 0,-25 0 0,24 0 16,-24 0-16,25 0 0,-25 0 0,25 0 0,-25 0 15,25 0-15,-25 24 0,25-24 0,-25 0 0,0 0 0,24 0 16,-24 0-16,0 0 0,0 0 0,0 0 0,25 0 16,-25 0-16,0 0 0,0 0 0,0 0 0,-25-24 15,25 24-15,0 0 0,0 0 0</inkml:trace>
  <inkml:trace contextRef="#ctx0" brushRef="#br0" timeOffset="120680.9024">16669 6300 0,'0'0'16,"0"0"-16,0 0 0,0 0 0,0 0 0,0 0 15,0 0-15,0 0 0,0 25 0,0-25 0,0 0 0,0 25 16,0-25-16,0 0 0,0 25 0,0-25 0,0 25 16,0-25-16,0 24 0,-25-24 0,25 25 0,0-25 0,0 25 15,0-25-15,0 25 0,0-25 0,0 25 0,0-1 16,0-24-16,0 0 0,0 25 0,0-25 0,0 25 15,0-25-15,0 25 0,0-25 0,0 0 0,0 0 0,0 25 16</inkml:trace>
  <inkml:trace contextRef="#ctx0" brushRef="#br0" timeOffset="121005.9211">17338 6201 0,'0'0'0,"0"0"16,0 0-16,0-25 0,0 25 0,0 0 0,0 0 0,0-24 16,0 24-16,-24 0 0,24 0 0,0-25 0,0 25 15,0 0-15,0 0 0,0 0 0,0 0 0,0 0 16,0-25-16,0 25 0,0 0 0,0 25 0,0-25 0,0 0 15,-25 0-15,25 0 0,0 0 0,0 25 0,-25-25 16,25 0-16,0 24 0,-25-24 0,25 25 0,0-25 0,-25 25 16,25-25-16,0 25 0,0 0 0,-24-25 0,24 24 15,0-24-15,0 25 0,0-25 0,0 25 0,0-25 16,0 25-16,0-25 0,0 25 0,0-25 0,0 0 15,0 24-15,0-24 0,0 0 0,0 25 0,0-25 0,24 0 16,-24 0-16,0 25 0,0-25 0,25 0 0,-25 0 0,0 0 16,25 0-16,-25 0 0,25 0 0,-25 0 0,25 0 15,-25 0-15,24 0 0,-24 0 0,25 0 0,-25 0 16,25 0-16</inkml:trace>
  <inkml:trace contextRef="#ctx0" brushRef="#br0" timeOffset="121559.9527">17562 6499 0,'0'0'16,"0"0"-16,0 0 0,0 0 0,0 0 0,0 0 0,0 0 16,0 0-16,0 0 0,0-25 0,0 25 0,0 0 15,0 0-15,25 0 0,-25 0 0,0 0 0,0 0 16,0 0-16,24 0 0,-24 0 0,0 0 0,0 0 0,0 0 15,0 0-15,25 0 0,-25 0 0,0 0 0,0 0 16,0 0-16,0 0 0,0 0 0,0 0 0,0 0 0,0 0 16,0 25-16,0-25 0,0 0 0,0 0 0,0 0 15,0 0-15,0 25 0,0-25 0,-25 0 0,25 0 0,0 24 16,0-24-16,0 0 0,-24 0 0,24 0 0,0 25 15,-25-25-15,25 0 0,0 0 0,0 25 0,-25-25 16,25 0-16,0 0 0,0 0 0,0 25 0,0-25 0,-25 0 16,25 0-16,0 0 0,0 0 0,0 0 0,0 0 15,0 0-15,0 0 0,25 0 0,-25 25 78,0-25-78,74 74 78,-74-74-78,0 0 0,0 0 0,0 0 0,0 25 0,0-25 0,0 0 0,0 0 0,-24 0 0,24 0 0,0 0 0,0 0 0,-25 0 0,25 0 0,0 0 0,0 0 0,-25 25 0,25-25 0,0 0 0,-25 0 0,25 0 0,0 0 0,-25 0 0,25 0 0,0 0 0,-25-25 0,25 25 0,0 0 0,0 0 0,0 0 0,0 0 0,0 0 0,0 0 0,0 0 0,0 0 0,0-25 0,0 25 16,0 0-16,25 0 0,-25 0 0</inkml:trace>
  <inkml:trace contextRef="#ctx0" brushRef="#br0" timeOffset="122362.9987">18331 5953 0,'0'0'0,"0"0"0,0 0 0,0 0 15,0 0-15,0-25 0,0 25 0,0 0 0,0 0 0,0 0 16,0 0-16,-25 0 0,25 0 0,0 0 0,0 0 16,0 0-16,0 0 0,0 0 0,0 0 0,0 0 15,0 0-15,0 0 0,0 0 0,0 0 0,0 0 0,0 0 16,0 0-16,0 0 0,0 25 0,0-25 0,-25 0 15,25 0-15,0 0 0,0 25 0,0-25 0,-25 0 0,25 25 16,0-25-16,-25 25 0,25-25 0,0 24 0,-24-24 16,24 25-16,0-25 0,-25 25 0,25-25 0,0 25 0,0-25 15,-25 25-15,25-1 0,0-24 0,0 25 0,0 0 16,0-25-16,-25 25 0,25 0 0,0-25 0,0 24 15,0-24-15,0 25 0,0 0 0,0-25 0,0 25 0,0 0 16,0-25-16,0 24 0,0-24 0,0 25 0,0 0 16,25-25-16,-25 25 0,0-25 0,0 25 0,0-1 0,0-24 15,25 25-15,-25-25 0,0 25 0,0-25 0,25 0 16,-25 25-16,0-25 0,24 25 0,-24-25 0,0 0 0,25 0 15,-25 24-15,0-24 0,25 0 0,-25 0 0,0 0 16</inkml:trace>
  <inkml:trace contextRef="#ctx0" brushRef="#br0" timeOffset="123765.0789">18777 6176 0,'0'0'0,"0"0"0,0 0 0,0 0 15,0 0-15,0 0 0,0 0 0,0 0 0,0 0 0,0 0 16,0 0-16,0 0 0,0 0 0,0 0 0,0 0 15,0 0-15,0 0 0,0 0 0,0 0 0,0 0 0,0 0 16,0 0-16,0 0 0,0 0 0,0 0 0,0 0 16,0 0-16,0 0 0,0 0 0,0 0 0,-25 0 0,25 0 15,0 0-15,0 0 0,0 0 0,-24 25 0,24-25 0,0 0 16,0 25 31,-100 49 31,100-49-78,-24-25 0,24 0 0,0 25 0,0-25 0,-25 0 0,25 25 0,0-25 0,0 0 0,0 0 0,-25 0 0,25 0 0,0 25 0,0-25 0,0 0 0,0 0 0,0 0 0,0 0 0,0 0 0,0 0 0,0 0 0,25 0 0,-25 0 0,0 0 0,0 0 0,0 0 0,0 0 0,25 0 0,-25 24 0,0-24 0,24 0 0,-24 0 0,0 0 0,25 0 0,-25 0 0,25-24 0,-25 24 15,0 0-15,25 0 0,-25 0 0,25 0 0,-25 0 0,0 0 16,24 0-16,-24 0 0,0 0 0,25 0 0,-25 0 15,0 0-15,25 0 0,-25 0 0,25 0 0,-25 0 16,0 0-16,0 0 0,25 0 0,-25 0 0,0 0 0,0 0 16,24 0-16,-24 0 0,0 0 0,0 0 0,0 0 15,0 0-15,0 0 0,0 0 0,0 0 0,0 0 0,0 0 16,0 0-16,0 0 0,0 0 0,0 0 0,25 0 15,-25 0-15,0 0 0,0 0 0,0-25 0,0 25 0</inkml:trace>
  <inkml:trace contextRef="#ctx0" brushRef="#br0" timeOffset="124099.098">18926 6152 0,'0'0'0,"0"0"0,0 0 0,0 0 16,-25 0-16,25 0 0,0 0 0,0 0 0,0 0 0,0 0 15,0 24-15,0-24 0,0 0 0,0 0 0,0 0 0,0 0 16,0 25-16,-25-25 0,25 0 0,0 0 0,0 25 16,0-25-16,0 25 0,0-25 0,0 0 0,0 25 15,0-25-15,0 24 0,-24-24 0,24 0 0,0 25 0,0-25 16,0 25-16,0-25 0,0 25 0,0-25 0,0 0 15,0 25-15,0-25 0,-25 24 0,25-24 0,0 25 0,0-25 16,0 25-16,0-25 0,0 0 0,0 25 0,-25-25 16,25 25-16,0-25 0,0 0 0,0 24 0,0-24 0,0 0 15,0 25-15,0-25 0,0 0 0,0 0 0,0 25 16,0-25-16,0 0 0,-25 0 0,25 0 0,0 0 15,0 0-15,0 0 0,0 0 0,0 0 0,0 0 0,0 0 16,0 0-16,0 0 0,0 0 0,0 0 0,0 0 16,0 0-16,25 0 0</inkml:trace>
  <inkml:trace contextRef="#ctx0" brushRef="#br0" timeOffset="124462.1188">19149 6449 0,'0'0'0,"0"-25"0,0 25 0,0 0 0,0 0 16,0 0-16,0 0 0,0 0 0,0 0 0,0 0 16,25 0-16,-25 0 0,0 0 0,0 25 0,0-25 0,0 0 15,0 0-15,0 0 0,0 0 0,25 0 0,-25 25 16,0-25-16,0 0 0,0 25 0,0-25 0,0 0 15,0 25-15,0-25 0,0 0 0,0 24 0,0-24 0,0 0 16,0 25-16,0-25 0,0 0 0,0 25 0,0-25 16,0 0-16,0 25 0,-25-25 0,25 0 0,0 0 0,0 25 15,-25-25-15,25 0 0,0 0 0,-25 0 0,25 0 16,0 24-16,0-24 0,0 0 0,-24 0 0,24 0 15,0 0-15,0 0 0,0 0 0,0-24 0</inkml:trace>
  <inkml:trace contextRef="#ctx0" brushRef="#br0" timeOffset="124935.1459">19472 6449 0,'0'0'0,"24"0"0,-24 0 0,0-25 0,0 25 0,0 0 15,0 0-15,25-24 0,-25 24 0,0 0 0,0-25 0,25 25 16,-25 0-16,25-25 0,-25 25 0,0-25 15,25 25-15,-25 0 0,0-25 0,25 25 0,-25-24 0,24 24 16,-24-25-16,0 25 0,0-25 0,25 25 0,-25-25 0,0 25 16,25-25-16,-25 25 0,0 0 0,0-24 0,0 24 15,0 0-15,0-25 0,0 25 0,25 0 0,-25 0 0,0 0 16,0 0-16,0 0 0,0 0 0,0 0 0,0-25 15,0 25-15,0 0 0,0 0 0,0 0 0,0 0 16,0 0-16,0 0 0,0 0 47,0 0-47,0 25 47,-25-25-47,25 0 0,0 0 0,0 25 0,0-25 0,0 0 0,0 24 0,0-24 0,0 25 0,0-25 0,0 25 0,0-25 0,-25 25 0,25-25 0,0 25 0,0-25 0,0 24 0,0-24 0,0 25 0,0-25 0,0 25 0,0-25 0,0 25 0,-25-25 0,25 25 0,0-25 0,0 0 0,0 24 0,0-24 0,0 0 0,0 25 0,0-25 0,0 0 15,0 25-15,0-25 0,0 0 0,0 0 0,0 0 0,0 0 16,0 0-16,0 0 0,0 0 0,0 0 0,0 0 15,0 0-15,0 0 0,0 0 0,0 0 0,0 25 0</inkml:trace>
  <inkml:trace contextRef="#ctx0" brushRef="#br0" timeOffset="125200.161">19844 6449 0,'0'0'0,"0"0"0,0 0 16,0 0-16,0 0 0,0 0 0,0 0 0,25 0 15,-25 0-15,0 0 0,0 0 0,0 0 0,0 0 16,0 0-16,0 0 0,0 0 0,0 25 0,0-25 0,0 0 16,0 0-16,0 25 0,0-25 0,0 0 0,0 25 15,0-25-15,0 0 0,-25 24 0,25-24 0,0 0 0,0 25 16,0-25-16,-25 0 0,25 25 0,0-25 0,-25 0 15,25 0-15,0 25 0,-25-25 0,25 0 0,0 0 0,-24 25 16,24-25-16,0 0 0,-25 0 0,25 0 0,0 0 16,0 0-16,0 0 0,0 0 0,0 0 0,0 0 15</inkml:trace>
  <inkml:trace contextRef="#ctx0" brushRef="#br0" timeOffset="125770.1936">20241 6424 0,'0'0'0,"0"-24"0,0 24 0,0 0 0,0 0 16,0 0-16,0 0 0,0 0 0,0 0 0,0-25 16,0 25-16,24 0 0,-24 0 0,0 0 0,0-25 0,0 25 15,0 0-15,25 0 0,-25-25 0,0 25 0,0 0 16,25 0-16,-25-25 0,0 25 0,0 0 0,25 0 15,-25-24-15,0 24 0,25 0 0,-25-25 0,0 25 0,0-25 16,0 25-16,24 0 0,-24-25 0,0 25 0,0-25 16,0 25-16,0 0 0,0-24 0,0 24 0,0 0 0,0 0 15,0-25-15,0 25 0,0 0 0,0 0 0,0 0 16,0 0-16,0 0 0,0 0 0,0 0 0,0 0 0,0 0 15,0 0-15,0 0 0,0 25 0,0-25 0,0 0 16,0 0-16,0 0 0,0 24 0,0-24 0,0 25 16,0-25-16,0 25 0,0-25 0,0 0 0,0 25 0,-24 0 15,24-25-15,0 24 0,0-24 0,0 25 0,0-25 16,0 25-16,0-25 0,-25 25 0,25-25 0,0 0 0,0 25 15,0-25-15,0 24 0,0-24 0,0 0 0,0 25 16,-25-25-16,25 0 0,0 25 0,0-25 0,0 0 16,0 0-16,0 25 0,0-25 0,0 0 0,0 0 0,0 0 15,0 0-15,25 0 0,-25 0 0,0 0 0,0 0 16,0 0-16,25 0 0,-25 0 0</inkml:trace>
  <inkml:trace contextRef="#ctx0" brushRef="#br0" timeOffset="126012.2075">20489 6499 0,'0'0'0,"0"0"16,0 0-16,0 0 0,0 0 0,0 0 0,0 0 0,0 0 16,0 0-16,0 0 0,0 0 0,0 0 0,0 0 15,0 0-15,0 0 0,24 0 0,-24 25 0,0-25 16,0 0-16,0 0 0,0 24 0,0-24 0,0 25 0,-24-25 15,24 25-15,0-25 0,0 0 0,0 25 0,0-25 0,0 25 16,-25-25-16,25 0 0,0 24 0,0-24 0,0 0 16,0 25-16,0-25 0,-25 0 0,25 25 0,0-25 15,0 0-15,0 0 0,0 25 0,0-25 0,-25 0 16,25 0-16,0 0 0,0 0 0,0 0 0,0 0 0,0 0 15</inkml:trace>
  <inkml:trace contextRef="#ctx0" brushRef="#br0" timeOffset="126716.2477">20836 6176 0,'0'0'0,"0"0"0,0-24 15,0 24-15,0 0 0,0 0 0,0 0 0,0-25 0,0 25 16,0 0-16,0 0 0,25 0 0,-25-25 0,0 25 16,0 0-16,0 0 0,25 0 0,-25 0 0,0 0 15,0 0-15,24-25 0,-24 25 0,0 0 0,0 0 16,25 0-16,-25 0 0,0 0 0,25 0 0,-25 0 0,0 0 15,0 0-15,0 0 0,0 0 0,25 25 0,-25-25 0,0 0 16,0 0-16,0 0 0,0 25 0,0-25 0,0 0 16,25 25-16,-25-25 0,-25 0 0,25 24 0,0-24 15,0 25-15,0-25 0,0 25 0,0-25 0,0 25 0,-25-25 16,25 25-16,0-25 0,-25 24 0,25-24 0,0 25 15,-25-25-15,25 25 0,-24-25 0,24 25 0,0-25 0,-25 25 78,25-25-78,-25 0 16,25 24-16,0-24 0,-25 25 0,25-25 0,-25 0 0,25 25 0,0-25 0,0 0 0,-24 25 0,24-25 0,0 0 0,0 25 0,0-25 0,-25 0 0,25 0 0,0 0 0,0 0 0,0 0 0,0 24 0,0-24 0,0 0 0,0 0 0,0 0 0,0 0 0,0 0 0,0 0 0,0 0 0,0 0 0,25 0 0,-25 0 16,0 0-16,0 0 0,0 0 0,0 0 0,24 0 15,-24 0-15,0 0 0,25 0 0,-25 0 0,0 0 0,25 0 16,-25 25-16,25-25 0,-25 0 0,25 0 0,-25 0 15,0 0-15,24 0 0,-24 0 0,25 0 0,-25 0 0,0 0 16,25 0-16,-25 0 0,25 0 0,-25 0 0,0 0 16,0 0-16,25 0 0,-25 0 0,0 0 0,0 0 0,0 0 15,0 0-15,24 0 0,-24 0 0,0 0 16,0 0-16,0-25 0,0 25 0,0 0 0,0 0 0,25 0 15,-25 0-15</inkml:trace>
  <inkml:trace contextRef="#ctx0" brushRef="#br0" timeOffset="127120.2708">21258 5978 0,'0'0'0,"0"0"0,0 0 0,0 0 0,24 0 15,-24 0-15,0 0 0,0-25 0,0 25 0,0 0 16,0 0-16,0 0 0,0 25 0,0-25 0,0 0 0,0 0 15,0 0-15,0 0 0,25 25 0,-25-25 0,0 0 16,0 25-16,0-25 0,0 24 0,25-24 0,-25 25 16,0 0-16,0-25 0,0 25 0,0 0 0,0-1 0,0 1 15,0 0-15,0-25 0,0 25 0,25 0 0,-25-1 16,0 1-16,0 0 0,0-25 0,-25 25 0,25 0 0,0-1 15,0-24-15,0 25 0,0 0 0,-25-25 0,25 25 16,0 0-16,-25-25 0,25 24 0,0-24 0,-24 25 16,24-25-16,-25 25 0,0-25 0,25 25 0,-25-25 0,25 25 15,-25-25-15,1 24 0,24-24 0,-25 0 0,0 0 16,25 25-16,-25-25 0,25 0 0,-25 0 0,25 25 0,0-25 15,-24 0-15,24 0 0,0 0 0,0 0 0,0 0 16</inkml:trace>
  <inkml:trace contextRef="#ctx0" brushRef="#br0" timeOffset="127675.3026">22027 6276 0,'0'0'0,"0"0"16,0 0-16,0 0 0,0 0 0,24 0 0,-24 0 15,0 0-15,0-25 0,0 25 0,0 0 0,25 0 0,-25 0 16,0 0-16,25 0 0,-25 0 0,25 0 0,-25 0 16,25 0-16,-25 0 0,24 0 0,-24 0 0,25 0 0,-25 0 15,25 0-15,-25 0 0,25 0 0,-25 25 0,0-25 16,25 0-16,-25 0 0,24 0 0,-24 0 0,0 0 15,0 0-15,25 0 0,-25 0 0,0 0 0,0-25 0,0 25 16,0 0-16,0 0 0,0 0 0</inkml:trace>
  <inkml:trace contextRef="#ctx0" brushRef="#br0" timeOffset="127881.3144">22275 6127 0,'0'0'0,"0"0"15,0 0-15,0 0 0,0 0 0,0 0 0,0 25 16,0-25-16,0 0 0,0 0 0,-25 0 0,25 24 0,0-24 15,0 0-15,0 25 0,0-25 0,0 25 0,0-25 16,0 25-16,0 0 0,0-25 0,0 24 0,-25-24 16,25 25-16,0-25 0,0 25 0,0 0 0,0-25 0,0 25 15,0-25-15,0 24 0,0-24 0,0 0 0,0 25 16,0-25-16,0 0 0,0 25 0,0-25 0,0 0 0</inkml:trace>
  <inkml:trace contextRef="#ctx0" brushRef="#br0" timeOffset="128541.3521">23366 6077 0,'0'-25'0,"0"25"16,0 0-16,0 0 0,0 0 0,0-24 0,0 24 0,0 0 15,-25 0-15,25 0 0,0 0 0,0-25 0,0 25 16,0 0-16,-25 0 0,25 0 0,0 0 0,0 0 16,0 0-16,-24 0 0,24 25 0,0-25 0,-25 0 0,25 0 15,-25 24-15,25-24 0,0 0 0,-25 25 0,25-25 16,-25 25-16,25 0 0,-24-25 0,24 25 0,0-1 15,-25 1-15,25-25 0,0 25 0,0-25 0,-25 25 0,25-25 16,0 25-16,0-25 0,0 24 0,0-24 0,-25 25 16,25-25-16,0 25 0,0-25 0,25 0 0,-25 25 0,0-25 15,0 0-15,0 25 0,0-25 0,25 0 0,-25 0 16,0 24-16,0-24 0,25 0 0,-25 0 0,24 0 0,-24 0 15,0 0-15,25 0 0,0 0 0,-25 0 0,25 0 16,-25 0-16,25 0 0,-25 0 0,0 0 0,24 0 16,-24-24-16</inkml:trace>
  <inkml:trace contextRef="#ctx0" brushRef="#br0" timeOffset="129025.3798">23416 6449 0,'0'0'0,"24"0"0,-24 0 16,0-25-16,0 25 0,0 0 0,0 0 0,0 0 16,0 0-16,25 0 0,-25 0 0,0 0 0,0 0 0,0 0 15,0 0-15,25 0 0,-25 0 0,0 0 0,0 0 16,25 0-16,-25 0 0,0 0 0,0 0 0,0 0 0,0 0 15,0 0-15,0 0 0,0 25 0,25-25 0,-25 0 16,0 0-16,-25 0 0,25 0 0,0 25 0,0-25 0,0 0 16,0 0-16,-25 0 0,25 25 0,0-25 0,0 0 15,-25 0-15,25 25 0,0-25 0,-25 0 0,25 24 16,0-24-16,-24 0 0,24 0 0,0 25 0,0-25 0,-25 0 15,25 0-15,0 0 0,0 0 0,0 0 0,0 0 16,0 0-16,0 25 0,0-25 0,0 0 0,0 0 16,0 0-16,0 0 0,0 0 0,25 0 0,-25 0 0,0 0 15,0 0-15,24 0 0,-24 0 0,0 0 0,0 0 16,25 0-16,-25 0 0,0 0 0,0 0 0,0 0 0,0 0 15,0 25-15,25-25 0,-25 0 0,0 0 0,0 0 16,0 0-16,0 0 0,0 0 0,0 25 0,0-25 16,0 0-16,0 0 0,-25 0 0,25 0 0,0 24 0,0-24 15,0 0-15,-25 0 0,25 0 0,0 0 0,0 25 16,0-25-16,-24 0 0,24 0 0,0 0 0,-25 0 0,25 0 15,0 0-15,0 0 0,-25 0 0,25 0 0,0 0 0,0 0 16,0 0-16,-25 0 0,25 0 0,0 0 0,0 0 16,0-25-16,0 25 0,0 0 0,0 0 0,25-24 15,-25 24-15</inkml:trace>
  <inkml:trace contextRef="#ctx0" brushRef="#br0" timeOffset="129458.4046">24135 5978 0,'0'0'0,"-25"0"0,25 0 0,0 0 16,0 0-16,0 0 0,-25 0 0,25 0 0,0 0 16,0 0-16,-24 0 0,24 0 0,0 0 0,0 0 15,-25 25-15,25-25 0,0 0 0,-25 25 0,25-25 0,0 0 16,-25 24-16,25 1 0,0-25 0,-25 25 0,25 0 15,0-25-15,-24 25 0,24-1 0,0 1 0,-25 0 0,25-25 16,0 25-16,0 0 0,-25-1 0,25 1 0,0-25 16,0 25-16,0 0 0,0 0 0,0-25 0,0 24 15,0 1-15,0 0 0,0-25 0,0 25 0,0 0 0,25-25 16,-25 24-16,25-24 0,-25 25 0,24-25 0,-24 25 15,25-25-15,-25 25 0,25-25 0,0 0 0,-25 0 0</inkml:trace>
  <inkml:trace contextRef="#ctx0" brushRef="#br0" timeOffset="131004.4924">23490 6499 0,'0'0'0,"0"0"0,0 0 15,0 0-15,0 0 0,0 0 0,0 0 0,0 0 16,0 0-16,0 0 0,0 0 0,0 0 0,0 0 0,0 0 16,0 0-16,0 0 0,0 0 0,0 0 0,0 0 0,0 0 15,0 25-15,0-25 0,0 0 0,0 0 0,0 0 16,0 0-16,0 0 0,0 0 0,0 0 0,0 0 15,0 0-15,0 0 0,0 0 0,0 0 0,0 0 0,0 0 16,0 0-16,0 0 0,0 0 0,0 0 0,0 0 16,0 0-16,0 0 0,0 0 0,0 0 0,0 0 0,0 0 15,0 0-15,0 0 0,0 0 0,-25 0 0,25 0 16,0 24-16,0-24 0,0 0 0,-25 0 0,25 0 15,0 0-15,-24 25 0,24-25 0,0 0 0,0 0 16,-25 25-16,25-25 0,0 25 0,-25-25 0,25 0 0,-25 25 16,25-25-16,0 24 0,-25-24 0,25 0 0,0 25 0,-24-25 15,24 25-15,-25-25 0,25 25 0,0-25 0,0 0 16,-25 25-16,25-25 0,0 24 0,0-24 0,0 0 15,0 0-15,-25 25 0,25-25 0,0 0 0,0 0 0,0 25 16,0-25-16,0 0 0,0 0 0,0 0 0,0 0 16,0 0-16,0 0 0,0 0 0,0 0 0,0 0 0,0 25 15,0-25-15,0 0 0,0 0 0,0 0 0,0 0 16,0 0-16,0 0 0,0 0 0,25 0 0,-25 0 0,0 0 15,0-25-15,0 25 0,25 0 0,-25 0 0,0 0 16,25 0-16,-25 0 0,0 0 0,24 0 0,-24 0 16,25 0-16,-25 0 0,0 0 0,25 0 0,-25 0 0,0 0 15,25 0-15,-25 0 0,0 0 0,25 0 0,-25 0 16,0 0-16,24 0 0,-24 0 0,0 0 0,25 0 15,-25 0-15,0 0 0,25 0 0,-25 0 0,0 0 0,25 0 16,-25 0-16,0 0 0,0 0 0,25 0 0,-25 0 16,0 0-16,0 25 0,24-25 0,-24 0 0,0 0 0,0 0 15,25 0-15,-25 0 0,0 0 0,0 0 0,0 0 16,0 0-16,25 0 0,-25 0 0,0 0 0,0 0 0,0 25 15,25-25-15,-25 0 0,0 0 0,0 0 0,25 0 16,-25 0-16,0 0 0,0 0 0,0 0 0,24 0 16,-24 0-16,0 0 0,0 0 0,0 0 0,0 0 0,25 0 15,-25 0-15,0 0 0,0 0 0,0 0 0,0 0 16,0 0-16,0-25 0,0 25 0,0 0 0,0 0 0,0-25 15</inkml:trace>
  <inkml:trace contextRef="#ctx0" brushRef="#br0" timeOffset="131265.5079">23738 6648 0,'0'0'0,"0"0"0,0 0 0,0 0 16,0 0-16,0 0 0,0 0 0,0 0 0,0 0 0,0 0 15,0 0-15,0 0 0,0 0 0,0 24 0,0-24 16,0 0-16,0 0 0,-25 25 0,25-25 0,0 25 0,0-25 15,0 0-15,0 25 0,0 0 0,-25-25 0,25 24 16,0-24-16,0 25 0,0 0 0,0-25 0,-24 25 0,24-25 16,0 25-16,0 0 0,0-25 0,0 24 0,-25 1 15,25-25-15,0 25 0,0 0 0,0-25 0,-25 25 16,25-25-16,0 24 0,0-24 0,0 25 0,0-25 0,-25 0 15,25 25-15,0-25 0,0 0 0,0 25 0,0-25 16,0 0-16,0 0 0,0 0 0,-25 0 0</inkml:trace>
  <inkml:trace contextRef="#ctx0" brushRef="#br0" timeOffset="133268.6225">24333 6375 0,'0'0'0,"0"0"0,0 0 0,0 0 16,0 0-16,0 0 0,0 0 0,0 0 0,0 0 0,0 0 16,0 0-16,0 0 0,0 0 0,0 0 0,0 0 15,0 0-15,0 0 0,0 0 0,0 0 0,0 0 0,0 0 16,0 0-16,0 0 0,0 0 0,0 0 0,0 0 15,0 0-15,0 0 0,0 0 0,0 0 0,0 0 16,0 0-16,0 0 0,0 0 0,0-25 0,0 25 0,0 0 16,25 0-16,-25 0 0,0 0 0,0-25 0,25 25 15,-25 0-15,0-25 0,25 25 0,-25 0 0,0-24 16,25 24-16,-25 0 0,0-25 0,24 25 0,-24-25 0,0 25 15,25-25-15,-25 25 0,0 0 0,0-25 0,25 25 16,-25-24-16,0 24 0,0-25 0,25 25 0,-25 0 0,0-25 16,0 25-16,0 0 0,0 0 0,0-25 0,0 25 0,0 0 15,0 0-15,0 0 0,0 0 0,0-25 0,0 25 16,0 0-16,0 0 0,0 0 0,0 0 0,0 25 15,0-25-15,0 0 0,0 0 0,0 0 0,0 25 0,0-25 16,0 0-16,0 25 0,0-25 0,0 25 0,-25-25 16,25 24-16,0-24 31,0 25-31,0 0 47,-50 74-1,50-99-46,0 25 0,0-25 0,0 25 0,0-25 0,0 0 0,0 0 0,0 25 0,0-25 0,0 0 0,0 0 0,0 0 0,0 24 0,0-24 0,0 0 0,0 0 0,0 0 0,0 0 0,0 0 0,0 0 0,0 0 0,0 0 0,0 0 0,0 0 0,0 0 0,0 0 0</inkml:trace>
  <inkml:trace contextRef="#ctx0" brushRef="#br0" timeOffset="133463.6337">24606 6400 0,'0'0'0,"0"0"0,0 0 0,0 0 15,0 0-15,0 0 0,0 0 0,0 0 0,0 0 16,0 0-16,0 0 0,0 0 0,0 0 0,0 0 16,0 24-16,0-24 0,0 0 0,0 0 0,0 25 0,-25-25 15,25 0-15,0 25 0,0-25 0,0 25 0,0-25 16,0 25-16,0-25 0,-24 24 0,24-24 0,0 25 0,0-25 15,0 0-15,-25 25 0,25-25 0,0 25 0,0-25 16,0 0-16,0 0 0,0 25 0,-25-25 0,25 0 16,0 0-16,0 0 0,0 0 0,0 0 0</inkml:trace>
  <inkml:trace contextRef="#ctx0" brushRef="#br0" timeOffset="134120.6712">25003 6152 0,'0'0'0,"0"0"0,0 0 16,0 0-16,0-25 0,0 25 0,0 0 0,0 0 0,0-25 15,0 25-15,0 0 0,0 0 0,0-25 0,0 25 16,25 0-16,-25 0 0,0 0 0,0-25 0,0 25 0,25 0 16,-25 0-16,0 0 0,0 0 0,25-24 0,-25 24 15,0 0-15,24 0 0,-24 0 0,0 0 0,25 0 16,-25 0-16,0 0 0,0 0 0,0 24 0,0-24 0,0 0 15,0 0-15,0 0 0,0 25 0,0-25 0,0 25 16,0-25-16,0 25 0,0-25 0,-25 25 0,25-25 16,0 24-16,0-24 0,-24 25 0,24-25 0,-25 0 0,25 25 15,0-25-15,-25 25 0,25-25 0,-25 0 0,25 25 16,0-25-16,-25 0 0,25 24 0,0-24 0,-24 0 0,24 0 15,0 25-15,0-25 0,0 0 0,-25 0 0,25 0 16,0 0-16,0 0 0,0 0 0,0 0 0,0 0 16,0 0-16,25 0 0,-25 0 0,0 0 0,0 0 0,24 0 15,-24 0-15,0 0 0,25 0 0,-25 0 0,0 0 16,25 0-16,-25 0 0,0 0 0,0 0 0,25 25 0,-25-25 15,0 0-15,0 0 0,0 0 0,25 25 0,-25-25 16,0 0-16,0 0 0,0 25 0,0-25 0,0 0 0,0 24 16,0-24-16,0 0 0,0 0 0,0 25 0,-25-25 15,25 0-15,0 25 0,0-25 0,0 0 0,0 0 0,-25 0 16,25 25-16,0-25 0,0 0 0,-25 0 0,25 0 15,0 0-15,0 0 0,-25 0 0,25 0 0,0 0 16,0 0-16,0 0 0,-24 0 0,24 0 0,0 0 0,0 0 16,0 0-16,0 0 0,0 0 0,0 0 0,0 0 15,0 0-15,0-25 0,0 25 0,0 0 0,24 0 16,-24 0-16,0-25 0,0 25 0,25 0 0,-25 0 0</inkml:trace>
  <inkml:trace contextRef="#ctx0" brushRef="#br0" timeOffset="134322.6828">25226 6474 0,'0'0'0,"0"0"0,0 0 0,0 25 16,0-25-16,0 0 0,0 0 0,0 0 0,0 0 0,0 0 16,0 0-16,0 25 0,0-25 0,0 0 0,0 0 15,0 24-15,0-24 0,0 0 0,0 25 0,0-25 0,0 0 16,0 25-16,-24-25 0,24 25 0,0-25 0,0 0 15,0 25-15,0-25 0,0 0 0,-25 24 0,25-24 16,0 0-16,0 0 0,0 25 0,0-25 0,0 0 0,0 0 16,0 0-16,0 0 0,0 0 0,0 0 0</inkml:trace>
  <inkml:trace contextRef="#ctx0" brushRef="#br0" timeOffset="134858.7134">25797 6226 0,'0'0'0,"-25"-25"0,25 25 0,0 0 16,0-25-16,0 25 0,0 0 0,0-24 0,-25 24 0,25 0 16,0 0-16,0 0 0,0-25 0,-25 25 0,25 0 15,0 0-15,0 0 0,0 0 0,-24 0 0,24 0 0,0 0 16,0 25-16,0-25 0,0 0 0,-25 0 0,25 24 15,0-24-15,0 0 0,-25 25 0,25-25 0,0 0 0,-25 25 16,25-25-16,0 25 0,-25-25 0,25 25 0,0-1 16,-24-24-16,24 25 0,0 0 0,0-25 0,0 25 15,0-25-15,0 25 0,0-25 0,0 24 0,0-24 0,0 25 16,0-25-16,0 25 0,24-25 0,-24 0 0,0 25 15,0-25-15,25 0 0,-25 0 0,0 0 0,25 0 0,-25 0 16,0 0-16,25 0 0,-25 0 0,0 0 0,25 0 16,-25 0-16,0 0 0,24-25 0,-24 25 0,25 0 15,-25-25-15,25 25 0,-25 0 0,0-25 0,25 25 0,-25 0 16,25-24-16,-25 24 0,0-25 0,24 0 0,-24 25 15,0-25-15,0 25 0,0-25 0,0 1 0,25 24 0,-25-25 16,0 25-16,0-25 0,0 25 0,0-25 0,0 25 16,0 0-16,0-25 0,0 25 0,0 0 0,0 0 15,0 0-15,0 0 0,0 0 0,0 0 0,0 0 0,0 0 16,0 0-16,0 0 0,-25 0 0,25 0 0,0 0 0,0 0 15,0 0-15,0 25 0,0-25 0,-24 0 0,24 0 16,0 25-16,0-25 0,0 0 0,0 0 0,0 25 16,-25-25-16</inkml:trace>
  <inkml:trace contextRef="#ctx0" brushRef="#br0" timeOffset="135100.7273">26020 6524 0,'0'0'0,"0"0"16,0 0-16,0 0 0,0 0 0,0 0 0,0 0 0,0 0 15,0 0-15,0 0 0,0 0 0,0 0 0,0 0 16,0 0-16,0 0 0,-25 0 0,25 0 0,0 24 16,0-24-16,0 0 0,0 25 0,0-25 0,0 25 0,0-25 15,-24 25-15,24-25 0,0 25 0,0-25 0,-25 24 16,25-24-16,0 25 0,-25-25 0,25 25 0,0-25 0,0 25 15,0-25-15,-25 25 0,25-25 0,0 0 0,0 24 16,-25-24-16,25 0 0,0 0 0,0 0 0,0 25 16,0-25-16,0 0 0,0 0 0,0 0 0</inkml:trace>
  <inkml:trace contextRef="#ctx0" brushRef="#br0" timeOffset="135703.7618">26491 6077 0,'0'-25'0,"0"25"0,0 0 16,0 0-16,0-24 0,0 24 0,0 0 0,0 0 15,0 0-15,25-25 0,-25 25 0,0 0 0,0 0 0,0 0 16,25 0-16,-25 0 0,0 0 0,0 0 0,25 0 16,-25 0-16,0 0 0,25 0 0,-25 0 0,0 25 15,0-25-15,24 0 0,-24 0 0,0 0 0,0 24 0,25-24 16,-25 0-16,0 0 0,0 25 0,0-25 0,0 0 15,0 25-15,0-25 0,0 0 0,0 25 0,-25-25 0,25 25 16,0-25-16,0 24 0,-24-24 0,24 25 0,-25-25 16,25 25-16,0-25 0,-25 25 0,25-25 0,-25 25 0,25-25 15,-25 24-15,1-24 0,24 0 0,-25 25 0,25-25 16,0 25-16,-25-25 0,25 25 0,-25-25 0,25 0 15,-25 25-15,25-25 0,0 0 0,0 0 0,-24 24 0,24-24 16,0 0-16,0 0 0,0 0 0,0 25 0,0-25 16,0 0-16,0 0 0,0 0 0,24 0 0,-24 0 0,0 25 15,0-25-15,25 0 0,-25 0 0,0 0 0,0 0 16,25 0-16,-25 25 0,25-25 0,-25 0 0,25 0 0,-25 0 15,0 0-15,24 0 0,-24 0 0,25 0 0,-25 0 16,25 0-16,-25 0 0,25 0 0,-25 0 0,25-25 16,-25 25-16,24 0 0,-24 0 0,25-25 0,0 25 0,-25 0 15,25 0-15</inkml:trace>
  <inkml:trace contextRef="#ctx0" brushRef="#br0" timeOffset="136094.7841">27062 5928 0,'0'0'0,"0"0"0,0 0 0,0 25 0,0-25 0,0 0 16,25 0-16,-25 0 0,0 0 0,0 0 0,0 0 0,25 0 16,-25 25-16,0-25 0,0 0 0,24 25 0,-24-25 15,0 25-15,0-1 0,25-24 0,-25 25 0,0 0 16,0-25-16,0 25 0,0 0 0,25-1 0,-25 1 0,0-25 15,0 25-15,0 0 0,0 0 0,0-1 0,-25-24 16,25 25-16,0 0 0,0 0 0,0-25 0,-25 25 0,25-25 16,-24 24-16,24-24 0,0 25 0,-25-25 0,25 25 15,-25-25-15,25 25 0,-25-25 0,25 0 0,-25 25 0,0-25 16,25 0-16,-24 0 0,24 24 0,-25-24 0,0 0 15,25 0-15,0 25 0,-25-25 0,25 0 0,-25 0 16,25 0-16,0 0 0,-24 0 0,24 0 0,0 0 0,0 0 16,0 0-16,0 0 0,0 0 0,0 0 0,0 0 15,24 0-15,-24 0 0</inkml:trace>
  <inkml:trace contextRef="#ctx0" brushRef="#br0" timeOffset="136407.8021">27707 6325 0,'0'0'0,"0"0"16,0 0-16,0 0 0,0-25 0,0 25 0,25 0 0,-25 0 15,0 0-15,24 0 0,-24 0 0,0 0 0,25 0 16,0 0-16,-25 0 0,25 0 0,-25 0 0,25 25 0,-1-25 15,-24 0-15,25 0 0,-25 0 0,25 0 0,0 0 16,-25 25-16,25-25 0,-25 0 0,24 0 0,-24 0 0,0 0 16,0 0-16,25 25 0,-25-25 0,-25 0 0,25 0 15,0 0-15,0 0 0</inkml:trace>
  <inkml:trace contextRef="#ctx0" brushRef="#br0" timeOffset="136581.812">27608 6573 0,'0'0'0,"0"0"0,-25 0 0,25 0 0,0 0 0,25 0 16,-25 0-16,0 0 0,0 0 0,24 0 15,-24 0-15,0 0 0,25 0 0,-25 0 0,25 0 0,0 0 16,-25 25-16,25-25 0,-1 0 0,-24 0 0,25 0 0,0 0 16,-25 0-16,25 0 0,0 0 0,-1 0 0,-24 0 15,25 0-15,0 0 0,0 0 0,-25 0 0,25 0 16,-25 0-16,24 0 0,1 0 0</inkml:trace>
  <inkml:trace contextRef="#ctx0" brushRef="#br0" timeOffset="137151.8443">28798 6003 0,'0'0'0,"0"0"16,0 0-16,0 0 0,0-25 0,-25 25 0,25 0 15,0 0-15,0 0 0,0 0 0,0 0 0,0 0 0,0 0 16,-24-25-16,24 50 0,0-25 0,0 0 0,-25 0 16,25 0-16,0 0 0,-25 25 0,25-25 0,0 25 15,-25-25-15,25 24 0,0 1 0,-25-25 0,25 25 0,0 0 16,-24-25-16,24 25 0,0-1 0,-25 1 0,25-25 15,0 25-15,0 0 0,-25 0 0,25-1 0,0-24 0,-25 25 16,25 0-16,0-25 0,0 25 0,0 0 0,-25-25 16,25 24-16,0-24 0,0 25 0,0-25 0,0 25 15,0 0-15,0-25 0,0 0 0,0 25 0,0-25 0,0 0 16,0 24-16,25-24 0,-25 0 0,0 0 0,0 0 15,25 25-15,-25-25 0,0 0 0,25 0 0,-25 0 16,25 0-16</inkml:trace>
  <inkml:trace contextRef="#ctx0" brushRef="#br0" timeOffset="137641.8726">29146 6152 0,'0'0'0,"0"-25"0,0 25 0,0 0 0,0 0 16,0 0-16,0 0 0,-25 0 0,25 0 0,0 0 15,0 0-15,0 0 0,0 0 0,0 0 0,0 0 0,0 0 16,-25 0-16,25 0 0,0 0 0,0 0 0,0 25 16,-25-25-16,25 0 0,0 0 0,0 24 0,-25-24 0,25 25 15,0-25-15,-25 25 0,25-25 0,0 25 0,0-25 16,-24 25-16,24-25 0,0 24 0,0-24 0,-25 25 0,25-25 15,0 25-15,0-25 0,0 25 0,0-25 0,0 25 16,0-25-16,0 24 0,0-24 0,0 0 0,0 25 16,0-25-16,0 0 0,0 0 0,25 25 0,-25-25 0,0 0 15,0 0-15,24 0 0,-24 0 0,0 0 0,25 0 16,-25 0-16,25 0 0,-25 0 0,0-25 0,25 25 15,-25 0-15,25 0 0,-25-25 0,0 25 0,25 0 0,-25-24 16,0 24-16,0-25 0,24 25 0,-24-25 0,0 25 16,0-25-16,25 25 0,-25-25 0,0 25 0,0-24 0,0 24 15,0-25-15,0 25 0,0-25 0,0 25 0,0 0 16,0-25-16,0 25 0,0 0 0,0 0 0,0 0 0,0 0 15,0-25-15,0 25 0,0 25 0,0-25 0,0 0 16,0 0-16,0 0 0,0 0 0,0 0 0,0 0 16,0 0-16,0 0 0,0 0 0</inkml:trace>
  <inkml:trace contextRef="#ctx0" brushRef="#br0" timeOffset="137889.8862">29369 6350 0,'0'0'16,"0"0"-16,0 25 0,-25-25 0,25 0 0,0 0 16,0 0-16,0 0 0,0 25 0,0-25 0,0 0 0,0 24 15,0-24-15,0 0 0,0 25 0,-25-25 0,25 0 16,0 25-16,0-25 0,-25 25 0,25-25 0,0 25 15,0-25-15,0 24 0,-24-24 0,24 25 0,0-25 0,0 0 16,-25 25-16,25-25 0,0 0 0,0 25 0,0-25 0,0 0 16,-25 25-16,25-25 0,0 0 0,0 0 0,0 0 15,0 0-15,0 0 0</inkml:trace>
  <inkml:trace contextRef="#ctx0" brushRef="#br0" timeOffset="138422.9173">29840 6152 0,'0'0'0,"0"-25"0,0 25 0,0 0 0,0 0 0,0-25 16,0 25-16,-25 0 0,25 0 0,0 0 0,0 0 16,0 0-16,0 0 0,0 0 0,0 0 0,0 0 15,0 0-15,0 0 0,0 0 0,0 0 0,-25 25 0,25-25 16,0 0-16,-24 25 0,24-25 0,0 24 0,-25-24 15,25 25-15,0-25 0,-25 25 0,25-25 0,0 25 16,0 0-16,-25-25 0,25 24 0,0-24 0,0 25 0,-25-25 16,25 25-16,0-25 0,0 25 0,0-25 0,0 0 15,0 25-15,-24-25 0,24 0 0,24 24 0,-24-24 0,0 0 16,0 0-16,0 0 0,0 0 0,0 0 0,0 0 15,25 0-15,-25 0 0,0 0 0,25 0 0,-25 0 16,0 0-16,25 0 0,-25 0 0,25-24 0,-25 24 94,24 0-94,-24 0 0,0-25 0,25 25 0,-25 0 0,25-25 0,-25 25 31,25-50-31,-25 26 0,25 24 0,-25-25 0,0 0 0,0 25 0,24-25 0,-24 25 0,0-25 0,0 25 0,0-24 0,0 24 0,0 0 0,0-25 0,0 25 0,0 0 0,0 0 47,0-25-47,0 25 0,0 0 0,0 0 0,0 0 0,0 0 0,-24 0 0,24 0 0,0 0 0,0 0 0,0 0 0,0 25 0,0-25 0,-25 0 0,25 0 0,0 0 0,0 0 0,0 0 0,0 0 0</inkml:trace>
  <inkml:trace contextRef="#ctx0" brushRef="#br0" timeOffset="138610.9281">30014 6276 0,'0'0'0,"0"0"15,0 0-15,0 0 0,0 24 0,0-24 0,0 0 16,0 0-16,-25 25 0,25-25 0,0 0 0,0 25 15,0-25-15,-25 0 0,25 25 0,0-25 0,0 25 0,-25-25 16,25 24-16,0-24 0,0 25 0,-25-25 0,25 0 16,0 25-16,0-25 0,-24 0 0,24 25 0,0-25 15,0 0-15,-25 0 0,25 25 0,0-25 0,0 0 0,0 0 16,0 0-16,0 0 0,0 0 0</inkml:trace>
  <inkml:trace contextRef="#ctx0" brushRef="#br0" timeOffset="139154.9589">30535 5978 0,'0'0'0,"0"0"0,-25 0 15,25 0-15,0 0 0,0 0 0,-25 0 0,25 0 16,0 0-16,0 0 0,-25 0 0,25 25 0,0-25 0,-25 0 16,25 0-16,0 25 0,-24-25 0,24 0 0,0 24 15,-25-24-15,25 0 0,0 25 0,-25-25 0,25 25 0,0 0 16,0-25-16,-25 25 0,25-25 0,0 24 0,0 1 15,0-25-15,-25 25 0,25-25 0,0 25 0,0 0 0,0-25 16,0 24-16,0-24 0,0 25 0,0-25 0,0 0 16,0 25-16,0-25 0,0 0 0,0 25 0,25-25 15,-25 0-15,0 0 0,0 25 0,0-25 0,0 0 0,25 0 16,-25 0-16,0 0 0,0 0 0,25 0 0,-25 0 15,0 0-15,25 0 0,-25 0 0,0-25 0,24 25 0,-24 0 16,0 0-16,25-25 0,-25 25 0,0 0 0,25-25 16,-25 25-16,0-25 0,0 25 0,25-24 0,-25-1 0,0 25 15,0-25-15,0 0 0,25 25 0,-25-25 0,0 1 16,0 24-16,0-25 0,0 25 0,0 0 0,0-25 15,0 25-15,0 0 0,0 0 0,0-25 0,0 25 0,0 0 16,0 0-16,0 0 0,0 0 0,0 0 0,0 0 0,0 0 16,-25 0-16,25 0 0,0 0 0,0 25 0,-25-25 15,25 0-15,0 0 0,0 0 0,0 0 0,-25 0 16,25 25-16,0-25 0,0 0 0</inkml:trace>
  <inkml:trace contextRef="#ctx0" brushRef="#br0" timeOffset="139388.9726">30609 6350 0,'0'0'15,"0"0"-15,0 0 0,0 0 0,0 25 0,0-25 0,0 0 16,0 0-16,0 25 0,0-25 0,0 0 0,0 24 0,-25-24 15,25 0-15,0 25 0,0-25 0,0 25 0,-25-25 16,25 25-16,0 0 0,-24-25 0,24 24 0,0-24 0,-25 25 16,25-25-16,0 0 0,-25 25 0,25-25 0,0 0 15,0 25-15,-25-25 0,25 0 0,0 0 0,0 0 16,-25 0-16,25 0 0,0 0 0</inkml:trace>
  <inkml:trace contextRef="#ctx0" brushRef="#br0" timeOffset="139917.0028">31204 6102 0,'0'0'15,"-25"0"-15,25 0 0,0-25 0,0 25 0,0 0 16,0 0-16,0 0 0,0 0 0,0 0 0,0 0 0,-24 0 15,24 0-15,0 0 0,0 0 0,0 0 0,0 0 0,-25 0 16,25 25-16,0-25 0,-25 0 0,25 0 0,0 25 16,-25-25-16,25 25 0,-25-25 0,25 0 0,0 24 15,-24 1-15,24-25 0,-25 25 0,25-25 0,-25 25 0,25 0 16,0-25-16,-25 24 0,25-24 0,0 25 0,0-25 0,-25 25 15,25-25-15,0 25 0,0-25 0,0 25 0,0-25 16,0 24-16,0-24 0,0 25 0,0-25 0,0 0 16,0 25-16,0-25 0,0 0 0,25 0 0,-25 0 0,0 25 15,0-25-15,25 0 0,-25 0 0,25 0 0,-25 0 0,0 0 16,25 0-16,-25 0 0,24-25 0,-24 25 0,25 0 15,-25 0-15,25-25 0,-25 25 0,0 0 0,25-25 16,-25 25-16,0-24 0,25 24 0,-25-25 0,0 25 0,24-25 16,-24 0-16,0 25 0,0-25 0,25 1 0,-25 24 0,0-25 15,0 25-15,0-25 0,0 25 0,0-25 0,0 25 16,0 0-16,0 0 0,0-25 0,0 25 0,0 0 0,0 0 15,0 0-15,0 0 0,0 0 0,0 0 0,0 0 16,0 0-16,0 0 0,0 0 0,-25 0 0,25 0 0,0 25 16,0-25-16,0 0 0,0 0 0,0 0 0,0 0 15,0 0-15,0 0 0</inkml:trace>
  <inkml:trace contextRef="#ctx0" brushRef="#br0" timeOffset="140293.0243">31750 5904 0,'0'0'0,"0"0"0,0 0 0,0 0 0,0 0 16,0 24-16,0-24 0,0 0 0,0 0 0,0 0 0,0 0 15,0 25-15,0-25 0,0 0 0,0 25 0,0-25 16,0 0-16,0 25 0,0-25 0,0 25 0,0-25 0,-25 24 15,25 1-15,0-25 0,0 25 0,0 0 0,-25-25 16,25 25-16,0-1 0,0-24 0,0 25 0,-24 0 16,24-25-16,0 25 0,0 0 0,-25-1 0,25-24 0,-25 25 0,25 0 15,0-25-15,-25 25 0,25 0 0,-25-1 0,25-24 16,-24 25-16,24 0 0,-25-25 0,25 25 0,-25 0 0,0-1 15,25-24-15,-25 25 0,25 0 0,-24-25 0,-1 25 0,0-25 16,25 25-16,-25-25 0,0 0 0,1 24 0,24-24 16,-25 0-16,0 0 0</inkml:trace>
  <inkml:trace contextRef="#ctx0" brushRef="#br0" timeOffset="142555.1537">7689 7417 0,'0'0'0,"0"0"0,0 0 0,0-25 0,0 25 0,0 0 16,0 0-16,-24 0 0,24 0 0,0 0 0,0 0 16,0-25-16,0 25 0,0 0 0,0 0 0,0 0 0,0 0 15,0 0-15,0 0 0,0 0 0,0 0 0,0 0 16,0 0-16,0 0 0,0 0 0,0 0 0,0 0 0,0 0 15,0 0-15,0 0 0,0 0 0,0 0 0,0 0 16,-25 0-16,25 0 0,0 0 0,0 0 0,0 0 16,0 0-16,0 0 0,-25 0 0,25 25 0,0-25 0,-25 0 15,25 25-15,0-25 0,-25 0 0,25 24 0,-24-24 16,24 25-16,0-25 0,-25 25 0,25-25 0,-25 25 0,25 0 15,0-25-15,-25 24 0,25 1 0,0-25 0,-25 25 16,25 0-16,0 0 0,0-25 0,0 24 0,-24 1 0,24 0 16,0-25-16,0 25 0,0 0 0,0-1 0,0-24 15,0 25-15,0-25 0,24 25 0,-24 0 0,0-25 16,0 25-16,0-25 0,0 24 0,25-24 0,-25 25 0,0-25 15,0 25-15,25-25 0,-25 0 0,25 25 0,-25-25 16,25 0-16,-25 0 0,24 0 0,-24 0 0,25 0 16,-25 0-16,25 0 0,-25 0 0</inkml:trace>
  <inkml:trace contextRef="#ctx0" brushRef="#br0" timeOffset="143317.1972">8037 7541 0,'0'0'46,"0"0"-14,0 0-32,0 0 0,0 0 0,0 0 0,0-25 0,0 25 0,0 0 0,0 0 0,0 0 0,0 0 0,0 0 0,0 0 0,-25-25 0,25 25 0,0 0 0,0 0 0,0 0 0,0 0 0,0 0 0,0 0 0,0-25 0,0 25 0,0 0 0,0 0 0,0 0 0,0 0 15,0 0-15,-25 0 0,25 0 0,0 0 0,0 0 0,0 0 47,0 0-47,-25 0 0,25 0 0,0 0 0,0 0 0,-25 0 0,25 0 0,0 0 0,-24 0 0,24 0 0,0 25 0,-25-25 0,25 0 0,-25 0 0,25 0 0,0 25 16,-25-25-16,25 0 0,-25 25 0,25-25 0,0 24 0,-24-24 15,24 25-15,0-25 0,0 25 0,-25-25 0,25 25 16,0 0-16,0-25 0,0 24 0,0-24 0,0 25 15,0 0-15,0-25 0,0 25 0,0-25 0,0 25 0,0-25 16,0 24-16,0-24 0,0 0 0,25 25 0,-25-25 16,0 0-16,0 25 0,24-25 0,-24 0 0,0 0 0,25 25 15,-25-25-15,25 0 0,-25 0 0,25 0 0,-25 0 16,25 0-16,-25 0 0,24 0 0,-24 0 0,25 0 15,-25-25-15,0 25 0,25 0 0,-25 0 0,0 0 0,25 0 16,-25-25-16,0 25 0</inkml:trace>
  <inkml:trace contextRef="#ctx0" brushRef="#br0" timeOffset="143704.2194">8012 7913 0,'0'0'0,"0"0"0,0 0 0,0 0 16,0 0-16,0 0 0,0 0 0,0 0 0,0 0 0,0 0 15,0 0-15,0 0 0,0 0 0,25 0 0,-25 0 16,0 0-16,0-25 0,0 25 0,25 0 0,-25 0 16,0-25-16,0 25 0,24 0 0,-24-25 0,0 25 0,0 0 15,0-25-15,25 25 0,-25 0 0,0-24 0,0 24 16,0 0-16,0-25 0,0 25 0,0 0 0,25 0 0,-25-25 15,0 25-15,0 0 0,0 0 0,0-25 0,0 25 16,0 0-16,0 0 0,0 0 0,0-25 0,0 25 0,0 0 16,0 0-16,0 0 0,0 0 0,0 0 0,0 0 15,0 0-15,0 0 0,0 0 0,0 0 0,0 25 16,0-25-16,0 0 0,0 0 0,0 0 0,0 25 0,0-25 15,0 25-15,0-25 0,0 0 0,-25 25 0,25-25 16,0 24-16,0-24 0,0 25 0,0-25 0,0 25 16,0-25-16,0 25 0,0-25 0,0 25 0,0-25 0,0 24 15,0-24-15,0 25 0,0-25 0,0 0 0,0 25 16,0-25-16,0 0 0,0 25 0,0-25 0,0 0 0,0 0 15,0 0-15,0 0 0,0 0 0,0 0 0,0 0 16,0 0-16</inkml:trace>
  <inkml:trace contextRef="#ctx0" brushRef="#br0" timeOffset="143941.2329">8310 7913 0,'0'0'0,"0"0"0,0 0 15,0 0-15,0 0 0,0 0 0,0 0 0,0 0 16,0 0-16,0 24 0,0-24 0,0 0 0,0 0 0,0 0 16,0 25-16,0-25 0,0 0 0,0 25 0,-25-25 15,25 25-15,0-25 0,0 0 0,0 25 0,0-25 16,0 25-16,0-25 0,0 24 0,-25-24 0,25 0 0,0 25 15,0-25-15,0 0 0,0 0 0,-25 25 0,25-25 0,0 0 16,0 0-16</inkml:trace>
  <inkml:trace contextRef="#ctx0" brushRef="#br0" timeOffset="144523.2662">8657 7615 0,'0'0'0,"0"0"0,0 0 16,0 0-16,0 0 0,0 0 0,0-25 0,0 25 15,0 0-15,0 0 0,0 0 0,0 0 0,0 0 0,0-25 16,25 25-16,-25 0 0,0 0 0,0 0 0,24 0 15,-24 0-15,0 0 0,25 0 0,-25-24 0,0 24 0,0 0 16,25 0-16,-25 24 0,0-24 0,0 0 0,0 0 16,0 0-16,0 0 0,0 25 0,0-25 0,0 0 0,0 25 15,0-25-15,0 25 0,0-25 0,0 25 0,0-25 16,0 24-16,0-24 0,0 25 0,-25-25 0,25 25 15,0-25-15,0 25 0,0-25 0,-25 25 0,25-25 0,0 24 16,-24-24-16,24 25 0,0-25 0,0 25 0,0-25 16,-25 25-16,25-25 0,0 0 0,0 25 0,0-25 0,0 24 15,-25-24-15,25 0 0,0 0 0,0 25 0,0-25 16,0 0-16,0 0 0,0 0 0,0 25 0,0-25 15,25 0-15,-25 0 0,0 0 0,0 0 0,0 0 0,25 0 16,-25 0-16,0 0 0,24 0 0,-24 0 0,25-25 16,-25 25-16,0 0 0,25 0 0,-25 0 0,25 0 0,-25-25 15,25 25-15,-25 0 0,24 0 0</inkml:trace>
  <inkml:trace contextRef="#ctx0" brushRef="#br0" timeOffset="144858.2854">9079 7665 0,'0'0'0,"0"-25"0,0 25 0,0 0 0,0-25 0,-25 25 0,25 0 0,0-25 0,0 25 0,0 0 0,0 0 0,0-25 0,0 25 0,0 0 0,-25 0 0,25 0 0,0 0 0,0 0 15,0 0-15,0 0 0,0 0 0,-25 0 0,25 0 0,0 25 16,0-25-16,0 0 0,-25 0 0,25 0 0,0 25 16,0-25-16,0 0 0,-25 25 0,25-25 0,0 25 0,0-25 15,-24 24-15,24-24 0,0 25 0,0-25 0,0 25 16,-25-25-16,25 25 0,0-25 0,0 25 0,0-25 0,0 24 15,0-24-15,0 25 0,0-25 0,0 0 0,0 25 16,0-25-16,0 25 0,0-25 0,0 0 0,0 0 16,0 25-16,0-25 0,0 0 0,25 0 0,-25 24 0,0-24 15,0 0-15,24 0 0,-24 0 0,0 0 0,0 0 16,25 0-16,-25 0 0,0 0 0,25 0 0,-25 0 0,0 0 15</inkml:trace>
  <inkml:trace contextRef="#ctx0" brushRef="#br0" timeOffset="145197.3043">9054 7987 0,'0'0'0,"0"0"0,0 0 0,0 0 0,0 0 16,0 0-16,0-25 0,0 25 0,25 0 0,-25 0 16,0 0-16,0 0 0,0 0 0,0-25 0,24 25 0,-24 0 15,0 0-15,0 0 0,25-24 0,-25 24 0,0 0 16,0-25-16,25 25 0,-25 0 0,0-25 0,0 25 0,0 0 15,0-25-15,0 25 0,25 0 0,-25 0 0,0-25 16,0 25-16,0 0 0,0 0 0,0-24 0,0 24 0,0 0 16,0 0-16,0 0 0,0-25 0,0 25 0,0 0 15,0 0-15,0 0 0,25 0 0,-25 0 0,0 0 16,0 0-16,0 0 0,0 0 0,0 0 0,0 0 0,0 25 15,0-25-15,0 0 0,0 0 0,0 24 0,0-24 16,0 0-16,0 25 0,0-25 0,0 0 0,-25 25 16,25-25-16,0 0 0,0 25 0,0-25 0,0 25 0,0-25 15,0 0-15,0 24 0,0-24 0,0 25 0,0-25 16,0 0-16,0 25 0,-25-25 0,25 0 0,0 25 0,0-25 15,0 0-15,0 0 0,0 25 0,0-25 0,0 0 16,0 0-16,0 0 0,0 0 0,0 0 0,0 0 0</inkml:trace>
  <inkml:trace contextRef="#ctx0" brushRef="#br0" timeOffset="145468.3203">9426 7987 0,'0'0'0,"0"0"0,0 0 15,0 0-15,0 0 0,0 0 0,0 0 0,25 0 16,-25 0-16,0 0 0,0 25 0,0-25 0,-25 0 0,25 0 15,0 25-15,0-25 0,0 0 0,0 25 0,0-25 16,0 24-16,-25-24 0,25 25 0,0-25 0,0 0 0,0 25 16,-25-25-16,25 25 0,0-25 0,0 25 0,0-25 15,-25 24-15,25-24 0,0 0 0,-24 0 0,24 25 0,0-25 16,0 0-16</inkml:trace>
  <inkml:trace contextRef="#ctx0" brushRef="#br0" timeOffset="146675.3889">9971 7590 0,'0'0'15,"0"0"-15,0 0 0,-24 0 0,24-25 0,0 25 16,0 0-16,0 0 0,0 0 0,0 0 0,0-24 15,0 24-15,0 0 0,0 0 0,0 0 0,0 0 16,0-25-16,0 25 0,0 0 0,0 0 0,0 0 0,0 0 16,0 0-16,0 0 0,0 0 0,0 0 0,0 0 0,0 0 15,24 0-15,-24 0 0,0 0 0,0 0 0,0 0 16,0 0-16,0 0 0,0 0 0,25 0 0,-25 0 15,0 0-15,0 0 0,0 0 0,25 0 0,-25 0 0,0 25 16,0-25-16,0 0 0,0 24 0,0-24 0,0 0 16,0 25-16,0-25 0,0 25 0,0-25 0,-25 25 15,25 0-15,0-25 0,0 24 0,0-24 0,-25 25 0,25-25 16,0 25-16,0-25 0,0 25 0,-24-25 0,24 25 0,0-25 15,0 0-15,-25 24 0,25-24 0,0 0 0,0 0 16,0 0-16,0 25 0,0-25 0,0 0 0,0 0 16,0 0-16,0 0 0,0 0 0,0 0 0,0 0 0,0 0 15,0 0-15,0 0 0,0 0 0,25 0 0,-25 0 16,0 0-16,0 0 0,24 0 0,-24 0 0,0 0 15,0 0-15,0 0 0,25 0 0,-25 0 0,0 0 0,0 0 16,0 25-16,0-25 0,25 0 0,-25 0 0,0 25 16,0-25-16,0 0 0,0 25 0,0-25 0,0 24 0,0-24 15,0 0-15,0 25 0,0-25 0,0 25 0,-25-25 16,25 0-16,0 25 0,0-25 0,0 0 0,0 0 0,0 25 15,-25-25-15,25 0 0,0 0 0,0 0 0,-24 0 16,24 0-16,0 25 0,0-25 0,0 0 0,-25 0 16,25 0-16,0 0 0,0 0 0,0 0 0,-25 0 0,25-25 15,0 25-15,0 0 0,0 0 0,0 0 0,0 0 16,0-25-16,0 25 0,0 0 0,0 0 0,0 0 0,0-25 15,0 25-15,0 0 0,0-25 0,0 25 0,25 0 16,-25-25-16,0 25 0,0 0 0</inkml:trace>
  <inkml:trace contextRef="#ctx0" brushRef="#br0" timeOffset="147063.4113">10393 7590 0,'0'0'0,"0"0"0,0 0 15,-25 0-15,25 0 0,0 0 0,0 0 0,-24 0 0,24 0 16,0-25-16,0 25 0,0 0 0,-25 25 0,25-25 16,0 0-16,0 0 0,-25 0 0,25 0 0,0 0 0,-25 0 15,25 25-15,0-25 0,0 0 0,0 25 0,-25-25 16,25 25-16,0-25 0,0 24 0,-24-24 0,24 25 0,0-25 15,0 25-15,0-25 0,0 25 0,0-25 0,0 25 16,0-25-16,0 24 0,0-24 0,0 25 0,0-25 0,0 25 16,0-25-16,0 0 0,0 25 0,0-25 0,0 0 15,0 25-15,24-25 0,-24 0 0,0 24 0,0-24 16,25 0-16,-25 0 0,0 0 0,0 0 0,25 0 0,-25 0 15,0 0-15,25 0 0,-25 0 0,0 0 0,25 0 16,-25 0-16,0 0 0</inkml:trace>
  <inkml:trace contextRef="#ctx0" brushRef="#br0" timeOffset="147397.4306">10418 8037 0,'0'0'0,"0"0"0,0 0 0,0 0 0,0 0 15,0 0-15,0 0 0,0 0 0,0 0 0,0 0 16,0 0-16,0 0 0,25-25 0,-25 25 0,0 0 0,0 0 15,25 0-15,-25 0 0,0-25 0,0 25 0,0 0 16,24 0-16,-24-25 0,0 25 0,0 0 0,0 0 0,25-25 16,-25 25-16,0 0 0,0-24 0,0 24 0,0 0 15,0-25-15,25 25 0,-25 0 0,0 0 0,0 0 16,0 0-16,0-25 0,0 25 0,0 0 0,0 0 0,0 0 15,0 0-15,0 0 0,0 0 0,0 25 0,0-25 16,0 0-16,0 0 0,0 0 0,0 25 0,0-25 0,0 0 16,0 0-16,0 24 0,0-24 0,-25 25 0,25-25 15,0 0-15,0 25 0,0-25 0,0 25 0,0-25 0,0 0 16,0 25-16,0-25 0,0 25 0,0-25 0,0 0 15,-25 24-15,25-24 0,0 0 0,0 25 0,0-25 16,0 0-16,0 0 0,0 0 0,0 0 0,0 0 0,0 0 16,0 0-16,0 0 0,0 0 0,25 0 0</inkml:trace>
  <inkml:trace contextRef="#ctx0" brushRef="#br0" timeOffset="147637.4443">10716 8037 0,'0'0'0,"0"0"0,0 0 0,0 0 0,0 0 16,0 0-16,0 0 0,24 25 0,-24-25 0,0 0 15,0 0-15,0 0 0,0 0 0,0 0 0,0 24 47,0-24-47,0 0 0,0 25 0,0-25 0,0 0 0,0 25 0,0-25 0,0 0 0,0 25 0,0-25 0,0 0 0,-24 25 0,24-25 0,0 0 0,0 24 0,-25-24 0,25 0 16,0 25-16,-25-25 0,25 0 0,0 0 0,-25 25 0,25-25 15,0 0-15</inkml:trace>
  <inkml:trace contextRef="#ctx0" brushRef="#br0" timeOffset="148168.4747">11162 7615 0,'0'0'0,"0"0"0,0 0 0,-25 0 0,25 0 16,0 0-16,0 0 0,0 0 0,0 0 0,0 0 16,0 0-16,-25 0 0,25 0 0,0 25 0,0-25 0,0 0 15,-24 0-15,24 25 0,0-25 0,0 0 0,-25 24 16,25-24-16,0 25 0,0-25 0,0 0 0,-25 25 15,25-25-15,0 0 0,0 25 0,-25-25 0,25 25 0,0-25 16,0 0-16,0 0 0,0 24 0,0-24 0,-25 0 16,25 0-16,0 25 0,0-25 0,0 0 0,0 0 0,0 0 15,0 0-15,0 0 0,0 0 0,0 0 0,0 0 16,0 0-16,0 25 0,0-25 0,0 0 0,25 0 0,-25 0 15,0 0-15,0 0 0,25 0 0,-25 0 0,0 0 16,25 0-16,-25 0 0,25 0 0,-25 0 0,0 0 16,24 0-16,-24 0 0,25 0 0,-25 0 0,25 0 0,-25 0 15,0 0-15,25 0 0,-25 0 0,0 0 0,25 0 16,-25 0-16,0 25 0,25-25 0,-25 0 0,0 0 0,0 0 15,24 0-15,-24 0 0,0 0 0,0 0 0,0 0 16,0 0-16,0 0 0,0 0 0,0 0 0,0 0 0,0 0 16,0 0-16</inkml:trace>
  <inkml:trace contextRef="#ctx0" brushRef="#br0" timeOffset="148404.4882">11237 7689 0,'0'0'0,"0"0"15,0 0-15,0 0 0,0 0 0,0 0 0,0 0 16,0 0-16,0 25 0,0-25 0,0 0 0,0 0 0,0 25 15,0-25-15,0 25 0,0-25 0,0 25 0,0-25 16,0 24-16,0-24 0,-25 25 0,25-25 0,0 25 0,0-25 16,0 25-16,0-25 0,0 25 0,0-25 0,0 24 15,0-24-15,0 25 0,0-25 0,-25 25 0,25-25 16,0 25-16,0-25 0,0 0 0,0 25 0,0-25 0,0 0 15,0 25-15,0-25 0,0 0 0,0 0 0,0 0 16,0 0-16,0 0 0,0 24 0,0-24 0,0 0 0,0 0 16,0 0-16,0 0 0</inkml:trace>
  <inkml:trace contextRef="#ctx0" brushRef="#br0" timeOffset="148762.5087">11683 7689 0,'0'0'0,"0"0"0,0-24 0,0 24 15,-25 0-15,25 0 0,0 0 0,0-25 0,0 25 0,0 0 16,0 0-16,-25-25 0,25 25 0,0 0 0,0 0 15,0 0-15,0 0 0,0 0 0,0 0 0,-24 0 16,24 0-16,0 0 0,0 0 0,0 0 0,0 0 0,0 0 16,-25 25-16,25-25 0,0 0 0,0 25 0,0-25 15,0 24-15,-25-24 0,25 25 0,0-25 0,0 25 16,0-25-16,-25 25 0,25-25 0,0 25 0,0-25 0,0 24 15,0 1-15,0-25 0,-25 25 0,25-25 0,0 25 16,0-25-16,0 25 0,0-25 0,0 0 0,0 24 0,25-24 16,-25 25-16,0-25 0,0 0 0,0 0 0,0 25 15,0-25-15,0 0 0,25 0 0,-25 0 0,0 0 0,0 0 16,25 0-16,-25 0 0,0 0 0,25 0 0,-25 0 15,24 0-15,-24 0 0</inkml:trace>
  <inkml:trace contextRef="#ctx0" brushRef="#br0" timeOffset="149101.5281">11757 8062 0,'0'0'0,"0"0"0,0 0 16,0 0-16,0 0 0,0 0 0,0 0 0,0 0 15,25 0-15,-25 0 0,0 0 0,0-25 0,0 25 0,0 0 16,0 0-16,25 0 0,-25 0 0,0-25 0,0 25 15,0 0-15,25 0 0,-25-25 0,0 25 0,0 0 16,25 0-16,-25-25 0,0 25 0,0 0 0,0-25 0,0 25 16,0 0-16,24 0 0,-24-24 0,0 24 0,0 0 0,0-25 15,0 25-15,0 0 0,0 0 0,0 0 0,0 0 16,0 0-16,0 0 0,0 0 0,0 0 0,0 0 15,0 0-15,0 0 0,0 0 0,0 25 0,0-25 0,0 0 16,0 24-16,0-24 0,0 25 0,0-25 0,0 0 16,0 25-16,0-25 0,0 0 0,0 25 0,0-25 0,-24 0 15,24 25-15,0-25 0,0 25 0,0-25 0,0 0 16,0 0-16,0 24 0,0-24 0,0 0 0,0 25 0,0-25 15,0 0-15,0 0 0,0 0 0,0 0 0,0 0 16,0 0-16,0 0 0,0 0 0,0 0 0,0 0 16,0 0-16</inkml:trace>
  <inkml:trace contextRef="#ctx0" brushRef="#br0" timeOffset="149541.5533">12179 7491 0,'0'0'0,"0"0"16,0 0-16,0 0 0,0 0 0,0 0 0,0 25 0,0-25 15,0 0-15,0 0 0,0 0 0,0 0 0,25 0 16,-25 25-16,0-25 0,0 0 0,0 0 0,0 24 16,25-24-16,-25 25 0,0-25 0,0 0 0,0 25 0,0 0 15,25-25-15,-25 25 0,0-25 0,0 24 0,0 1 16,0 0-16,0-25 0,0 25 0,0 0 0,0-1 0,0-24 15,0 25-15,0 0 0,0 0 0,-25-25 0,25 25 16,0-1-16,0-24 0,-25 25 0,25-25 0,-25 25 0,25 0 16,0-25-16,-25 25 0,25-25 0,0 0 0,-25 25 15,25-25-15,-24 24 0,24-24 0,0 0 0,-25 25 16,25-25-16,0 0 0,-25 0 0,25 0 0,-25 25 0,25-25 15,0 0-15</inkml:trace>
  <inkml:trace contextRef="#ctx0" brushRef="#br0" timeOffset="149972.5779">12626 7863 0,'0'0'16,"0"0"-16,0 0 0,0 0 0,0 0 0,0 0 0,0 0 16,0 0-16,0 0 0,0 0 0,0 0 0,0 0 15,0 0-15,0 0 0,0 0 0,24 0 0,-24 0 0,0 0 16,25 0-16,-25 0 0,25 0 0,-25 0 0,25 0 15,-25 0-15,25 0 0,-1 0 0,-24 25 0,25-25 16,-25 0-16,25 0 0,-25 0 0,25 0 0,-25 0 0,0 0 16,0 0-16,25-25 0,-25 25 0,0 0 0,0 0 15</inkml:trace>
  <inkml:trace contextRef="#ctx0" brushRef="#br0" timeOffset="150253.5939">12799 7739 0,'0'0'0,"0"0"16,0 0-16,0 0 0,0 0 0,0 0 0,0 0 15,0 0-15,0 25 0,0-25 0,0 0 0,0 0 16,0 25-16,0-25 0,0 24 0,-25-24 0,25 25 0,0-25 16,0 25-16,0-25 0,0 25 0,0-25 0,0 25 15,0-1-15,-24-24 0,24 25 0,0-25 0,0 25 0,0-25 16,0 25-16,0-25 0,0 0 0,0 25 0,0-25 15,0 0-15,0 25 0,0-25 0,0 0 0,0 0 16</inkml:trace>
  <inkml:trace contextRef="#ctx0" brushRef="#br0" timeOffset="150594.6135">13568 7590 0,'0'-25'0,"0"25"0,0 0 0,0 0 15,-25 0-15,25 0 0,0 0 0,0 0 0,0 0 16,-24 0-16,24 0 0,0 0 0,0 0 0,-25 25 0,25-25 15,0 0-15,-25 25 0,25-25 0,0 25 0,-25-25 16,25 25-16,0-1 0,-25 1 0,25-25 0,0 25 16,-24 0-16,24 0 0,0-1 0,0 1 0,0-25 15,0 25-15,-25 0 0,25 0 0,0-1 0,0-24 0,0 25 16,0 0-16,0-25 0,0 25 0,0 0 0,0-25 0,25 25 15,-25-25-15,0 24 0,0-24 0,0 25 0,24-25 16,-24 0-16,0 25 0,25-25 0,-25 0 0,25 0 16,-25 25-16,25-25 0,-25 0 0,25 0 0,-25 0 0</inkml:trace>
  <inkml:trace contextRef="#ctx0" brushRef="#br0" timeOffset="151355.657">13915 7689 0,'-24'0'0,"24"0"16,0 0-16,0 0 0,0 0 0,0 0 0,-25 0 0,25 0 15,0 0-15,0 0 0,0 0 0,0 0 0,-25 0 16,25 0-16,0 0 0,0 0 0,0 0 0,0 0 0,-25 0 16,25 0-16,0 0 0,0 0 0,0 0 0,-25 25 15,25-25-15,0 0 0,0 25 0,0-25 0,-24 25 0,24-25 16,0 25-16,0-25 0,0 24 0,0-24 0,0 25 15,0-25-15,-25 25 0,25-25 0,0 25 0,0 0 16,0-25-16,0 24 0,25-24 0,-25 25 0,0-25 0,0 25 16,0-25-16,0 0 0,0 25 0,0-25 0,24 0 15,-24 25-15,0-25 0,0 0 0,0 0 0,25 25 16,-25-25-16,0 0 0,0 0 0,0 0 0,25 0 0,-25 0 15,0 0-15,0 0 0,25 0 0,-25 0 0,0-25 16,25 25-16,-25 0 0,24 0 0,-24-25 0,0 25 0,25 0 16,-25-25-16,25 25 0,-25-25 0,25 25 0,-25-25 15,25 25-15,-25-24 0,0 24 0,24-25 0,-24 0 0,0 25 16,0-25-16,25 25 0,-25-25 0,0 1 0,0 24 15,0-25-15,0 25 0,0-25 0,0 25 0,0-25 16,0 25-16,0 0 0,-25-25 0,25 25 0,0-24 0,0 24 16,0 0-16,0 0 0,0-25 0,-24 25 0,24 0 15,0 0-15,0 0 0,0 0 0,0 0 0,-25 0 0,25 0 16,0 0-16,0 0 0,0 0 0,-25 0 0,25 0 15,0 0-15,0 0 0,0 0 0,0 0 0,-25 25 0,25-25 16,0 0-16,0 0 0,0 0 0</inkml:trace>
  <inkml:trace contextRef="#ctx0" brushRef="#br0" timeOffset="151632.6729">14238 8012 0,'0'0'0,"0"0"0,0 0 0,0 25 0,0-25 0,0 0 16,0 0-16,0 25 0,0-25 0,0 24 0,-25-24 15,25 0-15,0 25 0,0-25 0,0 25 0,-25-25 16,25 25-16,0-25 0,-25 25 0,25-25 0,0 24 0,-24-24 16,24 25-16,0-25 0,-25 0 0,25 25 0,0-25 15,-25 0-15,25 25 0,0-25 0,-25 0 0,25 0 0,0 25 16,0-25-16,-25 0 0</inkml:trace>
  <inkml:trace contextRef="#ctx0" brushRef="#br0" timeOffset="152243.7078">14536 7665 0,'0'0'0,"0"0"16,0 0-16,0-25 0,0 25 0,0 0 0,0 0 0,0-25 16,0 25-16,0 0 0,0 0 0,24 0 0,-24-25 15,0 25-15,0 0 0,0 0 0,25 0 0,-25 0 16,0 0-16,0 0 0,25 0 0,-25 0 0,0 0 0,0 0 15,25 0-15,-25 0 0,0 0 0,0 0 0,25 0 16,-25 25-16,0-25 0,0 0 0,0 0 0,0 25 16,24-25-16,-24 0 0,0 25 0,0-25 0,0 24 0,-24-24 15,24 25-15,0-25 0,0 25 0,0-25 0,0 25 0,0-25 16,-25 25-16,25-25 0,0 24 0,0-24 0,-25 25 15,25-25-15,0 25 0,-25-25 0,25 25 0,0-25 16,-25 25-16,25-25 0,0 0 0,-24 24 0,24-24 0,0 0 16,0 25-16,-25-25 0,25 0 0,0 25 0,0-25 15,0 0-15,0 0 0,0 0 0,0 25 0,0-25 0,0 0 16,0 0-16,0 0 0,0 0 0,25 25 0,-25-25 15,0 0-15,24 0 0,-24 0 0,0 0 0,25 0 16,-25 0-16,25 0 0,-25 0 0,25 0 0,-25 0 0,25 0 16,-1 0-16,-24 0 0,25 0 0,0 0 0,0-25 15,-25 25-15,25 0 0,-1 0 0</inkml:trace>
  <inkml:trace contextRef="#ctx0" brushRef="#br0" timeOffset="152591.7277">15131 7689 0,'0'-24'0,"0"24"0,0 0 0,0-25 0,0 25 16,0 0-16,0-25 0,0 25 0,-25 0 0,25 0 15,0 0-15,0 0 0,0 0 0,0-25 0,-25 25 0,25 0 16,0 0-16,0 0 0,-25 25 0,25-25 0,0 0 15,-24 0-15,24 0 0,0 0 0,-25 25 0,25-25 16,-25 0 46,25 25-62,0-25 0,-25 24 0,25-24 0,0 25 16,-25 0-16,25-25 0,0 25 0,0-25 0,0 25 0,-24-1 0,24-24 0,0 25 0,0-25 0,0 25 0,0-25 0,0 25 0,0 0 0,0-25 0,0 0 0,0 24 0,24-24 0,-24 25 0,0-25 0,0 25 0,25-25 62,-25 0-62,0 25 0,0-25 0,25 0 0,-25 25 0,25-25 0,-25 0 0,0 0 0,25 25 0,-25-25 16,24 0-16,-24 0 0,25 0 0,-25 0 0,25 0 0,-25 24 0</inkml:trace>
  <inkml:trace contextRef="#ctx0" brushRef="#br0" timeOffset="152924.7468">15156 8136 0,'0'0'0,"0"0"0,0 0 0,0 0 16,0 0-16,0 0 0,0-25 0,0 25 0,0 0 0,0 0 15,0 0-15,0 0 0,0 0 0,0 0 0,0 0 16,0-25-16,0 25 0,0 0 0,24 0 0,-24 0 0,0 0 16,0 0-16,0 0 0,25 0 0,-25 0 0,0 0 15,0 0-15,0 0 0,25 0 0,-25 0 0,0 0 0,0 0 16,0 0-16,25 0 0,-25 0 0,0 0 0,0 0 15,0 0-15,0 0 0,0 0 0,0 25 0,0-25 16,0 0-16,0 0 0,0 25 0,0-25 0,-25 0 0,25 0 16,0 25-16,0-25 0,0 0 0,0 25 0,-25-25 0,25 0 15,0 0-15,0 24 0,-25-24 0,25 0 0,0 25 16,-24-25-16,24 0 0,0 0 0,0 25 0,-25-25 15,25 0-15,0 0 0,0 0 0,0 0 0,0 25 0,0-25 16,0 0-16,0 0 0,0 0 0,0 0 0,0 0 16,0 0-16,0 0 0,0 0 0,0 0 0,0 0 15,0 0-15,25 0 0,-25 0 0,0 0 0,0 0 0,24 0 16,-24 0-16,25 0 0,-25 0 0,25 0 0,0 0 0,-25 0 15,25 0-15,-25 0 0,24 0 0,1 0 16,-25 0-16,25 0 0,0 0 0,-25 0 0,25 0 0,0 0 16,-25 0-16</inkml:trace>
  <inkml:trace contextRef="#ctx0" brushRef="#br0" timeOffset="153310.7688">15602 8012 0,'0'0'0,"0"0"0,0 0 0,0 0 0,0 0 0,0 0 16,0 0-16,0 0 0,0 0 0,0 0 0,0 0 0,0 0 15,0 0-15,0 0 0,0 0 0,0 25 0,0-25 16,0 0-16,0 0 0,0 25 0,0-25 0,0 0 16,0 24-16,0-24 0,0 0 0,0 25 0,0-25 0,0 25 15,0-25-15,0 25 0,0-25 0,-25 0 0,25 25 16,0-25-16,-24 0 0,24 24 0,0-24 0,-25 0 15,25 25-15,0-25 0,-25 0 0,25 25 0,-25-25 0,25 0 16,0 0-16,-25 0 0,25 25 0,0-25 0,0 0 16</inkml:trace>
  <inkml:trace contextRef="#ctx0" brushRef="#br0" timeOffset="153928.8039">16098 7615 0,'0'0'0,"0"0"0,0 0 0,0 0 15,0-25-15,0 25 0,0 0 0,0 0 0,0 0 0,0 0 16,0 0-16,0 0 0,0-25 0,0 25 0,0 0 15,0 0-15,0 0 0,-25 0 0,25 0 0,0-24 16,0 24-16,0 0 0,0 0 0,0 0 0,0 0 0,-24 0 16,24 0-16,0 0 0,0 0 0,-25 0 0,25 0 15,0 0-15,-25 24 0,25-24 0,-25 0 0,25 0 0,0 25 16,-25-25-16,25 25 0,0-25 0,-24 25 0,24-25 15,0 25-15,0-1 0,0-24 0,0 25 0,-25 0 16,25-25-16,0 25 0,0 0 0,25-25 0,-25 24 0,0 1 16,0-25-16,0 25 0,0-25 0,0 0 0,24 25 15,-24-25-15,0 25 0,0-25 0,25 0 0,-25 24 0,0-24 16,25 0-16,-25 0 0,25 0 0,-25 0 0,25 0 15,-25 25-15,0-25 0,24 0 0,1-25 0,-25 25 16,0 0-16,25 0 0,-25 0 0</inkml:trace>
  <inkml:trace contextRef="#ctx0" brushRef="#br0" timeOffset="154302.8253">16197 7937 0,'0'0'0,"0"0"0,0 0 0,0 0 16,0 0-16,0 0 0,0 0 0,0 0 0,0 0 15,0 0-15,0 0 0,0 0 0,0 0 0,0 0 16,0 0-16,0 0 0,0 0 0,0 0 0,25 0 0,-25 0 16,0 0-16,0 0 0,0 0 0,25 0 0,-25 0 15,0 0-15,0 0 0,0 0 0,0 0 0,0 0 0,0 0 16,0 0-16,0 0 0,0 25 0,0-25 0,0 0 15,0 0-15,0 0 0,0 25 0,0-25 0,0 0 0,0 0 16,0 25-16,-25-25 0,25 0 0,0 25 0,0-25 16,0 0-16,-25 0 0,25 25 0,0-25 0,0 0 15,0 24-15,-24-24 0,24 0 0,0 25 0,0-25 0,-25 0 16,25 0-16,0 0 0,0 25 0,0-25 0,0 0 15,0 0-15,0 0 0,0 0 0,0 0 0,0 0 0,0 25 16,0-25-16,0 0 0,0 0 0,25 0 0,-25 0 16,0 0-16,24 0 0,-24 0 0,25 0 0,0 0 0,-25 0 15,25 0-15,0 0 0,-1 0 0,1 0 0,0 0 16,-25 0-16,25 0 0,0 0 0,0 0 0,-25 0 15,24 0-15,1 0 0,-25 0 0</inkml:trace>
  <inkml:trace contextRef="#ctx0" brushRef="#br0" timeOffset="154619.8437">16669 8012 0,'25'0'0,"-25"0"15,0 0-15,0 0 0,0 0 0,0 0 0,0 0 0,0 0 16,0 0-16,0 0 0,0 0 0,0 0 0,24 0 0,-24 0 15,0 0-15,0 0 0,0 25 0,0-25 0,0 0 16,0 0-16,0 25 0,0-25 0,0 0 0,0 24 16,0-24-16,0 25 0,0-25 0,0 0 0,-24 25 0,24-25 15,0 25-15,-25-25 0,25 0 0,-25 25 0,25-25 16,0 24-16,-25-24 0,0 0 0,25 25 0,-24-25 15,24 0-15,-25 25 0,25-25 0,0 0 0,-25 0 0</inkml:trace>
  <inkml:trace contextRef="#ctx0" brushRef="#br0" timeOffset="155341.8844">17314 7565 0,'0'0'0,"0"0"0,0 0 0,0 0 15,0 0-15,0 0 0,0 0 0,0 0 0,0 0 0,0 0 16,0 0-16,0 0 0,0 0 0,0 0 0,0 0 16,0 0-16,0 0 0,0 0 0,-25 25 0,25-25 15,0 0-15,0 0 0,0 0 0,0 25 0,-25-25 0,25 0 16,0 25-16,0-25 0,-25 25 0,25-25 0,0 0 15,-25 24-15,25-24 0,-24 0 0,24 25 0,0-25 0,-25 25 16,25-25-16,0 0 0,-25 0 0,25 25 0,0-25 16,0 0-16,-25 0 0,25 25 0,0-25 0,0 0 0,0 0 15,0 0-15,0 0 0,0 0 0,0 0 0,0 0 16,0 0-16,0 0 0,25 24 0,-25-24 0,0 0 15,0 0-15,0 0 0,25 0 0,-25 0 0,0 0 0,25 0 16,-25 0-16,0 0 0,24 0 0,-24 0 0,0 0 0,25 0 16,-25 25-16,0-25 0,25 0 0,-25 0 0,25 0 15,-25 0-15,0 0 0,25 0 0,-25 0 0,24 0 16,-24 0-16,25 0 0,-25 0 0,0 0 0,25 0 0,-25 25 15,0-25-15,25 0 0,-25 0 0,0 0 0,0 0 16,0-25-16,25 25 0,-25 0 0,0 0 0,0 0 16,0 0-16</inkml:trace>
  <inkml:trace contextRef="#ctx0" brushRef="#br0" timeOffset="155578.8983">17438 7689 0,'0'0'0,"0"0"16,0 0-16,0 0 0,0 25 0,0-25 0,0 0 15,0 0-15,0 25 0,0-25 0,0 0 0,0 25 0,0-25 16,0 25-16,-25-25 0,25 24 0,0-24 0,0 25 16,0-25-16,0 25 0,0-25 0,-25 25 0,25-25 0,0 25 15,0-25-15,0 24 0,0-24 0,0 0 0,0 25 16,-25-25-16,25 25 0,0-25 0,0 0 0,0 25 15,0-25-15,0 25 0,0-25 0,0 0 0,0 0 0,0 25 16,0-25-16,0 0 0,0 0 0,0 0 0,0 0 0,0 0 16,0 0-16</inkml:trace>
  <inkml:trace contextRef="#ctx0" brushRef="#br0" timeOffset="155931.9188">17909 7689 0,'0'0'0,"0"-24"0,-25 24 15,25 0-15,0 0 0,0 0 0,0-25 0,0 25 16,0 0-16,0 0 0,-25 0 0,25 0 0,0 0 0,0 0 15,0-25-15,0 25 0,0 0 0,-24 25 0,24-25 16,0 0-16,0 0 0,-25 0 0,25 0 0,0 25 0,-25-25 16,25 0-16,0 24 0,-25-24 0,25 25 15,0-25-15,-25 25 0,25 0 0,0-25 0,0 25 0,-24-1 0,24-24 16,0 25-16,0-25 0,0 25 0,0-25 0,0 25 15,0 0-15,0-25 0,0 24 0,0-24 0,0 25 16,0-25-16,0 0 0,0 25 0,0-25 0,24 25 0,-24-25 16,0 0-16,0 0 0,25 25 0,-25-25 0,0 0 15,25 0-15,-25 25 0,25-25 0,-25 0 0,25 0 0,-25 0 16,24 0-16,-24 0 0</inkml:trace>
  <inkml:trace contextRef="#ctx0" brushRef="#br0" timeOffset="156252.9371">17959 8086 0,'0'0'0,"0"0"0,0 0 15,0 0-15,0-24 0,0 24 0,0 0 0,0 0 16,0 0-16,0 0 0,0 0 0,0 0 0,0 0 0,24 0 16,-24 0-16,0 0 0,0 0 0,0 0 0,0 0 15,25 0-15,-25 0 0,0 0 0,0 0 0,0 0 0,0 0 16,25 0-16,-25 0 0,0 0 0,0 0 0,0 0 15,0 0-15,0 0 0,0 24 0,0-24 0,0 0 0,0 0 16,-25 0-16,25 25 0,0-25 0,0 0 0,0 25 16,-25-25-16,25 0 0,0 0 0,0 25 0,-24-25 15,24 0-15,0 25 0,0-25 0,-25 0 0,25 0 0,0 24 16,0-24-16,-25 0 0,25 0 0,0 25 0,0-25 15,0 0-15,0 0 0,0 0 0,0 0 0,0 25 0,0-25 16,0 0-16,0 0 0,0 0 0,0 0 0,0 0 16,0 0-16,25 0 0,-25 0 0,0 0 0,25 0 0,-25 0 15,24 0-15,1 25 0,-25-25 0,25-25 0,0 25 16,-25 0-16,25 0 0,-1 0 0,1 0 0,0 0 15,-25 0-15,25 0 0,0-25 0</inkml:trace>
  <inkml:trace contextRef="#ctx0" brushRef="#br0" timeOffset="157476.0071">18504 7392 0,'0'0'0,"0"0"0,0 0 0,0 0 0,0 0 0,0 0 15,0 0-15,0 0 0,0 0 0,0 0 0,0 0 16,0 0-16,0 0 0,0 0 0,0 0 0,0 0 16,0 0-16,0 0 0,0 0 0,0 0 0,0 25 0,25-25 15,-25 0-15,0 0 0,0 0 0,0 0 0,25 24 0,-25-24 16,0 0-16,0 25 0,0-25 0,0 25 15,25-25-15,-25 25 0,0 0 0,0-25 0,0 24 0,0 1 16,0 0-16,0 0 0,0 0 0,25-25 0,-25 24 0,0 1 16,0 0-16,0 0 0,0 0 0,0-1 0,0-24 15,0 25-15,-25 0 0,25 0 0,0 0 0,0-25 0,0 24 16,0 1-16,-25 0 0,25-25 0,0 25 0,0 0 15,-25-25-15,25 25 0,0-1 0,0-24 0,-25 25 0,25-25 16,0 25-16,0-25 0,-25 0 0,25 25 0,0-25 16,-24 0-16,24 25 0,0-25 0,0 0 0,-25 0 15,25 0-15,0 0 0,0 0 0,0 0 0,0 0 0</inkml:trace>
  <inkml:trace contextRef="#ctx0" brushRef="#br0" timeOffset="157863.0292">18926 7739 0,'0'0'0,"0"0"0,0 0 0,0 0 0,25 0 0,-25 0 0,0 0 0,0 0 0,0 0 0,0 0 15,25 0-15,-25 25 0,0-25 0,24 0 0,-24 0 16,0 0-16,25 0 0,-25 0 0,25 0 0,-25 0 15,25 0-15,-25 0 0,25 25 0,-25-25 0,24 0 0,-24 0 16,25 0-16,-25 0 0,0 0 0,25 0 0,-25 0 16,0 0-16,0 0 0,25 0 0,-25 0 0,0 0 0,0 0 15,0-25-15,0 25 0,0 0 0,0 0 0</inkml:trace>
  <inkml:trace contextRef="#ctx0" brushRef="#br0" timeOffset="158060.0405">19124 7640 0,'0'0'0,"0"0"16,0 0-16,0 0 0,0 0 0,0 0 0,0 25 15,0-25-15,0 0 0,0 0 0,0 0 0,0 0 16,0 24-16,0-24 0,0 25 0,0-25 0,0 0 0,0 25 16,0-25-16,0 25 0,0 0 0,0-25 0,0 24 15,0-24-15,0 25 0,-24 0 0,24-25 0,0 25 16,0-25-16,-25 25 0,25-1 0,0-24 0,-25 25 15,25-25-15,0 25 0,0-25 0,-25 25 0,25-25 0,0 0 16,0 25-16,0-25 0</inkml:trace>
  <inkml:trace contextRef="#ctx0" brushRef="#br0" timeOffset="158614.0722">20017 7491 0,'0'0'0,"0"0"16,0 0-16,0 0 0,0-25 0,0 25 0,-24 0 15,24 0-15,0 0 0,0 0 0,0 0 0,0 0 0,-25 0 16,25 0-16,0 0 0,0 0 0,-25 0 15,25 25-15,0-25 0,0 0 0,-25 0 0,25 25 0,-25-25 0,25 25 16,-24-25-16,24 24 0,0 1 0,-25 0 0,25-25 16,-25 25-16,25 0 0,0-1 0,0 1 0,0 0 15,-25 0-15,25 0 0,0-1 0,0 1 0,0 0 0,0-25 16,0 25-16,0 0 0,0-1 0,0 1 0,0-25 15,0 25-15,0 0 0,25-25 0,-25 25 0,0-25 16,25 25-16,-25-25 0,0 24 0,25-24 0,-25 0 0</inkml:trace>
  <inkml:trace contextRef="#ctx0" brushRef="#br0" timeOffset="159265.1093">20340 7615 0,'0'0'0,"0"0"0,0 0 0,0 0 0,0 0 16,0 0-16,0 0 0,0 0 0,0 0 0,0 0 15,0 0-15,0 0 0,0 0 0,0 0 0,0 0 0,0 0 16,0 0-16,0 0 0,0 0 0,-25 0 0,25 0 15,0 0-15,0 0 0,0 0 0,0 0 0,-25 0 0,25 25 16,0-25-16,0 0 0,-25 0 0,25 0 0,0 25 16,-24-25-16,24 0 0,-25 0 0,25 24 0,0-24 0,-25 0 15,25 25-15,0-25 0,0 0 0,-25 0 0,25 25 16,0-25-16,-25 0 0,25 0 0,0 25 0,0-25 15,0 0-15,0 0 0,-24 0 0,24 25 0,0-25 0,0 0 16,0 0-16,0 0 0,0 0 0,0 0 0,0 24 16,0-24-16,24 0 0,-24 0 0,0 0 0,0 0 0,0 0 15,25 0-15,-25 0 0,0 0 0,25 25 0,-25-25 16,0 0-16,25 0 0,-25 0 0,25 0 0,-25 0 15,24 25-15,-24-25 0,25 0 0,-25 0 0,25 0 0,-25 0 16,0 0-16,25 0 0,-25 0 0,0 0 0,25 0 16,-25 0-16,0 0 0,24 0 0,-24 0 0,0 0 0,0 0 15,0 0-15,0 0 0,0-25 0</inkml:trace>
  <inkml:trace contextRef="#ctx0" brushRef="#br0" timeOffset="159508.1233">20414 7640 0,'-25'0'0,"25"0"0,0 0 0,0 0 0,0 25 16,0-25-16,0 0 0,0 0 0,0 0 0,0 24 16,0-24-16,0 0 0,0 25 0,0-25 0,0 25 0,0-25 15,0 25-15,0-25 0,-24 25 0,24-25 0,0 24 16,0-24-16,0 25 0,0 0 0,-25-25 0,25 25 0,0-25 15,0 25-15,0-25 0,0 24 0,-25 1 0,25-25 16,0 0-16,0 25 0,0-25 0,0 25 0,-25-25 16,25 25-16,0-25 0,0 0 0,0 25 0,-25-25 15,25 0-15,0 24 0,0-24 0,0 0 0,0 0 0,0 0 16,0 0-16</inkml:trace>
  <inkml:trace contextRef="#ctx0" brushRef="#br0" timeOffset="159847.1427">20762 7615 0,'0'0'0,"0"0"0,0 0 0,0 0 0,0 0 16,-25-25-16,25 25 0,0 0 0,0 0 0,0 0 16,0 0-16,0 0 0,0 0 0,-25 0 0,25 0 0,0 25 15,0-25-15,-25 0 0,25 0 0,0 25 0,-25-25 0,25 25 16,0-25-16,-25 24 0,25 1 0,0-25 0,-24 25 15,24 0-15,0-25 0,0 25 0,-25-1 0,25-24 16,0 25-16,0 0 0,0-25 0,0 25 0,-25-25 0,25 25 16,0-1-16,0-24 0,0 25 0,0-25 0,0 25 15,0-25-15,0 25 0,0-25 0,0 0 0,0 25 0,0-25 16,25 0-16,-25 0 0,0 25 0,0-25 0,25 0 15,-25 0-15,24 0 0,-24 0 0,0 0 0,25-25 0</inkml:trace>
  <inkml:trace contextRef="#ctx0" brushRef="#br0" timeOffset="160291.1681">20762 8062 0,'0'0'0,"-25"0"0,25 0 15,0 0-15,0 0 0,0-25 0,0 25 0,25 0 0,-25 0 16,0 0-16,0 0 0,0 0 0,0 0 0,0 0 15,24 0-15,-24 0 0,0 0 0,0 0 0,0 0 0,25 0 16,-25 0-16,0 0 0,0 0 0,0 0 0,0 0 16,25 0-16,-25 0 0,0 0 0,0 0 0,0 25 15,0-25-15,0 0 0,0 0 0,0 0 0,0 0 0,0 0 16,-25 24-16,25-24 0,0 0 0,0 0 0,0 25 15,-25-25-15,25 0 0,0 0 0,-24 25 0,24-25 0,0 0 16,0 25-16,-25-25 0,25 0 0,0 0 0,0 0 16,-25 25-16,25-25 0,0 0 0,0 0 0,0 0 0,0 0 15,0 0-15,0 24 0,0-24 0,0 0 0,0 0 16,0 0-16,0 0 0,0 0 0,25 0 0,-25 0 15,0 0-15,0 25 0,0-25 0,0 0 0,0 0 16,25 0-16,-25 25 0,0-25 0,0 0 0,0 0 0,0 0 16,0 25-16,0-25 0,0 0 0,0 25 0,0-25 15,0 0-15,0 0 0,-25 0 0,25 24 0,0-24 0,0 0 16,0 0-16,-25 0 0,25 0 0,0 25 0,0-25 15,-25 0-15,25 0 0,0 0 0,0 0 0,-25 0 0,25 0 16,0 0-16,0 0 0,0 0 0,0 0 0,-25 0 16,25 0-16,0 0 0,0 0 0,0 0 0,0 0 0,0 0 15,0-25-15,0 25 0,0 0 0,0 0 0,0 0 16,0-24-16,0 24 0</inkml:trace>
  <inkml:trace contextRef="#ctx0" brushRef="#br0" timeOffset="160533.1819">21084 8210 0,'0'0'0,"0"0"15,0 0-15,0 0 0,0 0 0,0 0 0,0 0 16,0 25-16,0-25 0,-25 0 0,25 0 0,0 0 15,0 0-15,0 25 0,0-25 0,0 0 0,0 25 0,-25-25 16,25 0-16,0 25 0,0-25 0,-24 0 0,24 24 16,0-24-16,0 0 0,0 25 0,0-25 0,-25 0 0,25 25 15,0-25-15,0 0 0,0 0 0,0 25 0,0-25 16,0 0-16,0 0 0,0 0 0,0 0 0,0 0 15</inkml:trace>
  <inkml:trace contextRef="#ctx0" brushRef="#br0" timeOffset="160926.2043">21530 7590 0,'-24'0'0,"24"0"16,0 0-16,-25 0 0,25 0 0,0 0 0,0 0 16,-25 25-16,25-25 0,0 0 0,-25 0 0,25 25 0,0-25 15,0 25-15,-25-25 0,25 24 0,0-24 0,0 25 16,-24 0-16,24-25 0,0 25 0,0 0 0,0-25 0,-25 24 15,25 1-15,0-25 0,0 25 0,0 0 0,0-25 16,0 25-16,0-25 0,0 24 0,0-24 0,0 25 16,0-25-16,0 0 0,25 25 0,-25-25 0,0 0 0,0 25 15,0-25-15,0 0 0,24 25 0,-24-25 0,0 0 16,25 0-16,-25 0 0,0 0 0,25 0 0,-25 0 0,25 0 15</inkml:trace>
  <inkml:trace contextRef="#ctx0" brushRef="#br0" timeOffset="161347.2285">21580 8037 0,'0'0'0,"0"0"0,25 0 0,-25 0 0,0 0 0,0 0 15,0-25-15,0 25 0,25 0 0,-25 0 0,0 0 0,0 0 16,0 0-16,24 0 0,-24 0 0,0 0 0,0 0 15,0 0-15,0 25 0,0-25 0,25 0 0,-25 0 16,0 0-16,0 0 0,-25 25 0,25-25 0,0 0 0,0 0 16,0 0-16,0 24 0,0-24 0,-24 0 0,24 0 15,0 25-15,0-25 0,-25 0 0,25 0 0,0 0 16,0 25-16,-25-25 0,25 0 0,0 0 0,-25 0 0,25 25 15,0-25-15,0 0 0,0 0 0,-25 0 0,25 25 16,0-25-16,0 0 0,0 0 0,0 0 0,0 0 16,0 0-16,0 0 0,0 0 0,0 0 0,0 24 0,0-24 15,25 0-15,-25 0 0,0 0 0,0 0 0,0 0 16,0 25-16,0-25 0,0 0 0,25 0 0,-25 25 0,0-25 15,0 0-15,0 0 0,0 25 0,0-25 0,0 0 16,0 25-16,-25-25 0,25 0 0,0 0 0,0 24 0,0-24 16,-25 0-16,25 0 0,0 0 0,-24 25 0,24-25 15,0 0-15,0 0 0,-25 0 0,25 0 0,0 25 16,-25-25-16,25 0 0,0 0 0,0 0 0,0 0 0,-25 0 15,25 0-15,0 0 0,0 0 0,0 0 0,0 0 0,0 0 16,0 0-16,0-25 0,0 25 0,0 0 0,0 0 16</inkml:trace>
  <inkml:trace contextRef="#ctx0" brushRef="#br0" timeOffset="161554.2403">21828 8186 0,'0'0'0,"0"0"16,0 0-16,0 24 0,0-24 0,0 0 0,0 0 0,0 0 15,0 0-15,0 0 0,0 25 0,0-25 0,0 0 0,0 0 16,0 25-16,-25-25 0,25 0 0,0 25 0,0-25 16,0 0-16,-24 25 0,24-25 0,0 24 0,-25-24 15,25 0-15,0 25 0,-25-25 0,25 0 0,0 0 0,-25 25 16,25-25-16,0 0 0,-25 0 0,25 0 0,0 0 15,0 0-15,-25 0 0</inkml:trace>
  <inkml:trace contextRef="#ctx0" brushRef="#br0" timeOffset="162050.2687">22523 7764 0,'0'-25'0,"0"25"0,0 0 0,0-25 16,0 25-16,0 0 0,0 0 0,0-25 0,0 25 15,0 0-15,0-24 0,0 24 0,0 0 0,0 0 16,-25 0-16,25 0 0,0-25 0,0 25 0,0 0 0,-25 0 16,25 0-16,0 0 0,0 25 0,-25-25 0,25 0 15,-25 0-15,25 0 0,-24 24 0,24-24 0,0 25 0,-25-25 16,25 25-16,-25-25 0,25 25 0,-25-25 0,25 25 15,0-25-15,-25 24 0,25-24 0,-24 25 0,24 0 0,0-25 16,0 25-16,-25-25 0,25 25 0,0-25 0,0 24 16,0 1-16,0-25 0,0 0 0,0 25 0,0-25 0,0 25 15,0-25-15,0 25 0,25-25 0,-25 0 0,0 25 16,24-25-16,-24 0 0,25 0 0,-25 24 0,0-24 15,25 0-15,-25 0 0,25 0 0,0 0 0,-25 0 0,24 0 16,-24 0-16,25 0 0,-25 0 0,25 0 0,-25 0 16,25 0-16</inkml:trace>
  <inkml:trace contextRef="#ctx0" brushRef="#br0" timeOffset="162454.2918">22523 8086 0,'0'0'0,"0"0"0,0 0 0,0 0 0,0 0 15,0 0-15,0 0 0,24 0 0,-24-24 0,0 24 16,0 0-16,0 0 0,25 0 0,-25 0 0,0 0 0,0 0 15,0 0-15,25 0 0,-25 0 0,0 0 0,0 0 16,0 0-16,0 0 0,0 0 0,0 0 0,0 24 16,0-24-16,0 0 0,0 0 0,0 0 0,0 0 0,0 25 15,0-25-15,-25 0 0,25 0 0,0 25 0,0-25 16,-25 0-16,25 0 0,0 25 0,-24-25 0,24 0 15,0 0-15,0 25 0,-25-25 0,25 0 0,0 0 0,0 24 16,0-24-16,0 0 0,0 0 0,-25 0 0,25 0 16,0 25-16,0-25 0,0 0 0,0 0 0,0 0 0,25 0 15,-25 0-15,0 0 0,0 25 0,0-25 0,0 0 16,0 0-16,0 0 0,25 0 0,-25 0 0,0 25 0,0-25 15,0 0-15,0 0 0,0 0 0,0 25 0,24-25 16,-24 0-16,-24 0 0,24 0 0,0 24 0,0-24 16,0 0-16,0 0 0,0 0 0,0 25 0,0-25 0,-25 0 15,25 0-15,0 0 0,0 0 0,-25 25 0,25-25 16,0 0-16,-25 0 0,25 0 0,0 0 0,-25 0 15,25 0-15,0 0 0,-24 0 0,24 0 0,0 0 0,0 0 16,-25 0-16,25 0 0,0 0 0,0 0 0,0-25 16,0 25-16,0 0 0,0 0 0,0 0 0,25-25 0,-25 25 15</inkml:trace>
  <inkml:trace contextRef="#ctx0" brushRef="#br0" timeOffset="162690.3053">22820 8186 0,'0'0'15,"0"0"-15,25 0 0,-25 0 0,0 0 0,0 0 16,0 0-16,0 0 0,0 0 0,0 0 0,0 24 16,0-24-16,0 0 0,0 0 0,0 25 0,0-25 15,0 0-15,0 25 0,0-25 0,-25 0 0,25 25 0,0-25 16,0 25-16,0-25 0,-24 0 0,24 24 0,0-24 0,-25 25 15,25-25-15,0 0 0,-25 25 0,25-25 0,0 0 16,0 25-16,-25-25 0,25 0 0,0 0 0,0 0 16,0 0-16,0 0 0,0 0 0,0 0 0,0 0 0,0 0 15,0 0-15</inkml:trace>
  <inkml:trace contextRef="#ctx0" brushRef="#br0" timeOffset="163204.3341">23292 7615 0,'0'0'0,"0"0"0,0 0 0,0 0 15,24-25-15,-24 25 0,0 0 0,0 0 0,0 0 16,0 0-16,0 0 0,25 0 0,-25 0 0,0 0 16,0-25-16,25 25 0,-25 0 0,25 0 0,-25 0 0,0 0 15,25 0-15,-25 0 0,0 25 0,24-25 0,-24 0 16,0 0-16,0 0 0,25 0 0,-25 0 0,0 0 0,0 25 15,0-25-15,0 0 0,0 0 0,0 25 0,0-25 16,0 0-16,-25 25 0,25-25 0,0 24 0,-24-24 0,24 25 16,-25-25-16,25 25 0,-25-25 0,25 25 0,-25 0 15,25-25-15,-25 24 0,1-24 0,24 25 0,-25-25 16,25 25-16,0-25 0,-25 0 0,25 25 0,0-25 0,-25 25 15,25-25-15,0 0 0,0 24 0,0-24 0,-25 0 0,25 0 16,0 25-16,0-25 0,0 0 0,0 0 0,0 25 16,25-25-16,-25 0 0,0 0 0,0 0 0,25 0 15,-25 0-15,0 25 0,25-25 0,0 0 0,-25 0 0,24 0 16,-24 0-16,25 0 0,0 0 0,0 0 0,-25 0 15,25 0-15,-1 0 0,-24 0 0,25 0 0,0 0 16,0-25-16</inkml:trace>
  <inkml:trace contextRef="#ctx0" brushRef="#br0" timeOffset="163499.351">23837 7665 0,'-25'0'0,"25"0"0,0 0 0,0-25 16,0 25-16,0 0 0,0 0 0,0 0 0,-24 0 15,24-25-15,0 25 0,0 0 0,-25 25 0,25-25 0,0 0 16,0 0-16,-25 0 0,25 0 0,-25 0 0,25 25 16,0-25-16,-25 24 0,25-24 0,-24 25 0,24-25 0,0 25 15,-25-25-15,25 25 0,-25-25 0,25 25 0,0-25 16,-25 24-16,25 1 0,0-25 0,0 25 0,-25 0 15,25-25-15,0 25 0,0-25 0,0 24 0,0 1 0,0-25 16,0 25-16,0-25 0,0 25 0,0-25 0,0 25 16,0-25-16,0 0 0,25 25 0,-25-25 0,0 24 15,0-24-15,25 0 0,-25 0 0,0 0 0,25 25 0,-25-25 16,25 0-16,-25 0 0,0 0 0,24 0 0,-24 0 15</inkml:trace>
  <inkml:trace contextRef="#ctx0" brushRef="#br0" timeOffset="163979.3791">23788 8086 0,'0'-24'0,"0"24"16,0 0-16,0 0 0,0 0 0,0 0 0,0 0 16,0 0-16,24 0 0,-24 0 0,0 0 0,0 0 0,0 0 15,0 0-15,0 0 0,25 0 0,-25 0 0,0 0 16,0 24-16,0-24 0,0 0 0,0 0 0,0 0 15,0 0-15,0 0 0,0 0 0,0 25 0,0-25 0,0 0 16,0 0-16,-25 0 0,25 25 0,0-25 0,0 0 16,-24 0-16,24 0 0,0 25 0,0-25 0,-25 0 0,25 0 15,0 0-15,-25 0 0,25 25 0,0-25 0,-25 0 16,25 0-16,0 0 0,0 24 0,0-24 0,0 0 15,-25 0-15,25 0 0,0 0 0,0 25 0,0-25 0,0 0 16,0 0-16,25 0 0,-25 25 0,0-25 0,0 0 16,0 0-16,0 0 0,0 25 0,0-25 0,0 0 0,0 0 15,0 25-15,0-25 0,0 0 0,25 24 0,-50-24 16,25 0-16,0 25 0,0-25 0,0 0 0,0 0 0,0 25 15,0-25-15,-25 0 0,25 0 0,0 0 0,-24 25 16,24-25-16,0 0 0,0 0 31,-25 0-31,25 0 0,0 0 0,-25 0 0,25 0 0,0 0 0,0 0 16,-25 0-16,25 0 0,0 0 0,0 0 0,0 0 0,0 0 0,0 0 0,-25 0 93,25 0-93,25 0 0,-25-25 0,0 25 0,0 0 0,0-25 0,25 25 0,-25 0 0,0-25 0,25 25 0</inkml:trace>
  <inkml:trace contextRef="#ctx0" brushRef="#br0" timeOffset="164225.3929">24358 7665 0,'25'0'16,"-25"0"-16,0 0 0,0 0 0,0 0 0,25 24 0,-25-24 15,0 0-15,0 0 0,0 25 0,25-25 0,-25 0 16,0 25-16,0-25 0,0 25 0,0 0 0,0-25 0,0 24 15,0 1-15,0 0 0,0 0 0,-25-25 0,25 25 16,0-1-16,0 1 0,0 0 0,-25 0 0,25 0 16,0 0-16,-25-25 0,25 24 0,-25 1 0,25 0 0,-24 0 15,-1 0-15,25-25 0,-25 24 0,0-24 0,25 25 16,-25 0-16,1-25 0,-1 25 0,0-25 0,25 25 0,-25-25 15,0 0-15,1 24 0,24-24 0,-25 0 0,25 25 16,-25-25-16,25 0 0,-25 0 0</inkml:trace>
  <inkml:trace contextRef="#ctx0" brushRef="#br0" timeOffset="164855.4289">24978 7888 0,'25'0'0,"-25"0"0,0 0 0,0 0 0,0 0 0,0 0 15,25 0-15,-25 0 0,0 0 0,0 0 0,0 0 78,25 0-78,-25 0 16,0 0-16,25 0 0,-25 0 0,24 0 0,-24 0 0,0 0 0,25 0 0,-25 0 0,25 0 0,-25 0 0,25 0 0,-25 0 0,0 0 0,25 0 0,-25 0 0,24 0 0,-24 0 0,0 0 0,0 0 0,25 0 0,-25 0 0,0 0 0,0 0 0,0 0 0,0 0 0,0 0 0,0 0 0,0 0 0,0 0 0,0 0 16</inkml:trace>
  <inkml:trace contextRef="#ctx0" brushRef="#br0" timeOffset="165063.4411">25202 7789 0,'0'-25'0,"0"25"15,-25 0-15,25 0 0,0 0 0,0 0 0,0 0 16,0 0-16,0 0 0,0 0 0,0 0 0,0 0 0,0 25 15,0-25-15,0 0 0,0 24 0,0-24 0,-25 25 16,25-25-16,0 25 0,0-25 0,-25 25 0,25 0 16,0-25-16,-25 24 0,25 1 0,0-25 0,-24 25 0,24 0 15,0 0-15,-25-25 0,25 25 0,0-1 0,0 1 16,0-25-16,0 25 0,0-25 0,0 25 0,0-25 0,0 25 15,0-25-15</inkml:trace>
  <inkml:trace contextRef="#ctx0" brushRef="#br0" timeOffset="165645.4743">25995 7565 0,'0'0'0,"0"-24"0,0 24 0,0 0 16,0 0-16,0 0 0,0 0 0,-24 0 0,24 0 15,0 0-15,0 0 0,0 0 0,0 0 0,-25 0 16,25 0-16,0 24 78,-25-24-78,25 0 0,-25 25 0,25-25 0,-25 0 0,25 25 0,-25 0 0,25-25 0,-24 25 0,24-1 0,-25 1 0,25-25 0,-25 25 0,25 0 0,-25 0 0,25-1 0,0 1 0,-25 0 0,25-25 0,0 25 0,-24 0 0,24-1 0,0 1 0,0-25 0,0 25 0,-25 0 0,25 0 0,0-25 0,0 25 0,0-1 0,0-24 15,25 25-15,-25-25 0,0 25 0,0-25 0,24 25 16,-24-25-16,0 0 0,25 25 0,-25-25 0,25 0 0,0 0 16,-25 0-16,25 0 0,-25 0 0</inkml:trace>
  <inkml:trace contextRef="#ctx0" brushRef="#br0" timeOffset="166274.5103">26417 7615 0,'0'0'0,"0"0"15,0 0-15,0 0 0,0-25 0,0 25 0,-25 0 0,25 0 16,0 0-16,0 0 0,0 0 0,0-25 0,0 25 15,0 0-15,0 0 0,-25 0 0,25 0 0,0 0 16,0-24-16,0 24 0,0 0 0,-24 0 0,24 0 0,0 0 16,0 0-16,0 0 0,-25 0 0,25 0 0,0 0 0,0 0 15,-25 0-15,25 0 0,0 0 0,-25 0 0,25 0 16,0 24-16,-25-24 0,25 0 0,0 0 0,-24 25 15,24-25-15,0 25 0,-25-25 0,25 25 0,-25-25 0,25 25 16,0-1-16,-25 1 0,25-25 0,0 25 0,0 0 16,0-25-16,0 25 0,-25-25 0,25 24 0,0-24 0,0 25 15,25-25-15,-25 25 0,0-25 0,0 25 0,0-25 16,0 25-16,0-25 0,0 0 0,25 0 0,-25 24 0,0-24 15,0 0-15,0 0 0,25 0 0,-25 0 0,0 25 16,25-25-16,-25 0 0,0 0 0,24 0 0,-24 0 16,0 0-16,25 0 0,-25 0 0,0 0 0,0-25 0</inkml:trace>
  <inkml:trace contextRef="#ctx0" brushRef="#br0" timeOffset="166676.5333">26491 7888 0,'0'0'15,"0"0"-15,0 0 0,0 0 0,0 0 0,0 0 16,0 0-16,0 0 0,0-25 0,0 25 0,0 0 0,0 0 15,0 0-15,-24 0 0,24 0 0,0 0 0,0 0 16,0 0-16,0 25 0,0-25 0,-25 0 0,25 0 0,0 0 16,0 0-16,-25 0 0,25 0 0,0 25 0,-25-25 15,25 0-15,0 0 0,0 0 0,-25 24 0,25-24 0,0 0 16,-24 0-16,24 0 0,0 25 0,0-25 0,0 0 15,0 0-15,-25 0 0,25 0 0,0 25 0,0-25 16,0 0-16,0 0 0,0 0 0,0 0 0,0 0 0,0 0 16,0 0-16,0 25 0,0-25 0,0 0 0,0 0 15,0 0-15,25 0 0,-25 0 0,0 0 0,0 0 16,24 0-16,-24 0 0,0 25 0,25-25 0,-25 0 0,0 0 15,25 0-15,-25 0 0,25 0 0,-25 0 0,0 0 16,25 0-16,-25 25 0,24-25 0,-24 0 0,0 0 0,25 0 16,-25 0-16,0 0 0,25 0 0,-25 0 0,0 0 15,25 0-15,-25 0 0,0 0 0,0 24 0,25-24 0,-25 0 16,0 0-16,0 0 0,0-24 0,0 24 0,0 0 15,0 0-15,0 0 0,0 0 0,0 0 0</inkml:trace>
  <inkml:trace contextRef="#ctx0" brushRef="#br0" timeOffset="166913.5469">26615 7937 0,'0'0'0,"0"0"0,-24 0 0,24 0 16,0-24-16,0 24 0,0 0 0,0 0 0,0 0 16,0 0-16,0 0 0,0 0 0,0 0 0,0 0 15,0 0-15,0 0 0,0 0 0,0 0 0,0 0 0,0 0 16,-25 0-16,25 24 0,0-24 0,0 0 0,0 25 15,0-25-15,0 25 0,-25-25 0,25 25 0,0 0 16,0-25-16,-25 25 0,25-1 0,0-24 0,0 25 0,-25-25 16,25 25-16,0 0 0,0-25 0,0 25 0,-24-25 15,24 24-15,0 1 0,0-25 0,0 0 0,0 25 0,0-25 16,0 25-16,0-25 0,-25 0 0,25 25 0,0-25 15,25 0-15,-25 0 0,0 0 0,0 0 0,0 0 0</inkml:trace>
  <inkml:trace contextRef="#ctx0" brushRef="#br0" timeOffset="167178.562">26839 8037 0,'0'0'0,"0"0"0,24 0 0,-24 0 0,0 0 16,0 0-16,0 0 0,0 0 0,0 0 0,0 25 15,0-25-15,0 0 0,0 0 0,0 24 0,0-24 0,0 25 16,0-25-16,0 25 0,0-25 0,0 25 0,-24-25 0,24 25 15,0-25-15,-25 24 0,25-24 0,-25 25 0,25-25 16,0 25-16,-25-25 0,25 0 0,-25 25 0,25-25 0,-24 0 16,24 25-16,-25-25 0,25 0 0,0 0 0</inkml:trace>
  <inkml:trace contextRef="#ctx0" brushRef="#br0" timeOffset="168327.6278">27434 7491 0,'0'0'0,"0"0"16,0 0-16,0 0 0,0 0 0,0 0 0,0 0 0,0 0 15,0 0-15,0 0 0,0-25 0,0 25 0,0 0 16,0 0-16,0 0 0,0 0 0,0 0 0,0 0 0,0 0 15,0 0-15,0 0 0,0 0 0,0 0 0,0 0 16,0 0-16,0 0 0,0 0 0,0 0 0,0 0 0,0 0 16,0 0-16,0 0 0,0 0 0,0 0 15,0 0-15,0 0 0,0 0 0,0 0 0,-25-25 0,25 25 16,0 0-16,0 0 0,0 0 0,0 0 0,0 0 0,0 0 15,0 0-15,0 0 0,0 0 0,0 0 0,0-24 16,0 24-16,25 0 0,-25 0 0,0 0 0,0 0 0,0 0 16,0 0-16,25 0 0,-25 0 0,0 0 0,0 0 15,25 0-15,-25 0 0,0 0 0,0 0 0,0 0 16,0 0-16,24 0 0,-24 0 0,0 24 0,0-24 15,0 0-15,0 0 0,0 25 0,0-25 0,0 0 0,-24 25 16,24-25-16,0 0 0,0 25 0,-25-25 0,25 25 16,0-1-16,-25-24 0,25 25 0,0-25 0,-25 25 0,25-25 15,-25 25-15,25-25 0,-24 0 0,24 25 0,-25-25 16,25 24-16,0-24 0,-25 0 0,25 0 0,-25 25 0,25-25 15,0 0-15,0 0 0,0 0 0,-25 0 0,25 0 16,0 0-16,0 0 0,0 0 0,0 0 0,0 0 16,0 0-16,0 0 0,0 0 0,25 0 0,-25 0 0,0 0 15,0 0-15,0 0 0,25 25 0,-25-25 0,0 0 0,0 0 16,0 0-16,25 0 0,-25 0 0,0 0 0,0 0 15,0 0-15,25 0 0,-25 0 0,0 25 0,0-25 16,0 0-16,0 0 0,0 25 0,0-25 0,0 0 0,0 24 16,0-24-16,-25 0 0,25 25 0,0-25 0,0 25 15,0-25-15,0 0 0,-25 25 0,25-25 0,0 0 16,0 25-16,-25-25 0,25 0 0,0 24 0,0-24 0,-25 0 15,25 0-15,0 0 0,0 0 0,-24 0 0,24 25 16,0-25-16,0 0 0,-25 0 0,25 0 0,0 0 0,0 0 16,0 0-16,-25 0 0,25 0 0,0 0 0,0 0 15,0-25-15,0 25 0,0 0 0,0 0 0,0 0 0,0 0 16,0 0-16,0-24 0,0 24 0,0 0 0,0-25 15,25 25-15,-25 0 0,0 0 0,25-25 0,-25 25 16,24 0-16,-24 0 0,0-25 0</inkml:trace>
  <inkml:trace contextRef="#ctx0" brushRef="#br0" timeOffset="168702.6492">27831 7541 0,'-25'0'0,"25"0"0,0 0 15,0 0-15,0 0 0,0 0 0,0 0 0,0-25 0,-25 25 16,25 0-16,0 0 0,0 0 0,0 0 0,-25 0 15,25 0-15,0 0 0,0 0 0,-24 0 0,24 0 16,0 0-16,0 25 0,-25-25 0,25 0 0,0 0 0,-25 24 16,25-24-16,0 25 0,-25-25 0,25 0 0,0 25 15,-25-25-15,25 25 0,0 0 0,-24-25 0,24 24 0,0-24 16,0 25-16,-25 0 0,25-25 0,0 25 0,0-25 15,0 25-15,0-1 0,0-24 0,0 25 0,0-25 16,25 25-16,-25-25 0,0 25 0,0-25 0,0 25 0,0-25 16,24 0-16,-24 24 0,0-24 0,0 0 0,25 25 15,-25-25-15,25 0 0,-25 25 0,0-25 0,25 0 0,-25 0 16,25 0-16,-25 0 0,24 0 0,-24 0 0,25 0 15,-25 0-15,0 0 0,25 0 0</inkml:trace>
  <inkml:trace contextRef="#ctx0" brushRef="#br0" timeOffset="169077.6707">27930 7913 0,'0'0'0,"0"0"0,0 0 0,0 0 15,0 0-15,0 0 0,0 0 0,0 0 0,0 0 16,0 0-16,0 0 0,0 0 0,0 0 0,0 0 15,0 0-15,0 0 0,0 0 0,-25 0 0,25 0 0,0 24 16,0-24-16,-25 0 0,25 0 0,0 0 0,-24 0 16,24 25-16,0-25 0,-25 0 0,25 0 0,0 0 15,-25 25-15,25-25 0,0 0 0,-25 0 0,25 0 0,0 25 16,-25-25-16,25 0 0,0 0 0,0 0 0,-24 0 0,24 25 15,0-25-15,0 0 0,0 0 0,0 0 0,0 0 16,0 0-16,0 0 0,0 0 0,0 25 0,0-25 16,0 0-16,24 0 0,-24 0 0,0 0 0,25 0 0,-25 0 15,0 0-15,25 24 0,-25-24 0,25 0 0,-25 0 16,25 0-16,-25 0 0,0 0 0,24 25 0,-24-25 15,25 0-15,-25 0 0,25 0 0,-25 0 0,0 25 0,25-25 16,-25 0-16,0 0 0,25 0 0,-25 0 0,0 0 16,0 0-16,24 0 0,-24 0 0,0 0 0,0 0 0,0 0 15,0 0-15,0 0 0,0 0 0,0 0 0,25 0 16,-25-25-16,0 25 0,0 0 0</inkml:trace>
  <inkml:trace contextRef="#ctx0" brushRef="#br0" timeOffset="169330.6851">28004 7962 0,'0'0'0,"0"0"0,0 0 0,0 0 0,0 0 0,0 0 16,0 0-16,0 0 0,0 0 0,0 0 0,0 0 0,0 0 16,0 0-16,0 25 0,0-25 0,0 0 0,0 0 15,0 0-15,0 25 0,0-25 0,0 0 0,0 25 16,0-25-16,0 25 0,0-25 0,0 0 0,0 24 0,-24-24 15,24 25-15,0-25 0,0 25 0,0-25 0,-25 25 16,25-25-16,0 25 0,0-25 0,-25 24 0,25-24 0,0 0 16,-25 25-16,25-25 0,0 25 0,0-25 0,-25 25 15,25-25-15,0 0 0,0 25 0,0-25 0,-24 0 16,24 24-16,0-24 0,0 0 0,0 0 0,0 25 15,0-25-15,0 0 0,0 0 0,0 0 0,0 0 0</inkml:trace>
  <inkml:trace contextRef="#ctx0" brushRef="#br0" timeOffset="169641.7029">28228 8086 0,'0'0'16,"0"0"-16,0-24 0,0 24 0,0 0 0,25 0 0,-25 0 15,0 0-15,0 0 0,0 0 0,0 0 0,0 0 16,0 0-16,0 0 0,0 24 0,0-24 0,0 0 0,0 0 15,0 25-15,0-25 0,0 0 0,0 25 0,0-25 16,0 25-16,-25-25 0,25 0 0,0 25 0,0-25 0,0 0 16,-25 24-16,25-24 0,0 25 0,-25-25 0,25 0 15,0 25-15,-25-25 0,25 0 0,0 0 0,-24 25 0,24-25 16,0 0-16,-25 0 0,25 0 0,0 0 0,-25 0 15,25 0-15,0 0 0,0 0 0,0 0 0</inkml:trace>
  <inkml:trace contextRef="#ctx0" brushRef="#br0" timeOffset="170189.7343">28674 7640 0,'0'0'0,"0"0"0,0-25 16,0 25-16,0 0 0,0-25 0,0 25 0,0 0 15,0 0-15,0 0 0,0-25 0,0 25 0,0 0 16,0 0-16,0 0 0,0 0 0,0 0 0,0 0 0,0 0 16,0 0-16,0 0 0,-25 0 0,25 0 0,0 0 15,0 0-15,0 0 0,-24 0 0,24 0 0,0 25 0,0-25 16,-25 0-16,25 25 0,-25-25 0,25 25 0,0-25 15,-25 25-15,25-1 0,0-24 0,-25 25 0,25-25 16,0 25-16,0 0 0,-24-25 0,24 25 0,0-1 0,0-24 16,-25 25-16,25-25 0,0 25 0,0 0 0,0-25 15,0 25-15,0-25 0,0 0 0,0 24 0,0-24 16,0 25-16,0-25 0,0 0 0,0 25 0,25-25 0,-25 0 15,0 0-15,0 25 0,24-25 0,-24 0 0,0 0 16,0 0-16,25 0 0,-25 0 0,0 0 0,25-25 0,-25 25 16,25 0-16,-25 0 0,0-25 0,25 25 0,-25 0 15,0-25-15,0 25 0,24-24 0,-24 24 0,0-25 0,0 25 16,25-25-16,-25 25 0,0-25 0,0 25 0,0-25 15,25 1-15,-25 24 0,0-25 0,0 0 0,0 25 16,25-25-16,-25 25 0,0 0 0,0-25 0,0 25 0,0 0 16,0 0-16,0 0 0,0 0 0,0 0 0,0 0 15,0 0-15,0 0 0,0 0 0,0 0 0,0 0 0,0 0 16,0 0-16,-25 0 0,25 0 0,0 0 0,0 25 15,0-25-15,0 0 0,0 0 0,0 0 0,0 25 0</inkml:trace>
  <inkml:trace contextRef="#ctx0" brushRef="#br0" timeOffset="170409.7469">28798 7937 0,'0'0'0,"0"0"0,0 0 0,0 0 0,0 25 0,0-25 15,0 0-15,0 0 0,0 0 0,0 0 0,0 25 16,0-25-16,0 0 0,0 25 0,0-25 0,0 0 15,0 25-15,0-25 0,-25 25 0,25-25 0,0 24 0,0-24 16,-24 25-16,24-25 0,0 25 0,-25-25 0,25 25 16,0-25-16,-25 25 0,25-25 0,-25 24 0,25-24 15,0 0-15,-25 25 0,25-25 0,0 25 0,0-25 0,-24 0 16,24 0-16,0 25 0,0-25 0,0 0 0,24 0 15</inkml:trace>
  <inkml:trace contextRef="#ctx0" brushRef="#br0" timeOffset="170945.7775">29146 7739 0,'0'0'0,"0"-25"0,0 25 0,0 0 16,0-25-16,0 25 0,0 0 0,0 0 0,0-24 15,0 24-15,24 0 0,-24 0 0,0 0 0,0 0 16,0 0-16,0 0 0,25 0 0,-25 0 0,0 0 15,25 0-15,-25 0 0,0 0 0,25 0 0,-25 0 16,0 0-16,0 0 0,25 0 0,-25 24 0,0-24 0,0 0 16,0 0-16,0 25 0,0-25 0,0 25 0,0-25 0,0 0 15,0 25-15,-25-25 0,25 25 0,0-25 0,-25 24 16,25-24-16,-25 25 0,25 0 0,-25-25 0,25 25 15,-24-25-15,24 25 0,0-25 0,-25 24 0,25-24 0,-25 25 16,25-25-16,-25 25 0,25-25 0,-25 25 0,25-25 0,0 25 16,-25-25-16,25 0 0,0 25 0,0-25 0,-24 0 15,24 24-15,0-24 0,0 0 0,0 0 0,0 25 16,0-25-16,0 0 0,0 0 0,0 0 0,0 25 15,0-25-15,0 0 0,24 0 0,-24 0 0,0 0 0,25 0 16,-25 0-16,25 0 0,-25 25 0,25-25 0,-25 0 0,25 0 16,0 0-16,-25 0 0,24 0 0,1 0 0,-25-25 15,25 25-15,0 0 0,0 0 0,-25 0 0,24 0 16,1 0-16,-25-25 0</inkml:trace>
  <inkml:trace contextRef="#ctx0" brushRef="#br0" timeOffset="171309.7983">29716 7764 0,'0'0'0,"0"-25"0,0 25 0,0 0 0,0-25 15,0 25-15,0 0 0,0-25 0,0 25 0,0 0 16,0 0-16,-25 0 0,25-24 0,0 24 0,0 0 0,0 0 16,0 0-16,0 0 0,0 0 0,-25 0 0,25 0 15,0 0-15,0 0 0,0 0 0,-24 24 0,24-24 16,-25 0-16,25 0 0,0 25 0,-25-25 0,25 0 0,-25 25 15,25-25-15,-25 25 0,25-25 0,-24 25 0,24-25 16,0 24-16,-25-24 0,25 25 0,0-25 0,0 25 0,-25-25 16,25 25-16,0-25 0,0 25 0,0-25 0,0 24 15,0-24-15,0 25 0,0-25 0,0 25 0,0-25 16,0 0-16,0 25 0,0-25 0,25 25 0,-25-25 0,0 0 15,0 25-15,0-25 0,25 0 0,-25 0 0,0 24 16,24-24-16,-24 0 0,0 0 0,25 0 0,-25 0 0,0 0 16,25 0-16,-25 0 0,25 0 0</inkml:trace>
  <inkml:trace contextRef="#ctx0" brushRef="#br0" timeOffset="171683.8197">29716 8062 0,'0'0'0,"0"0"0,0 0 0,0 0 0,0 0 15,0 0-15,0 0 0,0 0 0,0 0 0,0 0 16,0 0-16,0 0 0,0 0 0,0 0 0,-25 0 0,25 24 16,0-24-16,0 0 0,0 0 0,0 0 0,0 0 15,-25 25-15,25-25 0,0 0 0,0 0 0,-24 0 0,24 0 16,0 25-16,0-25 0,-25 0 0,25 0 0,0 0 15,0 25-15,-25-25 0,25 0 0,0 0 0,0 0 16,0 0-16,-25 25 0,25-25 0,0 0 0,0 0 0,0 0 16,0 0-16,0 0 0,0 0 0,0 24 0,0-24 15,0 0-15,0 0 0,0 0 0,0 0 0,0 0 0,0 0 16,0 0-16,0 0 0,25 0 0,-25 0 0,0 0 15,0 25-15,25-25 0,-25 0 0,25 0 0,-25 0 0,0 0 16,24 0-16,-24 0 0,0 0 0,25 0 0,-25 0 16,25 0-16,-25 0 0,0 25 0,25-25 0,-25 0 15,0 0-15,0 0 0,25 0 0,-25 0 0,0 0 0,24 0 16,-24 0-16,0 0 0,0 0 0,0 0 0,0 0 15,0 0-15,25 0 0,-25 0 0,0 0 0,0 0 0,0 0 16,0 0-16,0 0 0,0 0 0</inkml:trace>
  <inkml:trace contextRef="#ctx0" brushRef="#br0" timeOffset="171896.8319">29840 8161 0,'0'0'0,"0"-25"16,0 25-16,0 0 0,0 0 0,0 0 0,0 0 15,0 0-15,0 0 0,0 0 0,0 0 0,0 0 0,0 0 16,0 0-16,0 0 0,0 0 0,0 25 0,0-25 15,-25 0-15,25 25 0,0-25 0,0 0 0,0 24 0,0-24 16,0 25-16,0-25 0,0 0 0,-25 25 0,25-25 16,0 25-16,0-25 0,0 25 0,0-25 0,0 0 15,0 24-15,-24-24 0,24 0 0,0 25 0,0-25 0,0 0 16,0 0-16,0 0 0,0 0 0,0 0 0,0 0 15,0 0-15,0 25 0</inkml:trace>
  <inkml:trace contextRef="#ctx0" brushRef="#br0" timeOffset="172460.8639">30510 7392 0,'25'0'0,"-25"0"0,0 0 0,0 0 0,0 0 16,0 25-16,0-25 0,0 0 0,0 0 0,0 0 0,0 0 15,0 24-15,0-24 0,0 0 0,24 0 0,-24 25 16,0-25-16,0 25 0,0-25 0,0 25 0,0 0 0,0-25 16,0 24-16,0 1 0,0 0 0,0-25 0,0 25 15,0 0-15,0-1 0,0 1 0,-24-25 0,24 25 0,0 0 16,0 0-16,-25-1 0,25-24 0,0 25 0,-25 0 15,25 0-15,0 0 0,-25-25 0,25 24 0,-25 1 0,25 0 16,-24-25-16,24 25 0,-25 0 0,0-25 0,25 25 16,-25-1-16,25-24 0,-25 25 0,25 0 0,-24-25 15,-1 25-15,25-25 0,-25 25 0,25-25 0,-25 24 0,0-24 16,25 0-16,-25 25 0,25-25 0,-24 0 0,24 25 15,-25-25-15,25 0 0,-25 0 0,25 0 0,-25 0 16,25 25-16,0-25 0,-25 0 0</inkml:trace>
  <inkml:trace contextRef="#ctx0" brushRef="#br0" timeOffset="173002.8952">31080 7937 0,'0'0'0,"25"0"0,-25 0 0,0 0 0,25 0 0,-25 0 0,25 0 0,-25 0 0,0 25 0,24-25 0,-24 0 0,0 0 0,0 0 0,25 0 0,-25 0 0,0 0 0,0 0 0</inkml:trace>
  <inkml:trace contextRef="#ctx0" brushRef="#br0" timeOffset="173165.9043">30857 8062 0,'0'0'0,"0"24"0,0-24 0,0 0 0,0 0 0,0 0 16,0 0-16,0 0 0,0 0 0,25 0 16,-25 0-16,0 0 0,25 0 0,-25 0 0,24 0 0,-24 0 0,25 0 15,-25 0-15,25 0 0,0 0 0,-25 0 0,25 0 16,-1 0-16,1 0 0,-25 0 0,25 0 0,0 0 0,-25 0 15,25 25-15,-1-25 0,-24 0 0,25 0 0,0 0 16,-25 0-16,25 0 0,-25 0 0,25 0 0</inkml:trace>
  <inkml:trace contextRef="#ctx0" brushRef="#br0" timeOffset="174185.9628">31626 7392 0,'0'0'0,"0"0"0,0 0 0,0 0 16,0 0-16,0 0 0,0 0 0,0 0 0,0 0 15,0 0-15,0 0 0,0 0 0,0 0 0,0 0 16,0 0-16,0 0 0,0 0 0,0 0 0,0 0 0,0 0 16,0 0-16,0 0 0,0 0 0,0 0 0,0 0 0,0 0 15,0 0-15,0 0 0,0 0 0,0 0 0,0 0 0,0 0 16,0 0-16,0 0 0,0 0 0,-25 0 0,25 0 15,0 0-15,0 0 0,0 0 0,-25 25 0,25-25 0,0 0 16,-24 0-16,24 24 0,0-24 0,-25 0 0,25 25 16,-25-25-16,25 0 0,0 25 0,-25-25 0,25 25 0,0-25 15,-25 25-15,25-25 0,-24 24 0,24 1 0,0-25 0,-25 25 16,25-25-16,0 25 0,0-25 0,-25 25 0,25-1 15,0-24-15,0 25 0,-25 0 0,25-25 0,0 25 0,0-25 16,0 25-16,-25-1 0,25-24 0,0 25 0,0-25 16,0 25-16,0 0 0,0-25 0,0 25 0,0-25 0,0 24 15,0-24-15,0 25 0,0-25 0,0 25 0,25-25 16,-25 25-16,0-25 0,0 0 0,0 25 0,0-25 0,25 0 15,-25 25-15,0-25 0,0 0 0,25 0 0,-25 24 16,0-24-16,0 0 0,25 0 0,-25 0 0,0 0 0</inkml:trace>
  <inkml:trace contextRef="#ctx0" brushRef="#br0" timeOffset="174828.9993">31800 7590 0,'-25'0'0,"25"0"0,0 0 0,0 0 0,0-25 0,0 25 16,0 0-16,0 0 0,0 0 0,0 0 0,0 0 0,0 0 16,0 0-16,-25 0 0,25 0 0,0 0 0,0 0 15,0 0-15,0 0 0,0 0 0,0 25 0,0-25 0,0 0 16,-25 0-16,25 0 0,0 25 0,0-25 0,0 0 15,-25 0-15,25 25 0,0-25 0,0 0 0,-24 25 0,24-25 16,0 24-16,0-24 0,0 25 0,-25-25 0,25 25 16,0-25-16,0 0 0,0 25 0,-25-25 0,25 25 0,0-25 15,0 24-15,0-24 0,0 25 0,0-25 0,0 25 0,0-25 16,0 0-16,0 25 0,0-25 0,0 0 0,0 25 15,0-25-15,0 0 0,0 0 0,0 24 0,0-24 0,0 0 16,0 0-16,0 0 0,25 0 0,-25 0 0,0 25 0,0-25 16,0 0-16,0 0 0,25 0 0,-25 0 0,0 0 15,24 0-15,-24 0 0,0-25 0,0 25 0,25 0 0,-25 0 16,0 0-16,25-24 0,-25 24 0,0 0 0,25-25 15,-25 25-15,0 0 0,25-25 0,-25 25 0,0-25 0,24 25 16,-24-25-16,0 25 0,25-24 0,-25 24 0,0-25 0,0 0 16,0 25-16,25-25 0,-25 25 0,0-25 0,0 25 15,0 0-15,0-24 0,0 24 0,0 0 0,0-25 0,0 25 16,0 0-16,0 0 0,0 0 0,25 0 0,-25 0 15,0 0-15,0 0 0,0 0 0,0 0 0,0 0 0,0 0 16,0 0-16,0 0 0,0 0 0,0 0 0,0 0 16,0 0-16,0 0 0,0 0 0,0 0 0,0 0 0,0 0 15,0 0-15,0 0 0</inkml:trace>
  <inkml:trace contextRef="#ctx0" brushRef="#br0" timeOffset="175109.0156">31849 7937 0,'0'0'0,"0"25"0,0-25 16,0 0-16,0 0 0,0 0 0,0 0 0,0 0 15,0 0-15,0 25 0,0-25 0,0 0 0,0 0 0,0 25 16,0-25-16,0 0 0,0 25 0,0-25 0,-25 0 16,25 25-16,0-25 0,0 0 0,0 24 0,-24-24 0,24 25 15,0-25-15,0 0 0,-25 25 0,25-25 0,0 0 0,0 25 16,-25-25-16,25 0 0,0 0 0,0 25 0,0-25 15,-25 0-15,25 0 0,0 0 0,0 0 0,0 0 0,0 0 16,0 0-16</inkml:trace>
  <inkml:trace contextRef="#ctx0" brushRef="#br0" timeOffset="175722.0507">32246 7689 0,'0'-24'0,"0"24"0,0 0 0,0 0 16,0 0-16,-25 0 0,25 0 0,0 0 0,0 0 0,0 0 16,-25 0-16,25 0 0,0 0 0,0 0 0,0 0 15,-24 0-15,24 0 0,0 0 0,0 24 0,-25-24 0,25 0 16,0 25-16,0-25 0,-25 0 0,25 25 0,0-25 0,-25 0 15,25 25-15,-25-25 0,25 25 0,0-25 0,0 24 16,-24-24-16,24 25 0,0-25 0,-25 25 0,25-25 0,0 25 16,0-25-16,0 25 0,-25-25 0,25 24 0,0-24 0,149-124 280,-149 124-280</inkml:trace>
  <inkml:trace contextRef="#ctx0" brushRef="#br0" timeOffset="175896.0607">32196 8037 0,'0'0'0,"25"0"0,-25 0 0,0 0 15,0 0-15,0 0 0,0 0 0,0 0 0,0 25 0,0-25 16,0 0-16,0 0 0,0 0 0,0 24 0,0-24 15,0 0-15,0 25 0,0-25 0,0 0 0,-25 25 0,25-25 16,0 0-16,0 25 0,-24-25 0,24 0 0,0 25 16,-25-25-16,25 0 0,0 24 0,-25-24 0,25 0 0,0 25 15,-25-25-15,25 0 0,0 0 0,-25 25 0,25-25 0,0 0 16,-24 0-16,24 0 0,0 0 0,0 25 0,0-25 15,0 0-15,0 0 0,0 0 0,0 0 0</inkml:trace>
  <inkml:trace contextRef="#ctx0" brushRef="#br0" timeOffset="177361.1444">32345 7714 0,'0'0'0,"0"0"0,0 0 0,0 0 0,0 0 0,0 0 16,0 0-16,0 0 0,0 0 0,-24 0 0,24 0 15,0 0-15,0 0 0,0 0 0,0 0 0,0 0 0,0 0 16,0 0-16,0 0 0,0 0 0,-25 0 0,25 0 0,0 0 16,0 0-16,0 0 0,0 0 0,0 0 0,-25 0 15,25 0-15,0 0 0,0 0 0,0 0 0,-25 0 0,25 0 16,0 0-16,0 0 0,-25 0 0,25 0 0,0 0 0,-25 0 15,25 25-15,0-25 0,0 0 0,0 0 0,-24 0 16,24 0-16,0 0 0,0 0 0,0 25 0,-25-25 0,25 0 16,0 0-16,0 0 0,-25 0 0,25 25 0,0-25 15,0 0-15,0 0 0,0 0 0,0 24 0,-25-24 0,25 0 16,75 348 249,-75-348-265,24 0 0,-24 0 0,0 0 0,0 0 0,25 0 0,-25 0 16,0-25-16,0 25 0,0 0 0,25 0 0,-25 0 0,0 0 0,0 0 0,25 0 0,-25 0 0,0 0 0,0 0 0,0-25 0,25 25 0,-25 0 0,0 0 0,0 0 0,25 0 0,-25 0 0,0-25 0,0 25 0,0 0 0,0 0 0,24 0 0,-24 0 0,0-24 0,0 24 0,0 0 0,0 0 0,0 0 0,0 0 0,0-25 0,25 25 15,-25 0-15,0 0 0,0 0 0,0 0 0,0-25 16,0 25-16,0 0 0,0 0 0,0-25 0,25 25 0,-25 0 15,0-25-15,0 25 0,0 0 0,0 0 0,0-25 0,0 25 16,0 0-16,0 0 0,0 0 0,25-24 0,-25 24 0,0 0 16,0 0-16,0 0 0,0 0 0,0 0 0,0 0 15,0 0-15,0-25 0,0 25 0,0 0 0,0 0 0,0 0 16,0 0-16,0 0 0,0 0 0,0 0 0,0 0 0,0 0 15,0-25-15,0 25 0,0 0 0,0 0 0,0 0 0,0 0 16,0 0-16,0-25 0,0 25 0,0 0 0,0 0 16,0 0-16,0 0 0,0 0 0,0 0 0,0 0 0,-25 0 15,25 0-15,0 0 0,0 0 0,0 0 0,0 0 0,0 0 16,0 0-16,-25 0 0,25 0 0,0 0 0,0 0 15,0 0-15,0 0 0,0 0 0,0 0 0</inkml:trace>
  <inkml:trace contextRef="#ctx0" brushRef="#br0" timeOffset="178055.1839">32395 8161 0,'0'0'0,"0"0"0,0 0 0,0 0 0,0 0 15,0 0-15,0 0 0,0 0 0,0 0 0,0 0 0,0 0 0,0 0 16,0 0-16,0 0 0,0 0 0,25 0 0,-25 0 16,0 0-16,0 0 0,0 0 0,0 0 0,0 0 0,0 25 15,0-25-15,0 0 0,0 0 0,0 0 0,0 0 16,0 24-16,0-24 0,0 0 0,0 0 0,0 0 0,-25 25 15,25-25-15,0 0 0,0 25 0,-25-25 0,25 0 0,0 0 16,0 25-16,-25-25 0,25 0 0,0 0 0,0 25 0,-24-25 16,24 0-16,0 0 0,-25 24 0,25-24 0,0 0 15,0 0-15,-25 0 0,25 0 0,0 0 0,0 0 0,0 0 16,0 0-16,-25 0 0,25 0 0,0 0 0,0 0 15,0 0-15</inkml:trace>
  <inkml:trace contextRef="#ctx0" brushRef="#br0" timeOffset="179739.2805">32792 7689 0,'0'0'0,"0"0"0,0 0 0,-25 0 16,25 0-16,0-24 0,0 24 0,0 0 0,0 0 16,0 0-16,0 0 0,0 0 0,0 0 0,0 0 0,0 0 15,0 0-15,0 0 0,0 0 0,0 0 0,0 0 16,0 0-16,0 0 0,0 0 0,0 24 0,-25-24 0,25 0 15,0 0-15,-25 0 0,25 25 0,0-25 0,-24 0 0,24 25 16,-25-25-16,25 0 0,0 25 0,-25-25 0,25 25 0,0-25 16,-25 24-16,25-24 0,0 25 0,-25-25 0,25 25 15,0 0 328</inkml:trace>
  <inkml:trace contextRef="#ctx0" brushRef="#br0" timeOffset="183969.5223">6995 6350 0,'0'0'0,"0"0"0,0 0 0,0 0 0,0 0 0,0 0 0,0 0 0,0 0 16,0 0-16,0 0 0,0 0 0,0 0 0,0 0 0,0 0 15,0 0-15,0 0 0,0 0 0,0 0 0,0 0 16,0 0-16,0 0 0,0 0 0,0 0 0,0 0 16,0 0-16,0 0 0,0 0 0,0 0 0,0 0 0,0 0 15,-25 0-15,25 0 0,0 0 0,0 0 0,0 0 16,0 0-16,0 0 0,0 0 0,0 0 0,0-25 0,0 25 15,0 0-15,0 0 0,0 0 0,0 0 0,0 0 16,0 0-16,0 0 0,0 0 0,0 0 0,0 0 0,0 0 16,0 0-16,0 0 0,0 0 0,0 0 0,0 0 15,0 0-15,0 0 0,0 0 0,0 0 0,0 0 16,0 0-16,0 0 0,0 0 0,0 0 0,0 0 15,0 0-15,0 0 0,0 0 0,0 0 0,0 0 0,0 0 16,0 0-16,0 0 0,0 0 0,0 0 0,0 0 0,0 0 16,0 0-16,0 0 0,0 0 0,0 0 0,0 0 15,0 0-15,0 0 0,0 0 0,0 0 0,0 0 0,0 0 16,0 25-16,0-25 0,0 0 0,0 0 0,0 0 15,0 0-15,0 0 0,-25 0 0,25 0 0,0 0 16,0 0-16,0 0 0,0 0 0,0 25 0,0-25 0,0 0 16,0 0-16,0 0 0,0 0 0,0 0 0,0 0 0,-24 0 15,24 25-15,0-25 0,0 0 0,0 0 0,0 0 16,0 0-16,0 24 0,0-24 0,0 0 0,0 0 15,0 0-15,0 0 0,0 0 0,0 25 0,0-25 0,0 0 16,0 0-16,0 0 0,0 25 0,0-25 0,0 0 16,0 0-16,0 0 0,0 0 0,0 0 0,0 0 15,0 25-15,0-25 0,0 0 0,0 0 0,0 0 0,0 0 16,0 25-16,0-25 0,0 0 0,0 0 0,0 0 0,0 0 15,0 0-15,0 0 0,0 0 0,0 24 0,24-24 16,-24 0-16,0 0 0,0 0 0,0 0 0,0 0 16,0 25-16,0-25 0,0 0 0,0 0 0,0 0 0,0 0 15,0 25-15,0-25 0,0 0 0,0 0 0,0 0 16,0 0-16,0 0 0,0 0 0,0 25 0,0-25 15,0 0-15,0 0 0,0 0 0,0 0 0,0 0 0,0 0 16,0 25-16,0-25 0,0 0 0,0 0 0,0 0 0,0 0 16,0 0-16,0 24 0,0-24 0,0 0 0,0 0 15,0 0-15,0 0 0,0 25 0,0-25 0,0 0 16,0 0-16,0 0 0,0 0 0,0 25 0,0-25 0,0 0 15,0 0-15,0 0 0,-24 0 0,24 0 0,0 25 16,0-25-16,0 0 0,0 0 0,0 0 0,0 0 16,0 25-16,0-25 0,0 0 0,0 0 0,0 0 0,0 0 15,0 0-15,-25 0 0,25 24 0,0-24 0,0 0 16,0 0-16,0 0 0,0 0 0,0 0 0,0 0 15,-25 0-15,25 0 0,0 0 0,0 0 0,0 0 0,0 25 16,0-25-16,-25 0 0,25 0 0,0 0 0,0 0 16,0 0-16,0 0 0,-25 0 0,25 0 0,0 0 0,0 0 15,0 0-15,0 0 0,0 0 0,0 0 0,0 0 16,0 0-16,-25 0 0,25 0 0,0 0 0,0 0 0,0 0 15,0 0-15,0 0 0,0 0 0,0 0 0,0 0 16,0 0-16,0 0 0,0 0 0,0 0 0,0 0 0,0 0 16,0-25-16,0 25 0,0 0 0,0 0 0,0 0 15,0 0-15,0 0 0,0 0 0,0 0 0,0 0 16,0 0-16,0 0 0,0 0 0,0 0 0,0 0 0,0 0 15,0 0-15,0 0 0,0 0 0,0 0 0,0 0 16,0 0-16,0 0 0,0 25 0,0-25 0,0 0 16,0 0-16,25 0 0,-25 0 0,0 0 0,0 0 0,0 25 15,0-25-15,0 0 0,0 0 0,0 25 0,25-25 16,-25 0-16,0 0 0,0 25 0,0-25 0,0 0 0,0 25 15,0-25-15,0 0 0,0 24 0,0-24 0,0 25 16,0-25-16,0 0 0,0 25 0,0-25 0,25 0 0,-25 25 16,0-25-16,0 0 0,0 25 0,0-25 0,0 0 15,-25 24-15,25-24 0,0 0 0,0 25 0,0-25 16,0 0-16,0 25 0,0-25 0,0 0 0,0 25 0,0-25 15,0 0-15,0 25 0,0-25 0,0 0 0,0 0 16,0 24-16,0-24 0,0 0 0,-25 0 0,25 25 0,0-25 16,0 0-16,0 25 0,0-25 0,0 0 0,0 25 15,0-25-15,0 25 0,0-25 0,0 0 0,0 24 16,0-24-16,0 0 0,0 25 0,0-25 0,-25 0 0,25 25 15,0-25-15,0 25 0,0-25 0,0 0 0,0 25 16,0-25-16,0 24 0,0-24 0,0 0 0,0 25 16,0-25-16,0 25 0,0-25 0,0 0 0,0 25 0,0-25 15,0 25-15,0-25 0,0 24 0,-24-24 0,24 25 16,0-25-16,0 25 0,0-25 0,0 25 0,0-25 0,0 25 15,0-25-15,0 24 0,0-24 0,-25 25 0,25-25 16,0 25-16,0-25 0,0 25 0,0-25 0,0 25 0,0-25 16,0 0-16,0 24 0,-25-24 0,25 25 0,0-25 0,0 25 15,0-25-15,0 0 0,0 25 0,0-25 0,0 0 16,0 25-16,0-25 0,0 0 0,0 24 0,0-24 15,0 0-15,0 0 0,0 25 0,0-25 0,-25 0 0,25 0 16,0 0-16,0 0 0,0 0 0,0 0 0,0 0 16,0 0-16,25 0 0,-25 0 0,0 0 0,0 0 15,0 0-15,0 0 0,0 0 0,0 0 0,0-25 0,0 25 16,0 0-16</inkml:trace>
  <inkml:trace contextRef="#ctx0" brushRef="#br0" timeOffset="185099.5871">3125 9872 0,'0'0'0,"0"0"0,0 0 16,0 0-16,0 0 0,0 0 0,0 0 0,0 0 0,0 0 16,-24 0-16,24 0 0,0 0 0,0-25 0,0 25 15,0 0-15,0 0 0,0 0 0,0 0 0,0 0 0,0 0 16,0 0-16,0 0 0,0 0 0,0 0 0,0 0 15,0 0-15,24 0 0,-24 0 0,0 0 0,0 0 16,0 0-16,0 0 0,0 0 0,25 0 0,-25 0 0,0 0 16,0 0-16,25 0 0,-25 0 0,0 25 0,25-25 15,-25 0-15,25 0 0,-25 0 0,0 0 0,24 0 0,-24 0 16,25 0-16,-25 0 0,25 0 0,-25 0 0,25 0 15,-25 0-15,25 0 0,-25 0 0,0 0 0,24 0 16,-24 0-16,0 0 0,0 0 0,0 0 0</inkml:trace>
  <inkml:trace contextRef="#ctx0" brushRef="#br0" timeOffset="185397.6041">3150 9947 0,'0'-25'16,"0"25"-16,0 0 0,0 0 0,0 0 0,0 0 0,0 0 15,0 0-15,0 0 0,0 0 0,0 0 0,0 0 16,0 0-16,0 0 0,0 0 0,0 0 0,0 0 0,0 0 15,0 0-15,0 0 0,0 0 0,25 0 0,-25 0 16,0 0-16,0 0 0,25 0 0,-25 0 0,0 0 0,25 0 16,-25 0-16,0 0 0,24 25 0,-24-25 0,25 0 15,-25 0-15,25 0 0,-25 0 0,0 0 0,25 0 0,-25 0 16,25-25-16,-25 25 0,0 0 0,24 0 0,-24 0 15,0 0-15,25 0 0,-25-25 0,0 25 0</inkml:trace>
  <inkml:trace contextRef="#ctx0" brushRef="#br0" timeOffset="186202.6502">3299 9723 0,'0'-24'0,"0"24"0,0 0 16,0 0-16,0 0 0,0 0 0,0 0 0,0 0 16,0 0-16,0 0 0,0 0 0,0 0 0,0 0 0,0 0 15,0 0-15,0 0 0,0 0 0,0 0 0,0 0 16,0 0-16,0 0 0,0 0 0,0 0 0,0 0 15,0 0-15,0 0 0,25 0 0,-25 0 0,0 0 0,0 24 16,0-24-16,0 0 0,25 0 0,-25 0 0,0 0 16,24 0-16,-24 0 0,0 0 0,25 0 0,-25 0 0,25 0 15,-25 0-15,25 25 0,-25-25 0,25 0 0,-25 0 16,24 0-16,-24 0 0,25 0 0,-25 25 0,25-25 0,-25 0 15,25 0-15,-25 25 0,0-25 0,25 0 16,-25 25-16,0-25 0,0 0 0,24 0 0,-24 24 0,0-24 16,0 0 93,-49 124-109,49-124 0,-25 0 0,25 25 0,-25-25 0,25 25 0,0-25 0,-25 25 0,25-25 0,0 25 0,0-25 0,-24 0 0,24 25 0,0-25 0,0 0 0,0 0 0,0 0 0,0 24 0,24-24 0,-24 0 15,0 0-15,0-24 0,0 24 0,25 0 0,-25 0 0</inkml:trace>
  <inkml:trace contextRef="#ctx0" brushRef="#br0" timeOffset="188536.7837">4192 9525 0,'0'0'0,"0"0"0,0 0 15,0 0-15,0 0 0,0 0 0,0 0 0,0-25 0,-25 25 16,25 0-16,0 0 0,0 0 0,0 0 0,0 0 15,0 0-15,0 0 0,0 0 0,0 0 0,0 0 16,0 0-16,0 0 0,0 0 0,0 0 0,0 0 0,0 0 16,0 0-16,-25 0 0,25 0 0,0 0 0,0 0 15,0 0-15,0 0 0,0 0 0,0 0 0,0 0 0,0 0 16,-24 0-16,24 0 0,0 0 0,0 0 0,0 0 15,0 0-15,0 0 0,0 0 0,0 0 0,0 0 0,0 0 16,0 0-16,0 0 0,0 0 0,0 0 0,0 0 16,0 0-16,0 0 0,0 0 0,0 25 0,0-25 15,0 0-15,0 0 0,0 0 0,0 0 0,0 0 0,0 0 16,0 0-16,0 0 0,0 0 0,0 25 0,0-25 0,0 0 15,0 0-15,0 0 0,0 0 0,0 0 0,0 0 16,24 25-16,-24-25 0,0 0 0,0 0 0,0 0 0,0 0 16,0 24-16,0-24 0,0 0 0,0 0 15,25 0-15,-25 25 0,0-25 0,0 0 0,0 0 0,0 0 16,0 25-16,0-25 0,25 0 0,-25 0 0,0 25 0,0-25 15,0 0-15,0 0 0,0 0 0,0 25 0,25-25 16,-25 0-16,0 0 0,0 0 0,0 0 0,0 24 16,0-24-16,0 0 0,0 0 0,0 0 0,25 0 0,-25 25 15,0-25-15,0 0 0,0 0 0,0 0 0,0 0 16,0 0-16,0 0 0,0 0 0,0 0 0,0 0 0,0 0 15,0 25-15,0-25 0,0 0 0,0 0 0,0 0 16,0 0-16,0 0 0,0 0 0,0 0 0,0 0 16,0 0-16,0 0 0,0 0 0,0 0 0,0 0 15,0 0-15,0 0 0,0 0 0,0 25 0,0-25 0,0 0 16,0 0-16,0 0 0,0 0 0,0 0 0,0 0 0,-25 25 15,25-25-15,0 0 0,0 0 0,0 0 0,0 0 16,0 24-16,0-24 0,0 0 0,0 0 0,0 25 0,0-25 16,0 0-16,0 0 0,0 25 0,-25-25 0,25 0 15,0 25-15,0-25 0,0 0 0,0 25 0,0-25 16,0 0-16,0 0 0,0 24 0,0-24 0,0 0 0,0 0 15,0 25-15,0-25 110,-50 100-79,50-100-31,0 0 15,0 24-15,0-24 0,0 0 0,0 0 0,0 0 0,-24 0 0,24 0 0,0 0 0,0 0 0,0 0 0,0 0 0,0 25 0,0-25 0,0 0 0,0 0 0,0 0 0,0 0 0,0 0 0,0 0 0,0 0 0,0 0 0,0 0 0,0 0 0,0 0 0,0 0 0,0 0 0,0 0 0,-25-25 0,25 25 0,0 0 0,0 0 0,0 0 0,0 0 0,0 0 0,0 0 16,0 0-16,0 0 0,0 0 0,0 0 0,0 0 0,0 0 16,0 0-16,0 0 0,0 0 0,0 0 0,0 0 15,0 0-15,0 0 0,0 0 0,0 0 0,0 0 16,0 0-16,0 0 0,0 0 0,0 0 0,0 0 0,0 0 15,0 0-15,0 0 0,0 0 0,0 0 0,0 0 0,0 25 16,0-25-16,0 0 0,0 0 0,0 0 0,0 0 16,0 0-16,0 0 0,25 25 0,-25-25 0,0 0 15,0 0-15,0 0 0,0 0 0,0 0 0,0 0 0,0 0 16,0 0-16,24 25 0,-24-25 0,0 0 0,0 0 15,0 0-15,0 0 0,0 25 0,25-25 0,-25 0 16,0 0-16,0 0 0,0 24 0,0-24 0,0 0 0,0 0 16,25 25-16,-25-25 0,0 0 0,0 0 0,0 25 15,0-25-15,0 0 0,0 0 0,0 25 0,0-25 0,0 0 16,0 25-16,0-25 0,0 0 0,0 0 0,0 24 15,0-24-15,0 0 0,0 25 0,25-25 0,-25 0 0,0 25 16,0-25-16,0 0 0,0 25 0,0-25 0,0 0 16,0 25-16,0-25 0,0 0 0,0 24 0,0-24 15,0 0-15,0 0 0,0 25 0,0-25 0,0 0 0,0 25 16,0-25-16,0 0 0,0 25 0,0-25 0,0 0 0,0 0 15,0 25-15,0-25 0,0 0 0,0 0 16,0 24-16,0-24 0,0 0 0,0 25 0,0-25 0,0 0 16,0 0-16,0 0 0,0 25 0,0-25 0,0 0 0,0 0 15,0 25-15,0-25 0,0 0 0,0 0 0,0 25 16,0-25-16,0 0 0,0 0 0,0 24 0,0-24 15,0 0-15,0 0 0,0 25 0,0-25 0,0 0 0,0 25 16,0-25-16,0 0 0,0 0 0,0 25 0,0-25 16,0 0-16,0 0 0,0 25 0,0-25 0,0 0 15,0 24-15,0-24 0,0 0 0,0 0 0,0 25 0,0-25 16,0 0-16,0 25 0,0-25 0,0 0 0,0 0 0,0 25 15,0-25-15,0 0 0,25 0 0,-25 25 0,0-25 16,0 0-16,0 0 0,0 24 0,0-24 0,0 0 16,0 0-16,0 25 0,0-25 0,0 0 0,0 25 0,0-25 15,0 0-15,0 25 0,0-25 0,0 0 0,0 0 16,-25 25-16,25-25 0,0 24 0,0-24 0,25 0 0,-25 25 15,0-25-15,0 25 0,0-25 0,0 25 0,0-25 16,0 25-16,0-25 0,0 25 0,0-25 0,0 24 0,0-24 16,0 0-16,0 25 0,0-25 0,0 25 0,0-25 15,0 0-15,0 25 0,0-25 0,0 25 0,0-25 16,0 0-16,0 24 0,0-24 0,0 25 0,0-25 0,0 25 15,0-25-15,0 0 0,0 25 0,0-25 0,0 25 16,0-25-16,0 0 0,0 24 0,24-24 0,-24 25 16,-24-25-16,24 0 0,0 25 0,0-25 0,0 25 0,0-25 15,0 0-15,0 25 0,0-25 0,0 24 0,0-24 16,0 0-16,0 25 0,0-25 0,0 25 0,0-25 0,0 0 15,0 25-15,0-25 0,0 25 0,0-25 0,0 0 16,0 24-16,0-24 0,0 0 0,0 25 0,0-25 0,0 25 16,0-25-16,0 0 0,0 25 0,0-25 0,0 0 15,0 25-15,0-25 0,0 24 0,0-24 0,0 0 16,0 25-16,0-25 0,0 0 0,0 25 0,0-25 0,0 25 15,0-25-15,0 0 0,0 25 0,0-25 0,0 24 16,0-24-16,0 25 0,0-25 0,0 0 0,0 25 0,0-25 16,0 25-16,0-25 0,0 25 0,0-25 0,0 0 15,0 24-15,0-24 0,0 25 0,0-25 0,0 25 0,0-25 16,0 25-16,0-25 0,0 25 0,0-25 0,0 0 15,0 25-15,0-25 0,0 24 0,0-24 0,0 25 16,0-25-16,0 25 0,0-25 0,0 25 0,0-25 0,0 25 16,0-25-16,0 24 0,0-24 0,0 0 0,0 25 15,0-25-15,0 25 0,0-25 0,0 0 0,0 25 16,0-25-16,0 0 0,0 25 0,-25-25 0,25 0 0,0 24 15,0-24-15,0 0 0,0 25 0,0-25 0,0 0 16,0 25-16,0-25 0,0 0 0,0 25 0,0-25 0,0 0 16,0 25-16,0-25 0,0 0 0,-25 24 0,25-24 15,0 0-15,0 25 0,0-25 0,0 0 0,0 25 0,0-25 16,0 25-16,0-25 0,0 0 0,-25 25 0,25-25 15,0 24-15,0-24 0,0 0 0,0 25 0,0-25 16,-25 0-16,25 25 0,0-25 0,0 25 0,0-25 0,0 0 16,0 25-16,0-25 0,0 0 0,0 24 0,0-24 15,-24 0-15,24 25 0,0-25 0,0 0 0,0 0 0,0 25 16,0-25-16,0 0 0,0 0 0,0 0 0,0 0 15,0 0-15,0 0 0,0 0 0,0 0 0,0 0 0,0 0 16,0 0-16,0 0 0,-25 0 0,25 0 0,0-25 16</inkml:trace>
  <inkml:trace contextRef="#ctx0" brushRef="#br0" timeOffset="189692.8498">4936 9376 0,'0'-25'0,"0"25"0,0 0 0,0 0 0,0 0 0,0 0 16,0-24-16,0 24 0,0 0 0,0 0 0,0 0 15,0-25-15,0 25 0,0 0 0,0 0 0,0-25 16,0 25-16,0 0 0,0 0 0,-25-25 0,25 25 0,0 0 15,0 0-15,0 0 0,0-25 0,0 25 0,0 0 0,0 0 16,-24 0-16,24-24 0,0 24 0,0 0 0,0 0 16,0 0-16,-25 0 0,25 0 0,0-25 0,0 25 15,0 0-15,-25 0 0,25 0 0,0 0 0,0 0 0,-25 0 16,25 0-16,0 0 0,0 0 0,-25 0 0,25 0 15,0 0-15,0 0 0,0 25 0,-25-25 0,25 0 16,0 0-16,0 24 0,0-24 0,-24 0 0,24 25 0,0-25 16,0 25-16,0-25 0,0 25 0,-25-25 0,25 25 15,0-25-15,0 24 0,0-24 0,0 25 0,0-25 0,0 25 16,0-25-16,0 25 0,0-25 0,0 25 0,0-25 15,0 24-15,0-24 0,0 0 0,25 25 0,-25-25 16,0 0-16,0 25 0,0-25 0,24 0 0,-24 0 0,0 25 16,0-25-16,25 0 0,-25 0 0,0 0 0,25 0 15,-25 0-15,25 0 0,-25 0 0,25 0 0,-25 0 0,25 0 16,-25 0-16,24-25 0,-24 25 0,25 0 0,-25 0 15,0 0-15,25 0 0,-25 0 0,0 0 0,25-25 16,-25 25-16</inkml:trace>
  <inkml:trace contextRef="#ctx0" brushRef="#br0" timeOffset="190032.8689">5060 9550 0,'0'0'16,"0"0"-16,0 0 0,0 0 0,0 0 0,0 0 15,0 0-15,0 0 0,0 0 0,0 0 0,0 0 0,0 0 16,0 0-16,0 0 0,25 0 0,-25-25 0,0 25 15,0 0-15,0 0 0,25 0 0,-25-25 0,0 25 0,0 0 16,0 0-16,0 0 0,25-25 0,-25 25 0,0 0 16,0 0-16,0-24 0,0 24 0,0 0 0,0-25 0,0 25 15,24 0-15,-24 0 0,0-25 0,0 25 0,0 0 16,0-25-16,0 25 0,0 0 0,0 0 0,0-25 15,0 25-15,0 0 0,0 0 0,0 0 0,0 0 0,0 0 16,0 0-16,0 0 0,0 0 0,0 0 0,0 0 0,0 0 16,0 25-16,0-25 0,0 0 0,0 25 0,0-25 15,0 25-15,0-25 0,0 25 0,0-1 0,-24-24 16,24 25-16,0 0 0,0-25 0,0 25 0,0-25 0,0 25 15,0-25-15,0 24 0,0 1 0,24-25 0,-24 25 16,0-25-16,0 0 0,0 25 0,0-25 0,0 0 16,0 0-16,25 25 0,-25-25 0,0 0 0,0 0 0</inkml:trace>
  <inkml:trace contextRef="#ctx0" brushRef="#br0" timeOffset="193271.0543">7640 9401 0,'0'0'0,"0"0"16,0 0-16,0 0 0,0 0 0,25 0 0,-25 0 0,0 0 16,0 0-16,0 0 0,0 0 0,0 0 0,0 0 15,0 0-15,0 0 0,0 0 0,0 0 0,0 0 0,0 0 16,0 0-16,0 0 0,0 0 0,0 0 0,0 0 15,0 0-15,0 0 0,0 0 0,0 0 0,0 0 0,0 0 16,0 0-16,0 0 0,0 0 0,0 0 0,0 0 16,0 0-16,0 0 0,0 0 0,24 0 0,-24 0 15,0 0-15,0 0 0,0 0 0,25 0 0,-25 0 0,0 0 16,25 0-16,-25 0 0,25 0 0,-25 0 0,25 0 15,-25 0-15,24 0 0,-24 0 0,25 0 0,-25 0 0,25 0 16,-25 0-16,25 0 0,-25 25 0,0-25 0,25 0 16,-25 0-16,0 0 0,0 0 0,24 0 0,-24 0 0,0 0 15,0 0-15,0 0 0,0 0 0,0 0 0,25 0 16,-25 0-16,0 0 0,0-25 0,0 25 0,0 0 15,0 0-15,0 0 0,0 0 0</inkml:trace>
  <inkml:trace contextRef="#ctx0" brushRef="#br0" timeOffset="193611.0739">7838 9203 0,'0'0'15,"0"0"-15,0 0 0,0 0 0,0 0 0,0 0 16,0 0-16,0 0 0,0 0 0,0 0 0,0 0 15,0 0-15,0 0 0,0 0 0,0 0 0,0 0 0,0 0 16,0 24-16,0-24 0,0 0 0,0 0 0,0 0 16,0 25-16,0-25 0,0 0 0,0 25 0,-25-25 0,25 25 15,0-25-15,0 25 0,0-25 0,0 24 0,0-24 16,0 25-16,0 0 0,0-25 0,0 25 0,0-25 15,-24 25-15,24-1 0,0-24 0,0 25 0,0-25 0,0 25 16,0 0-16,0-25 0,0 25 0,0-25 0,-25 0 16,25 24-16,0-24 0</inkml:trace>
  <inkml:trace contextRef="#ctx0" brushRef="#br0" timeOffset="194794.1416">8607 9252 0,'0'0'0,"0"0"0,0 0 0,0-25 15,0 25-15,0 0 0,0 0 0,0 0 0,0 0 16,0 0-16,0 0 0,0 0 0,0 0 0,0 0 16,0 0-16,0 0 0,0 0 0,0 0 0,0 0 0,0 0 15,0 0-15,0 0 0,0 0 0,0 0 0,0 0 0,0 0 16,0 0-16,0 0 0,0 0 0,0 0 0,-25 0 15,25 0-15,0 0 0,0 25 0,-24-25 0,24 0 16,0 0-16,0 0 0,-25 25 0,25-25 0,0 0 0,-25 0 16,25 25-16,0-25 0,0 0 0,-25 25 0,25-25 15,0 24-15,-25-24 0,25 0 0,0 25 0,-24-25 16,24 0-16,0 25 0,0-25 0,-25 0 0,25 0 0,0 0 15,0 25-15,0-25 0,0 0 0,0 0 0,0 0 16,0 0-16,0 0 0,0 0 0,0 25 0,0-25 16,0 0-16,0 0 0,0 0 0,0 0 0,0 0 0,25 0 15,-25 0-15,0 0 0,0 0 0,24 0 0,-24 0 0,0 0 16,0 0-16,25 0 0,-25 0 0,25 0 0,-25 0 15,0 0-15,25 0 0,-25 0 0,25 0 0,-25 0 16,0 0-16,24 0 0,-24 0 0,25 0 0,-25 0 0,25 0 16,-25 0-16,0 0 0,25 0 0,-25 0 0,25 0 15,-25 0-15,0 0 0,0 0 0,24 0 0,-24 0 16,0 0-16,0 0 0,25 0 0,-25 0 0,0 0 0,0 0 15,0 0-15,0 0 0,0 0 0,0 0 0,0 0 0,0 0 16,0 0-16,0 0 0,0 0 0,0 0 0,0 0 16,0 0-16,0 0 0,0 0 0,0 0 0,0 0 15,0 0-15</inkml:trace>
  <inkml:trace contextRef="#ctx0" brushRef="#br0" timeOffset="195061.1568">8731 9252 0,'0'-25'0,"0"25"0,0 0 0,-25 0 15,25 0-15,0 0 0,0 0 0,0 0 0,0 0 0,0 0 16,0 0-16,0 0 0,0 0 0,0 0 0,0 0 16,0 0-16,0 25 0,0-25 0,0 0 15,0 25-15,0-25 0,0 25 0,0-25 0,-24 25 0,24-25 0,0 24 16,0 1-16,0 0 0,0-25 0,0 25 0,0 0 15,0-25-15,0 24 0,0 1 0,0-25 0,0 25 0,0 0 16,0-25-16,0 25 0,0-25 0,-25 24 0,25-24 16,0 25-16,0-25 0,0 0 0,0 25 0,0-25 15,0 0-15,0 25 0,0-25 0,0 0 0,0 0 0,0 0 16,0 0-16,0 0 0,0 0 0,0 0 0,0 0 15,0 0-15</inkml:trace>
  <inkml:trace contextRef="#ctx0" brushRef="#br0" timeOffset="195469.1802">9227 9079 0,'0'0'0,"0"0"16,-24 0-16,24 0 0,0-25 0,0 25 0,-25 0 15,25 0-15,0 0 0,0 0 0,-25 0 0,25 0 0,0 0 16,0 0-16,0 0 0,-25 0 0,25 0 0,0 0 16,0 0-16,-25 25 0,25-25 0,0 0 0,0 0 0,0 24 15,-24-24-15,24 25 0,0-25 0,0 25 0,-25-25 16,25 25-16,0-25 0,0 25 0,-25-1 0,25-24 15,0 25-15,0 0 0,0 0 0,0-25 0,0 25 0,0-25 16,0 24-16,0 1 0,0-25 0,0 25 0,0-25 16,25 25-16,-25-25 0,0 0 0,0 25 0,0-25 0,25 0 15,-25 24-15,0-24 0,0 0 0,24 0 0,-24 0 16,0 0-16,25 0 0,-25 25 0,0-50 0,25 25 15,-25 0-15,25 0 0,-25 0 0,0 0 0,25 0 0,-25 0 16,0 0-16,24 0 0</inkml:trace>
  <inkml:trace contextRef="#ctx0" brushRef="#br0" timeOffset="196058.2139">9302 9401 0,'0'0'16,"0"0"-16,0 0 0,0 0 0,0-25 0,0 25 0,25 0 15,-25 0-15,0 0 0,0 0 0,0-25 0,0 25 16,0 0-16,0 0 0,24 0 0,-24 0 0,0 0 0,0 0 15,0 0-15,0 0 0,25 0 0,-25 0 0,0 0 16,0 0-16,0 0 0,0 0 0,0 0 0,0 0 16,0 0-16,0 0 0,0 0 0,25 0 0,-25 0 0,-25 25 15,25-25-15,0 0 0,0 0 0,0 25 0,0-25 0,0 0 16,0 0-16,0 25 0,-25-25 0,25 0 0,0 25 15,0-25-15,0 0 0,-24 0 0,24 24 0,0-24 16,0 0-16,0 0 0,-25 25 0,25-25 0,0 0 0,0 0 16,0 0-16,0 25 0,0-25 0,0 0 0,0 0 15,0 0-15,0 0 0,25 0 0,-25 0 0,0 0 16,0 0-16,0 0 0,0 0 0,24 0 0,-24 0 0,0 0 15,0 0-15,25 0 0,-25 25 0,0-25 0,0 0 16,0 0-16,25 0 0,-25 0 0,0 0 0,0 25 16,0-25-16,0 0 0,0 0 0,25 24 0,-25-24 0,0 0 15,0 25-15,0-25 0,0 0 0,-25 0 0,25 25 0,0-25 16,0 0-16,0 0 0,0 0 0,0 0 0,-25 0 15,25 25-15,0-25 0,0 0 0,-25 0 0,25 0 16,0 0-16,-24 0 0,24 0 0,0 0 0,0 0 16,-25 0-16,25 0 0,0 0 0,0 0 0,0 0 0,0 0 15,-25 0-15,25 0 0,0 0 0,0 0 0,0 0 0,0-25 16,0 25-16,0 0 0,0 0 0,0 0 0,0 0 15,0 0-15,0 0 0,0 0 0,0 0 0,0 0 0,25 0 16,-25-25-16,0 25 0,0 0 0,25 0 0,-25 0 125</inkml:trace>
  <inkml:trace contextRef="#ctx0" brushRef="#br0" timeOffset="196397.2333">9922 9376 0,'0'0'0,"25"0"15,-25 0-15,0 0 0,0 0 0,0 0 0,0 0 0,0 0 16,0 0-16,0 0 0,24 0 0,-24 0 0,0 0 15,25-25-15,-25 25 0,0 0 0,25 0 0,-25 0 0,25 0 16,-25 0-16,0 0 0,25 0 0,-25 0 0,25 0 16,-25 0-16,24 0 0,-24 0 0,25 0 0,-25 0 0,25 0 15,-25 0-15,25 0 0,-25 0 0,25 0 0,-25 0 16,0 0-16,24 0 0,-24 0 0,0 0 0,0 0 15,0 0-15,0 0 0,0 0 0,0 0 0,0 0 0</inkml:trace>
  <inkml:trace contextRef="#ctx0" brushRef="#br0" timeOffset="196633.2467">10096 9203 0,'0'0'0,"0"0"0,0 0 0,0 0 15,0 0-15,0 0 0,0 0 0,0 0 0,0 24 0,0-24 16,0 0-16,0 25 0,0-25 0,0 25 0,0-25 16,0 25-16,0-25 0,0 25 0,0-25 0,0 24 0,0-24 15,0 25-15,0 0 0,0-25 0,0 25 0,0-25 16,0 25-16,0-25 0,0 24 0,0-24 0,0 0 0,0 25 15,0-25-15,0 25 0,0-25 0,0 0 0,-25 25 16</inkml:trace>
  <inkml:trace contextRef="#ctx0" brushRef="#br0" timeOffset="197187.2784">10840 9103 0,'0'-24'0,"0"24"15,0 0-15,-25 0 0,25 0 0,0 0 0,0 0 16,0-25-16,-25 25 0,25 0 0,0 0 0,0 0 0,-25 0 15,25 0-15,0 0 0,0 0 0,-25-25 0,25 25 16,0 0-16,0 0 0,0 0 0,-24 0 0,24 0 16,0 0-16,0 25 0,0-25 0,-25 0 0,25 0 0,0 0 15,-25 25-15,25-25 0,0 0 0,0 24 0,0 1 16,-25-25-16,25 25 0,0-25 0,0 25 0,0 0 0,0-25 15,-25 24-15,25 1 0,0-25 0,25 25 0,-25 0 16,0-25-16,0 25 0,0-25 0,0 24 0,0-24 16,0 25-16,25-25 0,-25 25 0,0-25 0,0 0 0,0 0 15,25 25-15,-25-25 0,0 0 0,25 0 0,-25 25 16,0-25-16,0 0 0,24 0 0,-24 0 0,25 0 0,-25 0 15,0 0-15,25 0 0,-25 0 0,25-25 0,0 25 16,-25 0-16,24 0 0,-24-25 0</inkml:trace>
  <inkml:trace contextRef="#ctx0" brushRef="#br0" timeOffset="197590.3013">11063 9302 0,'0'0'0,"0"0"0,0 0 0,0 0 0,0 0 0,0 0 16,0 0-16,0 0 0,0 0 0,0 0 0,0 0 15,0 0-15,0 0 0,0 0 0,0 0 0,0 0 16,0 0-16,0 0 0,-25 0 0,25 25 16,0-25-16,0 0 0,-25 0 0,25 24 0,0-24 0,-25 0 0,25 0 15,0 25-15,-24-25 0,24 0 0,0 0 0,-25 25 16,25-25-16,0 0 0,-25 0 0,25 25 0,0-25 0,0 0 15,-25 0-15,25 25 0,0-25 0,0 0 0,0 0 0,0 0 16,-25 0-16,25 0 0,0 24 0,0-24 0,0 0 16,0 0-16,0 0 0,0 0 0,0 0 0,25 0 15,-25 0-15,0 0 0,0 0 0,0 0 0,25 0 0,-25 25 16,0-25-16,25 0 0,-25-25 0,0 25 0,25 0 15,-25 0-15,0 0 0,24 0 0,-24 0 0,0 0 0,25 0 16,-25 0-16,0 0 0,25 0 0,-25 0 0,0 0 16,25 0-16,-25 0 0,0 0 0,0 0 0,25 0 0,-25 0 15,0 0-15,24 0 0,-24 0 0,0 0 0,0 0 16,25 0-16,-25 0 0,0 0 0,25 0 0,-25 0 16,0 0-16,25 0 0,-25 0 0,0 0 0,0 0 0,0 0 15,0 0-15,0 0 0,0 0 0,0 0 0,0 0 16,0 0-16,0 0 0</inkml:trace>
  <inkml:trace contextRef="#ctx0" brushRef="#br0" timeOffset="197820.3143">11137 9376 0,'0'0'0,"0"-25"0,0 25 0,0 0 15,0 0-15,0 0 0,0 0 0,0 0 0,0 0 16,0 0-16,0 0 0,0 0 0,0 0 0,0 0 16,0 0-16,0 0 0,0 0 0,0 0 0,0 0 0,0 25 15,0-25-15,0 25 0,0-25 0,0 25 0,0-25 16,0 25-16,-25-25 0,25 24 0,0 1 0,0-25 0,0 25 15,0-25-15,0 25 0,0-25 0,0 25 0,-24-1 16,24-24-16,0 25 0,0-25 0,0 0 0,0 25 0,0-25 16,0 25-16,0-25 0,0 0 0,-25 25 0,25-25 15,0 0-15,0 0 0,0 24 0,0-24 0,0 0 16,0 0-16</inkml:trace>
  <inkml:trace contextRef="#ctx0" brushRef="#br0" timeOffset="198190.3358">11733 9327 0,'0'0'0,"0"-25"0,0 25 0,0 0 16,0 0-16,0 0 0,0 0 0,0 0 0,0 0 0,0 0 16,0 0-16,0 0 0,24 0 0,-24 0 0,0 0 15,25 0-15,-25 0 0,25 0 0,-25 0 0,25 0 16,-25 0-16,0 0 0,25 0 0,-25 0 0,24 0 0,-24 0 15,25 0-15,-25 0 0,25 0 0,-25 0 0,25 0 16,-25 0-16,0 0 0,25 0 0,-25 0 0,24 0 0,-24 25 16,0-25-16,0 0 0,25 0 0,-25 0 0</inkml:trace>
  <inkml:trace contextRef="#ctx0" brushRef="#br0" timeOffset="198397.3477">11757 9500 0,'0'0'0,"0"0"0,0 0 0,25 0 0,-25 0 16,0 0-16,0 0 0,0 0 0,25 0 0,-25 0 0,25 0 16,-25-25-16,25 25 0,-25 0 0,24 0 0,1 0 15,0 0-15,-25 0 0,25 0 0,0 0 0,-1 0 0,1 0 16,-25 0-16,25 0 0,0 0 0,0 0 0,-1 0 15,-24 0-15,25 0 0,0 0 0,0 0 0,-25 0 16,25 0-16</inkml:trace>
  <inkml:trace contextRef="#ctx0" brushRef="#br0" timeOffset="198950.3793">12700 9153 0,'0'0'0,"0"-25"0,0 25 0,0 0 0,0 0 16,0 0-16,0 0 0,0 0 0,0 0 0,0 0 0,-25 0 15,25 0-15,0 0 0,0 0 0,0 0 0,0 0 16,0 0-16,-25 0 0,25 0 0,0 0 0,0 0 16,0 0-16,-24 25 0,24-25 0,0 0 0,0 0 15,-25 0-15,25 25 0,0-25 0,0 0 0,0 25 0,-25-25 16,25 24-16,0-24 0,0 0 0,-25 25 0,25-25 0,0 25 15,0-25-15,0 25 0,-25-25 0,25 25 16,0-25-16,0 24 0,0-24 0,0 25 0,0 0 0,0-25 16,0 25-16,0-25 0,0 25 0,0-25 0,0 24 0,0-24 15,0 25-15,25 0 0,-25-25 0,0 0 0,0 25 16,0-25-16,25 25 0,-25-25 0,0 24 0,25-24 15,-25 0-15,0 0 0,25 25 0,-25-25 0,0 0 0,24 0 16,-24 0-16,25 0 0,-25 0 0,25 0 0,-25 0 16,25 0-16,0 0 0,-25 0 0,24 0 0,-24 0 0,25-25 15,-25 25-15,0 0 0,25-24 0,-25 24 0,25-25 16,-25 25-16,0-25 0,25 25 0,-25-25 0,0 25 0,0-25 15,0 1-15,24 24 0,-24-25 0,0 25 0,0-25 16,0 0-16,0 25 0,0-25 0,0 25 0,0-24 0,0 24 16,0 0-16,0-25 0,0 25 0,-24 0 0,24-25 15,0 25-15,0 0 0,0-25 0,0 25 0,0 0 16,0 0-16,-25 0 0,25-25 0,0 25 0,0 0 0,0 0 15,-25 0-15,25-24 0,0 24 0,0 0 0,-25 0 16,25 0-16,0-25 0,-25 25 0</inkml:trace>
  <inkml:trace contextRef="#ctx0" brushRef="#br0" timeOffset="201329.5154">4986 10740 0,'0'0'0,"0"0"16,0 0-16,0 0 0,0 0 0,0 0 0,0 0 15,0 0-15,0 0 0,0 0 0,0-24 0,-25 24 0,25 0 16,0 0-16,0 0 0,0 0 0,0 0 0,0 0 15,0 0-15,0 0 0,-25 0 0,25-25 0,0 25 0,0 0 16,0 0-16,0 0 0,0 0 0,0 0 0,0-25 16,-25 25-16,25 0 0,0 0 0,0 0 0,0 0 15,0-25-15,0 25 0,0 0 0,0 0 0,0 0 0,0 0 16,0 0-16,0 0 0,-24 0 0,24-25 0,0 25 15,0 0-15,0 0 0,24 0 0,-24 0 0,0 0 0,0 0 16,0 0-16,0 0 0,0 0 0,0-24 0,25 24 16,-25 0-16,0 0 0,25 0 0,-25 0 0,0 0 15,25-25-15,-25 25 0,0 0 0,25 0 0,-25 0 0,0 0 16,24 0-16,-24 0 0,0 0 0,0 0 0,25 0 15,-25 0-15,0 0 0,0 0 0,0 25 0,0-25 0,0 0 16,0 0-16,0 0 0,0 24 0,0-24 0,0 0 16,0 25-16,0-25 0,0 0 0,0 25 0,0-25 15,0 0-15,-25 25 0,25-25 0,0 25 0,0-25 0,0 24 16,-24-24-16,24 25 0,0-25 0,0 25 0,-25-25 0,25 0 15,0 25-15,-25-25 0,25 25 0,0-25 16,0 24-16,-25-24 0,25 0 0,0 25 0,-25-25 0,25 0 16,0 25-16,0-25 0,0 0 0,-24 0 0,24 25 0,0-25 15,0 0-15,0 0 0,0 0 0,0 0 0,0 0 16,0 0-16,0 0 0,0 0 0,0 0 0,0 0 0,0 25 15,0-25-15,0 0 0,0 0 0,0 0 0,0 0 16,0 0-16,0 0 0,0 0 0,24 0 0,-24 0 0,0 0 16,0 0-16,0 0 0,25 24 0,-25-24 0,0 0 15,0 0-15,25 0 0,-25 0 0,0 0 0,25 0 16,-25 0-16,25-24 0,-25 24 0,24 0 0,-24 0 0,25 0 15,-25 0-15,0 0 0,25 0 0,-25 0 0,25 0 16,-25 0-16,0 0 0,25 0 0,-25 0 0,0 0 16,0 0-16,0 0 0,24 0 0,-24 0 0,0 0 0,0 0 15,0 0-15,25 0 0,-25 0 0,0 0 0,0 0 16</inkml:trace>
  <inkml:trace contextRef="#ctx0" brushRef="#br0" timeOffset="201709.5371">5457 10666 0,'0'0'16,"0"0"-16,0 0 0,0-25 0,0 25 0,-25 0 0,25 0 15,0 0-15,0-25 0,0 25 0,0 0 0,0 0 16,0 0-16,-25 0 0,25 0 0,0-24 0,0 24 16,0 0-16,0 0 0,-24 0 0,24 0 0,0 0 15,0 0-15,0 0 0,-25 0 0,25 0 0,0 0 0,-25 24 16,25-24-16,0 0 0,-25 0 0,25 0 0,0 25 15,-25-25-15,25 0 0,0 25 0,-24-25 0,24 25 0,-25-25 16,25 25-16,0-1 0,-25-24 0,25 25 0,0 0 0,0-25 16,-25 25-16,25 0 0,0-25 0,0 24 0,0-24 15,0 25-15,0 0 0,0-25 0,0 25 0,0-25 0,0 25 16,0-25-16,25 0 0,-25 24 0,0-24 0,25 0 15,-25 25-15,0-25 0,25 0 0,-25 0 0,24 0 16,-24 0-16,25 0 0,-25 0 0,25 0 0,-25 0 0,25 0 16,-25 0-16,25-25 0,-25 25 0,24 0 0,-24 0 15,25-24-15,-25 24 0</inkml:trace>
  <inkml:trace contextRef="#ctx0" brushRef="#br0" timeOffset="202084.5583">5531 11038 0,'0'0'15,"0"0"-15,0 0 0,0 0 0,0 0 0,0 0 16,0 0-16,0 0 0,0 0 0,0 0 0,0 0 0,0 0 16,0 0-16,0 0 0,0 0 0,0 0 0,0 0 15,0 0-15,0-25 0,0 25 0,25 0 0,-25 0 0,0 0 16,0-25-16,0 25 0,25 0 0,-25 0 0,0-24 15,0 24-15,25 0 0,-25-25 0,0 25 0,0-25 16,0 25-16,0 0 0,0-25 0,0 25 0,25 0 0,-25-25 16,0 25-16,0 0 0,0-24 0,0 24 0,0 0 15,0 0-15,0-25 0,0 25 0,0 0 0,0 0 0,0 0 16,0 0-16,0 0 0,0 0 0,0 0 0,0 0 15,0 0-15,0 0 0,0 25 0,0-25 0,0 0 16,0 24-16,0-24 0,0 0 0,-25 25 0,25-25 0,0 25 16,0-25-16,0 25 0,0-25 0,0 25 0,0-1 15,0-24-15,0 25 0,0-25 0,0 25 0,0-25 0,-25 25 16,25-25-16,0 25 0,0-25 0,0 24 0,0-24 15,25 0-15,-25 25 0,0-25 0,0 0 0,0 25 0,0-25 16,0 0-16,0 0 0,0 25 0,0-25 0,0 0 16,0 0-16,-25 0 0</inkml:trace>
  <inkml:trace contextRef="#ctx0" brushRef="#br0" timeOffset="202772.5979">6325 10716 0,'0'0'0,"0"0"0,0 0 0,0 0 15,0 0-15,0 0 0,0 0 0,0 0 0,0 0 16,25 0-16,-25 0 0,0 0 0,0 0 0,0 24 0,25-24 16,-25 0-16,0 0 0,25 0 0,-25 0 0,24 0 15,-24 0-15,25 0 0,-25 0 0,25 0 0,-25 0 0,25 0 16,-25 0-16,25 0 0,-25 0 0,0 0 0,0 0 15,24 0-15,-24 0 0,0 0 0,0 0 0,0 0 16,0 0-16,0-24 0,0 24 0</inkml:trace>
  <inkml:trace contextRef="#ctx0" brushRef="#br0" timeOffset="202987.6102">6474 10616 0,'-25'0'0,"25"0"0,0 0 15,0 0-15,0 0 0,0 0 0,0 25 0,0-25 0,0 0 16,0 0-16,0 0 0,0 0 0,0 25 0,0-25 0,0 25 15,0-25-15,0 25 0,0-25 0,0 24 0,-25-24 16,25 25-16,0 0 0,0 0 0,0-25 0,0 25 0,0-25 16,0 24-16,0 1 0,0-25 0,0 25 0,0-25 15,0 25-15,0-25 0,0 0 0,0 25 0,0-25 16,0 0-16,0 24 0,0-24 0,0 0 0,0 0 0,0 0 15,0 0-15</inkml:trace>
  <inkml:trace contextRef="#ctx0" brushRef="#br0" timeOffset="203482.6385">6846 10641 0,'0'0'0,"0"0"0,0 0 15,-25 0-15,25-25 0,0 25 0,0 0 0,0 0 16,0 0-16,0 0 0,0 0 0,0 0 0,0 0 0,0 0 16,0 0-16,0-24 0,0 24 0,0 0 0,0 0 15,25 0-15,-25 0 0,0 0 0,0 0 0,0 0 16,0 0-16,25 0 0,-25 0 0,0 0 0,0 0 0,0 24 15,25-24-15,-25 0 0,0 0 0,0 0 0,0 0 0,0 25 16,0-25-16,0 0 0,0 25 0,0-25 0,0 0 16,0 25-16,0-25 0,0 25 0,0-25 0,0 24 15,0-24-15,0 25 0,0 0 0,-25-25 0,25 25 0,0-25 16,0 25-16,0-1 0,-25-24 0,25 25 0,0-25 15,0 25-15,-25-25 0,25 25 0,0-25 0,0 0 0,-25 25 16,25-25-16,0 24 0,0-24 0,0 0 0,0 0 16,-24 25-16,24-25 0,24 0 0,-24 0 0,0 0 15,0 0-15,0 0 0,0 0 0,25 0 0,-25 0 0,0 0 16,25 0-16,-25 0 0,0 0 0,25 0 0,-25 0 15,25 0-15,0 0 0,-25-25 0,24 25 0,-24 0 0,25-24 16,0 24-16,-25 0 0,25-25 0,0 25 0,-25 0 16</inkml:trace>
  <inkml:trace contextRef="#ctx0" brushRef="#br0" timeOffset="203885.6616">7317 10592 0,'0'0'0,"0"-25"0,0 25 0,0 0 0,0 0 16,-24 0-16,24 0 0,0 0 0,0 0 0,0 0 15,-25 0-15,25 0 0,0 0 0,0 0 0,0 0 0,-25 0 16,25 0-16,0 0 0,0 0 0,-25 0 0,25 0 15,0 0-15,0 25 0,-25-25 0,25 0 0,0 24 16,0-24-16,-24 25 0,24-25 0,0 25 0,0-25 0,-25 25 16,25-25-16,0 25 0,0-25 0,0 24 0,0 1 15,0-25-15,0 25 0,0 0 0,0-25 0,0 25 0,0-1 16,0-24-16,0 25 0,0-25 0,0 25 0,0-25 0,0 25 15,25-25-15,-25 25 0,0-25 0,0 0 0,24 24 16,-24-24-16,25 0 0,-25 0 0,0 0 0,25 0 16,-25 0-16,25 0 0,-25 0 0,25 0 0,-25 0 15,24 0-15,-24 0 0,25 0 78</inkml:trace>
  <inkml:trace contextRef="#ctx0" brushRef="#br0" timeOffset="204156.6771">7392 10988 0,'0'0'0,"0"-24"0,0 24 0,0 0 0,0 0 0,0 0 0,0 0 0,0 0 0,0 0 0,0 0 16,25-25-16,-25 25 0,0 0 0,0 0 0,0 0 0,0 0 16,0 0-16,0 0 0,24 0 0,-24 0 15,0 0-15,0 0 0,0 0 0,0 0 0,0 0 0,0 0 16,0 0-16,0 0 0,0 25 0,0-25 0,0 0 15,0 0-15,0 0 0,0 0 0,0 24 0,0-24 0,0 0 16,0 25-16,-24-25 0,24 0 0,0 25 0,0-25 16,-25 0-16,25 25 0,0-25 0,0 25 0,-25-25 0,25 0 15,0 24-15,-25-24 0,25 0 0,0 25 0,0-25 16,0 0-16,-25 25 0,25-25 0,0 0 0,0 0 0,0 25 15,0-25-15,0 0 0,0 0 0,0 0 0,25 0 16,-25 0-16,0 0 0,0 0 0,25 0 0,-25 0 0,25 0 16,-25 0-16,25 0 0,-25 0 0,24 0 0,1 0 15,-25 0-15,25 0 0,0 0 0,-25 0 0,25 0 16,-25 0-16,24 0 0,-24 0 0,25-25 0,-25 25 0,25 0 15,-25 0-15</inkml:trace>
  <inkml:trace contextRef="#ctx0" brushRef="#br0" timeOffset="205801.7712">8037 10790 0,'0'0'0,"0"0"16,0 0-16,0 0 0,0 0 0,0 0 0,0 0 15,0 0-15,0 0 0,0 0 0,0 0 0,0 0 0,0 0 16,0 0-16,0 0 0,0 0 0,0 0 0,25 0 15,-25 0-15,0 0 0,0 0 0,24 0 0,-24 0 0,25 0 16,-25 0-16,25 0 0,-25 0 0,25 0 0,-25 0 16,25 0-16,-25 0 0,24 0 0,-24 0 0,0 0 15,25 0-15,-25 0 0,25 0 0,-25 0 0,25 0 0,-25 0 16,0 0-16,25 0 0,-25 0 0,0 0 0,0 0 15,0 0-15,0 0 0,0 0 0,0 0 0</inkml:trace>
  <inkml:trace contextRef="#ctx0" brushRef="#br0" timeOffset="206037.7847">8186 10666 0,'0'0'0,"0"0"0,0 0 0,0 0 15,0 0-15,0 0 0,0 0 0,0 0 0,0 0 0,0 0 16,0 0-16,-25 0 0,25 0 0,0 25 0,0-25 15,0 0-15,0 25 0,0-25 0,0 24 0,0 1 16,0-25-16,0 25 0,0 0 0,0-25 0,-25 25 0,25-1 16,0 1-16,0-25 0,0 25 0,0 0 0,0-25 0,0 25 15,0-25-15,0 24 0,-25 1 0,25-25 0,0 0 16,0 25-16,0-25 0,0 25 0,0-25 0,25 0 15,-25 0-15,0 25 0,0-25 0,0 0 0,0 0 0</inkml:trace>
  <inkml:trace contextRef="#ctx0" brushRef="#br0" timeOffset="206449.8082">8979 10716 0,'-25'0'0,"25"0"0,0-25 0,0 25 0,0 0 16,-24 0-16,24 0 0,0 0 0,-25 0 0,25 0 16,0 0-16,-25 0 0,25 0 0,-25 0 0,25 0 0,0 0 15,-25 0-15,25 0 0,-24 25 0,24-25 0,-25 0 16,25 0-16,-25 0 0,25 24 0,-25-24 0,25 0 15,0 25-15,-25-25 0,25 25 0,0-25 0,-24 25 0,24-25 16,0 25-16,0-25 0,0 24 0,0-24 0,0 25 0,0 0 16,0-25-16,0 25 0,0-25 0,24 25 0,-24-25 15,0 0-15,25 24 0,-25-24 0,25 25 0,-25-25 16,25 0-16,0 0 0,-25 0 0,24 25 0,-24-25 0,25 0 15,0 0-15,-25 0 0,25 0 0,-25 0 0,25 0 16,-25 0-16,24 0 0,-24-25 0,0 25 0,25 0 0,-25 0 16</inkml:trace>
  <inkml:trace contextRef="#ctx0" brushRef="#br0" timeOffset="206913.8342">9029 10939 0,'0'0'0,"0"0"0,0 0 0,0 0 0,0 0 0,0 0 15,0 0-15,0 0 0,0 0 0,0 0 0,0 0 16,0 0-16,0 0 0,0 0 0,0 0 0,25 0 0,-25 0 16,0 0-16,0 0 0,0 0 0,0 0 0,25 0 15,-25 0-15,0 0 0,0 0 0,0 0 0,0 25 0,0-25 16,24 0-16,-24 0 0,0 0 0,0 24 0,0-24 15,0 0-15,0 0 0,0 0 0,-24 25 0,24-25 16,0 0-16,0 25 0,0-25 0,0 0 0,-25 0 0,25 25 16,0-25-16,0 0 0,-25 0 0,25 0 0,0 25 15,0-25-15,0 0 0,0 0 0,-25 0 0,25 0 16,0 0-16,0 24 0,0-24 0,0 0 0,0 0 0,0 0 15,0 0-15,0 0 0,0 0 0,0 0 0,25 0 16,-25 0-16,0 0 0,0 0 0,0 0 0,0 0 0,25 0 16,-25 25-16,0-25 0,0 0 0,0 0 0,0 0 15,25 0-15,-25 0 0,0 0 0,0 25 0,0-25 16,24 0-16,-24 0 0,0 0 0,0 25 0,0-25 0,0 0 15,0 0-15,0 25 0,0-25 0,0 0 0,0 0 16,0 0-16,0 25 0,0-25 0,0 0 0,0 0 0,-24 0 16,24 0-16,0 24 0,0-24 0,-25 0 0,25 0 15,0 0-15,-25 0 0,25 0 0,0 0 0,-25 25 0,25-25 16,0 0-16,-25 0 0,25 0 0,0 0 0,0 0 15,-25-25-15,25 25 0,0 0 0,0 0 0,0 0 16,0 0-16,0 0 0,0 0 0,0-24 0,0 24 0,0 0 16</inkml:trace>
  <inkml:trace contextRef="#ctx0" brushRef="#br0" timeOffset="210920.0639">9475 10864 0,'0'0'0,"0"0"0,0 0 15,0 0-15,0 0 0,0 0 0,0 0 0,0 0 16,0 0-16,0 0 0,0 0 0,0 0 0,0 0 0,0 0 15,0 0-15,0 0 0,0 0 0,0 0 0,0 0 16,0 0-16,0 0 0,0 0 0,0 0 0,0 0 16,25 0-16,-25 0 0,0 0 0,0 0 0,25 0 0,-25 0 15,0 0-15,25 0 0,-25 0 0,25 0 0,-25 0 16,24 0-16,-24 0 0,25 0 0,-25 0 0,25 0 15,-25 0-15,25 0 0,-25 25 0,25-25 0,-25 0 0,24 0 16,-24 0-16,25 0 0,-25 0 0,0 0 0,0 0 16,25 0-16,-25 0 0,0 0 0,0 0 0,0 0 0,0 0 15,0 0-15,0-25 0,0 25 0,0 0 0</inkml:trace>
  <inkml:trace contextRef="#ctx0" brushRef="#br0" timeOffset="211138.0764">9649 10740 0,'0'0'0,"0"0"0,0 0 0,0 0 0,0 0 15,0 0-15,0 0 0,0 0 0,0 0 0,0 0 16,0 0-16,0 0 0,0 0 0,0 25 0,0-25 16,0 0-16,0 0 0,0 25 0,0-25 0,0 0 0,0 25 15,0-25-15,-25 25 0,25-25 0,0 24 0,0-24 16,0 25-16,0-25 0,0 25 0,0-25 0,0 25 0,-25-25 15,25 25-15,0-25 0,0 24 0,0-24 0,-24 0 16,24 25-16,0-25 0,0 25 0,0-25 0,-25 25 16,25-25-16,0 0 0,0 0 0,0 25 0,0-25 0</inkml:trace>
  <inkml:trace contextRef="#ctx0" brushRef="#br0" timeOffset="211806.1146">10195 10765 0,'0'0'0,"0"0"15,0 0-15,-25-25 0,25 25 0,0 0 0,0 0 0,0 0 16,0-24-16,0 24 0,25 0 0,-25 0 0,0 0 16,0 0-16,0-25 0,0 25 0,0 0 0,25 0 15,-25 0-15,0 0 0,0 0 0,24 0 0,-24 0 0,0 0 16,25 0-16,-25 0 0,0 0 0,25 0 0,-25 0 15,0 0-15,0 0 0,25 0 0,-25 0 0,0 25 0,0-25 16,0 0-16,0 0 0,0 24 0,0-24 0,0 0 16,0 25-16,0-25 0,0 25 0,0-25 0,-25 0 15,25 25-15,0-25 0,-25 25 0,25-25 0,0 24 0,-25-24 16,25 0-16,0 25 0,-24-25 0,24 25 0,-25-25 15,25 0-15,0 0 0,-25 25 0,25-25 0,0 0 0,0 0 16,0 0-16,0 25 0,-25-25 0,25 0 16,0 0-16,0 0 0,0 0 0,0 0 0,0 0 0,0 0 15,25 0-15,-25 0 0,0 0 0,0 0 0,0 0 0,0 0 16,25 0-16,-25 0 0,0 0 0,25 0 0,-25 0 15,0 0-15,0 0 0,24 24 0,-24-24 0,0 0 0,0 0 16,0 0-16,25 0 0,-25 0 0,0 25 0,0-25 16,0 0-16,0 0 0,0 0 0,0 25 0,0-25 0,0 0 15,0 0-15,0 25 0,0-25 0,-25 0 0,25 0 16,0 0-16,0 25 0,0-25 0,-24 0 0,24 0 15,0 0-15,-25 0 0,25 24 0,0-24 0,0 0 0,-25 0 16,25 0-16,0 0 0,0 0 0,-25 0 0,25 0 16,0 0-16,0 0 0,0 0 0,0 0 0,-25 0 0,25 0 15,0 0-15,0 0 0,0 0 0,0 0 0,25 0 16,-25-24-16,0 24 0,0 0 0,0 0 0,25-25 15,-25 25-15,25 0 0,-25-25 0,25 25 0</inkml:trace>
  <inkml:trace contextRef="#ctx0" brushRef="#br0" timeOffset="212135.1334">10765 10765 0,'0'0'0,"0"0"0,0-25 0,0 25 0,-25 0 0,25 0 15,0-24-15,0 24 0,0 0 0,0 0 0,-24 0 16,24 0-16,0 0 0,0 0 0,0-25 0,-25 25 16,25 0-16,0 25 0,0-25 0,0 0 0,-25 0 0,25 0 15,0 0-15,0 24 0,0-24 0,-25 0 0,25 25 16,0-25-16,0 25 0,0-25 0,-25 25 0,25-25 15,0 25-15,0-25 0,0 24 0,0-24 0,0 25 0,0-25 16,0 25-16,0-25 0,0 25 0,0-25 0,0 0 16,0 25-16,0-25 0,0 24 0,0-24 0,25 0 0,-25 25 15,0-25-15,0 0 0,0 25 0,25-25 0,-25 0 16,0 0-16,25 25 0,-25-25 0,0 0 0,25 0 0,-25 0 15,24 0-15,-24 0 0,25 0 0,-25 0 0,25 0 16,-25 0-16,25 0 0,-25-25 0,25 25 0</inkml:trace>
  <inkml:trace contextRef="#ctx0" brushRef="#br0" timeOffset="212481.1532">11038 11013 0,'0'-25'15,"0"25"-15,0 0 0,0 0 0,25 0 0,-25 0 0,0 0 16,0 0-16,0 0 0,0 0 0,0 0 0,0 0 15,0 0-15,0 0 0,-25 0 0,25 0 0,0 0 16,0 25-16,0-25 0,0 0 0,0 0 0,-25 0 16,25 0-16,0 0 0,0 25 0,-25-25 0,25 0 0,0 0 15,0 25-15,-24-25 0,24 0 0,-25 0 0,25 25 16,0-25-16,0 0 0,-25 0 0,25 24 0,0-24 0,0 0 15,0 0-15,0 0 0,-25 25 0,25-25 0,0 0 16,0 0-16,0 0 0,0 0 0,0 0 0,0 25 0,0-25 16,25 0-16,-25 0 0,0 0 0,0 0 0,0 0 15,25 0-15,-25 0 0,0 0 0,25 0 0,-25 25 16,24-25-16,-24 0 0,25 0 0,-25 0 0,25 0 0,-25 0 15,25 0-15,-25 0 0,25 0 0,-25 0 0,24 0 16,1 0-16,-25 0 0,0 0 0,25 0 0,-25 0 0,25 0 16,-25 0-16,0 0 0,0-25 0,0 25 0,0 0 15,25 0-15,-25 0 0,0 0 0,0 0 0,0 0 0</inkml:trace>
  <inkml:trace contextRef="#ctx0" brushRef="#br0" timeOffset="212701.1658">11137 11038 0,'0'0'0,"0"0"0,0 0 0,0 0 0,0 0 0,0 0 15,0 0-15,0 0 0,0 0 0,0 0 0,0 0 0,0 0 16,0 0-16,0 25 0,0-25 0,0 0 0,0 0 16,0 25-16,0-25 0,0 24 0,0-24 0,0 25 15,0-25-15,0 25 0,0-25 0,0 25 0,-25-25 0,25 25 16,0-25-16,0 25 0,0-25 0,0 24 0,0-24 15,0 25-15,0-25 0,0 25 0,0-25 0,-24 0 0,24 25 16,0-25-16,0 25 0,0-25 0,0 0 0,0 24 16,0-24-16,-25 0 0,25 0 0,0 0 0,0 0 0</inkml:trace>
  <inkml:trace contextRef="#ctx0" brushRef="#br0" timeOffset="213057.1861">11708 10864 0,'0'0'15,"0"0"-15,0 0 0,0 0 0,0 0 0,0 0 16,0 0-16,0 0 0,0 0 0,0 0 0,0 0 15,0 0-15,0 0 0,0 0 0,0 0 0,0 0 0,25 0 16,-25 0-16,24 0 0,-24 0 0,0 0 0,25 0 16,-25 0-16,25 0 0,-25 0 0,25 0 0,-25 0 0,25 0 15,-25 0-15,24 0 0,-24 0 0,0 0 0,25 0 16,-25 0-16,0 0 0,25 0 0,-25 25 0,0-25 15,0 0-15,0 0 0,0 0 0,0 0 0,0 0 0</inkml:trace>
  <inkml:trace contextRef="#ctx0" brushRef="#br0" timeOffset="213242.1967">11633 11013 0,'0'25'0,"0"-25"0,-24 0 0,24 0 16,0 0-16,0 0 0,0 0 0,24 0 0,-24 0 0,0 0 15,0 0-15,0 0 0,25 0 0,-25 0 0,25 0 16,-25 0-16,25 0 0,-25 0 0,25 0 0,-25 0 15,24 0-15,1 0 0,0 0 0,-25 0 0,25 0 0,0 0 16,-1 0-16,-24 0 0,25-25 0,0 25 0,0 0 16,-25 0-16,25 0 0,-1 0 0,1 0 0</inkml:trace>
  <inkml:trace contextRef="#ctx0" brushRef="#br0" timeOffset="213743.2254">12477 10740 0,'0'0'0,"0"0"0,0-24 16,0 24-16,0 0 0,0-25 0,0 25 0,0 0 0,0 0 15,0 0-15,0-25 0,0 25 0,0 0 0,0 0 16,0 0-16,0 0 0,0 0 0,-25 0 0,25 0 0,0 0 15,0 0-15,0 0 0,0 0 0,0 0 0,-25 0 16,25 0-16,0 0 0,0 0 0,-25 0 0,25 0 16,0 0-16,-24 0 0,24 0 0,0 0 0,0 25 0,-25-25 15,25 0-15,0 0 0,-25 25 0,25-25 0,0 0 16,-25 24-16,25-24 0,0 0 0,0 25 0,-25-25 0,25 25 15,0 0-15,0-25 0,0 25 0,0-25 0,-24 24 16,24-24-16,0 25 0,0 0 0,0-25 0,0 25 0,24-25 16,-24 25-16,0-25 0,0 0 0,0 24 0,0-24 15,0 25-15,25-25 0,-25 0 0,0 25 0,25-25 16,-25 0-16,0 25 0,25-25 0,-25 0 0,0 0 0,25 0 15,-25 0-15,0 25 0,24-25 0,-24 0 0,25 0 16,-25 0-16,25-25 0,-25 25 0,25 0 0,-25 0 16,0 0-16,25 0 0,-25-25 0,24 25 0,-24-25 0,0 25 15,25 0-15,-25-25 0,0 25 0,0-24 0,25 24 16,-25-25-16,0 25 0,0-25 0,0 0 0,0 25 0,0-25 15,0 25-15,0-24 0,0 24 0,0-25 0,0 25 16,0 0-16,0-25 0,0 25 0,0 0 0,-25 0 0,25 0 16,0 0-16,0 0 0,0 0 0,-25-25 0,25 25 15,0 0-15,0 0 0,-24 0 0,24 0 0,0 0 16,-25 0-16,25 0 0,0 0 0,-25 0 0,25 0 0</inkml:trace>
  <inkml:trace contextRef="#ctx0" brushRef="#br0" timeOffset="216130.3619">5035 11807 0,'0'0'0,"0"0"15,0 0-15,0 0 0,0 0 0,0-25 0,0 25 0,0 0 16,0 0-16,0 0 0,0 0 0,0 0 0,0 0 16,0 0-16,0 0 0,0 0 0,0 0 0,0 0 0,0 0 15,0 0-15,0 0 0,0 0 0,0 0 0,0 0 16,0-25-16,0 25 0,0 0 0,25 0 0,-25 0 15,0 0-15,0 0 0,0 0 0,0 0 0,0 0 0,0 0 16,0 0-16,25-24 0,-25 24 0,0 0 0,0 0 16,0 0-16,0 0 0,25 0 0,-25 0 0,0 0 0,0 0 15,25 0-15,-25 0 0,0 0 0,0 0 0,0 0 16,0 0-16,0 0 0,24 0 0,-24 0 0,0 0 0,0 24 15,0-24-15,0 0 0,0 0 0,0 25 0,0-25 16,0 0-16,-24 25 0,24-25 0,0 25 0,0-25 0,0 0 16,-25 25-16,25-25 0,0 24 0,0-24 0,-25 25 15,25-25-15,0 0 0,0 25 0,-25-25 0,25 0 16,0 25-16,0-25 0,0 0 0,-25 0 0,25 0 0,0 25 15,0-25-15,0 0 0,0 0 0,0 0 0,0 0 16,0 0-16,0 0 0,0 0 0,0 0 0,0 0 16,0 0-16,0 0 0,0 0 0,0 0 0,0 0 0,25 0 15,-25 0-15,0 0 0,0 0 0,0 0 0,0 0 16,25 0-16,-25 0 0,0 0 0,0 0 0,0 24 15,25-24-15,-25 0 0,0 0 0,0 0 0,0 25 0,0-25 16,25 0-16,-25 25 0,0-25 0,0 0 0,0 25 16,0-25-16,0 0 0,-25 0 0,25 25 0,0-25 0,0 0 15,0 24-15,0-24 0,0 0 0,0 0 0,-25 0 16,25 25-16,0-25 0,0 0 0,0 0 0,-25 0 0,25 0 15,0 25-15,0-25 0,-25 0 0,25 0 0,0 0 0,0 0 16,0 0-16,-24 0 0,24-25 0,0 25 0,0 0 16,0 0-16,0 0 0,0 0 0,-25 0 0,25 0 15,0 0-15,0 0 0,0-25 0,0 25 0,0 0 16,0 0-16,0 0 0,0 0 0,0 0 0,0 0 0,0 0 15,0 0-15,0 0 0,0-24 0,0 24 0,0 0 16,0 0-16,0 0 0,25 0 0,-25 0 0,0 0 0,0 0 16,24 0-16,-24 0 0,0 0 0</inkml:trace>
  <inkml:trace contextRef="#ctx0" brushRef="#br0" timeOffset="216503.3833">5606 11931 0,'0'0'0,"0"0"0,0 0 15,0 0-15,0-25 0,0 25 0,0 0 0,-25 0 16,25 0-16,0 0 0,0-25 0,0 25 0,0 0 0,0 0 15,0 0-15,-25 0 0,25 0 0,0 0 0,0 0 16,0 0-16,0 0 0,-25 0 0,25 0 0,0 0 0,0 0 16,0 25-16,-24-25 0,24 0 0,0 0 0,0 0 15,-25 25-15,25-25 0,0 0 0,-25 25 0,25-25 0,0 0 16,0 25-16,-25-25 0,25 24 0,0-24 0,0 25 15,-25-25-15,25 25 0,0-25 0,0 25 0,0-25 16,0 25-16,0-25 0,0 0 0,0 24 0,0-24 16,0 0-16,0 25 0,25-25 0,-25 0 0,0 25 0,0-25 15,25 0-15,-25 0 0,0 0 0,25 25 0,-25-25 0,25 0 47,-25 0-47,24 0 0,-24 0 0,25 0 0,0 0 0,-25 0 0,25 0 0,-25 0 0,25 0 0,-1-25 0,-24 25 0,25 0 0,0 0 0,-25 0 0</inkml:trace>
  <inkml:trace contextRef="#ctx0" brushRef="#br0" timeOffset="216854.4033">5779 12278 0,'0'0'15,"0"0"-15,0 0 0,0 0 0,0 0 0,0 0 0,0 0 16,0 0-16,0 0 0,0 0 0,0 0 0,0 0 15,25 0-15,-25-24 0,0 24 0,0 0 0,25 0 0,-25-25 16,0 25-16,0 0 0,25 0 0,-25-25 0,0 25 16,0 0-16,25-25 0,-25 25 0,0-25 0,0 25 0,0 0 15,0-25-15,25 25 0,-25-24 0,0 24 0,0 0 16,0-25-16,0 25 0,0 0 0,0 0 0,0-25 15,0 25-15,0 0 0,0 0 0,0 0 0,0 0 16,0 0-16,0 0 0,0 0 0,0 0 0,0 0 0,0 0 16,0 0-16,0 0 0,0 25 0,0-25 0,0 0 15,0 0-15,0 25 0,0-25 0,0 24 0,0-24 0,0 25 16,0-25-16,-25 25 0,25-25 0,0 25 0,0-25 15,0 25-15,0-25 0,0 25 0,0-25 0,0 24 0,0-24 16,-25 25-16,25-25 0,0 25 0,0-25 0,0 25 16,0-25-16,25 0 0,-25 0 0,0 25 0,0-25 0,0 0 15,0 0-15,0 0 0,0 0 0,0 0 0,0 0 16,25 0-16</inkml:trace>
  <inkml:trace contextRef="#ctx0" brushRef="#br0" timeOffset="217797.4573">6375 12154 0,'0'0'0,"0"0"16,0 0-16,0 0 0,0 0 0,0 0 0,0 0 15,0 0-15,0 0 0,0 0 0,0 0 0,0 0 16,0 0-16,0 0 0,0 0 0,0 0 0,0 0 0,0 0 15,0 0-15,0 0 0,0 0 0,0 0 0,0 0 16,0 0-16,0 0 0,0 0 0,0 0 0,0 0 0,0 0 16,0 0-16,0 0 0,0 0 0,0 0 0,25 0 15,-25 0-15,0 0 0,0 0 0,0 0 0,24 0 16,-24 0-16,0 0 0,25 0 0,-25 0 0,25 0 15,-25 0-15,0 0 0,25 0 0,-25 0 0,25-25 0,-25 25 16,0 0-16,24 0 0,-24 0 0,25 0 0,-25 0 16,25 0-16,-25 0 0,25 0 0,-25 0 0,0 0 0,25 0 15,-25 0-15,0 0 0,0 0 0,0 0 0,0 0 16,0 0-16,0-24 0,0 24 0</inkml:trace>
  <inkml:trace contextRef="#ctx0" brushRef="#br0" timeOffset="218014.4697">6474 12030 0,'0'0'0,"0"0"0,0 0 0,0 0 16,0 0-16,0 25 0,0-25 0,0 0 0,0 0 15,0 0-15,0 25 0,0-25 0,0 0 0,0 25 16,0-25-16,0 0 0,-25 24 0,25-24 0,0 25 0,0-25 15,0 25-15,0-25 0,0 25 0,0-25 0,0 25 16,0-25-16,0 25 0,0-25 0,0 24 0,0-24 0,0 0 16,0 25-16,0-25 0,0 0 0,0 25 0,0-25 15,0 0-15,0 0 0,0 0 0</inkml:trace>
  <inkml:trace contextRef="#ctx0" brushRef="#br0" timeOffset="218447.4943">7169 12030 0,'0'0'15,"0"0"-15,0 0 0,0 0 0,-25 0 0,25-25 16,0 25-16,0 0 0,0 0 0,0 0 0,0 0 0,-25-24 15,25 24-15,0 0 0,0 0 0,0 0 0,0 0 16,0 0-16,0 0 0,-25 0 0,25 0 0,0 0 0,0 0 16,0 0-16,0 0 0,-25 0 0,25 0 0,0 0 15,0 0-15,-24 0 0,24 24 0,0-24 0,0 0 0,0 25 16,-25-25-16,25 0 0,0 25 0,0-25 0,0 25 15,0-25-15,0 25 0,0-25 0,0 24 0,0-24 16,0 25-16,0-25 0,0 0 0,0 25 0,0-25 0,0 25 16,25-25-16,-25 25 0,0-25 0,0 0 0,24 25 0,-24-25 15,25 0-15,-25 24 0,0-24 0,25 0 16,-25 0-16,25 25 0,-25-25 0,25 0 0,-25 0 0,24 0 15,-24 0-15,25 0 0,0-25 0,-25 25 0,25 0 16,-25 0-16,0 0 0</inkml:trace>
  <inkml:trace contextRef="#ctx0" brushRef="#br0" timeOffset="218827.5162">7392 12154 0,'0'0'0,"0"0"15,0 0-15,0 0 0,0 0 0,0 0 0,0-25 16,0 25-16,0 0 0,0 0 0,0 0 0,0 0 15,0 0-15,0 0 0,0 0 0,0 0 0,25 0 0,-25 0 16,0 0-16,0 0 0,0 0 0,0 0 0,24 0 16,-24 0-16,0 0 0,0 0 0,0 0 0,0 0 15,0 0-15,0 0 0,25 25 0,-25-25 0,0 0 0,0 0 16,0 0-16,0 25 0,-25-25 0,25 0 0,0 0 15,0 25-15,0-25 0,0 0 0,-24 25 0,24-25 16,0 0-16,0 25 0,-25-25 0,25 0 0,0 24 0,0-24 16,-25 0-16,25 25 0,0-25 0,0 0 0,-25 25 0,25-25 15,0 0-15,0 0 0,0 25 0,0-25 0,0 0 16,0 0-16,-25 0 0,25 0 0,0 25 0,0-25 15,25 0-15,-25 0 0,0 0 0,0 0 0,0 0 0,0 0 16,0 0-16,25 0 0,-25 0 0,0 0 0,0 24 16,25-24-16,-25-24 0,25 24 0,-25 0 0,0 0 15,24 0-15,-24 0 0,25 0 0,-25 0 0,25 0 0,-25 0 16,25 0-16,-25 0 0,25 0 0,-25 0 0,24 0 15,-24 0-15,25-25 0,-25 25 0,0 0 0</inkml:trace>
  <inkml:trace contextRef="#ctx0" brushRef="#br0" timeOffset="219318.5443">7937 12204 0,'0'0'0,"0"0"0,0 0 16,0 0-16,0 0 0,0 0 0,0 0 0,0 0 15,0 0-15,0 0 0,0 0 0,0 0 0,25 0 0,-25 0 16,0 0-16,0 0 0,25 0 0,-25 0 0,0 0 16,25 0-16,-25 0 0,0 0 0,25 0 0,-25 0 0,25 0 15,-25 0-15,0 0 0,24 0 0,-24 0 0,25 0 16,-25 0-16,25 0 0,-25 0 0,0 0 0,25 0 0,-25-25 15,0 25-15,25 0 0,-25 0 0,0 0 0,0 0 16,0 0-16,24 0 0,-24 0 0,0 0 0,0 0 16,-24-25-16</inkml:trace>
  <inkml:trace contextRef="#ctx0" brushRef="#br0" timeOffset="219549.5575">8037 12080 0,'0'0'0,"0"0"15,0 0-15,0 0 0,0 0 0,0 0 16,0 0-16,0 0 0,0 0 0,0 25 0,0-25 0,0 0 16,0 0-16,0 0 0,0 24 0,0-24 0,0 0 0,0 25 15,0-25-15,0 0 0,0 25 0,0-25 0,0 25 16,0-25-16,-25 25 0,25-25 0,0 25 0,0-25 0,0 24 15,0-24-15,0 25 0,0-25 0,-25 25 0,25-25 16,0 25-16,0-25 0,0 0 0,0 25 0,0-25 0</inkml:trace>
  <inkml:trace contextRef="#ctx0" brushRef="#br0" timeOffset="243782.9436">8954 12055 0,'0'0'0,"0"0"15,0 0-15,0 0 0,0 0 0,25 0 0,-25 0 0,0 0 16,0 0-16,0 0 0,0 0 0,0 0 0,0 0 15,0 0-15,0 0 0,0 0 0,0 0 0,0 0 0,0 0 16,0 0-16,0 0 0,0 0 0,0 0 0,0 0 16,0 0-16,0 0 0,0 0 0,0 0 0,0 0 15,0 0-15,0 0 0,0 0 0,0-25 0,0 25 0,0 0 16,0 0-16,0 0 0,0 0 0,0 0 0,0 0 15,0 0-15,0 0 0,0 0 0,0 0 0,0 0 0,0-25 16,0 25-16,0 0 0,0 0 0,0 0 0,-25 0 16,25 0-16,0 0 0,0 0 0,0-24 0,0 24 15,0 0-15,0 0 0,0 0 0,0 0 0,-24 0 0,24 0 16,0 0-16,0 0 0,0 0 0,0 0 0,0 0 15,0 0-15,0 0 0,-25 0 0,25 0 0,0 0 0,0 0 16,0 0-16,-25 0 0,25 0 0,0 0 0,0 0 16,-25 0-16,25 0 0,0 0 0,0 24 0,-25-24 0,25 0 15,0 0-15,0 0 0,-24 25 0,24-25 0,0 0 16,0 25-16,-25-25 0,25 0 0,0 25 0,0-25 15,-25 25-15,25-25 0,0 24 0,0-24 0,0 25 0,-25-25 16,25 25-16,0-25 0,0 25 0,0-25 0,-25 25 16,25-25-16,0 25 0,0-25 0,0 24 0,0 1 15,0-25-15,0 0 0,0 25 0,0-25 0,0 25 0,0-25 16,0 25-16,0-25 0,0 0 0,0 24 0,0-24 15,0 0-15,0 0 0,25 0 0,-25 25 0,0-25 0,25 0 16,-25 0-16,0 0 0,25 0 0,-25 0 0,25 0 16,-25 0-16,24-25 0,-24 25 0,25 0 0,-25 0 0,25 0 15,-25 0-15,0 0 0,25-24 0,-25 24 0,0 0 16,25 0-16,-25 0 0,0 0 0,0 0 0,24 0 15,-24 0-15,0 0 0,0 0 0,0 0 0,25 0 0,-25-25 16,0 25-16,0 0 0,0 0 0,0 0 0,0 0 16,25 0-16,-25-25 0</inkml:trace>
  <inkml:trace contextRef="#ctx0" brushRef="#br0" timeOffset="244644.9929">9079 12353 0,'-25'0'0,"25"0"16,0 0-16,0 0 0,0 0 0,0 0 0,0 0 16,0 0-16,0 0 0,0 0 0,0 0 0,0 0 0,0 0 15,0 0-15,0 0 0,0 0 0,0 0 0,0 0 16,0 0-16,0 0 0,0-25 0,0 25 0,0 0 0,0 0 15,25 0-15,-25 0 0,0 0 0,0 0 0,0 0 16,24 0-16,-24-25 0,0 25 0,0 0 0,0 0 16,0 0-16,0 0 0,0 0 0,25 0 0,-25 0 0,0 0 15,0 0-15,0 0 0,0 0 0,0 0 0,0 0 16,0 0-16,0 0 0,25 0 0,-25 0 0,0 25 15,0-25-15,0 0 0,0 0 0,-25 25 0,25-25 0,0 0 16,0 25-16,0-25 0,0 0 0,0 0 0,-25 24 16,25-24-16,0 0 0,0 25 0,0-25 0,-24 0 0,24 0 15,0 25-15,0-25 0,-25 0 0,25 0 0,0 25 16,0-25-16,0 0 0,0 0 0,-25 0 0,25 0 0,0 25 15,0-25-15,0 0 0,0 0 0,0 0 0,0 0 16,0 0-16,0 0 0,0 0 0,25 0 0,-25 0 16,0-25-16,0 25 0,0 0 0,25 0 0,-25 0 0,0 0 15,24 0-15,-24 0 0,0 0 0,25 0 0,-25 0 16,0 0-16,0 0 0,25 0 0,-25 0 0,0 0 15,0 0-15,25 0 0,-25 0 0,0 0 0,0 25 0,0-25 16,0 0-16,0 0 0,0 0 0,0 24 0,0-24 16,0 0-16,0 25 0,0-25 0,0 0 0,0 25 0,0-25 15,0 0-15,-25 25 0,25-25 0,0 25 0,0-25 16,0 0-16,-25 24 0,25-24 0,0 0 0,0 0 15,0 25-15,-25-25 0,25 0 0,0 0 0,0 25 0,-24-25 16,24 0-16,0 0 0,-25 0 0,25 0 0,0 25 78,0-25-78,-25 0 0,25 0 0,0 0 0,0 0 0,-25-25 0,25 25 0,0 0 0,0 0 0,0 0 0,-25 0 0,25 0 0,0 0 0,0-25 0,0 25 0,0 0 0,0 0 0,0 0 0,0 0 0,0 0 0,0 0 0,0 0 0,0 0 0,0 0 0,0 0 0,0 0 0,0 0 0,0 0 16,0 0-16,0 0 0,0 0 0,0 0 0,0-25 78,0 25-78,0 0 0,0 0 0,0 0 0,0 0 0,0 0 0,0 0 0,25 0 0,-25 0 0,0 25 0</inkml:trace>
  <inkml:trace contextRef="#ctx0" brushRef="#br0" timeOffset="248437.2098">11782 12328 0,'0'0'0,"0"0"0,0 0 0,0 0 0,0 0 15,0 0-15,0 0 0,0 0 0,0 0 0,0 0 16,0 0-16,0 0 0,0 0 0,0 0 0,0 0 0,0 0 16,0 0-16,0 0 0,0 0 0,0 0 0,0 0 15,0 0-15,0-25 0,0 25 0,0 0 0,0 0 16,0 0-16,0 0 0,0 0 0,0 0 0,25 0 0,-25 0 15,0 0-15,0 0 0,25 0 0,-25 25 0,25-25 16,-25 0-16,0-25 0,24 25 0,-24 0 0,25 0 0,-25 0 16,0 0-16,25 0 0,-25 0 0,25 0 0,-25 0 15,0 0-15,25 0 0,-25 0 0,0 25 0,0-25 0,0 0 16,24 0-16,-24 0 0,0 0 0,0 0 0,0 0 15,0 0-15,0 0 0,0 0 0,0 0 0</inkml:trace>
  <inkml:trace contextRef="#ctx0" brushRef="#br0" timeOffset="248691.2243">11782 12526 0,'-25'0'0,"25"0"0,0 0 0,0 0 0,0 0 15,0 0-15,0 0 0,0 0 0,0 0 0,0 0 0,0 25 16,0-25-16,0 0 0,25 0 0,-25 0 0,0 0 16,0 0-16,25 0 0,-25 0 0,0 0 0,25 0 15,-25 0-15,25 0 0,-25 0 0,24 0 0,-24 0 0,25 0 16,0 0-16,-25 0 0,25 0 0,-25 0 0,25 0 15,-1 0-15,-24 0 0,25 0 0,-25 0 0,25 0 0,-25 0 16,25 0-16,-25 0 0,25 0 0,-25 0 0,24 0 16</inkml:trace>
  <inkml:trace contextRef="#ctx0" brushRef="#br0" timeOffset="249350.262">12650 12303 0,'0'0'0,"0"0"0,0-25 0,0 25 15,0 0-15,0 0 0,0 0 0,0-24 0,0 24 16,0 0-16,-24 0 0,24 0 0,0 0 0,0-25 16,0 25-16,0 0 0,0 0 0,0 0 0,0 0 0,0 0 15,-25 0-15,25 0 0,0 0 0,0 0 0,0 0 16,0 0-16,0-25 0,0 25 0,0 0 0,-25 25 0,25-25 15,0 0-15,0 0 0,0 0 0,0 0 0,-25 0 16,25 0-16,0 0 0,0 0 0,-25 25 0,25-25 16,0 0-16,0 0 0,0 0 0,-24 24 0,24-24 0,0 0 15,0 25-15,0-25 0,-25 0 0,25 25 0,0-25 16,0 25-16,0-25 0,0 0 0,0 25 0,0-25 156,0 223-156,0-223 0,0 25 0,0-25 0,0 0 0,0 24 0,25-24 0,-25 0 0,0 0 0,0 25 15,0-25-15,0 0 0,0 0 0,24 0 0,-24 0 0,0 0 0,0 0 0,25 0 0,-25 0 0,0 0 0,25 0 0,-25 0 0,0-25 0,25 25 0,-25 0 0,25 0 0,-25-24 0,24 24 0,-24 0 0,25-25 0,-25 25 16,25-25-16,-25 25 0,25 0 0,-25-25 0,25 25 0,-25-25 0,0 25 0,24-24 0,-24 24 0,25-25 0,-25 25 0,0-25 0,25 25 0,-25 0 0,0-25 16,0 25-16,0-25 0,25 25 0,-25-24 0,0 24 0,0 0 15,0-25-15,0 25 0,0-25 0,0 25 0,0-25 16,0 25-16,0 0 0,0-25 0,0 25 0,-25 0 0,25-24 15,0 24-15,0 0 0,0 0 0,0-25 0,0 25 16,0 0-16,-25 0 0,25 0 0,0-25 0,0 25 0,-25 0 16,25 0-16,0 0 0,0 0 0,-24 0 0,24 0 15,0 0-15,-25 0 0,25 0 0,0 0 0,-25 0 16,25 0-16</inkml:trace>
  <inkml:trace contextRef="#ctx0" brushRef="#br0" timeOffset="251956.4111">5234 13122 0,'0'0'0,"0"0"0,0 0 0,0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0,0 0 0,0 0 0,0 0 16,0 0-16,0 0 0,0 0 0,0 0 0,0 0 15,-25 0-15,25 0 0,0 0 0,0 0 0,0 0 16,0 0-16,-25 24 0,25-24 0,0 0 0,0 0 0,0 0 15,-25 0-15,25 0 0,0 25 0,0-25 0,-24 0 156,-76 75-156,100-75 0,0 25 0,-24-25 0,24 0 0,0 0 0,0 0 0,0 0 0,0 0 0,0 0 0,0 0 0,0 24 0,0-24 0,0 0 0,0 0 0,0 0 0,0 0 0,0 0 0,0 0 16,0 0-16,0 0 0,0 0 0,0 0 0,0 0 0,0 0 0,0 0 0,0 0 0,0 0 0,0 0 0,0 0 0,0 0 0,24 0 0,-24 0 16,0 0-16,0 0 0,0 0 0,0 0 0,25 25 0,-25-25 0,0 0 0,0 0 0,0 0 0,25 0 0,-25 0 0,0 0 0,25 0 0,-25 0 15,25 0-15,-25 0 0,0 0 0,24 0 0,-24 0 16,0 0-16,25 0 0,-25 0 0,0 0 0,25 0 0,-25 0 15,25 0-15,-25 0 0,0 0 0,25 0 0,-25 0 16,24 0-16,-24 0 0,0 0 0,25 0 0,-25 0 0,0 0 16,25 0-16,-25 0 0,0 0 0,0 0 0,25 0 15,-25 0-15,0 0 0,0 0 0,0 0 0,25 0 0,-25 0 16,0 0-16,0 0 0,0 0 0,0 0 0,0 0 15,0 0-15,0 0 0,0 0 0,0 0 0,0 0 16,-25 0-16,25 0 0</inkml:trace>
  <inkml:trace contextRef="#ctx0" brushRef="#br0" timeOffset="252249.4278">5259 13171 0,'0'0'0,"0"0"0,0 0 16,0 0-16,0 0 0,0 0 0,0 0 0,0 0 15,0 0-15,0 0 0,0 0 0,0 0 0,0 0 16,0 0-16,0 0 0,0 0 0,0 0 0,0 25 0,0-25 16,0 0-16,0 0 0,0 25 0,0-25 0,24 0 0,-24 25 15,0-25-15,-24 25 0,24-25 0,0 24 0,0-24 16,0 0-16,0 25 0,0-25 0,0 25 0,0 0 15,0-25-15,0 25 0,-25-25 0,25 24 0,0-24 0,0 25 16,0-25-16,0 25 0,-25-25 0,25 25 0,0-25 16,0 25-16,0-25 0,0 24 0,0-24 0,0 0 0,-25 25 15,25-25-15,0 0 0,0 0 0,0 25 0,0-25 16,0 0-16,0 0 0,0 0 0,0 0 0,0 0 15,0 0-15</inkml:trace>
  <inkml:trace contextRef="#ctx0" brushRef="#br0" timeOffset="252658.4512">5705 13271 0,'0'-25'0,"0"25"0,0 0 16,0 0-16,0-25 0,0 25 0,0 0 0,0 0 0,0 0 15,0 0-15,0-25 0,0 25 0,0 0 0,-25 0 16,25 0-16,0 0 0,0 0 0,0 0 0,0 0 15,0 0-15,0 0 0,0 0 0,0 0 0,-25 0 0,25 0 16,0 0-16,0 0 0,0 0 0,-24 25 0,24-25 16,0 0-16,0 0 0,-25 0 0,25 25 0,0-25 0,-25 0 15,25 0-15,0 25 0,-25-25 0,25 0 0,0 24 16,0-24-16,-25 25 0,25-25 0,0 0 0,0 25 0,0-25 15,0 25-15,0-25 0,0 25 0,0-25 0,0 0 16,0 24-16,0-24 0,0 25 0,0-25 0,0 0 16,0 25-16,25-25 0,-25 0 0,0 25 0,0-25 0,25 0 15,-25 0-15,0 25 0,25-25 0,-25 0 0,0 0 16,25 0-16,-25 0 0,24 0 0,-24 24 0,25-24 0,-25 0 15,25 0-15,0 0 0,-25 0 0,25 0 0,-25 0 16,24 0-16,-24 0 0</inkml:trace>
  <inkml:trace contextRef="#ctx0" brushRef="#br0" timeOffset="253004.471">5854 13643 0,'0'0'0,"0"0"0,0 0 0,0 0 0,0 0 0,0 0 15,0 0-15,0 0 0,0 0 0,0 0 0,0 0 0,0-25 0,0 25 0,0 0 16,0 0-16,0 0 0,25 0 0,-25 0 0,0 0 0,0-25 15,0 25-15,25 0 0,-25 0 0,0-25 0,0 25 16,24 0-16,-24 0 0,0-25 0,0 25 0,25 0 16,-25 0-16,0-24 0,0 24 0,0 0 0,25 0 0,-25-25 15,0 25-15,0 0 0,0-25 0,0 25 0,25 0 16,-25-25-16,0 25 0,0 0 0,0 0 0,0 0 0,0-25 15,0 25-15,0 0 0,0 0 0,0 0 0,0 0 16,0 0-16,0 0 0,0 0 0,0 0 0,0 0 0,0 0 16,0 25-16,0-25 0,0 0 0,0 0 0,0 25 15,0-25-15,0 0 0,0 25 0,0-25 0,0 25 16,-25-25-16,25 0 0,0 24 0,0-24 0,0 25 0,0-25 15,0 25-15,0-25 0,-25 25 0,25-25 0,0 25 16,0-25-16,0 0 0,0 24 0,0-24 0,0 0 0,0 25 16,0-25-16,0 0 0,0 0 0,0 0 0,0 25 15,0-25-15,0 0 0,0 0 0</inkml:trace>
  <inkml:trace contextRef="#ctx0" brushRef="#br0" timeOffset="253357.4912">6573 13395 0,'0'0'0,"0"0"0,0 0 15,0 0-15,0 0 0,0 0 0,0 0 0,25 0 16,-25 0-16,0 0 0,0 0 0,0 0 0,25 0 0,-25 0 15,0 0-15,25 0 0,-25 0 0,24 0 0,-24 0 16,25 0-16,-25 0 0,25 0 0,-25 0 0,25 0 0,-25 0 16,25 0-16,-25 0 0,24 0 0,-24 0 0,25 0 15,-25 0-15,25 0 0,-25 0 0,0 0 0,25 0 16,-25 0-16,0 0 0,25 0 0,-25 0 0,0 0 0,0 0 15,0 0-15,0 0 0,0 0 0,0 0 0,0 0 16,0-25-16</inkml:trace>
  <inkml:trace contextRef="#ctx0" brushRef="#br0" timeOffset="253570.5034">6772 13246 0,'0'0'16,"0"0"-16,0 0 0,0 0 0,0 0 0,0 0 0,0 0 15,0 0-15,0 0 0,0 0 0,0 0 0,0 0 16,0 0-16,0 25 0,0-25 0,0 0 15,0 0-15,0 24 0,0-24 0,0 25 0,0-25 0,0 25 0,0-25 16,0 25-16,0-25 0,0 25 0,0-25 0,0 24 16,-25 1-16,25-25 0,0 25 0,0-25 0,0 25 0,-25 0 15,25-25-15,0 24 0,-25 1 0,25-25 0,0 25 16,-25-25-16,25 25 0,0-25 0,-24 25 0</inkml:trace>
  <inkml:trace contextRef="#ctx0" brushRef="#br0" timeOffset="255293.6019">7863 13196 0,'0'0'0,"0"0"0,0 0 16,0 0-16,0 0 0,0 0 0,0 0 0,0 0 0,-25 0 15,25 0-15,0-25 0,0 25 0,0 0 0,0 0 16,0 0-16,0 0 0,0 0 0,0 0 0,0 0 0,0 0 16,0 0-16,0 0 0,0 0 0,0 0 0,0 0 0,0 0 15,0 25-15,0-25 0,0 0 0,0 0 0,0 0 16,-25 0-16,25 0 0,0 0 0,0 25 0,0-25 15,-24 0-15,24 0 0,0 25 0,0-25 0,-25 0 0,25 0 16,0 25-16,0-25 0,-25 0 0,25 0 0,0 24 16,-25-24-16,25 0 0,0 0 0,0 25 0,-25-25 15,25 0-15,0 0 0,0 0 0,-24 0 0,24 25 0,0-25 16,0 0-16,0 0 0,0 0 0,0 0 0,0 0 15,0 0-15,0 0 0,0 0 0,0 25 0,0-25 0,0 0 16,0 0-16,0 0 0,0 0 0,0 0 0,0 0 16,0 0-16,0 0 0,24 0 0,-24 0 0,0 0 0,0 0 15,0 0-15,25 0 0,-25 25 0,0-25 0,0 0 16,25 0-16,-25 0 0,25 0 0,-25 0 0,0 0 15,25 0-15,-25 0 0,24 0 0,-24 0 0,25 0 0,-25 0 16,0 0-16,25 0 0,-25 24 0,25-24 0,-25 0 16,0 0-16,25 0 0,-25 0 0,0 0 0,24 0 0,-24 0 15,0 0-15,25 0 0,-25 0 0,0-24 0,0 24 16,0 0-16,0 0 0,0 0 0,0 0 0,0 0 0,0 0 15,0-25-15</inkml:trace>
  <inkml:trace contextRef="#ctx0" brushRef="#br0" timeOffset="255547.6165">7913 13246 0,'0'0'0,"0"0"16,0 0-16,0 0 0,0 0 0,0 0 0,0 0 0,0 0 16,0 0-16,0 0 0,0 0 0,0 0 0,-25 0 15,25 0-15,0 0 0,0 0 0,0 25 0,0-25 16,0 0-16,0 24 0,0-24 0,0 25 0,0-25 0,0 25 15,0-25-15,0 25 0,0-25 0,0 25 0,0-25 16,0 24-16,0-24 0,0 25 0,0 0 0,0-25 16,0 25-16,-25-25 0,25 25 0,0-25 0,0 24 15,0-24-15,0 0 0,0 25 0,-25-25 0,25 25 0,0-25 16,0 0-16,0 25 0,0-25 0,0 0 0,-25 25 0,25-25 15,0 0-15,0 0 0,0 0 0,0 0 0,0 0 16,0 0-16,25 0 0,-25 0 0</inkml:trace>
  <inkml:trace contextRef="#ctx0" brushRef="#br0" timeOffset="255899.6366">8260 13345 0,'0'0'0,"0"-25"0,0 25 0,0 0 16,0 0-16,0-25 0,0 25 0,0 0 0,0-24 0,0 24 16,0 0-16,0 0 0,0-25 0,0 25 0,0 0 15,0 0-15,-25 0 0,25 0 0,0 0 0,0 0 16,0 0-16,0 0 0,0 0 0,0 0 0,0 0 0,-25 25 15,25-25-15,0 0 0,0 0 0,0 24 0,0-24 16,0 0-16,-24 25 0,24-25 0,0 25 0,0-25 0,0 25 16,-25-25-16,25 25 0,0-25 0,0 24 0,0 1 15,0-25-15,0 25 0,0-25 0,0 25 0,0-25 0,0 0 16,0 25-16,0-25 0,0 24 0,0-24 0,25 0 15,-25 25-15,0-25 0,0 0 0,24 0 0,-24 25 16,0-25-16,25 0 0,-25 0 0,0 0 0,25 0 0,-25 25 16,25-25-16,-25 0 0,25 0 0,-25 0 0,24 0 15,-24 0-15,25 0 0,-25 0 0,25 0 0,-25 0 16,0 0-16</inkml:trace>
  <inkml:trace contextRef="#ctx0" brushRef="#br0" timeOffset="256394.6649">8434 13568 0,'0'0'15,"0"0"-15,0 0 0,0 0 0,0 0 0,0-25 16,0 25-16,0 0 0,0 0 0,0 0 0,0 0 0,0 0 16,0 0-16,0 0 0,0-24 0,24 24 0,-24 0 15,0 0-15,0 0 0,0 0 0,25 0 0,-25 0 16,0 0-16,0 0 0,25 0 0,-25 0 0,0 0 0,0 0 15,25 0-15,-25 0 0,0 0 0,0 0 0,0 0 16,0 0-16,0 0 0,25 0 0,-25 24 0,0-24 0,-25 0 16,25 0-16,0 0 0,0 25 0,0-25 0,0 0 15,0 0-15,0 25 0,-25-25 0,25 25 0,0-25 0,0 0 16,-25 25-16,25-25 0,0 0 0,-25 24 0,25-24 15,-24 0-15,24 25 0,0-25 0,-25 0 0,25 25 16,0-25-16,0 0 0,-25 25 0,25-25 0,0 0 0,0 0 16,-25 0-16,25 0 0,0 25 0,0-25 0,0 0 15,0 0-15,0 0 0,25 0 0,-25 0 0,0 0 0,0 0 16,0 0-16,25 24 0,-25-24 0,0 0 0,25 0 15,-25 0-15,0 0 0,24 0 0,1 0 0,-25 0 16,25 0-16,-25 0 0,25 0 0,0 0 0,-25 0 0,24 0 16,1 0-16,-25 0 0,25 0 0,-25 0 0,25-24 15,-25 24-15,25 0 0,-25 0 0,24 0 0,-24 0 0</inkml:trace>
  <inkml:trace contextRef="#ctx0" brushRef="#br0" timeOffset="257371.7208">9178 13345 0,'0'0'0,"0"0"15,0 0-15,0 0 0,0 0 0,0 0 0,0 0 0,0 0 16,0 0-16,0 0 0,0 0 0,0 0 0,0 0 15,0 0-15,0 0 0,0 0 0,25 0 0,-25 0 16,0 0-16,0 0 0,0 0 0,24 0 0,-24 0 0,0 0 16,0-25-16,25 25 0,-25 0 0,0 0 0,0 0 15,25 0-15,-25 0 0,0 0 0,25 0 0,-25 0 0,0 0 16,25 25-16,-25-25 0,0 0 0,0 0 0,24 0 15,-24 0-15,0 0 0,0 0 0,0 0 0,0 0 0,25 0 16,-25 0-16,0 0 0,0 0 0,0 0 0,0 0 16,0 0-16,0 0 0,0 0 0,0 0 0,0 0 15,0 0-15,0 0 0,0 0 0</inkml:trace>
  <inkml:trace contextRef="#ctx0" brushRef="#br0" timeOffset="257660.7373">9302 13221 0,'0'0'16,"0"0"-16,0 0 0,0-25 0,0 25 0,0 0 15,0 0-15,0 0 0,0 0 0,0 0 0,0 0 0,0 0 16,0 0-16,0 0 0,0 0 0,0 0 0,0 0 0,0 25 15,0-25-15,0 0 0,0 0 0,0 25 0,0-25 16,0 0-16,0 25 0,0-25 0,0 24 0,0-24 16,0 0-16,0 25 0,0-25 0,0 25 0,-25-25 0,25 25 15,0-25-15,0 25 0,0-25 0,0 24 0,0-24 16,0 25-16,-25-25 0,25 25 0,0-25 0,0 25 0,0-25 15,0 25-15,-25-25 0,25 0 0,0 24 0,0-24 16,0 0-16,0 25 0,0-25 0,0 0 0,-24 0 0</inkml:trace>
  <inkml:trace contextRef="#ctx0" brushRef="#br0" timeOffset="258519.7865">9847 13345 0,'0'-25'0,"0"25"0,-24 0 0,24 0 0,0 0 0,0 0 16,0 0-16,0 0 0,0-25 0,0 25 0,0 0 0,0 0 15,0 0-15,0 0 0,0 0 0,24-24 0,-24 24 16,0 0-16,0 0 0,0 0 0,0 0 0,0 0 16,0 0-16,0-25 0,25 25 0,-25 0 0,0 0 15,0 0-15,0 0 0,25 0 0,-25 0 0,0 0 0,0 0 16,0 0-16,25 0 0,-25 0 0,0 0 0,0 0 0,25 0 15,-25 0-15,0 0 0,0 0 0,24 0 0,-24 0 16,0 0-16,0 0 0,25 0 0,-25 25 0,0-25 16,0 0-16,0 0 0,0 0 0,0 24 0,0-24 0,0 0 15,0 25-15,0-25 0,-25 25 0,25-25 0,0 0 16,0 25-16,-24 0 0,24-25 0,0 24 0,-25-24 0,25 25 15,-25-25-15,25 25 0,-25-25 0,25 25 0,0-25 16,-25 25-16,25-25 0,-24 24 0,24-24 0,-25 0 16,25 25-16,0-25 0,-25 0 0,25 25 0,0-25 0,-25 0 15,25 0-15,0 25 0,0-25 0,0 0 0,0 0 16,0 0-16,0 0 0,0 0 0,0 0 0,0 0 0,0 0 15,0 25-15,0-25 0,0 0 0,0 0 0,25 0 16,-25 0-16,0 0 0,0 0 0,25 0 0,-25 0 0,25 0 16,-25 0-16,0 0 0,24 0 0,-24 0 0,25 0 15,-25 0-15,25 0 0,-25 0 0,25 0 0,-25 0 16,25 0-16,-25 0 0,24 0 0,-24 0 0,25 0 0,-25 0 15,0 0-15,25 0 0,-25 0 0,0 0 0,25 0 16,-25 0-16,0 0 0,0 0 0,25-25 0,-25 25 16,0 0-16</inkml:trace>
  <inkml:trace contextRef="#ctx0" brushRef="#br0" timeOffset="258958.8116">10393 13370 0,'-25'-25'0,"25"25"0,0 0 0,0 0 0,0-25 0,0 25 16,0 0-16,0 0 0,0 0 0,0 0 0,-24 0 15,24 0-15,0 0 0,0-25 0,0 25 0,0 0 16,0 0-16,-25 0 0,25 0 0,0 0 0,0 25 0,-25-25 15,25 0-15,0 0 0,0 0 0,0 0 0,-25 25 16,25-25-16,0 0 0,-25 25 0,25-25 0,0 0 0,-24 25 16,24-25-16,0 24 0,-25-24 0,25 25 0,0-25 15,0 25-15,-25-25 0,25 25 0,0-25 0,0 25 16,0-25-16,0 24 0,0-24 0,0 0 0,0 25 0,0-25 15,0 0-15,0 25 0,0-25 0,0 0 0,0 25 16,25-25-16,-25 0 0,0 0 0,0 25 0,25-25 0,-25 0 16,0 0-16,24 0 0,-24 0 0,25 24 0,-25-24 15,25 0-15,-25 0 0,0 0 0,25 0 0,-25 0 0,25 0 16,-25 0-16,24 0 0,-24 0 0,0-24 0,25 24 15,-25 0-15</inkml:trace>
  <inkml:trace contextRef="#ctx0" brushRef="#br0" timeOffset="259517.8435">10542 13543 0,'0'0'16,"0"0"-16,0 0 0,0 0 0,25 0 0,-25 0 0,0 0 16,0 0-16,0 0 0,0 0 0,0 0 0,25 0 15,-25 0-15,0 0 0,0 0 0,0 0 0,24 0 0,-24-24 16,0 24-16,0 0 0,0 0 0,25 0 0,-25 24 15,0-24-15,0 0 0,25 0 0,-25 0 0,0 0 16,0 0-16,0 0 0,0 0 0,0 0 0,0 0 0,0 0 16,0 0-16,0 25 0,0-25 0,0 0 0,0 0 15,0 0-15,0 0 0,0 25 0,0-25 0,-25 0 0,25 0 16,0 0-16,0 25 0,-25-25 0,25 0 0,0 0 15,0 0-15,-24 25 0,24-25 0,0 0 0,0 0 0,-25 0 16,25 24-16,0-24 0,0 0 0,0 0 0,0 0 16,-25 0-16,25 0 0,0 25 0,0-25 0,0 0 15,0 0-15,0 0 0,0 0 0,0 0 0,0 0 0,25 0 16,-25 0-16,0 0 0,25 0 0,-25 0 0,0 0 15,24 0-15,-24 0 0,0 0 0,25 0 0,-25 0 16,25 0-16,-25 0 0,0 0 0,25 0 0,-25 0 0,0 25 16,0-25-16,0 0 0,25 0 0,-25 0 0,0 0 15,0 0-15,0 0 0,0 0 0,0 25 0,0-25 0,0 0 16,0 0-16,0 0 0,0 0 0,-25 25 0,25-25 15,0 0-15,0 0 0,0 0 0,0 0 0,-25 0 0,25 0 16,0 24-16,0-24 0,-25 0 0,25 0 0,0 0 16,-25 0-16,25 0 0,-24 0 0,24 0 0,0 0 15,-25 0-15,25 0 0,0 0 0,-25 0 0,25 0 0,-25 0 16,25 0-16,0 0 0,0 0 0,-25 0 0,25 0 15,0 0-15,0 0 0,0-24 0,0 24 0,0 0 0,0 0 16</inkml:trace>
  <inkml:trace contextRef="#ctx0" brushRef="#br0" timeOffset="260036.8732">11088 13543 0,'0'0'0,"0"0"0,0 0 0,0 0 16,0 0-16,0 0 0,0 0 0,0 0 0,24 0 16,-24 0-16,0 0 0,0 0 0,0 0 0,25 0 15,-25 0-15,0 0 0,0-24 0,25 24 0,-25 0 0,0 0 16,25 0-16,-25 0 0,0 0 0,25 0 0,-25 0 16,25 0-16,-25 0 0,24 0 0,-24 0 0,0 0 0,25 0 15,-25 24-15,25-24 0,-25 0 0,0 0 0,0 0 16,25 0-16,-25 0 0,0 0 0,0 0 0,0 0 0,0 0 15,0 0-15,0 0 0,0 0 0,0 0 0,0 0 16,0 0-16,0-24 0</inkml:trace>
  <inkml:trace contextRef="#ctx0" brushRef="#br0" timeOffset="260261.8859">11261 13419 0,'0'0'0,"0"0"0,0-24 0,0 24 0,0 0 15,0 0-15,0 0 0,0 0 0,0 0 0,0 0 16,0 0-16,0 0 0,0 0 0,0 0 0,0 24 0,0-24 15,0 0-15,0 0 0,0 25 0,0-25 0,0 25 16,0-25-16,0 25 0,0-25 0,0 25 0,0-25 16,0 24-16,0-24 0,-24 25 0,24-25 0,0 25 0,0-25 15,0 25-15,-25-25 0,25 25 0,0-25 0,0 24 0,0-24 16,-25 25-16,25-25 0,0 25 0,0-25 0,0 0 15,0 25-15,-25-25 0,25 0 0,0 0 0</inkml:trace>
  <inkml:trace contextRef="#ctx0" brushRef="#br0" timeOffset="260901.9227">11832 13469 0,'0'0'0,"0"0"16,0-25-16,0 25 0,0 0 0,0 0 0,0-25 15,0 25-15,0 0 0,0 0 0,0 0 0,25-24 0,-25 24 16,0 0-16,0 0 0,0 0 0,0-25 0,0 25 15,0 0-15,0 0 0,24 0 0,-24 0 0,0 0 0,0-25 16,0 25-16,25 0 0,-25 0 0,0 0 0,0 0 16,25 0-16,-25 0 0,0 0 0,25 0 0,-25 0 15,0 0-15,0 0 0,25 0 0,-25 0 0,0 0 0,0 25 16,24-25-16,-24 0 0,0 0 0,0 0 0,0 0 15,0 25-15,0-25 0,0 0 0,0 24 0,0-24 0,-24 25 16,24-25-16,0 25 0,0-25 0,-25 0 0,25 25 16,0 0-16,-25-25 0,25 0 0,0 24 0,-25-24 0,25 25 15,0-25-15,-25 25 0,25-25 0,0 25 0,-24-25 16,24 0-16,0 25 0,0-25 0,-25 0 0,25 24 15,0-24-15,0 0 0,0 25 0,0-25 0,0 0 0,0 0 16,0 0-16,0 25 0,0-25 0,0 0 0,0 0 16,25 0-16,-25 0 0,0 25 0,0-25 0,24 0 0,-24 0 15,0 0-15,25 0 0,-25 0 0,25 0 0,-25 0 16,25 0-16,-25 0 0,25 0 0,-1 0 0,-24 0 15,25 0-15,-25 0 0,25 0 0,0-25 0,-25 25 0,25 0 16,-25 0-16,24-25 0,-24 25 0,25 0 0</inkml:trace>
  <inkml:trace contextRef="#ctx0" brushRef="#br0" timeOffset="261236.9419">12427 13419 0,'0'0'0,"0"0"0,0 0 0,-25 0 15,25-24-15,0 24 0,0 0 0,0 0 16,0 0-16,0 0 0,0 0 0,-24-25 0,24 25 0,0 0 16,0 0-16,0 0 0,-25 0 0,25 0 0,0 0 0,0 0 15,0 0-15,-25 0 0,25 0 0,0 0 0,0 0 16,-25 25-16,25-25 0,0 0 0,0 0 0,-25 24 15,25-24-15,0 0 0,0 25 0,-24-25 0,24 25 0,0-25 16,0 0-16,0 25 0,0-25 0,0 25 0,0-25 0,0 24 16,0-24-16,0 0 0,0 25 0,0-25 0,0 25 15,0-25-15,0 0 0,0 25 0,24-25 0,-24 0 16,0 25-16,0-25 0,25 0 0,-25 0 0,0 0 0,0 24 15,25-24-15,-25 0 0,0 0 0,25 0 0,-25 0 16,25 0-16,-25 25 0,24-25 0,-24 0 0,25 0 16,-25-25-16,25 25 0,-25 0 0,25 0 0,-25 0 0,0 0 15,25 0-15</inkml:trace>
  <inkml:trace contextRef="#ctx0" brushRef="#br0" timeOffset="261593.9623">12576 13618 0,'0'0'0,"0"0"0,0 0 15,0 0-15,0 0 0,0 0 0,0 0 0,0 0 0,0 0 16,0 0-16,0 0 0,0 0 0,0 0 0,0 0 15,0 0-15,0 0 0,0 0 0,0 0 0,0 0 16,0 0-16,0 0 0,0 0 0,0 0 0,0 0 0,0 25 16,-25-25-16,25 0 0,0 0 0,0 0 0,0 0 15,-25 24-15,25-24 0,0 0 0,-24 0 0,24 0 0,0 25 16,0-25-16,-25 0 0,25 0 0,0 0 0,0 25 15,-25-25-15,25 0 0,0 0 0,0 0 0,-25 25 16,25-25-16,0 0 0,0 0 0,0 0 0,0 0 0,0 0 16,-25 25-16,25-25 0,0 0 0,0 0 0,25 0 15,-25 0-15,0 0 0,0 0 0,0 0 0,0 24 16,0-24-16,25 0 0,-25 0 0,0 0 0,0 0 0,25 0 15,-25 0-15,0 0 0,25 0 0,-25 0 0,0 25 16,24-25-16,-24 0 0,25 0 0,-25 0 0,25 0 0,-25 0 16,0 0-16,25 0 0,-25 0 0,25 0 0,-25 0 15,0 0-15,24 0 0,-24 0 0,0 0 0,0 0 0,25 0 16,-25 0-16,0 0 0,0 0 0,0 0 0,0 0 15,25-25-15,-25 25 0,0 0 0,0 0 0,0-24 16,0 24-16</inkml:trace>
  <inkml:trace contextRef="#ctx0" brushRef="#br0" timeOffset="261801.9742">12725 13643 0,'0'0'0,"0"0"15,0 0-15,0 0 0,0 0 0,0 0 0,0 0 0,-25 0 16,25 0-16,0 0 0,0 0 0,0 0 16,0 0-16,0 24 0,0-24 0,0 0 0,0 0 0,0 0 15,0 25-15,0-25 0,0 0 0,0 25 0,-25-25 0,25 25 16,0-25-16,0 25 0,0-25 0,0 24 0,0-24 15,-25 0-15,25 25 0,0-25 0,0 25 0,0-25 0,-24 25 16,24-25-16,0 25 0,0-25 0,0 0 0,-25 24 16,25-24-16,0 0 0,0 0 0,-25 25 0,25-25 0,0 0 15,0 0-15,0 25 0,-25-25 0,25 0 0,0 0 16,0 0-16,0 0 0</inkml:trace>
  <inkml:trace contextRef="#ctx0" brushRef="#br0" timeOffset="262131.9931">13221 13568 0,'0'0'16,"0"0"-16,0 0 0,0 0 0,0 0 0,0 0 15,0 0-15,0 0 0,0 0 0,0 0 0,0 0 0,0 0 16,0 0-16,25 0 0,-25 0 0,0 0 0,25 0 15,-25 0-15,24 0 0,-24 0 0,0 0 0,25 0 0,-25 0 16,25 0-16,-25 0 0,25 0 0,-25 0 0,25 0 16,-25 0-16,24 0 0,-24 0 0,25 25 0,-25-25 0,0 0 15,0 0-15,25 0 0,-25 0 0,0 0 0,0 0 16,0 0-16,0 0 0,-25 0 0,25 0 0,0 0 15,0 0-15,-25 0 0,25 25 0</inkml:trace>
  <inkml:trace contextRef="#ctx0" brushRef="#br0" timeOffset="262312.0034">13221 13692 0,'-25'25'0,"25"-25"0,0 0 0,0 0 0,0 0 15,0 0-15,0 0 0,0 0 0,0 0 0,0 0 0,0 0 16,0 0-16,0 0 0,0 0 0,25 0 0,-25 25 16,0-25-16,0 0 0,25 0 0,-25 0 0,25 0 0,-25 0 15,24 0-15,-24 0 0,25 0 0,0 0 0,-25 0 16,25 0-16,0 0 0,-25 0 0,24 0 0,1 0 15,0 0-15,-25 0 0,25 0 0,0 0 0,-25 0 0,24-25 16,1 25-16,-25 0 0,25 0 0,-25 0 0,25 0 16</inkml:trace>
  <inkml:trace contextRef="#ctx0" brushRef="#br0" timeOffset="262656.023">13841 13494 0,'0'0'0,"0"0"0,0-25 0,0 25 0,0 0 0,0 0 15,0 0-15,0-25 0,0 25 0,0 0 0,0 0 16,0 0-16,0 0 0,0 0 0,0 0 0,0 0 15,0 0-15,-25 0 0,25 0 0,0 0 0,0 0 0,-25 0 16,25 25-16,0-25 0,0 0 0,-24 25 0,24-25 16,0 25-16,-25-25 0,25 24 0,0-24 0,-25 25 0,25 0 15,0-25-15,0 25 0,-25-25 0,25 25 0,0-25 16,0 24-16,0-24 0,0 25 0,0-25 0,0 25 0,0-25 15,0 0-15,0 25 0,0-25 0,0 0 0,0 0 16,25 25-16,-25-25 0,0 0 0,25 0 0,-25 0 16,0 0-16,25 0 0,-25 0 0,24 0 0,1 0 0,-25 0 15,25-25-15,-25 25 0,25 0 0,0-25 0,-25 25 0,24 0 16,-24-25-16,0 25 0,25-25 0,-25 25 0,0-24 15,0-1-15,25 25 0,-25-25 0,0 25 0,-25-25 16,25 25-16,0-25 0,0 25 0,0-24 0,-25 24 16,25 0-16,0 0 0,-24-25 0,24 25 0,-25 0 0,25 0 15,-25 0-15,25-25 0,-25 25 0,25 0 0,-25 0 16,25 0-16</inkml:trace>
  <inkml:trace contextRef="#ctx0" brushRef="#br0" timeOffset="263506.0716">17041 11286 0,'0'0'0,"25"0"0,-25-25 15,0 25-15,0 0 0,0 0 0,24 0 0,-24 0 16,0 0-16,0 0 0,25 0 0,-25 0 0,0 0 15,0 0-15,25 0 0,-25 0 0,0 0 0,25 0 0,-25 0 16,0 0-16,25 0 0,-25 0 0,0 0 0,24 0 16,-24 0-16,0 0 0,0 0 0,25 0 0,-25 0 0,0 0 15,0 0-15,0 0 0,0 0 0</inkml:trace>
  <inkml:trace contextRef="#ctx0" brushRef="#br0" timeOffset="263742.0852">17066 11435 0,'0'0'0,"0"0"16,0 0-16,0 0 0,0 0 0,0 0 0,0 0 0,0 0 15,0 0-15,0 0 0,24 0 0,-24-25 0,0 25 16,0 0-16,25 0 0,-25 0 0,25 0 0,-25 0 15,0 0-15,25 0 0,-25 0 0,25 0 0,-25 0 0,24 0 16,-24 0-16,25 0 0,-25 0 0,25 0 0,-25 0 16,25 0-16,-25-25 0,0 25 0,25 0 0,-25 0 0,0 0 15,0 0-15,24 0 0,-24 0 0,0-24 0</inkml:trace>
  <inkml:trace contextRef="#ctx0" brushRef="#br0" timeOffset="263996.0997">17388 11261 0,'0'0'0,"0"0"0,0 0 0,0 0 0,25 0 0,-25 0 16,0 0-16,0 0 0,0 0 0,0 0 0,0 0 16,0 0-16,0 0 0,0 0 0,0 0 0,25 25 0,-25-25 15,0 0-15,0 0 0,-25 25 0,25-25 0,0 0 16,0 25-16,0-25 0,0 0 0,0 25 0,-25-25 15,25 24-15,0-24 0,-25 0 0,25 25 0,-25-25 0,25 25 16,0-25-16,-24 0 0,24 25 0,-25-25 0,25 0 16,-25 0-16,25 25 0,-25-25 0,25 0 0,-25 0 0,25 0 15,-24 0-15,24 0 0,0 0 0,-25 0 0,25 0 16,0 0-16,-25 0 0,25 0 0,0 0 0,-25 0 0,25-25 15</inkml:trace>
  <inkml:trace contextRef="#ctx0" brushRef="#br0" timeOffset="264198.1112">16991 11112 0,'0'0'0,"0"0"0,0 0 0,0 0 16,-25 0-16,25 0 0,0 0 0,0 0 0,0 0 0,-24 25 15,24-25-15,0 0 0,0 25 0,0-25 0,0 0 16,0 25-16,-25-25 0,25 25 0,0-25 0,0 25 15,25-25-15,-25 24 0,0 1 0,0-25 0,0 25 0,0-25 16,0 25-16,0-25 0,24 25 0,-24-1 0,0-24 0,0 25 16,25-25-16,-25 25 0,0-25 0,25 0 0,-25 25 15</inkml:trace>
  <inkml:trace contextRef="#ctx0" brushRef="#br0" timeOffset="317327.1496">18628 11038 0,'0'0'0,"0"0"0,0 0 0,0 0 0,0 0 15,0 0-15,25 0 0,-25 0 0,0 0 0,0 0 16,0 0-16,0 0 0,0 0 0,0 0 0,0 0 0,0 0 16,0 0-16,0-25 0,0 25 0,0 0 0,0 0 15,0 0-15,0 0 0,0 0 0,0 0 0,0 0 0,0 0 16,0 0-16,0 0 0,0 0 0,0 0 0,0 0 15,0 0-15,0 0 0,0 0 0,0 0 0,0 0 0,0 0 16,0 0-16,0 0 0,0 0 0,0 0 0,0 0 16,0 0-16,0 0 0,0 0 0,0 0 0,0 0 15,0 0-15,0 0 0,0 0 0,0-25 0,0 25 0,0 0 16,-25 0-16,25 0 0,0 0 0,0 0 0,0 0 15,0 0-15,0 0 0,0 0 0,0 0 0,0 0 0,0 0 16,0 0-16,-24-24 0,24 24 0,0 0 0,0 0 16,0 0-16,-25 0 0,25 0 0,0 0 0,-25 0 0,25 0 15,0 0-15,-25 0 0,25-25 0,0 25 0,-25 0 16,25 0-16,0 0 0,0 0 0,-25 0 0,25 0 15,0 0-15,-24 0 0,24 0 0,0 0 0,0 0 0,-25 0 16,25 25-16,0-25 0,0 0 0,-25 0 0,25 0 16,0 0-16,0 0 0,-25 24 0,25-24 0,0 0 15,0 0-15,0 0 0,-25 25 0,25-25 0,0 0 0,0 25 16,0-25-16,0 0 0,0 25 0,-24-25 0,24 25 15,0-25-15,0 0 0,0 24 0,0-24 0,-25 25 0,25 0 16,0-25-16,0 25 0,0-25 0,0 25 0,0-25 16,-25 25-16,25-25 0,0 24 0,0-24 0,0 0 0,0 25 15,0-25-15,25 25 0,-25-25 0,0 0 0,0 25 16,0-25-16,0 0 0,0 0 0,0 25 0,25-25 15,-25 0-15,0 0 0,0 0 0,24 0 0,-24 0 0,25 0 16,-25 24-16,25-24 0,-25-24 0,0 24 0,25 0 16,0 0-16,-25 0 0,0 0 0,24 0 0,-24 0 0,25 0 15,-25 0-15,25 0 0,-25 0 0,0 0 0,25 0 16,-25 0-16,0 0 0,25-25 0,-25 25 0,0 0 15,25 0-15,-25 0 0,0 0 0,0 0 0</inkml:trace>
  <inkml:trace contextRef="#ctx0" brushRef="#br0" timeOffset="317799.1766">18653 11485 0,'0'0'0,"0"0"0,0 0 0,0 0 15,0 0-15,0 0 0,0 0 0,0 0 0,0 0 16,0 0-16,0 0 0,0 0 0,0 0 0,0 0 15,25 0-15,-25 0 0,0 0 0,0 0 0,0 0 0,0-25 16,0 25-16,0 0 0,25 0 0,-25 0 0,0-25 16,0 25-16,0 0 0,25 0 0,-25-25 0,0 25 0,0 0 15,24 0-15,-24-25 0,0 25 0,0 0 0,25-24 16,-25 24-16,0 0 0,0 0 0,0-25 0,0 25 0,0 0 15,0 0-15,0 0 0,25 0 0,-25-25 0,0 25 16,0 0-16,0 0 0,0 0 0,0 0 0,0 0 16,0 0-16,0 0 0,0 0 0,0 0 0,0 0 0,0 25 15,0-25-15,-25 0 0,25 0 0,0 0 0,0 25 0,0-25 16,0 0-16,0 24 0,0-24 0,0 0 0,0 25 15,0-25-15,-25 25 0,25-25 0,0 0 0,0 25 16,0-25-16,0 0 0,0 25 0,0-25 0,-24 24 0,24-24 16,0 0-16,0 25 0,0-25 0,0 0 0,0 25 15,0-25-15,0 0 0,0 25 0,0-25 0,-25 0 16,25 0-16,0 0 0,0 0 0,0 0 0,0 0 0,0 0 15,0 0-15,0 0 0,0 0 0,0 0 0,0 0 16</inkml:trace>
  <inkml:trace contextRef="#ctx0" brushRef="#br0" timeOffset="318313.2064">19273 11137 0,'0'0'0,"0"0"0,0 0 0,0 0 0,0 0 0,0 0 16,0 0-16,0 0 0,0 0 0,0 0 0,0 0 16,0 0-16,0 0 0,0 0 0,25 0 0,-25 0 0,0 0 15,0 0-15,0 0 0,25 25 0,-25-25 0,0 0 16,0 0-16,25 0 0,-25 0 0,0 0 0,24 0 0,-24 0 15,25 0-15,-25 0 0,0 0 0,25 0 0,-25 0 16,0 0-16,25 0 0,-25 0 0,0 0 0,0 0 16,25 0-16,-25 0 0,0 0 0,0 0 0,0 0 0,0 0 15,0 0-15,0 0 0,0 0 0,0 0 0,0 0 16</inkml:trace>
  <inkml:trace contextRef="#ctx0" brushRef="#br0" timeOffset="318551.2201">19224 11385 0,'-25'25'0,"25"-25"0,0 0 16,0 0-16,0 0 0,0 0 0,0 0 0,0 0 16,0 0-16,0 0 0,0 0 0,0 0 0,0 0 0,0 0 15,0 0-15,0 0 0,0 0 0,0 0 0,0 0 0,0 0 16,25 0-16,-25 0 0,24 0 0,-24 0 15,0 0-15,25 0 0,0 0 0,-25 0 0,25 0 0,-25 0 16,25 0-16,-25 0 0,24 0 0,-24 0 0,25 0 16,0 0-16,-25 0 0,25 0 0,-25 0 0,25 0 0,-1 0 15,-24 0-15,25 0 0,-25 0 0,25 0 0,-25 0 16,25 0-16</inkml:trace>
  <inkml:trace contextRef="#ctx0" brushRef="#br0" timeOffset="319107.2516">20489 11088 0,'0'0'0,"0"0"0,0 0 0,0-25 0,0 25 0,0 0 16,0 0-16,0 0 0,0-25 0,0 25 0,0 0 15,-25 0-15,25 0 0,0-25 0,0 25 0,0 0 0,0 0 16,0 0-16,0 0 0,-25 0 0,25 0 0,0 0 16,0-25-16,0 25 0,0 0 0,0 0 0,-25 0 0,25 0 15,0 0-15,-25 25 0,25-25 0,0 0 0,0 0 16,-24 0-16,24 0 0,0 0 0,-25 25 0,25-25 15,-25 0-15,25 25 0,-25-25 0,25 25 0,0-25 0,-25 24 16,25-24-16,-24 25 0,24-25 0,0 25 0,0-25 16,0 25-16,0-25 0,0 25 0,0-25 0,0 25 0,0-25 15,0 24-15,0-24 0,0 0 0,0 25 0,0-25 16,0 0-16,24 25 31,-24-25 16,0 0-47,0 25 0,25-25 0,-25 0 0,0 0 0,25 0 0,-25 25 0,25-25 0,-25 0 0,25 0 0,-25 0 0,24 0 0,-24 0 0,25 0 0,-25 0 0,25 24 0,-25-24 0,25 0 0,-25 0 0,25 0 0</inkml:trace>
  <inkml:trace contextRef="#ctx0" brushRef="#br0" timeOffset="319491.2738">20563 11410 0,'0'-25'16,"0"25"-16,0 0 0,0 0 0,0 0 0,0 0 16,0 0-16,0 0 0,0 0 0,0 0 0,0 0 0,25 0 15,-25 0-15,0 0 0,0 0 0,0 0 0,25 0 16,-25 0-16,0 0 0,0 0 0,24 0 0,-24 0 0,0 0 15,25 0-15,-25 0 0,0 0 0,0 0 0,0 0 16,25 0-16,-25 0 0,0 0 0,0 0 0,0 0 16,0 0-16,0 25 0,0-25 0,0 0 0,0 0 0,-25 0 15,25 25-15,0-25 0,0 0 0,0 0 0,-25 25 16,25-25-16,0 0 0,-24 0 0,24 25 0,-25-25 0,25 0 15,-25 24-15,25-24 0,0 0 0,-25 0 0,25 25 16,0-25-16,-25 0 0,25 25 0,0-25 0,-24 0 16,24 0-16,0 25 0,0-25 0,0 0 0,0 0 0,-25 0 15,50 25-15,-25-25 0,0 0 0,0 0 0,0 0 16,0 0-16,0 0 0,0 0 0,0 24 0,24-24 0,-24 0 15,0 0-15,0 0 0,25 0 0,-25 0 0,0 0 16,25 0-16,-25 0 0,25 0 0,-25 0 0,25 0 0,-25 0 16,24 0-16,-24 0 0,25 0 0,-25 0 0,25 0 15,-25 0-15,25 0 0,-25 0 0,25 0 0,-25 0 16,25 0-16,-25-24 0,0 24 0</inkml:trace>
  <inkml:trace contextRef="#ctx0" brushRef="#br0" timeOffset="320196.3142">21307 11088 0,'0'0'16,"0"0"-16,0 0 0,0 0 0,0 0 0,0 0 0,0 24 15,0-24-15,0 0 0,0 0 0,0 0 0,0 0 16,0 0-16,0 0 0,0 0 0,0 0 0,0 0 0,25 0 16,-25 0-16,0 0 0,0 0 0,0 0 0,25 0 15,-25 0-15,0 0 0,25 0 0,-25 0 0,0 0 16,24 0-16,-24 0 0,25 0 0,-25 0 0,0 0 0,25 0 15,-25 0-15,25 0 0,-25 0 0,25 0 0,-25 0 16,24 0-16,-24 0 0,25 25 0,-25-25 0,25 0 16,-25 0-16,25 0 0,-25 0 0,0 0 0,25 0 0,-25 0 15,0 0-15,24 0 0,-24 0 0,0 0 0,0 0 16,0 0-16,0 0 0,0 0 0,0 0 0</inkml:trace>
  <inkml:trace contextRef="#ctx0" brushRef="#br0" timeOffset="320492.3311">21282 11361 0,'0'0'0,"0"0"0,0 0 0,0 0 16,0 24-16,0-24 0,0 0 0,0 0 0,0 0 0,0 0 16,0 0-16,0 0 0,0 0 0,25 0 0,-25 0 15,0 0-15,25 0 0,-25 0 0,0 0 0,25 0 16,-25 0-16,25 0 0,-25 0 0,24 0 0,-24 0 0,25 0 15,0 0-15,-25 0 0,25 0 0,-25 0 0,25 0 0,-1 0 16,1 0-16,-25 0 0,25 25 0,-25-25 0,25 0 16,0 0-16,-25 0 0,24 0 0,1 0 0,-25 0 15,25 0-15,-25 0 0,0 0 0</inkml:trace>
  <inkml:trace contextRef="#ctx0" brushRef="#br0" timeOffset="321100.3656">22473 11112 0,'0'-24'0,"0"24"0,0 0 16,0 0-16,0 0 0,0 0 0,0 0 0,0 0 0,0-25 15,0 25-15,0 0 0,0 0 0,0 0 0,0 0 16,0-25-16,-25 25 0,25 0 0,0 0 0,0 0 0,0 0 16,0 0-16,-25 0 0,25 0 0,0-25 0,0 25 15,0 0-15,-24 0 0,24 0 0,0 0 0,0 0 16,-25 25-16,25-25 0,0 0 0,-25 0 0,25 0 0,0 0 15,-25 0-15,25 0 0,-25 0 0,25 25 0,-24-25 16,24 0-16,-25 25 0,25-25 0,0 0 0,-25 24 16,25-24-16,0 25 0,-25-25 78,25 0-78,0 25 0,0-25 0,-25 25 0,25-25 0,0 25 0,0-25 0,0 25 0,0-25 0,0 24 0,0-24 0,0 0 0,0 25 0,0-25 0,0 0 0,25 25 0,-25-25 0,0 0 0,0 0 0,0 25 0,25-25 0,-25 0 0,0 0 0,25 0 0,-25 25 0,0-25 0,25 0 0,-25 0 0,24 0 0,-24 0 15,25 0 48,-25 0-63,25 0 0,-25 0 0,25 0 0,-25 0 0,25 0 0,-1 0 0,-24 0 0,0 0 0,25-25 0,-25 25 0,25 0 0,-25 0 0</inkml:trace>
  <inkml:trace contextRef="#ctx0" brushRef="#br0" timeOffset="321709.4007">22547 11385 0,'0'0'0,"0"0"0,0 0 0,0 0 0,0 0 16,0 0-16,0 0 0,0-24 0,0 24 0,0 0 15,0 0-15,25 0 0,-25 0 0,0 0 0,0 0 0,0 0 16,0 0-16,0 0 0,25 0 0,-25 0 0,0 0 15,0-25-15,0 25 0,25 0 0,-25 0 0,0 0 16,0 0-16,0 0 0,25 0 0,-25 0 0,0 0 0,0 25 16,0-25-16,0 0 0,0 0 0,24 0 0,-24 0 15,0 0-15,0 0 0,0 0 0,0 0 0,0 0 16,0 0-16,0 0 0,0 24 0,0-24 0,0 0 0,0 0 15,0 0-15,0 0 0,0 25 0,0-25 0,0 0 0,0 0 16,0 0-16,-24 0 0,24 25 0,0-25 0,0 0 16,-25 0-16,25 0 0,0 25 0,-25-25 0,25 0 15,0 0-15,0 0 0,-25 0 0,25 0 0,0 25 0,-25-25 16,25 0-16,0 0 0,0 0 0,0 0 0,0 0 15,-24 0-15,24 24 0,0-24 0,0 0 0,0 0 16,0 0-16,0 0 0,0 0 0,0 0 0,0 0 0,0 0 16,0 0-16,0 0 0,24 0 0,-24 0 0,0 0 15,0 0-15,0 0 0,0 25 0,25-25 0,-25 0 16,0 0-16,0 0 0,0 0 0,0 0 0,25 0 0,-25 0 15,0 0-15,0 25 0,25-25 0,-25 0 0,0 0 0,0 0 16,25 25-16,-25-25 0,0 0 0,0 0 0,0 25 16,0-25-16,0 0 0,0 0 0,0 24 0,0-24 15,0 0-15,0 0 0,0 0 0,0 25 0,0-25 0,0 0 16,-25 0-16,25 0 0,0 25 0,0-25 0,-25 0 15,25 0-15,0 0 0,0 0 0,-25 0 0,25 0 0,-25 0 16,25 0-16,0 0 0,-24 0 0,24 0 0,0 25 16,0-25-16,-25 0 0,25 0 0,0-25 0,0 25 15,0 0-15,0 0 0,-25 0 0,25 0 0,0 0 0,0 0 16,0 0-16,0 0 0,0 0 0,0-25 0,0 25 15,0 0-15,0 0 0,0 0 0,0 0 0,0-25 0,0 25 16,0 0-16,25 0 0,-25 0 0</inkml:trace>
  <inkml:trace contextRef="#ctx0" brushRef="#br0" timeOffset="322374.4387">23564 11212 0,'0'0'0,"0"0"0,0 0 15,0 0-15,0 0 0,0 0 0,0 0 0,0 0 16,0 0-16,0 0 0,0 0 0,0 0 0,0 0 0,0 0 16,0 0-16,0 0 0,0 0 0,0 0 0,25 0 15,-25 0-15,0 0 0,25 0 0,-25 0 0,0 0 16,25 0-16,-25 0 0,25 0 0,-25 0 0,24 0 0,-24 0 15,25 0-15,-25 0 0,25 0 0,-25 0 0,0 0 0,25 0 16,-25 0-16,25 0 0,-25 0 0,0 0 0,24 0 16,-24 0-16,0 0 0,0 0 0,25 0 0,-25 0 15,0 0-15,0 0 0,0 0 0,0 0 0,0 0 16,0 25-16,0-25 0</inkml:trace>
  <inkml:trace contextRef="#ctx0" brushRef="#br0" timeOffset="322610.4522">23614 11435 0,'0'0'0,"0"25"0,0-25 0,0 0 0,0 0 16,0 0-16,0 0 0,0 0 0,0 0 0,0 0 15,0 0-15,0 0 0,0 0 0,0 0 0,0 0 0,25 0 16,-25 0-16,0 0 0,0 0 0,25 0 0,-25 0 16,24 0-16,-24 0 0,25 0 0,-25 0 0,25 0 15,-25 0-15,25 0 0,-25 0 0,25 0 0,-25 0 0,24 0 16,-24 0-16,25 0 0,-25 0 0,25 25 0,-25-25 15,25 0-15,-25 0 0,25 0 0,-25 0 0,25 0 16,-25 0-16,24 0 0,-24 0 0</inkml:trace>
  <inkml:trace contextRef="#ctx0" brushRef="#br0" timeOffset="323106.4806">24705 11261 0,'0'0'16,"0"0"-16,-24 0 0,24 0 0,0-24 0,0 24 15,0 0-15,0 0 0,0 0 0,0 0 0,0-25 0,0 25 16,-25 0-16,25 0 0,0 0 0,0 0 0,0 0 0,0 0 15,-25-25-15,25 25 0,0 0 0,0 0 0,0 0 16,-25 0-16,25 0 0,0 0 0,0 0 0,0 0 16,-25 0-16,25 0 0,0 0 0,0 0 0,-24 25 0,24-25 15,0 0-15,0 0 0,-25 0 0,25 25 0,0-25 16,0 0-16,-25 0 0,25 24 0,0-24 0,0 25 15,0-25-15,-25 0 0,25 25 0,0-25 0,0 25 0,0-25 16,0 25-16,0-25 0,0 24 0,0-24 0,0 25 16,0-25-16,25 0 0,-25 25 0,0-25 0,0 25 15,0-25-15,0 0 0,25 25 0,-25-25 0,0 0 0,0 24 16,0-24-16,0 0 0,25 0 0,-25 0 0,0 25 0,0-25 15,24 0-15,-24 0 0,0 0 0,25 0 0,-25 0 16,25 0-16,-25 0 0,0 0 0,25 0 0,-25 0 0,25 0 16,-25 0-16,24 0 0,-24 0 0,0 0 0,25 0 15,-25-25-15</inkml:trace>
  <inkml:trace contextRef="#ctx0" brushRef="#br0" timeOffset="323521.5043">24929 11460 0,'0'0'0,"0"0"0,0 0 0,0 0 15,0 0-15,0 0 0,0 0 0,0 0 0,0 0 16,0 0-16,0 0 0,0 0 0,0 0 0,0 0 0,0 0 16,0 0-16,0 0 0,0 0 0,0 0 0,-25 0 15,25 0-15,0 0 0,0 0 0,0 25 0,-25-25 16,25 0-16,0 0 0,0 0 0,-25 0 0,25 24 0,0-24 15,-25 0-15,25 0 0,0 25 0,0-25 0,-24 0 16,24 0-16,0 0 0,0 0 0,-25 25 0,25-25 0,0 0 16,0 0-16,-25 0 0,25 25 0,0-25 0,0 0 15,0 0-15,0 0 0,0 0 0,0 0 0,-25 0 0,25 0 16,0 0-16,0 25 0,25-25 0,-25 0 0,0 0 15,0 0-15,0 0 0,0 0 0,0 0 0,0 0 16,0 0-16,25 24 0,-25-24 0,0 0 0,0 0 16,25 0-16,-25 0 0,0 0 0,0 0 0,24 0 0,-24 0 15,25 0-15,-25 0 0,0 0 0,25 25 0,-25-25 16,25 0-16,-25 0 0,25 0 0,-25 0 0,0 0 0,25 0 15,-25 0-15,24 0 0,-24 0 0,0 0 0,25 0 16,-25 0-16,0 0 0,0 0 0,0 0 0,25 0 0,-25 0 16,0 0-16,0 0 0,0 0 0,0 0 0,0 0 15,0 0-15,0 0 0,0 0 0,0 0 0,0-25 0,0 25 16,0 0-16,0 0 0,0 0 0,0-24 0</inkml:trace>
  <inkml:trace contextRef="#ctx0" brushRef="#br0" timeOffset="323729.5162">25028 11460 0,'0'0'0,"0"0"0,0 0 15,0 0-15,0 0 0,0 0 0,0 0 0,0 0 16,0 0-16,0 0 0,0 0 0,0 0 0,0 25 0,-25-25 16,25 0-16,0 0 0,0 24 0,0-24 0,0 25 15,0-25-15,0 25 0,0-25 0,-25 25 0,25 0 0,0-25 16,0 24-16,0-24 0,-24 25 0,24-25 0,0 25 15,0 0-15,0-25 0,0 25 0,0-25 0,-25 24 16,25-24-16,0 25 0,0-25 0,0 25 0,-25-25 0,25 0 16,0 25-16,-25-25 0,25 0 0,0 25 0,0-25 15,-25 0-15</inkml:trace>
  <inkml:trace contextRef="#ctx0" brushRef="#br0" timeOffset="324290.5477">25921 11162 0,'0'0'0,"0"0"0,0 0 0,-25 0 0,25 0 0,0 0 15,0 0-15,0 0 0,0 0 0,0 0 0,0 0 0,0 0 16,25 0-16,-25 0 0,0 0 0,0 0 0,0 0 16,0 0-16,0 0 0,0 0 0,25 0 0,-25 0 15,0 0-15,0 0 0,25 0 0,-25 0 0,0 0 16,24 0-16,-24 0 0,0 0 0,25 0 0,-25 0 0,25 0 15,-25 0-15,0 0 0,25 0 0,-25-25 0,25 25 16,-25 0-16,0 0 0,24 0 0,-24 0 0,25 0 0,-25 25 16,0-25-16,0 0 0,25 0 0,-25 0 0,0 0 15,0 0-15,0 0 0,0 0 0,0 0 0,0 0 0,0 0 16</inkml:trace>
  <inkml:trace contextRef="#ctx0" brushRef="#br0" timeOffset="324533.5622">25797 11435 0,'0'0'0,"0"0"0,0 0 0,0 0 0,0 0 15,0 0-15,0 0 0,0 0 0,25 0 0,-25 0 0,0 0 16,0 0-16,24 0 0,-24 0 0,0 0 0,25 0 15,-25 0-15,0 0 0,25 0 0,-25 0 0,25 0 16,-25 0-16,25 0 0,-25 0 0,25 25 0,-25-25 0,24 0 16,1 0-16,-25 0 0,25 0 0,-25 0 0,25 0 15,0 0-15,-25 0 0,24 0 0,-24 0 0,25 0 0,-25 25 16,25-25-16,0 0 0,-25 0 0</inkml:trace>
  <inkml:trace contextRef="#ctx0" brushRef="#br0" timeOffset="325259.6038">26715 11038 0,'0'-25'0,"-25"25"0,25 0 16,0 0-16,0 0 0,0 0 0,0 0 0,0 0 0,0 0 15,0 0-15,0 0 0,0 0 0,0 0 0,0 0 16,0 0-16,0 0 0,0 0 0,0 0 0,-25 0 16,25 0-16,0 0 0,0 0 0,0 0 0,0 0 0,0 0 15,0 0-15,0 0 0,-25 25 0,25-25 0,0 0 16,0 0-16,0 0 0,0 0 0,-25 25 0,25-25 15,0 0-15,0 0 0,0 25 0,-24-25 0,24 0 0,0 0 16,0 24-16,-25-24 0,25 0 0,0 25 0,0-25 16,0 25-16,-25-25 0,25 0 0,0 25 0,0-25 0,0 25 15,0-25-15,-25 25 0,25-25 0,0 24 0,0-24 16,0 25-16,0-25 0,0 0 0,0 25 0,0-25 0,0 25 15,0-25-15,0 25 0,0-25 0,0 0 0,0 24 16,0-24-16,25 25 0,-25-25 0,0 0 0,25 25 16,-25-25-16,0 25 0,25-25 0,-25 0 0,0 25 0,24-25 15,-24 0-15,25 0 0,-25 24 0,25-24 0,-25 0 16,0 0-16,25 0 0,-25 25 0,25-25 0,-25 0 0,0 0 15,24 0-15,-24 0 0,0 0 0,25 0 0,-25 0 16,0-25-16,25 25 0,-25 0 0,0 0 0,25 0 16,-25 0-16,0-24 0,0 24 0,25 0 0,-25-25 0,0 25 15,24-25-15,-24 25 0,0-25 0,0 25 0,25-25 16,-25 25-16,0-24 0,25 24 0,-25-25 0,0 25 0,0 0 15,0-25-15,0 25 0,25-25 0,-25 25 0,0-25 16,0 25-16,0-24 0,0 24 0,0 0 0,0-25 16,0 25-16,0-25 0,0 25 0,25 0 0,-25-25 0,0 25 15,-25-25-15,25 25 0,0 0 0,0-25 0,0 25 16,0-24-16,0 24 0,0 0 0,0-25 0,0 25 0,-25 0 15,25 0-15,0-25 0,0 25 0,0 0 0,0 0 16,0-25-16,0 25 0,0 0 0,-25 0 0,25-25 0,0 25 16,0 0-16,0 0 0,0-24 0,0 24 0,0 0 15,0 0-15,-25 0 0,25 0 0,0-25 0,0 25 16,0 0-16,0 0 0,0 0 0,0 0 0,-24 0 0,24 0 15,0 0-15,0 0 0,-25 0 0,25 0 0,0 0 16,-25 0-16</inkml:trace>
  <inkml:trace contextRef="#ctx0" brushRef="#br0" timeOffset="399446.8466">17363 13469 0,'0'0'0,"0"-25"15,0 25-15,0 0 0,0 0 0,0 0 0,0 0 0,0 0 16,0 0-16,0 0 0,0 0 0,0 0 0,0 0 0,0 0 16,0 0-16,0 0 0,0 0 0,0 0 0,25 25 15,-25-25-15,0 0 0,0 0 0,0 0 0,25 0 16,-25 0-16,0 0 0,0 0 0,25 0 0,-25 0 15,24 0-15,-24 0 0,0 0 0,25 0 0,-25 0 0,25 0 16,-25 0-16,25 0 0,-25 0 0,25 0 0,-25 25 16,25-25-16,-25 0 0,0 0 0,24 0 0,-24 0 0,25 0 15,-25 0-15,0 0 0,0 0 0,25 0 0,-25 0 16,0 0-16,0 0 0,0 0 0,0 0 0,0 0 15,0 0-15,0 0 0,-25 0 0,25 0 0,0 0 0</inkml:trace>
  <inkml:trace contextRef="#ctx0" brushRef="#br0" timeOffset="399828.8686">17264 13593 0,'0'0'0,"0"0"0,-25 0 15,25 0-15,0 0 0,0 0 0,-25 0 0,25 0 16,0 0-16,0 0 0,0 0 0,0 0 0,0 0 0,0 0 15,0 0-15,0 0 0,0 0 0,0 0 0,0 0 16,0 0-16,0 0 0,0 0 0,0 0 0,0 0 0,0 0 16,0 0-16,0 0 0,25 0 0,-25 0 0,0 0 15,0 0-15,25 0 0,-25 0 0,0 0 0,25 25 0,-25-25 16,25 0-16,-25 0 0,24 0 0,-24 0 0,25 0 15,-25 0-15,25 0 0,-25 0 0,25 0 0,-25 0 16,0 0-16,25 0 0,-25 0 0,24 25 0,-24-25 0,0 0 16,25 0 15,-25 0-31,0 0 0,0 0 0,0 0 0,25 0 0,-25 0 15,0 0-15,0 0 0,0 0 0,0 0 0,0 0 0,0 0 0,0 0 0,0 0 0,25-25 0,-25 25 0</inkml:trace>
  <inkml:trace contextRef="#ctx0" brushRef="#br0" timeOffset="400448.9043">17562 13370 0,'0'0'0,"0"0"0,0 0 16,0-25-16,0 25 0,0 0 0,0 0 0,0 0 0,0 0 16,0 0-16,0 0 0,0 0 0,0 0 0,0 0 15,0 0-15,0 0 0,0 0 0,0 0 0,0 0 0,0 0 16,0 0-16,0 0 0,0 0 0,0 0 0,0 0 15,0 0-15,0 0 0,0 0 0,0 0 0,0 0 16,0 0-16,0 0 0,0 0 0,0 0 0,0 0 0,0 0 16,0 0-16,0 0 0,0 0 0,0 0 0,0 0 15,0 0-15,0 0 0,0 0 0,0 0 0,0 0 0,25 0 16,-25 0-16,0 25 0,0-25 0,0 0 0,0 0 15,0 0-15,0 0 0,0 0 0,0 0 0,0 0 0,24 0 16,-24 0-16,0 25 0,0-25 0,0 0 0,0 0 16,0 0-16,0 0 0,0 0 0,25 0 0,-25 0 15,0 0-15,25 24 0,-25-24 0,0 0 0,0 0 0,25 0 16,-25 0-16,0 25 0,0-25 0,25 0 0,-25 0 15,0 0-15,24 25 0,-24-25 0,0 0 0,25 0 16,-25 25-16,25-25 0,-25 0 0,0 0 0,0 25 0,25-25 16,-25 0-16,0 0 0,25 0 0,-25 24 0,0-24 15,0 0-15,0 0 0,0 0 0,0 0 0,0 25 0,0-25 16,0 0-16,0 0 0,0 25 0,0-25 0,0 0 15,0 0-15,0 25 0,-25-25 78,-124 124-15,149-124-63,0 0 0,0 0 0,0 25 0,0-25 0,0 0 0,0 0 0,0 0 0,0 0 0,0 0 0,0 0 0,0-25 0,0 25 15,0 0-15,0 0 0,0 0 0,0 0 0</inkml:trace>
  <inkml:trace contextRef="#ctx0" brushRef="#br0" timeOffset="402711.0337">18628 13419 0,'0'0'16,"0"0"-16,0 0 0,0 0 0,0 0 0,0 0 0,0 0 16,0 0-16,0 0 0,0 0 0,0 0 0,0 0 0,0 0 15,0-24-15,0 24 0,25 0 0,-25 0 0,0 0 16,0 0-16,0 0 0,0 0 0,0 0 0,0 0 15,0 0-15,0 0 0,0 0 0,0 0 0,0 0 0,25-25 16,-25 25-16,0 0 0,0 0 0,0 0 0,0 0 16,0 0-16,0 0 0,0 0 0,0 0 0,0 0 15,0 0-15,0 0 0,0 0 0,0 0 0,25 0 0,-25 0 16,0 0-16,0 0 0,0-25 0,0 25 0,0 0 15,0 0-15,0 0 0,0 0 0,0 0 0,0 0 0,-25 0 16,50 0-16,-25-25 0,0 25 0,0 0 0,0 0 16,-25 0-16,25 0 0,0 0 0,0 0 0,0 0 0,0 0 15,0 0-15,0-25 0,0 25 0,0 0 0,0 0 16,-25 0-16,25 0 0,0 0 0,0 0 0,0 0 0,0 0 15,-25 0-15,25 0 0,0 0 0,0 0 0,0 0 16,0 0-16,0 0 0,-24 0 0,24 0 0,0 0 16,0 0-16,0 0 0,0 0 0,-25 0 0,25 0 0,0 0 15,0 0-15,0 0 0,0 0 0,-25 0 0,25 0 0,0 0 16,0 25-16,0-25 0,0 0 0,0 0 0,0 0 15,0 0-15,0 0 0,0 0 0,-25 25 0,25-25 16,0 0-16,0 0 0,0 0 0,0 25 0,0-25 16,0 0-16,0 0 0,0 25 0,25-25 0,-25 0 0,0 24 15,0-24-15,0 0 0,0 0 0,0 25 0,0-25 16,0 0-16,0 0 0,25 25 0,-25-25 0,0 0 0,0 0 15,0 25-15,0-25 0,0 0 0,0 0 0,25 25 16,-25-25-16,0 0 0,0 0 0,24 24 0,-24-24 16,0 0-16,0 0 0,25 25 0,-25-25 0,0 0 0,0 0 15,0 25-15,25-25 0,-25 0 0,0 0 0,0 25 0,25-25 16,-25 0-16,0 0 0,0 0 0,0 25 0,0-25 15,25 0-15,-25 0 0,0 24 0,0-24 0,0 0 16,0 0-16,0 25 0,0-25 0,0 0 0,0 0 0,0 25 16,0-25-16,0 0 0,0 0 0,0 25 0,0-25 15,0 0-15,0 0 0,-25 25 0,25-25 0,0 0 0,0 0 16,0 0-16,-25 24 0,25-24 0,0 0 0,0 0 15,-25 25-15,25-25 0,0 0 0,0 0 0,-25 0 16,25 0-16,0 25 0,0-25 0,-24 0 0,24 0 16,0 0-16,0 0 0,0 0 0,0 0 0,-25 0 0,25 0 15,0 0-15,0 0 0,0 0 0,0 0 0,0 0 0,0-25 16,-25 25-16,25 0 0,0 0 0,0 0 0,0-25 15,0 25-15,0 0 0,0-24 0,0 24 0,0 0 16,0 0-16,0-25 0,0 25 0,0 0 0,0-25 0,0 25 16,0 0-16,0 0 0,0 0 0,-25 0 0,25 0 15,0 0-15,0 0 0,0 0 0,0 0 0,25 0 0,-25 0 16,0 0-16,0 0 0,0 0 0,0 0 0,0 0 15,0 0-15,0 0 78,25 0-78,-25 0 0,0 0 0</inkml:trace>
  <inkml:trace contextRef="#ctx0" brushRef="#br0" timeOffset="403642.087">19769 13593 0,'0'0'16,"0"0"-16,0 0 0,0 0 0,-24 0 0,24-25 15,0 25-15,0 0 0,0 0 0,0 0 0,0 0 0,0 0 16,-25-25-16,25 25 0,0 0 0,0 0 0,0 0 16,0 0-16,0 0 0,0 0 0,0 0 0,0 0 0,-25 0 15,25-24-15,0 24 0,0 0 0,0 0 0,0 0 16,0 0-16,-25 0 0,25 0 0,0 0 0,0 0 0,0 0 15,-25 0-15,25 0 0,0 0 0,0 0 0,-24 0 16,24 0-16,0 0 0,0 0 0,-25 0 0,25 0 16,0 24-16,0-24 0,-25 0 0,25 0 0,0 0 0,0 0 15,0 0-15,-25 0 0,25 25 0,0-25 0,0 0 0,0 0 16,0 25-16,0-25 0,0 0 0,-25 0 0,25 25 15,0-25-15,0 0 0,0 0 0,0 25 0,0-25 16,0 0-16,0 24 0,0-24 0,0 0 0,0 0 16,25 25-16,-25-25 0,0 0 0,0 0 0,0 25 0,0-25 15,0 0-15,25 0 0,-25 0 0,0 0 0,0 0 16,25 25-16,-25-25 0,0 0 0,25 0 0,-25 0 15,0 0-15,0 0 0,24 0 0,-24 0 0,0 0 0,0-25 16,0 25-16,25 0 0,-25 0 0,0 0 0,0 0 16,0-25-16,25 25 0,-25 0 0,0 0 0,0-25 0,25 25 15,-25 0-15,0-24 0,0 24 0,0 0 0,25-25 0,-25 25 16,0-25-16,0 0 0,24 25 0,-24-25 15,0 1-15,0 24 0,25-25 0,-25 0 0,0 25 0,0-25 16,0 0-16,25 25 0,-25-24 0,0-1 0,0 0 0,0 25 16,0-25-16,0 0 0,0 25 0,0-24 0,0 24 15,0-25-15,0 25 0,0-25 0,0 25 0,0 0 0,0-25 16,0 25-16,0 0 0,0 0 0,0-25 0,0 25 15,0 0-15,0 0 0,0 0 0,0 0 0,0-25 16,0 25-16,0 0 0,0 0 0,0 0 0,0 0 0,0 0 16,0 0-16,0 0 0,0 0 0,0 25 0,0-25 15,0 0-15,0 0 0,0 25 0,0-25 0,0 25 16,0-25-16,0 25 0,0-25 0,0 25 0,-25-25 15,25 24-15,0-24 0,0 25 0,0 0 0,0-25 0,0 25 16,0 0-16,0-25 0,-25 24 0,25 1 0,0 0 0,0-25 16,0 25-16,0 0 0,0-1 0,0-24 0,0 25 15,0 0-15,0-25 0,0 25 0,0-25 0,0 25 0,-24-25 16,24 0-16,0 24 0,0-24 0,0 25 0,0-25 15,0 0-15,0 0 0,0 25 0,0-25 0,0 0 0,0 0 16,0 0-16,0 0 0,0 0 0,0 0 0,0 0 16,0 0-16,0 0 0,24 0 0,-24 0 0,0 0 15,0 0-15,0 0 0,0 0 0,0-25 0,0 25 0,25 0 16,-25 0-16,0-25 0,0 25 0</inkml:trace>
  <inkml:trace contextRef="#ctx0" brushRef="#br0" timeOffset="404051.1104">20017 13494 0,'0'0'0,"0"0"16,0 0-16,-24 0 0,24 0 0,0 0 0,0-25 16,0 25-16,0 0 0,0 0 0,-25 0 0,25 0 15,0 0-15,0 0 0,0 0 0,0 0 0,0 0 0,0 0 16,-25 0-16,25 0 0,0 0 0,0 0 0,0 25 15,0-25-15,0 0 0,0 25 0,0-25 0,0 0 0,0 24 16,0-24-16,-25 25 0,25-25 0,0 25 0,0-25 16,0 25-16,25-25 0,-25 25 0,0-25 0,0 24 0,0-24 15,0 25-15,0-25 0,0 0 0,0 25 0,0-25 16,0 0-16,0 0 0,0 0 0,0 25 0,25-25 15,-25 0-15,0 0 0,0 0 0,0 0 0,0 0 16,0 0-16,25-25 0,-25 25 0,0 0 0,0 0 0,24-25 16,-24 25-16,0 0 0,0-25 0,25 25 0,-25-24 15,0 24-15,0-25 0,0 25 0,25-25 0,-25 25 0,0-25 16,0 25-16,0-25 0,0 25 0,0-24 0,0 24 15,0 0-15,0-25 0,0 25 0,0 0 0,0 0 0,0 0 16,0 0-16,0 0 0,0 0 0,0 0 0,0 0 16,0 0-16,-25 0 0,25 0 0,0 0 0,0 0 0,0 25 15,0-25-15,0 0 0,0 0 0,0 0 0,0 24 16,-25-24-16,25 0 0,0 0 0,0 25 0,0-25 15,0 0-15,0 0 0,0 0 0,0 25 0,0-25 0</inkml:trace>
  <inkml:trace contextRef="#ctx0" brushRef="#br0" timeOffset="404471.1344">20340 13568 0,'0'0'0,"0"0"0,0 0 0,0 0 0,0-25 0,-25 25 16,25 0-16,0 0 0,0 0 0,0 0 0,0 0 16,0 0-16,0 0 0,0-24 0,0 24 0,0 0 0,0 0 15,0 0-15,0 0 0,0 0 0,0 0 0,0 0 16,0 0-16,0 0 0,-25 0 0,25 24 0,0-24 15,0 0-15,0 0 0,0 25 0,0-25 0,0 0 0,0 25 16,0-25-16,0 25 0,-25-25 0,25 25 0,0-25 16,0 0-16,0 24 0,0-24 0,0 25 0,0-25 15,0 25-15,0-25 0,0 25 0,0-25 0,0 0 0,0 25 16,0-25-16,0 0 0,0 0 0,0 24 0,0-24 15,0 0-15,0 0 0,25 0 0,-25 0 0,0 0 0,0 0 16,0 25-16,0-25 0,25 0 0,-25 0 0,0 0 16,0 0-16,25 0 0,-25-25 0,0 25 0,25 0 46,-25 0-46,0 0 0,24-24 0,-24 24 0,0 0 0,0 0 32,25-25-17,-25 25-15,0 0 0,0-25 0,0 25 0,0 0 0,0-25 0</inkml:trace>
  <inkml:trace contextRef="#ctx0" brushRef="#br0" timeOffset="404737.1496">20092 13295 0,'0'0'0,"0"0"16,0-24-16,0 24 0,0 0 0,0 0 0,0-25 0,0 25 15,0 0-15,0 0 0,0-25 0,0 25 0,0 0 16,0 0-16,0 0 0,0-25 0,25 25 0,-25 0 16,0 0-16,0 0 0,24-25 0,-24 25 0,0 0 0,25 0 15,-25 0-15,0-25 0,25 25 0,-25 0 0,0 0 16,25 0-16,-25 0 0,0 0 0,25 0 0,-25 0 15,0 0-15,24 0 0,-24 0 0,0 0 0,25 25 0,-25-25 16,0 0-16,0 0 0,0 25 0,0-25 0,0 25 16,0-25-16,0 0 0,0 25 0,0-25 0,0 25 0,0-25 15,0 24-15,0-24 0,0 25 0,-25 0 0,25-25 16,0 25-16,0-25 0,-24 25 0,24-1 0,0-24 0</inkml:trace>
  <inkml:trace contextRef="#ctx0" brushRef="#br0" timeOffset="404980.1635">19893 14163 0,'0'25'0,"0"-25"0,0 0 0,0 0 0,0 0 0,0 0 15,0 0-15,0 0 0,0 0 0,0 0 0,0 0 16,0 0-16,0 0 0,0 0 0,0 0 0,0 0 16,0 0-16,0 0 0,0 0 0,0 0 0,0 0 0,0 0 15,25 0-15,-25 0 0,0 0 0,0-25 0,0 25 0,0 0 16,0 0-16,0 0 0,0-24 0,0 24 0,0 0 15,0-25-15,0 25 0</inkml:trace>
  <inkml:trace contextRef="#ctx0" brushRef="#br0" timeOffset="405206.1764">19670 13295 0,'0'0'16,"0"-24"-16,0 24 0,0 0 0,0 0 0,0 0 15,0 0-15,0 0 0,25 0 0,-25 0 0,0 0 0,25 0 16,-25 0-16,25 0 0,-1 0 0,1-25 0,-25 25 16,25 0-16,0 0 0,0 0 0,-1 0 0,1 25 0,0-25 15,-25 0-15,25 0 0,0 0 0,-1 0 0,-24 0 16,25 0-16,-25 0 0,25 0 0,-25 0 0,25 0 15</inkml:trace>
  <inkml:trace contextRef="#ctx0" brushRef="#br0" timeOffset="405870.2144">21208 13742 0,'0'0'0,"0"0"16,0 0-16,0 0 0,0 0 0,0-25 0,0 25 15,0 0-15,25 0 0,-25 0 0,0 0 0,0 0 0,25-25 16,-25 25-16,0 0 0,24 0 0,-24-25 0,25 25 16,-25-24-16,25 24 0,-25 0 0,25-25 0,-25 25 15,25-25-15,-1 25 0,-24-25 0,25 25 0,-25-25 0,25 25 16,0-24-16,-25 24 0,25-25 0,-25 0 0,24 25 15,-24-25-15,25 0 0,-25 25 0,25-24 0,-25 24 0,0-25 16,25 0-16,-25 25 0,0-25 0,25 25 16,-25-25-16,0 25 0,0-24 0,0 24 0,0-25 0,0 25 15,0 0-15,0-25 0,0 25 0,0-25 0,0 25 0,-25 0 16,25 0-16,0-25 0,0 25 0,0 0 0,-25 0 15,25 0-15,0 0 0,0 0 0,0-25 0,-25 25 0,25 0 16,0 0-16,0 0 0,0 25 0,-25-25 0,25 0 16,0 0-16,0 0 0,0 0 0,0 0 0,0 25 0,0-25 15,0 0-15,0 0 0,0 25 0,0-25 16,0 25-16,0-25 0,-24 25 0,24-25 0,0 24 0,0-24 15,0 25-15,0 0 0,0-25 0,0 25 0,0 0 0,0-25 16,0 24-16,0 1 0,0 0 0,-25-25 0,25 25 16,0 0-16,0-1 0,0-24 0,0 25 0,0-25 0,-25 25 15,25 0-15,0-25 0,0 25 0,0-25 0,0 24 16,0-24-16,0 0 0,0 25 0,0-25 0,0 0 15,0 25-15,0-25 0,0 0 0,0 25 0,0-25 16,0 0-16,0 0 0,25 0 0,-25 0 0,0 0 0,25 0 16,-25 0-16,24 0 0,-24 0 0</inkml:trace>
  <inkml:trace contextRef="#ctx0" brushRef="#br0" timeOffset="406677.2606">21903 13568 0,'0'0'0,"-25"0"0,25-25 15,0 25-15,-25 0 0,25 0 0,0 0 0,-25-24 0,25 24 16,0 0-16,-25 0 0,25 0 0,0 0 0,-24 0 16,24 0-16,0 0 0,0 0 0,-25 0 0,25 0 0,0 0 15,0 0-15,0 0 0,-25 24 0,25-24 0,0 0 16,0 25-16,0-25 0,0 25 0,-25-25 0,25 25 15,0-25-15,0 25 0,0-25 0,0 24 0,0-24 0,0 25 16,0-25-16,-25 25 0,25-25 0,0 0 0,0 25 16,25-25-16,-25 0 0,0 25 0,0-25 0,0 0 15,0 0-15,0 24 0,0-24 0,0 0 0,25 0 0,-25 0 16,0 0-16,0 0 0,0 0 0,25 0 0,-25 0 0,0 0 15,0-24-15,25 24 0,-25 0 0,0 0 0,0 0 16,24-25-16,-24 25 0,0 0 0,0-25 0,25 25 16,-25 0-16,0-25 0,0 25 109,25-49-109,-25 49 0,0 0 0,0-25 0,0 25 0,0 0 0,0 0 0,0 0 0,0 0 0,0 0 0,0 0 0,0 0 0,0 0 0,0 0 0,0 0 0,0 0 0,0 0 0,0 0 0,0 0 0,0 25 0,0-25 0,-25 0 0,25 24 0,0-24 0,0 0 0,0 25 0,0-25 0,0 25 0,0-25 0,0 25 0,0-25 0,0 0 0,0 25 0,0-25 0,0 24 0,0-24 0,0 0 0,0 25 15,0-25-15,0 0 0,0 25 0,0-25 0,0 0 16,0 0-16,0 0 0,0 0 0,0 0 0,0 0 16,25 0-16,-25 0 0,0 0 0,0 0 0,0 0 0,25 0 15,-25 0-15,0 0 0,25-25 0,-25 25 0,0 0 16,24 0-16,-24-25 0,0 25 0,25-24 0,-25 24 15,0 0-15,25-25 0,-25 25 0,0-25 0,25 25 0,-25-25 16,0 0-16,0 25 0,0-24 0,25 24 0,-25-25 16,0 25-16,0-25 0,0 25 0,0-25 0,0 25 0,0-25 15,0 25-15,0 0 0,0 0 0,0-24 0,0 24 16,0 0-16,0 0 0,0 0 0,0 0 0,0 0 0,0 0 15,24 0-15,-24 0 0,0 24 0,0-24 0,-24 0 16,24 25-16,0-25 0,0 25 0,0-25 0,0 25 16,0-25-16,0 25 0,0-1 0,0-24 0,-25 25 0,25 0 15,0 0-15,0 0 0,0-25 0,0 24 0,0 1 16,0 0-16,0 0 0,0 0 0,0-1 0,0-24 0,0 25 15,0 0-15,-25 0 0,25-25 0,0 25 0,0-25 16,0 24-16,0 1 0,0-25 0,0 25 0,0-25 0,0 25 16,0-25-16,0 25 0,0-25 0,0 24 0,0-24 15,0 25-15,0-25 0,0 0 0,0 25 0,0-25 16,0 25-16,-25-25 0,25 0 0,0 25 0,0-25 0,0 0 15,0 24-15,0-24 0,0 0 0,0 0 0,0 0 16,0 0-16,0 25 0,0-25 0,0 0 0,0 0 16,0 0-16,-25 0 0,25 0 0,0-25 0,0 25 0,0 0 15,0 0-15,0 0 0,0-24 0,0 24 0,0 0 16,0-25-16,0 25 0</inkml:trace>
  <inkml:trace contextRef="#ctx0" brushRef="#br0" timeOffset="407018.2801">22126 13519 0,'0'0'0,"0"0"0,25 0 0,-25-25 0,0 25 16,0 0-16,0 0 0,0 0 0,24 0 0,-24 0 0,0 0 15,0 0-15,25 0 0,-25 0 0,25 0 0,-25 0 16,0 0-16,25 0 0,-25 25 0,0-25 0,0 0 0,25 24 16,-25-24-16,0 0 0,0 25 0,24-25 0,-24 0 15,0 25-15,0-25 0,0 0 0,0 25 0,0-25 16,0 0-16,0 25 0,0-25 0,0 0 0,0 24 0,0-24 15,-24 0-15,24 25 0,0-25 0,0 0 0,0 0 0,-25 25 16,25-25-16,0 0 0,0 0 0,-25 25 0,25-25 16,0 0-16,-25 0 0,25 25 0,-25-25 0,25 0 15,0 0-15,-24 0 0,24 0 0,-25 24 0,25-24 0,0 0 16,-25 0-16,25 0 0,-25 0 0,25 0 0,0-24 15,-25 24-15,25 0 0,-24 0 0,24-25 0,0 25 16,-25-25-16</inkml:trace>
  <inkml:trace contextRef="#ctx0" brushRef="#br0" timeOffset="407261.294">21853 13345 0,'0'-25'0,"0"25"0,0 0 0,0 0 15,0-25-15,0 25 0,0 0 0,0 0 0,0-24 16,25 24-16,-25 0 0,0 0 0,0 0 0,25 0 0,-25-25 15,0 25-15,24 0 0,-24 0 0,0 0 0,25 0 0,-25 0 16,25 0-16,-25 0 0,0 0 0,25 0 0,-25 0 16,25 0-16,-25 0 0,0 0 0,24 0 0,-24 0 15,0 0-15,0 25 0,25-25 0,-25 0 0,0 24 0,0-24 16,0 25-16,0-25 0,0 25 0,-25-25 0,25 25 15,0 0-15,0-1 0,-24 1 0,24 0 0,0 0 16,-25 0-16,25-1 0,-25 1 0,25 0 0</inkml:trace>
  <inkml:trace contextRef="#ctx0" brushRef="#br0" timeOffset="407451.3049">21704 14213 0,'0'0'0,"0"0"0,0 0 0,0 0 0,0 0 16,0 0-16,0 0 0,0 0 0,0 0 0,0 0 15,0 0-15,0-25 0,0 25 0,0 0 0,0 0 0,0 0 16,0 0-16,0 0 0,25 0 0,-25 0 0,0-25 16,0 25-16,0 0 0,0 0 0,25 0 0,-25 0 15,0 0-15,0-24 0,0 24 0,25 0 0,-25 0 16</inkml:trace>
  <inkml:trace contextRef="#ctx0" brushRef="#br0" timeOffset="407942.3329">23192 13171 0,'0'0'16,"0"0"-16,0 0 0,0 0 0,0 0 0,0 0 15,0 0-15,0 0 0,0 0 0,0 0 0,0 0 0,0 0 16,0 0-16,0 0 0,0 0 0,0 0 0,0 25 15,0-25-15,0 0 0,0 25 0,0 0 0,0-25 0,0 25 16,0-1-16,0-24 0,0 25 0,0 0 0,0 0 16,0 0-16,0-1 0,-24 1 0,24 0 0,0 0 15,0 0-15,0-1 0,-25 1 0,25 0 0,0 0 16,0 0-16,-25-1 0,25 1 0,0-25 0,0 25 0,0 0 15,-25 0-15,25-25 0,0 24 0,0 1 0,0-25 0,0 25 16,0-25-16,-25 25 0,25-25 0,0 25 0,0-25 16,0 0-16,0 0 0,0 24 0,0-24 0,0 0 15,0 0-15,0 0 0,0 0 0,0 0 0,0 0 16,0 0-16,0 0 0,0 0 0,-24 0 0,24-24 0,0 24 15,0-25-15,0 25 0</inkml:trace>
  <inkml:trace contextRef="#ctx0" brushRef="#br0" timeOffset="408122.3432">22969 13643 0,'0'-25'0,"0"25"0,0 0 0,0 0 15,0 0-15,0 0 0,0 0 0,0 0 0,25 0 0,-25 25 16,0-25-16,0 0 0,25 0 0,-25 0 0,0 0 16,25 0-16,-25 0 0,24 0 0,-24 0 0,25 0 15,-25 0-15,25 24 0,-25-24 0,25 0 0,-25 0 0,25 0 16,-1 0-16,-24 0 0,25 0 0,-25 0 0,25 0 15,-25-24-15,25 24 0,0 0 0,-25 0 0,24 0 0,-24 0 16,0-25-16,25 25 0,-25 0 0,25 0 0</inkml:trace>
  <inkml:trace contextRef="#ctx0" brushRef="#br0" timeOffset="408536.3666">23540 13246 0,'0'-25'0,"0"25"0,0 0 16,0 0-16,0 0 0,0-25 0,0 25 0,0 0 16,0 0-16,0 0 0,0 0 0,24 0 0,-24 0 0,0 0 15,0-25-15,0 25 0,25 0 0,-25 0 0,0 0 16,0 0-16,25 0 0,-25 0 0,0 0 0,0 0 15,0 0-15,25 0 0,-25 0 0,0 25 0,0-25 0,0 0 16,0 0-16,0 0 0,25 25 0,-25-25 0,0 0 16,0 0-16,0 25 0,0-25 0,0 0 0,-25 0 0,25 25 15,0-25-15,0 24 0,-25-24 0,25 0 0,0 25 16,0-25-16,-25 0 0,25 25 0,0-25 0,-25 25 0,25-25 15,0 0-15,-24 25 0,24-25 0,0 24 0,-25-24 16,25 0-16,0 0 0,0 25 0,-25-25 0,25 0 16,0 25-16,0-25 0,0 0 0,0 0 0,0 0 0,0 25 15,0-25-15,25 0 0,-25 0 0,0 0 0,0 0 16,25 0-16,-25 25 0,24-25 0,-24 0 0,25 0 15,-25 0-15,25 0 0,0 0 0,0 0 0,-1 24 0,1-24 16,0 0-16,0 0 0,0 0 0,-1 0 0,1 0 16,-25 0-16,25 0 0,0 0 0,0 0 0,-25 0 0,25 0 15,-25 0-15,24 0 0</inkml:trace>
  <inkml:trace contextRef="#ctx0" brushRef="#br0" timeOffset="418401.9312">1786 14734 0,'0'0'0,"0"0"0,0-25 0,0 25 0,0 0 16,0 0-16,0 0 0,0 0 0,0 0 0,0 0 0,0 0 16,0 0-16,0 0 0,0 0 0,0 0 0,0 0 15,0 0-15,0 0 0,0 0 0,0 0 0,0 0 0,0 0 16,0 0-16,0 0 0,0 0 0,0 0 0,0 0 15,0 0-15,0 0 0,0 0 0,0 0 0,0 0 16,0 0-16,0 0 0,0 0 0,0 0 0,0 0 0,0 0 16,0 0-16,0 0 0,0 0 0,0 0 0,0 0 0,0 0 15,0 0-15,0 0 0,0 0 0,25 0 0,-25 0 0,0 0 16,0 0-16,0 0 0,0 0 0,0 0 0,0 0 15,0 0-15,0 0 0,0 0 0,0 0 0,0 0 0,0 0 16,0 25-16,-25-25 0,25 0 0,0 0 0,0 0 16,0 0-16,0 25 0,0-25 0,0 0 0,0 25 0,0-25 15,0 0-15,0 24 0,0-24 0,0 25 0,0-25 0,0 25 16,0-25-16,0 25 0,0-25 0,0 25 0,0-25 15,0 24-15,0-24 0,0 25 0,0-25 0,0 25 0,-25-25 16,25 0-16,0 25 0,0-25 0,0 25 0,0-25 16,0 24-16,0-24 0,0 0 0,0 25 0,0-25 0,0 0 15,0 25-15,0-25 0,0 0 0,0 25 0,0-25 0,0 0 16,0 0-16,0 0 0,0 0 0,0 25 0,0-25 15,0 0-15,0 0 0,0 0 0,0 0 0,0 0 0,0 0 16,0 0-16,0 0 0,0 0 0,0 0 0,-25 0 16,25 0-16,0 0 0,0-25 0,0 25 0,0 0 0</inkml:trace>
  <inkml:trace contextRef="#ctx0" brushRef="#br0" timeOffset="419097.971">1736 14784 0,'0'0'0,"0"-25"0,0 25 0,0 0 0,0 0 15,0 0-15,0 0 0,0 0 0,0 0 0,0 0 0,0-25 16,0 25-16,0 0 0,0 0 0,0 0 0,0 0 16,0 0-16,0 0 0,0 0 0,0 0 0,25 0 0,-25 0 15,0 0-15,0 0 0,0 0 0,0-25 0,0 25 0,25 0 16,-25 0-16,0 0 0,0 0 0,0 0 0,25 0 15,-25 0-15,0 0 0,25 0 0,-25 0 0,0 0 0,0 0 16,24 25-16,-24-25 0,0 0 0,25 0 0,-25 0 16,0 0-16,0 0 0,0 25 0,25-25 0,-25 0 0,0 0 15,0 25-15,0-25 0,0 0 0,0 0 0,0 0 0,0 24 16,0-24-16,0 0 0,0 25 0,0-25 0,0 0 15,0 25-15,-25-25 0,25 0 0,0 25 0,0-25 0,0 0 16,0 0-16,-25 25 0,25-25 0,0 0 0,0 0 16,0 24-16,0-24 0,-24 0 0,24 0 0,0 0 0,0 25 15,0-25-15,0 0 0,0 0 0,0 0 0,0 0 0,0 0 16,0 0-16,0 0 0,0 0 0,0 0 0,0 0 15,0 0-15,0 0 0,0 0 0,0 0 0,0 0 0,0 0 16,0 0-16,0-25 0,0 25 0,24 0 0,-24 0 16,0 0-16,0 0 0,0 0 0,0 0 0,25 0 0,-25 0 15,0 0-15,0 0 0,0 0 0,25 0 16,-25 0-16,0 0 15,0 0-15,25 0 0,-25 25 0,0-25 0,0 0 0,25 0 0,-25 25 0,0-25 0,0 0 0,0 0 0,24 25 16,-24-25-16,0 0 0,0 25 0,0-25 0,0 0 16,0 24-16,0-24 0,0 0 0,0 25 0,0-25 0,0 0 15,0 25-15,0-25 0,0 0 0,0 25 0,0-25 0,-24 0 16,24 25-16,0-25 0,0 0 0,0 0 0,0 24 15,-25-24-15,25 0 0,0 0 0,0 25 0,0-25 0,-25 0 16,25 0-16,0 0 0,0 0 0,0 0 0,0 0 16,-25 0-16,25 0 0,0 0 0,0 0 0,0 0 0,0 0 15,-25 0-15,25 0 0,0-25 0,0 25 0,0 0 0,0 0 16,0 0-16,-24 0 0,24 0 0,0-24 0,0 24 15,0 0-15,0 0 0,0 0 0,0 0 0,0 0 0,0 0 16,0 0-16,0-25 0,0 25 0,0 0 0,0 0 16,0 0-16,24 0 0,-24-25 0</inkml:trace>
  <inkml:trace contextRef="#ctx0" brushRef="#br0" timeOffset="419410.9889">2108 14858 0,'0'0'0,"0"0"0,0 0 16,0 0-16,0 0 0,0 0 0,0 0 0,0 0 16,0 0-16,0 0 0,0 0 0,0 0 0,0 0 0,0 25 15,0-25-15,0 0 0,0 0 0,0 0 0,0 25 0,0-25 16,0 0-16,0 24 0,0-24 0,25 25 0,-25-25 15,0 0-15,0 25 0,0-25 0,0 25 0,0-25 0,0 25 16,0-25-16,0 24 0,25-24 0,-25 25 0,0-25 16,0 25-16,0-25 0,0 25 0,0-25 0,0 25 0,-25-25 15,25 24-15,0-24 0,0 0 0,0 25 0,0-25 16,0 0-16,0 25 0,0-25 0,0 0 0,0 0 0,0 0 15,0 0-15,-25 25 0,25-25 0,0 0 0,0 0 0,0 0 16,0-25-16,-24 25 0,24 0 0,0 0 0,0 0 16,-25-25-16,25 25 0,0 0 0</inkml:trace>
  <inkml:trace contextRef="#ctx0" brushRef="#br0" timeOffset="419616.0006">2034 14808 0,'25'0'0,"0"0"0,-25 0 0,24-24 0,-24 24 0,25 0 0,-25 0 0,25 0 0,0 0 0,-25 0 0,25 0 0,-25 0 0,24 0 0,-24 0 0,25 0 0,-25 0 0,25 0 0,-25 0 0,25 0 0,-25 0 0,0 24 0,25-24 0,-25 0 0</inkml:trace>
  <inkml:trace contextRef="#ctx0" brushRef="#br0" timeOffset="419915.0176">2555 14858 0,'0'0'0,"0"0"0,0 0 0,0 0 16,-25 0-16,25 0 0,0 0 0,0 0 0,0 0 15,0 0-15,0 0 0,0 0 0,0 25 0,-25-25 0,25 0 16,0 0-16,0 25 0,0-25 0,0 0 0,-25 24 15,25-24-15,0 0 0,0 25 0,0-25 0,0 25 0,-24-25 16,24 25-16,0-25 0,0 0 0,0 25 0,0-25 16,-25 24-16,25-24 0,0 25 0,0-25 0,0 0 0,0 25 15,0-25-15,0 0 0,0 25 0,-25-25 0,25 0 0,0 0 16,0 0-16,0 25 0,0-25 0,0 0 0,0 0 15,0 0-15,0 0 0,0 0 0,0 0 0,0 0 16,0 0-16,0 0 0,0 0 0,0 0 0,0 0 0,0 0 16,0 0-16,0 0 0,0-25 0,0 25 0,0 0 15,0 0-15,-25 0 0,50-25 0,-25 25 0,0 0 0,0-25 0,0 25 16,0 0-16,0-25 0,0 25 0,0-24 0</inkml:trace>
  <inkml:trace contextRef="#ctx0" brushRef="#br0" timeOffset="420187.0333">2505 14833 0,'0'0'0,"0"0"0,0-25 0,0 25 16,0 0-16,25 0 0,-25 0 0,0 0 0,0-24 0,0 24 15,0 0-15,25 0 0,-25 0 0,0 0 0,0 0 16,0 0-16,0 24 0,25-24 0,-25 0 0,0 0 0,0 0 16,0 25-16,24-25 0,-24 0 0,0 0 0,0 25 15,0-25-15,0 0 0,25 25 0,-25-25 0,0 25 0,0-25 16,0 0-16,0 24 0,25-24 0,-25 25 0,0-25 15,0 25-15,0-25 0,0 25 0,0-25 0,0 25 0,0-25 16,25 24-16,-25-24 0,0 25 0,0-25 0,0 0 16,0 25-16,0-25 0,0 0 0,0 25 0,0-25 0,0 0 15,0 25-15,0-25 0,0 0 0,0 24 0,0-24 0,0 0 16,0 0-16,0 0 0,0 25 0,0-25 15,0 0-15,0 0 0,0 0 0,0 0 0,-25 0 0,25 0 16,0 0-16,0 0 0,0 0 0,0 0 0,0 0 0,-25 0 16,25-25-16</inkml:trace>
  <inkml:trace contextRef="#ctx0" brushRef="#br0" timeOffset="420390.0449">2505 15032 0,'-25'0'0,"25"0"0,0-25 16,0 25-16,0 0 0,0 0 0,0 0 0,0 0 0,0 0 15,-24 0-15,24 0 0,0 0 0,0 0 0,0 0 0,24 0 16,-24 0-16,0 0 0,0 0 0,0 0 0,25 0 15,-25 0-15,0 0 0,25 0 0,-25 0 16,25 0-16,-25 0 0,0 0 0,25 25 0,-25-25 0,24 0 0,-24 0 16,0 0-16,25 0 0,-25 0 0,25 0 0,-25 0 0,0 0 15,25 0-15,-25 0 0,25 0 0,-25 0 0,0 0 16,25 0-16,-25 0 0,0 0 0,24 0 0,-24 0 0,0 0 15,0 0-15</inkml:trace>
  <inkml:trace contextRef="#ctx0" brushRef="#br0" timeOffset="420707.063">2729 14833 0,'0'0'0,"0"0"0,0 0 0,0 0 0,0 0 0,0 0 15,0 0-15,0 0 0,0 0 0,0 0 0,0 0 16,0 25-16,0-25 0,0 0 0,0 0 0,0 0 0,0 25 15,0-25-15,0 0 0,24 25 0,-24-25 0,0 24 16,0-24-16,0 25 0,0-25 0,0 25 0,0-25 0,0 25 16,0-25-16,0 25 0,0-25 0,25 24 0,-25-24 15,0 25-15,0-25 0,0 25 0,-25-25 0,25 0 0,0 25 16,0-25-16,0 25 0,0-25 0,0 0 0,0 24 15,0-24-15,0 25 0,0-25 0,0 0 0,0 0 0,0 25 16,0-25-16,0 0 0,0 0 0,0 0 0,0 25 16,0-25-16,0 0 0,0 0 0,0 0 0,0 0 0,-24 0 15,24 0-15,0 0 0,0-25 0,0 25 0,0 0 0,0 0 16,-25 0-16,25-25 0,0 25 0,0 0 0,0-25 15,0 25-15,0 0 0,0-24 0</inkml:trace>
  <inkml:trace contextRef="#ctx0" brushRef="#br0" timeOffset="421098.0854">2679 14833 0,'25'0'0,"-25"0"16,0 0-16,0-25 0,0 25 0,0 0 0,0 0 0,0 0 15,0-24-15,0 24 0,0 0 0,25 0 0,-25 0 0,0 0 16,0-25-16,0 25 0,24 0 0,-24 0 0,0 0 15,0 0-15,25 0 0,-25 0 0,0 0 0,25 0 16,-25 0-16,0 0 0,25 0 0,-25 0 0,0 0 0,25 0 16,-25 0-16,24 25 0,-24-25 0,0 0 0,25 0 0,-25 24 15,0-24-15,25 0 0,-25 25 0,0-25 0,0 25 16,25-25-16,-25 0 0,0 25 0,0-25 0,0 25 15,25-25-15,-25 24 0,0-24 0,0 0 0,0 25 0,0-25 16,0 25-16,0-25 0,0 0 0,0 25 0,0-25 16,0 25-16,0-25 0,0 0 0,0 24 0,-25-24 0,25 0 15,0 25-15,0-25 0,0 0 0,0 25 0,-25-25 0,25 0 16,0 25-16,0-25 0,-25 0 0,25 25 0,0-25 15,0 0-15,-25 0 0,25 24 0,0-24 0,-24 0 0,24 0 16,0 0-16,0 25 0,-25-25 0,25 0 0,0 0 16,-25 0-16,25 0 0,0 0 0,0 0 0,0 0 15,-25 0-15,25 0 0,0 0 0,0 0 0,-25 0 0,25 0 16,0 0-16,0 0 0,0 0 0,-24 0 15,24 0-15,0 0 0,0 0 0,0 0 0,-25 0 0</inkml:trace>
  <inkml:trace contextRef="#ctx0" brushRef="#br0" timeOffset="421642.1165">1860 15478 0,'0'0'0,"0"0"0,0 0 0,0 0 0,0 0 16,0 0-16,0 0 0,0 0 0,0 0 0,0 0 16,0 0-16,0 0 0,0 0 0,0 0 0,0 0 0,0 0 15,0 0-15,0 0 0,0 0 0,25 0 0,-25 0 16,0 0-16,0 0 0,0 0 0,0 0 0,0 0 0,0 0 15,0 0-15,25 0 0,-25 0 0,0 0 0,0 0 0,0 0 16,25 0-16,-25 0 0,0 0 0,0 0 0,25 0 16,-25 0-16,0 0 0,24 0 0,-24 0 0,25 0 0,-25 0 15,25 0-15,-25 0 0,25 0 0,0 25 0,-25-25 16,24 0-16,1 0 0,0 0 0,0-25 0,-25 25 0,25 0 15,-1 0-15,1 0 0,0 0 0,0 0 0,0 0 0,-1 0 16,1 0-16,0 0 0,0 0 0,0 0 0,-1 0 16,1 0-16,0 0 0,0 0 0,-25 0 0,25 0 0,-1 0 15,-24 0-15,25 0 0,-25 0 0,25 0 0,-25 0 16,25 0-16,-25 0 0,25 0 0,-25 0 0,0 0 15,25 0-15,-25 0 0,0 25 0,0-25 0,24 0 0,-24 0 16,0 0-16,0 0 0,0 0 0,0 0 0,0 0 0,0 0 16,0 0-16,0 0 0,0 0 0,0 0 0,0 0 15,0 0-15,0 0 0,0 0 0,0 0 0,25 0 16,-25-25-16,0 25 0,0 0 0,0 0 0,0 0 0,25 0 15,-25-25-15,0 25 0,0 0 0</inkml:trace>
  <inkml:trace contextRef="#ctx0" brushRef="#br0" timeOffset="422726.1785">4366 14808 0,'0'0'0,"0"0"0,0 0 16,0 0-16,0 0 0,0 0 0,0 0 0,0 0 16,0 0-16,0 25 0,0-25 0,0 0 0,0 0 0,0 0 15,0 0-15,0 0 0,0 0 0,0 25 0,24-25 16,-24 0-16,0 25 0,0-25 0,0 25 0,0-25 0,25 24 15,-25-24-15,0 25 0,0-25 0,0 25 0,0-25 16,0 25-16,0-25 0,0 25 0,25-25 0,-25 24 0,0-24 16,0 25-16,0-25 0,0 25 0,0-25 0,0 0 15,0 25-15,0-25 0,0 25 0,0-25 0,0 0 16,0 24-16,0-24 0,0 0 0,0 25 0,0-25 0,0 0 15,0 25-15,0-25 0,0 0 0,0 0 0,0 25 0,0-25 16,0 0-16,0 0 0,0 25 0,0-25 0,0 0 16,0 0-16,0 0 0,0 0 0,0 0 0,0 0 15,0 0-15,0 0 0,0 0 0,0 0 0,0 0 16,0 0-16,0 0 0,0-25 0,-25 25 0,25 0 0,0 0 15</inkml:trace>
  <inkml:trace contextRef="#ctx0" brushRef="#br0" timeOffset="423418.2181">4390 14883 0,'0'-25'0,"0"25"0,0 0 0,0 0 0,0 0 15,0 0-15,0 0 0,0-25 0,0 25 0,0 0 0,0 0 16,0 0-16,0 0 0,0 0 0,0 0 16,0 0-16,0-25 0,0 25 0,0 0 0,0 0 0,0 0 0,25 0 15,-25 0-15,0 0 0,0 0 0,0 0 16,25 0-16,-25-24 0,0 24 0,25 0 0,-25 0 0,0 24 15,25-24-15,-25 0 0,0 0 0,24 0 0,-24 0 0,0 0 16,25 0-16,-25 25 0,0-25 0,25 0 0,-25 0 16,0 0-16,0 25 0,25-25 0,-25 0 0,0 0 15,0 0-15,0 25 0,0-25 0,0 0 0,0 0 0,0 25 16,0-25-16,0 0 0,0 24 0,0-24 0,0 0 15,0 0-15,-25 25 0,25-25 0,0 0 0,0 25 0,-25-25 16,25 0-16,0 0 0,0 25 0,0-25 0,-25 0 16,25 0-16,0 25 0,0-25 0,0 0 0,0 0 0,0 0 15,-24 0-15,24 0 0,0 0 0,0 0 0,0 0 16,0 0-16,0 0 0,0 0 0,0 0 0,0 0 15,0 0-15,0 0 0,0 0 0,0 0 0,24 0 0,-24 0 16,0 0-16,0 0 0,0 0 0,0 0 0,0 0 16,25 0-16,-25 0 0,0 0 0,0 0 0,0 0 0,25 0 15,-25 0-15,0 0 0,25 0 0,-25 0 0,0 0 16,0 0-16,25 0 0,-25 24 0,0-24 0,24 0 15,-24 0-15,0 0 0,0 25 0,0-25 0,25 0 0,-25 25 16,0-25-16,0 0 0,0 25 0,0-25 0,0 0 16,0 25-16,0-25 0,0 0 0,0 24 0,0-24 0,0 0 15,0 25-15,0-25 0,-25 0 0,25 25 0,0-25 16,0 0-16,0 25 0,-24-25 0,24 0 0,0 0 15,-25 25-15,25-25 0,0 0 0,0 0 0,-25 24 0,25-24 16,0 0-16,0 0 0,-25 0 0,25 0 0,0 25 16,0-25-16,0 0 0,-25 0 0,25 0 0,0 0 0,0 0 15,0-25-15,0 25 0,0 0 0,-24 0 0,24 0 16,0 0-16,0 0 0,0 0 0,0-24 0,0 24 15,0 0-15,0 0 0,0 0 0,0 0 0,-25 0 0,25 0 16,0 0-16,0-25 0,0 25 0,0 0 0,0 0 16,0 0-16,25 0 0,-25 0 0,0 0 0,0 0 0,0 0 15,0 0-15,0 0 0,0 0 0,0 0 0,24-25 16,-24 25-16,0 0 0</inkml:trace>
  <inkml:trace contextRef="#ctx0" brushRef="#br0" timeOffset="423835.2416">5035 14957 0,'0'0'0,"0"0"0,0 0 0,0 0 0,0 0 0,0 0 15,0 0-15,0 0 0,0 0 0,0 0 0,0 0 16,0 0-16,25 0 0,-25 0 0,0 0 0,0 0 15,0 0-15,25 0 0,-25 0 0,0 0 0,25 0 0,-25 0 16,25 0-16,-25 0 0,24 0 0,-24 0 0,25 0 16,-25 0-16,25 0 0,-25 0 0,0 0 0,25 0 15,-25 0-15,25 0 0,-25 0 0,24 0 0,-24 0 0,0 0 16,25 0-16,-25 0 0,0 0 0,25 0 0,-25 0 15,0 0-15,0 0 0,0 0 0,0 0 0,0 25 0,0-25 16</inkml:trace>
  <inkml:trace contextRef="#ctx0" brushRef="#br0" timeOffset="424077.2558">5159 15205 0,'0'0'0,"0"0"16,0 25-16,0-25 0,0 0 0,0 0 0,0 0 0,0 0 15,0 0-15,0 0 0,0 0 0,0-25 0,0 25 16,0 0-16,25 0 0,-25 0 0,0 0 0,25 0 16,-25 0-16,25 0 0,-25 0 0,0 0 0,25 0 0,-25 0 15,24 0-15,-24 0 0,25 0 0,-25 0 0,25 0 16,-25 0-16,25 0 0,-25 0 0,0 0 0,25 0 15,-25 0-15,24 0 0,-24 0 0,25 0 0,-25 0 0,25 0 16,-25 0-16,0 0 0,25 0 0</inkml:trace>
  <inkml:trace contextRef="#ctx0" brushRef="#br0" timeOffset="424780.296">5854 14610 0,'0'-25'0,"0"25"0,0 0 0,-25 0 0,25 0 15,0-25-15,-25 25 0,25 0 0,0 0 0,0 0 0,-25 0 16,25 0-16,0 0 0,0 0 0,0 0 0,-24 0 16,24 0-16,0 0 0,0 0 0,0 0 0,0 0 15,0 0-15,0 0 0,0 0 0,0 0 0,0 0 16,0 0-16,0 0 0,0 0 0,24 0 0,-24 25 0,0-25 15,0 0-15,0 0 0,0 0 0,0 25 0,0-25 0,25 0 16,-25 25-16,0-25 0,0 0 0,0 25 0,0-25 16,25 0-16,-25 24 0,0-24 0,0 25 0,0-25 15,25 0-15,-25 25 0,0-25 0,0 25 0,0-25 0,25 0 16,-25 25-16,0-25 0,0 0 0,0 24 0,25-24 15,-25 25-15,0-25 0,0 0 0,0 0 0,0 25 16,0-25-16,0 0 0,0 25 0,0-25 0,0 0 0,0 0 16,0 25-16,0-25 0,0 0 0,-25 0 0,25 24 15,0-24-15,0 0 0,-25 0 0,25 0 0,0 0 0,0 25 16,-25-25-16,25 0 0,0 0 0,0 0 0,0 0 15,-25 0-15,25 0 0,0 0 0,0 0 0,0 0 0,0 0 16,0 0-16,-25 0 0,25 0 0,0 0 0,0 0 16,0 0-16,0 0 0,0 0 0,0 0 0,0 0 15,0 0-15,0 0 0,0 0 0,0 0 0,0 0 0,25 0 16,-25 0-16,0 0 0,0 0 0,0 0 0,25 0 15,-25 0-15,0 25 0,25-25 0,-25 0 0,0 0 0,0 0 16,25 0-16,-25 25 0,0-25 0,0 0 0,0 25 16,25-25-16,-25 24 0,0-24 0,0 25 0,0-25 15,24 25-15,-24-25 0,0 25 0,0-25 0,0 25 16,0-25-16,0 0 0,0 24 0,0-24 0,-24 25 0,24-25 15,0 25-15,0-25 0,0 0 0,0 25 0,0-25 0,0 0 16,-25 25-16,25-25 0,0 0 0,0 0 0,0 24 16,0-24-16,0 0 0,0 0 0,0 0 0,0 25 15,0-25-15,0 0 0,0 0 0,0 0 0,0 0 0,0 0 16,0 0-16,0 0 0,0 0 0,0 0 0,0 0 0,0 0 15,0 0-15,0 0 0,0 0 0,0 0 0,0 0 16,0 0-16,0 0 0,0 0 0,25 0 0</inkml:trace>
  <inkml:trace contextRef="#ctx0" brushRef="#br0" timeOffset="425791.3538">6325 14932 0,'0'0'0,"0"0"0,0 0 15,0 0-15,0 0 0,0 0 0,0-24 0,0 24 16,0 0-16,-25 0 0,25 0 0,0 0 0,0 0 0,0 0 15,0 0-15,0 0 0,0 0 0,0 0 0,0 0 16,0 0-16,0 0 0,0 0 0,0 0 0,0 0 0,0 0 16,0 0-16,0 0 0,0 0 0,0 0 0,0 0 15,0 0-15,0 0 0,0 0 0,0 0 0,0 0 16,0 0-16,0 0 0,0 0 0,0 0 0,0 0 0,0 0 15,25 0-15,-25 24 0,-25-24 0,25 0 0,25 0 16,-25 0-16,0 25 0,0-25 0,0 0 0,0 0 0,0 0 16,0 25-16,0-25 0,0 0 0,0 25 0,0-25 15,0 0-15,0 25 0,0-25 0,0 0 0,0 24 16,0-24-16,0 25 0,0-25 0,0 0 0,0 25 0,0-25 15,0 25-15,0-25 0,0 0 0,0 25 0,0-25 16,0 24-16,25-24 0,-25 0 0,0 25 0,0-25 0,0 0 16,0 0-16,0 25 0,0-25 0,25 0 0,-25 0 15,0 0-15,0 25 0,0-25 0,0 0 0,0 0 0,0 0 16,0 0-16,0 0 0,25 0 0,-25 0 0,0 0 15,0 0-15,0 0 0,0 0 0,0 0 0,24 0 16,-24 0-16,0 0 0,0 0 0,0 0 0,0-25 0,25 25 16,-25 0-16,0 0 0,0-25 0,0 25 0,25 0 15,-25-25-15,0 25 0,0 0 0,0-24 0,25 24 16,-25-25-16,0 25 0,0-25 0,0 25 0,0 0 0,0-25 15,25 25-15,-25-25 0,0 25 0,0-24 0,0 24 16,0-25-16,0 25 0,0-25 0,0 25 0,0-25 0,0 25 16,0-25-16,0 25 0,0 0 0,0-24 0,0 24 15,0 0-15,0-25 0,0 25 0,0 0 0,0 0 16,0-25-16,0 25 0,0 0 0,0 0 0,0 0 0,0 0 15,0 0-15,0 0 0,0 0 0,0 0 0,0 0 16,0 0-16,0 0 0,0 0 0,0 0 0,0 25 0,0-25 16,0 0-16,0 0 0,0 25 0,0-25 0,0 0 0,0 24 15,0-24-15,0 0 0,0 25 0,0-25 0,0 25 16,0-25-16,0 25 0,0-25 0,0 25 0,0-25 15,0 24-15,0-24 0,0 25 0,0 0 0,0-25 16,0 25-16,0-25 0,0 25 0,0-25 0,0 0 0,0 24 16,0-24-16,0 25 0,0-25 0,0 0 0,0 25 15,0-25-15,0 0 0,0 25 0,0-25 0,0 0 0,0 0 16,0 0-16,0 25 0,0-25 0,0 0 0,0 0 15,0 0-15,0 0 0,0 0 0,0 0 0,0 0 16,0 0-16,0 0 0,0 0 0</inkml:trace>
  <inkml:trace contextRef="#ctx0" brushRef="#br0" timeOffset="426321.3842">6772 15354 0,'0'0'0,"0"25"0,0-25 15,0 0-15,0 0 0,0 0 0,0 0 0,0 0 16,0 0-16,0 0 0,0 0 0,0 0 0,0 0 15,0 0-15,0 0 0,0 0 0,0 0 0,0 0 0,0-25 16,24 25-16,-24 0 0,0 0 0,0 0 0,0-25 16,0 25-16,0 0 0,0 0 0,25-25 0,-25 25 0,0 0 15,0-24-15,0 24 0,0-25 0,0 25 0,0 0 16,0-25-16,25 25 0,-25-25 0,0 25 0,0 0 15,0-25-15,0 25 0,0-24 0,0 24 0,0 0 0,0 0 16,0 0-16,0-25 0,0 25 0,0 0 0,0 0 16,0 0-16,0 0 0,0 0 0,0 25 0,0-25 0,0 0 15,0 0-15,25 0 0,-25 24 0,0-24 0,0 25 16,0-25-16,0 0 0,0 25 0,0-25 0,0 25 15,0-25-15,0 0 0,0 25 0,0-25 0,0 24 0,0-24 16,0 25-16,0-25 0,0 0 0,0 25 0,0-25 16,0 0-16,0 25 0,0-25 0,0 0 0,0 25 0,0-25 15,0 0-15,0 0 0,0 25 0,0-25 0,0 0 16,0 0-16,0 0 0,0 0 0,0 0 0,0 0 0,0 0 15,0 0-15,0 0 0</inkml:trace>
  <inkml:trace contextRef="#ctx0" brushRef="#br0" timeOffset="426585.3993">7069 15131 0,'-24'0'0,"24"0"0,0 0 15,0 0-15,0 0 0,0 0 0,0-25 0,0 25 0,0 0 0,0 0 16,0 0-16,0 0 0,0 0 0,0 0 0,24 0 0,-24 0 16,0 0-16,0 0 0,25 0 0,-25 0 0,0 0 15,25 0-15,-25 0 0,25 0 0,-25 0 0,0 0 16,25 0-16,-25 0 0,24 0 0,-24 0 0,0 0 0,25 25 15,-25-25-15,0 0 0,25 0 0,-25 0 0,0 0 16,0 0-16,25 0 0,-25 0 0,0 0 0,0 0 16,0 0-16,0 0 0,0 0 0</inkml:trace>
  <inkml:trace contextRef="#ctx0" brushRef="#br0" timeOffset="426787.4108">7045 15280 0,'0'0'15,"0"0"-15,0 0 0,0 0 0,0 0 0,0 0 16,0 0-16,0 0 0,0 0 0,0 0 0,0 0 0,24 0 15,-24 0-15,0 0 0,0 0 0,25 0 0,-25 0 16,25 0-16,-25 0 0,0 0 0,25-25 0,0 25 16,-25 0-16,24 0 0,-24 0 0,25 0 0,-25 0 0,25 0 15,-25 0-15,25 0 0,-25 0 0,25 0 0,-1 0 16,-24 0-16,25 0 0,-25 0 0,25 0 0,-25 0 0,25 0 15,-25 0-15,25 0 0</inkml:trace>
  <inkml:trace contextRef="#ctx0" brushRef="#br0" timeOffset="427158.432">8037 14932 0,'0'0'0,"0"-24"0,0 24 0,-25 0 0,25 0 0,0-25 15,0 25-15,-25 0 0,25 0 0,0 0 0,0 0 16,0 0-16,-25 0 0,25 0 0,0 0 0,0 0 0,0 0 16,0 0-16,0 0 0,-25 0 0,25 0 0,0 25 15,0-25-15,0 0 0,0 24 0,-24-24 0,24 25 0,0-25 16,0 25-16,0-25 0,-25 25 0,25 0 0,0-25 15,0 24-15,0 1 0,0 0 0,0-25 0,0 25 16,0 0-16,0-25 0,0 24 0,0 1 0,0-25 0,25 25 16,-25-25-16,0 25 0,24-25 0,-24 25 0,25-25 15,-25 0-15,25 0 0,-25 24 0,25-24 0,-25 0 16,25 0-16</inkml:trace>
  <inkml:trace contextRef="#ctx0" brushRef="#br0" timeOffset="429402.5604">8210 15280 0,'0'0'0,"0"0"0,25 0 15,-25 0-15,0-25 0,0 25 0,0 0 0,0 0 0,0 0 16,0 0-16,0-25 0,25 25 0,-25 0 0,0 0 16,0-25-16,25 25 0,-25 0 0,0-25 0,0 25 0,25 0 15,-25-24-15,0 24 0,24-25 0,-24 25 0,0 0 16,0-25-16,25 25 0,-25-25 0,0 25 0,25 0 0,-25-25 15,0 25-15,0-24 0,0 24 0,0 0 0,0-25 16,0 25-16,25 0 0,-25-25 0,0 25 0,0 0 16,0 0-16,0-25 0,0 25 0,0 0 0,0 0 15,0 0-15,-25 0 0,25 0 0,0 0 0,0 0 0,0 0 16,0 0-16,0 0 0,0 0 0,0 0 0,0 0 0,0 0 15,25 0-15,-25 0 0,0 0 0,0 0 0,0 25 16,0-25-16,0 0 0,0 25 0,0-25 0,0 0 16,0 25-16,0-25 0,0 24 0,25-24 0,-25 25 15,0-25-15,0 25 0,0-25 0,0 25 0,0-25 0,24 25 16,-24-25-16,0 24 0,0-24 0,0 0 0,0 25 0,-24-25 15,24 25-15,0-25 0,0 0 0,0 25 0,0-25 16,0 0-16,0 25 0,0-25 0,0 0 0,0 0 0,0 24 16,24-24-16,-24 0 0,0 0 0,0 0 0,0 0 15</inkml:trace>
  <inkml:trace contextRef="#ctx0" brushRef="#br0" timeOffset="429680.5763">8657 15304 0,'0'0'0,"0"-24"0,0 24 0,0 0 16,0 24-16,25-24 0,-25 0 0,0 0 0,0 0 0,0 0 16,0 0-16,0 0 0,24 0 0,-24 25 0,0-25 15,0 0-15,0 0 0,0 25 0,0-25 0,0 0 16,0 25-16,25-25 0,-25 0 0,-25 25 0,25-25 0,0 0 15,0 25-15,0-25 0,0 0 78,0 24-78,0-24 0,0 0 0,-24 25 0,24-25 0,0 0 0,0 0 0,0 25 0,0-25 0,-25 0 0,25 0 0,0 0 16,0 0-16,0 0 0</inkml:trace>
  <inkml:trace contextRef="#ctx0" brushRef="#br0" timeOffset="430095.6">8855 15354 0,'0'-25'0,"0"25"0,0 0 15,0 0-15,0 0 0,0 0 0,0-25 0,0 25 16,25 0-16,-25 0 0,0-24 0,0 24 0,0 0 0,0-25 16,25 25-16,-25 0 0,0-25 0,0 25 0,25-25 15,-25 25-15,0-25 0,0 25 0,24-24 0,-24 24 0,0-25 16,0 25-16,25-25 0,-25 0 0,0 25 0,0-25 15,0 25-15,0-24 0,25 24 0,-25-25 0,0 25 16,0 0-16,0-25 0,0 25 0,0 0 0,0 0 0,0 0 16,0 0-16,0 0 0,0-25 0,0 25 0,0 0 15,0 0-15,0 0 0,0 0 0,0 0 0,0 0 16,0 25-16,0-25 0,0 0 0,0 0 0,0 25 0,25-25 15,-25 0-15,0 25 0,0-25 0,0 24 0,0-24 16,0 25-16,0-25 0,0 25 0,0-25 0,0 25 0,0-25 16,25 0-16,-25 25 0,0-25 0,0 24 0,0-24 15,0 0-15,0 25 0,0-25 0,0 0 0,0 25 0,0-25 16,0 25-16,0-25 0,0 0 0,0 0 0,0 25 15,0-25-15,0 0 0,0 0 0,0 24 0,0-24 0,0 0 16,0 0-16,-25 0 0,25 0 0,0 0 0,0 0 16,0 25-16,0-25 0</inkml:trace>
  <inkml:trace contextRef="#ctx0" brushRef="#br0" timeOffset="430367.6156">9227 15280 0,'25'0'0,"-25"0"0,0 0 0,0 0 15,0 0-15,0 0 0,0 0 0,25 0 0,-25 0 0,0 0 16,0 0-16,0 24 0,0-24 0,0 0 0,0 0 15,25 0-15,-25 25 0,0-25 0,0 0 0,0 25 16,0-25-16,0 0 0,0 25 0,0-25 0,-25 0 0,25 0 16,0 25-16,0-25 0,0 0 0,0 25 0,0-25 15,0 0-15,-25 0 0,25 24 0,0-24 0,0 0 0,0 0 16,0 0-16,-25 0 0,25 0 0,0 0 0</inkml:trace>
  <inkml:trace contextRef="#ctx0" brushRef="#br0" timeOffset="430833.6416">9500 15304 0,'0'-24'0,"0"24"0,0 0 0,0 0 0,0 0 16,0 0-16,0 0 0,0 0 0,0 0 0,25-25 15,-25 25-15,0 0 0,0-25 0,0 25 0,25 0 0,-25-25 16,0 25-16,0 0 0,25-25 0,-25 25 0,0 0 0,0-24 15,24 24-15,-24-25 0,0 25 0,0-25 0,0 25 16,25-25-16,-25 25 0,0 0 0,0-25 0,0 25 16,0 0-16,0-24 0,0 24 0,0 0 0,0 0 0,0-25 15,0 25-15,0 0 0,0 0 0,0 0 0,0 0 16,0 0-16,0 0 0,0 0 0,0 0 0,0 0 0,0 0 15,0 0-15,0 0 0,0 0 0,0 0 0,0 0 16,0 0-16,0 0 0,0 0 0,0 0 0,0 0 16,0 0-16,25 0 0,-25 0 0,0 25 0,0-25 15,0 0-15,0 24 0,0-24 0,0 0 0,0 25 0,0-25 16,0 25-16,0-25 0,25 25 0,-25-25 0,0 25 0,0-25 15,0 24-15,0-24 0,0 25 0,0-25 0,0 0 16,0 25-16,0-25 0,0 0 0,0 25 0,0-25 16,0 0-16,0 25 0,0-25 0,0 0 0,0 0 0,0 24 15,0-24-15,0 0 0,0 0 0,0 0 0,0 0 16,0 0-16,0 0 0,0 0 0,0 0 0</inkml:trace>
  <inkml:trace contextRef="#ctx0" brushRef="#br0" timeOffset="431139.6597">9897 15280 0,'0'0'0,"0"0"0,0 0 0,0-25 16,0 25-16,25 0 0,-25 0 0,0 0 0,0 0 0,0 0 16,0 25-16,0-25 0,25 0 0,-25 0 0,0 0 15,0 0-15,0 24 0,24-24 0,-24 0 0,0 0 16,0 25-16,0-25 0,0 0 0,0 25 0,0-25 0,0 0 15,0 25-15,0-25 0,0 0 0,0 25 16,0-25-16,0 0 0,0 0 0,0 25 0,-24-25 0,24 0 16,0 0-16,0 24 0,0-24 0,0 0 0,0 0 0,-25 0 15,25 0-15,0 25 0,0-25 0,0 0 0,-25 0 16,25 0-16,0 0 0</inkml:trace>
  <inkml:trace contextRef="#ctx0" brushRef="#br0" timeOffset="431605.6864">10195 15329 0,'0'0'15,"0"0"-15,0 0 0,0 0 0,0 0 0,25 0 16,-25-25-16,0 25 0,0 0 0,0 0 0,0-24 0,0 24 16,24 0-16,-24 0 0,0-25 0,0 25 0,0-25 15,25 25-15,-25 0 0,0-25 0,25 25 0,-25 0 16,0-25-16,0 25 0,25-24 0,-25 24 0,0-25 0,0 25 15,0-25-15,0 25 0,0-25 0,0 25 0,25 0 16,-25-25-16,0 25 0,0 0 0,0-24 0,0 24 0,0 0 16,0-25-16,0 25 0,0 0 0,0 0 0,0 0 15,0 0-15,0 0 0,0 0 0,0 0 0,0 0 0,0 0 16,0 0-16,0 0 0,0 0 0,0 0 0,0 0 15,0 0-15,0 0 0,0 0 0,0 0 0,0 25 16,0-25-16,0 0 0,24 24 0,-24-24 0,0 25 0,0-25 16,0 25-16,0-25 0,0 25 0,0-25 0,0 25 15,0-25-15,0 24 0,0-24 0,0 25 0,0-25 0,0 25 16,0-25-16,-24 25 0,24-25 0,0 0 0,0 25 15,0-25-15,0 24 0,0-24 0,0 0 0,0 25 0,0-25 16,0 0-16,0 0 0,0 25 0,0-25 0,0 0 16,0 0-16,0 0 0,0 0 0,0 0 0,0 0 15,0 0-15,0 0 0,0 0 0,0 0 0,24-25 0,-24 25 16,0 0-16</inkml:trace>
  <inkml:trace contextRef="#ctx0" brushRef="#br0" timeOffset="431951.7062">10567 14808 0,'0'0'0,"0"0"0,0 0 0,25 0 0,-25 0 0,0 0 0,0 0 0,24 0 0,-24 25 0,0-25 0,25 0 0,-25 25 0,0-25 0,25 25 0,-25-25 0,0 0 0,25 25 0,-25-1 0,25-24 0,-25 25 0,0-25 0,24 25 0,-24 0 0,0-25 0,0 25 0,25-25 0,-25 24 0,0 1 0,0 0 0,0-25 0,0 25 0,0-25 0,0 25 0,0-1 0,0-24 0,0 25 0,0 0 16,0-25-16,0 25 0,-25-25 0,25 25 0,0-25 15,0 24-15,-24-24 0,24 25 0,0-25 0,-25 0 0,25 25 16,0-25-16,-25 25 0,25-25 0,-25 0 0,25 0 0,0 0 15,-25 25-15,25-25 0,-24 0 0,24 0 0,0 0 16,0 0-16,-25 0 0</inkml:trace>
  <inkml:trace contextRef="#ctx0" brushRef="#br0" timeOffset="432708.7495">11361 15205 0,'0'0'0,"0"0"0,0 0 0,0 0 16,0 0-16,0 0 0,0 0 0,0 0 0,0 25 0,0-25 15,0 0-15,0 0 0,0 0 0,0 0 0,0 25 16,0-25-16,24 0 0,-24 0 0,0 25 0,0-25 0,0 0 15,0 24-15,0-24 0,25 25 0,-25-25 0,0 0 16,0 25-16,0-25 0,0 0 0,0 25 0,0-25 16,-25 0-16,25 25 0,0-25 0,0 0 0,0 25 0,-24-25 15,24 0-15,0 0 0,-25 24 0,25-24 0,0 0 16,0 0-16,-25 0 0,25 25 0,0-25 0,0 0 0</inkml:trace>
  <inkml:trace contextRef="#ctx0" brushRef="#br0" timeOffset="433643.803">11981 14957 0,'0'0'0,"0"0"16,0 0-16,0 0 0,0 0 0,0 0 0,0 0 15,0 0-15,24 0 0,-24 0 0,0 0 0,0 0 16,0 0-16,0 0 0,0 0 0,0 0 0,0 0 0,0 0 16,0 0-16,0 0 0,0 0 0,0 0 0,0 0 0,0 0 15,0 0-15,0 0 0,0 25 0,0-25 0,0 0 16,0 25-16,0-25 0,0 25 0,0-25 0,0 24 15,0-24-15,0 25 0,0-25 0,0 25 0,0-25 0,0 25 16,0-25-16,0 25 0,0-1 0,0-24 0,0 25 16,0-25-16,0 25 0,0-25 0,0 25 0,0-25 15,0 25-15,0-25 0,0 0 0,0 24 0,0-24 0,0 0 16,0 25-16,0-25 0,0 0 0,0 0 0,0 25 15,0-25-15,0 0 0,0 0 0,25 0 0,-25 0 0,0 0 16,0 0-16,0 0 0,0 0 0,0 0 0,25 0 16,-25 0-16,0 0 0,0-25 0,25 25 0,-25 0 0,0 0 15,0-25-15,0 25 0,25 0 0,-25-24 0,0 24 16,0-25-16,0 25 0,24-25 0,-24 25 0,0-25 15,0 25-15,0-25 0,0 25 0,25-24 0,-25-1 0,0 25 16,0-25-16,0 0 0,25 25 0,-25-25 0,0 1 16,0 24-16,0-25 0,0 25 0,0-25 0,0 25 15,0-25-15,0 25 0,0-25 0,0 25 0,0 0 0,0 0 16,0 0-16,0-24 0,0 24 0,0 0 0,0 0 15,0 0-15,0 0 0,0 0 0,0 0 0,0 0 0,0 0 16,0 0-16,0 24 0,0-24 0,0 0 0,25 0 16,-25 25-16,0-25 0,0 25 0,0-25 0,0 25 15,0-25-15,-25 25 0,25-25 0,0 24 0,0 1 0,0-25 16,0 25-16,0-25 0,0 25 0,0-25 0,0 25 15,0-25-15,0 0 0,0 24 0,0-24 0,0 25 0,0-25 16,0 0-16,0 25 0,0-25 0,0 0 0,0 25 0,0-25 16,0 0-16,0 25 0,0-25 0,0 0 0,25 0 15,-25 0-15,0 24 0,0-24 0,0 0 0,0 0 16,0 0-16,0 0 0,0 25 0,0-25 0,0 0 15</inkml:trace>
  <inkml:trace contextRef="#ctx0" brushRef="#br0" timeOffset="434041.8257">12353 15379 0,'0'0'0,"0"-25"0,0 25 0,0 0 0,0 0 0,0 0 15,0 0-15,0 0 0,0 0 0,0 0 0,0 0 16,0 0-16,0 0 0,0 0 0,0 0 0,25 0 16,-25 0-16,0 0 0,0 0 0,0 0 0,24 0 0,-24 0 15,0 0-15,0 0 0,0 0 0,0 0 0,25 0 16,-25 0-16,0 0 0,0 0 0,0 0 0,0 25 0,0-25 15,0 0-15,0 0 0,0 0 0,0 25 0,0-25 16,0 0-16,0 0 0,0 25 0,0-25 0,0 0 0,0 0 16,0 24-16,-25-24 0,25 0 0,0 25 15,0-25-15,0 0 0,0 25 0,-24-25 0,24 0 0,0 0 16,0 25-16,0-25 0,0 0 0,0 0 0,0 25 15,0-25-15,0 0 0,0 0 0,0 0 0,0 24 0,0-24 16,0 0-16,0 0 0,0 0 0,24 0 0,-24 0 0,0 0 16,0 0-16,25 0 0,-25 0 0,0 0 0,25 0 15,-25 0-15,25 0 0,-25 0 0,0 0 0,25 0 16,-25 0-16,24 0 0,-24-24 0,25 24 0,-25 0 0,25 0 15,0 0-15,-25 0 0</inkml:trace>
  <inkml:trace contextRef="#ctx0" brushRef="#br0" timeOffset="434349.8434">12874 15180 0,'0'0'0,"0"0"16,0 0-16,0 0 0,0 0 0,0 0 0,0 25 15,0-25-15,0 0 0,24 0 0,-24 0 0,0 0 0,0 0 16,0 0-16,25 0 0,-25 0 0,0 0 0,25 0 16,-25 0-16,0 0 0,25 0 0,-25 0 0,0 0 0,25 0 15,-25 0-15,24 0 0,-24 0 0,0 0 0,0 25 16,25-25-16,-25 0 0,0 0 0,0 0 0,0 0 15,0 0-15</inkml:trace>
  <inkml:trace contextRef="#ctx0" brushRef="#br0" timeOffset="434568.8559">12923 15379 0,'0'0'0,"0"0"0,0 0 0,0 0 15,0 0-15,0 0 0,0 0 0,0 0 0,0 0 16,0 0-16,0 0 0,25 0 0,-25 0 0,0 0 15,0 0-15,0 0 0,25 0 0,-25 0 0,0 0 0,25 0 16,-25 0-16,24 0 0,-24 0 0,25 0 0,0 0 0,-25 0 16,25 0-16,-25 0 0,25 0 0,-25 0 0,24 0 15,1 0-15,-25 0 0,25 0 0,-25 0 0,25-25 16,-25 25-16</inkml:trace>
  <inkml:trace contextRef="#ctx0" brushRef="#br0" timeOffset="434949.8777">13643 14883 0,'0'0'0,"0"-25"16,0 25-16,0 0 0,0 0 0,0 0 0,-25 0 15,25 0-15,0 0 0,0 0 0,0 0 0,0 0 16,0 0-16,0 0 0,0 25 0,-25-25 0,25 0 0,0 0 16,0 25-16,0-25 0,0 24 0,0-24 0,-25 25 15,25-25-15,0 25 0,0 0 0,0-25 0,0 25 0,0-1 16,-25 1-16,25-25 0,0 25 0,0 0 0,0 0 15,0-1-15,0-24 0,0 25 0,0 0 0,0-25 0,0 25 16,0 0-16,0-1 0,0-24 0,0 25 0,-24-25 16,24 25-16,24-25 0,-24 25 0,0-25 0,0 25 15,0-25-15,0 0 0,25 0 0</inkml:trace>
  <inkml:trace contextRef="#ctx0" brushRef="#br0" timeOffset="438664.0901">13791 15131 0,'0'0'0,"0"0"0,0 0 0,0 0 15,0 0-15,0 0 0,0 0 0,-24 0 0,24 0 0,0 0 16,0 0-16,0 0 0,0 0 0,0 0 0,0 0 15,0 0-15,0 0 0,0 0 0,0-25 0,0 25 16,0 0-16,0 0 0,0 0 0,0 0 0,0 0 0,0 0 16,0 0-16,0 0 0,0 0 0,0 0 0,0 0 15,0-25-15,0 25 0,24 0 0,-24 0 0,0 0 16,0 0-16,0 0 0,0 0 0,0-25 0,0 25 0,0 0 15,0 0-15,0 0 0,0 0 0,25 0 0,-25-24 16,0 24-16,0 0 0,0 0 0,0 0 0,25 0 16,-25 0-16,0 0 0,0 0 0,0 0 0,0 0 0,0 0 15,25 0-15,-25 0 0,0 0 0,0 0 0,0 0 0,0 0 16,0 0-16,0 0 0,25 24 0,-25-24 0,0 0 15,0 0-15,0 0 0,0 25 0,0-25 0,0 0 16,0 25-16,0-25 0,24 0 0,-24 25 0,0-25 0,-24 0 16,24 0-16,0 25 0,0-25 0,0 0 0,0 24 15,-25-24-15,25 0 0,0 25 0,0-25 0,0 0 16,-25 25-16,25-25 0,0 25 0,-25-25 0,25 0 0,0 25 15,-25-25-15,25 0 0,0 0 0,0 24 0,-24-24 16,24 0-16,0 0 0,0 25 0,0-25 0,-25 0 0,25 0 16,0 0-16,0 0 0,0 0 0,0 0 0,0 0 15,0 0-15,0 0 0,0 0 0,0 0 0,0 0 0,0 0 16,0 0-16,25 0 0,-25 0 0,0 25 0,0-25 15,0 0-15,0 0 0,24 0 0,-24 0 0,0 0 16,0 0-16,25 0 0,-25 0 0,0 0 0,25 0 16,-25 0-16,25 0 0,-25 0 0,0 0 0,0 0 0,25 0 15,-25 0-15,0 0 0,24 0 0,-24 0 0,0 0 0,25 0 16,-25 0-16,0 0 0,0 0 0,25 0 0,-25 0 15,0 0-15,0 0 0,0 0 0,0 0 0,0 0 0,25 0 16,-25 0-16,0 0 0,0 0 0</inkml:trace>
  <inkml:trace contextRef="#ctx0" brushRef="#br0" timeOffset="438906.104">14089 15354 0,'0'0'0,"0"0"0,0 0 16,0 0-16,0 0 0,0 25 0,25-25 0,-25 0 15,0 0-15,0 0 0,0 0 0,0 0 0,0 0 0,0 25 16,0-25-16,25 0 0,-25 0 0,0 25 0,0-25 16,0 0-16,0 0 0,0 24 0,0-24 0,0 25 15,0-25-15,0 0 0,0 0 0,0 25 0,0-25 0,0 0 16,0 25-16,-25-25 0,25 0 0,0 25 0,0-25 15,0 0-15,0 0 0,0 24 0,-25-24 0,25 0 16,0 0-16,0 0 0,0 25 0,0-25 0,0 0 0,0 0 16,0 0-16</inkml:trace>
  <inkml:trace contextRef="#ctx0" brushRef="#br0" timeOffset="439386.1314">14511 15379 0,'0'0'0,"0"0"0,0 0 0,0 0 0,0-25 16,0 25-16,0 0 0,0 0 0,0 0 0,0 0 16,25-25-16,-25 25 0,0 0 0,0 0 0,0-25 0,0 25 15,24 0-15,-24-24 0,0 24 0,0 0 0,0-25 0,25 25 16,-25-25-16,0 25 0,0-25 0,0 25 0,25-25 15,-25 25-15,0 0 0,0-24 0,0 24 0,0-25 16,0 25-16,0 0 0,0-25 0,0 25 0,0 0 0,0-25 16,0 25-16,0 0 0,0 0 0,0-25 0,0 25 15,0 0-15,0 0 0,0 0 0,0 0 0,0 0 0,0 0 16,0 0-16,25 0 0,-25 0 0,0 0 0,0 0 15,0 25-15,0-25 0,0 0 0,0 0 0,0 25 16,0-25-16,0 25 0,0-25 0,0 25 0,0-25 0,0 24 16,0-24-16,0 25 0,0-25 0,0 25 0,0-25 15,0 25-15,0-25 0,0 25 0,0-25 0,0 24 0,0-24 16,0 0-16,0 25 0,0-25 0,0 0 0,0 25 15,0-25-15,0 0 0,0 0 0,25 25 0,-25-25 16,0 0-16,0 0 0,0 0 0,0 0 0,0 0 0,0 25 16,0-25-16,0 0 0,0 0 0,0 0 0,24 0 15</inkml:trace>
  <inkml:trace contextRef="#ctx0" brushRef="#br0" timeOffset="439623.145">14883 15354 0,'0'0'0,"0"0"0,0 0 16,0 0-16,0 0 0,0 0 0,0 0 0,0 0 16,25 0-16,-25 0 0,0 0 0,0 25 0,0-25 15,0 0-15,0 0 0,0 25 0,0-25 0,0 0 16,0 0-16,0 25 0,0-25 0,0 0 0,0 24 0,0-24 15,0 0-15,0 25 0,0-25 0,0 0 0,0 25 0,0-25 16,0 0-16,0 25 0,0-25 0,0 0 0,-25 0 16,25 0-16,0 25 0,0-25 0,0 0 0,0 0 15,0 0-15</inkml:trace>
  <inkml:trace contextRef="#ctx0" brushRef="#br0" timeOffset="440262.1815">15304 15131 0,'0'-25'16,"0"25"-16,0 0 0,0 0 0,0 0 0,0 0 15,0 0-15,0-25 0,0 25 0,0 0 0,25 0 0,-25 0 16,0 0-16,0 0 0,0 0 0,25 0 0,-25 0 16,0 0-16,0-25 0,25 25 0,-25 0 0,0 0 0,25 0 15,-25 0-15,0 0 0,0 0 0,25 0 0,-25 0 16,0 0-16,0 0 0,24 0 0,-24 0 0,0 0 15,0 0-15,0 0 0,0 0 0,0 0 0,0 0 0,0 25 16,0-25-16,0 0 0,0 25 0,0-25 0,0 0 16,-24 25-16,24-25 0,0 0 0,0 25 0,-25-25 0,25 24 15,0-24-15,-25 0 0,25 25 0,0-25 0,0 0 16,-25 25-16,25-25 0,0 0 0,0 0 0,0 0 15,0 25-15,0-25 0,0 0 0,0 0 0,0 0 0,0 0 16,0 0-16,0 0 0,0 0 0,0 0 0,0 0 16,0 0-16,25 0 0,-25 0 0,0 0 0,0 25 0,0-25 15,25 0-15,-25 0 0,0 0 0,0 0 0,0 0 16,25 0-16,-1 49 109,-24-49-109,0 0 0,0 0 0,0 25 0,0-25 0,0 0 0,0 25 0,0-25 0,0 0 0,0 0 0,0 25 0,-24-25 0,24 0 0,0 0 0,0 0 0,0 25 0,-25-25 0,25 0 0,0 0 0,0 0 0,-25 0 0,25 24 16,0-24-16,0 0 0,-25 0 0,25 0 0,0 0 0,0 0 0,0 0 0,-25 0 0,25 0 0,0 0 0,0 0 0,0 0 0,0 0 0,0 0 0,0 0 0,0 0 0,0-24 15,0 24-15,0 0 0,0 0 0,0 0 0,0-25 16,0 25-16</inkml:trace>
  <inkml:trace contextRef="#ctx0" brushRef="#br0" timeOffset="440510.1957">15776 15404 0,'0'0'15,"0"0"-15,0 0 0,0 0 0,0 0 0,0 0 0,0 25 16,0-25-16,0 0 0,0 0 0,0 0 0,0 24 15,0-24-15,0 0 0,0 25 0,0-25 0,0 0 16,0 0-16,0 25 0,-25-25 0,25 0 0,0 25 16,0-25-16,0 0 0,0 0 0,0 25 0,-25-25 0,25 0 15,0 0-15,0 0 0,0 24 0,0-24 0,0 0 0,0 0 16,0 0-16,-25 0 0,25 0 0,0 0 0,0 0 15</inkml:trace>
  <inkml:trace contextRef="#ctx0" brushRef="#br0" timeOffset="441069.2277">16148 15056 0,'0'0'0,"0"0"15,0 0-15,0-24 0,0 24 0,0 0 0,0 0 0,0 0 16,0 0-16,0 0 0,0 0 0,0 0 0,0 0 16,0 0-16,0 0 0,0 0 0,0 0 0,0 0 15,0 0-15,0 24 0,0-24 0,0 0 0,0 0 0,0 0 16,0 0-16,0 25 0,0-25 0,0 0 0,-25 25 15,25-25-15,0 0 0,0 25 0,0-25 0,0 0 0,0 25 16,-25-25-16,25 0 0,0 24 0,0-24 0,0 0 16,-25 25-16,25-25 0,0 0 0,0 25 0,0-25 15,0 0-15,0 0 0,-24 25 0,24-25 0,0 0 16,0 0-16,0 0 0,0 0 0,0 25 0,0-25 0,0 0 15,24 0-15,-24 0 0,0 0 0,0 0 0,0 0 0,0 0 16,0 0-16,0 0 0,25 0 0,-25 0 0,0 0 16,0 0-16,25 0 0,-25 0 0,0 0 0,25 0 15,-25 0-15,25 0 0,-25 0 0,24 0 0,-24 0 0,0 0 16,25 0-16,0 0 0,-25 0 0,25 0 0,-25 0 15,25 0-15,-25 0 0,0 0 0,24 0 0,-24 0 0,25 0 16,-25 0-16,25 0 0,-25 0 0,0 0 0,25 0 16,-25 0-16,0 0 0,0 0 0,25 0 0,-25 0 0,0 0 15,0 0-15,0 0 0,0 0 0,0 0 0,25 0 16,-25-25-16,0 25 0,0 0 0,0 0 0,-25 0 15,25-25-15,0 25 0,0 0 0,0 0 0,0 0 0</inkml:trace>
  <inkml:trace contextRef="#ctx0" brushRef="#br0" timeOffset="441318.2419">16346 15106 0,'0'0'16,"0"0"-16,0 0 0,0 0 0,0 0 0,0 25 16,0-25-16,0 0 0,0 0 0,0 0 0,0 0 0,0 0 15,0 0-15,0 25 0,0-25 0,0 0 0,25 0 16,-25 24-16,0-24 0,0 25 0,0-25 0,0 0 15,0 25-15,0-25 0,0 25 0,0-25 0,0 25 0,0-25 16,0 0-16,0 24 0,0-24 0,0 25 0,0-25 16,0 25-16,0-25 0,0 0 0,0 25 0,0-25 15,0 0-15,0 25 0,0-25 0,0 0 0,0 25 0,0-25 16,0 0-16,0 0 0,0 0 0,-25 0 0,25 24 15,0-24-15,0 0 0,0 0 0,0 0 0,0 0 0,0 0 16,0 0-16,0 0 0,0 0 0,0-24 0</inkml:trace>
  <inkml:trace contextRef="#ctx0" brushRef="#br0" timeOffset="441733.2657">16619 14808 0,'0'0'0,"0"0"0,0 0 0,0 0 0,0 0 16,0 0-16,0 0 0,0 0 0,0 0 0,0 0 15,0 0-15,0 0 0,25 0 0,-25 0 0,0 25 0,0-25 16,25 0-16,-25 0 0,0 0 0,0 25 0,25-25 16,-25 25-16,0-25 0,24 0 0,-24 25 0,0-25 0,0 24 15,25 1-15,-25-25 0,0 25 0,0-25 0,0 25 16,0 0-16,0-25 0,25 24 0,-25-24 0,0 25 0,0 0 15,0-25-15,0 25 0,0 0 0,0-25 0,-25 24 16,25 1-16,0-25 0,0 25 0,0 0 0,0-25 16,0 25-16,0-25 0,-25 24 0,25 1 0,0-25 0,0 25 15,-24-25-15,24 0 0,0 25 0,-25-25 0,25 25 16,0-25-16,-25 0 0,25 25 0,0-25 0,-25 0 0,25 24 15,0-24-15,0 0 0,-25 0 0,25 0 0,0 25 16,0-25-16,-24 0 0,24 0 0,0 0 0,0 0 0,0 0 16,0 0-16,-25 0 0,25 0 0,0 0 0,0 0 15,0 0-15,0 0 0</inkml:trace>
  <inkml:trace contextRef="#ctx0" brushRef="#br0" timeOffset="442136.2887">17041 15131 0,'0'0'0,"0"0"0,0 0 15,0 0-15,0 0 0,0 0 0,0 0 0,0 0 16,0 0-16,0 0 0,0 0 0,0 0 0,0 0 0,0 0 15,0 0-15,0 0 0,0 0 0,0 0 0,0 0 0,0 0 16,0 0-16,0 0 0,25 0 0,-25 0 0,0 0 16,0 0-16,0 0 0,0 0 0,0 25 0,0-25 15,0 0-15,0 0 0,0 0 0,0 0 0,0 0 16,0 24-16,-25-24 0</inkml:trace>
  <inkml:trace contextRef="#ctx0" brushRef="#br0" timeOffset="442356.3013">17066 15379 0,'0'0'0,"0"0"0,0 25 16,0-25-16,0 0 0,24 25 0,-24-25 0,0 0 15,0 0-15,0 24 0,0-24 0,0 0 0,25 25 0,-25-25 16,0 0-16,0 25 0,0-25 0,0 0 0,0 0 15,0 25-15,0-25 0,0 0 0,0 0 0,0 25 0,0-25 16,-25 0-16,25 0 0,0 24 0,0-24 0,-24 0 16,24 0-16,0 0 0,-25 25 0,25-25 0,0 0 15,-25 0-15,25 0 0</inkml:trace>
  <inkml:trace contextRef="#ctx0" brushRef="#br0" timeOffset="443164.3475">17661 14932 0,'0'0'0,"0"0"0,0 0 16,0 0-16,0 0 0,0 0 0,0 0 0,0 0 0,0 25 15,0-25-15,0 0 0,0 0 0,0 0 0,0 25 16,0-25-16,0 0 0,0 25 0,0-25 0,0 25 0,0-25 16,0 24-16,0-24 0,0 25 0,0 0 0,0-25 15,0 25-15,0 0 0,0-25 0,-25 24 0,25 1 16,0-25-16,0 25 0,0 0 0,0-25 0,0 25 0,0-25 15,0 24-15,0-24 0,0 25 0,0-25 0,0 25 16,0-25-16,0 0 0,0 0 0,0 25 0,0-25 16,0 0-16,0 0 0,25 0 0,-25 0 0,0 0 0,0 0 15,0 0-15,0 0 0,25 0 0,-25 0 0,0 0 16,0 0-16,25 0 0,-25 0 0,0-25 0,0 25 0,24 0 15,-24 0-15,0-25 0,0 25 0,25-25 0,-25 25 16,0 0-16,0-24 0,0 24 0,25-25 0,-25 0 16,0 25-16,0-25 0,25 25 0,-25-25 0,0 1 0,0 24 15,25-25-15,-25 0 0,0 25 0,0-25 0,0 25 16,24-25-16,-24 25 0,0-24 0,0 24 0,0 0 0,0 0 15,0-25-15,0 25 0,0 0 0,0 0 0,0 0 0,0 0 16,0 0-16,0 0 0,0 0 0,25 0 0,-25 0 16,-25 25-16,25-25 0,0 0 0,0 0 0,0 24 15,0-24-15,0 0 0,0 25 0,0-25 0,0 25 0,0-25 16,0 25-16,0-25 0,0 25 0,0-25 0,0 24 15,0-24-15,0 25 0,0 0 0,0-25 0,-24 25 16,24-25-16,0 0 0,0 25 0,0-25 0,0 24 0,0-24 16,0 0-16,0 0 0,0 25 0,0-25 0,0 0 15,0 0-15,0 25 0,0-25 0,0 0 0,0 0 16,0 0-16,0 0 0,0 0 0,0 0 0,0 0 0,24 0 15,-24 0-15</inkml:trace>
  <inkml:trace contextRef="#ctx0" brushRef="#br0" timeOffset="443676.3768">18033 15453 0,'0'-24'0,"0"24"0,0 0 0,0 0 16,0 0-16,0 0 0,0 0 0,0-25 0,0 25 16,0 0-16,0 0 0,0 0 0,0 0 0,25 0 15,-25 0-15,0 0 0,0 0 0,0 0 0,25 0 0,-25 0 16,0 0-16,24 0 0,-24 0 0,0 0 0,0 0 15,25 0-15,-25 0 0,0 0 0,0 0 0,0 0 0,25 0 16,-25 25-16,0-25 0,0 0 0,0 0 0,0 0 16,0 24-16,-25-24 0,25 0 0,0 0 0,0 25 0,0-25 15,-25 0-15,25 0 0,0 25 0,0-25 0,-24 0 16,24 0-16,0 25 0,0-25 0,-25 0 0,25 0 15,0 25-15,0-25 0,0 0 0,0 0 0,0 0 0,0 0 16,0 24-16,0-24 0,0 0 0,0 0 0,0 0 16,0 0-16,0 0 0,25 0 0,-25 25 0,0-25 0,0 0 15,24 0-15,-24 0 0,0 0 0,0 0 0,25 25 16,-25-25-16,0 0 0,25 0 0,-25 0 0,0 25 0,0-25 15,0 0-15,25 0 0,-25 25 0,0-25 0,0 0 16,0 0-16,0 0 0,0 24 0,0-24 0,-25 0 16,25 0-16,0 0 0,0 0 0,-25 25 0,25-25 0,0 0 15,-25 0-15,25 0 0,0 0 0,-24 0 0,24 0 16,0 0-16,-25 0 0,25 0 0,0 0 0,0 0 15,-25 0-15,25 0 0,0 0 0,-25 0 0,25 0 0,0 0 16,0 0-16,0 0 0,-25 0 0,25 0 0,0-25 16,0 25-16,0 0 0,0 0 0,0-24 0,0 24 0,0 0 15</inkml:trace>
  <inkml:trace contextRef="#ctx0" brushRef="#br0" timeOffset="443959.393">18405 15255 0,'0'0'0,"0"0"0,0 0 0,0 0 0,0 0 0,0 0 15,0 0-15,25 0 0,-25 0 0,0 0 0,0 25 16,25-25-16,-25 0 0,0 0 0,24 0 0,-24 0 16,25 0-16,-25 0 0,25 0 0,-25 0 0,0 0 0,25 0 15,-25 0-15,25 0 0,-25 24 0,25-24 0,-25-24 16,24 24-16,-24 0 0,25 0 0,-25 0 0,25 0 0,-25 0 15,0 0-15,0 0 0,0 0 0,0 0 0,0 0 16,0 0-16</inkml:trace>
  <inkml:trace contextRef="#ctx0" brushRef="#br0" timeOffset="444155.4042">18455 15453 0,'0'0'0,"0"0"0,0 0 0,0 0 15,0 25-15,0-25 0,24 0 0,-24 0 0,0 0 16,0 0-16,0-25 0,25 25 0,-25 0 0,0 0 0,25 0 15,-25 0-15,25 0 0,-25 0 0,25 0 0,-25 0 16,25 0-16,-1 0 0,-24 0 0,25 0 0,-25-24 16,25 24-16,-25 0 0,25 0 0,-25 0 0,25 0 0,-1 0 15,-24-25-15,25 25 0,-25 0 0,25 0 0</inkml:trace>
  <inkml:trace contextRef="#ctx0" brushRef="#br0" timeOffset="444618.4307">19323 14858 0,'0'0'0,"0"0"16,0 0-16,0 0 0,0 0 0,0 0 0,0 0 16,-25 0-16,25 0 0,0 0 0,0 0 0,0 0 0,0 0 15,0 0-15,0 0 0,0 0 0,-25 0 0,25 0 16,0 25-16,0-25 0,0 0 0,0 0 0,0 25 0,-25-25 15,25 24-15,0-24 0,0 25 0,0-25 0,-24 25 0,24 0 16,0-25-16,0 25 0,0-1 0,-25 1 0,25-25 16,0 25-16,0 0 0,0 0 0,-25-1 0,25-24 15,0 25-15,0 0 0,0 0 0,0 0 0,-25-25 0,25 24 16,0 1-16,0 0 0,0-25 0,0 25 0,0 0 15,0-25-15,0 25 0,25-25 0,-25 24 0,0-24 0,0 25 16,0-25-16,25 0 0,-25 25 0,0-25 0,25 0 16,-25 0-16,24 25 0,-24-25 0,0 0 0,25 0 15,-25 0-15,0 0 0</inkml:trace>
  <inkml:trace contextRef="#ctx0" brushRef="#br0" timeOffset="449052.6843">19472 15354 0,'0'0'0,"0"0"0,0 0 0,0 0 16,0 0-16,0 0 0,0 0 0,0 0 0,0 0 0,0 0 16,0 0-16,0 0 0,-25 0 0,25 0 0,0 0 15,0 0-15,0 0 0,0 0 0,25-25 0,-25 25 0,0 0 16,0 0-16,0 0 0,0 0 0,24 0 0,-24 0 15,0 0-15,0 0 0,25 0 0,-25 0 0,0 0 0,25 0 16,-25 0-16,25 0 0,-25 0 0,0 0 0,25 0 16,-25 0-16,25 0 0,-25 0 0,0 0 0,24 0 15,-24 0-15,25 25 0,-25-25 0,0 0 0,25 0 0,-25 0 16,0 0-16,25 0 0,-25 0 0</inkml:trace>
  <inkml:trace contextRef="#ctx0" brushRef="#br0" timeOffset="449525.7114">19769 15453 0,'0'0'0,"0"0"0,0 0 15,0 0-15,0 0 0,0 0 0,0 0 0,0 0 0,0 0 16,0 0-16,0 0 0,0 0 0,0 0 0,0 0 16,0 0-16,0 0 0,0-24 0,0 24 0,0 0 0,25 0 15,-25 0-15,0-25 0,0 25 0,0 0 0,25 0 16,-25-25-16,0 25 0,0 0 0,0-25 0,25 25 15,-25 0-15,0-25 0,0 25 0,0 0 0,0-25 0,25 25 16,-25 0-16,0-24 0,0 24 78,24-75-31,1 50-47,-25 25 0,0 0 0,0-24 0,0 24 0,0 0 0,0 0 0,0 0 0,0-25 0,0 25 0,0 0 0,0 0 0,0 0 0,0 0 0,0 0 0,0 0 0,0 0 0,0 0 0,0 0 0,0 0 0,0 0 0,0 0 0,0 0 0,0 0 0,0 25 0,0-25 0,0 0 0,0 24 0,0-24 0,0 25 0,-25-25 0,25 25 0,0-25 0,0 25 0,0 0 0,0-25 15,0 24-15,0 1 0,0-25 0,0 25 0,0-25 0,0 25 16,0-25-16,0 25 0,0-25 0,0 25 0,0-25 16,0 0-16,0 24 0,0-24 0,0 0 0,0 25 15,0-25-15,0 0 0,0 0 0,0 25 0,0-25 0,0 0 16,0 0-16,0 0 0,0 0 0,0 0 0,0 0 15</inkml:trace>
  <inkml:trace contextRef="#ctx0" brushRef="#br0" timeOffset="450345.7583">20365 15205 0,'0'0'0,"0"0"0,0 0 0,0 0 0,0 0 0,0 0 16,0 0-16,0 0 0,0 0 0,0 0 0,0 0 16,0 0-16,0 0 0,0 0 0,0 0 0,0 0 15,0 0-15,0 0 0,0 0 0,0 0 0,0 0 0,0 0 16,0-25-16,0 25 0,0 0 0,0 0 0,0 0 15,24 0-15,-24 0 0,0 0 0,0 0 0,0 0 0,0 0 16,0 0-16,0 0 0,0 0 0,0 0 0,0 0 16,0 0-16,0 0 0,0 0 0</inkml:trace>
  <inkml:trace contextRef="#ctx0" brushRef="#br0" timeOffset="450599.7728">20365 15404 0,'0'0'0,"0"0"15,0 0-15,0 0 0,0 0 0,0 0 0,0 0 16,0 0-16,0 0 0,0 25 0,0-25 0,0 0 0,0 0 16,0 0-16,0 0 0,0 24 0,0-24 0,0 0 15,0 0-15,0 25 0,0-25 0,0 0 0,0 0 16,0 25-16,0-25 0,0 0 0,24 0 0,-24 25 15,0-25-15,0 0 0,0 0 0,0 25 0,-24-25 0,24 0 16,0 0-16,0 24 0,0-24 0,0 0 0,-25 0 0,25 0 16,0 25-16,0-25 0,-25 0 0,25 0 0,0 0 15,-25 25-15,25-25 0,0 0 0,0 0 0</inkml:trace>
  <inkml:trace contextRef="#ctx0" brushRef="#br0" timeOffset="452689.8924">20786 15081 0,'0'0'0,"0"0"0,-24 0 0,24 0 15,0 0-15,0 0 0,0 0 0,0 0 0,0-25 0,0 25 16,0 0-16,0 0 0,0 0 0,-25 0 0,25 0 15,0 0-15,0 0 0,0 0 0,0 0 0,0 0 16,0 0-16,0 0 0,0 0 0,0 0 0,0 0 0,0 0 16,0 0-16,0 0 0,0 0 0,0 0 0,0 0 15,0 0-15,0 0 0,0 0 0,0 0 0,0 0 0,0 0 16,0 0-16,0 0 0,0 0 0,-25 0 0,25 0 15,0 0-15,0 0 0,0 0 0,0 0 0,0 25 0,0-25 16,-25 0-16,25 0 0,0 0 0,0 25 0,0-25 16,0 0-16,0 0 0,-25 25 0,25-25 0,0 25 15,0-25-15,0 0 0,0 24 0,0-24 0,0 25 0,0-25 16,0 25-16,0 0 0,0-25 0,0 25 0,-25-25 15,25 24-15,25-24 0,-25 25 0,0-25 0,0 25 0,0-25 16,0 0-16,0 25 0,0-25 0,0 25 0,25-25 16,-25 0-16,0 25 0,0-25 0,25 0 0,-25 0 15,0 0-15,25 0 0,-25 24 0,0-24 0,25 0 0,-25 0 16,0 0-16,24 0 0,-24 0 0,0-24 0,25 24 15,-25 0-15,25 0 0,-25 0 0,0-25 0,25 25 16,-25 0-16,0-25 0,25 25 0,-25-25 0,0 25 0,0 0 16,24-25-16,-24 25 0,0-25 0,0 1 0,0 24 15,0-25-15,0 25 0,0-25 0,0 25 0,0-25 0,0 25 16,0-25-16,0 1 0,0 24 0,0-25 0,0 25 15,0-25-15,0 25 0,0-25 0,0 25 0,0 0 0,0-25 16,-24 25-16,24 0 0,0-24 0,0 24 0,0 0 16,0 0-16,-25 0 0,25 0 0,0 0 0,0-25 0,0 25 15,-25 0-15,25 0 0,0 0 0,0 0 0,0 0 16,0 0-16,-25 0 0,25 0 0,0 0 0,0 0 15,0 25-15,0-25 0,0 0 0,-25 0 0,25 0 0,0 0 16,0 0-16,0 24 0,0-24 0,0 0 0,0 0 16,0 0-16,0 0 0,0 0 0,0 25 0</inkml:trace>
  <inkml:trace contextRef="#ctx0" brushRef="#br0" timeOffset="452948.9072">21307 15280 0,'0'0'0,"0"-25"16,0 25-16,0 0 0,0 0 0,0 0 0,0 0 15,0 0-15,0 0 0,0 0 0,0 0 0,0 0 0,0 0 16,0 0-16,0 0 0,0 0 0,0 0 0,0 0 16,0 0-16,0 0 0,0 0 0,0 0 0,0 0 0,0 0 15,0 0-15,0 0 0,25 0 0,-25 0 0,0 0 16,0 0-16,0 0 0</inkml:trace>
  <inkml:trace contextRef="#ctx0" brushRef="#br0" timeOffset="453166.9196">21332 15453 0,'0'0'16,"0"0"-16,0 0 0,0 0 0,0 25 0,0-25 16,25 0-16,-25 0 0,0 0 0,0 25 0,0-25 0,0 0 15,0 0-15,0 25 0,0-25 0,0 0 0,0 0 16,0 25-16,0-25 0,0 0 0,0 0 0,-25 24 0,25-24 15,0 0-15,0 0 0,0 25 0,0-25 0,0 0 16,-25 0-16,25 25 0,0-25 0,0 0 0,0 25 16,0-25-16,0 0 0,0 0 0,0 0 0,-25 25 0,25-25 15,0 0-15,0 0 0</inkml:trace>
  <inkml:trace contextRef="#ctx0" brushRef="#br0" timeOffset="453733.9521">21853 15205 0,'0'0'0,"0"0"0,0-25 0,0 25 16,0 0-16,0 0 0,0 0 0,0-24 0,0 24 15,0 0-15,0 0 0,0 0 0,0 0 0,0 0 16,0-25-16,0 25 0,0 0 0,0 0 0,25 0 0,-25 0 16,0 0-16,0 0 0,25-25 0,-25 25 0,0 0 15,0 0-15,24 0 0,-24 0 0,0 0 0,25 0 0,-25 0 16,0 0-16,0 0 0,0 0 0,25 0 0,-25 0 15,0 0-15,0 0 0,0 0 0,0 0 0,0 25 16,0-25-16,0 0 0,0 0 0,0 0 0,0 25 16,0-25-16,0 0 0,0 24 0,0-24 0,0 0 0,0 25 15,0-25-15,-25 25 0,25-25 0,0 25 0,-25-25 0,25 0 16,0 25-16,-24-25 0,24 24 0,-25-24 0,25 25 15,0-25-15,-25 25 0,25-25 0,0 25 0,-25-25 16,25 0-16,0 25 0,0-25 0,0 0 0,-25 25 16,25-25-16,0 0 0,0 0 0,0 24 0,0-24 0,0 0 15,0 0-15,0 0 0,0 0 0,25 0 0,-25 25 0,0-25 16,0 0-16,0 0 0,0 0 0,25 0 0,-25 0 15,0 0-15,25 0 0,-25 0 0,0 25 0,25-25 0,-25 0 16,24 0-16,-24 0 0,25 0 0,-25 0 0,25 0 16,-25 0-16,25 0 0,-25 0 0,25 0 0,-25 0 15,24-25-15,-24 25 0,0 0 0,25 0 0,-25 0 0,0 0 16,0 0-16,25 0 0,-25 0 0</inkml:trace>
  <inkml:trace contextRef="#ctx0" brushRef="#br0" timeOffset="454283.9835">22399 15230 0,'0'0'0,"0"0"0,0 0 0,0 0 16,0 0-16,0 0 0,0 0 0,0 0 0,0 0 15,0 0-15,0 0 0,0 0 0,0 0 0,0 0 16,0 0-16,0 0 0,0 0 0,0 0 0,0 0 0,0 0 16,0 0-16,0 0 0,0 0 0,0 0 0,0 0 15,0 0-15,0 0 0,0 0 0,0 0 0,0 0 0,0 0 16,0 0-16,0 0 0,0 25 0,0-25 0</inkml:trace>
  <inkml:trace contextRef="#ctx0" brushRef="#br0" timeOffset="454518.997">22423 15404 0,'0'0'0,"0"0"0,0 0 0,0 25 0,0-25 15,0 0-15,0 0 0,0 0 0,0 0 0,25 24 0,-25-24 16,0 0-16,0 0 0,0 0 15,0 25-15,0-25 0,0 0 0,0 25 0,0-25 0,0 0 0,0 0 16,0 25-16,0-25 0,0 0 0,0 25 0,0-25 0,0 0 16,-25 24-16,25-24 0,0 0 0,0 0 0,0 0 15,0 25-15,0-25 0,0 0 0,0 0 0,0 0 0,-24 25 16,24-25-16,0 0 0,0 0 0,0 0 0,0 0 15</inkml:trace>
  <inkml:trace contextRef="#ctx0" brushRef="#br0" timeOffset="455776.0689">22969 15131 0,'0'0'0,"0"0"0,0 0 0,-25 0 0,25 0 15,0-25-15,0 25 0,0 0 0,0 0 0,0 0 16,0 0-16,0 0 0,0 0 0,0 0 0,0 0 0,0 0 15,0 0-15,0 0 0,0 0 0,0 0 0,0-25 16,0 25-16,0 0 0,0 0 0,25 0 0,-25 0 16,0 0-16,0 0 0,0 0 0,0 0 0,0 0 0,0 0 15,0 0-15,0 0 0,0 0 0,0 0 0,0 0 0,25 0 16,-25 0-16,0 0 0,0 0 0,0 0 0,0 0 15,0 0-15,0 0 0,0 0 0,25 0 0,-25 0 16,0 0-16,0 0 0,0 0 0,0 0 0,0 0 16,25 25-16,-25-25 0,0 0 0,0 0 0,0 0 15,0 25-15,0-25 0,0 0 0,0 0 0,0 25 0,0-25 16,0 0-16,-25 24 0,25-24 0,0 0 0,0 25 0,0-25 15,-25 0-15,25 25 0,0-25 0,0 0 0,0 0 16,-25 0-16,25 25 0,0-25 0,0 0 0,0 0 16,0 25-16,0-25 0,-25 0 0,25 0 0,0 0 0,0 0 15,0 0-15,0 0 0,0 0 0,0 0 0,0 0 0,0 0 16,0 0-16,0 24 0,0-24 0,25 0 0,-25 0 15,0 0-15,0-24 0,0 24 0,0 0 0,25 0 16,-25 0-16,0 0 0,0 0 0,25 0 0,-25 0 16,0 0-16,0 0 0,0 24 0,25-24 0,-25 0 0,0 0 15,0 0-15,0 0 0,0 0 0,0 0 0,0 0 0,0 25 16,0-25-16,0 0 0,0 0 0,0 25 0,0-25 15,0 0-15,0 25 0,0-25 0,0 25 0,0-25 0,0 0 16,0 0-16,-25 25 0,25-25 0,0 0 0,-25 0 16,25 24-16,0-24 0,-25 0 0,25 0 0,0 0 15,-25 25-15,25-25 0,0 0 0,-24 0 0,24 0 0,0 0 16,0 0-16,-25 25 0,25-25 0,0 0 0,-25 0 15,25 0-15,0 0 0,0 0 0,-25 0 0,25 0 16,0 0-16,0 0 0,0 0 0,0-25 0,0 25 0,0 0 16,0 0-16,0 0 0,0 0 0,0 0 0,0 0 15,0-25-15,0 25 0,0 0 0,0 0 0,0 0 0,0-24 16,0 24-16,25 0 0,-25-25 0,0 25 0,0 0 15,0-25-15,25 25 0,-25 0 0</inkml:trace>
  <inkml:trace contextRef="#ctx0" brushRef="#br0" timeOffset="456221.0943">23267 14883 0,'0'0'0,"0"0"0,0 0 0,25 0 15,-25-25-15,0 25 0,0 0 0,0 0 0,0 0 0,24 0 16,-24 0-16,0 0 0,0 0 0,25 0 15,-25 0-15,0 0 0,0 0 0,25 0 0,-25 0 0,0 25 16,0-25-16,25 0 0,-25 0 0,0 0 0,25 0 16,-25 25-16,0-25 0,0 0 0,24 24 0,-24-24 0,0 25 15,0-25-15,25 25 0,-25-25 0,0 25 0,0-25 16,0 25-16,0-25 0,0 24 0,0 1 0,0-25 0,0 25 15,0-25-15,0 25 0,-25 0 0,25-25 0,0 24 16,0 1-16,0-25 0,-24 25 0,24-25 0,0 25 16,0 0-16,-25-25 0,25 24 0,0-24 0,0 25 0,-25-25 15,25 0-15,0 25 0,0-25 0,-25 25 0,25-25 0,0 0 16,-25 25-16,25-25 0,0 25 0,-24-25 0,24 0 15,0 0-15,-25 24 0,25-24 0,0 0 0,-25 0 16,25 25-16,0-25 0,0 0 0,-25 0 0,25 0 0,0 0 16,0 0-16,0 25 0,-25-25 0,25 0 0,0 0 15,0 0-15,0 0 0,0-25 0,0 25 0,0 0 0,0 0 16</inkml:trace>
  <inkml:trace contextRef="#ctx0" brushRef="#br0" timeOffset="456540.1126">23788 15280 0,'0'0'0,"0"0"0,0 0 0,24 0 0,-24 0 16,0 0-16,0 0 0,0 0 0,0 0 0,0 0 15,0 0-15,0 0 0,0 0 0,0 0 0,0 0 0,0 0 16,0 0-16,0 0 0,0 0 0,0 0 0,0 0 16,0 0-16,0 0 0,0 0 0,25 0 0,-25 0 0,0 0 15,0 0-15,0 0 0,0 0 0,0 24 0,-25-24 16,25 0-16,0 0 0,0 25 0</inkml:trace>
  <inkml:trace contextRef="#ctx0" brushRef="#br0" timeOffset="456769.1257">23763 15577 0,'0'0'0,"0"0"0,0 0 0,0 0 0,25 25 16,-25-25-16,0 0 0,0 0 0,0 25 0,0-25 0,0 0 15,0 25-15,0-25 0,0 0 0,0 25 0,0-25 16,24 0-16,-24 0 0,0 24 0,0-24 0,0 0 0,0 25 15,0-25-15,0 0 0,0 25 0,0-25 0,-24 0 16,24 25-16,0-25 0,0 0 0,0 0 0,-25 25 16,25-25-16,0 0 0,-25 24 0,25-24 0,-25 0 0,25 0 15,-25 25-15,25-25 0,-24 0 0,24 0 0,0 0 16,-25 25-16,25-25 0</inkml:trace>
  <inkml:trace contextRef="#ctx0" brushRef="#br0" timeOffset="457370.16">24581 14932 0,'0'0'16,"0"0"-16,0 0 0,0 0 0,0 0 0,-24 0 15,24 0-15,0 0 0,0 0 0,0 0 0,0 0 0,-25 0 16,25 0-16,0 0 0,0 0 0,0 25 0,0-25 15,-25 0-15,25 25 0,0-25 0,0 25 0,0-25 0,-25 25 16,25-1-16,0-24 0,0 25 0,-25 0 0,25 0 16,0-25-16,0 25 0,0-1 0,-24 1 0,24 0 0,0-25 15,0 25-15,0 0 0,0-1 0,0 1 0,0-25 16,0 25-16,0 0 0,0 0 0,0-25 0,0 25 15,0-1-15,0-24 0,0 25 0,24-25 0,-24 25 0,0-25 16,0 25-16,0-25 0,25 0 0,-25 25 0,0-25 16,0 0-16,25 24 0,-25-24 0,0 0 0</inkml:trace>
  <inkml:trace contextRef="#ctx0" brushRef="#br0" timeOffset="462701.465">24829 15007 0,'0'0'0,"0"0"0,0 0 0,0 0 0,0 0 16,0 0-16,0-25 0,0 25 0,0 0 0,0 0 0,0 0 15,0 0-15,0 0 0,0 0 0,0 0 0,0 0 16,0 0-16,0 0 0,0 0 0,0 0 0,0 0 0,0 0 15,0 0-15,0 0 0,0 0 0,0 0 0,0 0 16,0 0-16,0 0 0,0 0 0,0 0 0,0 0 0,0 0 16,0 0-16,0 0 0,0 0 0,0 0 0,0 0 15,0 0-15,0 0 0,0 0 0,0 0 0,0 0 16,0 0-16,0 0 0,0 0 0,0-25 0,0 25 0,0 0 15,0 0-15,0 0 0,0 0 0,0 0 0,0 0 16,0 0-16,0 0 0,0 0 0,0 0 0,0 0 0,0 0 16,0 0-16,0 0 0,0 0 0,0 0 0,0 0 15,0 0-15,0 0 0,0 0 0,0 0 0,0 0 16,0 0-16,0 0 0,0 0 0,0 0 0,0 0 0,0 0 15,0 0-15,0 25 0,0-25 0,0 0 0,0 0 16,0 0-16,0 0 0,0 0 0,0 25 0,0-25 0,0 0 156,-24 99-140,24-74-16,0-25 0,0 0 0,0 0 0,0 0 0,0 0 0,0 0 0,0 0 0,0 0 0,24 0 0,-24 0 0,0 0 0,0 0 0,0 0 0,0 0 0,25 0 0,-25 0 0,0 0 0,0 0 0,25 0 15,-25 0-15,0 0 0,0 0 0,25 0 0,-25 0 0,0 0 0,0 0 0,25 0 0,-25 0 0,0 25 0,0-25 0,0 0 0,25 0 0,-25 0 0,0 0 0,0 0 0,0 0 0,0 24 0,0-24 0,0 0 0,0 0 0,0 25 16,0-25-16,0 0 0,0 25 0,0-25 0,0 0 15,0 25-15,0-25 0,0 25 0,0-25 0,0 0 16,0 24-16,0-24 0,0 0 0,-25 25 0,25-25 0,0 0 16,0 25-16,0-25 0,0 0 0,-25 0 0,25 25 0,0-25 15,0 0-15,-25 0 0,25 0 0,0 25 0,0-25 16,-25 0-16,25 0 0,0 0 0,0 0 0,-25 0 15,25 0-15,0 0 0,0 0 0,-24 0 0,24 0 0,0 0 16,0 0-16,-25 0 0,25 0 0,0 0 0,0-25 16,0 25-16,-25 0 0,25 0 0,0-25 0,0 25 0,0 0 15,0 0-15,0-25 0,0 25 0,0-25 0,0 25 16,-25-24-16,25 24 0,0 0 0</inkml:trace>
  <inkml:trace contextRef="#ctx0" brushRef="#br0" timeOffset="462910.4769">24829 15032 0,'0'0'0,"0"0"0,0 0 0,0 0 0,0-25 0,0 25 16,25 0-16,-25 0 0,0 0 0,0 0 0,0 0 0,25 0 16,-25 0-16,0 0 0,25 25 0,-25-25 0,25 0 15,-25 0-15,0 0 0,25 0 0,-1 0 0,-24 0 16,25 0-16,-25 0 0,25 0 0,-25 24 0,25-24 0,-25 0 15,25 0-15,-25 0 0,0 0 0,24 0 0,-24 0 16,0 25-16,25-25 0,-25 0 0,0 0 0,0 0 16,0 0-16</inkml:trace>
  <inkml:trace contextRef="#ctx0" brushRef="#br0" timeOffset="463365.503">25251 15404 0,'0'0'0,"0"0"16,0 0-16,0 0 0,0 0 0,0 0 0,0 0 0,0 0 15,0 0-15,0 0 0,0 0 0,0 0 0,0 0 16,0 0-16,0 0 0,0 0 0,0 0 0,0 0 0,0 0 15,0 0-15,0 0 0,0 0 0,0 0 0,0 0 16,0 0-16,0 25 0,0-25 0,0 0 0,0 0 0,0 24 16,0-24-16,0 0 0,0 25 0,0-25 0,-25 0 15,25 25-15,0-25 0,0 0 0,0 25 0,0-25 16,0 0-16,0 0 0,0 25 0,-24-25 0,24 0 0,0 0 15,0 0-15,0 24 0,0-24 0,0 0 0,-25 0 16,25 0-16,0 0 0,0 0 0,0 0 0,0 0 16,0 0-16</inkml:trace>
  <inkml:trace contextRef="#ctx0" brushRef="#br0" timeOffset="464028.5409">25524 15205 0,'0'0'0,"0"0"0,0 0 0,0 0 16,0-25-16,0 25 0,0 0 0,0 0 0,0 0 0,0 0 15,0-24-15,0 24 0,0 0 0,0 0 16,0 0-16,0 0 0,0 0 0,0-25 0,25 25 0,-25 0 15,0 0-15,0 0 0,0 0 0,25 0 0,-25-25 16,0 25-16,0 0 0,24 0 0,-24 0 0,0 0 0,0 0 16,25 0-16,-25 0 0,0 0 0,0 0 0,0 0 15,0 0-15,25 25 0,-25-25 0,0 0 0,0 0 16,0 0-16,0 25 0,0-25 0,0 0 0,0 24 0,0-24 15,0 0-15,0 25 0,0-25 0,0 25 0,-25-25 16,25 0-16,0 25 0,0-25 0,-25 0 0,25 0 0,0 25 16,0-25-16,-24 0 0,24 24 0,0-24 0,-25 0 0,25 0 15,0 0-15,0 25 0,-25-25 0,25 0 0,0 0 16,0 0-16,0 0 0,0 0 0,0 0 0,0 0 15,0 0-15,0 25 0,0-25 0,0 0 0,0 0 0,0 0 16,0 0-16,0 0 0,0 0 0,0 0 0,25 0 16,-25 0-16,0 0 0,0 0 0,0 0 0,25 25 0,-25-25 15,0 0-15,0 0 0,24 0 0,-24 0 0,0 25 16,0-25-16,0 0 0,0 0 0,25 25 0,-25-25 0,0 0 15,0 0 48,0 24-63,0-24 0,0 0 0,0 25 0,0-25 0,0 0 0,0 25 0,0-25 15,0 0-15,-25 0 0,25 25 0,0-25 0,0 0 0,0 0 0,-24 0 0,24 25 0,0-25 0,0 0 0,-25 0 0,25 0 0,0 0 0,0 0 0,-25 24 0,25-24 0,0 0 0,-25 0 0,25 0 0,0 0 0,0 0 0,-25 0 0,25 0 16,0 0-16,0 0 0,0 0 0,0 0 0,0 0 16,0 0-16,0 0 0,0-24 0,0 24 0,0 0 0,0 0 15,0 0-15,0-25 0,0 25 0,0 0 0,0 0 16,0-25-16,25 25 0,-25 0 0</inkml:trace>
  <inkml:trace contextRef="#ctx0" brushRef="#br0" timeOffset="464292.556">25921 15478 0,'0'0'0,"0"0"0,0 0 0,0 0 0,0 0 15,0 0-15,0 0 0,0 0 0,0 0 0,0 0 16,0 0-16,0 25 0,0-25 0,0 0 0,0 0 0,0 0 15,0 0-15,0 25 0,0-25 0,0 0 0,0 0 16,0 25-16,-25-25 0,25 0 0,0 0 0,0 24 16,0-24-16,0 0 0,0 0 0,0 25 0,-25-25 0,25 0 15,0 0-15,0 0 0,0 25 0,0-25 0,-25 0 16,25 0-16,0 0 0,0 0 0,0 0 0,0 0 15,0 0-15</inkml:trace>
  <inkml:trace contextRef="#ctx0" brushRef="#br0" timeOffset="464733.5812">26318 15156 0,'0'0'0,"0"0"0,0 0 0,0 0 16,0 0-16,0 0 0,0 0 0,0 0 0,0 0 15,0-25-15,0 25 0,0 0 0,0 0 0,0 0 16,0 0-16,0 0 0,0 0 0,0 0 0,0 0 0,0 0 15,0 0-15,0 25 0,0-25 0,0 0 0,-25 0 16,25 0-16,0 0 0,0 24 0,0-24 0,-25 0 0,25 0 16,0 25-16,-25-25 0,25 0 0,0 25 0,-24-25 15,24 25-15,0-25 0,-25 0 0,25 25 0,0-25 16,-25 0-16,25 24 0,0-24 0,0 25 0,-25-25 0,25 0 15,0 0-15,0 25 0,0-25 0,0 0 0,-25 0 16,25 25-16,0-25 0,0 0 0,0 0 0,25 0 0,-25 0 16,0 0-16,0 25 0,0-25 0,0 0 0,0 0 15,25 0-15,-25 0 0,0 0 0,25 0 0,-25 0 16,0 25-16,25-25 0,-25 0 0,0 0 0,24 0 0,-24 0 15,25 0-15,-25 0 0,0 0 0,25 0 0,-25 0 16,25 0-16,-25 0 0,25 0 0,-25 0 0,0 0 0,24 0 16,-24 0-16,25 0 0,-25 0 0,0-25 0,0 25 15,25 0-15,-25 0 0,0 0 0,0-25 0,0 25 0,0 0 16,25 0-16,-25-25 0,0 25 0</inkml:trace>
  <inkml:trace contextRef="#ctx0" brushRef="#br0" timeOffset="465047.5992">26392 15205 0,'0'0'0,"0"0"0,0 0 0,-25 0 15,25 0-15,0 0 0,0 0 0,0 0 0,0 0 16,0 0-16,0 0 0,0 0 0,0 0 0,0 0 0,25 0 16,-25 0-16,0 0 0,0 25 0,0-25 0,0 0 15,0 0-15,0 25 0,0-25 0,25 25 0,-25-25 0,0 0 16,0 24-16,0-24 0,0 25 0,0 0 0,0-25 15,0 25-15,0-25 0,0 25 0,0-25 0,-25 25 16,25-25-16,0 24 0,0-24 0,0 0 0,0 25 0,0-25 16,0 25-16,-25-25 0,25 0 0,0 25 0,0-25 15,0 0-15,0 0 0,0 25 0,0-25 0,0 0 0,-24 0 16,24 0-16,0 0 0,0 0 0,0 24 0,0-24 15,0 0 17,0 0-1,0 0-31,0 0 0,0 0 0</inkml:trace>
  <inkml:trace contextRef="#ctx0" brushRef="#br0" timeOffset="465261.6114">26640 15404 0,'25'-25'0,"-25"25"0,0 0 0,0 0 0,0 0 16,0 0-16,0 0 0,0 0 0,0 0 0,0 0 15,0 0-15,0 0 0,0 0 0,0 0 0,0 0 16,0 0-16,0 0 0,0 0 0,0 0 0,0 0 0,0 0 0,0 0 15,0 0-15,0 0 0,0 0 0,0 0 0,0 25 16,0-25-16,0 0 0,0 0 0,25 0 0,-25 0 16,0 0-16,0 0 0,0 0 0,0 0 0,0 0 0,0 0 15,0 0-15,-25 0 0,25 0 0</inkml:trace>
  <inkml:trace contextRef="#ctx0" brushRef="#br0" timeOffset="465515.6259">26640 15553 0,'0'0'0,"0"0"0,0 0 0,0 24 15,0-24-15,0 0 0,0 0 0,25 0 0,-25 25 16,0-25-16,0 0 0,0 0 0,0 25 0,0-25 0,0 0 15,0 25-15,0-25 0,0 0 0,0 25 16,0-25-16,0 0 0,0 24 0,0-24 0,0 0 0,-25 25 0,25-25 16,0 0-16,0 0 0,-25 0 0,25 25 15,0-25-15,0 0 0,-24 0 0,24 0 0,0 25 0,-25-25 16,25 0-16,0 0 0,0 0 0,0 0 0,-25 0 0</inkml:trace>
  <inkml:trace contextRef="#ctx0" brushRef="#br0" timeOffset="466023.655">26963 15478 0,'0'0'0,"0"0"0,0 0 0,0-25 0,24 25 16,-24 0-16,0 0 0,0-24 0,0 24 0,0 0 15,0 0-15,25-25 0,-25 25 0,0 0 0,25-25 0,-25 25 16,0 0-16,0-25 0,25 25 0,-25-25 0,0 25 16,25-25-16,-25 25 0,0 0 0,25-24 0,-25 24 15,0-25-15,0 25 0,0-25 0,24 25 0,-24 0 0,0-25 16,0 25-16,0 0 0,25-25 0,-25 25 0,0 0 0,0-24 15,0 24-15,0 0 0,0 0 0,0-25 16,0 25-16,0 0 0,25 0 0,-25 0 0,0-25 0,0 25 16,0 0-16,0 0 0,0 0 0,0 0 0,0 0 0,0-25 15,0 25-15,0 0 0,0 0 0,0 0 0,0 25 16,0-25-16,0 0 0,0 0 0,0 25 0,0-25 15,0 0-15,0 25 0,0-25 0,0 24 0,0 1 0,0-25 16,0 25-16,-25-25 0,25 25 0,0 0 0,0-25 16,0 24-16,0-24 0,0 25 0,-25 0 0,25-25 0,0 25 15,0-25-15,0 25 0,0-25 0,0 0 0,0 25 16,0-25-16,0 0 0,0 24 0,-24-24 0,24 0 0,0 0 15,0 0-15,0 0 0,0 25 0,0-25 0,0 0 16,0 0-16,0 0 0,0 0 0,0 0 0,0 0 16,0-25-16,0 25 0,0 0 0</inkml:trace>
  <inkml:trace contextRef="#ctx0" brushRef="#br0" timeOffset="466427.6781">27360 14982 0,'0'0'0,"0"0"15,0-25-15,24 25 0,-24 0 0,0 0 0,0 0 16,0 0-16,0 0 0,0 0 0,0 0 0,0 0 15,25 0-15,-25 0 0,0 0 0,0 0 0,0 0 0,25 25 16,-25-25-16,0 0 0,0 0 0,25 25 0,-25-25 16,0 0-16,0 25 0,0-25 0,25 24 0,-25-24 0,0 25 15,0 0-15,0-25 0,0 25 0,0-25 0,0 25 16,0-1-16,0-24 0,0 25 0,0 0 0,0-25 0,-25 25 15,25 0-15,0-25 0,0 24 0,0 1 0,-25-25 16,25 25-16,0 0 0,0-25 0,-25 25 0,25 0 16,0-25-16,-25 24 0,25-24 0,0 25 0,-24-25 0,24 0 15,0 25-15,0-25 0,-25 25 0,25-25 0,0 0 16,0 0-16,-25 0 0,25 25 0,0-25 0,-25 0 0,25 0 15,0 0-15,0 0 0,-25 0 0,25 0 0,0 0 16,0 0-16,0 0 0,-24 0 0,24 0 0,0 0 0,0 0 16,0 0-16,0 0 0,0 0 0,0-25 0,0 25 15,0 0-15,0 0 0</inkml:trace>
  <inkml:trace contextRef="#ctx0" brushRef="#br0" timeOffset="466734.6957">27856 15255 0,'0'0'0,"0"0"0,0 0 0,0 0 0,0 0 0,0 0 16,0 0-16,0 0 0,0 0 0,0 0 0,0 0 0,24 0 15,-24 0-15,0 0 0,0 0 0,25 0 0,-25 0 16,0 0-16,25 0 0,-25 0 0,25 0 0,-25 25 15,25-25-15,-25 0 0,0 0 0,24 0 0,-24 0 0,25 0 16,-25 0-16,0 0 0,25 0 0,-25 0 0,0 0 16,0 0-16,25 0 0,-25 0 0,0 0 0,0 0 0,0 0 15</inkml:trace>
  <inkml:trace contextRef="#ctx0" brushRef="#br0" timeOffset="466942.7076">27806 15503 0,'0'0'16,"0"25"-16,0-25 0,-25 0 0,25 0 0,0 0 0,0 0 15,0 0-15,0 0 0,0 0 0,0 0 0,0 0 16,0 0-16,25 0 0,-25 0 0,0 0 0,25 0 0,-25 0 16,0 25-16,25-25 0,-25 0 0,24 0 0,1 0 15,-25 0-15,25 0 0,0-25 0,-25 25 0,25 0 16,-1 0-16,-24 0 0,25 0 0,0 0 0,-25 0 0,25-25 15,-25 25-15,25 0 0,0 0 0,-25 0 0,24 0 16,-24-25-16,25 25 0</inkml:trace>
  <inkml:trace contextRef="#ctx0" brushRef="#br0" timeOffset="467536.7415">28550 15056 0,'0'0'0,"0"0"0,0 0 0,0 0 0,0 0 0,0 0 15,0 0-15,0-24 0,0 24 0,0 0 0,0 0 16,0 0-16,0 0 0,0 0 0,0 0 0,0 0 0,0 0 15,0 24-15,0-24 0,0 0 0,0 0 0,0 0 16,0 25-16,0-25 0,0 25 0,0-25 0,0 25 0,0-25 16,-25 25-16,25-25 0,0 24 0,0-24 0,0 25 15,-24-25-15,24 25 0,0-25 0,0 25 0,0-25 16,-25 25-16,25-25 0,0 24 0,0-24 0,0 25 0,0-25 15,0 25-15,0-25 0,0 0 0,25 0 0,-25 25 16,0-25-16,0 0 0,0 0 0,0 0 0,0 0 0,0 0 16,24 25-16,-24-25 0,0 0 0,0 0 0,0 0 15,25 0-15,-25-25 0,0 25 0,0 0 0,25 0 0,-25 0 16,0 0-16,0-25 0,25 25 0,-25 0 0,0-25 15,0 25-15,25-25 0,-25 25 0,24-24 0,-24 24 16,0-25-16,25 25 0,-25-25 0,0 25 0,25-25 0,-25 25 16,25-25-16,-25 1 0,0 24 0,0 0 0,25-25 15,-25 25-15,0-25 0,0 25 0,0 0 0,0-25 16,24 25-16,-24 0 0,0 0 0,0 0 0,0 0 0,0 0 15,0 0-15,0 0 0,0 0 0,0 0 0,0 0 16,0 0-16,0 25 0,0-25 0,0 0 0,0 0 16,0 25-16,-24-25 0,24 0 0,0 25 0,0-25 0,0 24 15,0-24-15,-25 0 0,25 25 0,0-25 0,0 25 16,-25-25-16,25 25 0,0-25 0,0 25 0,-25-25 0,25 24 15,0-24-15,0 0 0,0 25 0,0-25 0,-25 25 16,25-25-16,0 0 0,0 25 0,0-25 0,0 0 0,-24 0 16,24 25-16,0-25 0,0 0 0,0 25 0,0-25 15,0 0-15,0 0 0,0 0 0,0 0 0,0 0 16,0 0-16,24 24 0,-24-24 0</inkml:trace>
  <inkml:trace contextRef="#ctx0" brushRef="#br0" timeOffset="467957.7656">28897 15503 0,'0'0'0,"0"0"0,0 0 0,0 0 0,0-25 16,0 25-16,0 0 0,0 0 0,0 0 0,0 0 15,0 0-15,0 0 0,0 0 0,0 0 0,0 0 0,0 0 16,0 0-16,0 0 0,0 0 0,0 0 0,0 25 16,0-25-16,0 0 0,-24 0 0,24 0 0,0 0 15,0 0-15,0 0 0,0 25 0,0-25 0,-25 0 0,25 0 16,0 0-16,0 25 0,0-25 0,-25 0 0,25 0 15,0 0-15,0 24 0,0-24 0,-25 0 0,25 0 16,0 0-16,0 0 0,0 25 0,0-25 0,0 0 0,0 0 16,0 0-16,0 0 0,0 0 0,0 0 0,0 25 15,0-25-15,0 0 0,0 0 0,0 0 0,0 0 0,0 0 16,0 0-16,0 25 0,0-25 0,25 0 0,-25 0 15,0 0-15,0 0 0,25 0 0,-25 25 0,0-25 0,25 0 16,-25 0-16,0 0 0,24 0 0,-24 0 0,25 0 16,-25 0-16,25 0 0,-25 0 0,0 0 0,25 0 15,-25 0-15,0 0 0,25 0 0,-25 24 0,0-24 0,0 0 16,0 0-16,24-24 0,-24 24 0,0 0 0,0 0 0,0 0 15,0 0-15,0 0 0,0 0 0,0 0 0,0 0 16,0 0-16,0-25 0</inkml:trace>
  <inkml:trace contextRef="#ctx0" brushRef="#br0" timeOffset="468192.7791">29021 15553 0,'0'0'0,"0"0"0,0 0 16,0 0-16,0 0 0,0 0 0,0 0 0,0 0 15,0 0-15,0 0 0,0 0 0,0 0 0,0 0 0,0 0 16,0 0-16,-24 24 0,24-24 0,0 0 0,0 0 0,0 25 15,0-25-15,0 25 0,0-25 0,0 0 0,-25 25 16,25-25-16,0 25 0,0-25 0,0 24 0,0-24 16,-25 0-16,25 25 0,0-25 0,0 25 0,0-25 0,0 0 15,0 25-15,0-25 0,-25 0 0,25 25 0,0-25 16,0 0-16,0 0 0,0 24 0,0-24 0,0 0 0,-25 0 15,25 0-15,0 0 0,0 0 0,0 0 0,0 0 16,0 0-16,0 0 0,0 0 0</inkml:trace>
  <inkml:trace contextRef="#ctx0" brushRef="#br0" timeOffset="469127.8325">29493 14784 0,'0'0'0,"0"0"15,0 0-15,0 0 0,0 0 0,0 0 0,0 0 0,0 0 16,0 0-16,0 0 0,0 0 0,0 0 0,0 0 0,0 0 16,0 0-16,0 24 0,0-24 0,0 0 0,0 0 15,0 0-15,0 25 0,0-25 0,0 0 0,0 25 16,0-25-16,0 25 0,0-25 0,0 0 0,0 25 0,0-25 15,0 24-15,0-24 0,-25 0 0,25 25 0,0-25 16,0 25-16,0-25 0,0 0 0,0 25 0,0-25 16,0 25-16,0-25 0,0 0 0,0 24 0,0-24 0,0 0 15,0 25-15,0-25 0,0 0 0,0 25 0,0-25 16,0 0-16,0 0 0,0 25 0,25-25 0,-25 0 15,0 0-15,0 0 0,0 0 0,0 25 0,0-25 0,25 0 16,-25 0-16,0 0 0,0 0 0,0 0 0,0 0 0,24 0 16,-24 0-16,0 0 0,0 0 0,0 0 0,0 0 15,0 0-15,0 0 0,0 0 0,0 0 0,0-25 16,0 25-16,0 0 0,0 0 0,0 0 0,0 0 0,0 0 15,0 0-15,0 0 0,0 0 0,0 0 0,0 0 16,0 0-16,0 0 0,0 0 0,0 0 0,0 0 0,0 0 16,0 0-16,0 0 0,0 0 0,0 0 0,0 0 15,0 0-15,0 0 0,-24 0 0,24 0 0,0 0 16,0 0-16,0 0 0,0 25 0,0-25 0,0 0 15,0 0-15,0 0 0,0 0 0,0 0 0,0 0 0,0 0 16,0 0-16,0 0 0,0 0 0,0 0 0,0 0 0,0 0 16,0 0-16,0 0 0,0 0 0,0 0 0,0 0 15,0 0-15,0 0 0,0 0 0,0 0 0,0 0 16,0 0-16,0 0 0,0 0 0,0 0 0,0 0 15,0 0-15,0 0 0,0 0 0,0 0 0,0 0 0,0 0 16,0 0-16,0 0 0,0 0 0,0 0 0,0 0 0,0 0 16,0 0-16,0 0 0,0 0 0,0 0 0,0 0 15,0 0-15,0 0 0,0 0 0,0 0 0,0 0 0,0 0 16,0 0-16,0 0 0,0 0 0,0 0 15,0 0-15,0 0 0,0 0 0,0 0 0,0 0 0,0 0 16,0 0-16,0 0 0,0 0 0,0 0 0,0 0 0,0 0 16,0 0-16,0 0 0,0 0 0,0 0 0,0 0 15,0 0-15,0 0 0,0 0 0,0 0 0,0 0 16,0 0-16,0 0 0,0 0 0,0 0 0,0 0 15,0 0-15,0 0 0,0 0 0,0 0 0,24 0 0,-24 0 16,0 0-16,0 0 0,0 0 0,0 0 0,0 0 0,0 0 16,0 0-16,0 0 0,0 0 0,0-25 0,0 25 15,0 0-15,0 0 0,0 0 0,0 0 0,0 0 0,0 0 16,0 0-16,0 0 0,0 0 0,0 0 0,-24 0 15,24 0-15,0-25 0,0 25 0,0 0 0,0 0 16,0 0-16,0 0 0,0-25 0</inkml:trace>
  <inkml:trace contextRef="#ctx0" brushRef="#br0" timeOffset="469716.8662">29146 14858 0,'0'0'0,"0"0"0,0 0 0,0 0 15,0 0-15,0 0 0,0 0 0,0 0 0,0 0 0,0 0 16,0 0-16,0 0 0,0 0 0,24 0 0,-24 0 15,0 0-15,0 0 0,0 0 0,0 0 0,0 0 16,0 0-16,25 25 0,-25-25 0,0 0 0,0 0 0,0 0 16,0 0-16,25 0 0,-25 25 0,0-25 0,0 0 15,0 0-15,25 0 0,-25 24 0,0-24 0,0 0 0,0 0 16,0 25-16,0-25 0,0 0 0,0 25 0,0-25 15,0 0-15,0 25 0,0-25 0,0 25 0,0-25 0,0 24 16,0-24-16,0 25 0,0-25 0,0 25 0,0-25 16,0 25-16,0 0 0,0-25 0,0 24 0,0-24 46,0 25-46,0-25 0,0 25 0,0-25 0,0 25 0,0 0 0,0-25 0,0 24 0,0-24 0,0 25 0,0-25 0,0 25 0,0-25 0,0 25 0,-25 0 0,25-25 16,0 25-16,0-25 0,0 24 0,-25-24 0,25 25 0,0-25 16,0 25-16,0-25 0,0 0 0,-25 25 0,25-25 15,0 0-15,0 25 0,0-25 0,-24 0 0,24 24 16,0-24-16,-25 0 0,25 25 0,0-25 0,0 0 0,-25 0 15,25 25-15,0-25 0,-25 0 0,25 0 0,0 25 0,-25-25 16,25 0-16,0 0 0,0 0 0,-25 0 0,25 25 16,0-25-16,0 0 0,0 0 0,0 0 0,0 0 15,0 0-15,0 0 0,0 0 0,0 0 0,0 0 0,0 0 16,0 0-16</inkml:trace>
  <inkml:trace contextRef="#ctx0" brushRef="#br0" timeOffset="470823.9296">29493 15205 0,'0'0'0,"0"0"16,0 0-16,0 0 0,0 0 0,0 0 0,0 0 15,0 0-15,0 0 0,0 0 0,0 0 0,0 0 0,0 0 16,0 25-16,0-25 0,0 0 0,0 0 0,0 0 15,0 0-15,0 0 0,0 0 0,0 0 0,0 0 16,0 0-16,0 0 0,0 0 0,0 0 0,0 0 0,0 0 16,0 0-16,0 0 0,0 0 0,0 0 0,0 0 15,0 0-15,0 0 0,0 25 0,0-25 0,0 0 0,0 0 16,0 0-16,0 25 0,0-25 0,0 0 0,0 0 15,0 0-15,0 24 0,0-24 0,0 0 0,0 0 16,0 25-16,0-25 0,0 0 0,0 25 0,0-25 0,0 0 16,0 0-16,0 25 0,0-25 0,0 0 0,0 0 15,0 25-15,0-25 0,0 0 0,0 0 0,0 25 0,0-25 16,0 0-16,0 0 0,0 0 0,0 0 0,0 24 125,25-24-125,-25 0 0,24 25 0,-24-25 0,0 0 0,0 0 0,25 0 0,-25 0 0,0 0 0,0 0 0,25 0 0,-25 0 0,0 0 0,0 0 0,0 0 0,25 0 0,-25-25 0,0 25 0,0 0 0,0 0 0,0 0 0,0 0 0,0 0 0,0 0 0,0 0 0,0 0 0,0 0 0,0-24 0,0 24 0,0 0 15,-25 0-15,25 0 0,0 0 0,0 0 0,0 0 0,0 0 0,0 0 0,0-25 0,0 25 0,-25 0 0,25 0 16,0 0-16,0 25 0,0-25 0,0 0 0,-25 0 0,25 0 15,0 0-15,0 0 0,0 0 0,0 0 0,0 24 0,-24-24 16,24 0-16,0 0 0,0 25 0,0-25 0,-25 0 16,25 25-16,0-25 0,0 0 0,0 25 0,0-25 15,0 0-15,0 25 0,-25-25 0,25 24 0,0-24 0,0 25 16,0-25-16,0 25 0,0-25 0,-25 0 0,25 25 15,0-25-15,0 25 0,0-25 0,0 24 0,0-24 16,0 0-16,0 25 0,0-25 0,0 25 0,0-25 0,-25 0 16,25 25-16,0-25 0,0 25 0,0-25 0,0 24 0,0-24 15,0 25-15,0-25 0,0 0 0,0 25 0,-24-25 16,24 0-16,0 0 0,0 25 0,0-25 0,0 0 15,0 0-15,0 0 0,-25 0 0,25 25 0,0-25 0,0 0 16,-25 0-16,25 0 0,0 0 0,-25 0 0,25 0 0,0 0 16,-25 0-16,25 0 0,0 0 0,0 0 0,-24 0 15,24 0-15,0 0 0,0 0 0,-25 0 0,25 0 0,0 0 16,0 0-16,-25 0 0,25 0 0,0-25 0,0 25 15,-25 0-15</inkml:trace>
  <inkml:trace contextRef="#ctx0" brushRef="#br0" timeOffset="472484.0245">4539 16148 0,'0'0'0,"0"0"0,0 0 0,0 0 0,0 0 0,0-25 0,0 25 0,0 0 0,0 0 0,0 0 0,0 0 0,0 0 0,0 0 0,0 0 0,0 0 0,0 0 0,0 0 0,0 0 0,0 0 0,0 0 0,0 0 0,0 0 0,0 0 0,0 0 0,0 0 0,0 0 0,0 0 0,0 0 0,0 0 0,0 0 0,0 0 15,0 0-15,0 25 0,0-25 0,0 0 0,0 0 16,0 0-16,0 25 0,0-25 0,0 0 0,0 24 0,0-24 16,0 25-16,0-25 0,0 25 0,0-25 0,0 25 15,0-25-15,0 25 0,0-25 0,0 24 0,0-24 0,0 25 16,0-25-16,0 25 0,0-25 0,0 25 0,0-25 15,0 0-15,0 25 0,0-25 0,-25 25 0,25-25 0,0 0 16,0 0-16,0 24 0,0-24 0,0 0 0,0 0 16,0 0-16,0 25 0,0-25 0,0 0 0,0 0 15,0 0-15,0 0 0,0 0 0,0 0 0,0 0 0,0 0 16,0 0-16,0 0 0,0 0 0,0 0 0,-24 0 0,24 0 15,0 0-15,0 0 0,0 0 0,0 0 0,0-25 16,0 25-16,0 0 0,0 0 0,0-24 0</inkml:trace>
  <inkml:trace contextRef="#ctx0" brushRef="#br0" timeOffset="473056.0572">4539 16173 0,'0'-25'0,"0"25"16,0 0-16,0 0 0,0-25 0,0 25 0,0 0 15,0 0-15,0 0 0,0-25 0,0 25 0,0 0 16,25 0-16,-25 0 0,0 0 0,25 0 0,-25-25 0,0 25 16,25 0-16,-25 0 0,0 0 0,24 0 0,-24 0 15,25 0-15,-25 0 0,0 25 0,0-25 0,25 0 0,-25 0 16,0 25-16,0-25 0,0 0 0,25 25 0,-25-25 15,0 25-15,0-25 0,0 0 0,0 24 0,0-24 0,0 25 16,0-25-16,-25 0 0,25 25 0,0-25 0,0 25 16,0-25-16,-25 0 0,25 25 0,0-25 0,0 24 0,-25-24 15,25 0-15,0 0 0,0 25 0,-24-25 0,24 0 16,0 0-16,0 0 0,0 25 0,0-25 0,-25 0 0,25 0 15,0 0-15,0 0 0,0 0 0,0 0 0,0 0 0,0 0 16,0 0-16,0 0 0,0 0 0,0 0 0,25 0 16,-25 0-16,0 0 0,0 0 0,0 0 0,24 0 15,-24 0-15,0 0 0,0 0 0,25 0 0,-25 0 0,0 0 16,25 0-16,-25 0 0,0 25 0,25-25 0,-25 0 15,0 0-15,0 0 0,25 0 0,-25 25 0,0-25 0,0 0 16,0 0-16,0 25 0,0-25 0,0 0 0,0 0 16,0 24-16,0-24 0,0 0 0,0 25 0,0-25 0,0 0 15,0 0-15,-25 0 0,25 25 0,0-25 0,0 0 0,-25 25 16,25-25-16,0 0 0,-25 0 0,25 25 0,0-25 15,-25 0-15,25 0 0,-24 24 0,24-24 0,0 0 0,-25 0 16,25 0-16,-25 0 0,25 0 0,0 25 0,-25-25 16,25 0-16,0 0 0,0 0 0,0 0 0,0-25 0,-25 25 15,25 0-15,0 0 0,0 0 0,0 0 0,0 0 0,0 0 16,0-24-16,0 24 0,0 0 0,0 0 0,0 0 15,0 0-15,0-25 0,0 25 0,0 0 0,25 0 16,-25 0-16,0 0 0,0 0 0,0 0 0,0 0 0,0 0 16,25 0-16,-25 0 0,0-25 0,0 25 0,0 0 15,25 0-15,-25 0 0</inkml:trace>
  <inkml:trace contextRef="#ctx0" brushRef="#br0" timeOffset="473334.0731">5060 16421 0,'0'0'0,"0"0"0,0 0 0,0 0 0,0 0 15,0 0-15,0 0 0,25 0 0,-25 0 0,0 0 0,0 0 16,0 0-16,25 0 0,-25 0 0,0 0 0,25 0 16,-25 0-16,0 0 0,24 0 0,-24 25 0,0-25 0,25 0 15,-25 0-15,25 0 0,-25 0 0,25 0 0,-25 0 0,25 0 16,-25 0-16,24 24 0,-24-24 0,0 0 0,25 0 15,-25 0-15,0 0 0,0 0 0,25 0 0,-25 0 16,0 0-16</inkml:trace>
  <inkml:trace contextRef="#ctx0" brushRef="#br0" timeOffset="473583.0874">5085 16669 0,'0'0'0,"0"0"0,0 0 16,0 0-16,0 0 0,0 0 0,25 0 0,-25 0 15,0 0-15,0 0 0,0 0 0,25 0 0,-25 0 0,0 0 16,24 0-16,-24 0 0,0 0 0,25 0 0,-25 0 0,0 0 16,25 0-16,-25 0 0,25 0 0,-25 0 0,25 0 15,-25 0-15,0 0 0,24 0 0,-24 0 0,25 0 0,-25 0 16,25 0-16,-25 0 0,25 0 0,-25 0 47,25 0-47,-25 0 0</inkml:trace>
  <inkml:trace contextRef="#ctx0" brushRef="#br0" timeOffset="474243.1251">6028 15999 0,'0'0'0,"-25"0"16,25 0-16,0 0 0,0 0 0,0 0 16,0 0-16,0 0 0,0 0 0,-25 0 0,25 0 0,0 0 0,0 0 15,0 0-15,0 25 0,0-25 0,0 0 0,0 0 0,0 25 16,0-25-16,0 0 0,0 0 0,25 24 0,-25-24 15,0 0-15,0 25 0,0-25 0,0 0 0,0 25 0,25-25 16,-25 0-16,0 25 0,0-25 0,24 0 0,-24 25 16,0-25-16,0 0 0,0 24 0,25-24 0,-25 0 0,0 0 15,0 25-15,0-25 0,25 0 0,-25 0 0,0 25 16,0-25-16,0 0 0,0 0 0,0 25 0,25-25 0,-25 0 15,0 0-15,0 0 0,0 25 0,0-25 0,-25 0 16,25 0-16,0 0 0,0 24 0,0-24 0,0 0 16,-25 0-16,25 0 0,0 25 0,0-25 0,-25 0 0,25 0 15,0 0-15,0 0 0,-24 0 0,24 25 0,0-25 0,0 0 16,-25 0-16,25 0 0,0 0 0,0 0 0,0 0 15,-25 0-15,25 0 0,0 0 0,0 0 0,0 0 16,0 0-16,0 0 0,0 0 0,0 0 0,0 0 0,0 0 16,0 0-16,0 0 0,25 0 0,-25 0 0,0 0 0,0 0 15,0 0-15,0 0 0,0 0 0,25 0 0,-25 0 16,0 0-16,0 0 0,0 25 0,0-25 0,0 0 0,24 0 15,-24 0-15,0 25 0,0-25 0,0 0 0,0 25 16,0-25-16,25 0 0,-25 24 0,0-24 0,0 25 0,0-25 16,0 25-16,0-25 0,0 25 0,0-25 0,0 25 15,0-25-15,0 24 0,-25-24 0,25 25 0,0-25 0,0 25 16,0-25-16,0 0 0,0 25 0,0-25 0,0 0 15,0 0-15,0 25 0,0-25 0,0 0 0,0 0 0,-24 24 16,24-24-16,0 0 0,0 0 0,0 0 0,0 0 0,0 0 16,0 0-16,0 25 0,0-25 0,0 0 0,0 0 15,-25 0-15,25 0 0,0 0 0,0 0 0,0 0 0,0 0 16,-25 0-16,25 0 0</inkml:trace>
  <inkml:trace contextRef="#ctx0" brushRef="#br0" timeOffset="483708.6665">6524 16321 0,'0'0'0,"0"0"0,0 0 0,0 0 0,0 0 0,0 0 16,0 0-16,0 0 0,0 0 0,0 0 0,0 0 15,0 0-15,0 0 0,0-24 0,0 24 0,0 0 0,0 0 16,0 0-16,0 0 0,0 0 0,0 0 0,0 0 0,0 0 15,0 0-15,0 0 0,0 0 0,0 0 0,0 0 16,0 0-16,0 0 0,0 0 0,0 0 0,0 0 0,0 0 16,0 0-16,0 0 0,0 0 0,0 0 0,0 0 15,0 0-15,0 0 0,0 0 0,0 0 0,0 0 16,0 0-16,0 0 0,0 0 0,0 0 0,0 0 0,0 0 15,0 0-15,0 0 0,0 0 0,0 0 0,0 0 0,0 0 16,0 0-16,0 0 0,0 0 0,0 0 0,0 0 16,0 0-16,0 0 0,0 0 0,0 0 0,0 0 15,0 0-15,0 0 0,0 0 0,0 0 0,0 0 0,0 0 16,0 0-16,0 0 0,0 0 0,0 0 0,0 0 0,0 0 15,0 0-15,0 0 0,0 0 0,0 0 0,0 0 16,0 0-16,0 0 0,0 24 0,0-24 0,0 0 16,0 0-16,0 0 0,0 0 0,0 0 0,0 0 0,0 0 15,0 25-15,0-25 0,0 0 0,0 0 0,0 25 0,0-25 16,-25 0-16,25 25 0,0-25 0,0 0 0,0 25 15,0-25-15,0 25 0,0-25 0,0 0 0,0 24 16,0-24-16,0 0 0,0 25 0,0-25 0,0 25 0,0-25 16,0 0-16,0 25 0,0-25 0,-25 25 0,25-25 15,0 0-15,0 24 0,0-24 0,0 0 0,0 25 0,0-25 16,0 0-16,0 25 0,0-25 0,0 0 0,0 0 0,25 0 15,-25 0-15,0 25 0,0-25 0,0 0 0,0 0 16,25 0-16,-25 0 0,0 0 0,0 0 0,24 0 0,-24 0 16,0 0-16,0 0 0,25 0 0,-25 0 0,25 0 0,-25-25 15,0 25-15,25 0 0,-25 0 0,0 0 0,25-25 16,-25 25-16,0 0 0,24 0 0,-24-25 0,0 25 0,0 0 15,25-24-15,-25 24 0,0 0 0,0-25 0,0 25 16,0 0-16,0-25 0,0 25 0,0 0 0,25-25 0,-25 25 16,0-25-16,0 25 0,0 0 0,0-24 0,0 24 15,0-25-15,0 25 0,0 0 0,-25-25 0,25 25 0,25 0 16,-25-25-16,0 25 0,0 0 0,0-25 0,0 25 15,0 0-15,0 0 0,0-25 0,0 25 0,-25 0 0,25 0 16,0 0-16,0 0 0,0 0 0,0 0 0,0 0 16,0 0-16,0 0 0,0 0 0,0 0 0,0 0 0,0 0 15,0 0-15,0 25 0,0-25 0,0 0 0,0 0 16,0 25-16,0-25 0,0 25 0,0-25 0,0 25 0,0-25 15,0 25-15,-25-25 0,25 24 0,0 1 0,0-25 16,0 25-16,0-25 0,0 0 0,0 25 0,0-25 0,0 25 16,0-25-16,0 0 0,0 24 0,0-24 0,0 0 15,0 0 63,0 25-78,0-25 0,0 0 0,0 0 0,0 0 0,0 25 0,0-25 0,0 0 0,0 0 0,0 0 0,0 0 0,0 0 0,0 0 0,0 0 0,0 0 0,0 0 0,0 0 0,0 0 0</inkml:trace>
  <inkml:trace contextRef="#ctx0" brushRef="#br0" timeOffset="484081.6879">6772 16892 0,'0'0'0,"0"0"0,0 0 0,0 25 15,0-25-15,0 0 0,0 0 0,0 0 0,0 0 16,0 0-16,0 0 0,0 0 0,0 0 0,0-25 0,0 25 16,0 0-16,0 0 0,0 0 15,0 0-15,24-25 0,-24 25 0,0 0 0,0 0 0,0-25 0,25 25 0,-25 0 16,0 0-16,0-24 0,0 24 0,0 0 0,0 0 0,0-25 15,0 25-15,25 0 0,-25-25 0,0 25 0,0 0 16,0 0-16,0-25 0,0 25 0,0 0 0,0 0 0,0 0 16,0 0-16,0 0 0,0-25 0,0 25 0,0 0 15,0 0-15,0 0 0,0 0 0,0 25 0,0-25 0,0 0 16,0 0-16,0 0 0,0 0 0,0 25 0,0-25 0,0 0 15,0 25-15,0-25 0,0 25 0,0-25 0,0 0 16,0 24-16,0-24 0,0 25 0,0-25 0,0 0 16,0 25-16,0-25 0,0 25 0,0-25 0,0 0 0,0 25 15,0-25-15,0 0 0,0 0 0,0 24 0,0-24 0,0 0 16,0 0-16,0 25 0,0-25 0,0 0 0,0 0 15,0 0-15,0 0 0,0 0 0,0 0 0,0 0 0,0 0 16,0 0-16,0 0 0,0 0 0,0 0 0,0 0 0,0 0 16</inkml:trace>
  <inkml:trace contextRef="#ctx0" brushRef="#br0" timeOffset="484431.7079">7193 16545 0,'0'0'0,"0"0"16,0 0-16,0-25 0,0 25 0,0 0 0,0 0 0,0 0 15,25 0-15,-25 0 0,0 0 0,0 0 0,25 0 16,-25 0-16,0 0 0,0 0 0,25 0 0,-25 0 15,25 0-15,-25 0 0,0 0 0,24 0 0,-24 0 0,25 0 16,-25 0-16,25 0 0,-25 0 0,0 0 0,25 0 0,-25 0 16,0 0-16,25 0 0,-25 25 0,0-25 0,0 0 15,24 0-15,-24 0 0,0 0 0,0 0 0,0 0 0,0 0 16,0 0-16,0 0 0</inkml:trace>
  <inkml:trace contextRef="#ctx0" brushRef="#br0" timeOffset="484649.7203">7243 16644 0,'0'0'0,"0"25"16,0-25-16,0 0 0,0 0 0,0 0 0,0 0 16,0 0-16,0 0 0,0 0 0,0 0 0,25 0 0,-25 0 15,0 0-15,0 0 0,25 0 0,-25 0 0,24 0 16,-24 0-16,25 0 0,-25 0 0,25 0 0,-25 0 15,0 0-15,25 0 0,-25 0 0,25 0 0,-25 0 0,24 0 0,-24 0 16,25 0-16,-25 0 0,25 0 0,-25 0 0,25 0 16,-25 0-16,25 0 0,-25 0 0,24 0 0,-24 0 0,25 0 15,-25 0-15,25 0 0</inkml:trace>
  <inkml:trace contextRef="#ctx0" brushRef="#br0" timeOffset="484992.74">7987 16247 0,'0'-25'0,"0"25"0,-25 0 0,25 0 0,0 0 0,0 0 16,0 0-16,0 0 0,0 0 0,0 0 0,0 25 0,-25-25 15,25 0-15,0 0 0,0 25 0,0-25 0,0 25 16,-24-25-16,24 24 0,0-24 0,0 25 0,0 0 15,0-25-15,0 25 0,-25 0 0,25-25 0,0 25 0,0-1 16,0-24-16,0 25 0,0 0 0,0-25 0,0 25 0,0-25 16,0 25-16,0-25 0,0 24 0,0-24 0,0 0 15,0 25-15,25-25 0,-25 0 0,0 25 0,0-25 0,0 0 16,24 0-16,-24 0 0,0 0 0,0 25 0,25-25 15,-25 0-15,25 0 0,-25 0 0</inkml:trace>
  <inkml:trace contextRef="#ctx0" brushRef="#br0" timeOffset="485492.7686">8310 16644 0,'0'0'0,"0"0"0,0 0 0,0 0 0,0 0 16,0 0-16,0 0 0,0-25 0,0 25 0,24 0 15,-24 0-15,0 0 0,0 0 0,0 0 0,0-25 0,25 25 16,-25 0-16,0 0 0,0 0 0,0-24 0,0 24 0,25 0 16,-25 0-16,0-25 0,0 25 0,0 0 0,25 0 15,-25-25-15,0 25 0,0 0 0,0-25 0,25 25 16,-25-25-16,0 25 0,0 0 0,0 0 0,0-24 0,0 24 15,0 0-15,0-25 0,0 25 0,0 0 0,0 0 16,0-25-16,0 25 0,0 0 0,0 0 0,24 0 0,-24-25 16,0 25-16,0 0 0,0 0 0,0 0 0,0 0 15,0 0-15,0 0 0,0 0 0,0 0 0,0 0 0,0 0 16,0 0-16,0 0 0,0 0 0,0 25 0,0-25 15,0 0-15,0 25 0,0-25 0,0 25 0,0-25 0,0 24 16,0-24-16,0 25 0,-24-25 0,24 25 0,0 0 16,0-25-16,0 25 0,0-25 0,0 24 0,0-24 0,0 0 15,0 25-15,0-25 0,0 25 0,0-25 0,0 0 16,0 0-16,0 25 0,0-25 0,0 0 0,0 0 0,0 25 15,0-25-15,0 0 0,0 0 0,0 0 0,0 0 0,0 0 16,0 0-16,0 0 0,0 0 0,0 0 0,24 0 16,-24 0-16,0 0 0,0-25 0</inkml:trace>
  <inkml:trace contextRef="#ctx0" brushRef="#br0" timeOffset="485721.7817">8682 16570 0,'0'0'0,"0"0"0,0 0 0,0 24 0,0-24 15,0 0-15,0 0 0,0 0 0,0 0 0,0 0 16,0 25-16,0-25 0,0 0 0,0 0 0,0 25 0,0-25 16,0 0-16,0 25 0,0-25 0,0 0 0,0 0 0,-25 25 15,25-25-15,0 0 0,0 24 0,0-24 0,0 0 16,0 0-16,0 25 0,0-25 0,0 0 0,0 0 0,0 0 15,0 25-15,0-25 0,0 0 0,0 0 0,0 0 16,0 0-16,0 0 0,0 0 0,0 0 0,0 0 0,0 0 16,0 0-16</inkml:trace>
  <inkml:trace contextRef="#ctx0" brushRef="#br0" timeOffset="486251.812">9128 16446 0,'0'-25'0,"0"25"0,0 0 0,0 0 0,0-25 16,0 25-16,0 0 0,0 0 0,0-25 0,0 25 0,0 0 15,0 0-15,0 0 0,0-25 0,0 25 0,0 0 16,25 0-16,-25 0 0,0 0 0,0 0 0,0 0 15,25-25-15,-25 25 0,0 0 0,0 0 0,0 0 0,25 0 16,-25 0-16,0 0 0,0 0 0,24 0 0,-24 0 0,0 0 16,0 25-16,25-25 0,-25 0 0,0 0 0,0 0 15,0 0-15,0 25 0,0-25 0,25 0 0,-25 25 0,0-25 16,0 0-16,0 25 0,0-25 0,0 0 0,0 25 15,0-25-15,0 0 0,-25 24 0,25-24 0,0 25 0,0-25 16,-25 25-16,25-25 0,0 0 0,-24 25 0,24-25 16,0 25-16,-25-25 0,25 24 0,0-24 0,0 0 0,-25 25 15,25-25-15,0 0 0,0 25 0,0-25 0,0 0 0,0 0 16,-25 25-16,25-25 0,0 0 0,0 0 0,0 0 15,0 25-15,0-25 0,0 0 0,0 0 0,0 0 16,0 0-16,25 0 0,-25 0 0,0 0 0,0 0 0,0 24 16,25-24-16,-25 0 0,0 0 0,25 0 0,-25 0 15,0 0-15,24 0 0,-24 0 0,0 0 0,25-24 0,-25 24 16,25 0-16,-25 0 0,0 0 0,25 0 0,-25 0 0,25 0 15,-25 0-15,24-25 0,-24 25 0,25 0 0,-25 0 16,0 0-16</inkml:trace>
  <inkml:trace contextRef="#ctx0" brushRef="#br0" timeOffset="486479.825">9525 16619 0,'0'0'0,"0"0"0,0 0 0,0 0 0,0 0 0,0 0 15,0 0-15,0 0 0,0 0 0,0 0 0,0 0 16,0 0-16,0 25 0,0-25 0,0 0 0,0 0 0,0 0 15,0 0-15,0 25 0,0-25 0,0 0 0,0 0 16,0 25-16,0-25 0,0 0 0,0 24 0,0-24 0,0 0 16,-25 0-16,25 25 0,0-25 0,0 0 0,0 25 15,0-25-15,-25 0 0,25 25 0,0-25 0,0 0 0,0 0 16,0 0-16,-24 25 0,24-25 0,0 0 0,0 0 15,0 0-15,0 0 0,0 0 0,0 0 0,0 0 0</inkml:trace>
  <inkml:trace contextRef="#ctx0" brushRef="#br0" timeOffset="487132.8624">9996 16321 0,'0'-24'0,"0"24"0,0 0 0,0 0 0,0 0 16,0 0-16,0-25 0,0 25 0,0 0 0,0 0 15,25 0-15,-25 0 0,0 0 0,0 0 0,0 0 0,0-25 16,25 25-16,-25 0 0,0 0 0,0 0 0,0 0 15,25 0-15,-25 0 0,0 0 0,0 25 0,0-25 0,25 0 16,-25 0-16,0 0 0,0 0 0,0 0 0,24 25 16,-24-25-16,0 0 0,0 0 0,0 24 0,0-24 0,0 0 15,0 25-15,0-25 0,0 0 0,0 25 0,0-25 16,-24 0-16,24 25 0,0-25 0,0 25 0,-25-25 0,25 0 15,0 25-15,-25-25 0,25 0 0,0 24 0,-25-24 16,25 0-16,0 25 0,-25-25 0,25 0 0,0 0 0,0 25 16,0-25-16,0 0 0,-25 0 0,25 0 0,0 0 15,0 25-15,0-25 0,0 0 0,0 0 0,0 0 0,25 0 16,-25 0-16,0 0 0,0 0 0,0 0 0,0 0 15,0 0-15,0 0 0,25 0 0,-25 0 0,0 0 0,0 0 16,25 0-16,-25 0 0,0 0 0,25 0 0,-25 0 16,0 25-16,25-25 0,-25 0 0,0 0 0,24 0 0,-24 24 15,0-24-15,0 0 0,25 0 0,-25 25 0,0-25 0,0 0 16,0 0-16,0 25 0,0-25 0,0 0 0,0 0 15,0 0-15,0 25 0,0-25 0,0 0 0,0 0 0,0 0 16,0 25-16,0-25 0,0 0 0,-25 0 0,25 0 16,0 0-16,0 0 0,0 0 0,-24 24 0,24-24 0,0 0 15,0 0-15,0 0 0,0 0 0,-25 0 0,25 0 16,0 0-16,0 0 0,-25 0 0,25 0 0,0 0 0,0 0 15,0-24-15,-25 24 0,25 0 0,0 0 0,0 0 0,0 0 16,0 0-16,0 0 0,0-25 0,0 25 0,0 0 0,0 0 16,0-25-16,25 25 0,-25 0 0</inkml:trace>
  <inkml:trace contextRef="#ctx0" brushRef="#br0" timeOffset="487819.9017">10542 16446 0,'0'0'0,"0"0"0,0 0 15,0 0-15,0-25 0,0 25 0,0 0 0,0 0 16,0 0-16,0 0 0,0 0 0,0 0 78,0 0-78,0 0 0,0 0 0,0 0 0,0 0 0,0 0 0,0 0 0,0 0 0,0 25 0,0-25 0,0 0 0,0 0 0,0 0 0,25 0 0,-25 0 0,0 0 0,0 0 0,0 0 0,0 0 0,0 0 0,0 0 0</inkml:trace>
  <inkml:trace contextRef="#ctx0" brushRef="#br0" timeOffset="488063.9156">10592 16619 0,'0'25'0,"0"-25"0,0 0 0,0 0 16,0 0-16,0 0 0,0 0 0,0 25 0,0-25 0,24 0 15,-24 0-15,0 25 0,0-25 0,0 0 0,0 0 0,0 24 16,0-24-16,0 0 0,0 25 0,0-25 0,0 0 16,0 0-16,25 25 0,-25-25 0,-25 0 0,25 25 0,0-25 15,0 0-15,0 25 0,0-25 0,0 0 0,0 0 16,0 24-16,0-24 0,-24 0 0,24 0 0,0 25 0,0-25 15,0 0-15,0 0 0,-25 0 0,25 0 0,0 25 0,0-25 16,0 0-16,0 0 0,0 0 0,0 0 0,0 0 16,0 0-16,0 0 0</inkml:trace>
  <inkml:trace contextRef="#ctx0" brushRef="#br0" timeOffset="488627.9479">11212 16321 0,'0'-24'0,"0"24"0,0 0 16,0 0-16,0 0 0,0 0 0,0 0 0,0 0 15,0 0-15,0 0 0,25 0 0,-25 0 0,0 0 0,0 0 16,0 0-16,24 0 0,-24 0 0,0 0 0,0 0 16,25 0-16,-25 0 0,0 0 0,0 0 0,0 0 15,25 0-15,-25 24 0,0-24 0,0 0 0,0 0 0,0 0 16,25 25-16,-25-25 0,0 0 0,0 25 0,0-25 15,0 0-15,-25 0 0,25 25 0,0-25 0,0 25 0,0-25 16,-25 0-16,25 25 0,0-25 0,0 24 0,-25-24 16,25 0-16,0 25 0,-24-25 0,24 0 0,-25 25 0,25-25 15,0 25-15,-25-25 0,25 0 0,0 25 0,0-25 0,-25 0 16,25 24-16,0-24 0,-25 0 0,25 0 0,0 25 15,0-25-15,0 0 0,0 0 0,0 25 0,0-25 0,0 0 16,0 0-16,0 0 0,0 25 0,0-25 0,0 0 16,0 0-16,0 0 0,0 0 0,0 25 0,0-25 0,25 0 15,-25 0-15,0 0 0,0 0 0,25 0 0,-25 0 0,0 24 16,0-24-16,25 0 0,-25 0 0,0 0 0,25 0 15,-25 0-15,24 0 0,-24 0 0,0 0 0,25-24 0,-25 24 16,25 0-16,-25 0 0,0 0 0,25 0 0,-25 0 16,0-25-16,25 25 0,-25 0 0,0 0 0,24 0 0,-24-25 15,0 25-15,25 0 0,-25 0 0</inkml:trace>
  <inkml:trace contextRef="#ctx0" brushRef="#br0" timeOffset="488999.9692">11584 16247 0,'0'25'16,"0"-25"-16,0 0 0,0 0 0,0 0 0,25 0 15,-25 0-15,0 25 0,0-25 0,0 0 0,0 0 0,24 24 16,-24-24-16,0 25 0,0-25 0,0 25 0,0-25 16,0 0-16,0 25 0,0 0 0,25-25 0,-25 25 0,0-25 15,0 24-15,0-24 0,0 25 0,0-25 0,0 25 16,0 0-16,-25-25 0,25 25 0,0-25 0,0 24 15,0-24-15,0 25 0,0-25 0,-24 25 0,24-25 0,0 25 0,0-25 16,0 25-16,-25-25 0,25 0 0,0 24 0,0-24 16,-25 0-16,25 25 0,0-25 0,-25 0 0,25 0 0,0 25 15,0-25-15,-25 0 0,25 0 0,0 25 0,0-25 16,-24 0-16,24 0 0,0 0 0,0 0 0,0 0 0,-25 0 15,25 0-15,0 0 0,0 0 0,0 0 0,0 0 0,0 0 16,0 0-16,0 0 0,0 0 0,-25-25 0,25 25 16,25 0-16,-25 0 0</inkml:trace>
  <inkml:trace contextRef="#ctx0" brushRef="#br0" timeOffset="489200.9807">11857 16743 0,'0'0'0,"0"0"0,0 0 0,0 0 0,0 0 0,0 0 16,0 0-16,0 0 0,0 0 0,0 0 0,0 0 16,0 0-16,0 0 0,0 0 0,0 0 0,0 0 0,0 0 15,0 0-15,0 0 0,0 0 0,0 0 0,0 0 16,0 0-16,0 0 0,0 0 0,0 0 0,0 25 0,0-25 15,0 0-15</inkml:trace>
  <inkml:trace contextRef="#ctx0" brushRef="#br0" timeOffset="489410.9927">11906 16867 0,'0'0'0,"25"0"0,-25 25 0,0-25 15,0 0-15,0 0 0,0 0 0,0 25 0,0-25 0,0 0 16,0 0-16,0 25 0,0-25 0,0 0 0,0 0 16,0 24-16,0-24 0,0 0 0,0 0 0,0 0 0,0 25 15,-25-25-15,25 0 0,0 0 0,0 0 0,0 25 16,0-25-16,0 0 0,0 0 0,0 25 0,-25-25 0,25 0 15,0 0-15,0 0 0,-24 25 0,24-25 0,0 0 0,-25 0 16,25 24-16,-25-24 0,25 0 0,-25 0 0,25 0 16,0 25-16,-25-25 0,25 0 0,0 0 0</inkml:trace>
  <inkml:trace contextRef="#ctx0" brushRef="#br0" timeOffset="490302.0436">12750 16173 0,'0'0'0,"0"0"15,0 0-15,0 0 0,0 0 0,0 0 0,-25 0 16,25 0-16,0 0 0,0 0 0,0 0 0,0 0 0,0 24 16,0-24-16,0 0 0,0 0 0,0 25 0,-25-25 15,25 25-15,0-25 0,0 25 0,0 0 0,-25-1 0,25-24 16,0 25-16,0 0 0,0 0 0,0 0 0,0 0 15,-25-1-15,25 1 0,0-25 0,0 25 0,0 0 0,0 0 16,0-25-16,0 24 0,0 1 0,0-25 0,-24 25 16,24 0-16,0-25 0,0 25 0,0-25 0,0 0 0,0 24 15,24-24-15,-24 0 0,0 25 0,0-25 0,0 0 0,0 0 16,0 25-16,0-25 0,0 0 0,0 0 0,0 0 15,0 0-15,0 0 0,0 0 0,25 0 0,-25 0 0,0 0 16,0-25-16,0 25 0,25 0 0,-25 0 0,0 0 16,25-25-16,-25 25 0,0 0 0,0-24 0,25 24 0,-25 0 15,0-25-15,0 25 0,24-25 0,-24 25 0,0-25 0,25 25 16,-25-25-16,0 1 0,0 24 0,0-25 0,25 25 15,-25-25-15,0 25 0,0-25 0,0 25 0,0-25 0,0 25 16,25 0-16,-25 0 0,0-24 0,0 24 0,0 0 16,0 0-16,0 0 0,0 0 0,0 0 0,0 0 0,0 0 15,0 24-15,0-24 0,0 0 0,0 0 0,0 25 16,0-25-16,0 25 0,0-25 0,0 25 0,0-25 15,0 25-15,0-25 0,-25 24 0,25-24 0,0 25 0,0-25 16,0 25-16,0-25 0,0 25 0,0-25 0,0 25 0,-25-25 16,25 24-16,0-24 0,0 0 0,0 25 0,0-25 0,0 0 15,0 0-15,0 25 0,-25-25 0,25 0 0,0 0 16,0 0-16,0 0 0,0 25 0,0-25 0,0 0 0,0 0 15,0 0-15,0 0 0,0 0 0,0 0 0</inkml:trace>
  <inkml:trace contextRef="#ctx0" brushRef="#br0" timeOffset="490708.0669">12923 16892 0,'0'0'0,"0"0"15,0 0-15,0 0 0,0 0 0,0 0 0,0 0 0,0 0 16,0 0-16,0 0 0,25 0 0,-25 0 0,0-25 0,0 25 16,0 0-16,0 0 0,0 0 0,25 0 0,-25 0 15,0 0-15,0 25 0,0-25 0,25 0 0,-25 0 0,0 0 16,0 0-16,0 0 0,0 0 0,24 0 0,-24 25 15,0-25-15,0 0 0,0 0 0,0 25 0,0-25 0,0 0 16,-24 0-16,24 24 0,0-24 0,0 0 0,0 25 0,0-25 16,-25 0-16,25 25 0,0-25 0,0 0 0,-25 25 15,25-25-15,0 0 0,-25 0 0,25 25 0,0-25 0,0 0 16,0 24-16,-25-24 0,25 0 0,0 0 0,0 0 15,0 25-15,0-25 0,0 0 0,0 0 0,0 0 0,0 0 16,0 0-16,0 0 0,0 25 0,0-25 0,0 0 0,0 0 16,0 0-16,25 0 0,-25 0 0,0 0 0,25 0 0,-25 0 15,25 0-15,-25 0 0,25 0 0,-25 0 0,24 0 16,1 0-16,-25 0 0,25 0 0,-25 0 0,25 0 15,-25 0-15,25 0 0,-1 0 0,-24 0 0,25 0 0,-25 0 16,25 0-16,0 0 0,-25 0 0,25-25 0,0 25 0</inkml:trace>
  <inkml:trace contextRef="#ctx0" brushRef="#br0" timeOffset="490938.08">13519 16842 0,'0'0'0,"0"-24"0,0 24 0,0 0 16,0 0-16,0 0 0,0 0 0,0 0 0,24 0 0,-24 0 16,0 0-16,0 0 0,0 0 0,25 0 0,-25 0 15,0 0-15,25 0 0,-25 0 0,0 0 0,25 0 0,-25 0 16,0 0-16,25 0 0,-25 0 0,0 0 0,24 24 15,-24-24-15,0 0 0,25 0 0,-25 0 0,0 0 0,0 0 16,0 0-16,0 0 0,0 0 0</inkml:trace>
  <inkml:trace contextRef="#ctx0" brushRef="#br0" timeOffset="491132.0911">13543 16917 0,'0'0'15,"0"0"-15,0 25 0,0-25 0,0 0 0,0 0 0,0 0 16,25 0-16,-25 0 0,0 0 0,25 0 0,-25 0 15,0 0-15,25 0 0,-25 0 0,25 0 0,-25 0 16,24 0-16,-24 0 0,25 0 0,0 0 0,-25 0 0,25 0 16,0 0-16,-25 0 0,24 0 0,1 0 0,-25 0 0,25 0 15,0 0-15,-25 0 0,25 0 0,-1 0 0,1 0 0,0 0 16</inkml:trace>
  <inkml:trace contextRef="#ctx0" brushRef="#br0" timeOffset="491423.1076">14486 16644 0,'0'0'0,"0"0"0,-25-25 0,25 25 0,0 0 16,0 0-16,0 0 0,0 0 0,0 0 0,0 0 15,0 0-15,0 0 0,-25 0 0,25 0 0,0 0 0,0 0 16,0 25-16,-24-25 0,24 25 0,0-25 0,0 25 16,-25-25-16,25 24 0,0-24 0,0 25 0,-25 0 0,25-25 15,0 25-15,-25 0 0,25-25 0,0 24 0,0 1 0,-25-25 16,25 25-16,0 0 0,0-25 0,0 25 0,0-25 15,0 24-15,0 1 0,0-25 0,0 25 0,0-25 0,0 0 16,0 25-16,0-25 0,0 0 0,25 25 0,-25-25 16,0 0-16,25 0 0,-25 0 0,0 0 0</inkml:trace>
  <inkml:trace contextRef="#ctx0" brushRef="#br0" timeOffset="492173.1506">15280 16545 0,'0'0'0,"0"0"16,0 0-16,0 0 0,0 0 0,-25-25 0,25 25 0,0 0 15,0 0-15,0 0 0,0 0 0,0 0 0,0 0 16,0 0-16,0-25 0,0 25 0,0 0 0,0 0 16,0 0-16,-25 0 0,25 0 0,0 0 0,0 0 0,0 0 15,0 0-15,0 25 0,0-25 0,-25 0 0,25 0 0,0 0 16,0 25-16,0-25 0,-25 0 0,25 25 0,0-25 15,0 24-15,0-24 0,-24 25 0,24-25 0,0 25 0,0-25 16,0 25-16,0-25 0,0 25 0,0-25 0,0 24 16,-25-24-16,25 25 0,25-25 0,-25 0 0,0 25 0,0-25 15,0 0-15,0 25 0,0-25 0,24 0 0,-24 0 0,0 25 16,0-25-16,25 0 0,-25 0 0,0 0 0,25 0 15,-25 0-15,0 0 0,0 0 0,25 0 0,-25-25 0,0 25 16,25 0-16,-25 0 0,0-25 0,24 25 0,-24 0 16,0-25-16,25 25 0,-25 0 0,0-25 0,0 25 0,25-24 15,-25 24-15,0-25 0,0 25 0,0-25 0,0 25 16,0-25-16,0 25 0,0-25 0,0 25 0,0-24 0,0 24 15,0-25-15,0 25 0,0-25 0,0 25 0,0 0 0,0 0 16,0-25-16,0 25 0,0 0 0,0 0 0,0 0 16,-25 0-16,25 0 0,0 0 0,0 25 0,0-25 0,0 0 15,0 0-15,0 0 0,-25 25 0,25-25 0,0 0 16,0 25-16,0-25 0,0 0 0,0 24 0,0-24 0,-24 0 15,24 0-15,0 25 0,0-25 0,0 0 0</inkml:trace>
  <inkml:trace contextRef="#ctx0" brushRef="#br0" timeOffset="492413.1644">15453 16768 0,'0'0'0,"0"0"15,0 0-15,0 0 0,0 0 0,0 0 0,0 0 16,0 0-16,0 25 0,0-25 0,0 0 0,0 0 15,0 0-15,0 0 0,0 0 0,0 0 0,0 25 0,0-25 16,0 0-16,0 0 0,0 24 0,0-24 0,0 0 0,0 25 16,-24-25-16,24 25 0,0-25 0,0 0 0,0 25 0,0-25 15,0 0-15,0 25 0,-25-25 0,25 0 0,0 24 16,0-24-16,0 0 0,-25 25 0,25-25 0,0 0 0,0 25 15,0-25-15,-25 0 0,25 0 0,0 0 0,0 25 16,0-25-16</inkml:trace>
  <inkml:trace contextRef="#ctx0" brushRef="#br0" timeOffset="492853.1896">15801 17066 0,'0'0'0,"0"0"0,0 0 0,0 0 16,0-25-16,0 25 0,0 0 0,0 0 0,0 0 15,0-25-15,0 25 0,0 0 0,24 0 0,-24 0 0,0-25 16,0 25-16,0 0 0,0 0 0,25-25 0,-25 25 15,0 0-15,0-24 0,0 24 0,25 0 0,-25-25 0,0 25 16,0 0-16,25-25 0,-25 25 0,0 0 0,0-25 0,25 25 16,-25 0-16,0-25 0,0 25 0,0 0 0,24-24 15,-24 24-15,0 0 0,0-25 0,0 25 0,0-25 0,25 25 16,-25 0-16,0-25 0,0 25 0,0 0 0,0-25 15,0 25-15,25 0 0,-25 0 0,0 0 0,0-24 0,0 24 16,0 0-16,0 0 0,0 0 0,0 0 0,0 24 0,0-24 16,0 0-16,0 0 0,0 0 0,0 25 0,0-25 15,0 0-15,0 25 0,0-25 0,0 25 0,0-25 0,-25 25 16,25-25-16,0 0 0,0 24 0,0-24 0,0 25 15,-25-25-15,25 25 0,0-25 0,0 0 0,0 25 0,0-25 16,0 0-16,-24 25 0,24-25 0,0 0 0,0 24 0,0-24 16,0 0-16,-25 25 0,25-25 0,0 0 0,0 0 15,0 25-15,0-25 0,0 0 0,0 0 0,0 0 0,0 0 16,0 0-16,0 0 0</inkml:trace>
  <inkml:trace contextRef="#ctx0" brushRef="#br0" timeOffset="493098.2036">16197 17115 0,'0'0'0,"0"0"0,0 0 15,0 0-15,0 0 0,0 25 0,0-25 0,0 0 0,0 0 16,0 0-16,0 25 0,0-25 0,0 0 0,-24 0 15,24 25-15,0-25 0,0 0 0,0 24 0,0-24 0,0 0 16,0 25-16,0-25 0,-25 0 0,25 25 0,0-25 0,0 0 16,0 0-16,0 25 0,-25-25 0,25 0 0,0 0 15,0 25-15,0-25 0,0 0 0,0 0 0,0 0 0,0 24 16,-25-24-16,25 0 0,0 0 0,0 0 0,0 0 15,0 0-15</inkml:trace>
  <inkml:trace contextRef="#ctx0" brushRef="#br0" timeOffset="493406.2212">16594 16842 0,'0'0'15,"0"-24"-15,0 24 0,0 0 0,0 0 0,25-25 0,-25 25 16,0 0-16,0 0 0,0 0 0,0 0 0,25-25 15,-25 25-15,0 0 0,25 0 0,-25 0 0,0 0 0,25 0 16,-25 0-16,24 0 0,-24 0 0,25 0 0,-25 0 0,25 0 16,-25 0-16,25 0 0,-25 0 0,25 0 0,-25 0 15,0 0-15,24 0 0,-24 0 0,25 0 0,-25 0 0,25 0 16,-25 0-16,0 0 0,25 0 0,-25 0 0</inkml:trace>
  <inkml:trace contextRef="#ctx0" brushRef="#br0" timeOffset="493807.2441">17214 16694 0,'0'0'15,"0"-25"-15,0 25 0,0 0 0,0 0 0,0 0 0,0 0 16,0 0-16,0 0 0,0 0 0,0 0 0,0 0 15,0 0-15,0 0 0,0 0 0,0 0 0,0 0 0,0 0 16,0 0-16,0 0 0,-24 0 0,24 0 0,0 0 16,0 0-16,-25 0 0,25 0 0,0 25 0,0-25 0,-25 0 15,25 0-15,0 0 0,-25 24 0,25-24 0,0 0 16,-25 0-16,25 25 0,0-25 0,0 0 0,0 0 0,-24 0 15,24 25-15,0-25 0,0 0 0,0 0 0,0 0 0,0 0 16,0 25-16,0-25 0,0 0 0,0 0 0,0 0 16,0 0-16,0 25 0,0-25 0,0 0 0,0 0 0,0 0 15,0 0-15,0 0 0,0 24 0,0-24 0,0 0 16,24 0-16,-24 0 0,0 0 0,0 0 0,25 0 0,-25 0 15,0 25-15,0-25 0,25 0 0,-25 0 0,0 0 0,25 0 16,-25 0-16,0 0 0,25 0 0,-25 0 0,0 0 16,24 25-16,-24-25 0,0 0 0,25 0 0,-25 0 0,0 0 15,0 0-15,25 0 0,-25-25 0,0 25 0,0 0 16,0 0-16,0 0 0,25 0 0,-25 0 0,0-25 0,0 25 15,0 0-15,0 0 0,0 0 0</inkml:trace>
  <inkml:trace contextRef="#ctx0" brushRef="#br0" timeOffset="494053.2582">17239 16718 0,'0'0'0,"0"-24"0,0 24 0,0 0 0,0 0 0,0 0 16,0 0-16,0 0 0,0 0 0,0 0 0,0 0 0,0 0 16,0 0-16,0 0 0,0 0 0,0 0 0,0 24 15,0-24-15,0 0 0,0 25 0,0-25 0,0 25 0,-25-25 16,25 25-16,0-25 0,0 25 0,0-1 0,0-24 15,0 25-15,-24-25 0,24 25 0,0 0 0,0-25 0,0 25 16,0-25-16,-25 24 0,25-24 0,0 25 0,0-25 0,0 25 16,0-25-16,-25 0 0,25 25 0,0-25 0,0 0 15,0 25-15,0-25 0,0 0 0,-25 0 0,25 24 16,0-24-16,0 0 0,0 0 0,0 0 0,0 0 0,0 0 15,0 0-15,0 0 0,0 0 0,0 0 0,0 0 0,0 0 16,0 0-16</inkml:trace>
  <inkml:trace contextRef="#ctx0" brushRef="#br0" timeOffset="494231.2684">17388 16942 0,'0'0'0,"0"0"0,0 0 15,0-25-15,25 25 0,-25 0 0,0 0 0,0 0 16,0 0-16,0 0 0,0 0 0,0 0 0,0 0 0,0 0 15,0 0-15,0 0 0,0 0 0,0 0 0,0 0 0,0 0 16,0 0-16,0 0 0,0 0 0,0 0 0,0 0 16,-25 0-16,25 0 0,0 25 0,0-25 0</inkml:trace>
  <inkml:trace contextRef="#ctx0" brushRef="#br0" timeOffset="494427.2796">17438 17041 0,'0'0'0,"0"0"0,0 0 15,-25 25-15,25-25 0,0 0 0,0 24 0,0-24 16,0 0-16,0 25 0,0-25 0,0 0 0,0 25 0,0-25 15,0 25-15,0-25 0,0 0 0,0 25 0,-25-25 0,25 0 16,0 24-16,0-24 0,0 0 0,0 0 0,0 25 16,0-25-16,0 0 0,-25 0 0,25 25 0,0-25 0,0 0 15,-25 0-15,25 0 0,-24 0 0,24 25 0,0-25 16,-25 0-16,25 0 0,-25 0 0,25 0 0,0 0 0,-25 0 15,25 0-15</inkml:trace>
  <inkml:trace contextRef="#ctx0" brushRef="#br0" timeOffset="495343.332">18256 16570 0,'0'-25'0,"0"25"15,0 0-15,0 0 0,0 0 0,0 0 0,0-25 16,0 25-16,0 0 0,0 0 0,25 0 0,-25 0 0,0 0 16,0 0-16,0-25 0,0 25 0,0 0 0,0 0 15,0 0-15,0 0 0,25 0 0,-25 0 0,0 0 0,0 0 16,25 0-16,-25 0 0,24 0 0,-24 0 0,0 0 15,25 0-15,-25 0 0,25 0 0,-25 0 0,0 0 0,25 0 16,-25 0-16,0 25 0,0-25 0,25 0 0,-25 0 16,0 0-16,0 25 0,0-25 0,0 0 0,0 0 0,0 25 15,0-25-15,0 0 0,0 24 0,-25-24 0,25 25 0,0-25 16,-25 0-16,25 25 0,-25-25 0,25 0 0,-25 25 15,25-25-15,-24 0 0,24 0 0,-25 25 0,25-25 0,-25 0 16,25 0-16,-25 24 0,25-24 0,-25 0 0,25 0 16,0 0-16,0 25 0,0-25 0,-24 0 0,24 0 0,0 0 15,0 0-15,0 0 0,0 0 0,24 0 0,-24 25 16,0-25-16,0 0 0,0 0 0,0 0 0,25 0 0,-25 0 15,0 0-15,0 25 0,25-25 0,-25 0 0,0 0 0,25 0 16,-25 25-16,0-25 0,0 0 0,25 0 0,-25 24 16,0-24-16,0 0 0,24 0 0,-24 25 0,0-25 0,0 0 15,0 25-15,0-25 0,0 0 0,0 25 0,0-25 16,0 0-16,0 0 0,0 25 0,-24-25 0,24 0 0,0 0 15,0 24-15,-25-24 0,25 0 0,0 0 0,-25 0 16,25 0-16,0 0 0,-25 0 0,25 25 0,0-25 0,-25 0 16,25 0-16,0 0 0,-24 0 0,24 0 0,0 0 0,0 0 15,-25 0-15,25 0 0,0 0 0,0 0 0,0 0 16,-25 0-16,25 0 0,0-25 0,0 25 0,0 0 78,0 0-78,0 0 0,0-24 0,0 24 0</inkml:trace>
  <inkml:trace contextRef="#ctx0" brushRef="#br0" timeOffset="495586.3459">18752 16446 0,'0'0'0,"0"0"0,25 0 0,-25 0 0,0 0 16,0 0-16,0 0 0,0-25 0,25 50 0,-25-25 0,0 0 15,0 0-15,25 0 0,-25 0 0,0 0 0,0 24 16,0-24-16,25 0 0,-25 25 0,0-25 0,0 25 0,0-25 15,0 25-15,0 0 0,0-25 0,0 24 0,0-24 0,0 25 16,0 0-16,0-25 0,0 25 0,0-25 0,0 25 16,0-1-16,0-24 0,-25 25 0,25 0 0,0-25 0,0 25 15,0-25-15,-25 25 0,25-1 0,0-24 0,-25 25 16,25 0-16,0-25 0,-25 25 0,25-25 0,0 25 0,-24-25 15,24 24-15,0-24 0,-25 25 0,25-25 0,-25 0 0,25 25 16,0-25-16,-25 0 0,25 0 0,-25 25 0,25-25 16,0 0-16,-24 0 0,24 0 0,0 0 0,-25 0 0,25 0 15,0 0-15,0 0 0,-25 0 0,25 0 0,0 0 16,0 0-16,0 0 0,0 0 0</inkml:trace>
  <inkml:trace contextRef="#ctx0" brushRef="#br0" timeOffset="496032.3714">19348 16743 0,'0'-25'0,"0"25"0,0 0 0,0 0 0,0 0 0,0 0 16,0 0-16,0 0 0,0 0 0,0 0 0,0 0 15,0 0-15,0 0 0,0 0 0,0 0 0,0 0 0,0 0 16,0 0-16,0 0 0,0 0 0,0 0 0,0 25 0,0-25 16,0 0-16,-25 0 0,25 0 0,0 0 0,0 25 0,0-25 15</inkml:trace>
  <inkml:trace contextRef="#ctx0" brushRef="#br0" timeOffset="496277.3854">19323 17016 0,'0'0'0,"0"0"15,0 25-15,0-25 0,0 0 0,0 25 0,0-25 16,0 24-16,0-24 0,0 0 0,0 25 0,0-25 0,0 0 16,0 25-16,0-25 0,0 0 0,0 25 0,0-25 15,0 25-15,0-25 0,0 0 0,0 24 0,0-24 0,0 0 16,0 25-16,-25-25 0,25 0 0,0 0 0,0 25 0,-25-25 15,25 0-15,0 25 0,-25-25 0,25 0 0,0 0 16,-24 25-16,24-25 0,0 0 0,-25 0 0,25 24 16,0-24-16,-25 0 0,25 0 0,0 0 0,-25 25 0,25-25 15,0 0-15,-25 0 0,25 0 0,0 0 0,0 0 0</inkml:trace>
  <inkml:trace contextRef="#ctx0" brushRef="#br0" timeOffset="497204.4384">20340 16694 0,'0'0'0,"0"-25"0,0 25 0,0 0 0,0 0 16,0 0-16,0-25 0,0 25 0,0 0 0,0 0 16,25 0-16,-25 0 0,0-25 0,0 25 0,0 0 0,0 0 15,0 0-15,0 0 0,0 0 0,0 0 0,0 0 0,0 0 16,0 0-16,0 0 0,-25 0 0,25 0 0,0 0 15,0 0-15,0 25 0,0-25 0,0 0 0,0 0 0,-25 25 16,25-25-16,0 25 0,0-25 0,0 0 0,0 24 16,0-24-16,0 25 0,-25-25 0,25 25 0,0 0 0,0-25 15,0 25-15,-25-25 0,25 24 0,0 1 0,0-25 0,0 25 16,-24 0-16,24-25 0,0 25 0,0-25 0,0 24 15,0-24-15,0 25 0,0-25 0,0 0 0,0 25 0,0-25 16,0 0-16,0 0 0,0 25 0,0-25 0,0 0 16,0 0-16,0 0 0,24 0 0,-24 0 0,0 0 0,0 0 15,0 0-15,25 0 0,-25 0 0,0 0 0,0 0 0,25 0 16,-25 0-16,0 0 0,25 0 0,-25 0 0,0 0 15,25-25-15,-25 25 0,0 0 0,0 0 0,24-25 0,-24 25 16,0 0-16,25-25 0,-25 25 0,0 0 0,25-24 16,-25 24-16,0-25 0,25 25 0,-25-25 0,0 0 0,25 25 15,-25-25-15,0 25 0,0-24 0,24 24 0,-24-25 0,0 25 16,0-25-16,0 25 0,25-25 0,-25 25 0,0 0 15,0-25-15,0 25 0,0 0 0,0-24 0,0 24 16,0 0-16,0 0 0,0 0 0,0 0 0,0-25 0,25 25 16,-25 0-16,0 0 0,-25 0 0,25 0 0,0 0 0,0 0 15,0 0-15,0 0 0,0 25 0,0-25 0,0 0 16,0 0-16,0 0 0,0 24 0,0-24 0,0 25 0,0-25 15,0 25-15,0-25 0,-25 25 0,25-25 0,0 25 0,0-25 16,0 24-16,0-24 0,-24 25 0,24-25 0,0 25 16,0-25-16,0 25 0,0-25 0,0 25 0,-25-25 0,25 0 15,0 24-15,0-24 0,0 25 0,0-25 0,0 0 16,0 25-16,0-25 0,0 0 0,-25 0 0,25 25 0,0-25 15,0 0-15,0 0 0,0 0 0,0 0 0,0 25 0,0-25 16,0 0-16,0 0 0,0 0 0,0 0 0,0 0 16,0 0-16,0 0 0,0 0 0,0 0 0,0 0 0,0 0 15,0 0-15</inkml:trace>
  <inkml:trace contextRef="#ctx0" brushRef="#br0" timeOffset="497740.4691">20563 17165 0,'0'0'0,"0"0"0,0 0 0,0-25 0,0 25 0,0 0 15,25 0-15,-25 0 0,0 0 0,0 0 0,0 0 0,0 0 16,0 0-16,0 0 0,0 0 0,25 0 0,-25 0 15,0 0-15,0 0 0,0 0 0,0 0 0,24 0 0,-24 0 16,0 0-16,0 0 0,0 0 0,25 0 0,-25 0 16,0 25-16,0-25 0,0 0 0,25 0 0,-25 0 0,0 25 15,0-25-15,0 0 0,0 0 0,0 0 0,0 24 0,0-24 16,0 0-16,0 0 0,0 25 0,0-25 0,-25 0 15,25 0-15,0 25 0,0-25 0,0 0 0,-25 0 16,25 0-16,0 25 0,0-25 0,-24 0 0,24 0 0,0 0 16,0 25-16,-25-25 0,25 0 0,0 0 0,0 0 0,0 0 15,-25 0-15,25 0 0,0 24 0,0-24 0,0 0 0,0 0 16,0 0-16,0 0 0,25 0 0,-25 0 0,0 25 15,0-25-15,0 0 0,0 0 0,0 0 0,25 0 0,-25 25 16,0-25-16,0 0 0,0 0 0,0 0 0,24 25 16,-24-25-16,0 0 0,0 0 0,0 0 0,0 25 0,25-25 15,-25 0-15,0 0 0,0 24 0,0-24 0,0 0 16,0 0-16,0 0 0,0 25 0,0-25 0,0 0 0,0 0 0,0 0 15,0 0-15,0 0 0,0 25 0,-25-25 0,25 0 16,0 0-16,0 0 0,-24 0 0,24 0 0,0 0 0,0 0 16,-25 0-16,25 0 0,0 0 0,0 0 0,-25 0 0,25 0 15,0 0-15,0 0 0,0 0 0,-25 0 0,25 0 0,0 0 16,0 0-16,0 0 0,0-25 0,0 25 0,0 0 0,0 0 15,0 0-15,0 0 0,0-25 0,0 25 0,0 0 16,0 0-16,0-24 0,0 24 0,0 0 0,0-25 0,0 25 16,0-25-16,25 25 0,-25 0 0</inkml:trace>
  <inkml:trace contextRef="#ctx0" brushRef="#br0" timeOffset="498036.486">21134 16991 0,'0'0'0,"0"0"0,0 0 0,0 0 0,0 0 16,0 0-16,0 0 0,0 0 0,0-25 0,24 25 0,-24 0 15,0 0-15,0 0 0,0 0 0,0 0 0,25 0 16,-25 0-16,0 0 0,0 0 0,25 0 0,-25 0 0,25 0 16,-25 0-16,0 0 0,25 0 0,-25 0 0,0 0 0,24 25 15,-24-25-15,0 0 0,0 0 0,25 0 16,-25 0-16,0 0 0,0 0 0,25 0 0,-25 0 0,0 0 0,0 0 15,0 0-15,0 0 0,0 0 0,0 0 0,0 0 16,0 0-16,0 0 0,0 0 0</inkml:trace>
  <inkml:trace contextRef="#ctx0" brushRef="#br0" timeOffset="498242.4978">21084 17140 0,'0'0'0,"-25"0"0,25 0 0,0 0 0,0 25 15,0-25-15,0 0 0,25 0 0,-25 0 0,0 0 0,0 0 16,0 0-16,0 0 0,25 0 0,-25 0 0,0 0 15,25 25-15,-25-25 0,0 0 0,24 0 0,-24 0 0,25 0 16,-25 0-16,25 0 0,-25 0 0,0 0 0,25 0 0,-25 0 16,25 0-16,-25 0 0,0 0 0,24 0 0,-24 0 15,25 0-15,-25 0 0,25 0 0,-25 0 0,25 0 16,-25 0-16,0 0 0,25 0 0,-25 0 0,24 0 0</inkml:trace>
  <inkml:trace contextRef="#ctx0" brushRef="#br0" timeOffset="498633.5202">21878 16594 0,'0'0'0,"-25"0"0,25-24 0,0 24 16,0 0-16,0 0 0,0-25 0,0 25 0,-25 0 0,25 0 15,0 0-15,0-25 0,0 25 0,0 0 0,-25 0 16,25 0-16,0 0 0,0 25 0,-24-25 0,24 0 0,0 0 16,-25 25-16,25-25 0,0 24 0,-25-24 0,25 25 0,-25-25 15,25 25-15,0 0 0,-25 0 0,25-25 0,0 24 16,-25 1-16,25 0 0,0-25 0,-24 25 0,24 0 0,0-1 15,0 1-15,0 0 0,0 0 0,-25-25 0,25 25 16,0-1-16,0 1 0,0-25 0,25 25 0,-25-25 0,0 25 16,0-25-16,0 25 0,0-25 0,0 24 0,24-24 0,-24 0 15,0 25-15,0-25 0,25 0 0,-25 25 0,0-25 16,25 0-16,-25 0 0,25 0 0,-25 0 0,0 0 0</inkml:trace>
  <inkml:trace contextRef="#ctx0" brushRef="#br0" timeOffset="499416.565">22597 16545 0,'0'0'0,"0"0"0,0 0 0,0 0 0,0 0 0,0 0 15,0 0-15,0 0 0,0 0 0,0 0 0,0 0 16,0 0-16,0 0 0,0 0 0,0 0 0,0 0 0,0 0 15,-25 0-15,25 0 0,0 0 0,0 0 0,0 0 16,0 0-16,0 25 0,0-25 0,0 0 0,-25 0 0,25 0 16,0 24-16,0-24 0,0 0 0,0 25 0,-24-25 0,24 0 15,0 0-15,0 25 0,0-25 0,0 0 0,0 25 16,0-25-16,-25 0 0,25 25 0,0-25 0,0 0 0,0 24 15,0-24-15,0 0 0,0 25 0,0-25 0,0 25 16,0-25-16,0 0 0,0 25 0,0-25 0,0 0 0,0 25 16,0-25-16,25 0 0,-25 24 0,0-24 0,0 0 0,0 25 15,0-25-15,0 0 0,24 25 0,-24-25 0,0 0 16,0 25-16,25-25 0,-25 0 0,0 25 0,0-25 0,25 0 15,-25 24-15,0-24 0,0 0 0,0 25 0,25-25 16,-25 0-16,0 0 0,0 25 0,0-25 0,0 0 0,0 0 16,0 25-16,0-25 0,0 0 0,0 0 0,0 0 15,0 25-15,0-25 0,0 0 0,0 0 0,0 0 0,0 0 16,0 0-16,0 0 0,0 0 0,-25 0 0,25 24 0,0-24 15,0 0-15,-25 0 0,25 0 0,0 0 0,0 0 16,-25 0-16,25 0 0,0 0 0,0 0 0,-24 0 0,24-24 16,0 24-16,-25 0 0,25 0 0,0 0 0,0 0 0,-25 0 15,25-25-15,0 25 0,0 0 0,0 0 0,0-25 16,0 25-16,0 0 0,0-25 0,0 25 0,0-25 0,0 25 15</inkml:trace>
  <inkml:trace contextRef="#ctx0" brushRef="#br0" timeOffset="499618.5765">22622 16669 0,'0'-25'0,"0"25"0,0 0 0,0 0 0,0 0 0,0 0 16,25 0-16,-25-25 0,0 25 0,0 0 0,24 0 0,-24 0 15,0 0-15,25 0 0,-25 0 0,25 0 0,-25 0 16,0 25-16,25-25 0,0 0 0,-25 0 0,25 0 0,-25 0 15,24 0-15,-24 25 0,25-25 0,-25 0 0,25 0 16,-25 0-16,25 25 0,-25-25 0,25 0 0,-25 0 0,24 0 16,-24 0-16,0 24 0,25-24 0,-25 0 0,0 0 0</inkml:trace>
  <inkml:trace contextRef="#ctx0" brushRef="#br0" timeOffset="499808.5874">22969 16743 0,'0'0'0,"0"0"0,0 0 16,0 0-16,0 0 0,0 0 0,0 0 0,0 0 15,0 0-15,0 0 0,0 0 0,0 0 0,0 0 0,0 0 16,0 0-16,0 0 0,0 0 0,0 0 0,0 0 0,25 0 16,-25 0-16,0 0 0,0 0 0,0 0 0,0 25 15,0-25-15,0 0 0,0 0 0,0 0 0,0 0 16,0 25-16,0-25 0,0 0 0,0 0 0,0 25 0,-25-25 15,25 0-15</inkml:trace>
  <inkml:trace contextRef="#ctx0" brushRef="#br0" timeOffset="500038.6005">22994 17165 0,'0'0'0,"0"0"16,0 0-16,0 0 0,0 0 0,0 25 0,0-25 0,0 0 16,0 0-16,0 0 0,0 0 0,0 0 0,0 24 15,0-24-15,0 0 0,0 0 0,0 25 0,0-25 0,0 0 16,0 0-16,0 25 0,0-25 0,0 25 0,0-25 0,-25 0 15,25 25-15,0-25 0,0 24 0,0-24 0,0 0 16,0 25-16,0-25 0,0 0 0,-25 25 0,25-25 0,0 0 16,0 25-16,0-25 0,-24 0 0,24 0 0,0 25 15,0-25-15,0 0 0,-25 0 0,25 0 0,0 0 0,0 0 0,0 0 16,0 0-16,0 0 0,0 0 0,0 24 0,0-24 0</inkml:trace>
  <inkml:trace contextRef="#ctx0" brushRef="#br0" timeOffset="500572.6311">23440 16867 0,'0'0'0,"0"0"16,0-25-16,0 25 0,0 0 0,0 0 0,0 0 0,0-24 15,0 24-15,0 0 0,0 0 0,0 0 0,0 0 16,0 0-16,0 0 0,25 0 0,-25-25 0,0 25 0,0 0 16,25 0-16,-25 0 0,0 0 0,25 0 0,-25 0 15,0 0-15,25 0 0,-25 0 0,0 0 0,24 0 0,-24 0 16,0 0-16,0 25 0,25-25 0,-25 0 0,0 0 0,0 0 15,0 0-15,0 0 0,0 0 0,0 24 0,0-24 16,0 0-16,0 25 0,-25-25 0,25 25 0,0-25 0,0 0 16,-24 25-16,24-25 0,0 25 0,-25-25 0,25 24 15,-25-24-15,25 0 31,0 25 1,-25-25-32,25 25 0,-25-25 0,25 25 0,-24-25 0,24 25 0,0-25 0,-25 0 0,25 24 0,0-24 0,0 0 0,-25 25 0,25-25 0,0 0 0,0 0 0,0 25 0,0-25 0,0 0 0,0 0 0,0 25 0,0-25 15,0 0-15,0 0 0,0 25 0,0-25 0,0 0 0,0 0 0,25 0 0,-25 24 0,0-24 0,0 0 16,0 0-16,25 0 0,-25 0 0,0 25 0,0-25 0,24 0 15,-24 0-15,0 0 0,25 0 0,-25 0 0,0 0 16,25 0-16,-25 0 0,0 0 0,25 0 0,-25 0 0,0 0 16,25 0-16,-25 0 0,0 0 0,24 0 0,-24 0 15,25 0-15,-25 0 0,0-25 0,25 25 0,-25 0 0,0 0 16,25-24-16</inkml:trace>
  <inkml:trace contextRef="#ctx0" brushRef="#br0" timeOffset="500816.645">23837 17140 0,'0'0'0,"0"0"15,0 0-15,0 0 0,0 0 0,0 0 0,0 0 16,0 0-16,0 0 0,0 0 0,0 0 0,0 0 0,0 0 16,0 0-16,0 0 0,0 0 0,0 25 0,0-25 15,0 0-15,0 0 0,0 0 0,0 0 0,0 0 0,0 0 16,25 0-16,-25 0 0,0 25 0,0-25 0,0 0 0,0 0 15,0 0-15,0 0 0,0 24 0</inkml:trace>
  <inkml:trace contextRef="#ctx0" brushRef="#br0" timeOffset="500975.6541">23937 17338 0,'0'0'0,"0"0"0,0 0 0,0 0 0,0 0 0,0 0 0,0 0 0,0 25 0,0-25 0,0 0 15,0 0-15,-25 0 0,25 25 0,0-25 0,0 0 0,0 0 16,0 0-16,0 25 0,0-25 0,0 0 0,0 25 0,-25-25 15,25 0-15,0 24 0,0-24 0,0 0 0,-25 25 0,25-25 16,0 0-16,0 0 0,-25 25 0,25-25 0,0 0 0,0 0 16,-25 25-16,25-25 0,0 0 0,0 0 0,0 0 15,-24 0-15,24 25 0,0-25 0,0 0 0,0 0 0,0 0 16,0 0-16,0 0 0,0 0 0,0 0 0</inkml:trace>
  <inkml:trace contextRef="#ctx0" brushRef="#br0" timeOffset="501452.6814">24457 17214 0,'0'0'0,"0"0"0,0-24 0,25 24 0,-25 0 16,0-25-16,25 25 0,-25 0 0,0-25 0,25 25 15,-25-25-15,0 25 0,25-25 0,-25 25 0,24-24 0,-24 24 16,25-25-16,-25 25 0,25-25 0,-25 25 0,25-25 0,-25 25 15,25-25-15,-25 25 0,0 0 0,24-24 0,-24 24 16,25 0-16,-25-25 0,0 25 0,0 0 0,25 0 0,-25-25 16,0 25-16,0 0 0,0 0 0,0 0 0,25-25 15,-25 25-15,0 0 0,0 0 0,0 0 0,0 0 0,0 0 16,0 0-16,0 0 0,0-25 0,0 25 0,0 0 15,0 0-15,0 0 0,0 0 0,0 0 0,0 0 0,0 0 16,0 0-16,0-24 0,0 24 0,0 0 0,0 0 0,0 24 16,0-24-16,0 0 0,-25 0 0,25 0 0,0 25 15,0-25-15,0 25 0,0-25 0,0 25 0,0-25 0,0 25 16,-25-1-16,25-24 0,0 25 0,0-25 0,0 25 0,0-25 15,0 25-15,-25-25 0,25 25 0,0-25 0,0 0 16,0 24-16,0-24 0,0 25 0,0-25 0,0 0 0,0 25 16,0-25-16,-24 0 0,24 0 0,0 25 0,0-25 15,0 0-15,0 0 0,0 0 0,0 0 0,0 0 0,0 0 16,0 0-16,0 0 0,0 0 0,0 0 0,0 0 0,0 0 15,0 0-15,0 0 0,0 0 0</inkml:trace>
  <inkml:trace contextRef="#ctx0" brushRef="#br0" timeOffset="501670.6939">25003 17016 0,'0'0'0,"0"0"0,0 0 0,0 0 0,0 0 0,0 0 15,0 0-15,0 0 0,0 0 0,0 0 0,0 0 16,0 0-16,0 0 0,0 0 0,0 0 0,0 0 0,0 0 16,0 0-16,0 0 0,0 0 0,0 0 0,0 0 15,0 0-15,25 0 0,-25 25 0,0-25 0,0 0 0,0 0 16,0 0-16,0 0 0,0 25 0</inkml:trace>
  <inkml:trace contextRef="#ctx0" brushRef="#br0" timeOffset="501879.7058">25003 17289 0,'0'0'0,"0"0"0,0 25 0,0-25 0,0 0 16,-25 24-16,25-24 0,0 0 0,0 25 0,0-25 15,-24 0-15,24 25 0,0-25 0,0 0 0,-25 25 0,25-25 16,0 0-16,0 25 0,-25-25 0,25 0 0,0 24 0,0-24 15,-25 0-15,25 0 0,0 25 0,-25-25 0,25 0 0,0 0 16,-25 25-16,25-25 0,0 0 0,-24 0 0,24 0 16,0 0-16,0 0 0,-25 0 0,25 25 0,0-25 0,0 0 15</inkml:trace>
  <inkml:trace contextRef="#ctx0" brushRef="#br0" timeOffset="502777.7572">25846 16867 0,'0'-25'15,"0"25"-15,0 0 0,0-24 0,0 24 0,0 0 0,0-25 16,0 25-16,0 0 0,0-25 0,0 25 0,0 0 0,-24-25 15,24 25-15,0 0 0,0 0 0,0 0 0,0-25 16,0 25-16,0 0 0,0 0 0,0 0 0,-25-24 0,25 24 16,0 0-16,0 0 0,0 0 0,0 0 0,0 0 15,-25 0-15,25 0 0,0 0 0,0 0 0,0 0 0,-25 0 16,25 0-16,0 0 0,0 0 0,-25 0 0,25 0 0,0 0 15,-24 24-15,24-24 0,0 0 0,0 0 0,-25 0 16,25 25-16,0-25 0,-25 0 0,25 0 0,0 25 0,0-25 16,0 0-16,-25 25 0,25-25 0,0 0 0,0 0 15,0 25-15,0-25 0,0 0 0,0 0 0,0 24 0,0-24 16,0 0-16,0 0 0,0 0 0,0 25 0,0-25 15,0 0-15,0 0 0,0 0 0,25 0 0,-25 25 0,0-25 16,0 0-16,25 0 0,-25 0 0,0 0 0,0 0 0,25 0 16,-25 0-16,0 0 0,24 0 0,-24 0 0,0 0 15,25 0-15,-25-25 0,0 25 0,25 0 0,-25 0 0,0 0 16,0 0-16,25 0 0,-25-25 0,0 25 0,0 0 15,25 0-15,-25-24 0,0 24 0,0 0 0,0 0 0,24-25 16,-24 25-16,0 0 0,0 0 0,0-25 0,0 25 16,0 0-16,0 0 0,25 0 0,-25 0 0,0 0 0,0 0 15,0 0-15,0 0 0,0 0 0,0 0 0,0 0 0,0 0 16,0 0-16,0 0 0,0 0 0,0 25 0,0-25 15,-25 0-15,25 0 0,0 25 0,0-25 0,0 0 0,0 24 16,0-24-16,0 25 0,0-25 0,0 25 0,0-25 0,0 25 16,0-25-16,-24 25 0,24-25 0,0 24 0,0-24 15,0 25-15,0-25 0,0 25 0,0-25 0,0 25 16,0-25-16,-25 0 0,25 25 0,0-25 0,0 24 0,0-24 15,0 0-15,-25 25 0,25-25 0,0 0 0,0 0 0,0 25 16,0-25-16,-25 0 0,25 0 0,0 25 0,0-25 0,0 0 16,-25 0-16,25 0 0,0 0 0,-24 25 0,24-25 15,0 0-15,0 0 0,-25 0 0,25 0 0,-25 0 0,25 0 16,0 0-16,-25 0 0,25 0 0,0 0 0,-25 0 15,25 0-15,0-25 0,0 25 0,-24 0 0,24 0 0,0 0 16,0 0-16,0 0 0,-25 0 0,25 0 0,0 0 0,0-25 16,0 25-16,0 0 0,0 0 0,0 0 0,0 0 15,0 0-15,0-25 0,0 25 0,0 0 0,25 0 0,-25 0 16,0-25-16,0 25 0,24 0 0,-24-24 0,0 24 15,25 0-15,-25-25 0,25 25 0</inkml:trace>
  <inkml:trace contextRef="#ctx0" brushRef="#br0" timeOffset="503367.791">26318 16644 0,'0'0'0,"0"0"0,0 0 0,0 0 0,0-25 0,0 25 16,0 0-16,0 0 0,0 0 0,0 0 0,0 0 15,0 0-15,0 0 0,0 0 0,25 0 0,-25 0 16,0 0-16,0 0 0,0 0 0,0 0 0,0 0 0,0 0 15,0 0-15,0 0 0,0 0 0,0 0 0,0 0 0,0 25 16,0-25-16,0 0 0,0 0 0,0 25 0,0-25 0,0 0 78,0 25 0,-75 198-78,75-198 0,0-25 0,0 24 0,-25-24 0,25 25 0,0 0 0,0-25 0,-24 25 0,24-25 0,0 25 0,-25-25 0,25 24 0,0-24 0,0 25 0,-25-25 0,25 25 0,0-25 16,-25 0-16,25 25 0,0-25 0,-25 25 0,25-25 0,0 0 0,-24 24 0,24-24 0,0 0 0,0 25 0,-25-25 0,25 0 0,0 25 0,-25-25 0,25 0 0,0 0 0,0 25 0,-25-25 0,25 0 0,0 0 0,-25 0 0,25 25 0,0-25 0,0 0 15,-24 0-15,24 0 0,0 0 0,0 0 0,-25 0 0,25 0 16,0 0-16,0 0 0,0 0 0,0 0 0,-25 0 15,25 0-15,0 0 0,0 0 0,0 0 0,0 0 0,0 0 16,0-25-16,0 25 0,0 0 0,0 0 0,25 0 0,-25-25 16,0 25-16,0 0 0,0 0 0,25 0 0,-25-25 15,0 25-15,0 0 0</inkml:trace>
  <inkml:trace contextRef="#ctx0" brushRef="#br0" timeOffset="504544.8583">26814 16272 0,'0'0'0,"0"-25"0,0 25 0,0 0 0,0 0 15,0 0-15,0 0 0,0 0 0,0 0 0,0 0 16,0 0-16,0 0 0,0 0 0,0 0 0,0 0 0,0 0 16,0 0-16,0 0 0,0 0 0,0 0 0,0 0 15,0 0-15,0 0 0,0 0 0,0 25 0,0-25 0,0 0 16,0 0-16,-25 0 0,25 0 0,0 0 0,0 0 15,0 0-15,0 0 0,0 0 0,0 0 0,0 0 0,0 0 16,0 0-16,0 25 0,0-25 0,-25 0 0,25 0 0,0 0 16,0 0-16,0 24 0,0-24 0,0 0 0,0 0 15,-25 25-15,25-25 0,0 0 0,0 0 0,0 25 16,-24-25-16,24 25 0,0-25 0,0 0 0,0 25 0,0-25 15,0 0-15,0 25 0,0-25 0,-25 24 0,25-24 0,0 0 16,0 25-16,0-25 0,0 0 0,0 0 0,0 25 16,25-25-16,-25 0 0,0 0 0,0 25 0,0-25 0,0 0 15,0 0-15,0 0 0,24 25 0,-24-25 0,0 0 16,0 0-16,0 0 0,25 0 0,-25 24 0,0-24 0,0 0 15,0 0-15,25 0 0,-25 0 0,0 0 0,0 0 0,0 0 16,0 0-16,0 0 0,25 25 0,-25-25 0,0 0 16,0 0-16,0 0 0,0 0 0,0 0 0,0 0 15,25 0-15,-25 0 0,0-25 0,0 25 0,0 0 0,0 0 16,0 0-16,0 0 0,0 0 0,0 0 0,0 0 15,0 0-15,0 0 0,0 0 0,0 0 0,0 0 0,0 25 16,0-25-16,-25 0 0,25 0 0,0 0 0,0 0 0,0 0 16,-25 0-16,25 0 0,0 0 0,0 0 0,0 0 15,-25 0-15,25 0 0,0 0 0,0 0 0,0 0 0,-25 0 16,25 0-16,0 0 0,0 0 0,0 0 0,0 25 0,-24-25 15,24 0-15,0 0 0,0 25 0,0-25 0,0 0 16,0 0-16,0 25 0,-25-25 0,25 0 0,0 24 0,0-24 16,0 25-16,0-25 0,0 0 0,0 25 0,0-25 15,-25 25-15,25-25 0,0 0 0,0 25 0,0-25 0,0 24 16,-25-24-16,25 25 0,0-25 0,0 25 0,0-25 0,-25 25 15,25 0-15,0-25 0,0 24 0,0-24 0,-24 25 16,24-25-16,0 0 0,0 25 0,0-25 0,-25 25 0,25-25 16,0 25-16,0-25 0,0 24 0,-25-24 0,25 0 15,0 25-15,0-25 0,-25 25 0,25-25 0,0 0 0,0 25 16,-25-25-16,25 0 0,0 0 0,0 25 0,-24-25 0,24 0 15,0 0-15,0 24 0,-25-24 0,25 0 0,0 0 16,0 0-16,-25 0 0,25 25 0,0-25 0,0 0 0,0 0 16,-25 0-16,25 0 0,0 0 0,0 0 0,0 0 0,0 0 15,0 0-15,0 0 0,-25 0 0,25 0 0,0 0 16,0 0-16,0 0 0,0 0 0,0 0 0,0 0 0,0 0 15,0 0-15,0 0 0,0-25 0,0 25 0,0 0 0,-24 0 16,24 0-16,0 0 0,0-24 0,0 24 0,0 0 16,0 0-16,0 0 0,0 0 0,0-25 0,0 25 0,-25 0 15,25 0-15,0 0 0,0 0 0,0-25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20:24.18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2704 1587 0,'0'0'0,"0"0"0,0 0 0,0 0 15,0 0-15,0 0 0,0 0 0,-25 0 0,25 0 16,0 0-16,0 0 0,0 0 0,0 0 0,0 0 0,0 0 16,0 0-16,0 0 0,0 0 0,0 0 0,0 0 15,-25 0-15,25 0 0,0 0 0,0 0 0,0 0 0,0 0 16,-25 0-16,25 0 0,0 0 0,0 0 0,0 0 0,0 0 15,0 0-15,0 0 0,0 0 0,0 0 0,0 0 16,0 0-16,0 0 0,-25 0 0,25 0 0,0 0 0,0 0 16,0 0-16,0 0 0,0 0 0,0 0 0,0 0 0,0 0 15,0 0-15,0 0 0,0 0 0,0 0 0,0 0 16,0 0-16,0 0 0,0 0 0,0 0 0,0 0 0,0 0 15,0 0-15,0 0 0,25 0 0,-25 0 0,0 0 0,0 0 16,0 0-16,0 0 0,0 0 0</inkml:trace>
  <inkml:trace contextRef="#ctx0" brushRef="#br0" timeOffset="295.0168">2679 1587 0,'0'25'0,"0"-25"0,0 0 0,-25 0 0,25 0 0,0 0 0,0 0 0,0 0 0,0 0 0,0 0 0,0 0 0,0 0 0,0 0 0,0 0 0,0 0 0,0 0 0,0 0 0,0 0 0,0 0 0,0 0 0,0 0 0,0 0 0,0 0 0,0 0 0,0 25 0,0-25 0,0 0 0,0 0 0,0 25 0,0-25 0,0 25 0,0-25 0,0 25 0,0-25 0,0 24 0,-25-24 0,25 25 16,0-25-16,0 0 0,0 25 0,0-25 0,0 25 0,0-25 15,0 0-15,-25 25 0,25-25 0,0 0 0,0 24 16,0-24-16,0 0 0,0 0 0,0 25 0,0-25 0,0 0 16,0 25-16,0-25 0,-24 0 0,24 0 0,0 25 0,0-25 15,0 0-15,0 25 0,0-25 0,0 0 0,0 0 16,0 0-16,0 0 0,0 0 0,0 0 0,-25 0 0,25 0 15,0 0-15,0 0 0,0 0 0</inkml:trace>
  <inkml:trace contextRef="#ctx0" brushRef="#br0" timeOffset="563.0318">2530 1761 0,'0'-25'0,"0"25"16,0 0-16,0 0 0,0 0 0,0 0 0,0 0 0,0 0 15,0 0-15,0 0 0,0 0 0,0 0 0,0 0 0,0 0 16,0 0-16,0 0 0,0 0 0,0 0 0,0 0 0,0 0 15,0 25-15,0-25 0,0 0 0,25 0 0,-25 0 16,0 25-16,0-25 0,25 0 0,-25 0 0,0 25 0,24-25 16,-24 0-16,0 25 0,0-25 0,25 0 0,-25 24 15,0-24-15,0 0 0,25 25 0,-25-25 0,0 0 0,0 0 16,0 25-16,25-25 0,-25 0 0,0 25 0,0-25 0,0 0 15,0 25-15,0-25 0,0 0 0,25 0 0,-25 24 0,0-24 16,0 0-16,0 0 0,0 0 0,0 0 0,0 0 0,0 0 16,0 0-16,0 0 0,0 0 0</inkml:trace>
  <inkml:trace contextRef="#ctx0" brushRef="#br0" timeOffset="792.0453">2505 1836 0,'-25'0'0,"25"0"16,0 0-16,0 0 0,0 0 0,0-25 0,0 25 15,0 0-15,0 0 0,0 0 0,0 0 0,0 0 0,0 0 16,0 0-16,0 0 0,0 0 0,0 0 0,0 0 0,25 0 16,-25 0-16,25 0 0,-25 0 0,0 0 0,25 0 15,0-25-15,-25 25 0,24 0 0,-24 0 0,25 0 0,-25 0 16,25 0-16,-25 0 0,25 0 0,0 0 0,-25 0 0,25 0 15,-25 0-15,24 0 0,-24 0 0,25 0 0,-25 0 0,0-25 16,25 25-16,-25 0 0,0 0 0,25 0 0,-25 0 16,0 0-16,0 0 0</inkml:trace>
  <inkml:trace contextRef="#ctx0" brushRef="#br0" timeOffset="1432.0818">2753 1513 0,'0'0'0,"-24"0"0,24 0 0,0-25 0,0 25 0,-25 0 16,25 0-16,0-25 0,0 25 0,0 0 0,-25 0 15,25 0-15,0 0 0,0 0 0,-25-24 0,25 24 0,0 0 16,-25 0-16,25 0 0,0 0 0,0 0 0,0 0 0,-25 0 15,25 0-15,0 0 0,0 0 0,-24 0 0,24 0 0,0 0 16,-25 0-16,25 0 0,0 0 0,0 0 0,-25 0 0,25 24 16,0-24-16,-25 0 0,25 0 0,0 0 0,-25 0 15,25 0-15,-24 0 0,24 0 0,0 0 0,-25 0 0,25 25 16,0-25-16,-25 0 0,25 0 0,0 25 0,-25-25 0,25 0 15,0 25-15,-25-25 0,25 0 0,0 25 0,0-25 0,-24 0 16,24 0-16,0 24 0,0-24 0,-25 0 0,25 25 0,0-25 16,0 0-16,0 25 0,-25-25 0,25 25 0,0-25 15,0 0-15,0 25 0,0-25 0,0 25 0,0-25 0,0 24 16,0-24-16,0 25 0,0-25 0,0 25 0,0-25 0,0 25 15,0-25-15,0 25 0,25-25 0,-25 24 0,0-24 16,0 25-16,0-25 0,25 25 0,-25-25 0,0 25 0,24-25 16,-24 25-16,25-1 0,-25-24 0,0 25 0,25-25 0,-25 25 15,25-25-15,-25 25 0,25-25 0,-25 0 0,24 25 0,-24-25 16,25 24-16,0-24 0,-25 0 0,25 25 0,-25-25 0,25 0 15,-1 25-15,-24-25 0,25 0 0,0 0 0,-25 0 16,25 0-16,-25 0 0,25 0 0,0 0 0,-25 0 16,24 0-16,1 0 0,-25 0 0,25 0 0,-25 0 0,25-25 15,0 25-15,-25-25 0,24 25 0,-24-24 0,25 24 0,-25-25 16,25 25-16,-25-25 0,0 0 0,25 25 0,-25-25 0,0 1 15,0-1-15,0 25 0,0-25 0,0 0 0,0 25 16,0-25-16,0 1 0,0-1 0,0 0 0,0 0 0,0 25 16,-25-25-16,25 1 0,0-1 0,0 0 0,0 25 0,-25-25 15,25 0-15,0 25 0,-25-25 0,25 25 0,0-24 16,0 24-16,-24-25 0,24 25 0,0 0 0,-25 0 0,25 0 15,0-25-15,0 25 0,-25 0 0,25 0 0,0 0 0,0 0 16,-25 0-16,25 0 0,0 0 0,0 0 0,0 0 0,-25 0 16,25 0-16,0 0 0,0 0 0,0 0 0,0 0 15,0-25-15,25 25 0</inkml:trace>
  <inkml:trace contextRef="#ctx0" brushRef="#br0" timeOffset="2130.1218">4192 1662 0,'0'0'0,"0"0"0,0 0 15,-25 0-15,25 0 0,0 0 0,0-25 0,0 25 0,-25 0 16,25 0-16,0 0 0,0 0 0,0-25 0,-24 25 15,24 0-15,0 0 0,0 0 0,0 0 0,-25 0 0,25 0 16,0 0-16,0 0 0,0 25 0,0-25 0,-25 0 0,25 0 16,0 0-16,0 0 0,0 0 0,-25 0 0,25 25 15,0-25-15,0 0 0,0 0 0,-25 25 0,25-25 0,0 0 16,0 25-16,-24-25 0,24 24 0,0-24 0,0 25 15,0-25-15,0 25 0,0 0 0,0-25 0,0 25 0,0-1 16,0-24-16,0 25 0,0-25 0,0 0 0,0 25 0,0-25 16,0 25-16,0-25 0,0 25 0,24-25 0,-24 24 15,0-24-15,25 0 0,-25 25 0,0-25 0,25 0 0,-25 0 16,25 0-16,-25 0 0,0 0 0,25 0 0,-25 0 15,24 0-15,1 0 0,-25 0 0,25 0 0,-25-25 0,25 25 16,0 0-16,-25 0 0,24 0 0,1 0 0,-25 0 0,25-24 16,-25 24-16,25 0 0,0-25 0,-25 25 0,24 0 15</inkml:trace>
  <inkml:trace contextRef="#ctx0" brushRef="#br0" timeOffset="3790.2168">4415 1860 0,'0'0'0,"0"0"0,0 0 15,-25 0-15,25 0 0,0 0 0,0 0 0,0 0 0,0 0 16,0 0-16,0 0 0,0 0 0,0 0 0,0 0 15,0 0-15,0-24 0,0 24 0,0 0 0,25 0 0,-25-25 16,0 25-16,0 0 0,25-25 0,-25 25 0,0 0 0,25-25 16,-25 25-16,25 0 0,-25-25 0,0 25 0,24-24 15,-24 24-15,25-25 0,-25 25 0,25-25 0,-25 25 0,0-25 16,25 25-16,-25-25 0,0 0 0,25 25 0,-25-24 15,0 24-15,0-25 0,0 25 0,0-25 0,0 25 0,0 0 16,0-25-16,0 25 0,0-25 0,-25 25 0,25 0 0,0 0 16,0-24-16,0 24 0,-25 0 0,25 0 0,0-25 15,0 25-15,-25 0 0,25 0 0,0-25 0,-25 25 16,25 0-16,0 0 0,-24 0 0,24 0 0,0 0 0,0 0 15,0 0-15,-25 0 0,25 0 0,0 0 0,0 0 0,0 0 16,0 0-16,0 0 0,0 0 0,0 25 0,0-25 16,-25 0-16,25 0 0,0 0 0,0 0 0,0 25 15,0-25-15,25 0 0,-25 0 0,0 24 0,0-24 0,0 25 16,0-25-16,0 25 0,0-25 0,0 25 0,0-25 0,0 25 15,0-1-15,0-24 0,0 25 0,0 0 0,0-25 0,25 25 16,-25 0-16,0-25 0,0 25 0,0-1 0,0-24 16,0 25-16,0 0 0,0-25 0,0 25 0,0-25 0,0 25 156,24 123-156,-24-148 0,0 0 0,0 0 0,0 0 0,0 0 0,0 0 0,0 0 0,0 0 0,25 0 0,-25 0 0,0 0 0,0-24 0,0 24 0,0 0 0,0-25 0,25 25 0,-25 0 0,0-25 0,0 25 0,0-25 0,25 25 0,-25-25 0,0 25 0,25 0 0,-25-24 0,0 24 0,0-25 0,24 25 0,-24 0 0,0 0 0,0-25 0,0 25 0,25 0 0,-25 0 0,0 0 0,0 0 0,0 0 15,0-25-15,0 25 0,0 0 0,0 0 0,0 0 16,0 0-16,0 0 0,0 25 0,0-25 0,0 0 0,0 0 15,0 0-15,25 25 0,-25-25 0,0 0 0,0 0 0,0 25 16,0-25-16,0 0 0,0 24 0,0-24 0,0 0 16,0 25-16,0-25 0,0 25 0,0-25 0,0 0 0,25 25 15,-25-25-15,0 0 0,0 25 0,0-25 0,0 24 16,0-24-16,0 0 0,25 25 0,-25-25 0,0 25 0,0-25 15,0 0-15,24 0 0,-24 25 0,0-25 0,0 0 0,0 0 16,25 0-16,-25 0 0,0 0 0,25 0 0,-25 0 16,0-25-16,0 25 0,25 0 0,-25 0 0,0 0 0,25 0 15,-25 0-15,25-25 0,-25 25 0,0 0 0,24 0 16,-24-25-16,0 25 0,25 0 0,-25-24 0,0 24 0,0-25 15,25 25-15,-25-25 0,0 25 0,0 0 0,0-25 0,0 25 16,0-25-16,0 25 0,0 0 0,0 0 0,0-24 16,0 24-16,-25 0 0,25 0 0,0-25 0,0 25 0,0 0 15,0 0-15,0 0 0,0 0 0,0-25 0,0 25 16,0 0-16,0 0 0,0 0 0,0 0 0,0 0 0,0 0 15,0 0-15,0 0 0,0 0 0,0 0 0,0 0 0,0 25 16,0-25-16,0 0 0,0 0 0,0 0 0,0 0 16,0 25-16,0-25 0,0 0 0,0 24 0,0-24 0,0 25 15,0-25-15,0 25 0,0-25 0,0 25 0,0-25 16,0 25-16,0-25 0,0 0 0,25 24 0,-25-24 0,0 25 15,0-25-15,0 0 0,0 25 0,25-25 0,-25 0 0,0 0 16,0 0-16,0 25 0,0-25 0,25 0 0,-25 0 16,0 0-16,0 25 0,24-25 0,-24 0 0,0 0 0,25 0 15,-25 0-15,0 0 0,25 0 0,-25 0 0,0-25 16,25 25-16,-25 0 0,0-25 0,25 25 0,-25 0 0,0-25 15,0 25-15,24 0 0,-24-25 0,0 25 0,0-24 0,0 24 16,25-25-16,-25 25 0,0 0 0,0-25 0,0 25 16,0-25-16,0 25 0,0 0 0,0-25 0,0 25 0,0 0 15,0 0-15,0-24 0,0 24 0,0 0 0,0 0 16,0-25-16,0 25 0,0 0 0,0-25 0,0 25 0,0 0 15,0 0-15,-25 0 0,25 0 0,0-25 0,0 25 0,0 0 16,0 0-16,0 0 0,0 0 0,0 0 0,0 0 16,0 0-16,0 25 0,0-25 0,0 0 0,0 0 0,0 0 15,0 0-15,0 0 0,0 25 0,0-25 0,0 0 16,0 25-16,0-25 0,0 24 0,0-24 0,0 25 15,0-25-15,25 25 0,-25-25 0,0 25 0,0-25 0,0 25 0,0-25 16,0 0-16,0 24 0,25-24 0,-25 25 0,0-25 16,0 0-16,0 0 0,0 25 0,0-25 0,25 0 0,-25 0 15,0 0-15,0 0 0,25 0 0,-25 0 0,0 0 16,0 0-16,24 0 0,-24 0 0,0 0 0,25 0 0,-25 0 15,25 0-15,-25 0 0,0 0 0,25 0 0,-25-25 0,0 25 16,0 0-16,25 0 0,-25-25 0,0 25 0,24 0 16,-24 0-16,0-24 0,0 24 0,0 0 0,25-25 0,-25 25 15,0-25-15,0 25 0,0 0 0,0-25 0,0 25 16,0-25-16,0 25 0,0-24 0,0-1 0,0 25 0,0-25 15,0 25-15,0 0 0,0-25 0,0 25 0,0 0 0,0 0 16,0 0-16,0 0 0,0 0 0,0-25 0,0 25 16,0 0-16,0 0 0,0 0 0,0 0 0,0 0 15,0 0-15,0 0 0,0 0 0,0 25 0,0-25 0,0 0 16,0 25-16,0-25 0,0 25 0,0-25 0,0 0 0,0 25 15,0-25-15,0 24 0,0-24 0,25 0 0,-25 25 16,0-25-16,0 25 0,0-25 0,0 25 0,0-25 0,0 25 16,0-25-16,0 0 0,0 24 0,0-24 0,0 0 15,0 25-15,0-25 0,0 0 0,0 0 0,0 0 0,0 25 16,0-25-16,0 0 0,0 0 0,0 0 0,0 0 0,0 0 15,0 0-15,0 0 0,0 0 0,0 0 0,25-25 0,-25 25 16,0 0-16,0 0 0,0-25 0,0 25 0,0 0 16,0-24-16,25 24 0,-25 0 0,0-25 0,0 25 15,24-25-15,-24 25 0,0-25 0,0 25 0,25-25 0,-25 25 16,0 0-16,25 0 0,-25-24 0,0 24 0,0 0 0,0 0 15,25 0-15,-25 0 0,0 0 0,0 0 0,25 0 16,-25 0-16,0 0 0,0 0 0,0 0 0,24 24 0,-24-24 16,0 0-16,0 0 0,0 25 0,0-25 0,0 0 15,0 25-15,0-25 0,0 0 0,0 25 0,0-25 0,0 25 16,25-25-16,-25 0 0,0 24 0,0-24 0,0 0 0,0 0 15,0 25-15,0-25 0,0 0 0,0 0 0,0 25 16,0-25-16,0 0 0,0 0 0,25 0 0,-25 0 0,0 25 16,0-25-16,25 0 0,-25 0 0,0 0 0,25 0 15,-25-25-15,24 25 0,-24 0 0,25 0 0,-25 0 0,25-25 16,-25 25-16,25 0 0,-25-25 0</inkml:trace>
  <inkml:trace contextRef="#ctx0" brushRef="#br0" timeOffset="4301.246">6003 1761 0,'0'0'0,"-25"0"16,25 0-16,0-25 0,0 25 0,0 0 0,-25 0 0,25 0 15,0 0-15,0 0 0,-25 0 0,25 0 0,0 0 16,0 0-16,-24 0 0,24 25 0,0-25 0,0 0 0,0 0 16,-25 25-16,25-25 0,0 25 0,0-25 0,0 25 15,0-25-15,0 0 0,0 24 0,-25-24 0,25 25 0,0-25 16,0 0-16,25 25 0,-25-25 0,0 25 0,0-25 0,0 0 15,0 25-15,0-25 0,0 0 0,25 0 0,-25 24 16,0-24-16,0 0 0,0 0 0,24 0 0,-24 25 0,0-25 16,25 0-16,-25 0 0,0 0 0,25 0 0,-25-25 15,0 25-15,25 0 0,-25 0 0,25 0 0,-25-24 0,0 24 16,24 0-16,-24-25 0,25 25 0,-25 0 0,0-25 0,0 25 15,0 0-15,25-25 0,-25 25 0,0-25 0,0 25 16,0-24-16,0 24 0,0 0 0,0-25 0,0 25 0,0 0 16,25 0-16,-25 0 0,0-25 0,0 25 0,0 0 15,0 0-15,0 25 0,0-25 0,0 0 0,0 0 0,0 25 16,0-25-16,0 0 0,0 24 0,0-24 0,0 25 0,0-25 15,0 25-15,0 0 0,0-25 0,0 25 0,0-1 16,0 1-16,0-25 0,0 25 0,0 0 0,0 0 0,0-1 16,0 1-16,0 0 0,0 0 0,0 0 0,0-1 15,0 1-15,25 0 0,-25-25 0,0 25 0,0 0 0,0-1 16,0-24-16,0 25 0,0-25 0,0 25 0,0-25 15,0 25-15,0-25 0,0 0 0,0 25 0,-25-25 0,25 0 16,0 0-16,0 24 0,0-24 0,0 0 0,-25 0 16,25 0-16,0 0 0,0 25 0,-25-50 0,25 25 0,0 0 15,-25 0-15,25 0 0,0 0 0,-24 0 0,24 0 16,0-24-16,-25 24 0,25 0 0,-25 0 0,25 0 0,-25 0 15,25-25-15,0 25 0,-25-25 0,25 25 0,-24-25 16,24 25-16,-25 0 0,25-25 0,-25 25 0,25-24 0,-25-1 16,25 25-16</inkml:trace>
  <inkml:trace contextRef="#ctx0" brushRef="#br0" timeOffset="4686.268">5085 1414 0,'0'0'0,"0"-25"0,0 25 0,0 0 0,0 0 0,0 0 16,0-25-16,-25 25 0,25 0 0,0 0 0,0 0 16,0 0-16,0 0 0,0 0 0,0 0 0,25 0 0,-25 0 15,0 0-15,0 0 0,0 0 0,25-25 0,-25 25 16,0 0-16,25 0 0,-25 0 0,0 25 0,24-25 0,-24 0 15,0 0-15,0 0 0,25 0 0,-25 0 0,0 25 0,0-25 16,25 0-16,-25 0 0,0 25 0,0-25 0,0 0 0,0 25 16,0-25-16,0 24 0,0-24 0,0 0 0,0 25 15,0-25-15,0 25 0,-25-25 0,25 0 0,0 25 0,0-25 16,-25 0-16,25 0 0,0 25 0,-24-25 0,24 0 15,0 0-15,0 0 0,-25 0 0,25 0 0,0 0 0,0 0 16,0 0-16,-25 0 0,25 0 0,0 0 0,0 0 0</inkml:trace>
  <inkml:trace contextRef="#ctx0" brushRef="#br0" timeOffset="4879.2786">5383 1116 0,'0'0'0,"0"0"0,24-25 0,-24 25 0,0 0 16,0 0-16,0 0 0,0 0 0,0 0 0,0 0 15,0 25-15,0-25 0,0 0 0,0 0 0,0 0 0,0 25 16,0-25-16,0 0 0,0 25 0,0-25 0,-24 25 0,24-1 16,0-24-16,0 25 0,0 0 0,0-25 0,-25 25 0,25 0 15,0-25-15,0 24 0,0-24 0,0 25 0,0-25 16,0 25-16,-25-25 0</inkml:trace>
  <inkml:trace contextRef="#ctx0" brushRef="#br0" timeOffset="5856.3349">6871 1811 0,'0'0'0,"0"0"0,0 0 15,0 0-15,0 0 0,0 0 0,0 0 0,0 0 0,0 0 16,0 0-16,0 0 0,0 0 0,0 0 0,0 0 15,0 0-15,0 0 0,0 0 0,0 25 0,0-25 0,0 0 16,25 0-16,-25 24 0,0-24 0,0 25 0,0-25 0,0 25 16,0-25-16,25 0 0,-25 25 0,0-25 0,0 0 15,0 25-15,0-25 0,0 0 0,0 24 0,0-24 0,0 25 16,0-25-16,0 0 0,0 25 0,0-25 0,0 0 15,0 25-15,0-25 0,0 0 0,-25 25 0,25-25 0,0 0 16,0 0-16,0 0 0,0 0 0,0 0 0,0 24 0,0-24 16,0 0-16,0 0 0,0 0 0,0 0 0,0 0 15,0 0-15,0 0 0,0-24 0,0 24 0,0 0 0,0 0 16,0-25-16,0 25 0,0-25 0,0 25 0,0-25 15,0 25-15,25-25 0,-25 25 0,0-24 0,0 24 0,0-25 16,0 25-16,24-25 0,-24 25 0,0-25 0,0 25 0,25-25 16,-25 25-16,0-24 0,0 24 0,25 0 0,-25 0 15,0 0-15,0 0 0,25-25 0,-25 25 0,0 0 0,0 0 16,25 25-16,-25-25 0,0 0 0,0 0 0,24 0 47,-24 0-47,0 0 0,0 0 0,0 24 0,25-24 0,-25 0 0,0 25 0,0-25 0,0 0 0,0 25 0,0-25 0,0 25 0,0-25 0,0 0 0,0 25 0,0-25 0,0 24 15,0-24-15,0 0 109,0 50-109,0-50 0,0 0 0,0 0 0,0 0 0,0 0 0,0 25 0,0-25 0,0 0 0,0 0 0,0 0 0,0 0 0,0-25 0,0 25 0,0 0 0,0 0 0,0 0 0,0 0 0,0-25 0,0 25 0,0 0 0,25-25 0,-25 25 0,0 0 0,0-24 0,0 24 0,25-25 0,-25 25 0,0-25 0,0 25 0,0-25 0,25 25 0,-25 0 0,0-25 0,24 25 0,-24 0 0,0-24 0,0 24 16,25 0-16,-25 0 0,0 0 0,0-25 0,25 25 0,-25 0 16,0 0-16,0 0 0,25 0 0,-25 0 0,0 0 15,0 0-15,25 0 0,-25 25 0,0-25 0,0 0 0,0 24 16,0-24-16,0 0 0,0 25 0,24-25 0,-24 0 15,0 25-15,0-25 0,0 25 0,0-25 0,0 25 0,0-25 16,0 0-16,0 24 0,0-24 0,0 0 0,0 25 0,0-25 16,0 0-16,0 0 0,0 0 0,0 0 0,0 25 15,0-25-15,0 0 0,0 0 0,0 0 0,0 0 16,0 25-16,0-25 0,25 0 0,-25 0 0,0 0 0,0 0 15,0 0-15,0 0 0,25 0 0,-25 0 0,0 0 0,0 0 16,0 0-16,25 0 0,-25-25 0,0 25 0,25 0 16</inkml:trace>
  <inkml:trace contextRef="#ctx0" brushRef="#br0" timeOffset="6564.3754">7516 1761 0,'0'0'0,"0"0"0,0 0 0,0 0 0,0 0 0,0 0 16,0 0-16,0 0 0,0 0 0,0 0 0,0 0 0,0 0 15,0 0-15,0 0 0,0 0 0,0 0 0,0 0 16,0 0-16,0 0 0,0 0 0,0 0 0,0 0 0,0 25 16,0-25-16,0 0 0,0 25 0,0-25 0,0 25 15,0-25-15,0 24 0,0-24 0,0 25 0,0-25 0,0 25 16,0-25-16,0 0 0,0 25 0,0-25 0,0 25 0,0-25 15,0 0-15,0 24 0,0-24 0,0 25 0,25-25 16,-25 25-16,0-25 0,0 0 0,0 25 0,0-25 0,24 0 16,-24 0-16,0 0 0,0 0 0,25 0 0,-25 0 15,0 0-15,25 0 0,-25-25 0,0 25 0,25 0 0,-25 0 16,0 0-16,25 0 0,-25-25 0,0 25 0,24 0 0,-24 0 15,0-25-15,0 25 0,25 0 0,-25-24 0,0 24 16,0-25-16,25 25 0,-25 0 0,0-25 0,0 25 0,0-25 16,0 25-16,0-25 0,0 25 0,0 0 0,0-24 15,0 24-15,0-25 0,0 25 0,0 0 0,0-25 0,0 25 16,0 0-16,0-25 0,0 25 0,0 0 0,0 0 0,0 0 15,0 0-15,0 0 0,0 0 0,0 0 0,0 0 16,0 0-16,0 0 0,0 0 0,0 0 0,0 25 0,25-25 16,-25 0-16,0 0 0,0 25 0,0-25 0,0 25 15,0-25-15,0 24 0,0-24 0,0 0 0,0 25 0,0-25 16,0 25-16,0-25 0,0 0 0,0 25 0,0-25 0,0 0 15,0 25-15,0-25 0,0 0 0,25 24 0,-25-24 16,0 0-16,0 0 0,0 25 0,0-25 0,0 0 0,0 0 16,0 0-16,0 0 0,0 0 0,0 0 0,0 0 15,0 0-15,0 0 0,0 0 0,24 0 0,-24 0 0,0 0 16,0 0-16,0 0 0,25-25 0,-25 25 0,0 0 0,25-24 15,-25 24-15,0 0 0,25-25 0,-25 25 0,0-25 16,25 25-16,-25 0 0,0-25 0,0 25 0,24 0 0,-24-25 16,0 25-16,0 0 0,25-24 0,-25 24 0,0 0 15,0 0-15,0 0 0,0 0 0,0 0 0,25 0 0,-25 0 16,0 0-16,0 0 0,0 24 0,0-24 0,0 0 0,0 0 15,0 25-15,0-25 0,0 0 0,0 25 0,0-25 16,0 0-16,0 25 0,0-25 0,0 25 0,0-25 0,0 0 16,0 24-16,0-24 0,0 25 0,0-25 0,0 0 15,0 25-15,0-25 0,0 0 0,0 0 0,25 0 0,-25 25 16,0-25-16,0 0 0,0 0 0,0 0 0,25 0 0,-25-25 15,0 25-15,25 0 0,-25 0 0,0 0 0,24 0 16,-24-25-16,0 25 0,25 0 0,-25 0 0,25-25 0,-25 25 16,0-24-16,25 24 0</inkml:trace>
  <inkml:trace contextRef="#ctx0" brushRef="#br0" timeOffset="7151.409">8062 1761 0,'-25'0'0,"25"0"0,0 0 0,0 0 0,0 0 0,-25 0 16,25 0-16,0 0 0,0 0 0,0 0 0,0 0 0,0 0 15,0 0-15,0 0 0,0 0 0,25-25 0,-25 25 16,0 0-16,0 0 0,25-24 0,-25 24 0,0 0 0,24 0 16,-24-25-16,25 25 0,-25-25 0,25 25 0,-25 0 15,25-25-15,-25 25 0,25 0 0,-25-25 0,24 25 0,-24-25 16,0 25-16,25-24 0,-25 24 0,25 0 0,-25-25 15,25 25-15,-25-25 0,0 25 0,0 0 0,25-25 0,-25 25 16,0-25-16,0 25 0,0 0 0,0-24 0,0 24 16,0-25-16,0 25 0,0 0 0,0-25 0,0 25 0,-25 0 15,25 0-15,0-25 0,0 25 0,-25 0 0,25 0 0,0 0 16,0 0-16,-25 0 0,25 0 0,0 0 0,0 0 15,-25 0-15,25-25 0,0 25 0,0 0 0,0 25 0,0-25 16,0 0-16,0 0 0,0 0 0,0 0 0,0 0 16,0 25-16,0-25 0,0 25 0,0-25 0,0 0 0,0 25 15,0-25-15,0 24 0,0 1 0,0-25 0,0 25 0,0-25 16,0 25-16,0-25 0,0 25 0,0-1 0,0-24 15,0 25-15,0 0 0,0-25 0,0 25 0,0 0 0,0-25 16,0 25-16,0-1 0,0-24 0,0 25 0,0-25 16,0 25-16,0-25 0,0 0 0,0 25 0,0-25 0,0 25 15,0-25-15,0 0 0,0 24 0,0-24 0,0 0 16,0 0-16,0 0 0,0 25 0,25-25 0,-25 0 0,0 0 15,0 0-15,0 0 0,0 0 0,0 0 0,25 0 0,-25 0 16,0 0-16,0-25 0,0 25 0,25 0 0,-25-24 16,0 24-16,0 0 0,25 0 0,-25 0 0,0-25 0,0 25 15,0 0-15,24 0 0,-24 0 0,0 0 0,0 25 0,0-25 16,0 0-16,0 0 0,0 0 0,0 24 0,25-24 15,-25 0-15,0 25 0,0-25 0,0 0 0,0 25 0,-25-25 16,25 25-16,0-25 0,0 25 0,0-25 0,0 0 16,0 24-16,-24-24 0,24 25 0,0-25 0,0 0 0,0 0 15,0 0-15,-25 25 0,25-25 0,0 0 0,0 0 0,-25 0 16,25 0-16,0 0 0,-25 0 0,25 0 0,0-25 15</inkml:trace>
  <inkml:trace contextRef="#ctx0" brushRef="#br0" timeOffset="7342.4199">7665 1439 0,'0'-25'0,"0"25"0,0 0 0,0 0 0,0 0 0,0 0 15,0 0-15,0 0 0,0 0 0,0 0 0,0 0 0,0 0 16,0 0-16,0 0 0,0 0 0,0 0 0,0 0 15,0 0-15,0 0 0,0 0 0,0 0 0,0 0 0,24 0 16,-24 0-16,0 0 0,0 0 0,0 25 0,0-25 16,0 0-16</inkml:trace>
  <inkml:trace contextRef="#ctx0" brushRef="#br0" timeOffset="8670.4957">9178 1836 0,'0'-25'0,"0"25"0,0 0 0,0 0 0,0 0 15,25 0-15,-25 0 0,0 0 0,0 0 0,0 0 16,0 0-16,0 0 0,0 0 0,0 0 0,0 0 0,0 0 16,0 0-16,24 0 0,-24 0 0,0 0 0,0 25 0,0-25 15,0 0-15,0 24 0,0-24 0,0 0 0,0 25 16,0-25-16,25 25 0,-25-25 0,0 0 0,0 25 0,0-25 15,0 25-15,0-25 0,0 0 0,0 24 0,0-24 47,0 0-47,0 25 0,0-25 0,0 0 0,0 25 0,0-25 0,0 0 0,0 0 0,0 0 0,0 0 0,0 0 0,0 0 0,0 25 0,0-25 0,0 0 0,0 0 0,0 0 16,0 0-16,0 0 109,0-50-109,0 50 0,0 0 0,0-25 0,0 25 0,0 0 0,0-24 0,0 24 0,0-25 0,0 25 0,0-25 0,25 25 0,-25-25 0,0 25 0,0-25 0,25 25 0,-25-24 0,0 24 0,0-25 0,25 25 0,-25 0 0,0 0 0,24-25 0,-24 25 0,0 0 0,0 0 0,25 0 0,-25 0 0,0 0 0,25 0 0,-25 0 0,0 25 0,0-25 0,0 0 0,25 25 0,-25-25 0,0 0 16,0 24-16,0-24 0,0 0 0,0 25 0,0-25 15,25 25-15,-25-25 0,0 25 0,0-25 0,0 0 0,0 25 16,0-25-16,0 24 0,0-24 0,0 0 0,0 25 15,0-25-15,0 0 0,0 0 0,0 0 0,0 25 0,0-25 16,0 0-16,0 0 0,0 0 0,0 0 0,0 0 0,0 0 16,0 0-16,0 0 0,0 0 0,0 0 0,0 0 15,0 0-15,24 0 0,-24-25 0,0 25 0,0 0 0,25 0 16,-25-25-16,0 25 0,0-24 0,25 24 0,-25-25 15,0 25-15,25-25 0,-25 25 0,0-25 0,25 0 0,-25 25 16,0-24-16,24 24 0,-24-25 0,0 25 0,25-25 0,-25 25 16,0 0-16,25 0 0,-25-25 0,0 25 0,0 0 15,0 25-15,0-25 0,0 0 0,0 0 0,0 0 0,0 0 16,0 0-16,0 25 0,0-25 0,0 0 0,0 0 15,0 25-15,0-25 0,0 0 0,0 24 0,0-24 0,0 0 16,0 25-16,0-25 0,0 0 0,0 25 0,0-25 0,0 0 16,0 25-16,0-25 0,0 0 0,0 25 0,0-25 15,0 0-15,0 24 0,0-24 0,0 25 0,0-25 0,0 25 16,0-25-16,0 0 0,0 25 0,0-25 0,25 0 15,-25 0-15,0 25 0,0-25 0,0 0 0,0 0 0,0 0 16,25 0-16,-25 0 0,0 0 0,0 0 0,0 0 16,24 0-16,-24 0 0,0-25 0,0 25 0,25 0 0,-25 0 15,0 0-15,25-25 0,-25 25 0,0 0 0,25-25 16,-25 25-16,0 0 0,0-25 0,0 25 0,25 0 0,-25-24 15,0 24-15,0-25 0,0 25 0,0 0 0,0 0 0,24-25 16,-24 25-16,0 0 0,0 0 0,0-25 0,0 25 16,0 0-16,0 0 0,0-25 0,0 25 0,0 0 0,0 0 15,0 0-15,0 0 0,0 0 0,0 0 0,0 0 16,0 0-16,0 0 0,0 0 0,0 0 0,0 0 0,0 25 15,0-25-15,0 0 0,0 25 0,0-25 0,0 0 0,0 25 16,0-25-16,0 0 0,0 25 0,0-25 0,0 0 16,25 24-16,-25-24 0,0 25 0,0-25 0,0 0 0,0 0 15,0 25-15,0-25 0,25 0 0,-25 25 0,0-25 16,0 0-16,0 0 0,25 25 0,-25-25 0,0 0 0,0 0 15,25 0-15,-25 0 0,0 0 0,0 0 0,24 0 16,-24 0-16,0 0 0,25-25 0,-25 25 0,0-25 0,0 25 16,25 0-16,-25-25 0,0 25 0,0-25 0,0 25 15,0-24-15,0 24 0,0-25 0,0 25 0,0 0 0,-25-25 16,25 25-16,0-25 0,0 25 0,0-25 0,0 25 0,-25 0 15,25-24-15,0 24 0,0 0 0,0 0 0,0-25 16,0 25-16,-24 0 0,24 0 0,0 0 0,0 0 0,-25 0 16,25 0-16,0 0 0,0 0 0,-25 25 0,25-25 15,0 0-15,0 24 0,0-24 0,0 0 0,-25 25 0,25-25 16,0 0-16,0 0 0,0 0 0,0 25 0,0-25 0,0 0 15,0 0-15,0 0 0,0 0 0,0 0 0,0 0 16,0 0-16,0 0 0,0 0 0,0 0 0,0 0 0,25 0 16,-25 0-16,0 0 0</inkml:trace>
  <inkml:trace contextRef="#ctx0" brushRef="#br0" timeOffset="9000.5148">10220 1488 0,'0'0'0,"0"0"0,0 0 0,0 0 0,0 0 0,0 0 0,0 0 15,0 25-15,0-25 0,0 0 0,0 0 0,0 0 16,0 0-16,0 25 0,0-25 0,0 25 0,0-25 0,0 24 15,0-24-15,24 25 0,-24 0 0,0-25 0,0 25 16,0 0-16,0 0 0,0-25 0,0 24 0,0 1 0,0 0 16,0-25-16,0 25 0,0-25 0,0 25 0,0-1 15,0-24-15,0 25 0,0-25 0,0 25 0,0-25 0,0 0 16,0 25-16,0-25 0,0 25 0,0-25 0,0 0 0,0 24 15,0-24-15,0 25 0,0-25 0,0 0 0,0 0 16,0 0-16,0 25 0,0-25 0,0 0 0,0 0 16,0-25-16,0 25 0,-24 0 0,24 0 0,0 0 0,0 0 15,0-25-15,0 25 0,0 0 0</inkml:trace>
  <inkml:trace contextRef="#ctx0" brushRef="#br0" timeOffset="9161.524">10195 1885 0,'0'0'0,"0"0"0,0 0 0,0 0 0,0 0 16,0 0-16,0 0 0,0 0 0,0 0 0,0 0 15,25 0-15,-25-25 0,0 25 0,0 0 0,0 0 0,24 0 16,-24 0-16,0 0 0,25 0 0,-25 0 0,0 0 0,25-24 15,-25 24-15,25 0 0,-25 0 0,0 0 0,25 0 0,-25 0 16,0 0-16,24-25 0,-24 25 0,0 0 16,0 0-16,25 0 0,-25-25 0,0 25 0,0 0 0,0 0 0,0-25 15,0 25-15,0 0 0,0 0 0,0 0 0</inkml:trace>
  <inkml:trace contextRef="#ctx0" brushRef="#br0" timeOffset="9452.5406">9847 1612 0,'0'0'0,"0"-25"0,0 25 16,0 0-16,0 0 0,0 0 0,0-24 0,0 24 16,0 0-16,0 0 0,0 0 0,25-25 0,-25 25 0,0 0 15,25 0-15,-25 0 0,0 0 0,25-25 0,-25 25 0,25 0 16,-25 0-16,0 0 0,24 0 0,-24 0 0,25 0 0,-25 0 15,0 0-15,25 0 0,-25 0 78,25 74-46,-25-74-32,25 25 0,-25-25 0,0 25 0,0 0 0,0-25 0,-25 25 0,25 0 0</inkml:trace>
  <inkml:trace contextRef="#ctx0" brushRef="#br0" timeOffset="9557.5466">10021 2356 0,'0'0'0,"0"25"0,0-25 16,-25 0-16,25 25 0,0-25 0,0 0 0,0 0 0,0 0 15,0 0-15,0 0 0,0 0 0,0 0 0,0 0 16,0 0-16,0 0 0,0 0 0,25 0 0,-25 0 16,0 0-16,0-25 0,0 25 0,0 0 0,0 0 0,0-25 15,0 25-15,0 0 0,25-24 0,-25 24 0,0 0 0,0 0 16</inkml:trace>
  <inkml:trace contextRef="#ctx0" brushRef="#br0" timeOffset="10905.6237">11112 2108 0,'-24'0'0,"24"0"0,0 0 16,0 0-16,0-24 0,0 24 0,0 0 0,0 0 16,0 0-16,0 0 0,0 0 0,0 0 0,0 0 0,0 0 15,0 0-15,0 0 0,0 0 0,0 0 0,0 0 0,24 0 16,-24 0-16,0 0 0,0-25 0,0 25 0,25 0 15,-25-25-15,0 25 0,25-25 0,-25 25 0,0 0 0,25-25 16,-25 25-16,25-24 0,-25 24 0,0-25 0,25 25 16,-25-25-16,24 25 0,-24-25 0,25 25 0,-25-25 0,25 25 15,-25-24-15,25 24 0,-25-25 0,25 25 0,-25-25 16,0 0-16,24 25 0,-24-25 0,0 1 0,25 24 0,-25-25 15,0 25-15,0-25 0,0 25 0,0-25 0,0 0 0,0 25 16,0-25-16,0 25 0,0-24 0,-25 24 0,25-25 16,0 25-16,0-25 0,0 25 0,0 0 0,-24 0 0,24 0 15,0-25-15,0 25 0,0 0 0,0 0 0,-25 0 0,25 0 16,0 0-16,0 0 0,0 0 0,-25 25 0,25-25 15,0 0-15,0 0 0,0 0 0,0 0 0,0 0 0,0 0 16,0 0-16,0 0 0,0 0 0,0 0 0,0 25 16,0-25-16,0 0 0,0 25 0,0-25 0,0 24 0,0-24 15,0 25-15,0 0 0,0-25 0,0 25 0,0-25 0,0 25 16,0 0-16,0-1 0,0-24 0,0 25 0,0 0 15,0-25-15,0 25 0,0 0 0,0-1 0,0-24 0,0 25 16,0 0-16,0 0 0,0-25 0,0 25 0,0-1 16,0-24-16,0 25 0,0 0 0,0-25 0,0 25 15,0-25-15,0 25 0,0-25 0,0 0 0,0 24 0,0-24 16,0 0-16,0 0 0,0 0 0,0 0 0,0 0 15,0 0-15,0 0 0,0 0 0,0 25 0,0-25 0,0 0 16,0 0-16,0-25 0,0 25 0,0 0 0,0 0 0,25-24 16,-25 24-16,0 0 0,0-25 0,0 25 0,25-25 0,-25 25 15,0-25-15,0 25 0,0-25 0,24 25 0,-24-24 16,0 24-16,0 0 0,25-25 0,-25 25 0,0-25 0,25 25 15,-25 0-15,0-25 0,0 25 0,25 0 0,-25-25 16,0 25-16,0 0 0,0 0 0,0 0 0,0 0 0,0 0 16,0 0-16,0 0 0,0 0 0,0 0 0,0 0 15,0 0-15,0 0 0,0 0 0,25 0 0,-25 0 0,0 0 16,0 25-16,0-25 0,0 0 0,0 25 0,0-25 15,0 25-15,0-25 0,0 0 0,0 25 0,0-25 0,0 24 16,0-24-16,0 25 0,0-25 0,0 0 0,0 25 0,0-25 16,0 25-16,0-25 0,0 0 0,0 25 0,0-25 15,0 0-15,24 0 0,-24 24 0,0-24 0,0 0 16,0 0-16,0 0 0,25 0 0,-25 0 0,0 0 0,0 0 15,0 0-15,25 0 0,-25 0 0,0 0 0,0 0 0,25 0 16,-25-24-16,0 24 0,25 0 0,-25 0 0,0-25 16,0 25-16,24-25 0,-24 25 0,0-25 0,0 25 0,0 0 15,25-25-15,-25 1 0,0 24 0,0 0 0,0-25 0,0 25 16,0-25-16,0 25 0,0-25 0,25 25 0,-25-25 15,0 25-15,0 0 0,0-24 0,0 24 0,0 0 0,0 0 16,0 0-16,0 0 0,0 0 0,0 0 0,0 0 16,0 0-16,0 0 0,0 0 0,0 0 0,-25 0 0,25 0 15,0 0-15,0 24 0,0-24 0,0 0 0,0 0 16,0 25-16,0-25 0,0 0 0,0 25 0,0-25 0,0 0 15,0 0-15,0 25 0,0-25 0,0 0 0,0 25 16,0-25-16,0 0 0,0 24 0,0-24 0,25 0 0,-25 25 16,0-25-16,0 25 0,0-25 0,0 25 0,0-25 0,0 25 15,25-25-15,-25 0 0,0 24 0,0-24 0,0 0 16,25 0-16,-25 0 0,0 0 0,0 0 0,24 0 0,-24 0 15,0 0-15,0-24 0,0 24 0,25 0 0,-25-25 16,0 25-16,0 0 0,25-25 0,-25 25 0,0-25 0,25 25 16,-25-25-16,0 25 0,0-24 0,25 24 0,-25-25 0,0 25 15,0-25-15,0 25 0,0-25 0,0 25 0,0-25 16,0 25-16,-25-24 0,25 24 0,0-25 0,0 25 0,0-25 15,0 25-15,0 0 0,0-25 0,0 25 0,0-25 0,-25 25 16,25 0-16,0 0 0,0 0 0,0 0 0,0 0 16,0 0-16,0 0 0,0 0 0,0 0 0,0 0 0,0 0 15,-25 0-15,25 25 0,0-25 0,0 0 0,0 0 16,-25 25-16,25-25 0,0 0 0,-24 25 0,24-25 0,0 0 15,0 25-15,-25-25 0,25 24 0</inkml:trace>
  <inkml:trace contextRef="#ctx0" brushRef="#br0" timeOffset="11092.6344">11658 2356 0,'0'0'0,"0"25"0,0-25 0,0 0 15,0 0-15,25 0 0,-25 25 0,0-25 0,0 0 16,0 0-16,0 0 0,0 0 0,0 0 0,0 0 0,0 0 15,0 0-15,0-25 0,0 25 0,0 0 0,0 0 16,0 0-16,0 0 0,0-25 0,25 25 0,-25 0 0,0 0 16,0-24-16,0 24 0,0 0 0</inkml:trace>
  <inkml:trace contextRef="#ctx0" brushRef="#br0" timeOffset="11614.6643">12576 1761 0,'0'0'0,"0"0"0,0-25 16,0 25-16,0 0 0,0 0 0,0 0 0,0 0 0,0 0 15,0 0-15,0 0 0,0 0 0,0 0 0,0 0 0,0 0 16,0 0-16,0 0 0,0 0 0,0 0 0,0 0 16,0 0-16,0 25 0,25-25 0,-25 0 0,0 25 0,0-25 15,0 25-15,0-25 0,0 25 0,25-25 0,-25 24 0,0-24 16,0 25-16,0-25 0,24 25 0,-24 0 0,0-25 15,0 25-15,0-25 0,0 24 0,0-24 0,25 0 0,-25 25 16,0-25-16,0 0 0,0 0 0,0 25 0,0-25 16,0 0-16,25 0 0,-25 0 0,0 0 0,0 0 0,0 0 15,0 0-15,0 0 0,0 0 0,0 0 0,0 0 0,0 0 16,25 0-16,-25-25 0,0 25 0,0 0 0,0-25 15,25 25-15,-25-24 0,0 24 0,0-25 0,24 25 0,-24-25 16,0 25-16,0-25 0,25 25 0,-25-25 0,0 25 16,0-24-16,0 24 0,25-25 0,-25 25 0,0 0 0,0-25 15,0 25-15,0 0 0,0 0 0,0 0 0,0 0 0,0 0 16,0 0-16,0 0 0,0 0 0,0 0 0,0 0 15,0 0-15,25 0 0,-25 0 0,0 0 0,0 0 0,0 0 16</inkml:trace>
  <inkml:trace contextRef="#ctx0" brushRef="#br0" timeOffset="12016.6873">12923 1984 0,'0'25'16,"0"-25"-16,0 0 0,0 0 31,0 0 16,0 0-47,0 0 0,0 0 0,0 0 0,0 0 0,0 0 0,0 0 0,0 0 0,25 0 0,-25 0 0,0-25 0,0 25 0,25 0 0,-25-24 0,0 24 0,25 0 0,-25-25 0,0 25 0,24 0 0,-24 0 0,0-25 0,25 25 0,-25 0 0,0-25 0,25 25 0,-25 0 0,0 0 0,25-25 0,-25 25 16,0 0-16,0 0 0,0-24 0,0 24 0,0 0 0,0 0 15,0-25-15,0 25 0,0 0 0,0 0 0,0 0 16,0 0-16,0 0 0,-25 0 0,25 0 0,0-25 0,0 25 15,0 0-15,-25 0 0,25 0 0,0 0 0,0 0 0,0 0 16,0 0-16,-25 0 0,25 0 0,0 0 0,0 0 16,0 25-16,-24-25 0,24 0 0,0 0 0,0 0 0,0 0 15,-25 0-15,25 25 0,0-25 0,0 0 0,0 24 0,0-24 16,0 0-16,0 25 0,-25-25 0,25 0 0,0 25 15,0-25-15,0 25 0,0-25 0,0 0 0,0 25 0,0-25 16,25 24-16,-25-24 0,0 25 0,0-25 0,0 0 16,0 25-16,25-25 0,-25 0 0,0 25 0,0-25 0,24 0 15,-24 25-15,0-25 0,25 0 0,-25 0 0,0 0 16,25 0-16,-25 0 0,0 0 0,25 0 0,-25 0 0,25 0 15,-25 0-15,24 0 0,-24-25 0,25 25 0,-25 0 0,25 0 16,-25 0-16,25 0 0,-25-25 0,25 25 0</inkml:trace>
  <inkml:trace contextRef="#ctx0" brushRef="#br0" timeOffset="12357.7068">13494 1910 0,'0'0'0,"0"-25"0,0 25 0,0 0 16,0 0-16,0 0 0,0 0 0,-25-25 0,25 25 0,0 0 15,0 0-15,0 0 0,0 0 0,0-24 0,-25 24 16,25 0-16,0-25 0,0 25 0,0 0 0,0 0 0,-25 0 15,25-25-15,0 25 0,0 0 0,0 0 0,0 0 16,0 0-16,0-25 0,0 25 0,0 0 0,0 0 0,-24 0 16,24 0-16,0 0 0,0 0 0,0 25 0,0-25 15,-25 0-15,25 0 0,0 25 0,0-25 0,0 0 0,0 25 16,0-25-16,0 24 0,0-24 0,0 25 0,0 0 15,0-25-15,0 25 0,0-25 0,0 25 0,0-25 0,0 24 16,0 1-16,25-25 0,-25 25 0,0-25 0,0 25 16,0-25-16,24 0 0,-24 0 0,0 25 0,25-25 0,-25 0 0,0 0 15,25 0-15,-25 0 0,0 0 0,25 0 0,0-25 16,-25 25-16,24 0 0,-24 0 0,25 0 0,-25-25 0,25 25 15,-25 0-15,25 0 0,-25-25 0,25 25 0,-25 0 16,24-25-16,-24 25 0,25-24 0,-25 24 0,25-25 0,-25 25 16,25-25-16,0 25 0,-25-25 0,0 0 0,24 1 0,-24-1 15,25 25-15,-25-25 0,0 0 0</inkml:trace>
  <inkml:trace contextRef="#ctx0" brushRef="#br0" timeOffset="13021.7448">13866 1513 0,'0'0'0,"0"0"0,0-25 0,0 25 0,0 0 0,0-25 16,0 25-16,0 0 0,0 0 0,0 0 0,0 0 0,0 0 15,0 0-15,0 0 0,0 0 0,0 25 0,0-25 16,0 0-16,-25 0 0,25 25 0,0-25 0,0 25 15,0-25-15,0 25 0,0-1 0,0-24 0,0 25 0,0 0 16,0-25-16,0 25 0,0 0 0,0 0 0,0-1 0,0-24 16,0 25-16,0 0 0,0 0 0,0-25 0,0 25 15,0-1-15,0-24 0,0 25 0,-25 0 0,25-25 0,0 25 16,0 0-16,0-25 0,0 24 0,0-24 0,0 25 15,0-25-15,0 0 0,0 25 0,0-25 0,0 0 0,0 0 16,-25 0-16,25 0 0,0 25 0,0-25 0,0 0 0,-24-25 16,24 25-16,0 0 0,0 0 0,0-25 0,0 25 15,-25 0-15,25-25 0,0 25 0,0 0 0,0-24 0,0 24 16,0 0-16,0-25 0,0 25 0,0 0 0,0-25 15,0 25-15,0-25 0,0 25 0,0 0 0,0-25 0,0 25 16,0 0-16,0 0 0,25-24 0,-25 24 0,0 0 0,0 0 16,24-25-16,-24 25 0,0 0 0,25 0 0,-25 0 15,0-25-15,25 25 0,-25 0 0,0 0 0,25 0 0,-25-25 16,0 25-16,0 0 0,25 0 0,-25 0 0,0 0 15,24 0-15,-24 0 0,0 0 0,25 0 0,-25 0 0,25 0 16,-25 25-16,0-25 0,0 0 0,25 0 0,-25 25 16,0-25-16,0 0 0,0 25 0,0-25 0,25 0 0,-25 24 15,0-24-15,0 0 0,0 25 0,0-25 0,0 25 0,0-25 16,0 0-16,0 25 0,0-25 0,0 25 0,0-25 15,0 0-15,0 24 0,0-24 0,24 0 0,-24 0 0,0 25 16,0-25-16,0 0 0,0 0 0,0 0 0,0 25 0,25-25 16,-25 0-16,0 0 0,0 0 0,25 0 0,-25 0 15,0 0-15,25 0 0,-25 0 0,0 0 0,25-25 0,-25 25 16,0 0-16,24-25 0,-24 25 0,0 0 0,25-24 15,-25 24-15,0-25 0,0 25 0,25-25 0,-25 25 0,0-25 16,0 25-16,0-25 0,0 1 0,0 24 0,0-25 16,0 25-16,0 0 0,-25-25 0,25 25 0,0 0 0,0-25 15,0 25-15,0 0 0,-25 0 0,25 0 0,0 0 0,0-25 16,0 25-16,-24 0 0,24 0 0,0 0 0,0 0 15,-25 0-15,25 0 0,0 0 0,-25 0 0,25 0 0,0 0 16,0 0-16,-25 0 0,25 0 0,0 0 0,0 0 16,-25 0-16,25 0 0,0 0 0,0 0 0,0 0 0,-24 0 15,24-24-15,0 24 0,0 0 0,0 0 0,0 0 0,0 0 16</inkml:trace>
  <inkml:trace contextRef="#ctx0" brushRef="#br0" timeOffset="13194.7547">14064 1463 0,'0'0'0,"0"0"0,25 0 0,-25 0 0,0 0 0,0 0 15,0 0-15,0 0 0,25 0 0,-25 0 0,0 0 0,0 0 16,25 0-16,-25 0 0,24 25 0,-24-25 0,0 0 16,25 0-16,-25 0 0,0 25 0,25-25 0,-25 0 0,0 0 15,0 0-15,25 25 0,-25-25 0,0 0 0,0 25 16,0-25-16,0 0 0,0 24 0,0-24 0,-25 0 0,25 0 15,0 25-15,-25-25 0,25 0 0,-25 25 0,25-25 0,-24 0 16,24 25-16,-25-25 0,25 25 0,-25-25 0,25 0 16,-25 25-16,0-25 0</inkml:trace>
  <inkml:trace contextRef="#ctx0" brushRef="#br0" timeOffset="13858.7926">14957 2009 0,'0'25'15,"0"-25"-15,-25 0 0,25 0 0,0 0 0,0 0 16,0 0-16,0 0 0,0 25 0,0-25 0,0 0 0,0 0 15,0 0-15,25 0 0,-25 0 0,0-25 0,0 25 0,25 0 16,-25 0-16,0-25 0,25 25 0,-25 0 0,25-25 16,-25 25-16,24-24 0,-24 24 0,25-25 0,-25 25 0,25-25 15,0 25-15,-25-25 0,25 0 0,-25 25 0,24-24 16,1-1-16,-25 25 0,25-25 0,0 0 0,-25 0 0,25 25 15,-25-24-15,24-1 0,1 25 0,-25-25 0,25 0 0,-25 0 16,25 0-16,-25 1 0,25 24 0,-25-25 0,0 0 16,0 25-16,0-25 0,0 25 0,25 0 0,-25-25 0,0 25 15,-25-24-15,25 24 0,0 0 0,0-25 0,0 25 16,-25 0-16,25 0 0,0-25 0,-25 25 0,25 0 0,0 0 15,-25 0-15,25 0 0,0 0 0,-25-25 0,25 25 0,0 0 16,-24 0-16,24 0 0,0-25 0,0 25 0,0 0 16,0 0-16,0 0 0,0 0 0,0 25 0,0-25 0,0 0 15,0 0-15,0 0 0,0 25 0,0-25 0,0 0 16,0 0-16,0 0 0,-25 25 0,25-25 0,0 0 0,0 25 15,0-25-15,0 24 0,25 1 0,-25-25 0,0 25 0,0 0 16,0 0-16,0-1 0,0 1 0,0 0 0,0 0 16,0-25-16,0 25 0,0 0 0,0-1 0,0 1 0,0 0 15,0-25-15,0 25 0,0 0 0,0-1 0,-25 1 16,25-25-16,0 25 0,0 0 0,0 0 0,0-25 0,0 24 15,0-24-15,0 25 0,0-25 0,25 0 0,-25 25 0,0-25 16,0 0-16,0 0 0,0 25 0,0-25 0,0 0 16,24 0-16,-24 0 0,0 0 0,25 0 0,-25 0 15,25 0-15,-25 0 0,25 0 0,-25-25 0,25 25 16,-25 0-16,25-25 0,-1 25 0,-24 0 0,25-25 0,-25 25 15</inkml:trace>
  <inkml:trace contextRef="#ctx0" brushRef="#br0" timeOffset="14250.815">15577 1910 0,'25'0'16,"-25"0"-16,0 0 0,0 0 0,0-25 0,0 25 15,0 0-15,0 0 0,0 0 0,0 0 0,-25-25 0,25 25 16,0 0-16,0 0 0,0 0 0,0-24 0,0 24 0,0 0 15,-24 0-15,24-25 0,0 25 0,0 0 0,0 0 16,0 0-16,0-25 0,0 25 0,0 0 0,-25 0 0,25 0 16,0 0-16,0 0 0,0 0 0,0 25 0,0-25 15,0 0-15,-25 0 0,25 0 0,0 25 0,0-25 0,0 0 16,-25 24-16,25-24 0,0 25 0,0-25 0,0 25 0,0-25 15,0 25-15,0-25 0,0 25 0,0-1 0,0-24 16,0 25-16,0-25 0,0 25 0,0-25 0,0 0 0,0 25 16,0-25-16,0 0 0,0 0 0,0 0 0,0 0 15,0 0-15,0 0 0,25 0 0,-25 0 0,0 0 0,0 0 16,0 0-16,0 0 0,0 0 0,25 0 0,-25 0 15,0 0-15,25 0 0,-25-25 0,0 25 0,0 0 0,24 0 16,-24-25-16,0 25 0,25-25 0,-25 25 0,0-24 16,0 24-16,25 0 0,-25 0 0,0-25 0,0 25 0,0 0 15,0 0-15,0 25 0,0-25 0,0 0 0,0 0 0,0 0 16,0 24-16,0-24 0,0 0 0,0 25 0,0-25 15,0 0-15,0 25 0,0-25 0,0 0 0,0 25 0,0-25 16,0 0-16,0 25 0,0-25 0,0 24 0,0-24 16,0 0-16,0 0 0,0 25 0,0-25 0,0 0 0,0 0 15,0 0-15,0 0 0,0 0 0,0 0 0,0 0 16,0-25-16,0 25 0,0 0 0,0-24 0,0 24 0,-25-25 15</inkml:trace>
  <inkml:trace contextRef="#ctx0" brushRef="#br0" timeOffset="14439.8258">15553 1587 0,'0'0'0,"0"0"16,0 0-16,0 0 0,0 0 0,0 0 0,0 0 0,0 0 16,0 0-16,0 0 0,24 0 0,-24 0 0,0 0 0,25 25 15,-25-25-15,25 0 0,-25 0 0,25 0 0,-25 0 16,25 0-16,-1 0 0,-24 0 0,25 0 0,0 0 15,-25 25-15,25-25 0,-25 0 0,25 0 0,-1 0 0,-24 25 16,25-25-16,-25 0 0,25 0 0,0 0 0,-25 25 0</inkml:trace>
  <inkml:trace contextRef="#ctx0" brushRef="#br0" timeOffset="15160.8667">16619 1662 0,'0'-25'0,"0"25"0,0 0 0,-25 0 16,25 0-16,0-25 0,-24 25 0,24 0 0,0 0 0,0 0 16,-25 0-16,25 0 0,0 0 0,0 0 0,0 0 15,0 0-15,0 25 0,0-25 0,-25 0 0,25 25 0,0-25 16,0 25-16,0-25 0,0 25 0,0-25 0,0 24 15,0-24-15,0 25 0,0 0 0,0-25 0,0 25 0,0-25 16,0 25-16,0-1 0,0-24 0,0 25 0,0 0 0,0-25 16,0 25-16,25-25 0,-25 0 0,0 25 0,0-25 15,25 0-15,-25 24 0,0-24 0,0 0 0,24 25 0,-24-25 16,0 0-16,0 0 0,25 0 0,-25 0 0,0 0 15,0 0-15,25 0 0,-25 0 0,0 0 0,25 0 0,-25-25 16,25 25-16,-25 0 0,24-24 0,-24 24 0,25-25 0,-25 25 16,0 0-16,25-25 0,-25 25 0,25 0 0,-25-25 15,0 25-15,25-25 0,-25 25 0,0 0 0,0-24 0,24 24 16,-24-25-16,0 25 0,0-25 0,25 25 0,-25-25 15,0 25-15,0 0 0,0-25 0,0 25 0,0-24 0,0 24 16,0 0-16,-25 0 0,25-25 0,0 25 0,0 0 16,0 0-16,0 0 0,0 25 0,0-25 0,0 0 0,0 0 15,0 0-15,0 0 0,-24 0 0,24 24 0,0-24 0,0 0 16,0 0-16,0 25 0,0-25 0,-25 25 0,25-25 15,0 0-15,0 25 0,0-25 0,0 25 0,0-1 0,0-24 16,0 0-16,0 25 0,0-25 0,0 25 0,0 0 0,25-25 16,-25 25-16,0-25 0,0 0 0,0 24 0,0-24 15,0 0-15,24 0 0,-24 25 0,0-25 0,0-25 0,0 25 16,0 0-16,0 0 0,25 0 0,-25 0 0,0 0 15,25-24-15,-25 24 0,0 0 0,25 0 0,-25 0 0,25 0 16,-25-25-16,0 25 0,24 0 0,-24 0 0,0-25 16,0 25-16,0-25 0,25 25 0,-25-25 0,0 25 0,0-24 15,0-1-15,0 25 0,0-25 0,-25 25 0,25-25 0,0 25 16,0-25-16,0 25 0,0 0 0,0-24 0,-24 24 15,24 0-15,0 0 0,0 0 0,0 0 0,0-25 0,-25 25 16,25 0-16,0 0 0,0 0 0,-25 0 0,25 0 0,0 0 16,-25 0-16,25 0 0,0 0 0,0 0 0,-25-25 15,25 25-15,0 0 0</inkml:trace>
  <inkml:trace contextRef="#ctx0" brushRef="#br0" timeOffset="15378.8795">16892 1414 0,'0'0'0,"0"0"0,25 0 0,-25 0 15,0 0-15,0 0 0,0 0 0,0 0 0,25 0 0,-25 0 16,0 0-16,0 0 0,24 0 0,-24 0 0,0 0 16,25 0-16,-25 0 0,25 0 0,-25 25 0,0-25 0,25 0 15,-25 0-15,25 24 0,-25-24 0,24 0 0,-24 0 16,0 25-16,0-25 0,0 0 0,0 25 0,0-25 0,-24 0 15,24 25-15,0-25 0,-25 0 0,25 25 0,-25-25 16,25 0-16,-25 24 0,0-24 0,25 25 0,-24-25 0,-1 0 16,25 25-16,-25-25 0</inkml:trace>
  <inkml:trace contextRef="#ctx0" brushRef="#br0" timeOffset="15891.9089">17909 1687 0,'0'0'16,"0"0"-16,0-25 0,0 25 0,0-25 0,0 25 0,-25 0 16,25 0-16,0-25 0,0 25 0,0 0 0,0 0 0,-25-25 15,25 25-15,0 0 0,0 0 0,0 0 0,0 0 16,0 0-16,-24 0 0,24 0 0,0 0 0,0 0 0,0 25 15,-25-25-15,25 0 0,0 0 0,0 25 0,0-25 16,0 0-16,0 25 0,0-25 0,0 25 0,0-25 0,0 0 16,0 25-16,0-25 0,25 24 0,-25-24 0,0 25 0,0-25 15,24 25-15,-24-25 0,0 25 0,25-25 0,-25 25 16,0-25-16,25 24 0,-25-24 0,25 0 0,-25 25 0,0-25 15,25 25-15,-25-25 0,0 0 0,24 25 0,-24-25 16,0 0-16,0 0 0,25 25 0,-25-25 0,0 0 0,0 24 16,0-24-16,0 0 0,0 0 0,0 25 0,0-25 0,-25 0 15,25 0-15,0 0 0,0 0 0,0 0 0,0 0 16,-24 0-16,24 0 0,0 0 0,0 0 0,-25 0 0,25 0 15,0 25-15,-25-25 0,25 0 0,-25 0 0,25 0 16,0 0-16,-25-25 0,25 25 0,0 0 0,0 0 0,-24 0 16,24 0-16,0 0 0,0 0 0,0 0 0,0 0 0,0 0 15,0 0-15,0-25 0,24 25 0,-24 0 0,0 0 16,0 0-16,0-24 0,25 24 0,-25 0 0,25-25 0,-25 25 15,25 0-15</inkml:trace>
  <inkml:trace contextRef="#ctx0" brushRef="#br0" timeOffset="16303.9325">18256 1761 0,'0'0'0,"0"0"0,0 0 0,0-25 0,0 25 16,0 0-16,0-24 0,0 24 0,-25 0 0,25-25 0,0 25 16,0 0-16,0 0 0,0 0 0,0 0 0,0-25 0,0 25 15,-24 0-15,24 0 0,0 0 0,0 0 0,0 0 16,0 0-16,0 0 0,-25 0 0,25 0 0,0 0 0,0 25 15,0-25-15,0 0 0,-25 0 0,25 25 0,0-25 16,0 24-16,-25-24 0,25 25 0,0-25 0,0 25 0,0-25 16,-25 25-16,25 0 0,0-25 0,0 24 0,0 1 0,0-25 15,0 25-15,0-25 0,0 25 0,0 0 0,0-25 16,25 24-16,-25-24 0,0 25 0,0-25 0,25 0 0,-25 25 15,0-25-15,0 0 0,25 0 0,-25 0 0,0 0 16,0 0-16,25 0 0,-25 0 0,0 0 0,0-25 0,24 25 16,-24 0-16,0 0 0,25 0 0,-25 0 0,0-25 0,25 25 15,-25 0-15,25-24 0,-25 24 0,0-25 0,0 25 16,0-25-16,25 25 0,-25-25 0,0 25 0,0-25 0,0 25 15,0-24-15,0 24 0,-25-25 0,25 25 0,0-25 16,0 25-16,0 0 0,0-25 0,0 25 0,0 0 0,0-25 16,0 25-16,0 0 0,0 0 0,0 0 0,0-24 0,0 24 15,-25 0-15,25 0 0,0 0 0,0 0 0,0 0 16,0 0-16,-25 0 0,25 0 0,0 0 0,0 0 0,0 0 15,0 0-15,-25 0 0,25 0 0,0 0 0,0 0 16,0-25-16,0 25 0,-24 0 0,24 0 0</inkml:trace>
  <inkml:trace contextRef="#ctx0" brushRef="#br0" timeOffset="16576.9481">18331 1265 0,'0'0'0,"0"0"0,0 0 0,0 0 0,0 0 16,24-25-16,-24 25 0,0 0 0,0 0 0,0 0 0,0 0 16,25 0-16,-25 0 0,0 0 0,25 0 0,-25 0 0,0 25 15,25-25-15,-25 0 0,25 0 0,-25 0 0,0 25 16,24-25-16,-24 0 0,0 0 0,0 25 0,0-25 0,25 0 15,-25 0-15,0 0 0,0 24 0,0-24 0,0 0 0,0 0 16,0 25-16,-25-25 0,25 0 0,0 0 0,0 25 16,-24-25-16,24 0 0,-25 25 0,25-25 0,0 0 0,-25 0 15,25 0-15,-25 0 0,25 0 0,-25 0 0,25 0 16,0 0-16</inkml:trace>
  <inkml:trace contextRef="#ctx0" brushRef="#br0" timeOffset="16834.9629">18529 893 0,'0'0'0,"0"0"0,25 0 0,-25 0 0,0 0 16,0-25-16,25 25 0,-25 0 0,0 0 0,25 0 15,-25 0-15,24 0 0,-24 25 0,25-25 0,-25 0 0,25 0 16,-25 0-16,25 0 0,-25 0 0,0 25 0,25-25 0,-25 0 16,0 25-16,0-25 0,0 24 0,0-24 0,0 25 15,0 0-15,0-25 0,-25 25 0,25-25 0,0 25 0,-25-25 16,25 0-16,-25 24 0,0-24 0,25 0 0,-24 25 0,-1-25 15,0 0-15,0 25 0,0-25 0,0 0 0</inkml:trace>
  <inkml:trace contextRef="#ctx0" brushRef="#br0" timeOffset="21639.2377">2828 3249 0,'25'0'0,"-25"0"0,0 0 16,0 0-16,0 0 0,0 0 0,-25-24 0,25 24 15,0 0-15,0 0 0,0 0 0,0 0 0,0 0 0,0 0 16,0-25-16,0 25 0,0 0 0,0 0 0,0 0 0,0 0 15,0 0-15,0 0 0,0 0 0,0 0 0,0 0 16,0 0-16,0 0 0,0 0 0,0 0 0,0 0 0,0 0 16,0 0-16,0 0 0,0 0 0,0 0 0,0 0 15,0 0-15,0 0 0,0 0 0,0 0 0,0 0 0,0 0 16,0 0-16,0 0 0,0-25 0,-25 25 0,25 0 15,0 0-15,0 0 0,0 0 0,0 0 0,0 0 0,0 0 16,-25 0-16,25 0 0,0 0 0,0 0 0,0 0 16,0 0-16,0 0 0,-25 0 0,25 0 0,0 0 0,0 0 15,0 0-15,-24 25 0,24-25 0,0 0 0,-25 0 16,25 0-16,0 0 0,0 0 0,-25 0 0,25 0 0,0 0 15,0 25-15,-25-25 0,25 0 0,0 0 0,0 0 16,0 24-16,-25-24 0,25 0 0,0 0 0,0 25 0,0-25 16,0 0-16,0 25 0,0-25 0,0 25 0,0-25 15,0 25-15,0-25 0,0 24 0,0-24 0,0 25 0,0-25 16,0 25-16,0-25 0,0 25 0,0-25 0,25 0 15,-25 25-15,0-25 0,0 0 0,0 24 0,25-24 0,-25 0 16,0 0-16,0 25 0,0-25 0,25 0 0,-25 0 16,0 0-16,0 0 0,25 0 0,-25 0 0,0 0 0,0 0 15,24 0-15,-24-25 0,0 25 0,25 0 0,-25 0 16,25-24 15,-25 24-31,0 0 0,25-25 0,-25 25 0,0-25 0,25 25 0,-25-25 0,0 25 0,0-25 0,24 25 0,-24 0 0,0-24 0,0 24 0,0-25 0,0 25 0,0 0 16,0-25-16,0 25 0,0 0 0,0 0 0,0-25 15,0 25-15,0 0 0,0-25 0,0 25 0,0 0 0,0 0 16,0-24-16,0 24 0,0 0 0,0 0 0,0 0 15,0 0-15,0 0 0,0 0 0,0 0 0,0 0 0,0 0 16,0 0-16,0 24 0,0-24 0,0 0 0,0 0 16,0 25-16,0-25 0,0 25 0,0-25 0,0 0 0,0 25 15,0-25-15,0 25 0,0-25 0,0 0 0,25 24 16,-25-24-16,0 0 0,0 0 0,0 25 0,0-25 0,0 0 15,25 25-15,-25-25 0,0 0 0,0 0 0,25 0 16,-25 0-16,0 25 0,0-25 0,25 0 0,-25 0 0,0 0 16,24 0-16,-24 0 0,0 0 0,0 0 0,25 0 15,-25-25-15,0 25 0,25 0 0,-25 0 0</inkml:trace>
  <inkml:trace contextRef="#ctx0" brushRef="#br0" timeOffset="21957.2558">3076 3051 0,'0'0'0,"0"0"0,0 0 16,0 0-16,0 0 0,0 0 0,0 0 0,0 0 15,0 0-15,0 0 0,0 0 0,25 25 0,-25-25 0,0 0 16,0 0-16,24 0 0,-24 25 0,0-25 0,25 0 15,-25 24-15,0-24 0,25 25 0,-25-25 0,0 25 16,0-25-16,25 25 0,-25 0 0,0-25 0,0 24 0,25 1 16,-25-25-16,0 25 0,0 0 0,0 0 0,0-25 15,0 24-15,0 1 0,0-25 0,0 25 0,0-25 0,-25 25 16,25 0-16,0-25 0,0 24 0,-25-24 0,25 25 0,0-25 15,0 25-15,-25 0 0,25-25 0,0 0 0,-25 25 16,25-25-16,0 0 0,-24 24 0,24-24 0,0 0 0,0 0 16,-25 25-16,25-25 0,0 0 0,0 0 0,0 0 15,0 0-15,0 0 0,0 0 0,0 0 0,0 0 16,0 0-16</inkml:trace>
  <inkml:trace contextRef="#ctx0" brushRef="#br0" timeOffset="23548.3469">4167 3274 0,'0'0'16,"0"0"-16,0-25 0,0 25 0,0 0 0,0 0 0,-25 0 15,25 0-15,0-24 0,0 24 0,0 0 0,0 0 16,0 0-16,0-25 0,0 25 0,0 0 0,0 0 0,-24 0 16,24 0-16,0 0 0,0 0 0,0 0 0,0 0 15,0 0-15,0 0 0,0-25 0,0 25 0,0 0 16,0 0-16,-25 0 0,25 0 0,0 0 0,0 0 0,0 0 15,0 0-15,0 0 0,-25 0 0,25 0 0,0 0 16,0 0-16,0 0 0,-25 0 0,25 0 0,0 0 0,0 25 16,0-25-16,-25 0 0,25 0 0,0 25 0,0-25 15,0 24-15,0-24 0,0 25 0,0 0 0,0-25 0,0 25 16,0-25-16,0 25 0,0-25 0,0 24 0,25 1 15,-25-25-15,0 25 0,0-25 0,0 25 0,0-25 16,0 25-16,0-25 0,25 24 0,-25-24 0,0 0 0,0 25 16,25-25-16,-25 0 0,0 25 0,0-25 0,25 0 15,-25 0-15,24 0 0,-24 0 0,0 0 0,25 0 16,-25 0-16,25 0 0,-25 0 0,0 0 0,25 0 0,-25 0 15,25 0-15,-25-25 0,0 25 0,24 0 0,-24 0 16,25-25-16,-25 25 0,0 0 0,25 0 0,-25-24 0,0 24 16,0 0-16,25-25 0,-25 25 0,0 0 0,0-25 15,0 25-15,25-25 0,-25 25 0,0 0 0,0-25 0,0 25 16,0-24-16,0 24 0,0-25 0,0 25 0,0 0 15,0-25-15,0 25 0,0-25 0,24 25 0,-24-25 16,0 25-16,0 0 0,0 0 0,0 0 0,0 0 0,0 0 16,0 0-16,0 0 0,0 0 0,0 0 0,0 0 15,0 0-15,0 0 0,0 0 0,-24 0 0,24 0 0,0 0 16,0 0-16,0 0 0,0 25 0,0-25 0,0 0 15,0 25-15,0-25 0,0 0 0,0 25 0,0-25 0,0 25 16,0-25-16,0 0 0,0 24 0,24-24 0,-24 25 16,0-25-16,0 25 0,0-25 0,0 25 0,0-25 15,25 0-15,-25 25 0,0-25 0,0 0 0,0 24 0,25-24 16,-25 0-16,0 0 0,0 0 0,25 25 0,-25-25 15,0 0-15,0 0 0,25 0 0,-25 0 0,0 0 16,0-25-16,24 25 0,-24 0 0,0 0 0,25 0 0,-25-24 16,0 24-16,0 0 0,25 0 0,-25-25 0,0 25 15,0-25-15,0 25 0,0 0 0,0-25 0,0 25 0,0 0 16,0-25-16,0 25 0,0-24 0,0 24 0,0 0 15,-25-25-15,25 25 0,0 0 0,0-25 0,0 25 0,-25 0 16,25-25-16,0 25 0,0 0 0,0 0 0,0 0 16,-24-25-16,24 25 0,0 0 0,0 0 0,0 0 15,0 0-15,-25 0 0,25 0 0,0 0 0,0 0 0,0 0 16,0 0-16,0 0 0,0 0 0,0 0 0,0 0 15,-25 0-15,25 0 0,0 0 0,0 0 0,0-24 0,0 24 16</inkml:trace>
  <inkml:trace contextRef="#ctx0" brushRef="#br0" timeOffset="23768.3589">4440 3026 0,'0'0'0,"0"0"0,0 0 0,0 0 0,0 0 0,0 0 0,0 0 0,0-25 0,0 25 0,0 0 0,0 0 0,0 0 0,0 0 0,25 0 0,-25 0 0,0 0 0,25-24 0,-25 24 0,24 0 0,-24 0 0,0 0 0,25 0 0,-25 24 0,25-24 0,-25 0 0,0 0 16,0 0-16,25 25 0,-25-25 0,0 0 0,0 25 0,0-25 15,0 25-15,0-25 0,0 0 0,-25 25 0,25-25 16,0 0-16,-25 24 0,25-24 0,0 25 0,-25-25 15,25 0-15</inkml:trace>
  <inkml:trace contextRef="#ctx0" brushRef="#br0" timeOffset="24384.3947">5482 3225 0,'0'-25'0,"0"25"15,0-25-15,0 25 0,-25 0 0,25-25 0,0 25 16,0-25-16,0 25 0,0 0 0,0-24 0,0 24 15,-25 0-15,25 0 0,0-25 0,0 25 0,0 0 0,0 0 16,0 0-16,0 0 0,-25 0 0,25 0 0,0 0 0,0 0 16,0 0-16,0 0 0,0 0 0,-24 25 0,24-25 15,0 0-15,0 0 0,0 0 0,0 24 0,0-24 16,0 0-16,0 25 0,0-25 0,0 25 0,0-25 0,0 25 15,0-25-15,0 25 0,0-25 0,0 24 0,0-24 16,24 25-16,-24-25 0,0 25 0,25-25 0,-25 0 16,25 25-16,-25-25 0,0 25 0,25-25 0,-25 24 0,25-24 15,-25 0-15,24 25 0,-24-25 0,0 0 0,25 25 16,-25-25-16,0 0 0,25 0 0,-25 0 0,0 25 16,25-25-16,-25 0 0,0 0 0,0 0 0,0 25 0,0-25 15,0 0-15,0 0 0,0 0 0,0 0 0,0 0 0,0 0 16,0 0-16,0 0 0,0 0 0,-25 0 0,25 0 15,0 24-15,-25-24 0,25 0 0,0 0 0,-25 0 16,25 0-16,0 0 0,-24 0 0,24 25 0,0-25 16,-25 0-16,25 0 0,0 0 0,0 0 0,-25 0 0,25 0 0,0 0 15,0 0-15,0 0 0,0 0 0,0 0 0,0 0 16,0 0-16,0 0 0,0 0 0,0 0 0,25 0 15,-25-25-15,0 25 0,0 0 0,25 0 0,-25 0 0,24-24 16,-24 24-16,0 0 0,25-25 0</inkml:trace>
  <inkml:trace contextRef="#ctx0" brushRef="#br0" timeOffset="24782.4174">5854 3225 0,'0'0'15,"-25"0"-15,25 0 0,0 0 0,0 0 0,0-25 0,0 25 16,-25 0-16,25 0 0,0 0 0,0 0 0,0 0 15,-25 0-15,25 0 0,0 0 0,0 0 0,-24 0 0,24 25 16,0-25-16,0 0 0,0 0 0,-25 24 0,25-24 16,0 0-16,0 0 0,0 25 0,-25-25 0,25 25 15,0-25-15,0 25 0,0-25 0,0 0 0,0 25 0,0-25 16,0 24-16,0-24 0,0 25 0,0-25 0,25 25 15,-25-25-15,0 25 0,0-25 0,25 25 0,-25-25 0,0 0 16,0 24-16,24-24 0,-24 0 0,0 0 0,0 0 16,25 25-16,-25-25 0,0 0 0,0 0 0,0 0 15,25 0-15,-25 0 0,0 0 0,0-25 0,0 25 0,25 0 16,-25 0-16,0-24 0,0 24 0,0 0 0,0-25 15,0 25-15,25 0 0,-25-25 0,0 25 0,0-25 0,0 25 16,0 0-16,0-25 0,0 25 0,0-24 0,0 24 16,0-25-16,0 25 0,0 0 0,0-25 0,-25 25 15,25 0-15,0 0 0,0-25 0,0 25 0,0 0 0,0 0 16,0 0-16,0 0 0,-25 0 0,25 0 0,0 0 0,0 0 15,0 0-15,0 0 0,0-25 0,0 25 0,-25 0 16,25 0-16,0 0 0,0 0 0,0 0 0,0 0 16,0 0-16</inkml:trace>
  <inkml:trace contextRef="#ctx0" brushRef="#br0" timeOffset="25031.4317">5804 2977 0,'0'0'0,"0"0"15,0 0-15,0 0 0,0 0 0,0 0 0,0-25 16,0 25-16,0 0 0,0 0 0,0 0 0,0 0 16,0 0-16,25 0 0,-25 0 0,0 0 0,0 0 0,25 0 15,-25 0-15,0 0 0,0 0 0,25 0 0,-25 0 16,0 25-16,0-25 0,25 0 0,-25 24 0,0-24 15,0 0-15,0 0 0,0 25 0,0-25 0,0 0 0,24 25 16,-48-25-16,24 25 0,0-25 0,0 0 0,0 25 16,0-25-16,-25 0 0,25 0 0,0 0 0,-25 0 0,25 24 15</inkml:trace>
  <inkml:trace contextRef="#ctx0" brushRef="#br0" timeOffset="25256.4445">5928 2902 0,'0'0'0,"25"0"0,-25 0 0,0 0 16,0 0-16,25 0 0,-25-25 0,0 25 0,0 0 16,25 0-16,-25 25 0,0-25 0,0 0 0,25 0 0,-25 0 15,0 0-15,24 0 0,-24 25 0,0-25 0,25 0 16,-25 0-16,0 25 0,0-25 0,0 0 0,25 0 0,-25 25 15,0-25-15,0 24 0,0-24 0,-25 0 0,25 25 16,0-25-16,0 25 0,-25-25 0,25 25 0,-24-25 16,24 25-16,-25-25 0,25 24 0</inkml:trace>
  <inkml:trace contextRef="#ctx0" brushRef="#br0" timeOffset="27082.549">6796 3125 0,'0'0'0,"0"0"0,0 0 16,0-24-16,-24 24 0,24 0 0,0 0 0,0 0 16,-25 0-16,25 0 0,0 0 0,0 0 0,-25 0 0,25 0 15,0 0-15,0 0 0,0 0 0,-25 0 0,25 0 16,0 0-16,0 0 0,0 24 0,0-24 0,-25 0 0,25 0 15,0 25-15,0-25 0,-24 25 0,24-25 0,0 0 16,0 25-16,0 0 0,0-25 0,0 24 0,0-24 16,0 25-16,0 0 0,0-25 0,0 25 0,0-25 0,0 25 15,0-1-15,0-24 0,24 25 0,-24-25 0,0 25 0,0-25 16,0 0-16,25 25 0,-25-25 0,25 0 0,-25 0 15,0 0-15,25 0 0,-25 0 0,25 0 0,-1 0 0,-24 0 16,25 0-16,-25-25 0,25 25 0,-25 0 0,25 0 16,-25-25-16,25 25 0,-25 0 0,0-25 0,25 25 15,-25 0-15,24-24 0,-24 24 0,0 0 0,0 0 0,0-25 16,25 25-16,-25 0 0,0 0 0,0 0 0,0 0 15,0 0-15,0 0 0,0 0 0,-25-25 0,25 25 0,0 0 16,0 0-16,0 0 0,0 0 0,0 0 0,0 0 16,0 0-16,0 0 0,0 0 0,0 0 0,0 0 15,0 0-15,0 0 0,0 0 0,25 0 0,-25 0 0,0 0 16,0 0-16,0-25 0,0 25 0,25 0 0,-25-25 15,0 25-15,25 0 0,-25-24 0,25 24 0,-25-25 0,0 25 16,24-25-16,-24 25 0,25-25 0,-25 0 0,25 25 16,-25-24-16,25 24 0,-25-25 0,0 0 0,25 25 15,-25-25-15,24 25 0,-24-25 0,0 1 0,0 24 0,0-25 16,0 25-16,0-25 0,25 25 0,-50 0 0,25-25 15,0 25-15,0-25 0,0 25 0,0 0 0,-24-24 78,24 24-78,0 0 0,-25 0 0,25-25 0,0 25 0,-25 0 0,25 0 0,0 0 0,-25 0 0,25 0 0,-25 0 0,25 0 0,0 0 0,0 0 0,-24 0 16,24 0-16,0 0 0,0 0 0,0 0 0,-25 0 0,25 0 0,0 0 0,0 0 0,0 25 0,0-25 0,0 0 0,0 0 0,0 0 0,0 24 0,0-24 0,0 25 0,0-25 0,25 0 16,-25 25-16,0 0 0,0-25 0,0 25 0,0-25 0,0 24 15,0 1-15,24-25 0,-24 25 0,0 0 0,0-25 16,0 25-16,0-1 0,0 1 0,0-25 0,0 25 0,25 0 15,-25 0-15,0-1 0,0-24 0,0 25 0,0 0 16,0 0-16,0-25 0,0 25 0,0-25 0,0 24 16,0-24-16,0 25 0,0-25 0,0 0 0,0 25 0,0-25 15,0 0-15,0 0 0,0 25 0,0-25 0,0 0 16,0 0-16,0 0 0,0 0 0,0 0 0,0 0 0,0 0 15,0 0-15,0 0 0,0 0 0,0 0 0,0 0 16,0 0-16,25 0 0,-25 0 0,0-25 0,0 25 16,0 0-16,0-25 0,25 25 0,-25-25 0,0 25 0,0 0 15,25-24-15,-25 24 0,24-25 0,-24 25 0,0 0 16,25-25-16,-25 25 0,0 0 0,0-25 0,0 25 0,25 0 15,-25 0-15,0 0 0,0 0 0,0 0 0,0 0 16,0 0-16,0 0 0,0 0 0,25 0 0,-25 0 16,0 0-16,0 0 0,0 0 0,0 25 0,0-25 0,0 0 15,0 0-15,0 0 0,0 25 0,0-25 0,0 25 16,0-25-16,0 0 0,0 24 0,0-24 0,0 25 0,25-25 15,-25 0-15,0 25 0,0-25 0,0 25 0,0-25 16,0 0-16,0 25 0,0-25 0,0 0 0,24 0 0,-24 0 16,0 0-16,0 24 0,0-24 0,25 0 0,-25 0 15,0 0-15,0 0 0,25 0 0,-25 0 0,0 0 16,25 0-16,-25 0 0,0 0 0,25-24 0,-25 24 0,0 0 15,24 0-15,-24 0 0,0-25 0,0 25 0,25 0 16,-25 0-16,0-25 0,25 25 0,-25 0 0,0-25 16,0 25-16,0 0 0,0-25 0,25 25 0,-25-24 0,0 24 15,0 0-15,0-25 0,0 25 0,0-25 0,0 25 16,0 0-16,0-25 0,0 25 0,0-25 0,0 25 15,0-24-15,0 24 0,0 0 0,0-25 0,0 25 0,0 0 16,0 0-16,0 0 0,0 0 0,0 0 0,0 0 16,0 0-16,0 0 0,0 0 0,-25 0 0,25 0 0,0 0 15,0 0-15,0 0 0,0 25 0,0-25 0,0 0 16,0 24-16,25-24 0,-25 0 0,0 25 0,0-25 0,-25 0 15,25 25-15,0-25 0,0 25 0,0-25 0,0 25 16,0-25-16,0 24 0,25-24 0,-25 0 0,0 25 0,0-25 16,0 25-16,0-25 0,0 0 0,0 25 0,25-25 15,-25 0-15,0 25 0,0-25 0,0 0 0,0 0 16,0 0-16,0 0 0,24 0 0,-24 24 0,0-24 0,0-24 15,0 24-15,25 0 0,-25 0 0,0 0 0,25 0 16,-25 0-16,0 0 0,25 0 0,-25 0 0,0-25 0,0 25 16,25 0-16,-25-25 0,0 25 0,0 0 0,24 0 15,-24-25-15,0 25 0,0-25 0,0 25 0,0 0 16,0-24-16,0 24 0,0 0 0,0-25 0,0 25 0,0 0 15,0-25-15,0 25 0,0 0 0,0-25 0,0 25 0,0-25 16,0 25-16,0 0 0,0 0 0,0 0 0,0-24 16,0 24-16,0 0 0,0 0 0,0 0 0,0 0 15,0 0-15,0 0 0,0 0 0,25 0 0,-25 0 0,0 0 16,0 24-16,0-24 0,0 0 0,25 0 0,-25 25 15,0-25-15,0 0 0,0 25 0,0-25 0,0 0 0,0 25 16,0-25-16,0 0 0,0 25 0,0-25 0,0 0 16,0 24-16,0-24 0,0 25 0,0-25 0,0 0 15,0 25-15,0-25 0,0 0 0,0 0 0,0 0 0,0 0 16,0 0-16,0 0 0,0 0 0,0 0 0,0 0 15,0 0-15,0 0 0,0 0 0,25 0 0,-25 0 16,0 0-16,0 0 0,25 0 0,-25 0 0,0 0 0,24-25 16,-24 25-16,25 0 0,-25-25 0,0 25 0,25-24 15,-25 24-15,25 0 0,-25-25 0,0 25 0,25 0 0,-25-25 16,0 25-16,0 0 0,0 0 0,0 0 15,0 0-15,24 0 0,-24 0 0,0 0 0,0 0 0,0 0 0,0 0 16,0 0-16,0 25 0,0-25 0,0 0 0,0 0 16,0 25-16,0-25 0,0 24 0,0-24 0,0 0 0,0 25 15,0-25-15,0 0 0,0 25 0,0-25 0,0 25 16,25-25-16,-25 0 0,0 25 0,0-25 0,0 0 15,0 0-15,25 24 0,-25-24 0,0 0 0,0 0 0,25 0 16,-25 0-16,0 0 0,0 0 0,25 0 0,-25 0 16,0 0-16,25 0 0,-25 0 0,0-24 0,24 24 15,-24 0-15,25-25 0,-25 25 0,0 0 0,0-25 0,25 25 16,-25-25-16,0 0 0,0 25 0</inkml:trace>
  <inkml:trace contextRef="#ctx0" brushRef="#br0" timeOffset="27446.5698">8235 2877 0,'0'0'0,"0"0"15,-25 0-15,25 0 0,0 0 0,0 0 0,0 0 0,0 0 16,0 25-16,0-25 0,0 0 0,25 25 0,-25-25 16,0 25-16,0-25 0,0 25 0,0-25 0,0 24 0,0 1 15,0-25-15,0 25 0,0 0 0,0 0 0,0-25 16,0 24-16,0 1 0,0 0 0,0 0 0,0-25 15,0 25-15,0-1 0,0 1 0,0-25 0,0 25 0,0-25 16,0 25-16,0-25 0,0 0 0,0 0 0,0 25 16,0-25-16,0 0 0,0 0 0,0 24 0,25-24 0,-25 0 15,0 0-15,0 0 0,0 0 0,0 0 0,0 0 16,0 0-16,0-24 0,25 24 0,-25 0 0,0 0 15,25 0-15,-25-25 0,0 25 0,24 0 0,-24 0 0,25-25 16,-25 25-16,0 0 0,25 0 0,-25 0 0,0 0 16,25 0-16,-25 0 0,0 0 0,25 0 0,-25 0 0,0 0 15,0 25-15,24-25 0,-24 0 0,0 25 0,0-25 16,0 0-16,0 24 0,0-24 0,0 25 0,0-25 0,0 0 15,0 25-15,0-25 0,-24 0 0,24 0 0,0 25 16,0-25-16,-25 0 0,25 0 0,0 0 0,-25 0 16,25 0-16,0 0 0,-25 0 0,25-25 0,-25 25 0</inkml:trace>
  <inkml:trace contextRef="#ctx0" brushRef="#br0" timeOffset="27652.5816">7838 2803 0,'0'0'0,"0"0"0,0 0 0,0 0 0,0 25 16,0-25-16,0 0 0,0 25 0,0-25 0,0 0 15,-25 24-15,25-24 0,0 25 0,0 0 0,0-25 16,0 25-16,-24-25 0,24 25 0,0-25 0,0 24 0,-25 1 15,25-25-15,0 25 0,0-25 0,0 25 0,0-25 16,0 25-16</inkml:trace>
  <inkml:trace contextRef="#ctx0" brushRef="#br0" timeOffset="28190.6124">9153 2778 0,'0'0'0,"0"0"15,0 0-15,0 25 0,0-25 0,0 0 0,0 25 16,0-25-16,0 0 0,0 25 0,0-25 0,0 24 16,0 1-16,0-25 0,0 25 0,0 0 0,0 0 0,0-1 15,0 1-15,0 0 0,0-25 0,0 25 0,25 0 16,-25-1-16,0 1 0,0 0 0,0-25 0,0 25 0,0 0 15,0-1-15,0-24 0,0 25 0,0 0 0,0-25 16,0 25-16,0-25 0,0 25 0,0-25 0,0 24 0,0-24 16,0 25-16,0-25 0,0 0 0,0 25 0,0-25 15,0 0-15,-25 0 0,25 0 0,0 0 0,0 0 16,0 0-16,0 0 0,-25-25 0,25 25 0,0 0 0,0-25 15,-25 25-15,25 0 0,0-24 0</inkml:trace>
  <inkml:trace contextRef="#ctx0" brushRef="#br0" timeOffset="28346.6213">9079 3274 0,'0'0'0,"0"-25"0,0 25 0,24 0 0,-24-24 0,0 24 15,0 0-15,0 0 0,0 0 0,25 0 0,-25 0 0,0 0 16,0 0-16,25 0 0,-25 0 0,0 0 0,25 0 15,-25 0-15,0 0 0,25 0 0,-25 0 0,24 0 16,-24 0-16,25 0 0,-25 0 0,25 0 0,0 0 16,-25 0-16,25 0 0,-25 0 0,24 24 0,-24-24 0,25 0 15,0 0-15,-25 0 0,25 0 0,-25 0 0,25 25 16,-1-25-16,-24 0 0,25 0 0,-25 0 0,25 0 0,-25 0 15,25 0-15,-25 0 0,0 0 0</inkml:trace>
  <inkml:trace contextRef="#ctx0" brushRef="#br0" timeOffset="28807.6477">9599 3225 0,'0'0'0,"0"0"16,0 0-16,0-25 0,0 25 0,0 0 15,-24 0-15,24-25 0,0 25 0,0 0 0,-25 0 0,25 0 0,0-25 16,0 25-16,0 0 0,-25 0 0,25-25 0,0 25 16,0 0-16,-25 0 0,25 0 0,0 0 0,0 0 15,0 0-15,0 0 0,-25 0 0,25 0 0,0 0 0,0 25 16,-24-25-16,24 0 0,0 0 0,0 25 0,0-25 15,0 0-15,-25 25 0,25-25 0,0 25 0,0-25 0,0 0 16,0 24-16,0 1 0,0-25 0,0 25 0,0-25 16,0 25-16,0 0 0,0-25 0,0 24 0,25-24 15,-25 25-15,0-25 0,0 25 0,0-25 0,0 0 0,0 25 16,0-25-16,0 0 0,24 0 0,-24 0 0,0 0 15,0 0-15,0 0 0,0 25 0,0-25 0,0 0 16,25-25-16,-25 25 0,0 0 0,0 0 0,25 0 0,-25-25 16,0 25-16,0 0 0,25-25 0,-25 25 0,0 0 15,0-25-15,0 25 0,25 0 0,-25-24 0,0 24 0,0-25 16,0 25-16,0 0 0,0-25 0,0 25 0,24-25 15,-24 25-15,0 0 0,0 0 0,0-25 0,0 25 0,0 0 16,0 0-16,0-24 0,0 24 0,0 0 0,0 0 16,0 0-16,0 0 0,0 0 0,0 24 0,0-24 0,0 0 15,0 0-15,0 25 0,0-25 0,0 0 0,0 25 16,0-25-16,0 25 0,0-25 0,0 0 0,0 25 15,0-25-15,0 24 0,0-24 0,25 25 0,-25-25 0,0 0 16,0 25-16,0-25 0,0 25 0,0-25 0,0 0 16,0 0-16,25 0 0,-25 25 0,0-25 0,0 0 0,0 0 15,25 0-15,-25 0 0,25 0 0,-25 0 0,0-25 16,24 25-16,-24 0 0,25 0 0,-25 0 0,25-25 15,-25 25-15</inkml:trace>
  <inkml:trace contextRef="#ctx0" brushRef="#br0" timeOffset="29095.6641">9897 3225 0,'0'0'0,"0"0"0,0 0 0,0-25 15,0 25-15,0 0 0,0 0 0,0 0 0,0 0 16,0 0-16,-25 0 0,25-25 0,0 25 0,0 0 16,0 0-16,0 0 0,0 0 0,0 0 0,0 0 0,0 25 15,0-25-15,-25 0 0,25 0 0,0 0 0,0 0 16,0 0-16,-24 25 0,24-25 0,0 0 0,0 24 15,0-24-15,0 25 0,0-25 0,0 25 0,0-25 0,0 25 16,0-25-16,0 25 0,0-25 0,0 24 0,0-24 16,0 25-16,0-25 0,0 25 0,0-25 0,0 25 0,0-25 15,0 0-15,0 25 0,24-25 0,-24 0 0,0 24 16,0-24-16,25 0 0,-25 0 0,0 0 0,0 0 0,25 0 15,-25 0-15,0 0 0,25 0 0,-25 0 0,0-24 16,25 24-16,-25 0 0,0 0 0,24-25 0,-24 25 16,0-25-16,25 25 0,-25 0 0,0-25 0,0 25 0,0-25 15,25 25-15,-25-24 0,0-1 0</inkml:trace>
  <inkml:trace contextRef="#ctx0" brushRef="#br0" timeOffset="29360.6791">9475 2853 0,'0'0'0,"0"0"0,0 0 0,0 0 0,0 0 0,-24 0 15,24 0-15,0 0 0,0 0 0,0 0 0,0 0 16,0 0-16,0 24 0,0-24 0,24 0 0,-24 0 0,0 0 15,0 0-15,0 0 0,25 25 0,-25-25 0,0 0 16,0 0-16,25 0 0,-25 0 0,0 0 0,0 25 0,25-25 16,-25 0-16,0 0 0,0 0 0,25 0 0,-25 0 15,0 25-15,24-25 0,-24 0 0,0 0 0,25-25 16,-25 25-16,25 0 0,-25 0 0,25-25 0,-25 25 0,25-25 15,-1 25-15,-24-24 0,25 24 0</inkml:trace>
  <inkml:trace contextRef="#ctx0" brushRef="#br0" timeOffset="29503.6875">9897 2629 0,'0'0'0,"0"0"0,0 0 15,0 0-15,0 0 0,0 0 0,0 0 0,0 25 16,0-25-16,0 0 0,-25 0 0,25 25 0,0-25 0,0 25 16,0-25-16,0 25 0,0-25 0,-25 24 0,25 1 0,0-25 15,0 25-15,-24-25 0,24 25 0,0 0 0,0-25 16,-25 24-16,25-24 0,0 25 0,0-25 0</inkml:trace>
  <inkml:trace contextRef="#ctx0" brushRef="#br0" timeOffset="33168.897">10815 3299 0,'0'0'0,"0"0"0,0 0 16,0-25-16,0 25 0,0 0 0,0 0 0,0 0 16,0 0-16,0 0 0,0 0 0,0 0 0,0 0 0,0 0 15,0 0-15,0 0 0,0 0 0,0-25 0,0 25 16,0 0-16,0 0 0,-25 0 0,25 0 0,0 0 0,0 0 15,0 0-15,0 0 0,0 0 0,0 0 0,0 0 16,0 0-16,0 0 0,0 0 0,0 0 0,0 0 0,0 0 16,0 0-16,-25 0 0,25 0 0,0 0 0,0 0 15,0 0-15,0 0 0,-25 0 0,25 0 0,0 0 16,0 0-16,-24 0 0,24 0 0,0 0 0,0 0 0,0 0 15,-25 0-15,25 0 0,0 0 0,0 25 0,0-25 16,0 0-16,-25 0 0,25 0 0,0 0 0,0 25 0,0-25 16,0 0-16,0 25 0,0-25 0,0 0 0,0 25 15,0-25-15,0 24 0,0-24 0,0 0 0,0 25 16,0-25-16,25 25 0,-25-25 0,0 25 0,0-25 15,0 25-15,25-25 0,-25 24 0,0-24 0,0 25 0,24-25 16,-24 25-16,0-25 0,25 0 0,-25 25 0,0-25 0,0 0 16,25 0-16,-25 0 0,25 0 0,-25 0 0,0 0 15,25 0-15,-25 0 0,0 0 0,24 0 0,-24 0 16,0 0-16,25-25 0,-25 25 0,0 0 0,25 0 0,-25-25 15,0 25-15,0 0 0,25-25 0,-25 25 0,0 0 16,0-24-16,0 24 0,0-25 0,25 25 0,-25-25 0,0 25 16,0 0-16,0-25 0,0 25 0,0 0 0,0-25 15,0 25-15,0-24 0,0 24 0,0 0 0,0-25 0,0 25 16,0 0-16,0-25 0,0 25 0,0 0 0,0-25 15,0 25-15,0 0 0,0 0 0,0 0 0,0 0 16,0 0-16,0-25 0,0 25 0,0 0 0,0 0 0,0 25 16,0-25-16,0 0 0,0 0 0,-25 0 0,25 0 15,0 25-15,0-25 0,0 0 0,0 25 0,0-25 16,0 25-16,0-25 0,0 0 0,0 24 0,0-24 0,0 25 15,0-25-15,0 25 0,0-25 0,0 25 0,0-25 16,0 25-16,25-25 0,-25 24 0,0-24 0,0 25 0,0-25 16,0 0-16,24 25 0,-24-25 0,0 0 0,0 0 15,0 25-15,0-25 0,25 0 0,-25 0 0,0 0 0,0 0 16,0 0-16,25 0 0,-25 0 0,0 0 0,0 0 15,25 0-15,-25 0 0,0-25 0,0 25 0,0 0 16,25-25-16,-25 25 0,0 0 0,0-25 0,0 25 0,24-24 16,-24 24-16,0 0 0,0-25 0,0 25 0,0-25 0,0 25 15,0 0-15,0-25 0,0 25 0,0-25 0,0 25 16,0-24-16,0 24 0,0 0 0,0-25 0,0 25 15,0 0-15,0 0 0,0 0 0,0-25 0,0 25 0,0 0 16,0 0-16,0 0 0,0 0 0,0 0 0,0 0 16,0 25-16,0-25 0,0 0 0,0 0 0,0 25 0,0-25 15,0 24-15,0-24 0,0 25 0,0-25 0,0 0 16,0 25-16,0-25 0,0 25 0,0-25 0,0 0 15,0 25-15,0-25 0,0 0 0,0 24 0,0-24 0,0 0 16,25 25-16,-25-25 0,0 0 0,0 0 0,0 0 16,25 0-16,-25 0 0,0 25 0,25-25 0,-25 0 0,25 0 15,-25 0-15,25 0 0,-25-25 0,24 25 0,-24 0 16,25 0-16,0 0 0,-25 0 0,25-25 0</inkml:trace>
  <inkml:trace contextRef="#ctx0" brushRef="#br0" timeOffset="33584.9209">11509 3373 0,'0'0'0,"0"0"15,-24 0-15,24 0 0,0-24 0,0 24 0,0 0 16,0 0-16,-25 0 0,25-25 0,0 25 0,0 0 16,0 0-16,-25 0 0,25 0 0,0 0 0,0 0 0,0 0 15,0-25-15,0 25 0,0 0 0,0 0 0,0 25 16,0-25-16,0 0 0,-25 0 0,25 0 0,0 25 15,0-25-15,0 0 0,0 24 0,0-24 0,-25 25 0,25 0 16,0-25-16,0 25 0,0-25 0,0 25 0,0-25 16,0 24-16,0-24 0,0 25 0,0-25 0,0 25 0,0-25 15,0 0-15,0 25 0,0-25 0,25 0 0,-25 0 16,0 25-16,0-25 0,0 0 0,0 0 0,0 0 0,0 0 15,25 0-15,-25 0 0,0 0 0,0 0 0,0-25 16,0 25-16,25 0 0,-25 0 0,0 0 0,0 0 16,25-25-16,-25 25 0,0 0 0,0-25 0,24 25 0,-24 0 15,0-25-15,0 25 0,0 0 0,25-24 0,-25 24 16,0 0-16,0 0 0,0 0 0,0-25 0,0 25 0,0 0 15,0 0-15,0 25 0,0-25 0,0 0 0,0 0 16,0 0-16,0 0 0,0 24 0,0-24 0,0 0 0,0 0 16,0 25-16,0-25 0,0 0 0,0 25 0,25-25 15,-25 0-15,0 25 0,0-25 0,0 0 0,0 0 16,0 0-16,0 0 0,0 25 0,0-25 0,0 0 0,0 0 15,0 0-15,-25 0 0,25-25 0,0 25 0,0 0 16,0 0-16,0 0 0</inkml:trace>
  <inkml:trace contextRef="#ctx0" brushRef="#br0" timeOffset="33837.9353">11559 2977 0,'0'-25'0,"0"25"0,0 0 0,0 0 16,0 0-16,0-25 0,0 25 0,0 0 0,0 0 0,25 0 15,-25 0-15,0-25 0,0 25 0,0 0 0,25 0 16,-25 0-16,0 0 0,24 25 0,-24-25 0,0 0 16,25 0-16,-25 0 0,0 0 0,25 0 0,-25 25 0,0-25 15,25 0-15,-25 0 0,0 25 0,0-25 0,0 0 16,0 24-16,0-24 0,0 0 0,0 25 0,0-25 0,-25 0 15,25 25-15,0-25 0,-25 0 0,25 25 0,0-25 16,-25 0-16,25 25 0,-24-25 0,24 0 0,0 0 16,-25 24-16,25-24 0,-25 0 0,25 0 0</inkml:trace>
  <inkml:trace contextRef="#ctx0" brushRef="#br0" timeOffset="34346.9645">12378 3547 0,'0'0'0,"0"0"0,0 0 0,0 0 15,0 0-15,0 0 0,0 0 0,0 0 0,0 0 16,0 0-16,24-25 0,-24 25 0,0 0 0,0 0 0,0 0 15,25-25-15,-25 25 0,0-24 0,0 24 0,25 0 16,-25-25-16,0 25 0,25-25 0,-25 25 0,0-25 0,25 25 16,-25-25-16,0 25 0,0-24 0,24 24 0,-24-25 15,0 0-15,0 25 0,25-25 0,-25 25 0,0-25 16,0 25-16,0-24 0,25 24 0,-25-25 0,0 25 0,0-25 15,0 25-15,0 0 0,0-25 0,0 25 0,0 0 16,0 0-16,0 0 0,0 0 0,0 0 0,0 0 0,0 0 16,0 0-16,25 0 0,-25 0 0,0 25 0,0-25 15,0 25-15,0-25 0,0 25 0,0-1 0,0-24 16,0 25-16,0 0 0,0-25 0,0 25 0,0-25 0,0 25 15,0-25-15,0 24 0,0 1 0,0-25 0,25 25 16,-25-25-16,0 25 0,0-25 0,0 25 0,0-25 0,0 0 16,0 24-16,0-24 0,0 25 0,0-25 0,-25 0 15,25 0-15,0 25 0,0-25 0,0 0 0,0 0 16,0 0-16,0 0 0,0 25 0,0-25 0,0 0 0,0 0 15,0 0-15</inkml:trace>
  <inkml:trace contextRef="#ctx0" brushRef="#br0" timeOffset="34755.9879">13395 3076 0,'0'0'0,"-25"0"0,25 0 0,0-25 16,0 25-16,0 0 0,0 0 0,0 0 0,-25 0 15,25-25-15,0 25 0,0 0 0,0 0 0,0 0 16,0 0-16,0 0 0,0 0 0,0 25 0,0-25 0,0 0 16,0 0-16,25 25 0,-25-25 0,0 0 0,0 25 15,0-1-15,0-24 0,0 25 0,0 0 0,0-25 0,0 25 16,0 0-16,25-25 0,-25 24 0,0 1 0,0-25 15,0 25-15,0 0 0,0-25 0,0 25 0,0-25 16,0 24-16,0-24 0,0 25 0,0-25 0,0 25 0,0-25 16,0 25-16,0-25 0,0 0 0,0 25 0,0-25 15,24 0-15,-24 24 0,0-24 0,0 0 0,0 0 0,0 0 16,0 0-16,0 0 0,0 0 0,0 0 0,0 0 15,0 0-15,0 0 0,0 0 0,25 0 0,-25 0 16,0-24-16,0 24 0,25 0 0</inkml:trace>
  <inkml:trace contextRef="#ctx0" brushRef="#br0" timeOffset="35051.0048">13717 3175 0,'0'-25'0,"0"25"0,0 0 0,0-25 15,0 25-15,0 0 0,0 0 0,0-24 0,0 24 0,-25 0 16,25 0-16,0 0 0,0-25 0,-25 25 0,25 0 15,0 0-15,0 0 0,-24 0 0,24 0 0,0 0 16,0 0-16,-25 0 0,25 0 0,-25 0 0,25 0 0,0 25 16,-25-25-16,25 0 0,0 24 0,-25-24 0,25 25 15,0-25-15,0 25 0,-24-25 0,24 25 0,0-25 0,0 25 16,0-25-16,-25 24 0,25 1 0,0-25 0,0 25 15,0-25-15,0 25 0,0 0 0,0-25 0,0 24 0,0-24 16,0 25-16,0-25 0,25 25 0,-25-25 0,0 0 16,24 0-16,-24 25 0,25-25 0,-25 0 0,25 0 15,0 0-15,-25 0 0,25 0 0,-25 0 0,24 0 0,1 0 16,-25 0-16,25 0 0,0 0 0,0 0 0,-25 0 0,24-25 15,1 25-15</inkml:trace>
  <inkml:trace contextRef="#ctx0" brushRef="#br0" timeOffset="35569.0343">14287 3125 0,'0'-24'0,"0"24"0,0-25 0,0 25 0,-24 0 0,24-25 16,0 25-16,0 0 0,-25 0 0,25-25 0,0 25 0,0 0 15,-25 0-15,25 0 0,0 0 0,0-25 0,-25 25 16,25 0-16,0 0 0,-25 0 0,25 0 0,0 0 16,0 0-16,-24 0 0,24 0 0,0 0 0,0 25 0,-25-25 15,25 0-15,0 0 0,-25 25 0,25-25 0,0 25 16,0-25-16,0 25 0,-25-25 0,25 24 0,0 1 15,0-25-15,0 25 0,0 0 0,0 0 0,0-1 0,0-24 16,0 25-16,0 0 0,0-25 0,0 25 0,0-25 16,0 25-16,0-25 0,0 24 0,0-24 0,0 25 15,25-25-15,-25 25 0,0-25 0,0 25 0,0-25 0,25 0 16,-25 0-16,0 0 0,0 25 0,0-25 0,25 0 0,-25 0 15,0 0-15,0 0 0,0-25 0,24 25 0,-24 0 16,0 0-16,0 0 0,25 0 0,-25-25 0,0 25 16,0 0-16,25 0 0,-25-25 0,0 25 0,0 0 0,25-25 15,-25 25-15,0 0 0,0-24 0,0 24 0,0 0 16,0-25-16,25 25 0,-25 0 0,0 0 0,0 0 0,0 0 15,0 0-15,0 0 0,0 0 0,0 0 0,0 0 16,0 0-16,0 0 0,0 25 0,0-25 0,0 0 16,0 24-16,0-24 0,0 25 0,0-25 0,0 25 0,0-25 15,0 25-15,0-25 0,0 0 0,0 25 0,0-25 16,0 0-16,0 24 0,0-24 0,0 0 0,0 25 15,0-25-15,0 0 0,0 0 0,0 25 0,0-25 0,0 0 16,0 0-16,0 0 0,0 0 0,0 0 0,0 0 16,0 0-16,-25 0 0,25 0 0,0 0 0,0-25 0,0 25 15,0 0-15,-25 0 0,25-25 0</inkml:trace>
  <inkml:trace contextRef="#ctx0" brushRef="#br0" timeOffset="35725.0433">14163 3398 0,'0'0'0,"0"0"0,0-25 0,0 25 0,0 0 0,0 0 16,0 0-16,0 0 0,0 0 0,0 0 0,0 0 15,0 0-15,0 0 0,25 0 0,-25 0 0,0 0 16,25 0-16,-25 0 0,25 0 0,-25-24 0,25 24 0,-25 0 15,24 0-15,1 0 0,-25 0 0,25 0 0,-25 0 16,25 0-16,0 0 0,-25 0 0,25 0 0,-25 0 0,24 0 16,1 0-16,-25 0 0,0 0 0,25-25 0,-25 25 15,25 0-15,-25 0 0,0 0 0</inkml:trace>
  <inkml:trace contextRef="#ctx0" brushRef="#br0" timeOffset="36124.066">14560 3150 0,'0'-25'0,"0"25"0,0 0 15,0-24-15,-24 24 0,24 0 0,0 0 0,0-25 16,0 25-16,0 0 0,0 0 0,0 0 0,0 0 0,0 0 15,0 0-15,0 0 0,0 0 0,0 0 0,0 0 16,0 0-16,0 0 0,24 0 0,-24 0 0,0 0 0,0 25 16,0-25-16,0 0 0,0 24 0,0-24 0,0 25 15,0-25-15,0 25 0,0 0 0,25-25 0,-25 25 0,0-1 16,0-24-16,0 25 0,0 0 0,0-25 0,0 25 15,0-25-15,0 25 0,0-25 0,0 24 0,0-24 16,0 25-16,25-25 0,-25 25 0,0-25 0,0 0 0,0 25 16,25-25-16,-25 0 0,0 25 0,0-25 0,0 0 15,25 0-15,-25 0 0,0 0 0,0 0 0,0 0 0,24 0 16,-24 0-16,0 0 0,0-25 0,25 25 0,-25 0 15,0-25-15,25 25 0,-25 0 0,0-25 0,0 25 16,0-25-16,25 25 0,-25-24 0,0 24 0,0-25 0,0 25 16,0-25-16,25 0 0,-25 25 0,0-25 0,0 1 15,0 24-15,0-25 0,24 0 0,-24 25 0,0-25 0,0 0 16,0 25-16,0 0 0,0-24 0,0 24 0,0 0 15,0 0-15,0 0 0,0 0 0,0 0 0,0 24 16,0-24-16,0 0 0,0 0 0,0 0 0,0 0 0,0 0 16,0 0-16,0 25 0,0-25 0,0 0 0,0 0 15,25 0-15,-25 0 0,0 0 0,0 0 0,0 25 0,25-25 16</inkml:trace>
  <inkml:trace contextRef="#ctx0" brushRef="#br0" timeOffset="36387.0812">15032 3175 0,'0'-25'0,"0"25"0,0 0 0,0 0 16,0-25-16,0 25 0,0 0 0,0 0 0,0-24 15,0 24-15,-25 0 0,25 0 0,0 0 0,0 0 16,0 0-16,0 0 0,0 0 0,0 0 0,0 0 0,0 0 16,0 0-16,0 0 0,0 24 0,0-24 0,0 25 15,0-25-15,0 25 0,0 0 0,0-25 0,0 25 0,0-25 16,0 24-16,0 1 0,0-25 0,0 25 0,0 0 15,0-25-15,0 25 0,0-1 0,0-24 0,0 25 0,0 0 16,0-25-16,0 25 0,0-25 0,0 0 0,0 25 16,0-25-16,0 0 0,0 0 0,0 0 0,0 24 15,0-24-15,0 0 0,0 0 0,0 0 0,-25 0 0,25 0 16,0 0-16,0 0 0,0 0 0,0 0 0,0-24 15,0 24-15,0-25 0,-25 25 0,25 0 0,0-25 0,0 25 16</inkml:trace>
  <inkml:trace contextRef="#ctx0" brushRef="#br0" timeOffset="36560.0908">14858 3150 0,'0'-25'0,"0"25"0,0-24 0,0 24 15,0 0-15,0-25 0,0 25 0,0 0 0,0 0 0,0 0 16,25 0-16,-25 0 0,0 0 0,0 0 0,0 0 16,25 0-16,-25 0 0,0 0 0,24 0 0,-24 0 15,25 0-15,-25 0 0,25 0 0,0 0 0,0 0 0,-1 25 16,-24-25-16,25 0 0,0 0 0,0 0 0,0 0 15,-1 0-15,1 0 0,0 24 0,0-24 0,0 0 16,-1 0-16,-24 0 0,25 0 0,0 0 0,-25 0 0,25 0 16,0 0-16</inkml:trace>
  <inkml:trace contextRef="#ctx0" brushRef="#br0" timeOffset="40044.2898">16446 3398 0,'0'0'0,"0"0"0,0 0 0,0 0 0,0-25 0,0 25 16,0 0-16,0 0 0,0 0 0,0 0 0,0 0 0,0 0 16,0 0-16,0-24 0,0 24 0,0 0 0,0 0 15,0 0-15,0 0 0,0 0 0,0 0 0,-25-25 16,25 25-16,0 0 0,0 0 0,0 0 0,0 0 15,0-25-15,0 25 0,0 0 0,0 0 0,0 0 0,0 0 16,0-25-16,-25 25 0,25 0 0,0 0 0,0 0 16,0-25-16,0 25 0,0 0 0,-25 0 0,25 0 0,0 0 15,0-24-15,0 24 0,-25 0 0,25 0 0,0 0 16,-25 0-16,25 0 0,0 0 0,0 0 0,0 0 15,-24 0-15,24 0 0,0 0 0,0 0 0,-25 0 0,25 0 16,0 0-16,-25 24 0,25-24 0,0 0 0,0 0 0,-25 0 16,25 0-16,0 25 0,-25-25 0,25 0 0,0 0 15,0 25-15,0-25 0,-24 0 0,24 25 0,0-25 16,0 0-16,0 25 0,0-25 0,0 0 0,0 24 15,0-24-15,0 25 0,0-25 0,0 0 0,0 25 0,0-25 16,0 0-16,0 0 0,0 25 0,0-25 0,24 0 0,-24 0 16,0 0-16,25 0 0,-25 25 0,0-25 0,25 0 15,-25 0-15,25 0 0,-25 0 0,25 0 0,-25 0 16,24-25-16,1 25 0,-25 0 0,25-25 0,-25 25 0,25 0 93,-25-25-93,25 25 0,-25-25 0,0 25 0,25 0 0,-25-24 0,0 24 0,0-25 0,0 25 0,0-25 47</inkml:trace>
  <inkml:trace contextRef="#ctx0" brushRef="#br0" timeOffset="40192.2985">16495 3001 0,'0'-24'0,"0"24"0,0-25 0,0 25 0,0-25 0,0 25 0,0 0 0,0 0 0,0 0 0,0-25 0,0 25 0,0 0 0,0 0 0,0 0 0,0 0 0,0 0 0,0 0 0,0 0 0,0 0 0,0 25 0,0-25 0,0 0 0,0 0 0,0 25 0,0-25 0,0 25 0,0-25 0,0 24 0,0-24 0,0 25 0,0-25 0,0 25 0,0 0 0,-25-25 0,25 25 0,0-1 16,0 1-16,0 0 0,0-25 0,0 25 0,0 0 15,0-1-15,0-24 0,0 25 0,0 0 0,0-25 16,0 25-16,0 0 0,0-25 0,25 24 0,-25 1 0,0-25 15,0 25-15,0-25 0,0 25 0,0-25 0,0 25 0,0-25 16,0 0-16,0 24 0,0-24 0,0 0 0,0 0 16,0 0-16,0 25 0,0-25 0,0 0 0,0 0 15,0 0-15,0 0 0,0 0 0,0-25 0,0 25 0,0 0 16,0 0-16,0-24 0,0 24 0,0 0 0,0-25 15</inkml:trace>
  <inkml:trace contextRef="#ctx0" brushRef="#br0" timeOffset="41242.3589">16867 3225 0,'0'0'0,"0"0"0,0 0 0,0 0 16,0 0-16,0-25 0,0 25 0,0 0 0,0 0 15,0 0-15,0-25 0,0 25 0,0 0 0,0 0 0,0 0 16,0 0-16,0-25 0,0 25 0,0 0 0,-25 0 16,25 0-16,0 0 0,0 0 0,0 0 0,0-25 0,0 25 15,0 0-15,0 0 0,0 0 0,-24 0 0,24 0 16,0 0-16,0 0 0,-25 0 0,25 0 0,0 0 15,0 0-15,-25 0 0,25 25 0,0-25 0,0 0 0,-25 0 16,25 0-16,0 25 0,0-25 0,-25 0 0,25 0 16,0 0-16,0 25 0,-24-25 0,24 0 0,0 25 15,0-25-15,0 0 0,0 24 0,-25-24 0,25 25 0,0-25 16,0 25-16,0-25 0,0 25 0,0-25 0,0 0 15,25 25-15,-25-25 0,0 24 0,0-24 0,0 25 0,0-25 16,0 0-16,24 25 0,-24-25 0,0 0 0,0 25 16,0-25-16,25 0 0,-25 0 0,0 25 0,0-25 0,0 0 15,25 0-15,-25 0 0,0 0 0,0 0 0,25 0 16,-25 0-16,0 0 0,0 0 0,25 0 0,-25 0 15,0-25-15,0 25 0,24 0 0,-24 0 0,0 0 0,0 0 16,0-25-16,25 25 0,-25 0 0,0-25 0,0 25 16,0 0-16,0-25 0,0 25 0,0 0 0,0-24 0,0 24 15,0 0-15,25-25 0,-25 25 0,-25 0 0,25-25 16,0 25-16,0-25 0,0 25 0,0 0 0,0 0 0,0 0 15,0-25-15,0 25 0,0 0 0,0 0 0,0 0 16,0 0-16,0 0 0,0 0 0,0 0 0,0 0 16,0 0-16,0 0 0,0 0 0,0 0 0,0 25 0,25-25 15,-25 0-15,0 0 0,0 0 0,0 25 0,0-25 16,0 0-16,0 25 0,0-25 0,0 0 0,0 25 15,0-25-15,0 24 0,0-24 0,0 25 0,0-25 0,0 0 16,25 25-16,-25-25 0,0 0 0,0 25 0,0-25 0,25 0 16,-25 25-16,0-25 0,0 0 0,0 0 15,0 24-15,0-24 0,0 0 0,0 0 0,24 0 0,-24 0 16,0 0-16,0 0 0,0 0 0,25 0 0,-25-24 0,0 24 15,0 0-15,25 0 0,-25-25 0,0 25 0,0 0 16,0-25-16,25 25 0,-25 0 0,0-25 0,0 25 16,0 0-16,0-25 0,0 25 0,0-24 0,25 24 0,-25-25 15,0 25-15,0-25 0,0 25 0,0-25 0,0 25 16,0 0-16,0-25 0,0 25 0,0 0 0,0-24 0,0 24 15,0 0-15,0 0 0,0 0 0,0 0 0,0 0 16,0 0-16,0 0 0,0 0 0,0 0 0,0 0 0,0 0 16,0 24-16,0-24 0,0 0 0,0 0 0,0 25 15,24-25-15,-24 25 0,0-25 0,0 0 0,0 25 16,0-25-16,0 25 0,0-25 0,0 0 0,0 24 15,0-24-15,0 0 0,0 25 0,0-25 0,25 0 0,-25 0 16,0 25-16,0-25 0,0 0 0,0 25 0,0-25 0,0 0 16,0 0-16,0 0 0,-25 0 0,25 0 0,0 0 15,0 0-15,0 0 0,0 0 0,25 0 0,-25 0 0,0 0 16,0 0-16,0 0 0,0 0 0,0 0 0,0-25 15,0 25-15,0 0 0,0 0 0,0-25 0,0 25 16,0 0-16,0-25 0,25 25 0,-25-24 0,0 24 0,0 0 16,25-25-16,-25 25 0,0-25 0,25 25 0,-25 0 15,0-25-15,24 25 0,-24 0 0,0-25 0,0 25 16,0 0-16,25 0 0,-25 0 0,0 0 0,0 25 0,0-25 15,0 0-15,0 0 0,25 0 0,-25 25 0,0-25 0,0 0 16,0 0-16,0 25 0,0-25 0,0 0 0,25 25 16,-25-25-16,0 0 0,0 24 0,0-24 0,0 25 15,0-25-15,0 0 0,0 0 0,0 25 0,25-25 0,-25 0 16,0 0-16,0 25 0,0-25 0,0 0 0,0 0 15,24 0-15,-24 0 0,0 0 0,0 0 0,25 0 16,-25 0-16,25 0 0,-25 0 0,25 0 0,-25 0 0,25-25 16,-25 25-16</inkml:trace>
  <inkml:trace contextRef="#ctx0" brushRef="#br0" timeOffset="41709.3856">17611 3200 0,'0'0'0,"-24"0"0,24 0 16,0 0-16,0 0 0,0-25 0,0 25 0,0 0 15,0 0-15,0 0 0,0 0 0,0 0 0,0 0 0,0 0 16,-25 25-16,25-25 0,0 0 0,0 0 0,0 25 15,0-25-15,-25 24 0,25-24 0,0 0 0,0 25 0,0 0 16,0-25-16,0 0 0,-25 25 0,25-25 0,0 25 16,0-25-16,0 24 0,0-24 0,0 0 0,0 0 15,0 25-15,25-25 0,-25 0 0,0 0 0,0 0 16,0 25-16,0-25 0,0 0 0,25 0 0,-25 0 0,0 0 15,0 0-15,25 0 0,-25 0 0,0-25 0,0 25 16,0 0-16,24 0 0,-24 0 0,0-25 0,0 25 0,25 0 16,-25 0-16,0-24 0,0 24 0,0 0 0,25-25 15,-25 25-15,0 0 0,0-25 0,0 25 0,0 0 0,0-25 16,0 25-16,0 0 0,0 0 0,0-25 0,0 25 15,0 0-15,0 0 0,0 0 0,0 0 0,0 0 16,-25 0-16,25 25 0,0-25 0,0 0 0,25 0 0,-25 25 16,0-25-16,0 25 0,-25-25 0,25 25 0,0-25 0,0 24 15,0-24-15,0 25 0,0 0 0,0-25 0,0 25 16,0 0-16,0-25 0,25 24 0,-25 1 0,0-25 15,0 25-15,0 0 0,0-25 0,0 25 0,0-25 16,25 24-16,-25-24 0,0 25 0,0-25 0,0 25 0,0-25 16,0 0-16,0 25 0,0-25 0,0 25 0,0-25 15,0 0-15,-25 0 0,25 0 0,0 25 0,0-25 0,0 0 16,0 0-16,0 0 0,-25 0 0,25 0 0,0 24 15,-25-24-15,25 0 0,-24 0 0,24 0 0,-25 25 0,25-25 16,-25 0-16,0 0 0,25 0 0,-25 0 0,0 0 16,1 0-16</inkml:trace>
  <inkml:trace contextRef="#ctx0" brushRef="#br0" timeOffset="41888.3958">16842 3994 0,'0'0'0,"0"0"0,0-25 0,25 25 16,-25 0-16,0 0 0,0 0 0,0 0 0,0 0 15,0-25-15,0 25 0,0 0 0,0 0 0,25 0 0,-25 0 16,0 0-16,0 0 0,0 0 0,0 0 0,0 0 16,0 0-16,0 0 0,0 0 0,0 0 0,0 0 0,0 0 15,0 0-15,0-25 0,0 25 0</inkml:trace>
  <inkml:trace contextRef="#ctx0" brushRef="#br0" timeOffset="42892.4533">18405 2729 0,'0'0'16,"0"0"-16,0 0 0,0 0 0,0 0 0,-25 0 0,25 0 16,0 0-16,0 0 0,0 0 0,0 0 0,0 0 15,0 0-15,0 0 0,0 0 0,0 0 0,0 0 0,-25 0 16,25 0-16,0 0 0,0 0 0,0 0 0,0 0 15,0 0-15,0 0 0,0 0 0,0 0 0,0 0 0,0 24 16,0-24-16,-24 0 0,24 0 0,0 0 0,0 0 16,0 25-16,0-25 0,0 0 0,0 0 0,0 25 0,-25-25 15,25 0-15,0 25 0,0-25 0,0 0 0,0 25 0,0-25 16,0 0-16,0 24 0,0-24 0,0 0 0,25 0 15,-25 25-15,0-25 0,0 0 0,0 0 0,24 25 16,-24-25-16,0 0 0,25 25 0,-25-25 0,0 0 16,25 0-16,-25 25 0,0-25 0,25 0 0,-25 24 0,0-24 15,0 25-15,25-25 0,-25 0 0,0 0 0,24 25 16,-24-25-16,0 0 0,0 25 0,0-25 0,25 0 0,-25 0 15,0 25-15,0-25 0,0 0 0,0 0 0,0 24 16,0-24-16,0 0 0,0 0 0,0 25 0,0-25 16,0 0-16,-25 0 0,25 25 0,0-25 0,0 0 0,-24 0 15,24 0-15,0 25 0,0-25 0,-25 0 0,25 0 16,0 0-16,0 0 0,0 0 0,-25 0 0,25 0 0,0 0 15,0 0-15,0 0 0,0 0 0,0 0 0,0 0 16,0 0-16,0 0 0,0 0 0,0 0 0,0 0 16,0-25-16,0 25 0,0 25 0,0-25 0,0 0 0,0 0 15,0 0-15,25 0 0,-25 25 0,0-25 0,0 0 16,0 24-16,0-24 0,0 25 0,0-25 0,0 25 0,0-25 15,0 25-15,25-25 0,-25 25 0,0-25 0,0 24 16,0 1-16,0-25 0,0 25 0,0-25 0,0 25 16,0-25-16,0 25 0,0-25 0,0 24 0,0-24 0,0 25 15,0-25-15,0 25 0,0-25 0,0 0 0,0 25 0,0-25 16,0 0-16,0 0 0,0 25 0,0-25 0,0 0 15,0 0-15,0 0 0,0 0 0,0 0 0,0 0 16,0 0-16,0 0 0,0 0 0,0 0 0,0 0 0,0 0 16,0 0-16,0 0 0,0 0 0,0 0 0,0 0 15</inkml:trace>
  <inkml:trace contextRef="#ctx0" brushRef="#br0" timeOffset="43491.4875">18802 3299 0,'0'0'16,"0"0"-16,0 25 0,0-25 0,0 0 0,0 0 15,0 0-15,0 0 0,0 0 0,0 0 0,25 0 0,-25 0 16,0 0-16,0 0 0,0 0 0,25 0 0,-25-25 15,0 25-15,24 0 0,-24 0 0,0 0 0,25 0 16,-25-25-16,25 25 0,-25 0 0,0 0 0,25-25 0,-25 25 16,25 0-16,-25 0 0,24-24 0,-24 24 0,0 0 15,25 0-15,-25-25 0,0 25 0,25 0 0,-25 0 156,-25-149-156,25 149 16,0-25-16,-25 25 0,25 0 0,0 0 0,0 0 0,-24 0 0,24 0 0,0 0 0,-25 0 0,25 25 0,0-25 0,0 0 0,-25 0 0,25 0 0,0 0 0,0 0 0,-25 25 0,25-25 0,0 0 15,0 0-15,-25 25 0,25-25 0,0 0 0,0 24 0,0-24 0,-24 25 0,24-25 0,0 25 0,0-25 0,0 25 0,0-25 0,0 25 0,0-1 0,0-24 0,0 25 0,0-25 0,0 25 0,0-25 0,0 25 0,0-25 0,0 25 0,0-25 0,0 24 16,24-24-16,-24 25 0,0-25 0,0 0 0,0 25 16,0-25-16,25 0 0,-25 25 0,0-25 0,0 0 15,0 0-15,25 0 0,-25 0 0,0 0 0,25 0 0,-25 0 16,0 0-16,25 0 0,-25 0 0,0 0 0,24 0 15,-24 0-15,0 0 0,25 0 0,-25 0 0,25 0 0,-25 0 16,25 0-16,-25 0 0</inkml:trace>
  <inkml:trace contextRef="#ctx0" brushRef="#br0" timeOffset="43976.5153">19124 3597 0,'0'0'0,"0"0"0,0 0 0,0 0 0,0 0 0,0 0 16,0 0-16,0 0 0,0 0 0,0 0 0,0 0 15,0 0-15,25 0 0,-25 0 0,0 0 0,0 0 16,0 0-16,0 0 0,0 0 0,0 0 0,0 0 0,0 0 16,0 0-16,0 0 0,0 0 0,0 0 0,0 0 0,0 0 15,0 0-15,0 0 0,0 0 0,0 0 0,0 0 16,0-25-16,0 25 0,0 0 0,0 0 0,25 0 15,-25-25-15,0 25 0,0 0 0,0 0 0,0 0 0,0 0 16,0-25-16,0 25 0,0 0 0,25 0 0,-25 0 16,0-25-16,0 25 0,0 0 0,0 0 0,0-24 0,0 24 15,0 0-15,0 0 0,25-25 0,-25 25 0,0 0 16,0-25-16,0 25 0,0 0 0,0-25 0,0 25 0,0 0 15,0-25-15,0 25 0,24 0 0,-24 0 0,0 0 16,0 0-16,0 0 0,0 0 0,0 0 0,0 0 16,0 0-16,0 0 0,0 0 0,0 0 0,0 0 0,0 0 15,0 0-15,0 0 0,0 25 0,0-25 0,0 0 16,0 0-16,0 25 0,0-25 0,0 0 0,0 25 15,0-25-15,0 25 0,0-25 0,0 24 0,0-24 0,0 25 16,0-25-16,0 25 0,0-25 0,0 25 0,0-25 16,0 25-16,0-25 0,0 24 0,0-24 0,0 25 15,0-25-15,0 0 0,0 25 0,0-25 0,0 0 0,0 0 16,0 25-16,0-25 0,0 0 0,-24 0 0,24 25 15,0-25-15,0 0 0,0 0 0,0 0 0,0 0 0,0 0 16,0 0-16,0 0 0,0 0 0,0 0 0,0 0 16,0-25-16,0 25 0,-25 0 0</inkml:trace>
  <inkml:trace contextRef="#ctx0" brushRef="#br0" timeOffset="44418.5406">19546 3225 0,'0'0'0,"0"0"0,0 0 16,0 0-16,0 0 0,0 0 0,0 0 0,0 0 16,0 0-16,0 0 0,0 0 0,0 0 0,0 0 0,0 0 15,0 0-15,0 0 0,0 0 0,25 0 0,-25 0 16,0 0-16,0 0 0,0 0 0,25 0 0,-25 0 15,0 0-15,0 0 0,25 0 0,-25 0 0,24 0 0,-24 0 16,0 0-16,25 0 0,-25 0 0,0 0 0,25 0 16,-25 0-16,25 0 0,-25 0 0,25 0 0,-25 0 15,0 0-15,24 0 0,-24 0 0,25 0 0,-25 0 0,0 0 16,25 0-16,-25 0 0,0 0 0,0 24 0,25-24 15,-25 0-15,0 0 0,-25 0 0,25 0 0</inkml:trace>
  <inkml:trace contextRef="#ctx0" brushRef="#br0" timeOffset="44629.5526">19596 3448 0,'0'0'0,"0"0"0,0 0 0,0 0 62,0 0-62,0 0 0,0 0 0,0 0 0,0 0 0,0 0 0,25 0 0,-25 0 0,0 0 0,0 0 0,0 0 0,24 0 0,-24 0 0,0 0 0,25 0 0,-25 0 0,0 0 0,25 0 0,-25 0 47,25 0-47,-25 0 0,25 0 0,-25 0 0,24 0 0,-24 0 0,25 0 0,-25 0 0,25 0 0,-25 0 0,0 0 0,25 0 0,-25 0 0,25 0 0,-25 0 0,24 0 0,-24-25 0,25 25 0,-25 0 0,0 0 16,25 0-16,-25 0 0</inkml:trace>
  <inkml:trace contextRef="#ctx0" brushRef="#br0" timeOffset="44999.5738">20340 3026 0,'-25'-25'0,"25"25"15,0 0-15,0 0 0,0 0 0,0 0 0,0 0 0,0 0 16,0-24-16,0 24 0,0 0 0,0 0 0,0 0 16,-25 24-16,25-24 0,0 0 0,0 0 0,0 0 0,0 0 15,-25 0-15,25 0 0,0 25 0,0-25 0,-24 0 16,24 25-16,0-25 0,0 25 0,0-25 0,-25 25 15,25-25-15,0 24 0,0-24 0,0 25 0,0-25 0,0 25 16,-25 0-16,25-25 0,0 25 0,0-1 0,0-24 16,0 25-16,0-25 0,0 25 0,0 0 0,0-25 0,0 25 15,0-25-15,0 24 0,0-24 0,0 25 0,25-25 0,-25 25 16,0-25-16,0 0 0,0 25 0,0-25 0,0 0 15,25 0-15,-25 25 0,0-25 0,0 0 0,0 0 16,24 0-16,-24 0 0,0 0 0,0 0 0,25 0 16,-25 0-16,0 0 0,25 0 0,-25 0 0,0 0 0,25 0 15</inkml:trace>
  <inkml:trace contextRef="#ctx0" brushRef="#br0" timeOffset="45407.5968">20489 3497 0,'0'0'0,"0"0"0,0 0 0,0 0 0,0 0 15,0 0-15,0 0 0,0-24 0,0 24 0,0 0 16,0 0-16,0 0 0,0 0 0,0 0 0,24-25 0,-24 25 16,0 0-16,0 0 0,0-25 0,25 25 0,-25 0 15,0-25-15,0 25 0,25 0 0,-25-25 0,0 25 0,0-24 16,25 24-16,-25-25 0,0 25 0,0-25 0,0 25 15,0-25-15,0 25 0,0-25 0,0 25 0,0-24 0,25 24 16,-25-25-16,0 25 0,0-25 0,0 25 0,0-25 16,0 25-16,0 0 0,24 0 0,-24 0 0,0 0 15,0-25-15,0 25 0,0 0 0,0 0 0,0 0 0,0 0 16,0 0-16,0 0 0,0 0 0,0 0 0,0 0 15,0 0-15,0 25 0,0-25 0,0 0 0,0 0 16,0 0-16,0 25 0,0-25 0,0 0 0,0 0 0,0 25 16,0-25-16,0 25 0,0-25 0,0 0 0,25 24 15,-25-24-15,0 25 0,0-25 0,0 25 0,0-25 0,0 25 16,0-25-16,0 0 0,0 25 0,0-25 0,0 0 15,0 24-15,0-24 0,0 25 0,0-25 0,0 0 0,0 25 16,0-25-16,-25 0 0,25 0 0,0 25 16,0-25-16,0 0 0,0 25 0,0-25 0,0 0 0,0 0 15,0 0-15,0 24 0,0-24 0,0 0 0,0 0 0,0 0 16,0 0-16</inkml:trace>
  <inkml:trace contextRef="#ctx0" brushRef="#br0" timeOffset="45644.6107">20786 3448 0,'0'0'16,"0"0"-16,0 25 0,0-25 0,0 0 0,0 0 0,0 0 16,0 0-16,25 0 0,-25 24 0,0-24 0,0 0 15,0 0-15,25 0 0,-25 0 0,0 25 0,0-25 0,0 0 16,25 25-16,-25-25 0,0 25 0,0-25 0,0 0 15,0 25-15,0-25 0,0 0 0,0 0 0,0 24 0,-25-24 16,25 0-16,0 25 0,0-25 0,0 0 0,-25 0 16,25 0-16,0 25 0,0-25 0,0 0 0,-25 0 15,25 0-15,0 25 0,0-25 0,0 0 0,0-25 0,0 25 16,0 0-16,0 0 0</inkml:trace>
  <inkml:trace contextRef="#ctx0" brushRef="#br0" timeOffset="46140.6389">21134 3150 0,'0'-25'0,"0"25"0,-25 0 0,25 0 15,0 0-15,0 0 0,0-24 0,0 24 0,0 0 0,0 0 16,0 0-16,0 0 0,0 0 0,0-25 0,0 25 16,0 0-16,0 0 0,0 25 0,-25-25 0,25 0 15,0 0-15,0 0 0,0 24 0,0-24 0,0 0 0,0 25 16,0-25-16,0 25 0,-25-25 0,25 0 0,0 25 15,0-25-15,0 25 0,0-25 0,0 24 0,0 1 0,0-25 16,0 25-16,0-25 0,-25 25 0,25 0 0,0-25 16,0 24-16,0-24 0,0 25 0,0-25 0,0 25 0,0-25 15,0 25-15,0-25 0,0 25 0,25-25 0,-25 0 16,0 0-16,0 0 0,0 0 0,0 0 0,25 0 15,-25 0-15,0 0 0,0 0 0,25 0 0,-25 0 0,0 0 16,25 0-16,-25 0 0,24 0 0,-24-25 0,25 25 16,-25 0-16,25-25 0,-25 25 0,0 0 0,25-25 0,-25 25 15,0-25-15,25 25 0,-25 0 0,0-24 0,0 24 16,0-25-16,24 25 0,-24-25 0,0 0 0,0 25 15,0-25-15,0 25 0,0-24 0,0-1 0,0 25 0,0-25 16,0 25-16,0 0 0,0-25 0,0 25 0,0 0 16,0 0-16,-24 0 0,24-25 0,0 25 0,0 25 0,0-25 15,0 0-15,0 0 0,0 0 0,0 25 0,0-25 16,-25 0-16,25 0 0,0 0 0,0 0 0,0 0 15,0 0-15,-25 0 0,25 0 0,0 25 0,0-25 0,0 0 16,0 0-16</inkml:trace>
  <inkml:trace contextRef="#ctx0" brushRef="#br0" timeOffset="46382.6529">21406 3398 0,'0'0'0,"0"0"0,0 0 15,0 0-15,0 0 0,0 25 0,25-25 0,-25 0 16,0 0-16,0 25 0,0-25 0,0 0 0,0 0 0,0 25 16,0-25-16,-25 0 0,25 24 0,0-24 0,0 25 15,0-25-15,0 0 0,0 25 0,0 0 0,-24-25 16,24 25-16,0-25 0,0 0 0,-25 24 0,25-24 15,0 0-15,0 25 0,0-25 0,0 0 0,-25 0 0,25 0 16,0 0-16,0 0 0,0 0 0,0 0 0</inkml:trace>
  <inkml:trace contextRef="#ctx0" brushRef="#br0" timeOffset="46929.6842">21729 3076 0,'0'0'0,"0"0"0,0 0 0,0 0 16,0 0-16,0 0 0,-25 0 0,25 0 0,0 0 15,0 0-15,0 0 0,0 0 0,0 0 0,0 0 16,0 0-16,0 25 0,-25-25 0,25 0 0,0 0 0,0 24 15,0-24-15,-25 0 0,25 25 0,0-25 0,0 0 0,0 25 16,0-25-16,-24 25 0,24-25 0,0 25 0,0-25 16,0 24-16,0 1 0,0-25 0,0 25 0,0 0 15,0-25-15,0 25 0,0-25 0,0 24 0,0-24 16,0 25-16,0-25 0,0 0 0,0 25 0,0-25 0,0 0 15,0 25-15,24-25 0,-24 0 0,0 25 0,0-25 16,0 0-16,25 0 0,-25 0 0,0 0 0,0 0 0,25 0 16,-25 0-16,0 0 0,0 0 0,25 0 0,-25-25 15,0 25-15,0 0 0,25 0 0,-25-25 0,0 25 16,25 0-16,-25-25 0,0 25 0,0-25 0,0 25 0,0 0 15,24-24-15,-24-1 0,0 25 0,0-25 0,0 25 0,0-25 16,0 25-16,0-25 0,0 25 0,0-24 0,0 24 16,25 0-16,-25 0 0,0-25 0,0 25 0,0 0 15,0 0-15,0 0 0,0 0 0,-25 0 0,25 0 0,0 0 16,0 0-16,0 0 0,0 0 0,0 0 0,0 0 15,0 25-15,-24-25 0,24 0 0,0 0 0,0 0 0,0 0 16,0 0-16,0 0 0,0 0 0,0 24 0</inkml:trace>
  <inkml:trace contextRef="#ctx0" brushRef="#br0" timeOffset="47160.6968">21878 3448 0,'0'0'0,"0"25"0,0-25 0,0 0 16,25 0-16,-25 24 0,0-24 0,0 0 0,0 25 15,24-25-15,-24 0 0,0 25 0,0-25 0,25 0 0,-25 0 16,0 25-16,0-25 0,0 25 0,0-25 0,0 0 16,0 24-16,0-24 0,0 25 0,-25-25 0,25 25 0,0-25 15,0 0-15,0 0 0,-24 25 0,24-25 0,0 0 16,0 25-16,-25-25 0,25 0 0,0 0 0,0 25 15,0-25-15,0 0 0,0 0 0,0 0 0,0 0 0,0 0 16,0 0-16,0 0 0,0-25 0</inkml:trace>
  <inkml:trace contextRef="#ctx0" brushRef="#br0" timeOffset="47380.71">22151 3373 0,'0'0'0,"0"0"15,0 0-15,0 0 0,0 0 0,0 0 0,0 0 0,0 0 16,0 0-16,0 0 0,0 0 0,0 0 0,0 0 16,0 0-16,0 0 0,0 0 0,0 0 0,0 0 0,0 0 15,0 0-15,0 0 0,0 0 0,0 0 0,0 0 16,0 0-16,0 0 0,24 0 0,-24 0 0,0 0 15,0 0-15,0 0 0,25 0 0,-25 0 0</inkml:trace>
  <inkml:trace contextRef="#ctx0" brushRef="#br0" timeOffset="47541.7192">22324 3398 0,'0'0'0,"0"0"0,0 0 0,0 0 16,0 0-16,0 0 0,0 0 0,0 0 0,0 0 16,0 0-16,0 0 0,0 0 0,0 0 0,0 0 0,0 0 15,0 0-15,0 0 0,0 0 0,0 0 0,0 0 16,0 0-16,25 0 0,-25-25 0,0 25 0,0 0 0,25 0 15,-25 0-15,0 0 0,25 0 0,-25 0 0,24 0 16</inkml:trace>
  <inkml:trace contextRef="#ctx0" brushRef="#br0" timeOffset="47703.7285">22572 3398 0,'0'0'0,"0"0"0,0 0 0,0 0 0,0 0 16,0 0-16,0 0 0,0 0 0,0 0 0,0 0 0,0 0 15,0 0-15,0 0 0,0 0 0,0 0 0,0 0 16,0 0-16,25 0 0,-25 0 0,0 0 0,0 0 0,25 0 15,-25 0-15,0 0 0,25 0 0,-25 0 0,0 0 16,24 0-16,-24 0 0</inkml:trace>
  <inkml:trace contextRef="#ctx0" brushRef="#br0" timeOffset="47844.7365">22746 3398 0,'0'0'0,"0"0"0,0 0 0,0 0 0,0 0 15,0 0-15,0 0 0,0 0 0,0 0 0,0 0 16,0 0-16,0 0 0,0 0 0,0 0 0,0 0 16,0 0-16,0 0 0,0 0 0,0-25 0,0 25 0,0 0 15,0 0-15,0 0 0,0 0 0,0 0 0,0 0 16,0 0-16,0 0 0,25 0 0,-25 0 0,0 0 0,0 0 15,0 0-15</inkml:trace>
  <inkml:trace contextRef="#ctx0" brushRef="#br0" timeOffset="48278.7608">22994 2803 0,'0'0'0,"0"0"15,0 0-15,0 25 0,0-25 0,0 0 0,0 0 16,0 0-16,0 0 0,0 0 0,0 0 0,0 0 0,0 0 15,0 0-15,0 0 0,0 0 0,25 0 0,-25 0 16,0 25-16,0-25 0,0 0 0,0 0 0,25 24 0,-25-24 16,0 0-16,0 25 0,0-25 0,24 25 0,-24 0 15,0-25-15,0 25 0,0-1 0,0 1 0,0 0 16,0 0-16,25 0 0,-25-1 0,0 1 0,0 0 0,0 0 15,0 0-15,0-1 0,0 1 0,0 0 0,0 0 0,0 0 16,0-1-16,0 1 0,0-25 0,-25 25 0,25 0 16,0 0-16,0-1 0,0-24 0,-24 25 0,24 0 15,0-25-15,-25 25 0,25 0 0,0-25 0,0 0 16,-25 24-16,25-24 0,0 25 0,0-25 0,-25 0 0,25 25 15,0-25-15,-25 0 0,25 25 0,0-25 0,0 0 16,-24 0-16,24 0 0,0 25 0,0-50 0,0 25 0,-25 0 16,25 0-16,0 0 0,0 0 0,0-25 0,0 25 15,0 0-15,0 0 0</inkml:trace>
  <inkml:trace contextRef="#ctx0" brushRef="#br0" timeOffset="49066.8064">23366 3324 0,'0'0'0,"0"0"0,0 0 0,0 0 0,0 0 0,0 0 15,0-25-15,0 25 0,0 0 0,0 0 0,0 0 16,0 0-16,0 0 0,0 0 0,0 0 0,0 0 0,0 0 15,0 0-15,0 0 0,25 0 0,-25 0 0,0 0 16,0 0-16,0 0 0,0 0 0,0 0 0,25 0 0,-25 0 16,0 0-16,0 0 0,0 0 0,0 0 0,0 0 15,0 0-15,0 0 0,0 25 0,0-25 0</inkml:trace>
  <inkml:trace contextRef="#ctx0" brushRef="#br0" timeOffset="49308.8203">23391 3696 0,'0'0'0,"0"0"0,0 0 0,0 25 0,25-25 0,-25 0 0,0 0 0,0 0 0,0 25 0,0-25 0,0 0 0,24 0 0,-24 24 0,0-24 0,0 0 0,0 25 16,25-25-16,-25 0 0,0 25 0,0-25 0,0 0 0,0 25 15,0-25-15,0 0 0,0 25 0,0-25 0,0 24 16,0-24-16,-25 0 0,25 25 0,0-25 0,0 0 16,-24 25-16,24-25 0,0 0 0,-25 25 0,25-25 0,-25 0 15,25 25-15,0-25 0,-25 0 0,25 0 0,0 24 16,-25-24-16,25 0 0</inkml:trace>
  <inkml:trace contextRef="#ctx0" brushRef="#br0" timeOffset="50001.8599">23887 3324 0,'0'0'16,"0"0"-16,0 0 0,0 0 0,0 0 0,0 0 0,0 0 15,0 0-15,0 0 0,0 0 0,0 0 0,25 0 16,-25 0-16,0 0 0,0 0 0,25 0 0,-25-25 15,0 25-15,24 0 0,-24 0 0,0 0 0,0 0 0,25 0 16,-25-25-16,0 25 0,25 0 0,-25 0 0,0 0 16,25-25-16,-25 25 0,0 0 0,0-24 0,25 24 0,-25 0 15,0 0-15,24-25 0,-24 25 0,0 0 0,0 0 16,0-25-16,25 25 0,-25 0 0,0-25 0,0 25 15,0-25-15,0 25 0,0 0 0,0-24 0,0 24 0,0-25 16,0 25-16,-25 0 0,25-25 0,0 25 0,0 0 16,0 0-16,0-25 0,-24 25 0,24 0 0,0 0 0,0 0 15,-25 0-15,25 0 0,0 0 0,-25 0 0,25 0 16,0 0-16,-25 25 0,25-25 0,0 0 0,-25 0 0,25 0 15,0 25-15,0-25 0,-24 0 0,24 0 0,0 25 16,0-25-16,0 24 0,0-24 0,0 0 0,-25 25 16,25-25-16,0 25 0,0-25 0,0 25 0,0-25 0,0 25 15,0-25-15,0 24 0,0-24 0,25 25 0,-25-25 16,0 25-16,0-25 0,0 0 0,0 25 0,24-25 0,-24 0 15,0 25-15,0-25 0,25 0 0,-25 24 0,0-24 16,0 25-16,25-25 0,-25 0 0,0 25 0,0-25 0,25 0 16,-25 25-16,0-25 0,25 0 0,-25 0 0,24 0 15,-24 0-15,0 0 0,25 0 0,-25 0 0</inkml:trace>
  <inkml:trace contextRef="#ctx0" brushRef="#br0" timeOffset="50365.8807">24309 3522 0,'-25'0'15,"25"0"-15,0 0 0,0 0 0,0 0 0,0-25 16,0 25-16,0 0 0,0 0 0,0 0 0,0 0 0,0 0 16,0 0-16,25 0 0,-25 0 0,0 0 0,0 0 15,0 0-15,0 0 0,0 0 0,0 0 0,24 0 16,-24 0-16,0 0 0,0 0 0,0 0 0,25 0 0,-25 0 15,0 0-15,0 25 0,0-25 0,0 0 0,0 25 16,0-25-16,0 0 0,0 0 0,0 25 0,-25-25 0,25 0 16,0 0-16,0 25 0,0-25 0,0 0 0,-24 24 15,24-24-15,0 0 0,0 25 0,-25-25 0,25 0 16,0 25-16,-25-25 0,25 0 0,0 25 0,0-25 0,0 0 15,0 0-15,-25 25 0,25-25 0,0 0 0,0 0 16,0 0-16,0 25 0,0-25 0,0 0 0,0 0 16,0 0-16,25 0 0,-25 0 0,0 0 0,0 0 0,25 0 15,-25 0-15,0 0 0,25 0 0,-25 0 0,24 0 16,-24 0-16,25 0 0,-25 0 0,25 0 0,0 0 0,-25 0 15,25 0-15,-1 0 0,-24 0 0,25 0 0,0 0 16,0-25-16,-25 25 0,25 0 0,-1 0 0,-24-25 0,25 25 16</inkml:trace>
  <inkml:trace contextRef="#ctx0" brushRef="#br0" timeOffset="50618.8952">24631 3249 0,'-25'0'16,"25"0"-16,0 0 0,0 0 0,0 0 0,0 0 16,0 0-16,0 0 0,0 0 0,0 0 0,0 0 0,25 0 15,-25 0-15,0 0 0,25 0 0,-25 0 0,0 0 0,25 0 16,-25 0-16,24 0 0,-24 0 0,25 0 0,-25 0 15,25 0-15,-25 0 0,25 0 0,-25 0 0,25 0 16,-25 0-16,24 0 0,-24 0 0,0 0 0,25 0 0,-25 0 16,0 0-16,25 0 0,-25 0 0,0 0 0,0 0 0,0 0 15,0 0-15</inkml:trace>
  <inkml:trace contextRef="#ctx0" brushRef="#br0" timeOffset="50791.905">24681 3423 0,'0'0'0,"0"0"0,0 0 15,0 0-15,0 0 0,0 0 0,0 0 0,0 0 16,0 0-16,24 0 0,-24 0 0,0 0 0,25 0 0,-25 0 16,25 0-16,-25 0 0,25 0 0,-25 0 0,25-25 0,-1 25 15,-24 0-15,25 0 0,-25 0 0,25 0 0,0 0 16,-25 0-16,25 0 0</inkml:trace>
  <inkml:trace contextRef="#ctx0" brushRef="#br0" timeOffset="51211.9289">25450 2952 0,'0'0'0,"0"0"0,0 0 0,0-25 16,-25 25-16,25 0 0,0 0 0,0 0 0,-25 0 16,25 0-16,0 0 0,0 0 0,0 0 0,-25 0 0,25 0 15,0 0-15,0 25 0,-25-25 0,25 0 0,0 0 16,0 25-16,-24-25 0,24 0 0,0 24 0,0-24 0,0 25 15,-25 0-15,25-25 0,0 25 0,0 0 0,0-25 16,-25 24-16,25 1 0,0 0 0,0-25 0,0 25 16,0 0-16,0-25 0,0 24 0,0-24 0,0 25 0,0 0 15,0-25-15,0 25 0,0-25 0,0 25 0,0-25 16,0 24 93,25 26-109,-25-25 0,25-25 0,-25 0 0,0 0 0,0 0 0,24 25 0,-24-25 0,25 0 0,-25 0 0,25 0 0,-25-25 0,25 25 0</inkml:trace>
  <inkml:trace contextRef="#ctx0" brushRef="#br0" timeOffset="51639.9536">25747 3150 0,'0'0'0,"0"-25"0,-25 25 0,25 0 16,0 0-16,0-24 0,0 24 0,-24 0 0,24 0 16,0-25-16,0 25 0,0 0 0,-25 0 0,25 0 0,0 0 15,0 0-15,0 0 0,0 0 0,0 0 0,0 0 16,0 0-16,0 0 0,-25 0 0,25 0 0,0 0 0,0 25 15,0-25-15,0 0 0,-25 24 0,25-24 0,0 25 16,0-25-16,0 25 0,0-25 0,0 25 0,0-25 16,0 25-16,-25-1 0,25-24 0,0 25 0,0-25 0,0 25 15,0-25-15,0 25 0,0-25 0,0 25 0,0-25 16,0 24-16,0-24 0,0 0 0,25 0 0,-25 25 0,0-25 15,0 0-15,0 0 0,25 0 0,-25 0 0,0 0 16,0 25-16,25-25 0,-25 0 0,0 0 0,25 0 0,-25 0 16,0 0-16,24-25 0,-24 25 0,0 0 0,25 0 15,-25 0-15,0 0 0,0-25 0,25 25 0,-25 0 16,0-24-16,25 24 0,-25-25 0,0 25 0,0-25 0,25 25 15,-25-25-15,0 25 0,0-25 0,0 25 0,24-24 16,-24 24-16,0-25 0,0 25 0,0-25 0,0 0 0,0 25 16,0-25-16,0 25 0,0 0 0,0-24 0,0 24 15,0 0-15,0 0 0,0-25 0,0 25 0,0 0 16,0 0-16,0 0 0,-24 0 0,24 0 0,0 0 0,0 0 15,0 0-15,0 0 0,-25 0 0,25 0 0,0 0 16,0 0-16,0 0 0,0 0 0,-25 0 0,25 0 0,0 0 16,0 0-16,0 0 0,0 0 0,0 0 0,0 0 15,0 0-15,0 0 0,0 0 0,0 0 0</inkml:trace>
  <inkml:trace contextRef="#ctx0" brushRef="#br0" timeOffset="51898.9684">25971 3274 0,'0'25'0,"24"-25"0,-24 0 15,0 0-15,0 0 0,0 0 0,0 25 0,0-25 16,0 0-16,0 0 0,0 0 0,0 0 0,0 25 0,0-25 15,0 0-15,0 24 0,0-24 0,0 25 0,0-25 16,0 25-16,0-25 0,0 25 0,-24-25 0,24 25 0,0-25 16,0 24-16,-25 1 0,25-25 0,0 0 0,0 25 15,-25-25-15,25 25 0,0-25 0,-25 25 0,25-25 0,0 0 16,-25 24-16,25-24 0,0 0 0,0 0 0,0 0 15,-25 0-15,25 0 0</inkml:trace>
  <inkml:trace contextRef="#ctx0" brushRef="#br0" timeOffset="53185.042">26318 3125 0,'0'-24'0,"0"24"0,0 0 15,0 0-15,-25 0 0,25 0 0,0-25 0,0 25 16,0 0-16,0 0 0,0 0 0,0 0 0,-25 0 0,25-25 16,0 25-16,0 0 0,0 0 0,0 0 0,0 0 0,0 0 15,-25 25-15,25-25 0,0 0 0,0 0 0,0 25 16,0-25-16,-24 0 0,24 0 0,0 24 0,0-24 15,0 25-15,0-25 0,0 25 0,-25-25 0,25 25 16,0-25-16,0 25 0,0-25 0,0 24 0,0-24 0,0 0 16,0 25-16,0-25 0,0 0 0,0 25 0,0-25 0,0 0 15,0 25-15,0-25 0,0 0 0,0 0 0,0 0 16,0 25-16,0-25 0,0 0 0,0 0 0,0 0 0,0 0 15,0 0-15,0 0 0,0 0 0,0 0 0,0 0 16,0 0-16,0 0 0,0 0 0,0 0 0,0 0 16,0 0-16,0 0 0,0 0 0,0 0 0,0 0 0,0 0 15,0 0-15,0 0 0,0 0 0,0 0 0,0 0 16,0 0-16,0 0 0,0 0 0,0 0 0,0 0 15,0 0-15,0 0 0,0 0 0,0 0 0,0 0 0,0 0 16,0 0-16,0 0 0,0 0 0,0 0 0,0 0 16,0 0-16,0-25 0,0 25 0,0 0 0,0 0 0,0 0 15,0 0-15,0 0 0,0 0 0,0 0 0,0 0 16,0 0-16,0 0 0,0 0 0,0 0 0,0 0 0,0 0 15,0 0-15,0 0 0,0 0 0,0 0 0,0-25 16,0 25-16,0 0 0,0 0 0,0 0 0,0 0 16,0 0-16,0 0 0,0 0 0,0 0 0,0 0 0,0 0 15,0 0-15,0-25 0,0 25 0,0 0 0,0 0 16,0 0-16,25 0 0,-25 0 0,0-25 0,0 25 15,0 0-15,0 0 0,0 0 0,0 0 0,0 0 0,24-24 16,-24 24-16,0 0 0,0 0 0,0-25 0,25 25 16,-25 0-16,0-25 0,0 25 0,25-25 0,-25 25 0,0 0 15,0-25-15,25 25 0,-25 0 0,0-24 0,0 24 16,25-25-16,-25 25 0,0 0 0,24-25 0,-24 25 0,0 0 15,0-25-15,25 25 0,-25 0 0,0-25 0,0 25 16,0 0-16,0 0 0,0 0 0,0 0 0,0 0 16,25 0-16,-25 0 0,0 0 0,0 0 0,0 0 0,0 0 15,0 0-15,0 0 0,0-24 0,0 24 0,0 0 16,0 0-16,0 0 0,0 0 0,0 0 0,0 0 0,0 24 15,0-24-15,0 0 0,0 0 0,0 0 0,0 0 16,0 0-16,0 0 0,0 0 0,0 0 0,0 0 0,0 0 16,0 0-16,0 0 0,0 0 0,0 25 0,0-25 15,0 0-15,0 0 0,0 25 0,0-25 0,0 0 16,0 25-16,0-25 0,0 0 0,0 0 0,0 25 0,0-25 15,0 0-15,0 24 0,-25-24 0,25 0 0,0 25 16,0-25-16,0 25 0,0-25 0,0 25 0,0-25 16,0 25-16,0-25 0,0 24 0,0-24 0,0 25 0,0-25 15,0 0-15,0 25 0,0-25 0,0 25 0,0-25 16,0 25-16,0-25 0,-25 0 0,25 24 0,0-24 0,0 0 15,0 25-15,0-25 0,0 0 0,0 0 0,0 25 16,0-25-16,0 0 0,0 0 0,0 25 0,0-25 0,0 0 16,0 0-16,0 0 0,0 0 0,0 0 0,0 25 15,0-25-15,0 0 0,0 0 0,0 24 0,0-24 16,0 0-16,-24 0 0,24 25 0,0-25 0,0 0 0,0 0 15,0 25-15,0-25 0,0 0 0,0 0 0,0 25 16,-25-25-16,25 0 0,0 0 0,0 0 0,0 25 0,0-25 16,0 0-16,0 0 0,0 0 0,-25 0 0</inkml:trace>
  <inkml:trace contextRef="#ctx0" brushRef="#br0" timeOffset="53387.0535">26219 3621 0,'0'0'0,"0"0"0,0 0 0,0 0 0,-25 0 0,25 0 16,0 0-16,0 0 0,0 0 0,0 0 0,0 0 15,0 0-15,0 0 0,0 0 0,0 0 0,0 0 16,25 0-16,-25 0 0,0 0 0,0 0 0,0 0 0,0 0 15,24 0-15,-24 0 0,0 0 0,25 0 0,-25 0 16,0 0-16,25 0 0,-25 0 0,25 0 0,-25 0 0,25 0 16,-25 0-16,24 0 0,-24 0 0,25 0 0,-25 0 15,0 0-15,25 0 0,-25 0 0,0 0 0,25 0 0,-25 0 16,0 0-16,0 0 0,0 0 0,25 0 0,-25 0 15,0 0-15,0-24 0,0 24 0,0 0 0</inkml:trace>
  <inkml:trace contextRef="#ctx0" brushRef="#br0" timeOffset="53625.0669">26615 3547 0,'0'0'0,"0"0"0,0 0 16,0 0-16,0 0 0,0-25 0,0 25 0,0 0 15,0 0-15,0 0 0,0 0 0,25 0 0,-25 0 0,0 0 16,0 0-16,0 0 0,0 0 0,25 25 0,-25-25 15,0 0-15,0 0 0,0 25 0,0-25 0,25 25 16,-25-25-16,0 0 0,0 24 0,0-24 0,-25 0 0,25 25 16,0-25-16,0 0 0,0 0 0,-25 25 0,25-25 0,-25 25 15,25-25-15,-24 0 0,24 0 0,0 25 0,-25-25 16,25 0-16,0 0 0,-25 25 0,25-25 0,0 0 15,0 0-15,-25 0 0,25 0 0,0 0 0,0 0 16</inkml:trace>
  <inkml:trace contextRef="#ctx0" brushRef="#br0" timeOffset="54102.0944">26938 2977 0,'0'0'0,"-25"-25"0,25 25 0,0 0 0,0 0 0,0 0 16,0 0-16,0 0 0,0 0 0,-25 0 0,25 0 15,0 0-15,0 0 0,0 0 0,0 0 0,0 0 16,-25 25-16,25-25 0,0 0 0,0 24 0,0-24 0,-24 25 16,24-25-16,0 25 0,0-25 0,-25 25 0,25 0 0,0-25 15,0 24-15,0 1 0,-25 0 0,25 0 0,0 0 16,0-25-16,0 24 0,0 1 0,0 0 0,0-25 15,0 25-15,0-25 0,0 25 0,0-25 0,0 24 0,25-24 16,-25 0-16,0 25 0,0-25 0,0 0 0,25 0 16,-25 0-16,0 25 0,0-25 0,24 0 0,-24 0 0,0 0 15,25 0-15,-25 0 0,0 0 0,0 0 0,25 0 16,-25-25-16,0 25 0,25 0 0,-25 0 0,0-25 15,0 25-15,25-24 0,-25 24 0,0-25 0,0 25 16,24-25-16,-24 25 0,0-25 0,0 0 0,25 25 0,-25-24 16,0-1-16,0 25 0,0-25 0,25 25 0,-25-25 15,0 25-15,0-25 0,0 25 0,0 0 0,0 0 0,0 0 16,0 0-16,0 0 0,-25 0 0,25 0 0,0 0 15,0 0-15,0 0 0,0 25 0,0-25 0,0 0 0,-25 0 16,25 0-16,0 25 0,0-25 0</inkml:trace>
  <inkml:trace contextRef="#ctx0" brushRef="#br0" timeOffset="54321.107">27161 3497 0,'0'0'16,"0"0"-16,0 25 0,0-25 0,0 0 0,0 0 15,-25 25-15,25-25 0,0 0 0,0 25 0,0-25 0,0 0 16,0 0-16,0 25 0,0-25 0,0 0 0,-24 24 16,24-24-16,0 0 0,0 25 0,0-25 0,0 0 15,0 0-15,0 0 0,-25 25 0,25-25 0,0 0 0,0 0 16,0 0-16,0 0 0,0 0 0,0 0 0,0 0 0,0 0 15,0 0-15,0 0 0,0 0 0</inkml:trace>
  <inkml:trace contextRef="#ctx0" brushRef="#br0" timeOffset="54483.1162">27335 3473 0,'0'0'0,"0"0"0,0 0 16,0 0-16,0 0 0,0 0 0,0-25 0,0 25 15,0 0-15,0 0 0,0 0 0,0 0 0,0 0 0,0 0 16,25 0-16,-25 0 0,0 0 0,0 0 0,24 0 0,-24 0 15,0 25-15,0-25 0,25 0 0,-25 0 0,25 0 16</inkml:trace>
  <inkml:trace contextRef="#ctx0" brushRef="#br0" timeOffset="54638.1249">27657 3473 0,'0'0'0,"0"0"16,0 0-16,0 0 0,0 0 0,0 0 0,0 0 15,0 0-15,0 0 0,0 0 0,0 0 0,0 0 16,0 0-16,0 0 0,25 0 0,-25 0 0,0 0 0,0-25 15,0 25-15,25 0 0,-25 0 0,0 25 0,0-25 16</inkml:trace>
  <inkml:trace contextRef="#ctx0" brushRef="#br0" timeOffset="54765.1323">27806 3497 0,'0'0'0,"-25"0"0,25 0 15,0 0-15,0 0 0,0 0 0,0 0 0,0 0 16,0 0-16,0 0 0,0 0 0,0 0 0,-25 0 0,25 0 16,0-24-16,0 24 0,0 0 0,0 0 0,0 0 15,0 0-15,25 0 0,-25 0 0,0 0 0,0 0 16,0 0-16</inkml:trace>
  <inkml:trace contextRef="#ctx0" brushRef="#br0" timeOffset="55164.1552">28079 3497 0,'0'0'0,"0"0"0,0 0 0,0 0 16,0 0-16,0 0 0,0 0 0,0 0 0,0 0 16,0 25-16,0-25 0,0 0 0,0 0 0,0 0 15,0 25-15,0-25 0,0 0 0,0 0 0,0 25 0,0-25 16,0 0-16,0 25 0,0-25 0,0 0 0,0 24 15,0-24-15,0 25 0,0-25 0,0 25 0,0-25 0,0 0 16,0 25-16,-25-25 0,25 25 0,0-25 0,0 0 16,-25 25-16,25-25 0,-25 0 0,25 0 0,0 24 0,0-24 15,-24 0-15,24 0 0,0 0 0,-25 0 0,25 0 16,0 0-16,0 0 0,0 0 0,0 0 0</inkml:trace>
  <inkml:trace contextRef="#ctx0" brushRef="#br0" timeOffset="55672.1842">28401 3051 0,'0'0'0,"0"0"0,0-25 0,0 25 16,0 0-16,-24-25 109,24 1-109,0 24 0,0 0 0,0 0 0,0 0 0,0 24 0,0-24 0,0 0 0,0 0 0,-25 0 0,25 0 0,0 0 0,0 0 0,-25 25 0,25-25 0,0 0 16,-25 25-16,25-25 0,0 25 0,-25-25 0,25 25 0,0-25 0,-24 24 0,24 1 0,0 0 0,-25-25 0,25 25 0,0 0 0,0-1 0,0-24 0,-25 25 0,25 0 0,0 0 0,0-25 0,0 25 0,0-1 0,0-24 0,0 25 0,25-25 16,-25 25-16,0-25 0,0 25 0,0-25 0,0 25 15,25-25-15,-25 0 0,0 24 0,0-24 0,24 0 0,-24 0 16,0 0-16,25 0 0,-25 0 0,0 0 0,25 0 15,-25 0-15,0-24 0,25 24 0,-25 0 0,0-25 0,25 25 16,-25 0-16,0-25 0,24 25 0,-24-25 0,0 25 16,25 0-16,-25-25 0,0 25 0,0-24 0,25-1 15,-25 25-15,0-25 0,0 25 0,0-25 0,0 25 0,25-25 16,-25 25-16,0-24 0,0 24 0,0-25 0,0 25 15,0 0-15,0 0 0,0-25 0,0 25 0,-25 0 0,25 0 16,0 0-16,0-25 0,0 25 0,0 0 0,0 0 16,-25 0-16,25 0 0,0 0 0,0 0 0,0 0 15,0 0-15,0 0 0,0 0 0,0-25 0,0 25 0,0 0 16,0 0-16</inkml:trace>
  <inkml:trace contextRef="#ctx0" brushRef="#br0" timeOffset="56080.2076">28749 2729 0,'0'0'0,"0"0"16,0 0-16,0 0 0,0 0 0,0 0 0,0 24 0,0-24 15,0 0-15,0 0 0,0 0 0,0 0 0,0 0 0,24 25 16,-24-25-16,0 0 0,0 25 0,0-25 0,0 25 15,0-25-15,0 0 0,0 25 0,25-25 0,-25 24 16,0-24-16,0 25 0,0-25 0,0 25 0,0-25 0,0 25 16,0-25-16,0 25 0,0-1 0,0 1 0,0 0 15,-25 0-15,25 0 0,0-25 0,0 24 0,0 1 0,-24 0 16,24 0-16,0 0 0,0-1 0,0 1 0,-25 0 15,25-25-15,0 25 0,-25 0 0,25-1 0,0-24 0,-25 25 16,25 0-16,0-25 0,-25 25 0,25 0 0,-24-25 16,24 24-16,0-24 0,-25 25 0,25-25 0,-25 25 15,25-25-15,-25 25 0,25-25 0,-25 0 0,25 25 0,-24-25 16,24 0-16,-25 24 0,25-24 0,0 0 0,-25 0 15,25 0-15,-25 0 0</inkml:trace>
  <inkml:trace contextRef="#ctx0" brushRef="#br0" timeOffset="56635.2392">29046 3324 0,'0'0'0,"0"0"16,-25 0-16,25-25 0,0 25 0,0 0 0,0 0 0,0 0 16,0 0-16,0 0 0,0 0 0,0 0 0,0 0 15,0 0-15,0 0 0,0 0 0,0 0 0,0 0 16,0 0-16,0 0 0,0 0 0,0 0 0,0 0 0,0 0 15,25 25-15,-25-25 0,-25 0 0,25 0 0,0 0 16</inkml:trace>
  <inkml:trace contextRef="#ctx0" brushRef="#br0" timeOffset="56866.2525">28997 3646 0,'0'0'0,"0"25"0,0-25 0,0 0 0,0 0 16,0 25-16,0-25 0,0 0 0,24 25 0,-24-25 15,0 0-15,0 25 0,0-25 0,0 0 0,0 24 16,0-24-16,0 0 0,0 25 0,0-25 0,0 25 0,0-25 16,0 0-16,0 25 0,-24-25 0,24 0 0,0 25 15,0-25-15,-25 0 0,25 24 0,0-24 0,-25 0 16,25 0-16,0 25 0,0-25 0,-25 0 0,25 0 0,0 0 15,0 0-15,0 0 0,0 0 0,0 0 0</inkml:trace>
  <inkml:trace contextRef="#ctx0" brushRef="#br0" timeOffset="57502.2889">29592 3175 0,'0'0'16,"0"0"-16,0 0 0,0 0 0,0 0 0,0 0 15,0 0-15,0 0 0,0 0 0,0 0 0,0 0 0,0 0 16,0 0-16,0 0 0,0 0 0,25 0 0,-25 0 0,0 0 16,0 0-16,25 0 0,-25 0 0,24 0 0,-24 0 15,0-25-15,25 25 0,-25 0 0,0 0 0,25 0 16,-25-25-16,0 25 0,0 0 0,25 0 0,-25 0 0,0 0 15,0 0-15,25-24 0,-25 24 0,0 0 0,0 0 16,0-25-16,0 25 0,0 0 0,0-25 0,0 25 16,0-25-16,0 25 0,0 0 0,0-25 0,0 25 0,0 0 15,0 0-15,0-24 0,0 24 0,-25 0 0,25 0 0,0 0 16,0 0-16,-25-25 0,25 25 0,0 0 0,0 0 15,0 0-15,-25 0 0,25 0 0,0 0 0,0 25 16,-25-25-16,25 0 0,0 0 0,0 24 0,-24-24 0,24 0 16,0 0-16,-25 25 0,25-25 0,0 0 0,-25 25 15,25-25-15,0 0 0,0 25 0,-25 0 0,25-25 16,0 24-16,0-24 0,-25 25 0,25 0 0,0-25 0,0 25 15,0 0-15,0-25 0,0 24 0,0 1 0,0-25 16,0 25-16,0 0 0,0-25 0,0 25 0,0-25 0,0 24 16,0-24-16,0 0 0,0 0 0,25 25 0,-25-25 15,0 0-15,0 0 0,25 25 0,-25-25 0,0 0 0,25 0 16,-25 25-16,0-25 0,25 0 0,-25 0 15,24 0-15,-24 0 0,0 0 0,25-25 0,-25 25 0,25 0 16,-25 0-16,0 0 0,25 0 0</inkml:trace>
  <inkml:trace contextRef="#ctx0" brushRef="#br0" timeOffset="58009.3179">29840 3473 0,'0'0'0,"0"0"0,0 0 0,0 0 0,0-25 15,0 25-15,0 0 0,0 0 0,0 0 0,0 0 16,0-25-16,0 25 0,0 0 0,25 0 0,-25 0 0,0 0 16,0 0-16,0 0 0,25 0 0,-25 0 0,0 0 15,0 0-15,0 0 0,0 0 0,0 0 0,24 0 0,-24 0 16,0 0-16,0 0 0,0 0 0,0 0 0,25 0 15,-25 25-15,0-25 0,0 0 0,0 25 0,0-25 16,0 0-16,0 0 0,0 24 0,0-24 0,-25 0 0,25 25 16,0-25-16,0 0 0,0 0 0,-24 25 0,24-25 15,0 0-15,0 25 0,-25-25 0,25 0 0,0 25 0,-25-25 16,25 0-16,0 0 0,-25 24 0,25-24 0,0 0 15,-25 0-15,25 0 0,0 25 0,0-25 0,0 0 16,0 0-16,0 0 0,0 0 0,0 0 0,0 0 0,0 25 16,0-25-16,0 0 0,25 0 0,-25 0 0,0 0 15,0 0-15,0 0 0,25 0 0,-25 0 0,0 0 0,0 0 16,25 0-16,-25 0 0,0 25 0,0-25 0,0 0 15,25 0-15,-25 0 0,0 25 0,0-25 0,0 0 0,0 0 16,0 0-16,0 25 0,0-25 0,0 0 0,0 0 16,0 24-16,-25-24 0,25 0 0,0 25 0,0-25 15,0 0-15,-25 0 0,25 0 0,0 25 0,0-25 0,-25 0 16,25 0-16,0 0 0,0 0 0,0 0 0,-25 0 15,25 0-15,0 0 0,0 0 0,-24 0 0,24 0 0,0 0 16,0-25-16,0 25 0,0 0 0,0 0 16,-25 0-16,25-25 0,0 25 0,0 0 0,0-24 0,25 24 15,-25 0-15,0 0 0,0-25 0,0 25 0,24-25 0,-24 25 16</inkml:trace>
  <inkml:trace contextRef="#ctx0" brushRef="#br0" timeOffset="58269.3328">30187 3249 0,'0'0'16,"0"0"-16,0 0 0,0 0 0,0 0 0,0 0 15,0 0-15,0-24 0,0 24 0,25 0 0,-25 0 0,0 0 16,0 0-16,0 0 0,25 0 0,-25 0 0,0 0 16,25 0-16,-25 24 0,25-24 0,-25 0 0,24 0 15,-24 0-15,25 0 0,-25 0 0,0 0 0,25 25 0,-25-25 16,25 0-16,-25 0 0,0 0 0,0 0 0,25 0 15,-25 0-15,0 25 0,0-25 0,0 0 0</inkml:trace>
  <inkml:trace contextRef="#ctx0" brushRef="#br0" timeOffset="58511.3466">30113 3423 0,'0'0'0,"0"0"0,0 25 0,0-25 0,0 0 0,0 0 16,0 0-16,0 0 0,0 0 0,0 0 0,0 0 15,0 0-15,0 0 0,25 0 0,-25 0 0,0 0 0,24 0 16,-24 0-16,0 0 0,0 0 0,25 0 0,-25 0 16,0 0-16,0 0 0,0 0 0,0 0 0,0 0 0,0 0 15,0 0-15,0 0 0,0 0 0,25 0 0,-25 0 16,0 0-16,0 0 0,0 0 0,0 0 0,0 0 15,0 0-15,0 0 0,0 0 0,0 0 0,0 0 0,0 0 16,0 0-16</inkml:trace>
  <inkml:trace contextRef="#ctx0" brushRef="#br0" timeOffset="60006.4321">30659 2853 0,'0'0'0,"0"0"0,0 0 16,0 0-16,0 0 0,0 0 0,0-25 0,0 25 16,-25 0-16,25 0 0,0 0 0,0 0 0,0 0 0,0 0 15,0 0-15,0 0 0,0 0 0,0-25 0,0 25 0,0 0 16,0 0-16,0 0 0,0 0 0,0-25 0,0 25 15,0 0-15,0 0 0,0 25 0,0-25 0,0 0 0,0 0 16,0 0-16,-25 25 0,25-25 0,0 0 0,0 25 16,-25-25-16,25 24 0,0 1 0,-25-25 0,25 25 0,0 0 15,-24-25-15,24 25 0,0-1 0,-25 1 0,25-25 16,0 25-16,-25 0 0,25-25 0,0 25 0,-25-1 15,25 1-15,0 0 0,0 0 0,0-25 0,0 25 0,0-1 16,0 1-16,0-25 0,0 25 0,0 0 0,0 0 16,0-25-16,0 24 0,0 1 0,0-25 0,0 25 0,0 0 15,0-25-15,0 25 0,0-25 0,25 0 0,-25 24 16,0-24-16,0 25 0,25-25 0,-25 0 0,0 25 0,0-25 15,0 0-15,25 0 0,-25 0 0,0 0 0,0 0 16,0 0-16,24 0 0,-24 0 0,0 0 0,0 0 0,25-25 16</inkml:trace>
  <inkml:trace contextRef="#ctx0" brushRef="#br0" timeOffset="60504.4606">30907 3076 0,'0'0'0,"0"0"0,0-25 0,0 25 15,0 0-15,-25 0 0,25-25 0,0 25 0,0 0 16,0 0-16,0 0 0,-25 0 0,25 0 0,0 0 15,0 0-15,0 0 0,0 0 0,0 0 0,0 0 0,0 0 16,-25 0-16,25 0 0,0 0 0,0 0 0,0 25 16,-25-25-16,25 0 0,0 25 0,0-25 0,-24 25 0,24-25 15,0 24-15,-25-24 0,25 25 0,0-25 0,0 25 0,0 0 16,-25-25-16,25 25 0,0-25 0,0 24 0,0 1 15,0-25-15,0 25 0,0 0 0,-25-25 0,25 25 16,0-25-16,0 24 0,25-24 0,-25 25 0,0-25 0,0 25 16,0-25-16,0 0 0,0 0 0,0 25 0,25-25 0,-25 0 15,0 0-15,0 0 0,0 0 0,0 0 0,25 0 16,-25 0-16,0 0 0,0 0 0,24 0 0,-24 0 15,0 0-15,25-25 0,-25 25 0,0 0 0,0 0 0,25 0 16,-25-25-16,0 25 0,25 0 0,-25-25 0,0 25 16,0-24-16,0 24 0,25-25 0,-25 25 0,0-25 0,0 25 15,0-25-15,0 0 0,0 25 0,24-24 0,-24 24 0,0-25 16,0 25-16,0 0 0,0-25 0,0 25 0,0 0 15,0 0-15,0 0 0,0 0 0,0 0 0,0 0 0,0 0 16,0 0-16,0 0 0,0 0 0,-24 0 0,24 0 16,0 25-16,0-25 0,0 0 0,0 0 0,0 25 0,0-25 15,-25 0-15,25 0 0,0 0 0,0 24 0,0-24 16</inkml:trace>
  <inkml:trace contextRef="#ctx0" brushRef="#br0" timeOffset="60736.4739">31006 3373 0,'0'0'0,"0"0"16,0 0-16,0 0 0,0 0 0,0 25 0,0-25 16,25 0-16,-25 0 0,0 25 0,0-25 0,0 0 0,0 25 15,0-25-15,0 0 0,0 25 0,0-25 0,0 0 0,0 24 16,0-24-16,0 25 0,-25-25 0,25 25 0,0-25 15,0 25-15,0-25 0,-25 25 0,25-25 0,0 0 0,0 24 16,-25-24-16,25 25 0,0-25 0,-25 0 0,25 25 16,0-25-16,0 0 0,0 0 0,-24 25 0,24-25 15,0 0-15,0 0 0,0 0 0,0 0 0,0 0 0</inkml:trace>
  <inkml:trace contextRef="#ctx0" brushRef="#br0" timeOffset="61219.5015">31353 3051 0,'0'0'0,"0"-25"0,0 25 15,0 0-15,0-25 0,0 25 0,0 0 0,0 0 16,0-24-16,0 24 0,0 0 0,-25 0 0,25 0 0,0 0 16,0 0-16,0 0 0,0 0 0,0 0 0,0 0 0,0 0 15,-24 0-15,24 24 0,0-24 0,0 0 0,-25 25 16,25-25-16,0 25 0,0 0 0,-25-25 0,25 25 15,0-1-15,-25-24 0,25 25 0,0 0 0,0-25 0,-25 25 16,25 0-16,0-25 0,0 24 0,0 1 0,0-25 0,0 25 16,-25 0-16,25-25 0,0 25 0,0-25 0,0 24 15,0-24-15,25 25 0,-25-25 0,0 25 0,0-25 0,0 0 16,0 0-16,0 25 0,0-25 0,25 0 0,-25 0 15,0 0-15,0 0 0,0 0 0,25 0 0,-25 0 0,0 0 16,0 0-16,25-25 0,-25 25 0,0 0 0,25 0 16,-25 0-16,0-25 0,24 25 0,-24 0 0,0-25 0,25 25 15,-25-24-15,0 24 0,25-25 0,-25 25 0,0-25 16,0 25-16,25-25 0,-25 25 0,0-25 0,0 25 0,0-24 15,0 24-15,0-25 0,0 25 0,0 0 0,0-25 0,0 25 16,0 0-16,0 0 0,0 0 0,0 0 0,0 0 16,0 0-16,0 0 0,0 0 0,-25 0 0,25 0 0,0 0 15,0 0-15,-25 25 0,25-25 0,0 0 0,0 0 16,0 0-16,-25 0 0,25 25 0,0-25 0,0 0 0</inkml:trace>
  <inkml:trace contextRef="#ctx0" brushRef="#br0" timeOffset="61436.5139">31428 3398 0,'0'0'0,"0"0"0,0 0 16,0 0-16,0 0 0,0 0 0,0 0 0,0 25 0,0-25 15,0 0-15,0 0 0,0 25 0,0-25 0,0 0 16,0 25-16,0-25 0,0 0 0,0 24 0,0-24 0,-25 25 15,25-25-15,0 0 0,0 25 0,0-25 0,0 0 0,-25 25 16,25-25-16,0 0 0,0 0 0,0 25 0,0-25 16,0 0-16,0 24 0,0-24 0,-25 0 0,25 25 0,0-25 15,0 0-15,0 0 0,0 0 0,25 25 0</inkml:trace>
  <inkml:trace contextRef="#ctx0" brushRef="#br0" timeOffset="61848.5375">31552 3522 0,'0'0'16,"0"0"-16,24 0 0,-24 0 0,0-25 0,0 25 0,0 0 15,0 0-15,0 0 0,25-24 0,-25 24 0,0 0 16,0-25-16,25 25 0,-25 0 0,0-25 0,0 25 0,25 0 15,-25-25-15,0 25 0,0-25 0,25 25 0,-25 0 0,0-24 16,24 24-16,-24-25 0,0 25 0,25-25 0,-25 25 16,0-25-16,25 25 0,-25-25 0,0 25 0,0-24 0,0 24 15,0 0-15,0-25 0,25 25 0,-25 0 0,0 0 0,0-25 16,0 25-16,0 0 0,0 0 0,0 0 0,0 0 15,0-25-15,0 25 0,0 0 0,0 0 0,25 0 0,-25 0 16,0 0-16,0 0 0,0 0 0,0 0 0,0 0 16,0 0-16,0 0 0,-25 0 0,25 0 0,0 25 0,0-25 15,0 0-15,0 25 0,0-25 0,0 0 0,0 25 0,0-25 16,0 24-16,0-24 0,0 25 0,0-25 0,0 25 15,-25 0-15,25-25 0,0 25 0,0-25 0,0 24 0,0-24 16,0 25-16,0-25 0,0 25 0,0-25 0,0 25 16,0-25-16,-25 0 0,25 25 0,0-25 0,0 0 0,0 24 15,0-24-15,0 25 0,-25-25 0,25 0 0,0 25 0,0-25 16,0 0-16,0 0 0,0 25 0,0-25 0,0 0 15,0 0-15</inkml:trace>
  <inkml:trace contextRef="#ctx0" brushRef="#br0" timeOffset="62067.55">31849 3547 0,'0'0'0,"0"0"0,0 0 0,0 0 0,0 0 15,0 0-15,0 25 0,0-25 0,0 0 0,0 0 16,0 25-16,0-25 0,0 0 0,0 24 0,0-24 0,0 25 15,-25-25-15,25 25 0,0-25 0,0 0 0,0 25 0,-24-25 16,24 0-16,0 25 0,0-25 0,-25 0 0,25 0 16,0 25-16,0-25 0,-25 0 0,25 0 0,0 0 0,0 0 15,0 0-15,0 0 0,0 0 0,0 0 0,0 0 16,0 0-16</inkml:trace>
  <inkml:trace contextRef="#ctx0" brushRef="#br0" timeOffset="62574.579">32172 3101 0,'0'0'0,"0"0"16,0 0-16,0 0 0,0 0 0,0 0 0,0 0 0,0 0 16,0 0-16,0 0 0,0 0 0,0 0 0,0 0 0,0 0 15,0 0-15,0 0 0,0 0 0,-25 0 0,25 24 16,0-24-16,0 25 0,-25-25 0,25 0 0,0 25 15,-25-25-15,25 25 0,0 0 0,0-25 0,-25 24 0,25-24 16,0 25-16,-24 0 0,24-25 0,0 25 0,-25-25 16,25 25-16,0-25 0,0 24 0,0 1 0,-25-25 0,25 25 15,0-25-15,0 25 0,0-25 0,0 25 0,0-25 0,0 0 16,0 24-16,0-24 0,0 0 0,25 25 0,-25-25 0,0 0 15,0 0-15,25 25 0,-25-25 0,0 0 0,24 0 16,-24 0-16,25 0 0,-25 0 0,25 0 0,-25 0 0,25 0 16,-25 0-16,25 0 0,-25 0 0,24 0 0,-24 0 0,0-25 15,25 25-15,-25 0 0,25 0 0,-25-25 0,0 25 16,25-24-16,-25 24 0,0-25 0,0 25 0,0-25 0,25 0 15,-25 25-15,0-25 0,0 1 0,25-1 0,-25 25 0,0-25 16,0 0-16,0 25 0,0-25 0,0 25 0,0 0 16,24-24-16,-24 24 0,0 0 0,0 0 0,0 0 0,0-25 15,0 25-15,-24 0 0,24 0 0,0 0 0,0 0 0,0 0 16,0 0-16,-25 0 0,25 25 0,0-25 0,0 0 0,-25 0 15,25 0-15,0 0 0,0 0 0,0 0 0,-25 0 16,25 0-16,0 0 0,0 24 0,0-24 0</inkml:trace>
  <inkml:trace contextRef="#ctx0" brushRef="#br0" timeOffset="62804.5922">32296 3522 0,'0'0'0,"0"0"0,0 25 0,0-25 15,0 0-15,0 0 0,0 25 0,0-25 0,0 0 0,0 0 16,0 25-16,0-25 0,0 0 0,0 24 0,0-24 0,0 25 16,-25-25-16,25 0 0,0 25 0,0-25 0,0 0 0,-25 25 15,25-25-15,0 25 0,0-25 0,-25 0 0,25 25 16,0-25-16,0 0 0,0 24 0,-25-24 0,25 0 0,0 0 15,0 0-15,0 0 0,0 25 0,0-25 0,0 0 0,0 0 16,-24-25-16,24 25 0</inkml:trace>
  <inkml:trace contextRef="#ctx0" brushRef="#br0" timeOffset="62985.6025">32445 3497 0,'0'0'0,"0"0"16,0 0-16,0 0 0,0 0 0,0 0 0,0 0 0,0 0 15,0 0-15,0 0 0,0 0 0,0 0 0,0 0 0,0 0 16,0 0-16,0 0 0,0 0 0,0 0 0,0 0 16,0 0-16,24 0 0,-24 0 0,0 0 0,0 0 0,0 0 15</inkml:trace>
  <inkml:trace contextRef="#ctx0" brushRef="#br0" timeOffset="63138.6113">32593 3522 0,'0'0'0,"0"0"15,0 0-15,0 0 0,-24 0 0,24 0 0,0 0 16,0 0-16,0 0 0,0 0 0,0 0 0,0 0 0,0 0 15,0 0-15,0 0 0,0 0 0,0 0 0,0 0 0,0 0 16,0 0-16,24 0 0,-24 0 0,0 0 0,0 0 16,25 0-16,-25 0 0,0 0 0,0 0 0,25 0 0</inkml:trace>
  <inkml:trace contextRef="#ctx0" brushRef="#br0" timeOffset="63753.6465">32817 3150 0,'0'0'0,"0"0"15,0 0-15,0 0 0,0 0 0,0 0 0,0 0 0,0-25 16,0 25-16,0 0 0,0 0 0,0 0 0,0 0 0,0 0 16,0 0-16,0 0 0,0 0 0,0 0 0,0 0 0,0 0 15,0 25-15,-25-25 0,25 0 0,0 0 0,0 0 16,0 0-16,-25 0 0,25 25 0,0-25 0,0 0 0,-25 0 15,25 25-15,0-25 0,0 0 0,0 25 0,-25-25 0,25 24 16,0-24-16,0 25 0,0-25 0,-24 25 0,24-25 16,0 25-16,0-25 0,0 0 0,0 25 0,0-25 0,0 24 15,0-24-15,-25 25 0,25-25 0,0 25 0,0-25 0,0 0 16,25 25-16,-25-25 0,0 25 0,0-25 0,0 0 15,0 0-15,0 24 0,0-24 0,0 0 0,24 0 0,-24 0 16,0 25-16,0-25 0,0 0 0,0 0 0,0 0 0,25 0 16,-25 0-16,0-25 0,0 25 0,0 0 0,25 0 0,-25 0 15,0-24-15,0 24 0,0 0 0,25 0 0,-25-25 16,0 25-16,0 0 0,25-25 0,-25 25 0,0 0 0,0-25 15,24 25-15,-24-25 0,0 25 0,25-24 0,-25 24 0,0-25 16,25 25-16,-25-25 0,0 25 0,25-25 0,-25 25 16,0 0-16,0-25 0,0 25 0,0 0 0,0 0 0,0-24 15,0 24-15,0 0 0,0 0 0,0 0 0,0 0 16,0 0-16,0-25 0,0 25 0,0 0 0,-25 0 0,25-25 15,0 25-15,0 0 0,0 0 0,0 0 0,-25 0 0,25-25 16,0 25-16,0 0 0,0 0 0,0 0 0,0 0 0,0 0 16,0 0-16</inkml:trace>
  <inkml:trace contextRef="#ctx0" brushRef="#br0" timeOffset="64360.6812">32693 2753 0,'0'0'0,"0"0"0,0 0 0,0 0 0,0 0 16,0-24-16,0 24 0,0 0 0,24 0 0,-24 0 0,0 0 0,0 0 15,0 0-15,0 0 0,0 0 0,25 0 0,-25 0 16,0 0-16,0 0 0,0 0 0,25 0 0,-25 0 0,0 24 15,0-24-15,0 0 0,25 0 0,-25 0 0,0 0 0,0 0 16,25 0-16,-25 25 0,0-25 0,0 0 0,24 0 0,-24 25 16,0-25-16,0 25 0,25-25 0,-25 25 0,0-25 15,0 24-15,25-24 0,-25 25 0,0 0 0,0 0 0,25 0 16,-25-1-16,0-24 0,0 25 0,25 0 0,-25 0 0,0 0 15,0-1-15,0 1 0,0 0 0,0 0 0,0 0 0,0-25 16,0 24-16,0 1 0,0 0 0,-25 0 0,25 0 16,0-1-16,-25 1 0,25-25 0,-25 25 0,0 0 0,1 0 15,24-25-15,-25 24 0,0 1 0,0 0 0,0-25 16,1 25-16,-1 0 0,0-1 0,25-24 0,-25 25 0,0-25 15,1 25-15,-1-25 0,25 25 0,-25-25 0,25 0 0,-25 25 16,25-25-16</inkml:trace>
  <inkml:trace contextRef="#ctx0" brushRef="#br0" timeOffset="65930.771">3473 4961 0,'0'0'0,"-25"0"0,25 0 16,0 0-16,0 0 0,0 0 0,0 0 0,0 0 16,0 0-16,0 0 0,0 0 0,0 0 0,0 0 0,0 0 15,0 0-15,0 0 0,0 0 0,0 0 0,0 0 16,0 0-16,25 0 0,-25 0 0,0 0 0,0-25 0,24 25 15,-24 0-15,0 0 0,25 0 0,-25 0 0,25 0 16,-25 0-16,0 0 0,25 0 0,-25 0 0,25 0 0</inkml:trace>
  <inkml:trace contextRef="#ctx0" brushRef="#br0" timeOffset="66105.781">3746 4986 0,'0'0'0,"0"0"0,0 0 0,0 0 15,0 0-15,0 0 0,0 0 0,0 0 0,0 0 16,0 0-16,0 0 0,0 0 0,0 0 0,0 0 0,0 0 15,0 0-15,0 0 0,0 0 0,0 0 0,0 0 16,0 0-16,24 0 0,-24 0 0,0 0 0,25-25 0,-25 25 16,25 0-16,-25 0 0,25 0 0,-25-25 0,25 25 15</inkml:trace>
  <inkml:trace contextRef="#ctx0" brushRef="#br0" timeOffset="66264.7901">4043 4961 0,'0'0'0,"0"0"0,0 0 0,0 0 0,0 0 0,-25 0 0,25 0 0,0 0 0,0 0 0,0 0 0,0 0 0,0 0 0,0 0 0,0 0 0,0 0 0,0 0 0,0 0 0,0 0 0,0 0 0,25 0 0,-25 0 0,0 0 0,25 0 0,-25 0 0,0 0 0,25 0 0,-25 0 0,25 0 0,-25-25 0</inkml:trace>
  <inkml:trace contextRef="#ctx0" brushRef="#br0" timeOffset="66959.8298">5135 4762 0,'0'0'0,"0"0"0,0 0 15,-25 0-15,25 0 0,0 0 0,0 0 0,0 0 16,0 0-16,0 0 0,0 0 0,0 0 0,0 0 0,25 0 15,-25 0-15,0 0 0,0 0 0,0 0 0,24 0 16,-24 0-16,0 0 0,25 0 0,-25-24 0,0 24 16,25 0-16,-25 0 0,25 0 0,-25-25 0,25 25 0,-25 0 15,24 0-15,-24-25 0,0 25 0,25 0 0,-25 0 16,25-25-16,-25 25 0,0 0 0,25 0 0,-25-25 0,0 25 15,0 0-15,0 0 0,0-24 0,0 24 0,0 0 16,0 0-16,0 0 0,0-25 0,0 25 0,0 0 0,0 0 16,0 0-16,0 0 0,-25-25 0,25 25 0,0 0 15,0 0-15,-25 0 0,25-25 0,0 25 0,-25 0 16,25 0-16,0 0 0,-24 0 0,24 0 0,-25 0 0,25 0 15,0 0-15,-25 0 0,25 0 0,-25 0 0,25 0 16,-25 0-16,25 0 0,0 0 0,-24 0 0,24 0 0,0 25 16,-25-25-16,25 0 0,0 0 0,0 25 0,-25-25 15,25 0-15,0 25 0,0-25 0,0 24 0,0-24 16,0 25-16,0 0 0,0-25 0,0 25 0,0 0 0,0-25 15,0 24-15,25 1 0,-25 0 0,0-25 0,0 25 16,0 0-16,25-25 0,-25 25 0,0-25 0,24 24 0,-24 1 16,0-25-16,25 25 0,-25-25 0,0 25 0,25-25 15,-25 25-15,0-25 0,0 0 0,25 24 0,-25-24 16,0 25-16,25-25 0,-25 0 0,0 0 0,0 25 0,24-25 15,-24 0-15,0 0 0,25 0 0,-25 0 0,25 0 16,-25 0-16,25 0 0,-25 0 0,25 0 0,-25 0 16,24-25-16,-24 25 0,0 0 0,25-25 0,-25 25 0</inkml:trace>
  <inkml:trace contextRef="#ctx0" brushRef="#br0" timeOffset="67385.8542">5581 4911 0,'0'0'0,"0"0"0,0 0 0,0 0 0,-25 0 15,25 0-15,0 0 0,0 0 0,0 0 0,0 0 16,0 0-16,0 0 0,0 0 0,0 0 0,0 0 0,0 0 15,0 0-15,0 0 0,0 25 0,0-25 0,0 0 16,0 0-16,25 25 0,-25-25 0,0 0 0,0 25 0,0-25 16,0 0-16,0 25 0,0-25 0,0 24 0,0-24 15,0 0-15,0 25 0,0-25 0,0 25 0,0-25 0,0 0 16,0 25-16,0-25 0,0 0 0,0 0 0,0 0 15,0 25-15,0-25 0,0 0 0,0 0 0,0 0 16,0 0-16,0 0 0,0 0 0,0 0 0,0 0 0,0 0 16,0 0-16,0 0 0,0 0 0,0 0 0,0 0 0,25-25 15,-25 25-15,0 0 0,0 0 0,25-25 0,-25 25 16,0-25-16,24 25 0,-24 0 0,0-25 0,0 25 15,25-24-15,-25 24 0,0 0 0,25 0 0,-25 0 0,0-25 16,0 25-16,0 0 0,0 0 0,0 0 0,0 0 16,0 0-16,25 0 0,-25 0 0,0 0 0,0 25 15,0-25-15,0 0 0,0 0 0,0 24 0,0-24 0,0 25 16,0-25-16,0 25 0,0-25 0,0 25 0,0-25 15,0 25-15,25-25 0,-25 0 0,0 24 0,0-24 16,0 25-16,0-25 0,0 25 0,0-25 0,0 0 0,0 0 16,0 25-16,0-25 0,24 0 0,-24 0 0,0 0 0,0 0 15,0 0-15,25 0 0,-25 0 0,25 0 0,-25-25 16,25 25-16,-25 0 0,25 0 0,-25-25 0,25 25 15,-25-25-15</inkml:trace>
  <inkml:trace contextRef="#ctx0" brushRef="#br0" timeOffset="67599.8664">6077 4862 0,'0'-25'0,"0"25"16,0 0-16,-25 0 0,25 0 0,0 0 0,0 0 0,0 0 15,0 0-15,0 0 0,0 0 0,0 0 0,0 0 16,0 0-16,0 0 0,0 0 0,25 0 0,-25 0 15,0 0-15,25 0 0,-25 0 0,25 0 0,-25 0 0,25 25 16,-1-25-16,-24 0 0,25 0 0,0 0 0,-25 0 16,25 0-16,-25 0 0,25 0 0,-25 25 0,24-25 15,-24 0-15,0 0 0,0 0 0,0 0 0,25 0 0</inkml:trace>
  <inkml:trace contextRef="#ctx0" brushRef="#br0" timeOffset="67778.8767">6102 5060 0,'0'0'16,"0"0"-16,0 0 0,0 0 0,0 0 0,0 0 15,0 0-15,0 0 0,0 0 0,25 0 0,-25 0 0,0 0 16,25 0-16,-25 0 0,24 0 0,1 0 0,-25 0 16,25 0-16,0 0 0,-25 0 0,25 0 0,-1 0 0,1 0 15,-25 0-15,25 0 0,0 0 0,0 0 0,-1 0 16,1 0-16,-25 0 0,25 0 0,0 0 0,0 0 0,-1 0 15,1 0-15</inkml:trace>
  <inkml:trace contextRef="#ctx0" brushRef="#br0" timeOffset="68100.8951">7417 4514 0,'0'0'0,"-25"0"0,25-24 0,0 24 0,-25 0 0,25 0 16,0 24-16,0-24 0,-25 0 0,25 0 0,0 0 0,-25 0 15,25 25-15,0-25 0,-24 0 0,24 25 0,0-25 16,0 0-16,-25 25 0,25 0 0,0-25 0,0 24 0,0 1 15,0-25-15,0 25 0,-25 0 0,25 0 0,0-1 16,0-24-16,0 25 0,0 0 0,0 0 0,0-25 0,0 25 16,0 0-16,0-25 0,0 24 0,25-24 0,-25 25 15,0-25-15,0 25 0,0-25 0,0 0 0,25 25 16,-25-25-16,0 0 0,0 0 0,24 0 0,-24 0 0,25 0 15,-25 0-15,0 0 0,25 0 0,-25 0 0,25 0 16</inkml:trace>
  <inkml:trace contextRef="#ctx0" brushRef="#br0" timeOffset="68553.921">7640 4688 0,'0'-25'0,"0"25"0,0 0 0,0 0 0,0 0 15,0-25-15,0 25 0,-25 0 0,25 0 0,0 0 16,0-24-16,0 24 0,0 0 0,0 0 0,-25 0 0,25 0 15,0-25-15,0 25 0,0 0 0,0 0 0,0 0 16,0 25-16,0-25 0,0 0 0,-25 0 0,25 0 0,0 24 16,0-24-16,0 0 0,0 25 0,0-25 0,0 25 15,0-25-15,0 25 0,0-25 0,0 25 0,0-1 0,0-24 16,0 25-16,0 0 0,0 0 0,25-25 0,-25 25 15,0-25-15,0 25 0,25-25 0,-25 24 0,0-24 16,25 0-16,-25 25 0,0-25 0,25 0 0,-25 25 0,0-25 16,24 0-16,-24 0 0,0 0 0,0 0 0,25 0 15,-25 0-15,0 0 0,25 0 0,-25-25 0,0 25 16,25 0-16,-25-25 0,0 25 0,0 0 0,25-24 0,-25 24 15,0-25-15,24 25 0,-24-25 0,0 25 0,0-25 16,0 25-16,0-25 0,0 0 0,0 25 0,0-24 0,0-1 16,0 25-16,0-25 0,-24 25 0,24-25 0,0 25 15,0-25-15,0 25 0,0 0 0,0 0 0,0 0 16,0 0-16,0 0 0,0 0 0,0 0 0,0 0 0,0 0 15,-25 0-15,25 0 0,0 0 0,0 0 0,0 25 16,0-25-16,0 0 0,0 0 0,0 25 0,0-25 0,0 0 16,0 0 30,0 25-46,0-25 0</inkml:trace>
  <inkml:trace contextRef="#ctx0" brushRef="#br0" timeOffset="68730.9311">8086 4862 0,'0'0'0,"0"0"16,25 0-16,-25 0 0,0 0 0,0 25 0,25-25 15,-25 0-15,0 0 0,0 0 0,0 0 0,0 24 16,25-24-16,-25 0 0,0 0 0,0 25 0,0-25 0,0 0 16,0 25-16,0-25 0,0 25 0,-25-25 0,25 0 0,0 25 15,0-25-15,0 24 0,-25-24 0,25 0 16,0 25-16,0-25 0,-25 25 0,25-25 0,0 25 0,-24-25 15,24 0-15,-25 25 0,25-25 0,0 24 0,-25-24 0,25 0 16,-25 25-16</inkml:trace>
  <inkml:trace contextRef="#ctx0" brushRef="#br0" timeOffset="69416.9704">5060 5184 0,'0'0'0,"0"0"15,0-25-15,0 25 0,0 0 0,0 0 0,0 0 0,0 0 16,0 0-16,0 0 0,0 0 0,0 0 0,0 0 15,0 0-15,0 0 0,0-24 0,0 24 0,0 0 16,0 0-16,0 0 0,0 0 0,0 0 0,0 0 0,0 0 16,0 0-16,0 0 0,0 0 0,0 0 0,0 0 15,0 0-15,0 0 0,0 0 0,0 0 0,0 0 0,0 24 16,0-24-16,0 0 0,0 0 0,0 25 0,0-25 15,0 0-15,0 25 0,0-25 0,0 25 0,0-25 16,0 25-16,-25-1 0,25-24 0,0 25 0,0-25 0,0 25 16,-24 0-16,24-25 0,0 25 0,0-25 0,0 24 15,-25-24-15,25 25 0,0-25 0,-25 25 0,25-25 0,-25 25 16,25-25-16,-25 25 0,25-25 0,-24 0 0,24 0 15,-25 24-15,0-24 0</inkml:trace>
  <inkml:trace contextRef="#ctx0" brushRef="#br0" timeOffset="70705.0441">8483 4614 0,'0'0'0,"0"0"15,0 0-15,0-25 0,0 25 0,0 0 0,0 0 0,-25-25 16,25 25-16,0 0 0,0 0 0,0 0 0,0-25 15,0 25-15,0 0 0,0 0 0,0 0 0,0 0 16,0 0-16,0 0 0,0 0 0,0 0 0,0 0 0,0 0 16,0 0-16,0 0 0,0 0 0,0 0 0,0 0 15,0 0-15,-24 0 0,24 0 0,0 0 0,0 0 16,0 25-16,0-25 0,0 0 0,-25 0 0,25 25 0,0-25 15,0 25-15,-25-25 0,25 24 0,0-24 0,0 25 16,0-25-16,-25 25 0,25 0 0,0-25 0,0 25 0,0-25 16,0 24-16,0 1 0,0-25 0,25 25 0,-25 0 15,0-25-15,0 25 0,0-25 0,25 25 0,-25-25 0,0 24 16,0-24-16,25 25 0,-25-25 0,0 0 0,24 0 15,-24 25-15,0-25 0,25 0 0,-25 0 0,25 0 16,-25 0-16,0 0 0,25 0 0,-25 0 0,25 0 0,-25 0 16,24 0-16,-24 0 0,0 0 0,25-25 0,-25 25 15,25-25-15,-25 25 0,25 0 0,-25-24 0,0 24 0,25-25 16,-25 25-16,0-25 0,0 25 0,0-25 0,0 25 15,0-25-15,0 25 0,0-25 0,0 1 0,0 24 0,0-25 16,0 0-16,0 0 0,-25 25 0,25-25 0,0 1 16,0 24-16,-25-25 0,25 25 0,0-25 0,0 25 15,-25 0-15,25-25 0,0 25 0,0 0 0,0 0 0,0 0 16,0 0-16,0 0 0,0 0 0,0 0 0,0 0 15,-25 0-15,25 0 0,0 0 0,0 0 0,0 0 16,0 0-16,0 0 0,0 0 0,0 0 0,0 25 0,0-25 16,0 0-16,0 0 0,0 25 0,0-25 0,0 0 15</inkml:trace>
  <inkml:trace contextRef="#ctx0" brushRef="#br0" timeOffset="71000.0609">9004 4961 0,'0'0'15,"0"0"-15,0 0 0,0 0 0,0 0 0,0 0 16,0 0-16,0 0 0,0 0 0,25 0 0,-25 0 0,0 0 15,0 0-15,0 25 0,0-25 0,0 0 0,25 0 0,-25 0 16,0 25-16,0-25 0,0 0 0,0 0 0,0 24 16,0-24-16,25 25 0,-25-25 0,-25 0 0,25 25 15,0-25-15,0 25 0,0-25 0,0 25 0,0-25 0,-25 0 16,25 24-16,0-24 0,0 0 0,0 25 0,-25-25 0,25 0 15,0 25-15,0-25 0,0 0 0,0 0 0,0 0 16,0 0-16,0 0 0,0 0 0,-25 0 0</inkml:trace>
  <inkml:trace contextRef="#ctx0" brushRef="#br0" timeOffset="71392.0834">9426 4936 0,'0'0'0,"0"0"16,0 0-16,0 0 0,0 0 0,0 0 0,0 0 0,0 0 15,0 0-15,0 0 0,0 0 0,0 0 0,0-25 16,0 25-16,0 0 0,0 0 0,25 0 0,-25 0 0,0 0 15,0 0-15,0 0 0,0 0 0,24 0 0,-24 0 16,0 0-16,25 0 0,-25-24 0,0 24 0,25 0 0</inkml:trace>
  <inkml:trace contextRef="#ctx0" brushRef="#br0" timeOffset="71565.0931">9748 4887 0,'0'0'0,"0"0"0,0 0 0,0 0 0,0 0 16,0 0-16,0 0 0,0 0 0,0 0 0,0 0 0,0 0 15,0 0-15,0 0 0,0 0 0,0 0 0,25 0 16,-25 0-16,0 0 0,0 0 0,25 0 0,-25 0 0,0 0 16,25 0-16,-25 0 0,0 0 0,24-25 0,-24 25 15</inkml:trace>
  <inkml:trace contextRef="#ctx0" brushRef="#br0" timeOffset="71952.1154">10393 4961 0,'0'0'16,"0"0"-16,0 0 0,0 0 0,0 0 0,0 0 0,0 0 15,0 0-15,0 0 0,25 0 0,-25 0 0,0 0 16,0 0-16,0 0 0,0 25 0,0-25 0,0 0 0,0 0 16,0 0-16,0 0 0,0 25 0,0-25 0,25 24 15,-25-24-15,0 25 0,-25-25 0,25 25 0,0-25 16,0 25-16,0 0 0,0-25 0,0 24 0,-25-24 0,25 25 15,0-25-15,0 25 0,0-25 0,-25 25 0,25-25 16,0 0-16,-24 25 0,24-25 0,0 24 0,-25-24 0,25 0 16,0 25-16,-25-25 0,25 0 0,0 0 0</inkml:trace>
  <inkml:trace contextRef="#ctx0" brushRef="#br0" timeOffset="72743.1606">10864 5011 0,'0'0'0,"0"0"15,-24 0-15,24 0 0,0 0 0,0 0 0,0 0 16,0 0-16,0 0 0,0 0 0,0 0 0,0 0 0,0 0 15,0 0-15,0 0 0,0 0 0,24-25 0,-24 25 16,0 0-16,0 0 0,0 0 0,0 0 0,25-25 0,-25 25 16,0 0-16,25 0 0,-25-25 0,0 25 0,25-25 15,-25 25-15,25-24 0,-25 24 0,0-25 0,24 25 0,-24-25 16,0 0-16,25 25 0,-25-25 0,0 25 0,0-25 15,25 1-15,-25 24 0,0-25 0,0 25 0,0-25 16,0 25-16,25-25 0,-25 25 0,0-25 0,0 25 0,0-24 16,0 24-16,0 0 0,0 0 0,0 0 0,-25 0 15,25-25-15,0 25 0,0 0 0,0 0 0,0 0 0,0 0 16,0 0-16,0 0 0,0 25 0,0-25 0,0 0 0,0 0 15,0 0-15,0 0 0,0 24 0,0-24 16,0 25-16,0-25 0,0 25 0,0 0 0,0-25 0,0 25 16,0-1-16,0 1 0,25 0 0,-25-25 0,0 25 0,0 0 15,0-25-15,0 25 0,0-1 0,0-24 0,0 25 16,0-25-16,25 25 0,-25-25 0,0 25 0,0-25 15,0 25-15,0-25 0,0 0 0,0 0 0,0 24 0,0-24 16,0 0-16,0 0 0,0 0 0,0 0 0,0 0 16,0 0-16,0 0 0,24 0 0,-24 0 0,0-24 15,0 24-15,0 0 0,0 0 0</inkml:trace>
  <inkml:trace contextRef="#ctx0" brushRef="#br0" timeOffset="73135.1831">11261 4390 0,'0'0'0,"0"0"0,0 0 0,0 0 0,0 0 0,0 0 15,0 0-15,0 0 0,0 0 0,0 0 0,0 0 16,0 25-16,25-25 0,-25 0 0,0 0 0,0 0 16,25 0-16,-25 25 0,0-25 0,25 0 0,-25 25 0,0-25 15,25 25-15,-25-25 0,24 24 0,-24-24 0,25 25 16,-25 0-16,25-25 0,-25 25 0,25 0 0,-25-1 15,0 1-15,25-25 0,-25 25 0,0 0 0,0 0 0,24-1 16,-24-24-16,0 25 0,0 0 0,0 0 0,0 0 0,0-25 16,0 25-16,-24-1 0,24-24 0,0 25 15,0-25-15,0 25 0,0-25 0,-25 25 0,25-25 0,0 25 16,-25-25-16,25 0 0,0 24 0,-25-24 0,25 0 0,0 25 15,0-25-15,0 0 0,-25 25 0,25-25 0,0 0 16,0 0-16,0 0 0,0 0 0,-24 0 0,24 0 16,0 0-16,0 0 0,0 0 0,0 0 0,0 0 0,0 0 15,0-25-15,24 25 0,-24 0 0</inkml:trace>
  <inkml:trace contextRef="#ctx0" brushRef="#br0" timeOffset="74016.2334">11906 4242 0,'0'0'0,"0"0"15,0 0-15,0-25 0,0 25 0,0 0 0,0 0 0,0 0 16,0 0-16,0 0 0,0 0 0,0-25 0,0 25 15,0 0-15,0 0 0,0 0 0,0 0 0,0 0 16,0 0-16,0 0 0,0 0 0,0 0 0,0 0 0,0 0 16,0 0-16,0 0 0,0 0 0,0 0 0,0 0 15,0 0-15,25 0 0,-25 0 0,0 0 0,0 0 16,0 0-16,0 25 0,25-25 0,-25 0 0,0 0 0,0 25 15,0-25-15,0 0 0,0 24 0,0-24 0,0 25 16,0-25-16,0 25 0,0-25 0,0 25 0,0-25 0,0 25 16,0-25-16,0 24 0,0-24 0,0 25 0,0-25 15,0 0-15,0 25 0,0-25 0,0 25 0,0-25 0,0 0 16,0 25-16,0-25 0,0 24 0,0-24 0,0 0 15,0 25-15,0-25 0,0 0 0,25 25 0,-25-25 16,0 0-16,0 0 0,0 25 0,0-25 0,24 0 0,-24 0 16,0 0-16,0 0 0,25 0 0,-25 0 0,25 0 15,-25 0-15,25 0 0,-25 0 0,25 0 0,-25 0 0,0 0 16,24 0-16,-24 0 0,25-25 0,-25 25 0,0 0 15,0 0-15,0 0 0,25 0 0,-25 0 0,0 0 0,0 0 16,0 0-16,0-25 0,0 25 0,0 0 0,-25 0 16,25 0-16,0 0 0,0 0 0,0 0 0,0 0 15,0 0-15,0 0 0,-25 0 0,25 0 0,0 25 0,0-25 16,0 0-16,0 0 0,-24 0 0,24 0 0,0 0 15,0 0-15,-25 25 0,25-25 0,0 0 0,-25 25 16,25-25-16,0 24 0,0-24 0,-25 25 0,25-25 0,0 25 16,0-25-16,0 25 0,0 0 0,0-25 0,0 24 15,0 1-15,0-25 0,0 25 0,0 0 0,0-25 0,0 25 16,0-25-16,0 25 0,0-1 0,25-24 0,-25 25 15,0-25-15,0 25 0,0-25 0,0 25 0,0-25 0,0 0 16,25 25-16,-25-25 0,0 24 0,0-24 0,0 25 16,0-25-16,-25 0 0,25 25 0,0-25 0,0 0 15,0 25-15,0-25 0,0 0 0,0 0 0,0 0 0,0 25 16,0-25-16,0 0 0,0 0 0,0 0 0,-25 0 47,25 0-47,0 0 0,0 0 0,0 0 0,0 0 0,0 0 0,-25 0 0,25 0 0,0 0 0,0 0 0,0 0 0,-24 0 0,24 0 0,0 0 0,0 0 46,0 0-46,-25-25 0,25 25 0</inkml:trace>
  <inkml:trace contextRef="#ctx0" brushRef="#br0" timeOffset="78757.5046">2877 5854 0,'0'0'0,"0"0"16,0 0-16,-24 0 0,24-25 0,0 25 0,0 0 15,0 0-15,0 0 0,0 0 0,-25 0 0,25 0 0,0 0 16,0 0-16,0 0 0,0-25 0,0 25 0,0 0 0,0 0 16,0 0-16,0 0 0,0 0 0,0 0 0,0 0 15,0 0-15,0 0 0,0 0 0,0 0 0,0 0 0,0 0 16,0 0-16,-25 0 0,25 0 0,0 25 0,0-25 15,0 0-15,0 0 0,0 0 0,0 25 0,0-25 0,0 0 16,0 25-16,0-25 0,0 25 0,0-25 0,0 24 16,0 1-16,0-25 0,0 25 0,0 0 0,25-25 0,-25 25 15,0-1-15,0-24 0,0 25 0,0 0 0,0-25 16,0 25-16,0 0 0,0-25 0,0 24 0,0-24 0,0 25 15,0-25-15,0 25 0,0-25 0,0 25 0,0-25 16,0 25-16,0-25 0,0 0 0,0 24 0,0-24 0,0 0 16,0 25-16,0-25 0,0 0 0,0 0 0,0 0 15,0 0-15,0 0 0,0 0 0,0 0 0,0 0 0,0 0 16,0 0-16,0 0 0,0 0 0,0 0 0,0 0 15,0 0-15,0 0 0,0 0 0,0 0 0,0 0 0,0 0 16,0 0-16,0 0 0,0 0 0,0 0 0,0-25 16,25 25-16,-25 0 0,0-24 0,0 24 0,0 0 15,0-25-15,0 25 0,24 0 0,-24 0 0,0-25 0,0 25 16,0 0-16,25 0 0,-25-25 0,0 25 0,0 0 15,0 0-15,25 0 0,-25 0 0,0 0 0,0 0 0,0 0 16,25 0-16,-25 0 0,0 0 0,0 25 0,25-25 0,-25 0 16,0 0-16,0 0 0,24 25 0,-24-25 0,0 0 15,0 25-15,0-25 0,0 0 0,0 24 0,0-24 0,0 0 16,25 25-16,-25-25 0,0 0 0,0 25 0,0-25 15,-25 0-15,25 25 0,0-25 0,0 0 0,0 0 0,0 25 16,0-25-16,-24 0 0,24 0 0,0 0 0,0 24 16,0-24-16,-25 0 0,25 0 0,0 0 0,0 0 0,-25 0 15,25 0-15,0 0 0,0 0 0,-25 0 0,25 0 0,0 0 16,0 0-16,0 0 0,0 0 0,-25 0 0,25 0 15,0 0-15,0 0 0,0 0 0,0 0 0,0 0 16,0-24-16,0 24 0,0 0 0,0 0 0,-24 0 0,48 0 16,-24 0-16,0-25 0,0 25 0,0 0 0,0 0 15,0-25-15,0 25 0,25 0 0,-25-25 0,0 25 0,0 0 16</inkml:trace>
  <inkml:trace contextRef="#ctx0" brushRef="#br0" timeOffset="79036.5206">3026 6077 0,'0'-25'16,"0"25"-16,0 0 0,0 0 0,0 0 0,0 0 16,0 0-16,0 0 0,0 0 0,0 0 0,25 0 0,-25 0 15,0 0-15,0 0 0,0 0 0,25 0 0,-25 0 0,25 0 16,-25 0-16,0 0 0,24 25 0,-24-25 0,25 0 15,-25 25-15,25-25 0,-25 0 0,0 25 0,25-25 0,-25 25 16,0-25-16,25 24 0,-25-24 0,0 25 0,0-25 16,0 25-16,0 0 0,0-25 0,0 25 0,0-1 15,0-24-15,0 25 0,0 0 0,0-25 0,-25 25 0,25 0 16,0-25-16,-25 24 0,25-24 0,-25 25 0,0 0 15,25 0-15,-24-25 0,24 25 0,-25-25 0,0 24 0,25 1 16,-25-25-16,25 25 0,-25-25 0,25 0 0,-24 25 0</inkml:trace>
  <inkml:trace contextRef="#ctx0" brushRef="#br0" timeOffset="79715.5594">3994 6052 0,'0'0'0,"0"0"0,0 0 16,0 0-16,0-24 0,0 24 0,-25 0 0,25 0 15,0 0-15,0-25 0,0 25 0,0 0 0,0 0 0,-25 0 16,25 0-16,0 0 0,0 0 0,0-25 0,0 25 16,-25 0-16,25 0 0,0 25 0,0-25 0,0 0 15,0 0-15,0 0 0,-25 0 0,25 25 0,0-25 0,0 0 16,0 0-16,0 0 0,-24 24 0,24-24 0,0 0 15,0 25-15,0-25 0,0 0 0,0 25 0,0-25 0,0 25 16,24-25-16,-24 25 0,0-1 0,0-24 0,25 25 16,-25-25-16,0 25 0,25 0 0,-25-25 0,0 25 0,25-25 15,-25 24-15,25-24 0,-25 25 0,0-25 0,24 25 16,-24-25-16,0 25 0,25-25 0,-25 0 0,0 0 15,25 25-15,-25-25 0,0 0 0,0 24 0,25-24 0,-25 0 16,0 0-16,0 0 0,0 25 0,0-25 0,0 0 16,0 0-16,0 0 0,0 0 0,0 25 0,-25-25 15,25 0-15,0 0 0,0 0 0,0 0 0,-25 25 0,25-25 16,0 0-16,-25 0 0,25 0 0,0 0 0,-24 25 15,24-25-15,0 0 0,0 0 0,-25 0 0,25 0 0,0 0 16,0 0-16,0 0 0,0 0 0,0 0 0,0 0 16,0 0-16,0 0 0,0 0 0,0 0 0,0 0 0,0-25 15,0 25-15,0 0 0,25 0 0,-25 0 0,0-25 16,24 25-16,-24 0 0,25-25 0,-25 25 0,25-25 15,-25 25-15,25 0 0,-25-24 0</inkml:trace>
  <inkml:trace contextRef="#ctx0" brushRef="#br0" timeOffset="80222.5884">4366 6226 0,'0'0'0,"0"0"0,0 0 16,0 0-16,0 0 0,0-25 0,0 25 0,0 0 16,-25 0-16,25 0 0,0 0 0,0 0 0,0-25 0,0 25 15,-25 0-15,25 0 0,0 0 0,0 0 0,0 0 16,-25 0-16,25-24 0,0 24 0,0 0 0,0 0 15,-25 0-15,25 0 0,0 0 0,0 0 0,-24 24 0,24-24 16,0 0-16,0 0 0,-25 0 0,25 25 0,0-25 16,0 0-16,-25 25 0,25-25 0,0 25 0,0-25 0,0 25 15,0-25-15,0 24 0,0-24 0,0 25 0,0 0 16,0-25-16,0 25 0,25-25 0,-25 25 0,0-25 0,0 24 15,25-24-15,-25 25 0,0-25 0,24 0 0,-24 0 16,0 25-16,0-25 0,25 0 0,-25 0 0,0 0 16,0 0-16,25 0 0,-25 0 0,0 0 0,0 0 0,0 0 15,25 0-15,-25 0 0,0 0 0,0 0 0,0-25 0,0 25 16,0 0-16,0 0 0,25-25 0,-25 25 15,0 0-15,0-24 0,0 24 0,0 0 0,-25-25 0,25 25 16,0-25-16,0 25 0,0-25 0,0 25 0,-25-25 0,25 25 16,0-24-16,0 24 0,-25-25 0,25 25 0,0-25 15,-25 25-15,25-25 0,0 25 0,0 0 0,-24-25 16,24 25-16,0 0 0,0-24 0,0 24 0,0 0 0,0 0 15,0-25-15,0 25 0,0 0 0,0 0 0,0 0 16,0-25-16,0 25 0,0 0 0,0 0 0,0-25 16,24 25-16,-24 0 0,0 0 0,25-25 0,-25 25 0,0 0 15,25 0-15,-25 0 0,25 0 0,-25 0 0,0 0 0,25 0 16,-25 0-16,0 0 0,24 0 0,-24 25 0,0-25 15,25 0-15,-25 0 0,0 0 0,0 0 0,0 0 16,0 25-16,25-25 0,-25 0 0,0 0 0,0 0 0,0 0 16,0 0-16,0 0 0,0 0 0,0 0 0,0 0 15</inkml:trace>
  <inkml:trace contextRef="#ctx0" brushRef="#br0" timeOffset="80389.598">4539 5904 0,'0'0'0,"0"0"15,0-25-15,0 25 0,0 0 0,0 0 0,0 0 0,0 0 16,0 0-16,0 25 0,0-25 0,0 0 0,0 0 15,0 24-15,25-24 0,-25 0 0,0 25 0,0-25 16,-25 25-16,25 0 0,0-25 0,0 25 0,0-1 16,0-24-16,0 25 0,0 0 0,-25-25 0,25 25 0,0 0 15,0-25-15,-24 24 0,24-24 0,0 25 0</inkml:trace>
  <inkml:trace contextRef="#ctx0" brushRef="#br0" timeOffset="80841.6238">5457 6102 0,'0'0'0,"0"0"15,0 0-15,0-25 0,-25 25 0,25 0 0,0 0 0,0-25 16,0 25-16,-25 0 0,25 0 0,0 0 0,0 0 16,-24-24-16,24 24 0,0 0 0,0 0 0,-25 0 15,25 0-15,0 24 0,0-24 0,0 0 0,-25 0 0,25 0 16,0 25-16,0-25 0,-25 25 0,25-25 0,0 25 15,0-25-15,0 25 0,-25-25 0,25 24 0,0 1 0,0-25 16,0 25-16,0 0 0,0-25 0,0 25 0,0-1 16,25-24-16,-25 25 0,0 0 0,0-25 0,0 25 0,25-25 15,-25 25-15,0-25 0,25 0 0,-25 24 0,25-24 16,-25 0-16,24 0 0,-24 0 0,25 25 0,-25-25 15,25 0-15,-25-25 0,25 25 0,0 0 0,-25 0 0,24 0 16,1-24-16,-25 24 0,25-25 0,-25 25 0,25 0 16,0-25-16,-25 25 0,0-25 0,24 25 0</inkml:trace>
  <inkml:trace contextRef="#ctx0" brushRef="#br0" timeOffset="81458.6591">5680 6276 0,'0'0'16,"-25"0"-16,25 0 0,0 0 0,0 0 0,0 0 16,0 0-16,0 0 0,0 0 0,0 0 0,0 0 0,0 0 15,0 0-15,0-25 0,0 25 0,0 0 0,0 0 16,0 0-16,0-25 0,25 25 0,-25 0 0,0-25 15,25 25-15,-25-25 0,0 25 0,25 0 0,-25-24 0,25-1 16,-25 25-16,24-25 0,-24 25 0,25-25 0,-25 25 16,25-25-16,-25 1 0,25 24 0,-25-25 0,0 0 0,0 25 15,0-25-15,25 25 0,-25-25 0,0 1 0,0 24 16,0-25-16,-25 25 0,25-25 0,0 25 0,0 0 0,0-25 15,0 25-15,-25 0 0,25-25 0,0 25 0,0 0 16,0 0-16,-25 0 0,25 0 0,0 0 0,0 0 16,-25 0-16,25 0 0,0 0 0,0 0 0,0 0 0,-24 0 15,24 0-15,0 0 0,0 0 0,0 0 0,0 0 0,-25 0 16,25 0-16,0 0 0,0 0 0,0 25 0,0-25 15,0 0-15,0 0 0,0 25 0,0-25 0,0 25 16,0-25-16,0 25 0,0-25 0,0 24 0,0-24 0,0 25 16,0 0-16,25-25 0,-25 25 0,0 0 0,0-25 15,0 24-15,0 1 0,0-25 0,0 25 0,0 0 16,0 0-16,0-25 0,0 24 0,0 1 0,0-25 0,24 25 15,-24 0-15,0-25 0,0 25 0,0-25 0,0 24 16,0-24-16,0 25 0,0-25 0,0 25 0,0-25 16,0 0-16,0 0 0,0 25 0,0-25 0,0 0 0,0 0 15,0 0-15,0 0 0,0 0 0,0 0 0,0 0 0,0 0 16,0 0-16,0 0 0,0 0 0,0 0 0,0 0 15,0 0-15,0 0 0,25-25 0,-25 25 0,0 0 16,0-25-16,0 25 0,25 0 0,-25-25 0,0 25 0,25-24 16,-25 24-16,0 0 0,0 0 0,25-25 0,-25 25 15,0 0-15,25 0 0,-25 0 0,0 0 0,0 0 16,24 0-16,-24 25 0,0-25 0,0 0 0,25 24 0,-25-24 15,0 0-15,0 25 0,0-25 0,0 0 0,0 25 0,25-25 16,-25 25-16,0-25 0,0 25 0,0-25 0,0 0 16,0 24-16,0-24 0,0 0 0,0 25 0,0-25 15,0 0-15,0 0 0,0 25 0,0-25 0,0 0 0,25 0 16,-25 0-16,0 0 0,0 0 0,0 0 0,0 0 15,0 0-15,0 0 0,0 0 0,0 0 0,0 0 16,0 0-16,0 0 0,25 0 0,-25-25 0,0 25 16,24 0-16,-24-25 0</inkml:trace>
  <inkml:trace contextRef="#ctx0" brushRef="#br0" timeOffset="82437.7151">6226 6251 0,'0'0'0,"0"0"0,0 0 0,0 0 15,0 0-15,0 0 0,-25 0 0,25 0 0,0-25 0,0 25 16,0 0-16,0 25 0,0-25 0,0 0 0,0 0 15,0 0-15,0 0 0,0 0 0,0 0 0,0 25 0,0-25 16,0 0-16,0 24 0,0-24 0,0 25 0,0-25 16,0 25-16,0-25 0,25 25 0,-25-25 0,0 25 15,0-1-15,0-24 0,0 25 0,25-25 0,-25 25 0,0 0 16,25-25-16,-25 25 0,0-25 0,0 24 0,24-24 15,-24 0-15,0 25 0,0-25 0,0 0 0,25 0 0,-25 25 16,0-25-16,0 0 0,25 0 0,-25 0 0,0 0 16,25 0-16,-25 0 0,0 0 0,0-25 0,25 25 15,-25 0-15,0-25 0,24 25 0,-24 0 0,0-24 0,25 24 16,-25-25-16,0 25 0,25-25 0,-25 25 0,0-25 15,0 25-15,0-25 0,0 25 0,25 0 0,-25-24 0,0 24 16,0-25-16,0 25 0,0 0 0,0-25 0,0 25 16,0 0-16,0-25 0,0 25 0,0 0 0,0 0 0,0-25 15,0 25-15,-25 0 0,25 0 0,0 0 0,0-24 16,0 24-16,0 0 0,0 0 0,0 0 0,0 0 15,0 0-15,0 0 0,0 0 0,0 0 0,0 0 0,-25 0 16,25 0-16,0 0 0,0 0 0,0 0 0,0 0 16,0 24-16,0-24 0,0 0 0,0 0 0,0 25 15,-25-25-15,25 0 0,0 25 0,0-25 0,25 25 0,-25-25 16,0 25-16,0-25 0,0 24 0,0-24 0,0 25 15,0-25-15,0 25 0,25-25 0,-25 0 0,0 25 0,0-25 16,0 0-16,25 25 0,-25-25 0,0 0 0,0 24 16,25-24-16,-25 0 0,0 0 0,0 0 0,24 0 0,-24 0 15,0 0-15,0 0 0,25 0 0,-25 0 0,25 0 16,-25 0-16,0 0 0,25-24 0,-25 24 0,25 0 15,-25-25-15,24 25 0,-24-25 0,0 25 0,25-25 0,-25 25 16,0-25-16,25 25 0,-25-24 0,0 24 0,0 0 16,25-25-16,-25 25 0,0-25 0,0 25 0,0-25 0,0 25 15,0-25-15,0 25 0,0 0 0,0 0 0,0-24 16,0 24-16,-25 0 0,25 0 0,0 0 0,0 0 0,0 0 15,0 0-15,0 0 0,0 0 0,0 0 0,0 0 16,0 0-16,0 0 0,0 0 0,0 0 0,0 0 16,0 24-16,0-24 0,0 0 0,0 25 0,0-25 0,0 0 15,0 25-15,0-25 0,0 0 0,0 25 0,0-25 16,0 25-16,0-25 0,0 24 0,0-24 0,0 25 15,25-25-15,-25 25 0,0-25 0,0 0 0,0 25 0,0-25 16,0 0-16,25 0 0,-25 25 0,0-25 0,0 0 16,0 0-16,24 24 0,-24-24 0,0 0 0,0 0 0,0 0 15,25 0-15,-25 0 0,0 0 0,0 0 0,25 0 16,-25-24-16,0 24 0,0 0 0,25 0 0,-25-25 0,0 25 15,25 0-15,-25-25 0,0 25 0,25-25 0,-25 25 16,0 0-16,0-25 0,24 25 0,-24-24 0,0 24 16,0-25-16,0 25 0,0 0 0,0-25 0,0 25 0,0-25 15,0 25-15,25 0 0,-25 0 0,0-25 0,0 25 16,0 0-16,0 0 0,0 0 0,0 0 0,0 0 0,0 0 15,0 0-15,0 0 0,0 0 0,0 0 0,0 0 16,0 0-16,0 0 0,-25 25 0,25-25 0,0 0 0,0 25 16,0-25-16,0 25 0,0-25 0,0 25 0,0-25 15,0 24-15,25-24 0,-25 25 0,0-25 0,0 25 16,0 0-16,0-25 0,0 0 0,0 25 0,0-25 0,25 0 15,-25 24-15,0-24 0,0 0 0,0 0 0,25 25 16,-25-25-16,0 0 0,0 0 0,25 0 0,-25 0 16,0 0-16,0-25 0,24 25 0,-24 0 0,0 0 0,0-24 15,25 24-15,-25 0 0,0 0 0,0-25 0,0 25 16,0-25-16,0 25 0,0 0 0,0-25 0,0 25 0,0-25 15</inkml:trace>
  <inkml:trace contextRef="#ctx0" brushRef="#br0" timeOffset="82688.7295">6648 6152 0,'0'0'16,"0"-25"-16,-25 25 0,25 0 0,0 0 0,0-25 15,0 25-15,0 0 0,0-25 0,-25 25 0,25 0 16,0 0-16,25-25 0,-25 25 0,0 0 0,0 0 0,0-24 15,0 24-15,0 0 0,0 0 0,25 0 0,-25-25 16,0 25-16,0 0 0,24 0 0,-24 0 0,0 0 0,25 0 16,-25 0-16,0 0 0,25 0 0,-25 0 0,0 0 15,0 0-15,25 0 0,-25 0 0,0 0 0,25 0 16,-25 25-16,0-25 0,0 0 0,0 0 0,0 0 0,24 0 15,-24 0-15,0 0 0,0 0 0,0 0 0,0 0 0</inkml:trace>
  <inkml:trace contextRef="#ctx0" brushRef="#br0" timeOffset="82871.7399">6896 5928 0,'0'0'0,"0"0"0,0 0 0,0 0 0,0 0 15,25 0-15,-25 0 0,0 0 0,0 0 0,24 0 16,-24 0-16,25 0 0,-25 0 0,25 0 0,-25 0 0,25 0 15,-25 0-15,25 0 0,-25 0 0,24 0 0,-24 0 0,25 25 16,-25-25-16,0 0 0,25 0 0,-25 0 0,0 0 16,0 25-16,0-25 0,0 0 0,0 0 0</inkml:trace>
  <inkml:trace contextRef="#ctx0" brushRef="#br0" timeOffset="83068.7512">6375 5953 0,'0'0'16,"0"0"-16,-25 0 0,25 0 0,0-25 0,0 25 16,0 0-16,0 0 0,0 0 0,25 0 0,-25 0 0,0 0 15,0-24-15,0 24 0,0 0 0,25 0 0,-25 0 16,0 0-16,0 0 0,0 0 0,24 0 0,-24 24 15,0-24-15,0 0 0,0 0 0</inkml:trace>
  <inkml:trace contextRef="#ctx0" brushRef="#br0" timeOffset="83970.8027">8310 6201 0,'-25'0'0,"25"-25"0,0 25 0,-25 0 0,25 0 16,-25 0-16,25 0 0,-25 0 0,25 0 0,0 0 15,-24 0-15,24 0 0,0 0 0,-25 0 0,25 0 0,0 0 16,0 0-16,0 0 0,-25 0 0,25 0 0,0 0 16,0 25-16,0-25 0,0 0 0,0 25 0,0-25 15,0 25-15,0-25 0,0 25 0,25-1 0,-25-24 0,0 25 16,0 0-16,0-25 0,25 25 0,-25 0 0,0-25 15,24 24-15,-24-24 0,0 25 0,0-25 0,25 0 0,-25 25 16,25-25-16,-25 25 0,0-25 0,25 0 0,-25 0 16,0 0-16,0 25 0,25-25 0,-25 0 0,0 0 0,24 0 15,-24 0-15,0 0 0,25-25 0,-25 25 0,0 0 16,25 0-16,-25 0 0,0-25 0,25 25 0,-25 0 15,0-25-15,0 25 0,25-25 0,-25 25 0,0 0 0,0-24 16,0 24-16,24-25 0,-24 25 0,0-25 0,0 25 16,0-25-16,0 25 0,0-25 0,0 25 0,0-24 0,0 24 15,0 0-15,0-25 0,0 25 0,-24 0 0,24-25 16,0 25-16,0 0 0,0 0 0,0-25 0,0 25 15,0 0-15,0 0 0,0 0 0,0 0 0,0 0 0,0 0 16,0 25-16,0-25 0,0 0 0,0 0 0,0 0 16,-25 25-16,25-25 0,0 0 0,0 25 0,0-25 0,0 24 15,0-24-15,25 25 0,-25-25 0,0 25 0,0-25 16,0 25-16,0-25 0,0 25 0,24-25 0,-24 24 15,0-24-15,0 25 0,0-25 0,25 25 0,-25-25 0,0 0 16,0 25-16,0-25 0,25 0 0,-25 0 0,0 25 16,0-25-16,25 0 0,-25 0 0,0 0 0,0 0 0,25 0 15,-25 0-15,0 0 0,24 0 0,-24 0 0,0-25 16,25 25-16,-25 0 0,25-25 0,-25 25 0,25 0 0,-25-25 15,25 25-15,-25-25 0,24 25 0,-24-24 0,0 24 16,25-25-16,-25 25 0,0-25 0,0 25 0,25 0 16,-25-25-16,0 25 0,0-25 0,0 25 0,0-24 0,0 24 15,0 0-15,0-25 0,-25 25 0,25 0 0,0 0 16,0 0-16,0-25 0,0 25 0,0 0 0,0 0 0,0 0 15,0 0-15,0 0 0,0 25 0,0-25 0,0 0 16,0 0-16,0 25 0,0-25 0,0 0 16,0 24-16,0-24 0,-25 25 0,25-25 0,25 0 0,-25 25 0,0-25 15,0 25-15,0-25 0,0 25 0,0-25 0,0 0 16,0 24-16,0-24 0,25 25 0,-25-25 0,0 0 0,0 25 15,25-25-15,-25 0 0,0 0 0,25 25 0,-25-25 16,0 0-16,24 0 0,-24 0 0,25 0 0,-25 0 16,25-25-16,-25 25 0,25 0 0,-25 0 0,25 0 0,-25-25 15,24 25-15</inkml:trace>
  <inkml:trace contextRef="#ctx0" brushRef="#br0" timeOffset="84356.8249">9128 6325 0,'0'0'0,"0"0"16,-25-25-16,25 25 0,0 0 0,0 0 15,0-24-15,0 24 0,0 0 0,0 0 0,-24 0 0,24 0 16,0-25-16,0 25 0,0 0 0,0 0 0,0 0 0,0 25 15,0-25-15,-25 0 0,25 0 0,0 0 0,0 0 16,0 24-16,0-24 0,0 0 0,0 25 0,0-25 16,0 0-16,-25 25 0,25-25 0,0 25 0,0-25 0,0 25 15,0-25-15,0 24 0,0-24 0,0 0 0,0 25 16,0-25-16,0 25 0,25-25 0,-25 0 0,0 25 0,0-25 15,0 0-15,0 25 0,0-25 0,25 0 0,-25 0 16,0 0-16,0 0 0,0 0 0,0 0 0,0 24 0,24-24 16,-24-24-16,0 24 0,0 0 0,0 0 0,25 0 15,-25 0-15,0 0 0,0-25 0,25 25 0,-25 0 16,0-25-16,0 25 0,25-25 0,-25 25 0,0 0 0,0-25 15,0 25-15,0 0 0,0 0 0,25 0 0,-25-24 0,0 24 16,0 0-16,0 0 0,0 0 0,0 0 0,0 24 16,0-24-16,0 0 0,0 0 0,0 0 0,0 0 15,0 25-15,0-25 0,0 0 0,0 25 0,0-25 16,0 0-16,0 0 0,24 25 0,-24-25 0,0 0 0,0 0 15,0 25-15,0-25 0,0 0 0,0 0 0,0 0 16,0 0-16,0 0 0,0 24 0,0-24 0,0 0 16,-24-24-16,24 24 0,0 0 0,0 0 0,0 0 0,-25 0 15</inkml:trace>
  <inkml:trace contextRef="#ctx0" brushRef="#br0" timeOffset="84581.8377">9128 5854 0,'0'-25'15,"0"25"-15,0 0 0,0 0 0,0 0 0,25 0 16,-25 0-16,0 0 0,0 0 0,0-25 0,25 25 0,-25 25 16,0-25-16,25 0 0,-25 0 0,24 0 0,-24 0 15,25 0-15,-25 0 0,0 25 0,25-25 0,-25 0 16,0 0-16,0 25 0,0-25 0,0 25 0,0-25 0,0 0 15,0 24-15,0-24 0,-25 25 0,25-25 0,0 0 0,-25 25 16,25-25-16,-24 25 0,24-25 0,-25 25 0,0-25 16,25 0-16,-25 24 0</inkml:trace>
  <inkml:trace contextRef="#ctx0" brushRef="#br0" timeOffset="85039.864">9996 5978 0,'0'0'0,"0"0"0,0 0 16,0 0-16,0-25 0,-25 25 0,25 0 0,0 0 16,0 0-16,0 0 0,0 0 0,0 0 0,0 0 0,0 0 15,0 25-15,0-25 0,0 0 0,25 0 0,-25 25 16,0-25-16,0 25 0,0-1 0,0-24 0,0 25 0,0 0 15,0 0-15,0 0 0,0-1 0,0-24 0,0 25 16,0 0-16,0 0 0,0 0 0,0-1 0,0-24 0,0 25 16,0 0-16,0-25 0,0 25 0,0 0 0,0-25 15,0 24-15,0-24 0,0 25 0,0-25 0,0 0 16,0 25-16,0-25 0,0 0 0,0 0 0,0 0 0,0 0 15,0 0-15,0 0 0,0 0 0,0 0 0,0 0 16,0 0-16,0 0 0,0 0 0,0-25 0</inkml:trace>
  <inkml:trace contextRef="#ctx0" brushRef="#br0" timeOffset="85373.8831">10344 6102 0,'0'0'0,"0"0"0,0 0 0,0-25 15,0 25-15,0 0 0,0 0 0,0 0 0,-25 0 0,25 0 16,0 0-16,0 0 0,0 0 0,0 0 0,-25-25 16,25 25-16,0 0 0,0 25 0,-25-25 0,25 0 15,0 0-15,-25 0 0,25 0 0,0 0 0,-24 0 0,24 0 16,0 25-16,0-25 0,-25 0 0,25 25 0,-25-25 15,25 25-15,0-25 0,0 24 0,-25 1 0,25-25 16,0 25-16,0 0 0,0-25 0,0 25 0,0-1 0,0-24 16,0 25-16,0 0 0,0-25 0,0 25 0,0-25 15,0 25-15,0-25 0,0 24 0,0-24 0,25 25 16,-25-25-16,0 0 0,0 0 0,25 25 0,-25-25 0,25 0 15,-25 0-15,0 0 0,24 0 0,-24 0 0,25 0 0,-25 0 16,25 0-16,-25 0 0,25 0 0,-25-25 0,25 25 16,-25 0-16,24 0 0,-24 0 0,25-25 0,-25 25 15,25 0-15</inkml:trace>
  <inkml:trace contextRef="#ctx0" brushRef="#br0" timeOffset="85898.9125">10914 6052 0,'0'0'16,"-25"-24"-16,25 24 0,0 0 0,-25-25 0,25 25 15,-24 0-15,24-25 0,-25 25 0,0 0 0,25-25 0,-25 25 16,25 0-16,-25 0 0,25 0 0,-24-25 0,24 25 15,0 0-15,-25 0 0,25 0 0,0 0 0,-25 0 16,25 0-16,0 25 0,-25-25 0,25 0 0,0 0 0,0 25 16,0-25-16,-25 25 0,25-25 0,0 25 0,0-1 0,0-24 15,0 25-15,0 0 0,0-25 0,0 25 0,0 0 16,0-1-16,0 1 0,0 0 0,0-25 0,0 25 15,0 0-15,0-25 0,0 24 0,0 1 0,25-25 0,-25 25 16,0-25-16,0 25 0,0-25 0,0 0 0,0 25 16,25-25-16,-25 0 0,0 24 0,0-24 0,25 0 15,-25 0-15,0 0 0,0 0 0,0 0 0,25 0 0,-25 0 16,0 0-16,0 0 0,24 0 0,-24 0 0,0 0 15,25 0-15,-25 0 0,0-24 0,25 24 0,-25 0 16,0 0-16,0-25 0,25 25 0,-25 0 0,0-25 0,0 25 16,25-25-16,-25 25 0,0-25 0,0 25 0,0 0 15,24-24-15,-24 24 0,0 0 0,0-25 0,0 25 0,0 0 16,0 0-16,0 0 0,0 0 0,0 0 0,0 0 15,0 25-15,0-25 0,0 0 0,0 0 0,0 24 0,0-24 16,0 25-16,0-25 0,0 25 0,0-25 0,0 25 16,0-25-16,0 25 0,0-25 0,0 24 0,0-24 0,0 0 15,25 25-15,-25-25 0,0 0 0,0 0 0,0 25 16,0-25-16,0 0 0,0 0 0,0 0 0,0 0 15,0 0-15,0 0 0,0 0 0,0 0 0,0 0 16,0 0-16,0 0 0,0 0 0,0-25 0,0 25 0</inkml:trace>
  <inkml:trace contextRef="#ctx0" brushRef="#br0" timeOffset="86070.9227">10765 6251 0,'0'0'0,"0"0"0,0 0 0,0 0 16,25 0-16,-25 0 0,0 0 0,0 0 15,0 0-15,0 0 0,0 0 0,25 0 0,-25 0 0,25 0 16,-25 0-16,24 0 0,-24 0 0,25 0 0,0 0 0,-25 0 15,25 0-15,0 0 0,-1 0 0,1 0 0,-25 0 16,25 0-16,0 0 0,0 0 0,-25 0 0,24 0 16,-24 0-16,25-25 0,-25 25 0,25 0 0,-25 0 0</inkml:trace>
  <inkml:trace contextRef="#ctx0" brushRef="#br0" timeOffset="86447.9439">11261 6077 0,'0'-25'15,"0"25"-15,0 0 0,0-24 0,0 24 0,0 0 16,0 0-16,0 0 0,0-25 0,0 25 0,0 0 0,0 0 15,0 0-15,0 0 0,0 0 0,0 0 0,0 25 16,0-25-16,0 0 0,0 24 0,0-24 0,0 25 16,25-25-16,-25 25 0,0 0 0,0-25 0,0 25 0,0-1 15,0 1-15,0-25 0,0 25 0,25 0 0,-25 0 16,0-25-16,0 24 0,0 1 0,0-25 0,0 25 0,25-25 15,-25 25-15,0-25 0,0 0 0,0 25 0,0-25 16,25 0-16,-25 0 0,0 24 0,0-24 0,0 0 16,0 0-16,0 0 0,0 0 0,0 0 0,0-24 0,0 24 15,24 0-15,-24 0 0,0-25 0,0 25 0,0-25 16,0 25-16,25-25 0,-25 25 0,0-25 0,0 1 0,0 24 15,25-25-15,-25 0 0,0 25 0,0-25 0,0 0 16,0 25-16,25-24 0,-25 24 0,0-25 0,0 25 16,0-25-16,0 25 0,0 0 0,25 0 0,-25-25 0,0 25 15,0 0-15,0 0 0,0 0 0,0 0 0,0 0 16,0 0-16,0 0 0,24 0 0,-24 0 0,0 0 0,0 0 15,0 0-15,0-25 0,25 25 0,-25 0 0,0 0 16,0 0-16,0 0 0,25 0 0,-25 0 0,0 0 16</inkml:trace>
  <inkml:trace contextRef="#ctx0" brushRef="#br0" timeOffset="86664.9567">11609 6028 0,'0'0'0,"0"0"16,0 0-16,0 0 0,0 0 0,0 0 0,0 0 0,0 0 15,0 24-15,0-24 0,0 0 0,0 0 0,0 25 16,0-25-16,0 25 0,0-25 0,0 25 0,0-25 0,0 25 16,0-1-16,0 1 0,0-25 0,0 25 0,0 0 15,0-25-15,-25 25 0,25-1 0,0 1 0,0-25 0,0 25 16,0-25-16,0 25 0,0-25 0,0 25 0,0-25 15,0 24-15,0-24 0,0 0 0,0 0 0,0 25 16,0-25-16,0 0 0,0 0 0,0 0 0,0 0 0,0-25 16,0 25-16,0 0 0,0 0 0,0-24 0,-25 24 15</inkml:trace>
  <inkml:trace contextRef="#ctx0" brushRef="#br0" timeOffset="86860.9681">11435 6003 0,'0'0'0,"0"0"0,0 0 0,0 0 0,0 0 16,0 0-16,0 0 0,0 0 0,0 0 0,0 0 0,0 0 15,0 0-15,25 0 0,-25 0 0,0 0 0,25 0 16,-25 0-16,24 0 0,-24 0 0,25 0 0,0 0 0,-25 0 16,25 0-16,-25 0 0,25 0 0,-1 0 0,-24 0 15,25 0-15,0 0 0,-25 0 0,25 0 0,0 0 16,-1 0-16,-24 25 0,25-25 0,0 0 0,0 0 0,-25 0 15,25 0-15,-1 0 0,1 24 0</inkml:trace>
  <inkml:trace contextRef="#ctx0" brushRef="#br0" timeOffset="87022.9774">12229 6152 0,'0'0'0,"0"0"0,0 0 0,0 0 16,0 0-16,0 0 0,0 0 0,0 0 0,0 0 0,0 0 15,0 0-15,0 0 0,0 0 0,0 0 0,0 0 16,0 0-16,0 0 0,0 0 0,0 0 0,0 0 15,0 0-15,25 0 0,-25 0 0,0 24 0,0-24 0</inkml:trace>
  <inkml:trace contextRef="#ctx0" brushRef="#br0" timeOffset="87183.9864">12254 6449 0,'0'0'0,"0"0"16,0 0-16,0 0 0,0 0 0,0 0 0,0 0 0,0 0 15,0 0-15,0 0 0,0 0 0,0 0 0,0 0 16,0 0-16,-25 0 0,25 0 0,0 0 0,0 0 0,0 0 15,0 0-15,0 0 0,0 0 0,-25 0 0,25 0 16,0 0-16</inkml:trace>
  <inkml:trace contextRef="#ctx0" brushRef="#br0" timeOffset="88235.0461">13295 6524 0,'0'0'0,"0"0"0,25 0 0,-25 0 15,0 0-15,0 0 0,0 0 0,0 0 0,0-25 0,0 25 16,0 0-16,25 0 0,-25 0 0,0-25 0,0 25 15,25 0-15,-25-25 0,0 25 0,25 0 0,-25-25 0,24 25 16,-24-24-16,25 24 0,-25 0 0,25-25 0,-25 25 16,25-25-16,0 0 0,-25 25 0,24-25 0,1 25 0,-25-24 15,25 24-15,-25-25 0,25 0 0,-25 25 0,25-25 16,-25 0-16,24 25 0,-24-24 0,25-1 0,-25 25 15,0-25-15,25 0 0,-25 25 0,0-25 0,0 1 0,0 24 16,25-25-16,-25 25 0,0-25 0,0 0 0,0 25 16,-25-25-16,25 25 0,0-24 0,0 24 0,0 0 15,0-25-15,-25 25 0,25 0 0,0 0 0,-25-25 0,25 25 16,0 0-16,-24 0 0,24 0 0,0 0 0,0 0 0,-25 0 15,25 0-15,0 0 0,0 0 0,0 0 0,-25 0 16,25 0-16,0 0 0,0 0 0,0 0 0,0 0 16,0 0-16,-25 25 0,25-25 0,0 0 0,0 0 15,0 25-15,0-25 0,0 24 0,0-24 0,0 25 0,0-25 16,0 25-16,0 0 0,0 0 0,0-25 0,0 24 0,0 1 15,0 0-15,0-25 0,0 25 0,0 0 0,0-1 16,0 1-16,0 0 0,25-25 0,-25 25 0,0 0 0,0-1 16,0-24-16,0 25 0,0 0 0,0 0 15,0-25-15,0 25 0,0-25 0,25 24 0,-25-24 0,0 25 16,0-25-16,0 0 0,0 25 0,0-25 0,0 0 0,25 25 15,-25-25-15,0 0 0,0 0 0,0 0 0,0 0 16,0 0-16,24 0 0,-24 0 0,0 0 0,0 0 16,25 0-16,-25 0 0,0 0 0,25 0 0,-25 0 0,0 0 15,25 0-15,-25-25 0,25 25 0</inkml:trace>
  <inkml:trace contextRef="#ctx0" brushRef="#br0" timeOffset="88645.0702">13965 6375 0,'0'-25'0,"0"25"0,0 0 0,0-25 0,0 25 15,-25 0-15,25 0 0,0-25 0,0 25 0,0 0 16,0-24-16,0 24 0,0 0 0,0 0 0,0-25 0,-25 25 15,25 0-15,0 0 0,0 0 0,0 0 0,0-25 16,0 25-16,0 0 0,0 0 0,-24 0 0,24 0 0,0 0 16,0 0-16,0 25 0,0-25 0,0 0 0,-25 25 15,25-25-15,0 0 0,0 24 0,-25-24 0,25 25 16,0-25-16,0 25 0,0 0 0,0-25 0,-25 25 0,25-25 15,0 24-15,0-24 0,0 25 0,0-25 0,0 25 16,0-25-16,0 0 0,0 25 0,0-25 0,0 0 0,0 25 16,25-25-16,-25 0 0,0 0 0,0 24 0,0-24 15,0 0-15,25 0 0,-25 0 0,0 0 0,0 0 16,0 0-16,25 0 0,-25-24 0,0 24 0,0 0 0,24 0 15,-24 0-15,0 0 0,0-25 0,25 25 0,-25 0 16,0-25-16,0 25 0,25 0 0,-25-25 0,0 25 0,0-25 16,0 25-16,0 0 0,0 0 0,0 0 0,0-24 15,0 24-15,0 0 0,0 0 0,0 0 0,0 0 16,0 0-16,0 24 0,0-24 0,0 0 0,0 0 0,0 0 15,0 25-15,25-25 0,-25 25 0,0-25 0,0 0 16,0 25-16,0-25 0,0 25 0,0-25 0,0 0 0,0 24 16,0-24-16,0 0 0,0 0 0,0 25 0,0-25 15,0 0-15,0 0 0,0 0 0,0 0 0,0 0 0,0 0 16,0-25-16,0 25 0,0 0 0,0-24 0</inkml:trace>
  <inkml:trace contextRef="#ctx0" brushRef="#br0" timeOffset="88835.081">13915 6127 0,'0'-25'0,"0"25"0,0 0 0,0 0 16,-24 0-16,24 0 0,0 0 0,0 0 0,24 0 0,-24 0 16,0 0-16,0 0 0,0 0 0,25 0 0,-25-25 15,25 25-15,-25 0 0,25 0 0,0 0 0,-25 0 16,24 0-16,1 0 0,0 0 0,0 0 0,0 0 0,-1 0 15,-24 0-15,25 0 0,0 0 0,0 25 0,0-25 16,-1 0-16,1 0 0,0 0 0,0 0 0,0 25 0,-25-25 16</inkml:trace>
  <inkml:trace contextRef="#ctx0" brushRef="#br0" timeOffset="89285.1068">14858 6176 0,'0'0'0,"0"-24"0,0 24 16,-25 0-16,25-25 0,0 25 0,0-25 0,0 25 15,-25-25-15,25 25 0,0 0 0,0-25 0,-24 25 0,24 0 16,0 0-16,0-24 0,-25 24 0,25 0 0,0 0 15,-25 0-15,25 0 0,0 0 0,-25 0 0,25 0 16,0 0-16,0 24 0,-25-24 0,25 0 0,0 0 0,0 25 16,0-25-16,0 25 0,0-25 0,0 25 0,0-25 15,0 25-15,0-25 0,0 24 0,0-24 0,25 25 0,-25 0 16,0-25-16,0 25 0,25 0 0,-25-25 0,25 24 15,-25-24-15,0 25 0,25-25 0,-25 25 0,24-25 0,-24 25 16,25-25-16,0 25 0,-25-25 0,0 0 0,25 24 16,-25-24-16,0 0 0,25 25 0,-25-25 0,0 0 15,0 0-15,0 0 0,0 25 0,0-25 0,0 0 0,0 0 16,0 0-16,0 0 0,0 0 0,0 0 0,0 0 0,0 0 15,-25 0-15,25 0 0,0 0 0,-25 0 0,25 0 16,0 0-16,-25 0 0,25 0 0,-25 0 0,25 0 16,0 0-16,-24 0 0,24 0 0,0 0 0,0 0 15,-25 0-15,25 0 0,0 0 0,0 0 0,0 0 0,0-25 16,0 25-16,0 0 0,25 0 0,-25 0 0,0 0 15,0-25-15,24 25 0,-24 0 0,25 0 0,-25-24 0</inkml:trace>
  <inkml:trace contextRef="#ctx0" brushRef="#br0" timeOffset="89759.1339">15156 6226 0,'0'0'0,"0"0"0,0 0 0,0-25 0,-25 25 0,25 0 16,0-25-16,0 25 0,0-24 0,-25 24 0,25 0 0,0-25 15,-25 25-15,25 0 0,0-25 0,-25 25 0,25 0 16,0 0-16,0-25 0,-24 25 0,24 0 0,0 0 15,0 0-15,0 0 0,-25 0 0,25 0 0,0 25 0,0-25 16,0 0-16,0 0 0,-25 25 0,25-25 0,0 25 16,0-25-16,0 24 0,0-24 0,0 25 0,0 0 15,0-25-15,0 25 0,0-25 0,0 25 0,0-1 0,25-24 16,-25 25-16,0-25 0,0 25 0,0-25 0,0 25 15,0-25-15,25 0 0,-25 25 0,0-25 0,0 0 0,0 0 16,24 24-16,-24-24 0,0 0 0,0 0 0,25 0 16,-25 0-16,0 0 0,0 0 0,0 0 0,0-24 0,0 24 15,25 0-15,-25 0 0,0-25 0,0 25 0,0 0 16,0-25-16,0 25 0,-25-25 0,25 25 0,0-25 15,0 25-15,0-24 0,0-1 0,0 25 0,-25-25 0,25 0 16,0 25-16,0-25 0,-24 1 0,24 24 0,0-25 16,-25 0-16,25 25 0,0-25 0,0 25 0,0 0 0,0-25 15,0 25-15,0 0 0,0 0 0,0-24 0,0 24 16,0 0-16,0 0 0,0 0 0,25 0 0,-25 0 15,0 0-15,0 0 0,24 0 0,-24-25 0,25 25 0,-25 0 16,0 0-16,25 0 0,-25 0 0,25 0 0,-25 25 16,0-25-16,25 0 0,-25 0 0,0 0 0,24 0 0,-24 0 15,0 0-15,25 0 0,-25 0 0,0 24 0,0-24 16,0 0-16,25 0 0,-25 0 0,0 0 0,0 0 15,0 0-15,0 0 0,0 0 0,0 0 0,0 0 0,0 0 16,25 0-16</inkml:trace>
  <inkml:trace contextRef="#ctx0" brushRef="#br0" timeOffset="89925.1434">15379 5854 0,'0'0'0,"0"0"0,0-25 0,0 25 0,0 0 16,0 0-16,25 0 0,-25 0 0,0 0 0,0 0 16,-25 0-16,25 0 0,0 0 0,0 25 0,0-25 0,0 0 15,0 25-15,0-25 0,0 25 0,0-25 0,0 24 16,0 1-16,0-25 0,0 25 0,0-25 0,0 25 15,0 0-15,0-25 0,0 24 0,-25-24 0,25 25 0,0-25 16,0 25-16,25-25 0,-25 25 0,0-25 0,0 25 0</inkml:trace>
  <inkml:trace contextRef="#ctx0" brushRef="#br0" timeOffset="90370.1688">15825 6176 0,'-24'0'0,"24"0"0,0 0 0,0 0 0,0 0 15,0 0-15,0 0 0,0 0 0,24 0 0,-24 0 0,0 0 16,0 0-16,0 25 0,0-25 0,0 0 0,0 25 0,25-25 16,-25 25-16,0-25 0,0 25 0,25-1 0,-25-24 15,0 25-15,0-25 0,25 25 0,-25 0 0,0-25 0,25 25 16,-25-25-16,0 0 0,0 24 0,24-24 0,-24 0 15,0 0-15,0 25 0,0-25 0,0 0 0,0 0 16,0 0-16,0 0 0,0 0 0,0 0 0,0 0 16,0 0-16,0 0 0,0 0 0,0 0 0,0-25 15,0 25-15,0 0 0,0 0 0,0-24 0,25 24 0,-25-25 16,0 25-16,0-25 0,0 25 0,0-25 0,25 0 0,-25 25 15,0-24-15,0-1 0,0 25 0,0-25 0,0 0 16,0 25-16,25-25 0,-25 25 0,0-24 0,0 24 0,0 0 16,0 0-16,0 0 0,0 0 0,0 0 0,0 0 15,0 0-15,0 0 0,25 0 0,-25 0 0,0 0 0,0 0 16,0 0-16,0 0 0,0 0 0,24 0 15,-24 0-15,0 0 0,0 24 0</inkml:trace>
  <inkml:trace contextRef="#ctx0" brushRef="#br0" timeOffset="90779.1921">16148 6276 0,'0'0'0,"0"0"0,0 0 0,0 0 0,0 0 16,25 0-16,-25 0 0,0 0 0,0 0 0,0 0 0,0 0 16,0 0-16,0 0 0,24 0 0,-24 0 0,0-25 15,0 25-15,25 0 0,-25 0 0,0 0 0,25 0 0,-25-25 16,0 25-16,25 0 0,-25 0 0,25-25 0,-25 25 15,24 0-15,-24-25 0,0 25 0,25 0 0,-25 0 16,0 0-16,0-24 0,0 24 0,0 0 0,0 0 0,0 0 16,0-25-16,0 25 0,0 0 0,0 0 0,0 0 15,0-25-15,-25 25 0,25 0 0,0 0 0,0 0 0,-24-25 16,24 25-16,0 0 0,-25 0 0,25 0 15,0 0-15,0 0 0,-25 0 0,25 0 0,0 0 0,-25 0 16,25 0-16,0 0 0,-25 0 0,25 0 0,0 0 0,-24 0 16,24 0-16,0 0 0,-25 25 0,25-25 0,0 0 15,0 0-15,-25 25 0,25-25 0,0 0 0,0 25 0,0-25 16,0 0-16,0 24 0,0-24 0,-25 25 0,25 0 15,0-25-15,0 25 0,0-25 0,0 25 0,25-1 16,-25-24-16,0 25 0,0-25 0,25 25 0,-25-25 0,0 25 16,0-25-16,25 0 0,-25 25 0,0-25 0,24 0 15,-24 0-15,0 24 0,25-24 0,-25 0 0,25 0 0,-25 0 16,0 0-16,25 0 0,-25 0 0,25 0 0,-1 0 15,-24 0-15,25 0 0,-25 0 0,25 0 0,0-24 0,-25 24 16,25 0-16,0 0 0,-1 0 0</inkml:trace>
  <inkml:trace contextRef="#ctx0" brushRef="#br0" timeOffset="91102.2107">16768 6201 0,'0'0'0,"0"-25"16,0 25-16,0 0 0,0-24 0,0 24 0,-25 0 15,25-25-15,0 25 0,-25 0 0,25 0 0,0-25 0,-24 25 16,24 0-16,-25 0 0,25 0 0,0-25 0,-25 25 15,25 0-15,0 0 0,-25 0 0,25 0 0,0 25 0,0-25 16,-25 0-16,25 0 0,0 0 0,0 0 0,-24 25 16,24-25-16,0 25 0,0-25 0,0 24 0,-25-24 15,25 25-15,0-25 0,0 25 0,25 0 0,-25 0 0,0-25 16,0 24-16,0 1 0,0-25 0,0 25 0,24 0 15,-24-25-15,0 25 0,25-25 0,-25 24 0,0-24 16,25 25-16,-25-25 0,25 0 0,-25 0 0,0 25 0,25-25 16,-25 0-16,24 0 0,-24 0 0,25 0 0,-25 0 15,25 0-15,-25-25 0,25 25 0,-25 0 0,25 0 0,-1-25 16,-24 25-16,25-24 0,-25 24 0,25-25 0,-25 25 15,25-25-15,-25 25 0,25-25 0,-25 25 0,24-25 0,-24 1 16,25-1-16,-25 0 0,0 25 0,0-25 0,0 0 16,25 1-16,-25-1 0</inkml:trace>
  <inkml:trace contextRef="#ctx0" brushRef="#br0" timeOffset="91315.2227">17041 5854 0,'0'0'15,"0"0"-15,0-25 0,0 25 0,0 0 0,0 0 0,0 0 16,0 0-16,0 0 0,0 0 0,0 0 0,0 0 16,0 0-16,0 0 0,0 25 0,0-25 0,0 25 0,25-25 15,-25 25-15,0-1 0,0 1 0,0-25 0,0 25 16,0 0-16,0 0 0,0-1 0,0 1 0,0-25 15,0 25-15,0 0 0,0 0 0,0-1 0,0-24 0,0 25 16,0 0-16,0 0 0,0-25 0,0 25 0,0-1 0,0-24 16,0 25-16,0-25 0,0 25 0,0-25 0,0 25 15,0-25-15,0 25 0,0-25 0,0 0 0,0 0 16,0 0-16,0 0 0,0 0 0,0 0 0,-25 0 0,25 0 15,0 0-15,0 0 0,0 0 0,-25-25 0,25 25 16</inkml:trace>
  <inkml:trace contextRef="#ctx0" brushRef="#br0" timeOffset="91707.2453">16991 6276 0,'0'-25'0,"0"25"15,0-25-15,0 25 0,0-25 0,0 25 0,0-25 16,0 25-16,0 0 0,0 0 0,0-24 0,0 24 15,0 0-15,25 0 0,-25 0 0,0-25 0,0 25 0,25 0 16,-25 0-16,0 0 0,25 0 0,-25 0 0,0 0 16,24 0-16,-24 0 0,0 0 0,25 0 0,-25 0 0,0 0 15,0 0-15,25 0 0,-25 0 0,0 0 0,0 0 16,0 25-16,25-25 0,-25 0 0,0 24 0,0-24 0,0 0 15,0 25-15,0-25 0,0 25 0,0-25 0,0 25 16,0-25-16,0 25 0,0-25 0,0 24 0,0-24 0,0 25 16,0-25-16,0 25 0,0-25 0,0 0 0,0 25 15,0-25-15,0 25 0,25-25 0,-25 0 0,0 24 0,0-24 16,24 0-16,-24 25 0,0-25 0,25 0 0,-25 0 15,25 0-15,-25 0 0,0 25 0,25-25 0,0-25 16,-25 25-16,24 0 0,-24 0 0,25 0 0,-25 0 0,25-25 16,-25 25-16,0 0 0,25 0 0,-25-24 0,0 24 15,0-25-15,25 25 0,-25-25 0,0 0 0,0 25 16,0-25-16,0 1 0,0 24 0,0-25 0,0 0 0,-25 0 15,25 25-15,0-25 0,0 25 0,0-24 0,0 24 16,0-25-16,0 25 0,0 0 0,-25 0 0,25-25 0,0 25 16,0 0-16,0 0 0,0 0 0,0 0 0,0 0 15,-25 0-15,25 0 0,0 0 0,0 0 0,0 0 0,0 0 16,0 0-16,-25 0 0,25 0 0,0-25 0,0 25 15,0 0-15,-24 0 0,24 0 0,0 0 0,0 0 16,-25-25-16</inkml:trace>
  <inkml:trace contextRef="#ctx0" brushRef="#br0" timeOffset="91898.2561">17363 5928 0,'0'0'0,"0"0"0,0 0 0,0 0 0,0 0 0,0 0 0,25 0 16,-25 0-16,0 0 0,0 0 0,25 25 0,-25-25 15,0 0-15,25 0 0,-25 0 0,0 0 0,24 0 0,-24 0 16,25 25-16,-25-25 0,0 0 0,25 0 0,-25 25 15,0-25-15,0 0 0,0 25 0,0-25 0,0 0 16,0 24-16,0-24 0,-25 25 0,25-25 0,-25 0 0,25 25 16,-24-25-16,-1 0 0,25 0 0,-25 25 0,0-25 15,0 0-15,1 0 0</inkml:trace>
  <inkml:trace contextRef="#ctx0" brushRef="#br0" timeOffset="92441.2873">18256 5779 0,'0'0'16,"0"0"-16,0-24 0,0 24 0,0 0 0,0 0 16,0 0-16,0 0 0,0 0 0,0 0 0,0 0 0,0 0 15,0 0-15,0 0 0,0 24 0,0-24 0,0 0 16,0 25-16,0-25 0,0 0 0,0 25 0,0 0 15,25-25-15,-25 25 0,0 0 0,0-1 0,0 1 0,0-25 16,0 25-16,0 0 0,0 0 0,0-1 0,0 1 0,25 0 16,-25 0-16,0-25 0,0 25 0,0-1 15,0 1-15,0 0 0,0 0 0,0 0 0,0-25 0,0 24 16,0 1-16,0-25 0,0 25 0,0-25 0,0 25 0,0-25 15,0 25-15,0-25 0,0 0 0,0 24 0,0-24 16,0 0-16,0 0 0,0 25 0,0-25 0,0-25 0,-25 25 16,25 0-16,0 0 0,0 0 0,-25-24 0,25 24 15,0 0-15</inkml:trace>
  <inkml:trace contextRef="#ctx0" brushRef="#br0" timeOffset="92619.2974">18207 6226 0,'0'0'0,"0"-25"15,0 25-15,0 0 0,0 0 0,0 0 0,0-25 0,0 25 16,0 0-16,24 0 0,-24 0 0,0-24 0,25 24 15,-25 0-15,0 0 0,25 0 0,0 0 0,-25 0 0,25 0 16,-1 0-16,-24 0 0,25 0 0,0 0 0,0 0 0,-25 24 16,25-24-16,-1 0 0,1 25 0,0-25 0,-25 25 15,25-25-15,0 25 0,0 0 0,-25-25 0,24 24 0,-24-24 16,25 25-16,-25-25 0,25 25 0</inkml:trace>
  <inkml:trace contextRef="#ctx0" brushRef="#br0" timeOffset="92879.3124">18653 6499 0,'0'0'15,"0"0"-15,-25 0 0,25 0 0,0 0 0,0 0 16,-24 0-16,24-25 0,0 25 0,0 0 0,0 0 0,0-25 15,0 25-15,0 0 0,0-25 0,0 25 0,0-24 16,0 24-16,0-25 0,24 25 0,-24-25 0,0 25 0,0-25 16,25 25-16,-25 0 0,0-25 0,25 25 0,-25 0 15,0-24-15,0 24 0,25 0 0,-25 0 0,0 0 0,0 0 16,25 0-16,-25 0 0,0 0 0,0 0 0,24 0 15,-24 24-15,0-24 0,0 0 0,0 0 0,25 25 16,-25-25-16,0 0 0,0 25 0,0-25 0,0 25 0,0-25 16,0 25-16,0-25 0,0 0 0,0 24 0,0-24 15,25 25-15,-25-25 0,0 0 0,0 25 0,0-25 0,0 0 16,0 25-16,0-25 0,0 0 0,0 0 0,0 25 15,25-25-15,-25 0 0,0 0 0,0 0 0,25 0 0,-25 0 16,24 0-16</inkml:trace>
  <inkml:trace contextRef="#ctx0" brushRef="#br0" timeOffset="93571.3519">19050 6325 0,'0'0'0,"-25"-25"16,25 25-16,0-24 0,-25 24 0,25 0 0,0-25 15,-24 25-15,24 0 0,0-25 0,-25 25 0,25 0 0,0 0 16,0 0-16,-25-25 0,25 25 0,0 0 0,0 25 15,0-25-15,0 0 0,0 0 0,0 25 0,0-25 0,0 0 16,0 25-16,0-25 0,0 24 0,0-24 0,0 25 16,0 0-16,0-25 0,0 25 0,25 0 0,-25-25 15,0 24 16,0-24-31,25 25 0,-25-25 0,0 25 0,0-25 0,24 25 0,-24-25 0,0 25 0,25-25 0,-25 0 0,0 24 0,0-24 0,25 0 0,-25 0 0,0 25 0,25-25 16,-25 0-16,0 0 0,0 0 0,0 0 0,25 0 16,-25 0-16,0-25 0,0 25 0,0 0 0,24 0 0,-24-24 15,0 24-15,0 0 0,0-25 0,0 25 0,0-25 78,0 25-78,0-25 0,0 25 0,0-25 0,0 25 0,0-24 0,0 24 0,0-25 0,0 25 0,0-25 0,0 25 0,0-25 0,0 25 0,0-25 16,0 25-16,0 0 0,0-24 0,0 24 0,0 0 0,25 0 0,-25-25 0,0 25 0,0 0 0,25 0 0,-25 0 0,0 0 0,0 0 0,25 25 0,-25-25 0,0 0 0,0 0 0,25 0 15,-25 24-15,0-24 0,24 0 0,-24 25 0,0-25 0,0 25 16,25-25-16,-25 0 0,0 25 0,0-25 0,25 0 16,-25 25-16,0-25 0,0 0 0,0 24 0,0-24 0,0 0 15,0 25-15,0-25 0,0 0 0,0 0 0,0 25 16,0-25-16,0 0 0,0 0 0,0 0 0,0 0 15,0 0-15,0 25 0,0-25 0,0 0 0,0 0 0,0 0 16,0 0-16,0 0 0,0-25 0,0 25 0,0 0 0,0 0 16,0 0-16,0-25 0,0 25 0,0 0 0,0-25 15,0 25-15,25 0 0,-25-24 0,0 24 0,0-25 16,0 25-16,25-25 0,-25 25 0,0-25 0,0 0 15,24 25-15,-24-24 0,0 24 0,25 0 0,-25-25 0,0 25 16,0 0-16,25-25 0,-25 25 0,0 0 0,0 0 16,0 0-16,25 25 0,-25-25 0,0 0 0,0 0 0,0 25 15,0-25-15,25 24 0,-25-24 0,0 0 0,0 25 16,0-25-16,0 25 0,0-25 0,0 25 0,24-25 15,-24 25-15,0-25 0,0 0 0,0 24 0,0-24 0,25 25 16,-25-25-16,0 0 0,25 25 0,-25-25 0,0 0 16,25 25-16,-25-25 0,0 0 0,25 0 0,-25 0 0,25 0 15,-25 0-15,24 25 0,-24-25 0,25 0 0,0-25 16,-25 25-16,25 0 0,-25 0 0,25 0 0,-25 0 0,24 0 15,-24-25-15,25 25 0,-25 0 0</inkml:trace>
  <inkml:trace contextRef="#ctx0" brushRef="#br0" timeOffset="94107.3826">19819 6276 0,'0'0'0,"0"-25"0,-25 25 16,25-25-16,0 25 0,0-25 0,0 25 0,0 0 0,0-25 15,-25 25-15,25 0 0,0 0 0,0 0 0,0 0 16,0 0-16,0 0 0,0 0 0,0 0 0,0 25 16,0-25-16,0 0 0,0 25 0,-24-25 0,24 25 15,0-25-15,0 25 0,0-25 0,0 24 0,0-24 0,0 25 16,0-25-16,0 25 0,0-25 0,0 0 0,0 25 0,24-25 15,-24 25-15,0-25 0,0 0 0,0 0 0,0 24 16,25-24-16,-25 0 0,0 0 0,0 0 0,0 0 16,25 0-16,-25 0 0,0 0 0,0 0 0,25 0 0,-25 0 15,0 0-15,25 0 0,-25-24 0,0 24 0,24 0 0,-24 0 16,0-25-16,0 25 0,0 0 0,25-25 0,-25 25 15,0-25-15,0 25 0,0 0 0,0-25 0,0 25 16,0 0-16,0-24 0,0 24 0,0 0 0,0 0 0,0 0 16,0 0-16,0 0 0,0 0 0,0 0 0,0 0 15,0 24-15,0-24 0,0 25 0,0-25 0,0 25 0,0 0 16,0-25-16,0 25 0,0-1 0,0 1 0,0 0 15,0 0-15,0 0 0,25-1 0,-25 1 0,0 0 16,0 0-16,0 0 0,25-1 0,-25-24 0,0 25 16,0 0-16,0 0 0,0 0 0,0-1 0,0 1 0,0 0 15,0-25-15,0 25 0,0 0 0,0 0 0,25-25 0,-25 24 16,0-24-16,0 25 0,0-25 0,-25 0 0,25 25 15,0-25-15,0 0 0,0 0 0,0 0 0,-25 0 16,25 0-16,0-25 0,-25 25 0,25 0 0,0-25 0,-25 25 16,25-24-16,0-1 0,-24 25 0,24-25 0,0 25 15,0-25-15,0 25 0,0 0 0,0 0 0,-25-25 0,25 25 16,25 0-16,-25 0 0,0 0 0,0 0 0,0 0 15,0 0-15,24 0 0,-24 0 0,0 0 0,25 0 0,-25-25 16,25 25-16,0 0 0,-25 0 0,25 0 0,-1 0 16,-24 0-16,25 0 0,0 0 0,0 0 0,0-24 15,-1 24-15,1 0 0,0 0 0,-25 0 0,25-25 0,0 25 16,-1 0-16,1-25 0,0 25 0,-25 0 0,25-25 15</inkml:trace>
  <inkml:trace contextRef="#ctx0" brushRef="#br0" timeOffset="95007.4341">20340 5978 0,'0'0'15,"0"0"-15,0 0 0,0 0 0,-25 0 0,25 0 16,0 0-16,0 0 0,0 25 0,0-25 0,0 0 0,-25 0 15,25 0-15,0 0 0,0 0 0,0 25 0,0-25 16,0 0-16,0 24 0,0-24 0,-25 25 0,25-25 16,0 25-16,0 0 0,0-25 0,0 25 0,0-1 0,25-24 15,-25 25-15,0 0 0,0-25 0,0 25 0,0 0 0,25-25 16,-25 24-16,0-24 0,0 25 0,25-25 0,-25 25 15,0-25-15,25 25 0,-25-25 0,24 0 0,-24 25 16,25-25-16,-25 0 0,25 24 0,-25-24 0,25 0 0,-25 0 16,25 0-16,-25 0 0,24 0 0,1 0 0,-25 0 15,25 0-15,-25 0 0,25 0 0,0-24 0,-25 24 16,24 0-16,-24 0 0,0-25 0,25 25 0,-25 0 0,25-25 15,-25 25-15,0-25 0,25 25 0,-25 0 0,0-25 16,0 25-16,0-24 0,25 24 0,-25-25 0,0 25 16,0-25-16,0 25 0,0-25 0,0 25 0,0-25 0,0 25 15,0 0-15,0-24 0,0 24 0,0 0 0,0-25 0,0 25 16,0 0-16,0 0 0,0-25 0,0 25 0,0 0 15,0 0-15,0 0 0,0 0 0,0 0 0,0 0 16,0 0-16,0 0 0,0 0 0,0 0 0,-25 0 0,25 0 16,0 0-16,0 0 0,0 25 0,0-25 0,0 0 15,0 0-15,-25 25 0,25-25 0,0 0 0,0 24 0,0-24 16,0 25-16,0 0 0,0-25 0,0 25 0,0-25 15,0 25-15,0-25 0,0 24 0,0 1 0,0-25 0,0 25 16,0-25-16,25 25 0,-25-25 0,0 25 0,0-25 16,25 24-16,-25-24 0,0 0 0,0 25 0,25-25 15,-25 0-15,0 0 0,0 0 0,24 0 0,-24 0 0,0 0 16,0 0-16,25 0 0,-25 0 0,0 0 0,0-25 15,0 25-15,25 0 0,-25 0 0,0-24 0,0 24 16,0-25-16,25 25 0,-25 0 0,0-25 0,0 25 0,0-25 16,0 25-16,0-25 0,0 1 0,0 24 0,-25-25 15,25 25-15,0-25 0,0 25 0,0-25 0,0 25 0,-25-25 16,25 25-16,0 0 0,0 0 0,0 0 0,0-24 15,0 24-15,-25 0 0,25 0 0,0 0 0,0 0 0,0 0 16,0 0-16,-24 0 0,24 0 0,0 0 16,0 0-16,0 0 0,0 0 0,0 0 0,-25-25 0</inkml:trace>
  <inkml:trace contextRef="#ctx0" brushRef="#br0" timeOffset="95221.4457">20935 5928 0,'0'0'0,"25"0"15,-25 0-15,0 0 0,0 0 0,0 0 0,25 0 16,-25 0-16,0 0 0,0 0 0,25 0 0,-25 25 0,0-25 16,24 0-16,-24 0 0,0 0 0,0 25 0,25-25 15,-25 0-15,0 0 0,0 25 0,0-25 0,0 0 0,-25 25 16,25-25-16,0 0 0,-24 24 0,24-24 0,0 25 15,-25-25-15,25 0 0,-25 25 0,25-25 0,-25 25 16,0-25-16,1 0 0,24 25 0</inkml:trace>
  <inkml:trace contextRef="#ctx0" brushRef="#br0" timeOffset="95834.4814">21779 6276 0,'0'0'0,"0"0"0,0-25 0,0 25 0,0-25 0,0 25 16,0 0-16,0-25 0,0 25 0,0-25 0,0 25 15,0 0-15,0-24 0,-25 24 0,25 0 0,0 0 16,0-25-16,0 25 0,-25 0 0,25 0 0,0 0 0,0 0 15,0 0-15,0 0 0,-25 0 0,25 0 0,0 0 16,0 0-16,0 0 0,0 0 0,0 0 0,-25 25 16,25-25-16,0 0 0,0 24 0,0-24 0,0 0 0,0 25 15,0 0-15,0-25 0,0 25 0,25-25 0,-25 25 0,0-1 16,0-24-16,25 25 0,-25 0 0,0-25 0,25 25 15,-25 0-15,0-25 0,25 24 0,-25-24 0,24 25 16,-24-25-16,25 25 0,-25-25 0,0 25 0,0-25 0,25 0 16,-25 25-16,0-25 0,0 0 0,0 0 0,0 24 15,0-24-15,0 0 0,0 0 0,0 0 0,0 0 0,0 0 16,0 0-16,-25 25 0,25-25 0,0 0 0,0 0 15,-25 0-15,25-25 0,0 25 0,-24 0 0,24 0 16,0 0-16,-25 0 0,25 0 0,0 0 0,0 0 16,-25 0-16,25 0 0,0 0 0,0 0 0,0 0 0,0 0 15,0 0-15,0 0 0,0-24 0,0 24 0,0 0 16,25 0-16,-25 0 0,0 0 0,0-25 0,0 25 0,25 0 15,-25 0-15,24-25 0,-24 25 0,25 0 0</inkml:trace>
  <inkml:trace contextRef="#ctx0" brushRef="#br0" timeOffset="96231.5041">22126 6300 0,'0'0'0,"0"0"0,0-24 0,0 24 0,0 0 16,0-25-16,-25 25 0,25 0 0,0-25 0,0 25 15,-25 0-15,25-25 0,0 25 0,-25 0 0,25 0 0,0 0 16,0-25-16,0 25 0,0 0 0,-24 0 0,24 0 15,0 0-15,0 0 0,0 0 0,-25 25 0,25-25 16,0 0-16,0 0 0,0 25 0,0-25 0,0 25 0,-25 0 16,25-25-16,25 24 0,-25-24 0,0 25 0,0 0 15,0 0-15,0-25 0,0 25 0,0-25 0,0 24 0,0 1 16,25-25-16,-25 25 0,0-25 0,0 25 0,0-25 15,0 0-15,24 25 0,-24-25 0,0 0 0,0 0 0,0 0 16,25 0-16,-25 0 0,0 0 0,0 0 0,25 0 16,-25 0-16,0 0 0,0 0 0,25-25 0,-25 25 15,0-25-15,0 25 0,25 0 0,-25-25 0,0 25 0,0-25 16,0 25-16,0-24 0,0 24 0,0-25 0,24 25 15,-48-25-15,24 25 0,0-25 0,0 25 0,0-25 0,0 25 16,0-24-16,0 24 0,0 0 0,0-25 0,-25 25 16,25 0-16,0 0 0,0 0 0,0 0 0,0-25 0,0 25 15,0 0-15,0 0 0,0 0 0,0 0 0,-25 0 16,25 0-16,0 0 0,0 0 0,0 0 0,0 0 15,0-25-15,0 25 0,0 0 0,0 0 0,-25-25 0,25 25 16,0 0-16</inkml:trace>
  <inkml:trace contextRef="#ctx0" brushRef="#br0" timeOffset="96491.519">22101 5779 0,'0'0'0,"0"0"0,0 0 0,0 0 15,25 0-15,-25-24 0,0 24 0,0 0 0,0 0 0,0 0 16,0 0-16,25 0 0,-25 0 0,0 24 0,0-24 16,24 0-16,-24 0 0,25 0 0,-25 0 0,0 0 0,25 0 15,-25 0-15,25 25 0,-25-25 0,0 0 0,0 0 16,25 25-16,-25-25 0,0 0 0,0 25 0,0-25 0,0 0 15,0 25-15,0-25 0,0 25 0,-25-25 0,25 0 16,0 0-16,0 24 0,-25-24 0,25 0 0,-25 0 16,25 0-16,0 0 0,-25 0 0,25 0 0,0 0 0</inkml:trace>
  <inkml:trace contextRef="#ctx0" brushRef="#br0" timeOffset="96711.5315">22324 5581 0,'0'0'0,"25"0"0,-25 0 0,0 0 0,25 0 0,-25 0 0,0 0 0,25 0 0,-25 0 0,0 0 0,24 0 0,-24 0 0,0 0 0,0 0 0,25 25 0,-25-25 0,0 0 0,0 0 0,0 25 0,0-25 0,0 0 0,0 24 16,-25-24-16,25 0 0,0 25 0,-24-25 0,24 25 15,-25-25-15,25 0 0,-25 25 0,25-25 0,-25 25 16,0-25-16,25 0 0,-24 24 0,-1-24 0,0 0 16</inkml:trace>
  <inkml:trace contextRef="#ctx0" brushRef="#br0" timeOffset="97769.5921">23217 6226 0,'-25'0'0,"25"0"0,0 0 15,0 0-15,-24-25 0,24 25 0,0 0 0,0 0 0,-25 0 16,25 0-16,0 0 0,-25-25 0,25 25 0,0 0 15,0 0-15,-25 0 0,25 0 0,0 0 0,0-24 0,0 24 16,-25 0-16,25 0 0,0 0 0,0 24 0,0-24 16,-24 0-16,24 0 0,0 25 0,0-25 0,0 0 0,-25 25 15,25-25-15,0 25 0,0-25 0,0 25 0,0-25 16,0 24-16,0-24 0,0 25 0,0 0 0,0-25 0,25 25 15,-25-25-15,0 25 0,0-25 0,24 24 0,-24-24 16,0 0-16,0 25 0,25-25 0,-25 25 0,25-25 16,-25 0-16,25 0 0,-25 25 0,25-25 0,-25 0 0,24 0 15,-24 0-15,25 0 0,-25 0 0,25 0 0,0 0 16,-25 0-16,25 0 0,-25 0 0,24 0 0,-24-25 15,25 25-15,-25 0 0,25 0 0,-25-25 0,0 25 0,25-25 16,-25 25 109,25-198-110,-25 173-15,0 25 0,0-25 0,0 25 0,0-24 0,-25 24 0,25 0 0,0 0 0,0 0 0,0 0 0,0 0 0,0 0 0,0 0 0,0 0 0,0 0 0,0 0 0,0 0 0,0 0 0,0 0 0,0 0 0,0 24 0,0-24 0,0 0 0,0 25 0,-25-25 0,25 25 0,0-25 0,0 25 16,0-25-16,0 25 0,0-25 0,0 24 0,0 1 0,0-25 0,0 25 0,25-25 0,-25 25 0,0-25 0,0 25 0,0-25 0,0 24 0,0-24 16,0 0-16,25 25 0,-25-25 0,0 0 0,0 25 0,0-25 15,24 0-15,-24 0 0,0 25 0,25-25 0,-25 0 16,0 0-16,0 0 0,25 0 0,-25 0 0,25 0 0,-25 0 15,0-25-15,25 25 0,-25 0 0,0 0 0,24 0 16,-24-25-16,0 25 0,25 0 0,-25-25 0,0 25 16,25 0-16,-25-24 0,0 24 0,0-25 0,0 25 0,0-25 15,0 25-15,0-25 0,0 0 0,0 25 0,0-24 16,0 24-16,0-25 0,0 0 0,0 25 0,0-25 0,0 25 15,0-25-15,0 25 0,-25 0 0,25 0 0,0-24 16,0 24-16,0 0 0,0 0 0,0 0 0,0 0 0,0 24 16,0-24-16,0 0 0,0 0 0,0 25 0,0-25 15,0 25-15,0-25 0,0 25 0,0-25 0,0 25 16,0-25-16,0 24 0,0-24 0,25 25 0,-25-25 0,0 25 15,0-25-15,0 25 0,0-25 0,0 25 0,0-25 16,0 24-16,0-24 0,0 0 0,0 25 0,0-25 16,25 0-16,-25 25 0,0-25 0,0 0 0,25 0 0,-25 0 15,0 25-15,24-25 0,-24 0 0,25 0 0,-25 0 16,25 0-16,-25 0 0,25 0 0,-25-25 0</inkml:trace>
  <inkml:trace contextRef="#ctx0" brushRef="#br0" timeOffset="98193.6163">23937 6325 0,'0'0'0,"0"-25"0,0 25 0,0 0 0,0-24 0,0 24 15,0-25-15,0 25 0,0-25 0,-25 25 0,25 0 0,0-25 16,0 25-16,0 0 0,0 0 0,0 0 0,0 0 16,0 0-16,0 0 0,0 0 0,0 0 0,0 0 15,-25 0-15,25 0 0,0 0 0,0 25 0,0-25 16,0 0-16,0 25 0,0-25 0,-25 0 0,25 25 0,0-25 15,0 24-15,0-24 0,0 25 0,0-25 0,0 25 16,0-25-16,0 25 0,0-25 0,0 25 0,0-25 0,0 0 16,0 24-16,0-24 0,0 0 0,0 25 0,0-25 15,0 0-15,25 0 0,-25 25 0,0-25 0,0 0 16,0 0-16,25 0 0,-25 0 0,0 0 0,0 0 0,25 0 15,-25 0-15,0 0 0,24 0 0,-24 0 0,0-25 0,25 25 16,-25 0-16,0 0 0,25-25 0,-25 25 0,0 0 16,0-24-16,0 24 0,25 0 0,-25-25 0,0 25 15,0-25-15,0 25 0,0-25 0,0 25 0,0 0 0,0-25 16,0 25-16,0 0 0,0 0 0,0 0 0,0 0 15,0 0-15,0 0 0,0 0 0,0 0 0,0 0 0,0 25 16,0-25-16,0 25 0,0-25 0,0 0 0,0 25 16,0-25-16,25 25 0,-25-25 0,0 0 0,0 24 15,0-24-15,0 0 0,0 25 0,0-25 0,0 0 0,0 0 16,0 25-16,0-25 0,0 0 0,0 0 0,0 0 15,0 0-15,0 0 0,0 0 0,0 0 0,0 0 0,0 0 16,0-25-16,0 25 0,0 0 0,0 0 0,0-25 16</inkml:trace>
  <inkml:trace contextRef="#ctx0" brushRef="#br0" timeOffset="98448.6309">24085 5730 0,'0'-25'0,"0"25"15,0 0-15,0 0 0,25 0 0,-25-25 0,0 25 0,0 0 16,25 0-16,-25 0 0,0 0 0,25 0 0,-25 0 16,0 0-16,25 0 0,-25 0 0,24 0 0,-24 25 0,25-25 15,-25 0-15,25 0 0,-25 25 0,0-25 0,25 0 16,-25 25-16,0-25 0,0 0 0,0 24 0,0-24 15,0 25-15,0-25 0,0 25 0,-25-25 0,25 25 0,0-25 16,-25 0-16,25 25 0,0-25 0,-25 25 0,25-25 16,-24 0-16,24 24 0,-25-24 0,25 0 0,-25 25 0,0-25 15,25 0-15</inkml:trace>
  <inkml:trace contextRef="#ctx0" brushRef="#br0" timeOffset="98972.6609">24780 6052 0,'0'0'0,"0"0"0,0 0 0,0 0 16,0 0-16,0 0 0,0 0 0,0 0 0,0 0 16,0 0-16,0 25 0,0-25 0,0 0 0,0 0 0,0 25 15,0-25-15,0 25 0,0-25 0,0 25 0,0-1 16,0-24-16,0 25 0,0 0 0,0 0 0,0-25 0,0 25 15,0-1-15,0-24 0,0 25 0,0 0 0,0 0 16,0-25-16,0 25 0,0-25 0,0 24 0,0 1 16,25-25-16,-25 0 0,0 25 0,0-25 0,0 25 0,0-25 15,0 0-15,0 25 0,0-25 0,0 0 0,0 24 16,0-24-16,0 0 0,0 0 0,0 25 0,0-25 0,0 0 15,0 0-15,0 0 0,0 0 0,0-25 0,0 25 16,0 0-16,0 0 0,0 0 0,0-24 0,0 24 0</inkml:trace>
  <inkml:trace contextRef="#ctx0" brushRef="#br0" timeOffset="99313.6804">25152 6226 0,'0'0'0,"0"0"0,0 0 0,0-25 0,-25 25 0,25 0 16,0 0-16,0-25 0,0 25 0,-25 0 0,25-24 16,0 24-16,0 0 0,0 0 0,-24 0 0,24 0 0,0 0 15,0-25-15,-25 25 0,25 0 0,0 0 0,-25 0 16,25 25-16,0-25 0,-25 0 0,25 0 0,0 0 0,0 24 15,-25-24-15,25 0 0,0 25 0,0-25 0,-24 25 16,24-25-16,0 25 0,0-25 0,0 25 0,0-25 0,-25 24 16,25-24-16,0 25 0,0 0 0,0-25 0,0 25 15,0-25-15,0 25 0,0-25 0,0 24 0,0-24 16,0 0-16,0 25 0,0-25 0,25 25 0,-25-25 0,0 0 15,24 0-15,-24 0 0,25 25 0,-25-25 0,25 0 16,-25 0-16,25 0 0,0 0 0,-25 0 0,24 0 0,1 0 16,0 0-16,-25 0 0,25 0 0,0 0 0,-1 0 15,-24 0-15,25 0 0,0 0 0,-25 0 0</inkml:trace>
  <inkml:trace contextRef="#ctx0" brushRef="#br0" timeOffset="99842.7104">25698 6102 0,'-25'0'0,"25"-25"0,0 25 0,0 0 0,-25-25 0,25 25 15,0 0-15,-25 0 0,25-24 0,0 24 0,-25 0 0,25 0 16,0 0-16,-24 0 0,24-25 0,0 25 0,-25 0 16,25 0-16,0 0 0,0 0 0,-25 0 0,25 0 15,0 0-15,0 0 0,0 0 0,-25 25 0,25-25 0,0 0 16,0 24-16,-25-24 0,25 0 0,0 25 0,0-25 15,0 25-15,-24-25 0,24 25 0,0 0 0,0-25 0,0 24 16,0 1-16,0 0 0,0-25 0,0 25 0,0 0 16,0-25-16,0 24 0,0 1 0,0-25 0,24 25 0,-24 0 15,0-25-15,25 25 0,-25-25 0,0 24 0,25-24 16,-25 0-16,0 25 0,25-25 0,-25 0 0,0 0 15,0 0-15,25 25 0,-25-25 0,0 0 0,24 0 0,-24 0 16,0 0-16,0 0 0,25 0 0,-25 0 0,0-25 16,0 25-16,0 0 0,0 0 0,25 0 0,-25-25 15,0 25-15,0 0 0,0-24 0,0 24 0,0 0 0,0 0 16,0-25-16,0 25 0,0 0 0,0-25 0,0 25 15,0 0-15,0 0 0,0-25 0,0 25 0,25 0 16,-25 0-16,0 0 0,0 0 31,0 0-31,0 0 0,0 0 0,0 0 0,0 25 0,0-25 0,0 0 0,0 25 0,0-25 0,0 0 0,0 25 0,0-25 0,0 0 0,0 24 16,0-24-16,0 25 0,0-25 0,0 0 0,0 25 15,0-25-15,0 0 0,0 25 0,25-25 0,-50 0 0,25 0 16,0 0-16,0 25 0,0-25 0,0 0 16,0 0-16,0 0 0,0 0 0,0 0 0,0 0 0</inkml:trace>
  <inkml:trace contextRef="#ctx0" brushRef="#br0" timeOffset="100022.7209">25549 6325 0,'0'0'0,"0"0"15,0 0-15,0 0 0,0 0 0,0 0 0,0 0 16,25 0-16,-25 0 0,0 0 0,0 0 0,24 0 15,-24 0-15,25 0 0,-25 0 0,25 0 0,-25 0 0,25 0 16,0 0-16,-25 0 0,24 0 0,1 0 0,-25 0 16,25 0-16,0 0 0,-25 0 0,25 0 0,-1 0 0,-24 0 15,25 0-15,-25 0 0,0 0 0,25 0 0,-25 0 16,25 0-16</inkml:trace>
  <inkml:trace contextRef="#ctx0" brushRef="#br0" timeOffset="100402.7421">25971 6052 0,'0'0'0,"0"0"0,0 0 0,0 0 16,0 0-16,0 0 0,0 0 0,0 0 0,0 0 16,0 0-16,0 0 0,24 0 0,-24 0 0,0 0 0,0 25 15,0-25-15,0 25 0,25-25 0,-25 25 0,0-25 16,0 25-16,25-25 0,-25 24 0,0 1 0,0-25 0,0 25 15,0 0-15,0-25 0,25 25 0,-25-1 0,0-24 16,0 25-16,0-25 0,0 25 0,0 0 0,0-25 16,0 25-16,0-25 0,0 24 0,0-24 0,0 0 0,25 25 15,-25-25-15,0 0 0,0 0 0,0 0 0,0 25 16,0-25-16,24 0 0,-24 0 0,0 0 0,0 0 0,0 0 15,0 0-15,0-25 0,25 25 0,-25 0 0,0 0 16,0-25-16,0 25 0,0 0 0,25-24 0,-25 24 0,0-25 16,0 25-16,0-25 0,0 0 0,0 25 0,25-25 15,-25 1-15,0-1 0,0 25 0,0-25 0,0 0 16,0 25-16,0-25 0,0 25 0,0-24 0,25 24 0,-25-25 15,0 25-15,0 0 0,0 0 0,0 0 0,0 0 16,0 0-16,0 0 0,0 0 0,0 0 0,0 0 16,0 0-16,0 0 0,0 0 0,0 0 0,0 0 0,0 0 15,24 0-15,-24 0 0,0 0 0</inkml:trace>
  <inkml:trace contextRef="#ctx0" brushRef="#br0" timeOffset="100673.7582">26367 6127 0,'0'0'0,"0"0"15,0 0-15,0 0 0,0-25 0,0 25 0,0 0 16,0 0-16,0 0 0,0 0 0,0 0 0,0 0 0,0 0 16,0 0-16,25 0 0,-25 0 0,0 0 0,0 25 15,0-25-15,0 0 0,0 25 0,0-25 0,0 24 16,0 1-16,0-25 0,0 25 0,0 0 0,0-25 0,0 25 15,0-1-15,0-24 0,0 25 0,0 0 0,0-25 16,0 25-16,25 0 0,-25-25 0,0 24 0,0-24 0,0 0 16,0 25-16,0-25 0,0 0 0,0 25 0,0-25 15,0 0-15,0 0 0,0 0 0,0 0 0,0 0 16,0 0-16,0 0 0,0 0 0,-25 0 0,25 0 0,0 0 15,0 0-15,0-25 0,0 25 0,-25 0 0,25-25 0</inkml:trace>
  <inkml:trace contextRef="#ctx0" brushRef="#br0" timeOffset="100845.768">26268 6052 0,'0'0'0,"25"0"0,-25 0 0,0 0 0,0 0 16,0 0-16,0-24 0,0 24 0,25 0 0,-25 24 16,0-24-16,25 0 0,-1 0 0,-24 0 0,25 0 15,-25 0-15,25 0 0,0 0 0,-25 0 0,25 0 0,-1 25 16,1-25-16,-25 0 0,25 0 0,0 0 0,0 0 15,-25 25-15,24-25 0,1 0 0,-25 0 0,25 0 0,0 25 16,-25-25-16,25 0 0,-25 0 0,24 25 0,-24-25 16</inkml:trace>
  <inkml:trace contextRef="#ctx0" brushRef="#br0" timeOffset="101319.7951">27707 6524 0,'0'0'0,"-25"-25"16,25 25-16,0 0 0,0-25 0,-25 25 0,25 0 0,0-25 15,-25 25-15,25-25 0,0 25 0,0 0 16,-24-24-16,24 24 0,0-25 0,-25 25 0,25-25 0,0 25 15,0 0-15,-25-25 0,25 25 0,0 0 0,0-25 0,0 25 16,-25 0-16,25 0 0,0 0 0,0 0 0,0 0 16,-25 0-16,25 0 0,0 0 0,0 0 0,-24 0 0,24 0 15,0 25-15,-25-25 0,25 0 0,0 25 0,-25-25 16,25 25-16,0-25 0,0 0 0,0 25 0,-25-25 15,25 24-15,0-24 0,0 0 0,0 25 0,0-25 0,0 25 16,0-25-16,25 0 0,-25 25 0,0-25 0,0 0 16,0 25-16,25-25 0,-25 0 0,0 0 0,25 0 0,-25 0 15,0 24-15,24-24 0,-24 0 0,25 0 0,-25 0 16,0 0-16,25 0 0,-25 0 0,25 0 0,-25-24 15,25 24-15,-25 0 0,24 0 0,-24-25 0,25 25 0,-25 0 16,25-25-16,-25 25 0,0-25 0,25 25 0,-25-25 16,0 1-16,25 24 0</inkml:trace>
  <inkml:trace contextRef="#ctx0" brushRef="#br0" timeOffset="101584.8103">27732 5928 0,'0'0'16,"0"0"-16,0-24 0,0 24 0,-25 0 0,25 0 0,0 0 16,0 0-16,0 0 0,0 0 0,0 0 0,0 0 15,0 0-15,0 0 0,0 0 0,0 0 0,0 0 16,0 24-16,0-24 0,0 0 0,0 25 0,0-25 15,0 0-15,0 25 0,0-25 0,0 25 0,0 0 0,0-25 16,0 24-16,0 1 0,25 0 0,-25 0 0,0-25 16,0 25-16,0-1 0,0 1 0,0 0 0,0 0 0,0 0 15,0-1-15,0 1 0,0-25 0,0 25 0,0 0 16,0-25-16,0 25 0,0-1 0,0-24 0,0 25 0,0-25 15,0 25-15,0-25 0,0 25 0,0-25 0,0 0 16,0 0-16,0 25 0,0-25 0,0 0 0,0 0 16,0 0-16,0 0 0,0 0 0,0 0 0,0 0 0,0 0 15,0-25-15,0 25 0,0 0 0,24 0 0,-24 0 16,0-25-16,0 25 0</inkml:trace>
  <inkml:trace contextRef="#ctx0" brushRef="#br0" timeOffset="101959.8317">27831 6325 0,'0'0'15,"25"-25"-15,-25 25 0,0 0 0,0 0 0,0 0 16,0-24-16,0 24 0,0 0 0,0 0 0,0 0 15,0 0-15,0 0 0,0 0 0,0 0 0,0 0 0,0 0 16,0 0-16,0 0 0,0 0 0,0 0 0,0 0 16,0 0-16,0 0 0,0 0 0,0 24 0,0-24 0,0 0 15,0 25-15,0-25 0,0 25 0,0-25 0,0 25 16,0-25-16,24 25 0,-24-25 0,0 24 0,0-24 15,0 25-15,0-25 0,0 25 0,0-25 0,0 25 0,25-25 16,-25 0-16,0 0 0,0 25 0,25-25 0,-25 0 0,0 0 16,0 24-16,25-24 0,-25 0 0,0 0 0,25 0 15,-25 0-15,0 0 0,24-24 0,-24 24 0,0 0 0,0 0 16,25-25-16,-25 25 0,0 0 0,0-25 0,0 25 15,0-25-15,0 25 0,0-25 0,0 25 0,0-24 16,0 24-16,0-25 0,0 25 0,-25-25 0,25 0 16,0 25-16,0-25 0,0 25 0,-24-24 0,24 24 0,0-25 15,0 25-15,-25 0 0,25-25 0,-25 25 0,25 0 16,0 0-16,-25 0 0,25 0 0,0 0 0,-25 0 0,25 0 15,0 0-15,-24 0 0,24 0 0,0 0 0,0 0 16,0 0-16,-25 0 0,25 0 0,0 0 0,0 25 0,0-25 16,25 0-16,-25 0 0,0 0 0,0 0 0,24 0 15,-24 0-15,0 0 0</inkml:trace>
  <inkml:trace contextRef="#ctx0" brushRef="#br0" timeOffset="102178.8443">28327 5978 0,'0'0'0,"-25"0"0,25 0 0,0 0 16,0 0-16,0 0 0,0 0 0,0 0 0,-25 0 15,25 0-15,0 0 0,0 0 0,-24 0 0,24 0 16,0 0-16,0 25 0,-25-25 0,25 0 0,0 0 0,-25 25 15,25-25-15,0 0 0,-25 0 0,25 24 0,-25-24 16,25 0-16,-24 0 0,24 0 0,-25 25 0,0-25 0,0 0 16,25 0-16,-25 0 0</inkml:trace>
  <inkml:trace contextRef="#ctx0" brushRef="#br0" timeOffset="102328.8527">27632 6028 0,'0'0'0,"0"0"0,-24 0 0,24 0 0,0 0 0,0 0 16,0 0-16,0 0 0,0 0 0,0 0 0,0 0 15,24 0-15,-24 0 0,0 0 0,25 0 0,-25 0 16,25 0-16,0 0 0,-25 0 0,25 24 0,-1-24 0,1 0 15,-25 0-15,25 0 0,0 0 0,0 0 0,-1 0 16,1 0-16,0 0 0,-25 25 0,25-25 0,0 0 0,-25 0 16</inkml:trace>
  <inkml:trace contextRef="#ctx0" brushRef="#br0" timeOffset="105641.0419">3274 7665 0,'0'0'0,"0"0"0,0 0 0,0 0 0,0 0 0,0-25 15,-25 25-15,25 0 0,0 0 0,0 0 0,0 0 16,0 0-16,0 0 0,0 0 0,0 0 0,0 0 0,-24 0 15,24 0-15,0 0 0,0-25 0,0 25 0,0 0 16,0 0-16,0 0 0,0 0 0,0 0 0,0 0 0,0 0 16,-25 0-16,25 0 0,0 0 0,0 0 0,0 0 15,0 0-15,-25 0 0,25 0 0,0 0 0,0 0 16,-25 0-16,25 0 0,0 0 0,0 0 0,-25 0 0,25 0 15,0 0-15,-24 0 0,24 0 0,-25 0 0,25 0 16,0 0-16,-25 0 0,25 0 0,0 0 0,0 0 0,-25 25 16,25-25-16,0 0 0,0 0 0,-25 0 0,25 0 15,0 0-15,0 0 0,0 0 0,-24 0 0,24 25 0,0-25 16,0 0-16,0 0 0,0 0 0,0 24 0,0-24 0,-25 0 15,25 25-15,0-25 0,0 25 0,0-25 0,0 25 16,0-25-16,0 25 0,0-1 0,0-24 0,0 25 16,0-25-16,25 25 0,-25-25 0,0 25 0,0-25 0,0 0 15,0 25-15,24-25 0,-24 0 0,0 0 0,0 24 0,0-24 16,25 0-16,-25 0 0,0 0 0,25 0 0,-25 0 15,0 0-15,25 0 0,-25 0 0,0 0 0,25 0 16,-25 0-16,24-24 0,-24 24 0,25 0 0,-25 0 0,0 0 16,25-25-16,-25 25 0,25 0 0,-25 0 0,0 0 15,25-25-15,-25 25 0,0 0 0,24 0 0,-24 0 0,0 0 16,25 0-16,-25 0 0</inkml:trace>
  <inkml:trace contextRef="#ctx0" brushRef="#br0" timeOffset="106040.0651">3497 7491 0,'0'0'0,"0"0"0,0 0 0,0 0 0,0 0 16,0 0-16,0 0 0,0 0 0,0 0 0,0 0 15,0 0-15,0 0 0,0 0 0,0 0 0,0 0 0,0 0 16,0 0-16,0 0 0,25 0 0,-25 25 0,0-25 15,0 0-15,0 25 0,25-25 0,-25 0 0,0 24 0,0-24 16,25 25-16,-25-25 0,0 25 0,0-25 0,25 25 16,-25-25-16,0 25 0,0-1 0,0-24 0,24 25 0,-24 0 15,0-25-15,0 25 0,0 0 0,0-1 0,0-24 16,0 25-16,-24 0 0,24 0 0,0-25 0,0 25 15,-25-1-15,25-24 0,0 25 0,-25-25 0,25 25 0,-25-25 16,25 25-16,0-25 0,-25 25 0,25-25 0,0 0 16,-24 25-16,24-25 0,0 0 0,0 0 0,0 0 15,0 0-15,0 0 0,-25 0 0,25 0 0,0 0 0,0-25 16,25 25-16,-25 0 0,0-25 0,0 25 0,0 0 0</inkml:trace>
  <inkml:trace contextRef="#ctx0" brushRef="#br0" timeOffset="108727.2187">4862 7615 0,'0'0'0,"0"0"0,0 0 0,-25 0 0,25 0 0,0 0 0,0 0 0,0 0 0,0 0 0,-25 0 0,25 0 0,0 0 0,0 0 0,0 0 0,0 0 16,0 0-16,0 0 0,-25 0 0,25 0 0,0 0 0,0 0 0,0 0 0,0 0 0,0 0 0,0 0 0,0 0 0,0 0 0,-25 25 0,25-25 0,0 0 0,0 0 0,0 0 0,0 0 0,0 0 0,0 0 0,-24 25 0,24-25 0,0 0 0,0 0 0,0 24 15,0-24-15,0 0 0,-25 0 0,25 25 0,0-25 1124</inkml:trace>
  <inkml:trace contextRef="#ctx0" brushRef="#br0" timeOffset="112847.4545">4663 7417 0,'0'0'0,"0"0"0,0 0 0,0 0 15,0 0-15,0 0 0,0 0 0,0 0 0,0 0 0,0 0 16,0 0-16,0 0 0,0 0 0,-25 0 0,25 0 15,0 0-15,0 0 0,0-25 0,0 25 0,0 0 16,0 0-16,0 0 0,0 0 0,0 0 0,0 0 0,0 0 16,0 0-16,0 0 0,0 0 0,0 0 0,-24 0 15,24 0-15,0 0 0,0 0 0,0-25 0,0 25 16,0 0-16,-25 0 0,25 0 0,0 0 0,0 0 0,0 0 15,0 0-15,-25 0 0,25 0 0,0 0 0,0 0 16,0 0-16,-25 0 0,25 0 0,0 0 0,0 0 0,0 0 16,-25 0-16,25 25 0,0-25 0,0 0 0,0 0 15,-24 0-15,24 25 0,0-25 390</inkml:trace>
  <inkml:trace contextRef="#ctx0" brushRef="#br0" timeOffset="114353.5406">4762 7541 0,'0'0'0,"0"0"0,0-25 0,0 25 15,0 0-15,0 0 0,0 0 0,0 0 0,0 0 0,0 0 16,0 0-16,0 0 0,0 0 0,0 0 0,0 0 16,0 0-16,0 0 0,0-25 0,-24 25 0,24 0 15,0 0-15,0 0 0,0 0 0,0 0 0,0 0 0,0 0 16,0 0-16,0 0 0,0 0 0,0 0 0,0-25 15,0 25-15,0 0 0,0 0 0,0 0 0,0 0 16,0 0-16,0 0 0,0 0 0,-25 0 0,25 0 0,0 0 16,0 0-16,0 0 0,0 0 0,0 0 0,0 0 15,0 0-15,0 0 0,-25 0 0,25 0 0,0 0 0,0 0 16,0 0-16,0 0 0,0 0 0,-25 0 0,25 0 15,0 0-15,0 0 0,0 0 0,-25-25 0,25 25 0,0 0 16,0 0-16,0 0 0,-24 0 0,24 0 0,0 0 16,0 0-16,0 0 0,0 0 0,-25 25 0,25-25 15,0 0-15,0 0 0,0 0 0,0 0 0,-25 0 0,25 0 16,0 0-16,0 0 0,0 25 0,-25-25 0,25 0 15,0 0-15,0 0 0,0 0 0,-25 25 0,25-25 16,0 0-16,-24 0 0,24 25 0,0-25 0,0 0 0,-25 24 16,25-24-16,0 0 0,0 25 0,-25-25 0,25 25 15,0-25-15,0 25 0,0-25 0,0 25 0,0-1 0,0-24 16,0 25-16,0 0 0,0-25 0,0 25 0,0 0 15,0-25-15,0 24 0,0 1 0,0 0 0,0-25 0,25 25 16,-25 0-16,0-25 0,0 24 0,0 1 0,25-25 16,-25 25-16,0-25 0,24 25 0,-24-25 0,0 25 15,25-25-15,-25 0 0,25 25 0,-25-25 0,25 0 0,-25 0 16,25 24-16,-25-24 0,24 0 0,-24 0 0,25 0 15,-25 0-15,25 0 0,-25 0 0,25 0 0,-25 0 16,25-24-16,-25 24 0,24 0 0,-24 0 0,0-25 0,25 25 16,-25 0-16,25-25 0,-25 25 0,25 0 0,-25-25 15,0 25-15,25-25 0,-25 25 0,0 0 0,0-25 0,25 25 16,-25 0-16,0-24 0,0 24 0,24 0 0,-24 0 15,0-25-15,0 25 0,0 0 0,25-25 0,-25 25 0,0 0 16,0-25-16,25 25 0,-25 0 0,0-25 0,0 25 16,25 0-16,-25 0 0,0 0 0,25-24 0</inkml:trace>
  <inkml:trace contextRef="#ctx0" brushRef="#br0" timeOffset="116392.6572">4887 7739 0,'0'0'0,"0"0"15,0 0-15,0 0 0,0 0 0,0 0 0,0 0 0,0 0 16,0 0-16,0 0 0,0 0 0,0 0 0,0 0 16,0 0-16,0 0 0,0 0 0,0 0 0,0 0 15,0 0-15,0 0 0,0 0 0,0 0 0,0 0 0,0 0 16,0 0-16,0-25 0,0 25 0,0 0 0,0 0 15,0 0-15,24 0 0,-24-25 0,0 25 0,0 0 0,0-24 16,25 24-16,-25 0 0,0-25 0,0 25 0,25-25 16,-25 25-16,25 0 0,-25-25 0,0 25 0,25-25 0,-25 25 15,0-24-15,24 24 0,-24-25 0,0 25 0,0 0 16,0-25-16,25 25 0,-25 0 0,0-25 0,0 25 15,0-25-15,0 25 0,0 0 0,0 0 0,0-24 0,0 24 16,-25 0-16,25-25 0,0 25 0,0 0 0,0-25 16,-24 25-16,24 0 0,0 0 0,0 0 0,-25-25 0,25 25 15,0 0-15,0 0 0,-25 0 0,25 0 0,0 0 16,-25-25-16,0 397 203,25-372-203,0 25 0,0 0 0,0-25 0,0 25 0,0 0 0,0-25 0,0 24 0,0-24 0,0 25 0,0-25 0,0 25 0,0-25 0,0 25 0,0-25 0,0 0 0,0 25 0,0-25 0,0 0 0,0 24 0,0-24 0,0 0 15,0 0-15,0 0 0,0 0 0,0 0 0,0 0 0,0 0 0,0 0 0,0 0 0,0 0 0,0 0 0,0 0 0,25 0 0,-25 0 0,0 0 0,0 0 0,0 0 0,0-24 16,0 24-16,0 0 0,25-25 0,-25 25 0,0 0 15,0-25-15,25 25 0,-25-25 0,0 25 0,0-25 0,25 25 16,-25-24-16,0-1 0,24 25 0,-24-25 0,0 25 16,0 0-16,0-25 0,25 25 0,-25 0 0,0-25 0,0 25 15,0 0-15,0 0 0,0 0 0,0 0 0,0 0 16,0 0-16,0 0 0,0 0 0,0 0 0,0 0 0,0 0 15,0 0-15,0 0 0,0 0 0,0 0 0,25 0 16,-25 0-16,0 0 0,0 25 0,0-25 0,0 0 16,0 25-16,0-25 0,0 0 0,0 25 0,0-25 0,0 25 15,0-25-15,0 24 0,0-24 0,0 25 0,0-25 0,0 25 16,0-25-16,0 25 0,0-25 0,25 25 0,-25-25 15,0 0-15,0 24 0,0-24 0,0 0 0,0 0 16,0 0-16,0 25 0,0-25 0,0 0 0,0 0 0,0 0 16,0 0-16,0 0 0,0 0 0,25 0 0,-25 0 15,0-25-15,0 25 0,0 0 0,0 0 0,0 0 0,0 0 16,24 0-16,-24-24 0,0 24 0,0 0 0,0 0 15,0 0-15,25-25 0,-25 25 0,0 0 0,0-25 16,0 25-16,25 0 0,-25-25 0,0 25 0,0 0 16,25-25-16,-25 25 0,0 0 0,0-24 0,0 24 0,25 0 15,-25-25-15,0 25 0,0 0 0,0 0 0,0-25 0,0 25 16,0 0-16,0 0 0,0-25 0,0 25 0,0 0 15,0 0-15,0-25 0,0 25 0,0 0 0,0 0 16,0 0-16,0-24 0,0 24 0,0 0 0,0 0 0,0 0 16,0 0-16,0 0 0,0 0 0,0 0 0,0 0 15,0 0-15,0 0 0,0 0 0,0 0 0,0 0 0,0 0 16,0 24-16,0-24 0,0 0 0,0 0 0,0 0 15,0 25-15,0-25 0,0 0 0,0 25 0,0-25 16,0 0-16,0 25 0,0-25 0,0 25 0,0-25 0,0 24 16,0-24-16,0 25 0,24-25 0,-24 25 0,0-25 15,0 0-15,0 25 0,0-25 0,0 25 0,0-25 0,0 0 16,25 0-16,-25 24 0,0-24 0,0 0 0,0 0 15,0 25-15,0-25 0,0 0 0,0 0 0,0 0 16,25 0-16,-25 0 0,0 0 0,0 0 0,0 0 0,0 0 16,0 0-16,0 0 0,0 0 0,25 0 0,-25 0 15,0 0-15,0 0 0,0 0 0,25 0 0,-25 0 0,0 0 16,0 0-16,24-25 0,-24 25 0,0 0 0,0 0 15,0-24-15,0 24 0,25 0 0,-25-25 0,0 25 0,0 0 16,0-25-16,0 25 0,0 0 0,0-25 0,25 25 16,-25-25-16,0 25 0,0 0 0,0-24 0,0 24 15,0 0-15,0-25 0,-25 25 0,25 0 0,0-25 0,0 25 16,0 0-16,0 0 0,0 0 0,0-25 0,0 25 15,0 0-15,0 0 0,0 0 0,0 0 0,0 0 16,0 0-16,0 0 0,0 0 0,0 0 0,0 0 0,0 0 16,0 0-16,0 0 0,0 0 0,0 0 0,0 0 15,0 0-15,0 0 0,0 0 0,0 25 0,0-25 0,0 0 16,0 0-16,0 0 0,0 25 0,0-25 0,0 25 15,0-25-15,0 24 0,0-24 0,0 0 0,0 25 0,25-25 16,-25 25-16,0-25 0,0 25 0,0-25 0,0 25 16,0-25-16,0 0 0,0 0 0,0 24 0,0-24 15,25 0-15,-25 0 0,0 0 0,0 25 0,0-25 0,0 0 16,0 0-16,0 0 0,25 0 0,-25 0 0,0 0 15,0 0-15,0 0 0,0 0 0,24 0 0,-24 0 0,0 0 16,0 0-16,0 0 0,25 0 0,-25 0 0,0-25 16,0 25-16,25 0 0,-25 0 0,0 0 0,25-24 0,-25 24 15,0 0-15,0 0 0,25-25 0,-25 25 0,0 0 16,0-25-16,0 25 0,24 0 0,-24-25 0,0 25 15,0 0-15,0-25 0,0 25 0,0-24 0,0 24 0,0 0 16,0-25-16,0 25 0,0-25 0,0 25 0,-24-25 16,24 25-16,0 0 0,0-25 0,0 25 0,0 0 15,0-24-15,0 24 0,0 0 0,0 0 0,0 0 0,0 0 16,0 0-16,0 0 0,0 0 0,0 0 0,0 0 15,0 0-15,0 0 0,0 0 0,0 0 0,0 0 0,0 24 16,0-24-16,0 0 0,24 0 0,-24 25 0,0-25 16,0 25-16,0-25 0,0 0 0,0 25 0,0-25 0,0 25 15,0-25-15,0 24 0,0-24 0,0 25 0,0-25 16,0 0-16,0 25 0,0-25 0,0 25 0,0-25 15,0 0-15,0 0 0,0 25 0,0-25 0,0 0 0,0 0 16,0 0-16,0 24 0,0-24 0,0 0 0,0 0 16,0 0-16,0 0 0,0 0 0,0 0 0,25 0 15,-25 0-15,0-24 0,0 24 0,0 0 0,0 0 0,0 0 16,0-25-16,0 25 0,0 0 0,0-25 0,0 25 15,0-25-15,0 25 0,0-25 0,25 25 0,-25-24 16,0 24-16,0 0 0,0-25 0,25 25 0,-25 0 0,0-25 16,0 25-16,0 0 0,25 0 0,-25 0 0,0 0 0,0 0 15,0 0-15,0 0 0,24 0 0,-24 25 0,0-25 16,0 0-16,0 0 0,0 25 0,0-25 0,25 0 15,-25 0-15,0 24 0,0-24 0,0 0 0,0 25 0,0-25 16,0 25-16,0-25 0,0 0 0,0 25 0,0-25 16,0 25-16,0-25 0,0 0 0,0 24 0,0-24 0,0 0 15,25 0-15,-25 25 0,0-25 0,0 0 0,0 0 16,0 0-16,0 25 0,0-25 0,0 0 0,25 0 0,-25 0 15,0 0-15,25 0 0,-25 0 0,0-25 0,25 25 16,-25 0-16,24 0 0,-24-25 0,25 25 0,-25 0 16,25-24-16,-25 24 0,0 0 0,25-25 0,-25 25 0,25-25 15,-25 25-15,0 0 0,24-25 0</inkml:trace>
  <inkml:trace contextRef="#ctx0" brushRef="#br0" timeOffset="116884.6854">6102 7789 0,'0'0'0,"0"-25"0,0 25 0,25 0 0,-25-25 0,0 25 16,0 0-16,0-25 0,0 25 0,0 0 0,0 0 16,0-25-16,-25 25 0,25 0 0,0 0 0,0 0 0,0-24 15,0 24-15,0 0 0,0 0 0,0 0 0,0 0 16,0 24-16,0-24 0,0 0 0,-25 0 0,25 0 0,0 25 15,0-25-15,0 25 0,0-25 0,0 0 0,0 25 0,-25-25 16,25 25-16,0-25 0,0 24 0,0-24 16,0 25-16,0-25 0,0 25 0,0-25 0,25 0 0,-25 25 15,0-25-15,0 0 0,0 25 0,0-25 0,0 0 0,0 0 16,25 0-16,-25 0 0,0 0 0,0 0 0,0 0 15,25 0-15,-25 0 0,0 0 0,0 0 0,25 0 16,-25 0-16,0-25 0,24 25 0,-24-25 0,0 25 16,0-25-16,25 25 0,-25-25 0,0 25 0,0-24 0,25 24 15,-25-25-15,0 25 0,0-25 0,0 25 0,0 0 16,0-25-16,0 25 0,0 0 0,0 0 0,0 0 0,0 0 15,0 0-15,0 0 0,0 0 0,0 0 0,0 0 16,0 0-16,0 25 0,0-25 0,0 25 0,0-25 16,0 25-16,25-25 0,-25 24 0,0 1 0,0-25 0,0 25 15,0 0-15,0 0 0,0-1 0,0-24 0,0 25 0,0 0 16,0 0-16,0 0 0,25 0 0,-25-25 0,0 24 15,0 1-15,0 0 0,0-25 0,0 25 0,0 0 16,0-25-16,0 24 0,0 1 0,0-25 0,0 25 0,0-25 16,0 25-16,0-25 0,-25 0 0,25 25 0,0-25 15,0 0-15,-25 0 0,25 0 0,0 24 0,0-24 16,-25 0-16,25 0 0,-25 0 0,25 0 0,0 0 0,-24-24 15,24 24-15,0 0 0,0 0 0,-25 0 0,25 0 16,0-25-16,0 25 0,-25 0 0,25 0 0,0-25 16,0 25-16,0 0 0,0-25 0,0 25 0,0 0 0,0-25 15,-25 25-15,25-24 0,0-1 0,0 25 0,0-25 0,0 25 16,-25-25-16,25 0 0,0 25 0,0-24 0,-24-1 15</inkml:trace>
  <inkml:trace contextRef="#ctx0" brushRef="#br0" timeOffset="117183.7024">5482 7565 0,'0'0'16,"0"0"-16,0 0 0,0-24 0,0 24 0,0 0 0,0 0 15,0-25-15,0 25 0,0 0 0,0 0 0,0 0 16,0 0-16,0-25 0,0 25 0,0 0 0,0 0 0,0 0 16,0 0-16,0 0 0,25 0 0,-25 0 0,0 0 15,0 0-15,0 0 0,24 0 0,-24 0 0,0 25 16,0-25-16,0 0 0,0 0 0,25 0 0,-25 25 0,0-25 15,0 0-15,0 24 0,0-24 0,0 0 0,0 25 0,0-25 16,0 0-16,0 25 0,0-25 0,0 0 0,-25 0 16,25 25-16,0-25 0,0 0 0,0 0 0,0 0 15,-24 0-15,24 0 0,0 0 0,0 0 0,0 0 0,0 0 16,0 0-16</inkml:trace>
  <inkml:trace contextRef="#ctx0" brushRef="#br0" timeOffset="117367.713">5581 7193 0,'25'0'15,"-25"0"-15,0-24 0,25 24 0,-25 0 0,0 0 0,0 0 0,0 0 16,0 0-16,0 0 0,24 0 0,-24 0 0,0 0 16,0 0-16,0 0 0,0 24 0,0-24 0,0 0 15,0 25-15,0-25 0,0 25 0,-24-25 0,24 25 0,0 0 16,0-25-16,-25 24 0,25 1 0,0-25 0,0 25 15,-25 0-15,25-25 0,0 25 0,0-1 0,0-24 0,0 25 16</inkml:trace>
  <inkml:trace contextRef="#ctx0" brushRef="#br0" timeOffset="118345.769">7020 7541 0,'0'0'0,"0"0"16,25 0-16,-25 0 0,0 0 0,0 0 0,0 0 0,0-25 15,0 25-15,0 0 0,0 25 0,0-25 0,0 0 0,0 0 16,0 0-16,24 0 0,-24 0 0,0 24 0,0-24 16,0 25-16,0-25 0,25 25 0,-25-25 0,0 25 15,0-25-15,0 25 0,0-25 0,0 24 0,25-24 0,-25 25 16,0 0-16,0-25 0,0 25 0,0-25 0,0 25 16,0-25-16,0 0 0,0 24 0,0-24 0,0 25 15,0-25-15,0 0 0,0 25 0,0-25 0,0 0 0,0 0 16,0 0-16,0 0 0,0 25 0,0-25 0,0 0 15,0 0-15,0 0 0,0 0 0,0-25 0,0 25 16,0 0-16,0 0 0,-25 0 0,25 0 0,0-25 0,0 25 16,0 0-16,0-25 0,0 25 0,0 0 0,0-24 0,0-1 15,0 25-15,0-25 0,0 25 0,0-25 16,25 25-16,-25-25 0,0 25 0,0-24 0,0 24 0,25-25 15,-25 25-15,0 0 0,0-25 0,25 25 0,-25 0 16,0 0-16,0 0 0,24 0 0,-24 0 0,0 0 0,0 0 16,0 0-16,25 0 0,-25 0 0,0 25 0,0-25 15,0 0-15,0 25 0,25-25 0,-25 0 0,0 24 0,0-24 16,0 25-16,0-25 0,0 25 0,0-25 0,0 25 15,0-25-15,0 25 0,0-25 0,0 24 0,0-24 16,0 25-16,0-25 0,0 0 0,0 25 0,0-25 0,0 25 16,0-25-16,0 0 0,0 0 0,0 0 0,0 25 0,0-25 15,0 0-15,0 0 0,0 0 0,0 0 0,0 0 16,0 0-16,0 0 0,0 0 0,0 0 0,0-25 15,25 25-15,-25 0 0,0 0 0,0-25 0,0 25 0,0-25 16,0 25-16,0-25 0,25 25 0,-25-24 0,0-1 16,0 25-16,24 0 0,-24-25 0,0 25 0,0-25 15,25 25-15,-25 0 0,0-25 0,0 25 0,25 0 0,-25 0 16,0-24-16,0 24 0,25 0 0,-25 0 0,0 0 0,0 0 15,0 0-15,0 0 0,0 0 0,25 0 0,-25 24 16,0-24-16,0 0 0,0 0 0,0 0 0,0 25 16,0-25-16,24 25 0,-24-25 0,0 0 0,0 25 0,0-25 15,0 25-15,0-25 0,0 24 0,0-24 0,0 25 16,0-25-16,0 0 0,0 25 0,0-25 0,0 25 15,0-25-15,0 25 0,0-25 0,0 0 0,0 24 16,0-24-16,0 0 0,25 0 0,-25 25 0,0-25 0,0 0 16,0 0-16,0 0 0,25 0 0,-25 0 0,0 0 0,0 0 15,25 0-15,-25 0 0,0 0 0,25-25 0,-25 25 16,0 0-16,24-24 0,-24 24 0,25 0 0,-25-25 0,0 25 15,25-25-15,-25 25 0,0-25 0</inkml:trace>
  <inkml:trace contextRef="#ctx0" brushRef="#br0" timeOffset="119013.8072">7714 7689 0,'-25'-24'0,"25"24"0,0 0 0,0 0 0,0 0 15,0 0-15,0 0 0,0 0 0,0 0 0,0 0 16,0 0-16,0 0 0,0 0 0,0 0 0,0 0 16,0 0-16,-24 0 0,24 0 0,0 0 0,0 0 0,0 24 15,0-24-15,0 0 0,0 0 0,0 25 0,0-25 16,0 25-16,0-25 0,0 25 0,0-25 0,0 25 0,0-25 15,0 24-15,0-24 0,0 25 0,0-25 0,0 25 16,0-25-16,24 25 0,-24-25 0,0 25 0,0-25 16,0 0-16,0 24 0,0-24 0,0 0 0,0 0 0,25 0 15,-25 0-15,0 0 0,0 25 0,0-25 0,0 0 16,25 0-16,-25 0 0,0-25 0,0 25 0,0 0 15,25 0-15,-25 0 0,0 0 0,0-24 0,25 24 0,-25 0 16,0-25-16,0 25 0,24-25 0,-24 25 0,0-25 0,0 25 16,0-25-16,0 25 0,0-24 0,0-1 0,0 25 15,0-25-15,0 25 0,0 0 0,0-25 0,0 25 16,0 0-16,0-25 0,0 25 0,0 0 0,0-24 0,0 24 15,0 0-15,0 0 0,0 0 0,0 0 0,25 0 16,-25 0-16,0 0 0,0 0 0,0 0 0,0 0 16,0 0-16,0 0 0,0 0 0,0 0 0,25 0 0,-25 0 15,0 0-15,0 24 0,0-24 0,0 0 0,25 0 16,-25 25-16,0-25 0,0 25 0,0-25 0,0 0 0,0 25 15,0-25-15,0 25 0,0-25 0,0 24 0,0-24 16,0 25-16,0-25 0,0 0 0,0 25 0,0-25 0,0 25 16,0-25-16,0 0 0,0 0 0,0 0 0,25 25 15,-25-25-15,0 0 0,0 0 0,0 0 0,0 0 16,0 0-16,0 0 0,0-25 0,0 25 0,24 0 0,-24 0 15,0 0 63,0-25-78,25 25 0,-25-25 0,0 25 0,25-25 0,-25 25 0,25-24 0,-25 24 0,0-25 0,25 25 0,-25-25 0,0 25 0,0-25 0,25 25 0,-25 0 0,0-25 0,0 25 0,0 0 0,0 0 0,0 0 16,0 0-16,24 0 0,-24 0 0,0 0 0,0 25 0,0-25 31,0 0 16,0 0-47,0 25 0,0-25 0,0 25 0,0-25 0,0 0 0,0 25 0,0-25 0,0 24 0,0-24 0,0 25 0,0-25 0,0 25 0,0-25 0,0 0 0,25 25 0,-25-25 0,0 0 0,0 25 0,0-25 0,25 0 0,-25 0 0,0 24 0,25-24 0,-25 0 0,0 0 0,25 0 0,-25 0 0,24 0 0,-24 0 0,25 0 0,-25 0 0,25-24 0,-25 24 0,25 0 0,-25-25 16,0 25-16,25 0 0,-25-25 0,24 25 0,-24-25 0,0 25 15,0-25-15,0 25 0,25-24 0</inkml:trace>
  <inkml:trace contextRef="#ctx0" brushRef="#br0" timeOffset="119567.8389">8260 7565 0,'0'0'15,"-25"0"-15,25 0 0,0 0 0,0 0 0,0 0 16,0-24-16,0 24 0,0 0 0,0 0 0,0 0 0,0 0 15,0 0-15,0 0 0,25 0 0,-25 0 0,0-25 16,0 25-16,25 0 0,-25 0 0,25-25 0,-25 25 0,0 0 16,24 0-16,-24-25 0,25 25 0,-25 0 0,25-25 15,-25 25-15,0-24 0,25 24 0,-25 0 0,0-25 0,0 25 16,25 0-16,-25-25 0,0 25 0,0 0 0,0-25 15,0 25-15,0 0 0,0 0 0,0 0 0,0-25 16,-25 25-16,25 0 0,0 0 0,0 0 0,0 0 0,-25 0 16,25 0-16,0 0 0,-25-24 0,25 24 0,0 0 0,0 0 15,-25 0-15,25 0 0,0 0 0,0 0 16,0 0-16,0 0 0,0 0 0,0 0 0,-24 0 0,24 0 15,0 0-15,0 0 0,0 0 0,0 0 0,0 24 16,0-24-16,0 0 0,0 25 0,0-25 0,0 0 0,0 25 16,0-25-16,0 25 0,0-25 0,0 25 0,24-1 15,-24-24-15,0 25 0,0-25 0,0 25 0,0 0 0,0-25 16,0 25-16,0-25 0,0 24 0,0 1 0,0-25 15,0 25-15,0-25 0,0 25 0,0-25 0,0 25 16,0-25-16,0 24 0,0-24 0,0 25 0,0-25 0,0 0 16,0 25-16,0-25 0,0 0 0,0 0 0,0 0 0,0 0 15,0 0-15,0 25 0,0-25 0,0 0 0,0-25 16,25 25-16,-25 0 0,0 0 0,0 0 0,25 0 15,-25-25-15,0 25 0,0 0 0,0 0 0,0-25 16,0 25-16,25 0 0,-25 0 0,0 0 0,0-24 0,0 24 16,0 0-16,0 0 0,0 0 0,0 0 0,0 24 15,25-24-15,-25 0 0,0 0 0,0 0 0,0 25 0,0-25 16,0 0-16,0 25 0,0-25 0,0 0 0,0 25 15,0-25-15,0 25 0,0-25 0,0 0 0,0 24 0,0-24 16,0 0-16,0 0 0,0 25 0,0-25 0,0 0 16,0 0-16,0 0 0,-25 0 0,25 0 0,0 0 0,0 0 15,-25 0-15,25 0 0,0 0 0,-25-25 0,25 25 16</inkml:trace>
  <inkml:trace contextRef="#ctx0" brushRef="#br0" timeOffset="119747.8491">7838 7268 0,'-25'0'0,"25"0"16,0 0-16,0 0 0,0 0 0,0 0 0,0 0 16,0-25-16,0 25 0,0 0 0,0 0 0,0 0 0,0 0 15,0 0-15,0 0 0,0 0 0,0 0 0,0 0 16,25 0-16,-25 0 0,0 0 0,0 0 0,0 0 0,0 0 15,0 0-15,25-25 0,-25 25 0</inkml:trace>
  <inkml:trace contextRef="#ctx0" brushRef="#br0" timeOffset="121052.9238">9178 7565 0,'25'0'0,"-25"0"16,0 0-16,0 0 0,0 25 0,0-25 0,0 0 0,0 0 15,0 0-15,0 0 0,0 0 0,24 0 0,-24 0 16,0 0-16,0 25 0,0-25 0,0 0 0,0 25 0,0-25 15,0 0-15,0 25 0,0-25 0,0 24 0,0 1 16,0-25-16,0 25 0,0-25 0,0 25 0,0-25 16,0 25-16,0-25 0,0 24 0,0-24 0,0 25 0,0-25 15,0 0-15,0 25 0,-24-25 0,24 0 0,0 25 16,0-25-16,0 0 0,0 0 0,0 0 0,0 0 0,0 0 15,0 0-15,0 0 0,0 0 0,0 0 0,0 0 16,0 0-16,0 0 0,0-25 0,0 25 0,0 0 0,0 0 16,24-25-16,-24 25 0,0-25 0,0 25 0,0-24 15,0 24-15,0-25 0,25 0 0,-25 25 0,0-25 16,0 25-16,0-25 0,25 25 0,-25-24 0,0 24 0,0 0 15,25-25-15,-25 25 0,0 0 0,0 0 0,25-25 16,-25 25-16,0 0 0,0 0 0,0 0 0,24 0 0,-24 0 16,0 0-16,0 0 0,0 0 0,0 0 0,0 0 15,25 25-15,-25-25 0,0 0 0,0 25 0,0-25 16,0 0-16,0 24 0,0-24 0,0 25 0,0-25 0,0 25 15,0-25-15,0 25 0,0-25 0,0 25 0,0-25 16,0 24-16,0-24 0,0 0 0,25 25 0,-25-25 0,0 0 16,0 0-16,0 25 0,0-25 0,0 0 0,0 0 15,0 0-15,0 0 0,0 0 0,0 0 0,0 0 0,0 0 16,0 0-16,25 0 0,-25 0 0,0-25 0,0 25 15,0 0-15,25 0 0,-25-25 0,0 25 0,0-24 16,24 24-16,-24-25 0,0 25 0,0 0 0,25-25 0,-25 25 16,0-25-16,0 25 0,0-25 0,0 25 0,25-24 15,-25 24-15,0 0 0,0-25 0,0 25 0,25 0 16,-25 0-16,0-25 0,0 25 0,0 0 0,0 0 0,25 0 15,-25 0-15,0 0 0,0 0 0,0 0 0,0 0 16,0 0-16,0 0 0,0 25 0,0-25 0,0 0 0,0 0 16,0 0-16,0 25 0,0-25 0,0 0 0,0 24 15,0-24-15,0 25 0,0-25 0,0 25 0,0-25 0,0 25 16,0-25-16,0 25 0,0-25 0,0 24 0,0-24 15,0 0-15,0 25 0,0-25 0,0 25 0,24-25 16,-24 0-16,0 25 0,0-25 0,0 0 0,0 0 0,0 25 16,0-25-16,0 0 0,0 0 0,0 0 0,25 0 0,-25 0 15,0 0-15,0 0 0,0 0 0,0 0 0,0 0 16,25 0-16,-25 0 0,0-25 0,0 25 0,25 0 15,-25 0-15,0 0 0,25-25 0,-25 25 0,0 0 0,0 0 16,24-25-16,-24 25 0,0 0 0,0-25 0,25 25 16,-25 0-16,0 0 0,0-24 0,0 24 0,0 0 15,0 0-15,0-25 0,0 25 0,0 0 0,0 0 0,0 0 16,0 0-16,0 0 0,0 0 0,0 0 0,0-25 15,0 25-15,0 0 0,0 0 0,0 0 0,0 0 16,0 0-16,0 0 0,0 25 0,0-25 0,0 0 0,0 0 16,0 0-16,0 25 0,0-25 0,0 0 0,0 24 15,0-24-15,0 0 0,0 25 0,0-25 0,0 0 0,0 25 16,0-25-16,0 25 0,0-25 0,0 0 0,0 25 15,0-25-15,0 24 0,25-24 0,-25 0 0,0 0 0,0 25 16,0-25-16,0 0 0,0 0 0,25 25 0,-25-25 16,0 0-16,0 0 0,0 0 0,25 0 0,-25 0 0,0 0 15,0 0-15,24 0 0,-24-25 0,0 25 0,0 0 16,25 0-16,-25-25 0,0 25 0,25-24 0,-25 24 15,0-25-15,0 25 0,0-25 0,0 25 0,25-25 16,-25 0-16,-25 25 0,25-24 0,0-1 0,0 25 0,0-25 16,0 0-16,-25 25 0,25-25 0,0 25 0,-25-24 15,25 24-15,0 0 0,0-25 0,0 25 0,-24 0 16,24 0-16,0 0 0,0 0 0,0 0 0,-25 0 0,25 0 15,0 0-15,0 0 0,0 25 0,0-25 0,0 0 0,-25 0 16,25 0-16,0 0 0,0 0 0,0 24 0,0-24 16,0 0-16,0 0 0,0 0 0,0 0 0,25 0 15,-25 0-15,0 0 0,0 0 0,0 0 0,0 0 0,0 0 16,25 0-16</inkml:trace>
  <inkml:trace contextRef="#ctx0" brushRef="#br0" timeOffset="121541.9518">10145 7392 0,'-25'0'0,"25"0"16,0 0-16,0 0 0,0 0 0,0 0 0,0 0 0,0 0 15,0 0-15,0 0 0,0 0 0,0 25 0,0-25 16,0 0-16,0 0 0,0 24 0,0-24 0,0 25 16,0-25-16,0 25 0,25 0 0,-25-25 0,0 25 0,0-1 15,0-24-15,0 25 0,0 0 0,0-25 0,0 25 16,0 0-16,0-1 0,0-24 0,0 25 0,0 0 0,0-25 15,0 25-15,0 0 0,0-25 0,0 24 0,0 1 16,0-25-16,0 25 0,0-25 0,0 25 0,0-25 16,0 0-16,0 25 0,0-25 0,0 0 0,0 24 0,0-24 15,0 0-15,0 0 0,0 0 0,0 0 0,0 0 16,0 0-16,0 0 0,0 0 0,0 0 47,-25 0-47,25 0 0,0 0 0,0-24 0,0 24 0,0 0 0,0-25 0,0 25 0,-24 0 0,24-25 0,0 25 0,0 0 0,0-25 0,0 25 0,0 0 0,0-25 0,0 25 0,0 0 15,0 0-15,0 0 0,0 0 0,0-24 0,24 24 16,-24 0-16,0 0 0,0 0 0,0 0 0,25-25 0,-25 25 15,0 0-15,25 0 0,-25 0 0,0 0 0,25 0 16,-25-25-16,0 25 0,25 0 0,-25 0 0,0 0 0,0 0 16,24-25-16,-24 25 0,0 0 0,0 0 0,25 0 15,-25 0-15,0 0 0,0-25 0,0 25 0,0 0 16,0 0-16,0 0 0,0 0 0,-25-24 0,25 24 0,0 0 15,0 0-15,-24 0 0,24-25 0</inkml:trace>
  <inkml:trace contextRef="#ctx0" brushRef="#br0" timeOffset="121743.9633">9699 7466 0,'0'0'0,"-25"0"0,25-25 0,0 25 0,0 0 0,0 0 16,0-24-16,0 24 0,0 0 0,25 0 0,-25-25 15,0 25-15,0 0 0,24 0 0,-24-25 0,25 25 16,-25 0-16,25 0 0,-25-25 0,25 25 0,0 0 0,-25 0 15,24 0-15,-24 0 0,25 0 0,-25 0 0,0 0 16,25 25-16,-25-25 0,0 0 0,25 25 0,-25-25 0,0 25 16,0-1-16,25-24 0,-25 25 0,0 0 0,0 0 15,0-25-15,0 25 0,0-1 0</inkml:trace>
  <inkml:trace contextRef="#ctx0" brushRef="#br0" timeOffset="121901.9724">9922 8210 0,'0'25'0,"0"-25"0,0 25 0,0-25 16,-25 0-16,25 0 0,0 0 0,0 0 0,0 0 0,0 0 15,0 0-15,0 0 0,0 0 0,0 0 0,0 0 16,0 0-16,25 0 0,-25 0 0,0 0 0,0 0 16,0 0-16,0-25 0,0 25 0,0 0 0,0 0 0,0-25 15,0 25-15,0 0 0,0-24 0</inkml:trace>
  <inkml:trace contextRef="#ctx0" brushRef="#br0" timeOffset="123111.0415">10790 7813 0,'0'0'0,"0"0"16,0 25-16,0-25 0,0 0 0,0 0 0,0 0 0,25 0 15,-25 0-15,0 0 0,0 0 0,25 0 0,-25-25 16,0 25-16,24 0 0,-24 0 0,0 0 0,25-24 0,-25 24 15,0 0-15,25-25 0,-25 25 0,25-25 0,-25 25 16,25-25-16,-25 25 0,24-25 0,-24 1 0,25 24 0,-25-25 16,25 25-16,-25-25 0,25 0 0,-25 25 15,0-25-15,25 1 0,-25 24 0,24-25 0,-24 25 0,0-25 16,0 0-16,0 25 0,25-25 0,-25 25 0,0-24 0,0 24 15,0-25-15,0 25 0,0-25 0,0 25 0,-25-25 16,25 25-16,0 0 0,0-25 0,0 25 0,0-24 16,0 24-16,-24 0 0,24 0 0,0 0 0,0-25 15,0 25-15,-25 0 0,25 0 0,0 0 0,0 0 0,-25 0 16,25 0-16,0 0 0,0 0 0,0 0 0,0 0 0,0 0 15,0 0-15,0 25 0,-25-25 0,25 0 0,0 0 16,0 24-16,0-24 0,0 0 0,0 25 0,0-25 0,0 25 16,0-25-16,0 25 0,0 0 0,0-25 0,0 24 15,0 1-15,0-25 0,0 25 0,0 0 0,0 0 16,0-1-16,0-24 0,0 25 0,0 0 0,0 0 0,0 0 15,0-25-15,0 24 0,0 1 0,0 0 0,0-25 16,0 25-16,0 0 0,0-25 0,0 24 0,0 1 0,0-25 16,0 25-16,0-25 0,0 0 0,0 25 0,0-25 15,0 0-15,0 0 0,0 0 0,0 25 0,25-25 0,-25 0 16,0 0-16,0 0 0,0 0 0,0 0 0,0 0 15,0-25-15,0 25 0,0 0 0,0 0 0,0-25 16,0 25-16,25 0 0,-25-25 0,0 25 0,0-25 0,0 1 16,25 24-16,-25-25 0,0 0 0,24 25 0,-24-25 15,0 25-15,0-25 0,25 1 0,-25 24 0,0-25 16,0 25-16,0 0 0,0-25 0,25 25 0,-25 0 0,0 0 15,0 0-15,0 0 0,0 0 0,0 0 0,0 0 16,0 0-16,0 0 0,0 0 0,0 0 0,0 0 0,0 25 16,0-25-16,0 0 0,0 0 0,0 0 0,25 25 15,-25-25-15,0 0 0,0 24 0,0-24 0,0 25 0,0-25 16,0 25-16,0-25 0,0 0 0,0 25 0,25 0 15,-25-25-15,0 0 0,0 24 0,0-24 0,0 25 16,0-25-16,0 0 0,25 25 0,-25-25 0,0 0 0,0 0 16,0 25-16,0-25 0,24 0 0,-24 0 0,0 0 15,0 0-15,0 0 0,25 0 0,-25 0 0,0 0 0,25-25 16,-25 25-16,0 0 0,25-25 0,-25 25 0,25 0 15,-25-25-15,0 25 0,24-24 0,-24 24 0,0 0 16,0-25-16,0 25 0,25-25 0,-25 25 0,0 0 0,0-25 16,0 25-16,0 0 0,0-25 0,0 25 0,0 0 15,0-24-15,0 24 0,0 0 0,0 0 0,0 0 0,0-25 16,0 25-16,0 0 0,0 0 0,0 0 0,0 0 15,-25 0-15,25 0 0,0 0 0,0 0 0,0 0 16,0 0-16,0 0 0,0 25 0,0-25 0,0 0 0,0 24 16,0-24-16,0 0 0,0 25 0,0-25 0,0 25 15,0 0-15,0-25 0,0 25 0,0-25 0,0 24 0,0-24 16,0 25-16,0-25 0,25 25 0,-25-25 0,0 25 15,0-25-15,0 25 0,25-25 0,-25 0 0,0 24 0,0-24 16,25 0-16,-25 0 0,0 0 0,0 0 0,0 0 16,0 0-16,25 0 0,-25 0 0,0 0 0,0 0 15,24-24-15,-24 24 0,0-25 0,0 25 0,0-25 0,25 25 16,-25-25-16,0 0 0,0 25 0,0-24 0,0-1 15,0 25-15,0-25 0,0 0 0,0 25 0,0-25 16,0 1-16,0 24 0,0-25 0,0 25 0,0 0 62,0-25-62,0 25 0,0 0 0,0-25 0,0 25 0,-25 0 0,25 0 0,0 0 0,0 0 0,0 0 0,0 0 0,0 0 0,0 25 0,0-25 0,-24 0 0,24 0 0,0 25 0,0-25 0,0 25 0,0-25 0,-25 24 0,25-24 16,0 25-16,0 0 0</inkml:trace>
  <inkml:trace contextRef="#ctx0" brushRef="#br0" timeOffset="123268.0505">11460 8235 0,'0'0'0,"0"25"16,0-25-16,0 0 0,0 0 0,0 25 0,0-25 0,0 0 16,0 0-16,0 0 0,0 0 0,0 0 0,0 0 15,0 0-15,0 0 0,0 0 0,0 0 0,0 0 0,0 0 16,0 0-16,0 0 0,0 0 0,0 0 0,0-25 15,0 25-15,0 0 0,25 0 0,-25 0 0,0 0 0,0 0 16,0 0-16</inkml:trace>
  <inkml:trace contextRef="#ctx0" brushRef="#br0" timeOffset="123737.0773">11956 7739 0,'0'0'0,"0"0"0,0 0 0,0 0 16,0 0-16,0-25 0,0 25 0,0 0 0,0 0 15,0 0-15,0 0 0,0 0 0,0 0 0,0 25 16,0-25-16,0 0 0,0 0 0,0 0 0,0 0 0,0 25 16,25-25-16,-25 0 0,0 25 0,0-25 0,24 24 15,-24 1-15,0-25 0,0 25 0,25-25 0,-25 25 16,0-25-16,0 25 0,25-25 0,-25 24 0,0-24 0,0 25 15,25-25-15,-25 0 0,0 25 0,0-25 0,0 0 16,0 0-16,0 25 0,25-25 0,-25 0 0,0 0 0,0 0 16,0 0-16,0 0 0,0 0 0,0 0 0,24 0 15,-24-25-15,0 25 0,0 0 0,0-25 0,0 25 0,25 0 16,-25-25-16,0 1 0,0 24 0,0-25 0,25 25 15,-25-25-15,0 0 0,0 0 0,0 25 0,0-24 16,0-1-16,25 25 0,-25-25 0,0 25 0,0 0 0,0 0 16,0-25-16,0 25 0,0 0 0,0 0 0,0 0 15,0 0-15,0 0 0,0 0 0,0 0 0,0 0 0,0 0 16,0 25-16,0-25 0,0 0 0,0 0 0,0 0 15,0 25-15,0-25 0,25 0 0,-25 0 0,0 0 16,0 25-16,0-25 0</inkml:trace>
  <inkml:trace contextRef="#ctx0" brushRef="#br0" timeOffset="124096.0979">12378 7913 0,'0'0'0,"0"0"0,0 0 0,0 0 16,0 0-16,0 0 0,0 0 0,24 0 0,-24-25 0,0 25 16,0 0-16,0 0 0,0 0 0,25 0 0,-25-25 15,0 25-15,0 0 0,25 0 0,-25-25 0,0 25 0,0 0 16,0-25-16,0 25 0,0 0 0,0 0 0,0 0 15,0-24-15,0 24 0,0 0 0,0 0 0,0-25 16,0 25-16,0 0 0,-25-25 0,25 25 0,0 0 0,0 0 16,0 0-16,-25-25 0,25 25 0,0 0 0,0 0 15,0 0-15,-24 0 0,24 0 0,0 0 0,0 0 0,0 0 16,-25 25-16,25-25 0,0 0 0,0 0 0,0 25 15,0-25-15,0 0 0,0 25 0,-25-25 0,25 0 16,0 24-16,0-24 0,25 25 0,-25-25 0,0 25 0,0-25 16,0 25-16,0-25 0,0 25 0,0-25 0,0 24 15,25-24-15,-25 25 0,0-25 0,0 0 0,0 25 0,24-25 16,-24 25-16,0-25 0,0 0 0,25 25 0,-25-25 15,0 0-15,25 0 0,-25 0 0,0 25 0,25-25 0,-25 0 16,25 0-16,-25 0 0,24 0 0,1 0 0,-25 0 16,25-25-16,0 25 0,-25 0 0,25 0 0,-1-25 15,1 25-15,-25 0 0,25-25 0,0 25 0,-25 0 0,25-25 16,-1 25-16</inkml:trace>
  <inkml:trace contextRef="#ctx0" brushRef="#br0" timeOffset="124636.1287">12923 7764 0,'-25'0'0,"25"-25"0,0 25 0,0 0 0,0 0 16,0-25-16,0 25 0,0 0 0,0 0 0,-24 0 15,24-25-15,0 25 0,0 0 0,0 0 0,0 0 0,0-24 16,0 24-16,0 0 0,-25 0 0,25 0 0,0 0 16,0 0-16,0 0 0,0 0 0,0 24 0,0-24 15,-25 0-15,25 0 0,0 0 0,0 0 0,-25 25 0,25-25 16,0 25-16,0-25 0,0 0 0,-25 25 0,25-25 0,0 25 15,0-1-15,0-24 0,0 25 0,0-25 0,0 25 16,0-25-16,0 25 0,25 0 0,-25-25 0,0 24 16,0-24-16,0 25 0,25-25 0,-25 25 0,0-25 0,25 25 15,-25-25-15,0 0 0,25 0 0,-25 25 0,0-25 16,24 0-16,-24 0 0,25 0 0,-25 0 0,0 0 0,25-25 15,-25 25-15,25 0 0,0 0 0,-25-25 0,24 25 16,-24-25-16,25 25 0,-25-25 0,25 25 0,-25-24 16,25-1-16,-25 25 0,25-25 0,-25 0 0,24 0 0,-24 1 15,25-1-15,-25 0 0,0 25 0,0-25 0,25 0 16,-25 1-16,0-1 0,0 0 0,0 0 0,0 25 0,0-25 15,0 1-15,0 24 0,0-25 0,0 25 0,0-25 16,0 25-16,0-25 0,0 25 0,0 0 0,0 0 16,0-25-16,0 25 0,0 0 0,0 0 0,0 0 15,0 0-15,0 0 0,0 0 0,0 0 0,0 0 0,0 0 16,0 0-16,0 0 0,0 0 0,0 25 0,0-25 0,0 25 15,0-25-15,0 25 0,0-25 0,25 25 0,-25-1 16,0-24-16,0 25 0,0 0 0,0 0 0,0 0 16,0-25-16,0 24 0,0 1 0,0 0 0,0 0 0,0 0 15,0-1-15,0 1 0,25-25 0,-25 25 0,0 0 16,0 0-16,0-25 0,0 24 0,0-24 0,0 25 0,0-25 15,0 25-15,0-25 0,0 0 0,0 25 0,25-25 16,-25 0-16,0 0 0,0 0 0,0 0 0,-25 0 16,25 0-16,0 0 0,0 0 0,0-25 0,0 25 0,0-25 15,-25 25-15,25 0 0,0-25 0,0 25 0,0-24 16</inkml:trace>
  <inkml:trace contextRef="#ctx0" brushRef="#br0" timeOffset="124995.1493">13196 7863 0,'0'-25'15,"0"25"-15,0-25 0,0 25 0,0-24 0,25 24 16,-25 0-16,0-25 0,0 25 0,0-25 0,25 25 0,-25-25 16,0 25-16,0-25 0,25 25 0,-25 0 15,0-24-15,0 24 0,24 0 0,-24 0 0,0 0 0,0-25 16,0 25-16,25 0 0,-25 0 0,0 0 0,0 0 0,0 0 15,25 0-15,-25 0 0,0 25 0,0-25 0,0 0 16,0 0-16,0 24 0,0-24 0,0 0 0,0 25 16,0-25-16,0 25 0,0-25 0,0 25 0,0-25 0,0 25 15,0-1-15,0-24 0,25 25 0,-25-25 0,0 25 16,0 0-16,0-25 0,0 25 0,0-25 0,0 24 0,0-24 15,25 0-15,-25 25 0,0-25 0,0 0 0,0 25 16,24-25 46,-24 0-62,0 0 0,25 0 0,-25 0 0,0 0 0,25 0 0,0 0 47,-25 0-47,0-25 0,74-124 47,-99 125-47,25 24 0,0-25 0,0 25 0,0-25 0,0 25 0,0 0 0,-24-25 0,24 25 0,0 0 0,0 0 0,0-25 0,0 25 0,-25 0 0,25 0 0,0 0 0,0-24 0,0 24 0,0 0 0,-25 0 0,25 0 0,0 0 0,0 0 0,0 0 0,0 0 0,-25-25 0,25 25 0,0 0 0,0 0 0,0 0 16,0-25-16,-25 25 0,25 0 0</inkml:trace>
  <inkml:trace contextRef="#ctx0" brushRef="#br0" timeOffset="125184.1601">13444 7367 0,'0'0'0,"25"0"0,-25 0 0,0 0 15,0 0-15,25 0 0,-25 0 0,0 0 0,0 0 0,25 25 16,-25-25-16,0 0 0,24 0 0,-24 0 0,0 25 15,25-25-15,-25 0 0,0 0 0,0 24 0,0-24 16,0 0-16,0 25 0,0-25 0,0 25 0,0-25 0,0 25 16,-25-25-16,25 0 0,-24 25 0,24-25 0,-25 0 15,25 24-15,-25-24 0,0 0 0,0 25 0,1-25 16,-1 0-16</inkml:trace>
  <inkml:trace contextRef="#ctx0" brushRef="#br0" timeOffset="126428.2312">14337 7888 0,'0'0'0,"0"25"0,0-25 16,0 0-16,-25 0 0,25 0 0,0 0 0,0 0 16,0 0-16,0 0 0,0 0 0,0 0 0,0 0 0,0 0 15,0 0-15,0 0 0,0 0 0,0 0 0,0 0 16,0 0-16,0 0 0,25 0 0,-25 0 0,0 0 15,0 0-15,0 0 0,0 0 0,0 0 0,0 0 16,25 0-16,-25 0 0,0-25 0,0 25 0,25 0 0,-25-25 0,25 25 16,-25 0-16,24-25 0,-24 0 0,25 25 0,-25-24 15,25 24-15,-25-25 0,25 0 0,-25 25 0,25-25 16,-1 0-16,-24 25 0,25-24 0,-25-1 0,25 0 0,-25 25 15,0-25-15,25 0 0,-25 1 0,0 24 0,25-25 16,-25 0-16,0 25 0,0-25 0,0 25 0,0-25 0,0 1 16,0 24-16,-25-25 0,25 25 0,0-25 0,0 25 15,-25-25-15,25 25 0,0 0 0,-25-25 156,-124 1-156,149 24 0,0 0 0,0 24 0,0-24 0,0 25 0,0 0 16,0-25-16,25 25 0,-25 0 0,0-1 0,0 1 0,0-25 0,25 25 0,-25 0 0,0 0 0,0-1 0,0 1 0,0 0 0,25 0 0,-25 0 0,0-1 0,0 1 0,0 0 0,0-25 0,0 25 0,25 0 0,-25-1 0,0-24 0,0 25 0,0 0 0,0-25 0,0 25 0,24-25 0,-24 0 0,0 25 0,0-25 0,0 0 0,0 0 15,0 24-15,0-24 0,25 0 0,-25 0 0,0 0 16,0 0-16,0 0 0,25 0 0,-25 0 0,0-24 0,25 24 16,-25 0-16,25 0 0,-25 0 0,24-25 0,-24 25 15,25 0-15,-25 0 0,25-25 0,-25 25 0</inkml:trace>
  <inkml:trace contextRef="#ctx0" brushRef="#br0" timeOffset="126858.2558">14883 7789 0,'0'0'16,"0"0"-16,0-25 0,25 25 0,-25 0 0,0 0 16,0 0-16,0-25 0,-25 25 0,25 0 0,0-25 0,0 25 15,0 0-15,0 0 0,0 0 0,0-25 0,0 25 0,0 0 16,0 0-16,-25 0 0,25 0 0,0 0 0,0 0 15,0 0-15,0 0 0,0 0 0,-25 0 0,25 0 16,0 0-16,0 0 0,0 0 0,-25 0 0,25 0 0,0 25 16,0-25-16,-24 0 0,24 25 0,0-25 0,0 0 15,0 25-15,0-25 0,-25 25 0,25-25 0,0 0 0,0 24 16,0-24-16,0 25 0,0-25 0,0 25 0,0-25 15,0 25-15,0-25 0,0 0 0,0 25 0,0-25 0,25 0 16,-25 24-16,0-24 0,0 0 0,0 0 0,0 0 16,0 0-16,0 0 0,24 0 0,-24 0 0,0 0 15,0 0-15,0 0 0,0 0 0,0 0 0,25 0 0,-25 0 16,0 0-16,0 0 0,0 0 0,0 0 15,25-24-15,-25 24 0,0 0 0,0-25 0,0 25 0,0 0 16,0 0-16,25-25 0,-25 25 0,0 0 0,0-25 0,0 25 16,0 0-16,0 0 0,0-25 0,0 25 0,0 0 15,0 0-15,0 0 0,0 0 0,0 0 0,0 0 0,0 0 16,0 25-16,0-25 0,0 0 0,0 0 0,0 25 15,0-25-15,0 0 0,0 25 0,0-25 0,0 25 0,0-25 16,0 24-16,0-24 0,0 25 0,0-25 0,0 25 16,25-25-16,-25 25 0,0-25 0,0 0 0,0 25 15,0-25-15,0 0 0,0 0 0,0 25 0,0-25 0,0 0 16,0 0-16,0 0 0,0 0 0,0 0 0,0 0 15,0 0-15,0-25 0,0 25 0,0 0 0,0 0 16,0-25-16,0 25 0,0-25 0</inkml:trace>
  <inkml:trace contextRef="#ctx0" brushRef="#br0" timeOffset="127048.2667">14908 7590 0,'0'0'16,"0"0"-16,0 0 0,0 0 0,0 0 0,0 0 15,0 0-15,0 0 0,0 0 0,0 0 0,0 0 0,0 0 16,0 0-16,0 0 0,0 0 0,24 0 0,-24 0 15,25 0-15,-25 0 0,25 0 0,-25 0 0,25 0 0,0 0 16,-25 0-16,24 0 0,1 0 0,-25 0 0,25 0 16,0 0-16,0 0 0,-25 25 0,24-25 0,1 0 15,0 0-15,-25 0 0,25 0 0,0 0 0</inkml:trace>
  <inkml:trace contextRef="#ctx0" brushRef="#br0" timeOffset="127892.315">15801 7615 0,'0'0'0,"0"0"0,0 0 0,0-25 0,-25 25 0,25 0 15,0 0-15,0 0 0,-25 0 0,25 0 0,0 0 16,0 0-16,-25 0 0,25 0 0,0 0 0,0 0 0,0 0 16,0 0-16,0 25 0,0-25 0,0 0 0,0 0 15,0 25-15,0-25 0,0 25 0,0-25 0,0 24 0,0 1 16,0-25-16,0 25 0,0 0 0,0-25 0,0 25 15,0-1-15,0-24 0,25 25 0,-25 0 0,0-25 16,0 25-16,0-25 0,25 25 0,-25-25 0,0 24 0,0-24 16,25 0-16,-25 25 0,0-25 0,24 0 0,-24 0 15,0 0-15,25 0 0,-25 25 0,0-25 0,25 0 0,-25-25 16,25 25-16,-25 0 0,0 0 0,25 0 0,-25 0 15,24-25-15,-24 25 0,0 0 0,25-24 0,-25 24 16,25 0-16,-25-25 0,0 25 0,25-25 0,-25 25 0,0-25 16,25 25-16,-25-25 0,0 25 0,0-24 0,0-1 15,0 25-15,0-25 0,0 25 0,0-25 0,0 25 0,0-25 16,0 25-16,0 0 0,0-24 0,0 24 0,0 0 15,0 0-15,0-25 0,0 25 0,0 0 0,0 0 16,0 0-16,0 0 0,0 0 0,0 0 0,0 0 0,0 0 16,0 0-16,-25 0 0,25 0 0,0 0 0,0 0 15,0 0-15,0 25 0,0-25 0,0 0 0,0 24 0,0-24 16,-25 25-16,25-25 0,0 25 0,0-25 0,0 25 15,0-25-15,0 25 0,0-1 0,0-24 0,0 25 0,0-25 16,0 25-16,0-25 0,25 25 0,-25-25 0,0 0 16,0 25-16,0-25 0,25 0 0,-25 0 0,0 24 15,0-24-15,0 0 0,0 0 0,0 0 0,24 0 0,-24 0 16,0 0-16,0 0 0,0-24 0,0 24 0,25 0 15,-25 0-15,0-25 0,0 25 0,0-25 0,0 25 16,0 0-16,25-25 0,-25 25 0,0-25 0,0 25 0,-25-24 16,25 24-16,0-25 0,0 25 0,0-25 0,0 25 0,0-25 15,0 25-15,0 0 0,0-25 0,0 25 0,0 0 16,0-24-16,0 24 0,-25 0 0,25 0 0,0 0 15,0 0-15,0 0 0,0-25 0,0 25 0,0 0 0,0 0 16,0 0-16,-24 0 0,24 0 0,0-25 0,0 25 16,0 0-16,0 0 0,0 0 0,0-25 0</inkml:trace>
  <inkml:trace contextRef="#ctx0" brushRef="#br0" timeOffset="128082.3259">16173 7441 0,'0'0'0,"0"0"0,0 0 0,0 0 0,0 0 16,24 0-16,-24 0 0,0 0 0,0 0 0,0 0 15,0 0-15,25 0 0,-25 0 0,0 0 0,0 0 0,25 25 16,-25-25-16,0 0 0,0 25 0,25-25 0,-25 0 16,0 0-16,0 25 0,0-25 0,0 0 0,0 25 15,-25-25-15,25 24 0,0-24 0,0 0 0,0 25 0,-25-25 16,25 0-16,0 0 0,-25 25 0,25-25 0,-24 0 15</inkml:trace>
  <inkml:trace contextRef="#ctx0" brushRef="#br0" timeOffset="128730.3629">17066 7615 0,'0'-25'0,"0"25"0,0 0 0,0 0 0,0-25 15,0 25-15,0 0 0,-25 0 0,25-24 0,0 24 0,0 0 16,-25 0-16,25 0 0,0-25 0,0 25 0,0 0 15,-25 0-15,25 0 0,0 0 0,0 0 0,0 0 0,0 0 16,-25 0-16,25 0 0,0 0 0,0 25 0,0-25 16,0 0-16,-24 24 0,24-24 0,0 25 0,0-25 15,0 25-15,0 0 0,24-25 0,-24 25 0,0-25 0,0 24 16,0 1-16,25-25 0,-25 25 0,0 0 0,0-25 15,25 25-15,-25-25 0,0 24 0,25-24 0,-25 25 0,0-25 16,0 25-16,25-25 0,-25 25 0,0-25 0,24 0 16,-24 0-16,0 25 0,0-25 0,0 0 0,0 0 0,0 0 15,0 0-15,0 0 0,0 0 0,0 0 0,0 24 16,0-24-16,0-24 0,0 24 0,0 0 0,-24 0 15,24 0-15,0 0 0,0 0 0,0 0 0,-25 0 0,25 0 16,0 0-16,-25 0 0,25 0 0,0 0 0,0 0 16,-25 0-16,25 0 0,0 0 0,0 0 0,0 0 15,0 0-15,0 0 0,-25 0 0,25 0 0,0 0 0,0 0 16,0 0-16,25-25 0,-25 25 0,0 0 0,0 0 15,0 0-15,0 0 0,25 0 0,-25 0 0,25-25 0,-25 25 16,0 0-16,25 0 0</inkml:trace>
  <inkml:trace contextRef="#ctx0" brushRef="#br0" timeOffset="129169.388">17388 7665 0,'0'0'0,"-25"0"0,25 0 0,0 0 0,0 0 0,-25 0 0,25 0 0,0 0 0,0 0 0,0 0 0,-24 0 0,24 0 0,0 24 0,0-24 0,0 0 0,-25 25 0,25-25 0,0 25 0,0-25 0,0 25 0,0 0 0,0-25 0,0 24 0,0 1 0,0 0 0,0-25 0,25 25 0,-25 0 0,0-25 0,0 24 0,0 1 0,24-25 0,-24 25 16,0-25-16,0 25 0,25-25 0,-25 0 0,0 25 0,0-25 15,0 0-15,0 0 0,25 0 0,-25 0 0,0 0 16,0 0-16,0 0 0,25 0 0,-25 0 0,0-25 0,0 25 15,25 0-15,-25-25 0,0 25 0,0 0 0,24-25 16,-24 25-16,0-25 0,0 1 0,0 24 0,0-25 16,0 25-16,0-25 0,0 0 0,0 25 0,0-25 0,0 1 15,0-1-15,0 25 0,0-25 0,0 25 0,0-25 16,0 25-16,0-25 0,0 25 0,0-24 0,-24 24 15,24 0-15,0 0 0,0 0 0,0 0 0,0-25 0,0 25 16,0 0-16,0 25 0,-25-25 0,25 0 0,0 0 16,0 0-16,0 0 0,0 0 0,-25 0 0,25 24 0,0-24 15,0 0-15,0 0 0,0 0 0,0 0 0,0 0 16,0 0-16,0 0 0,0 0 0</inkml:trace>
  <inkml:trace contextRef="#ctx0" brushRef="#br0" timeOffset="129765.4221">17363 7342 0,'0'0'16,"0"0"-16,0 0 0,0 0 0,0 0 0,-25-25 15,25 25-15,0 0 0,0 0 0,0 0 0,0 0 0,0 0 16,25 0-16,-25 0 0,0 0 0,0 0 0,0 0 15,25 0-15,-25 0 0,0 0 0,25 0 0,-25 0 0,0 0 16,25 0-16,-25 0 0,0 0 47,24 25-47,-24-25 0,0 0 0,0 0 0,25 0 0,-25 25 0,0-25 0,0 0 0,0 0 0,0 25 0,0-25 0,0 0 0,0 25 0,0-25 0,0 24 0,0-24 47,-25 0-47,25 25 0,0-25 0,0 0 0,-24 25 0,24-25 0,-25 25 0,25-25 0,0 0 0,-25 25 0,25-25 0,-25 0 0,25 0 0,0 24 0,-25-24 0,25 0 0,0 0 0</inkml:trace>
  <inkml:trace contextRef="#ctx0" brushRef="#br0" timeOffset="130251.4499">17810 7119 0,'0'0'0,"0"0"16,0-25-16,0 25 0,0 0 0,0 0 0,0 0 15,0 0-15,0-25 0,0 25 0,0 0 0,0 0 16,0 0-16,0 0 0,0 0 0,0 0 0,0 0 0,0 0 16,0 0-16,25 0 0,-25 0 0,0 0 0,0 0 15,24 0-15,-24 0 0,25 0 0,-25 0 0,0 0 0,25 0 16,-25 25-16,25-25 0,-25 0 0,0 0 0,25 25 15,-25-25-15,0 0 0,0 25 0,0-25 0,0 25 0,0-25 16,0 24-16,-25-24 0,25 25 0,-25-25 0,25 25 16,-25-25-16,0 25 0,1-25 0,-1 25 0,0-25 15,0 24-15,-24-24 0,24 0 0,-25 25 0,1-25 0</inkml:trace>
  <inkml:trace contextRef="#ctx0" brushRef="#br0" timeOffset="132638.5863">3299 9103 0,'0'0'0,"0"0"0,0 0 16,0 0-16,0 0 0,0 0 0,0 0 0,0 0 16,0 0-16,0 0 0,0 0 0,0 0 0,0 0 0,0 0 15,0 0-15,0 0 0,0 0 0,0 0 0,0 0 16,0 0-16,0 0 0,0 0 0,0 0 0,0 0 15,25 0-15,-25 0 0,0-24 0,0 24 0,0 0 0,0 0 16,0 0-16,0 0 0,0 0 0,0 0 0,0 0 16,0 0-16,0 0 0,0 0 0,0 0 0,0 0 0,0 0 15,0 0-15,0 0 0,0-25 0,0 25 0,-25 0 16,25 0-16,0 0 0,0 0 0,0 0 0,0 0 0,0 0 15,0 0-15,0 0 0,0 0 0,0-25 0,0 25 16,0 0-16,0 0 0,0 0 0,0 0 0,0 0 16,0 0-16,0 0 0,0 0 0,0 0 0,0 0 0,0-25 15,0 25-15,0 0 0,-25 0 0,25 0 0,0 0 16,0 0-16,0 0 0,0 0 0,0-25 0,0 25 0,-25 0 15,25 0-15,0 0 0,0 0 0,0 0 0,0 0 16,0 0-16,0 0 0,-24 0 0,24 0 0,0 0 0,0 0 16,0 0-16,0 0 0,-25 0 0,25 0 0,0 0 15,0 0-15,0 0 0,-25 0 0,25 0 0,0 0 0,0 0 16,0 0-16,0 0 0,-25 0 0,25 0 0,0 25 15,0-25-15,0 0 0,0 0 0,-25 25 0,25-25 0,0 0 16,0 25-16,0-25 0,0 25 0,0-25 0,0 24 16,0-24-16,0 25 0,0 0 0,0-25 0,0 25 0,0-25 15,0 25-15,0-1 0,0-24 0,0 25 0,0-25 16,25 25-16,-25-25 0,0 25 0,0-25 0,0 25 0,0-1 15,25-24-15,-25 0 0,0 25 0,0-25 0,0 25 16,0-25-16,25 0 0,-25 0 0,0 25 0,0-25 16,25 0-16,-25 0 0,0 0 0,0 0 0,0 0 0,24 0 15,-24 0-15,0 0 0,0 0 0,25 0 0,-25 0 0,0-25 16,25 25-16,-25 0 0,0 0 0,25-25 0,-25 25 15,25 0-15,-25 0 0,0 0 0,24-25 0,-24 25 16,0 0-16,25 0 0,-25 0 0,0 0 0,0 0 16</inkml:trace>
  <inkml:trace contextRef="#ctx0" brushRef="#br0" timeOffset="133110.6135">3597 9475 0,'0'0'0,"0"0"0,0 0 0,0 25 0,0-25 15,0 0-15,0 0 0,0 0 0,0 0 0,0 0 16,0 0-16,0 0 0,0 0 0,0 0 0,0 0 0,0 0 15,0-25-15,0 25 0,0 0 0,0 0 0,0 0 16,0-24-16,0 24 0,24 0 0,-24-25 0,0 25 16,0-25-16,0 25 0,0 0 0,0-25 0,0 25 0,0 0 15,0-25-15,0 25 0,0-24 0,0 24 0,0 0 16,0-25-16,0 25 0,0-25 0,0 25 0,0 0 0,0 0 15,0-25-15,0 25 0,0 0 0,-24 0 0,24 0 0,0-25 16,0 25-16,0 0 0,0 0 0,0 0 0,0 0 16,0 0-16,0 0 0,0 0 0,0 25 0,0-25 15,0 0-15,0 0 0,24 25 0,-24-25 0,0 0 16,0 25-16,0-25 0,0 25 0,0-25 0,0 24 0,0-24 15,0 25-15,0-25 0,0 25 0,0-25 0,0 25 0,25-25 16,-25 25-16,0-25 0,0 24 0,0-24 0,0 0 16,0 25-16,0-25 0,0 0 0,0 25 0,0-25 15,0 0-15,0 25 0,0-25 0,0 0 0,0 25 0,0-25 16,0 0-16,0 0 0,0 0 0,0 0 0,0 24 15,0-24-15,0 0 0,0 0 0,0 0 0,0 0 16,0 0-16,0 0 0,0 0 0,0 0 0,0-24 0,0 24 16,0 0-16</inkml:trace>
  <inkml:trace contextRef="#ctx0" brushRef="#br0" timeOffset="133336.6263">3994 9302 0,'0'0'0,"0"0"0,0 0 0,0 0 16,-25 0-16,25 0 0,0 0 0,0 0 0,0 0 0,0 0 15,0 0-15,0 0 0,0 0 0,0 0 0,0 0 16,0 0-16,25 0 0,-25 0 0,0 0 0,0 0 15,0 0-15,0 0 0,0 0 0,0 0 0,0 0 0,24 0 16,-24 25-16,0-25 0,0 0 0</inkml:trace>
  <inkml:trace contextRef="#ctx0" brushRef="#br0" timeOffset="133485.6349">4043 9550 0,'0'0'0,"25"0"0,-25 0 0,0 0 16,0 0-16,0 0 0,0 0 0,0 0 0,0 0 0,0 0 15,0 0-15,0 0 0,0 0 0,0 0 0,0 0 16,0-25-16,25 25 0,-25 0 0,0 0 0,0 0 15,25 0-15,-25 0 0,0 0 0,0 0 0,0 0 0,24 0 16,-24 0-16</inkml:trace>
  <inkml:trace contextRef="#ctx0" brushRef="#br0" timeOffset="134127.6716">5432 9004 0,'0'0'0,"0"0"0,-25 0 0,25 0 15,0 0-15,0 0 0,0 0 0,0 0 0,0 0 0,0 0 16,0 0-16,0 0 0,0 0 0,0 0 0,0 25 16,0-25-16,0 0 0,0 25 0,0-25 0,0 25 15,0-25-15,0 24 0,0-24 0,0 25 0,0 0 0,0-25 16,0 25-16,0 0 0,25-25 0,-25 24 0,0 1 15,0 0-15,0-25 0,0 25 0,0 0 0,0-1 16,0-24-16,0 25 0,0 0 0,0-25 0,0 25 0,0-25 16,0 25-16,0-25 0,0 24 0,0-24 0,0 25 0,0-25 15,0 0-15,0 25 0,0-25 0,0 0 16,0 0-16,0 0 0,0 25 0,0-25 0,0 0 0,0 0 15,0 0-15,0 0 0,0-25 0,0 25 0,0 0 0,0 0 16,0-25-16,0 25 0,-25 0 0,25-25 0,0 25 16,0-24-16,0 24 0</inkml:trace>
  <inkml:trace contextRef="#ctx0" brushRef="#br0" timeOffset="134409.6878">5407 9178 0,'0'0'0,"0"-25"0,0 25 0,25 0 16,-25 0-16,0-25 0,0 25 0,0 0 0,0 0 0,25 0 15,-25-25-15,0 25 0,0 0 0,25 0 0,-25 0 16,0 0-16,25 0 0,-25 0 0,0 0 0,24 0 15,-24 25-15,0-25 0,25 0 0,-25 0 0,0 0 0,25 25 16,-25-25-16,0 25 0,25-25 0,-25 25 0,25-25 16,-25 24-16,0-24 0,24 25 0,-24-25 0,0 25 0,0-25 15,25 25-15,-25-25 0,0 25 0,0-25 0,25 24 16,-25-24-16,0 25 0,0-25 0,25 25 0,-25-25 0,0 25 15,0-25-15,0 0 0,0 25 0,25-25 0,-25 24 16,0-24-16,0 0 0,0 25 0,0-25 0,0 0 16,0 0-16,0 0 0,0 25 0,0-25 0,0 0 0,24 0 15,-24 0-15,0 0 0,0 0 0,0 0 0,0 0 16,0 0-16,0 0 0,0 0 0,0 0 0,0-25 15,0 25-15,0 0 0,25 0 0</inkml:trace>
  <inkml:trace contextRef="#ctx0" brushRef="#br0" timeOffset="134663.7023">5755 9029 0,'0'0'0,"0"0"0,0 0 0,0 0 0,0 0 0,0 0 15,0 0-15,0 0 0,0 0 0,0 0 0,0 0 16,0 0-16,0 25 0,0-25 0,0 0 0,0 25 15,0-25-15,0 24 0,24 1 0,-24-25 0,0 25 0,0 0 16,0-25-16,0 25 0,0-1 0,0 1 0,0-25 16,0 25-16,0 0 0,0-25 0,25 25 0,-25-1 0,0-24 15,0 25-15,0-25 0,0 25 0,0-25 0,0 25 16,0-25-16,0 0 0,0 25 0,0-25 0,0 0 0,0 24 15,0-24-15,0 0 0,0 0 0,0 0 0,0 0 16,0 0-16,0 0 0,0 0 0,0 0 0</inkml:trace>
  <inkml:trace contextRef="#ctx0" brushRef="#br0" timeOffset="135643.7583">5879 9500 0,'0'0'0,"0"0"16,0 0-16,0 0 0,0 0 0,0 0 0,0 0 15,0 0-15,0 0 0,0 0 0,0 0 0,0 0 16,0 0-16,0-25 0,25 25 0,-25 0 0,0 0 0,24-24 15,-24 24-15,0 0 0,25-25 0,-25 25 0,25-25 0,-25 25 16,25 0-16,-25-25 0,0 25 0,25-25 16,-25 25-16,0-24 0,24 24 0,-24 0 0,0-25 0,0 25 15,0 0-15,0-25 0,0 25 0,0 0 0,0 0 16,0-25-16,0 25 0,-24 0 0,24 0 0,0 0 0,0 0 15,0 0-15,0-25 0,-25 25 0,25 0 0,0 0 16,0 0-16,-25 0 0,25 0 0,0 0 0,0 0 0,0 0 16,-25 0-16,25 0 0,0 0 0,0 0 0,0 0 15,-25 0-15,25 0 0,0 25 0,0-25 0,0 0 16,0 0-16,0 0 0,-24 0 0,24 0 0,0 25 0,0-25 15,0 0-15,0 0 0,0 25 0,0-25 0,0 0 0,0 25 16,0-25-16,0 0 0,0 24 0,0-24 16,0 0-16,0 25 0,24-25 0,-24 25 0,0-25 0,0 25 15,0-25-15,25 0 0,-25 25 0,0-25 0,0 0 0,25 24 16,-25-24-16,0 0 0,0 25 0,25-25 0,-25 0 15,0 0-15,0 25 0,25-25 0,-25 0 0,0 0 0,0 0 16,24 0-16,-24 0 0,0 0 0,0 0 0,25 0 16,-25 0-16,0 0 0,0 0 0,0 0 0,25 0 15,-25 0-15,0-25 0,0 25 0,0 0 0,25 0 0,-25-25 16,0 25-16,0 0 0,0-24 0,25 24 0,-25-25 15,0 25-15,0 0 0,0-25 0,0 25 0,0 0 0,24-25 16,-24 25-16,0 0 0,0-25 0,0 25 0,0 0 16,0-24-16,0 24 0,0-25 0,0 25 0,0 0 15,0 0-15,0-25 0,0 25 0,-24 0 0,24 0 0,0 0 16,0-25-16,0 25 0,0 0 0,0 0 0,0 0 15,0 0-15,0 0 0,0 0 0,0 0 0,0 0 16,0 0-16,0 0 0,0 0 0,0 0 0,0 0 0,0 0 16,0 0-16,0 0 0,0 25 0,0-25 0,0 0 15,0 0-15,24 25 0,-24-25 0,0 25 0,0-25 0,0 24 16,0-24-16,0 25 0,0-25 0,0 25 0,25-25 15,-25 25-15,0-25 0,0 0 0,0 25 0,0-25 0,0 24 16,25-24-16,-25 0 0,0 0 0,0 25 0,0-25 16,25 0-16,-25 0 0,0 0 0,0 0 0,25 0 15,-25 25-15,0-25 0,0 0 0,24 0 0,-24 0 0,0 0 16,0-25-16,25 25 0,-25 0 0,0 0 0,25 0 15,-25 0-15,0-25 0,25 25 0,-25 0 0,0-24 16,0 24-16,25 0 0,-25 0 0,0-25 0,0 25 0,0 0 16,0-25-16,0 25 0,0 0 0,0 0 0,0-25 0,0 25 15,0 0-15,0-25 0,0 25 0,0 0 0,0 0 16,0-24-16,0 24 0,0 0 0,0 0 0,0 0 15,0-25-15,0 25 0,-25 0 0,25 0 0,0 0 0,0 0 16,0 0-16,0-25 0,0 25 0,0 0 0,0 0 16,0 0-16,0 0 0,0 0 0,0 0 0,0 25 0,0-25 15,0 0-15,0 0 0,0 0 0,0 25 16,0-25-16,0 0 0,0 24 0,0-24 0,0 25 0,0-25 15,0 25-15,0-25 0,0 25 0,25-25 0,-25 25 78,0-25-78,0 0 0,0 24 0,0-24 0,0 25 0,0-25 0,24 0 0,-24 25 0,0-25 0,0 0 0,0 0 0,0 25 0,25-25 0,-25 0 0,0 0 0,0 0 0,0 0 0,0 0 0,25 0 0,-25 0 0,0 0 0,25 0 0,-25 0 0,0 0 0,0 0 0,25-25 0,-25 25 0,0 0 16,24-25-16,-24 25 0,0 0 0,0-25 0,0 25 16,0 0 15,0-24-31,0 24 0,0-25 0,0 25 0,0 0 0,0-25 0,0 25 0</inkml:trace>
  <inkml:trace contextRef="#ctx0" brushRef="#br0" timeOffset="135879.7718">6102 9128 0,'-25'0'0,"25"0"0,0-25 0,-25 25 16,25 0-16,0 0 0,0 0 0,0-24 0,0 24 16,0 0-16,0 0 0,0 0 0,0-25 0,0 25 0,0 0 15,25 0-15,-25 0 0,0-25 0,0 25 0,25 0 16,-25 0-16,0-25 0,25 25 0,-25 0 0,25 0 0,-25-25 15,0 25-15,24 0 0,-24 0 0,0 0 0,25 0 16,-25 0-16,0 0 0,25 0 0,-25 0 0,0 0 16,25 0-16,-25 0 0,0 0 0,0 0 0,0 0 15,0 25-15,25-25 0,-25 0 0,0 0 0,0 0 0,0 25 16,0-25-16,0 0 0,24 0 0,-24 0 0</inkml:trace>
  <inkml:trace contextRef="#ctx0" brushRef="#br0" timeOffset="136058.7821">6449 8830 0,'0'-24'16,"0"24"-16,0 0 0,0 0 0,0 0 0,25 0 16,-25 24-16,0-24 0,0 0 0,0 0 0,0 25 0,0-25 15,0 25-15,0-25 0,0 25 0,0-25 0,0 25 16,0-25-16,0 24 0,0 1 0,0-25 0,-25 25 0,25-25 15,0 25-15,0-25 0,0 25 0,0-25 0,0 25 16,-25-1-16</inkml:trace>
  <inkml:trace contextRef="#ctx0" brushRef="#br0" timeOffset="136769.8227">7392 9054 0,'0'0'0,"0"0"0,0 0 0,0 0 0,-25-25 16,25 25-16,0 0 0,0 0 0,0 0 0,-25 0 16,25 0-16,0 0 0,0 0 0,0 0 0,0 0 0,-25 0 15,25 0-15,0 0 0,0 0 0,0 0 16,0 0-16,-24 0 0,24 0 0,0 0 0,0 25 0,0-25 15,0 0-15,0 0 0,0 0 0,0 0 0,0 25 0,0-25 16,0 0-16,0 24 0,0-24 0,0 25 0,0-25 16,0 0-16,24 25 0,-24 0 0,0-25 0,0 25 0,0-25 15,25 24-15,-25-24 0,0 25 0,25 0 0,-25-25 16,0 25-16,25-25 0,-25 25 0,25-25 0,-25 24 0,24-24 15,-24 25-15,0-25 0,25 0 0,-25 25 0,0-25 16,25 0-16,-25 25 0,0-25 0,0 0 0,0 0 16,0 0-16,0 25 0,0-25 0,0 0 0,0 0 0,0 0 15,0 0-15,0 0 0,0 0 0,0 0 0,0 0 16,0 0-16,0 24 0,0-24 0,-25 0 0,25 0 15,0 0-15,0 0 0,-25 0 0,25 0 0,0 0 0,-24 0 16,24 0-16,0 0 0,0 0 0,0 0 0,-25 0 16,25 0-16,0 0 0,0 0 0,0 0 0,0 0 0,0 0 15,0 0-15,0 0 0,0 0 0,0 0 0,0-24 16,0 24-16,0 0 0,0 0 0,0 0 0,0 0 0,25-25 15,-25 25-15,0 0 0,24 0 0,-24-25 16,25 25-16,-25 0 0,25 0 0,-25-25 0,25 25 0</inkml:trace>
  <inkml:trace contextRef="#ctx0" brushRef="#br0" timeOffset="137294.8528">7813 9227 0,'0'0'0,"0"0"0,0 0 0,0 0 0,0 0 15,-24 0-15,24-24 0,0 24 0,0 0 0,0 0 16,0 0-16,0 0 0,-25 0 0,25 0 0,0 0 0,0 0 15,0 0-15,-25-25 0,25 25 0,0 25 0,0-25 16,-25 0-16,25 0 0,0 0 0,-25 0 0,25 0 16,0 0-16,0 24 0,-24-24 0,24 0 0,0 0 0,0 25 15,-25-25-15,25 0 0,0 25 0,0-25 0,0 25 16,0-25-16,0 25 0,0-25 0,0 24 0,25-24 0,-25 25 15,0-25-15,0 25 0,0-25 0,24 25 0,-24-25 16,0 25-16,0-25 0,25 0 0,-25 24 0,0-24 0,0 0 16,25 25-16,-25-25 0,0 0 0,0 0 0,25 0 15,-25 0-15,0 0 0,0 0 0,0 0 0,25 0 16,-25 0-16,0 0 0,0 0 0,0-25 0,0 25 0,0 0 15,24 0-15,-24-24 0,0 24 0,0 0 0,0-25 16,0 25-16,0 0 0,0-25 0,-24 25 0,24-25 0,0 25 16,0 0-16,-25-25 0,25 25 0,0-24 0,-25 24 15,25-25-15,0 25 0,0-25 0,-25 25 0,25-25 16,0 25-16,-25-25 0,25 25 0,0 0 0,0-24 0,0 24 15,-24 0-15,24 0 0,0-25 0,0 25 0,0 0 16,0 0-16,0-25 0,0 25 0,0 0 0,0 0 16,24-25-16,-24 25 0,0 0 0,0 0 0,0 0 0,25-25 15,-25 25-15,0 0 0,25 0 0,-25-24 0,25 24 16,-25 0-16,0 0 0,25 0 0,-25 0 0,24 0 0,-24 0 15,0 0-15,25 0 0,-25 0 0,0 0 0,25 0 16,-25 0-16,0 0 0,25 24 0,-25-24 0,0 0 0,0 0 16,0 0-16,25 25 0,-25-25 0,0 0 0,0 25 15,0-25-15,0 0 0,0 0 0,0 25 0,0-25 0,24 0 16,-24 0-16,0 0 0,0 0 0,0 0 0,0 0 15,25 0-15,-25 0 0</inkml:trace>
  <inkml:trace contextRef="#ctx0" brushRef="#br0" timeOffset="137454.8619">8062 8930 0,'0'0'0,"0"-25"0,0 25 0,0 0 0,0 0 16,0 0-16,0 0 0,0 0 0,0 0 0,0 25 0,0-25 16,0 0-16,0 24 0,0-24 0,0 0 0,0 25 15,0-25-15,0 25 0,0 0 0,0-25 0,0 25 16,0-25-16,0 25 0,0-1 0,0-24 0,0 25 0,0-25 15,0 25-15,0 0 0,0-25 0,0 0 0</inkml:trace>
  <inkml:trace contextRef="#ctx0" brushRef="#br0" timeOffset="137876.8859">8483 9252 0,'0'0'0,"0"0"0,0 0 0,0 0 16,0 0-16,0 0 0,0 0 0,0 0 0,0 0 0,0 0 15,0 0-15,0 25 0,0-25 0,0 0 0,0 0 16,0 25-16,25-25 0,-25 0 0,0 25 0,0-25 15,0 24-15,0-24 0,0 25 0,25-25 0,-25 25 0,0-25 16,0 25-16,25 0 0,-25-25 0,0 0 0,0 24 16,24-24-16,-24 25 0,0-25 0,0 0 0,0 0 15,0 25-15,0-25 0,0 0 0,0 0 0,25 0 0,-25 0 16,0 0-16,0 0 0,0 0 0,0 0 0,0 0 15,0 0-15,0-25 0,0 25 0,25 0 0,-25-25 16,0 25-16,0-24 0,0-1 0,0 25 0,0-25 0,0 25 16,25-25-16,-25 25 0,0-25 0,0 1 0,0 24 15,0-25-15,0 25 0,0-25 0,25 25 0,-25-25 0,0 25 16,0 0-16,0-25 0,0 25 0,0 0 0,0 0 15,0-24-15,0 24 0,0 0 0,24 0 0,-24 0 0,0 0 16,0 0-16,0 0 0,25 0 0,-25-25 0,0 25 16,0 0-16,25 0 0,-25 0 0,0 0 0</inkml:trace>
  <inkml:trace contextRef="#ctx0" brushRef="#br0" timeOffset="138280.9092">8880 9277 0,'0'0'0,"0"25"15,0-25-15,0 0 0,0 0 0,0 0 0,0 0 16,0 0-16,0 0 0,0 0 0,0 0 0,0 0 15,0-25-15,0 25 0,0 0 0,0 0 0,25 0 0,-25 0 16,0 0-16,0-25 0,0 25 0,0 0 0,0 0 16,25 0-16,-25 0 0,0-25 0,0 25 0,0 0 0,0 0 15,0 0-15,0 0 0,0-24 0,0 24 0,-25 0 16,25 0-16,0 0 0,0 0 0,0-25 0,-25 25 0,25 0 15,0 0-15,0 0 0,0 0 0,-25 0 0,25 0 16,0 0-16,0 0 0,-25 0 0,25 0 0,0 0 16,0 0-16,0 0 0,-24 0 0,24 0 0,0 25 0,0-25 15,-25 0-15,25 0 0,0 0 0,0 24 0,-25-24 16,25 0-16,0 0 0,0 25 0,0-25 0,0 0 15,-25 0-15,25 25 0,0-25 0,0 0 0,0 25 0,0-25 16,0 0-16,0 25 0,0-25 0,0 24 0,25-24 16,-25 0-16,0 25 0,0-25 0,0 25 0,25-25 0,-25 0 15,0 25-15,25-25 0,-25 0 0,0 25 0,24-25 16,-24 0-16,0 0 0,25 24 0,-25-24 0,0 0 0,25 0 15,-25 0-15,0 0 0,25 25 0,-25-25 0,0 0 16,25 0-16,-25 0 0,24 0 0,-24 0 0,25 0 16,-25-25-16,25 25 0,0 0 0,-25 0 0,25-24 0,-25 24 15,25 0-15,-1-25 0,-24 25 0</inkml:trace>
  <inkml:trace contextRef="#ctx0" brushRef="#br0" timeOffset="138591.927">9376 9252 0,'0'0'0,"0"0"0,-25-25 0,25 25 16,0 0-16,0 0 0,0-24 0,-24 24 0,24 0 15,0 0-15,0 0 0,-25-25 0,25 25 0,0 0 0,0 0 16,-25 0-16,25-25 0,0 25 0,0 0 0,-25 0 16,25 0-16,0 0 0,0 0 0,-25 0 0,25 0 0,0 0 15,0 0-15,0 0 0,-24 25 0,24-25 0,0 0 16,0 0-16,0 25 0,0-25 0,0 0 0,-25 24 0,25-24 15,0 25-15,0-25 0,0 25 0,0 0 0,25-25 16,-25 25-16,0-25 0,0 24 0,0-24 0,0 25 0,24-25 16,-24 25-16,0-25 0,0 25 0,25-25 0,-25 25 15,0-25-15,25 0 0,-25 24 0,0-24 0,25 0 16,-25 0-16,25 0 0,-25 0 0,0 0 0,24 0 0,-24 0 15,25 0-15,-25 0 0,25 0 0,-25-24 0,25 24 16,-25-25-16,25 25 0,-25 0 0,24-25 0,1 0 0,-25 25 16,25-25-16,-25 25 0,25-24 0,-25-1 0,25 0 15,-25 25-15,24-25 0,-24 0 0</inkml:trace>
  <inkml:trace contextRef="#ctx0" brushRef="#br0" timeOffset="138833.9408">9674 8954 0,'0'0'0,"0"-24"16,0 24-16,0 0 0,0 0 0,-25 0 0,25 0 15,0 0-15,0 0 0,0 0 0,0 0 0,0 0 16,0 24-16,25-24 0,-25 0 0,0 25 0,0-25 0,0 25 15,0-25-15,0 25 0,0 0 0,0-25 0,0 25 16,25-25-16,-25 24 0,0 1 0,0 0 0,0-25 0,0 25 16,0 0-16,0-25 0,0 24 0,0 1 0,24 0 15,-24-25-15,0 25 0,0-25 0,0 25 0,0-1 0,0-24 16,0 25-16,0-25 0,0 25 0,0-25 0,0 0 15,0 25-15,0-25 0,0 0 0,0 0 0,0 0 16,0 25-16,0-25 0,0 0 0,0 0 0,-24 0 0,24 0 16,0-25-16,0 25 0,0 0 0,0 0 0,-25 0 15,25-25-15,0 25 0,0 0 0,0-25 0,0 25 16,0-25-16</inkml:trace>
  <inkml:trace contextRef="#ctx0" brushRef="#br0" timeOffset="139257.9651">9649 9302 0,'0'0'0,"25"-25"0,-25 25 16,0 0-16,0 0 0,0 0 0,0 0 0,0-25 0,0 25 156,49-49-156,-49 49 0,25 0 0,-25 0 0,0 0 0,0 0 0,0 0 0,0 0 0,0 0 0,0 24 0,0-24 0,25 0 0,-25 0 0,0 0 0,0 0 0,0 25 0,0-25 0,0 0 0,0 0 0,0 25 0,0-25 0,25 0 0,-25 0 0,0 25 0,0-25 0,0 25 0,0-25 0,0 0 0,0 24 0,0-24 0,0 0 0,25 25 0,-25-25 0,0 25 0,0-25 0,0 0 0,0 25 0,24-25 16,-24 0-16,0 0 0,0 25 0,25-25 0,-25 0 15,0 0-15,25 0 0,-25 0 0,0 0 0,25 0 0,-25 0 16,0 0-16,25 0 0,-25 0 0,24-25 0,-24 25 15,25 0-15,-25 0 0,0-25 0,25 25 0,-25-25 16,0 25-16,25-25 0,-25 25 0,0-24 0,0 24 0,0-25 16,0 0-16,0 25 0,-25-25 0,25 0 0,0 25 0,0-24 15,0 24-15,-25-25 0,25 25 0,0-25 16,0 25-16,-25 0 0,25-25 0,0 25 0,0 0 0,-24 0 15,24 0-15,0 0 0,0 0 0,0 0 0,-25-25 16,25 50-16,0-25 0,0 0 0,-25 0 0,25 0 0,0 0 16,0 0-16,-25 0 0,25 25 0,0-25 0,0 0 15,0 0-15,-25 0 0,25 0 0,0 25 0,0-25 0,0 0 16,0 0-16,0 0 0,0 0 0,0 0 0,0 0 15,0 0-15,0 0 0,0 0 0,0 0 0,-24 0 16,24 0-16</inkml:trace>
  <inkml:trace contextRef="#ctx0" brushRef="#br0" timeOffset="139468.9771">9922 9029 0,'0'0'0,"0"0"15,0-25-15,0 25 0,0 0 0,0 0 0,0 0 16,0 0-16,25 0 0,-25 0 0,0 0 0,0 0 0,24 0 15,-24 0-15,0 0 0,25 0 0,-25 0 0,25 0 16,-25 0-16,0 0 0,25 0 0,-25 25 0,0-25 0,0 0 16,0 0-16,0 25 0,0-25 0,0 0 0,0 0 0,0 25 15,-25-25-15,25 24 0,-25-24 0,0 0 0,25 25 16,-24-25-16,-1 0 0,0 25 0,0-25 0</inkml:trace>
  <inkml:trace contextRef="#ctx0" brushRef="#br0" timeOffset="141888.1155">10864 9227 0,'0'0'0,"0"0"0,0 0 0,0 0 0,0 0 16,0 0-16,0 0 0,0 0 0,0 0 0,0 0 15,0 0-15,0 0 0,0 0 0,0 0 0,0 0 0,0 0 16,25 0-16,-25 0 0,0 0 0,0 0 0,25 0 15,-25 0-15,0 0 0,0 0 0,25 0 0,-25-24 16,0 24-16,25 0 0,-25 0 0,0 0 0,24 0 0,-24 0 16,0 0-16,25 0 0,-25 0 0,0 0 0,25 0 15,-25 0-15,0 0 0,0 0 0,25 0 0,-25 0 16,0 0-16,0 0 0,0 0 0,0 0 0,0 0 0</inkml:trace>
  <inkml:trace contextRef="#ctx0" brushRef="#br0" timeOffset="142188.1327">10864 9550 0,'0'0'0,"0"0"0,0 0 0,0 0 0,0 0 15,0 0-15,0 0 0,0 0 0,0 0 0,0 0 0,25 0 16,-25 0-16,0 0 0,0 25 0,0-50 0,25 25 0,-25 0 15,0 0-15,25 0 0,-25 0 0,0 0 0,25 0 16,-25 0-16,24 0 0,-24 0 0,25 0 0,-25 0 0,25 0 16,-25 0-16,25 0 0,-25 0 0,25 0 0,-25 0 15,24 0-15,-24 0 0,25 0 0,-25 0 0,25 0 16,0 0-16</inkml:trace>
  <inkml:trace contextRef="#ctx0" brushRef="#br0" timeOffset="142905.1737">11832 9575 0,'0'0'0,"0"0"15,0 0-15,0 0 0,0 0 0,0 0 0,0 0 16,0 0-16,0 0 0,0 0 0,0 0 0,0 0 16,0 0-16,25-25 0,-25 25 0,0 0 0,0 0 0,0-25 15,24 25-15,-24 0 0,0 0 0,0-25 0,0 25 16,25-25-16,-25 25 0,0-24 0,0 24 0,25-25 0,-25 25 15,0-25-15,0 25 0,25-25 0,-25 25 0,0-25 16,0 25-16,0-24 0,0 24 0,0-25 0,0 25 0,0-25 16,0 25-16,0-25 0,0 25 0,-25 0 15,25 0-15,0-25 0,0 25 0,0 0 0,0 0 0,0 0 16,0 0-16,0 0 0,0 0 0,0 0 0,0 0 0,0 0 15,0 0-15,0 0 0,0 0 0,0 0 0,0 25 16,0-25-16,0 0 0,0 0 0,25 25 0,-25-25 16,0 0-16,0 0 0,25 25 0,-25-25 0,0 0 0,24 25 15,-24-25-15,0 24 0,25-24 0,-25 0 0,25 25 16,-25-25-16,25 25 0,-25-25 0,25 25 0,-25-25 0,24 0 15,-24 25-15,0-25 0,25 0 0,-25 24 0,0-24 16,0 0-16,25 25 0,-25-25 0,0 0 0,0 0 0,0 25 16,0-25-16,0 0 0,0 0 0,0 0 0,0 0 15,-25 25-15,25-25 0,0 0 0,0 0 0,0 0 16,-25 0-16,25 0 0,0 0 0,0 25 0,-24-25 0,24 0 15,0 0-15,-25 0 0,25 0 0,0 0 0,0 0 16,-25 0-16,25 0 0,0 0 0,0 0 0,0 0 0,0 0 16,0 0-16,0 0 0,0 0 0,-25-25 0,25 25 15,0 0-15,25 0 0,-25 0 0,0 0 0,0 0 16,0-25-16,0 25 0,25 0 0,-25 0 0,0 0 0,0-25 15</inkml:trace>
  <inkml:trace contextRef="#ctx0" brushRef="#br0" timeOffset="143481.2066">12526 9376 0,'0'0'0,"0"-25"15,0 25-15,0 0 0,-24 0 0,24 0 0,0-24 0,0 24 16,0 0-16,0 0 0,0-25 0,-25 25 0,25 0 15,0 0-15,0-25 0,0 25 0,0 0 0,-25 0 16,25-25-16,0 25 0,0 0 0,0 0 0,-25 0 0,25 0 16,0 0-16,0 0 0,0 0 0,-25 0 0,25 0 15,0 0-15,-24 0 0,24 0 0,0 0 0,0 0 16,-25 25-16,25-25 0,0 0 0,-25 0 0,25 25 0,0-25 15,0 25-15,-25-25 0,25 24 0,0 1 0,0-25 16,0 25-16,0-25 0,0 25 0,-25 0 0,25-25 0,0 24 16,25-24-16,-25 25 0,0-25 0,0 25 0,0-25 15,0 25-15,25-25 0,-25 0 0,0 25 0,0-25 0,25 0 16,-25 0-16,0 24 0,0-24 0,25 0 0,-25 0 15,0 0-15,0 0 0,24 0 0,-24 0 0,0 0 16,25 0-16,-25-24 0,0 24 0,0 0 0,0 0 0,25-25 16,-25 25-16,0 0 0,0-25 0,0 25 0,0 0 15,25-25-15,-25 25 0,0-25 0,-25 25 0,25 0 0,0-24 16,0 24-16,0-25 0,0 25 0,0-25 0,-25 25 15,25-25-15,0 25 0,0 0 0,-25-25 0,25 25 16,0-24-16,-24 24 0,24 0 0,0-25 0,0 25 0,-25-25 16,25 25-16,0 0 0,0 0 0,-25-25 0,25 25 15,0 0-15,0 0 0,0-25 0,0 25 0,0 0 0,0 0 16,0-24-16,0 24 0,0 0 0,0 0 0,25-25 15,-25 25-15,0 0 0,25 0 0,-25-25 0,0 25 16,24 0-16,1 0 0,-25-25 0,25 25 0,-25 0 0,25 0 16,-25 0-16,0 0 0,25 0 0,-25 0 0,24 0 15,-24 0-15,0 0 0,0 25 0,25-25 0,-25 0 0,0 0 16,0 0-16,0 25 0,0-25 0,0 0 0,0 25 15,0-25-15,0 0 0,0 0 0,25 24 0,-25-24 16,0 0-16,0 0 0,0 0 0,0 0 0,0 0 0,0 0 16</inkml:trace>
  <inkml:trace contextRef="#ctx0" brushRef="#br0" timeOffset="143655.2166">12750 8979 0,'0'0'0,"0"0"0,0 0 0,0 0 0,0 0 15,0 0-15,0 0 0,0 0 0,0 25 0,-25-25 16,25 0-16,0 25 0,0-25 0,0 25 0,0-25 0,0 25 15,-25-25-15,25 24 0,0-24 0,0 25 0,0 0 0,-25-25 16,25 25-16,0 0 0,0-25 0,0 24 0,0-24 16,0 25-16,0 0 0,0-25 0,0 25 0,0-25 15,0 25-15</inkml:trace>
  <inkml:trace contextRef="#ctx0" brushRef="#br0" timeOffset="144064.24">13345 9302 0,'0'0'0,"0"0"0,0-25 0,-25 25 0,25 0 16,0-25-16,-25 25 0,25-25 0,0 25 0,0 0 16,-24-24-16,24 24 0,0 0 0,0 0 0,-25 0 15,25 0-15,0-25 0,-25 25 0,25 0 0,0 0 0,0 0 16,0 25-16,-25-25 0,25 0 0,0 0 0,0 0 15,-25 24-15,25-24 0,0 0 0,0 25 0,0-25 0,0 25 16,-25-25-16,25 25 0,0-25 0,0 25 0,0-1 16,25-24-16,-25 25 0,0 0 0,0-25 0,0 25 15,0 0-15,25-25 0,-25 24 0,25-24 0,-25 25 0,0-25 16,25 25-16,-25-25 0,25 0 0,-25 25 0,24-25 0,-24 0 15,25 0-15,-25 0 0,25 0 0,-25 0 0,25 0 16,-25-25-16,25 25 0,-25 0 0,24 0 0,-24-25 16,25 25-16,-25-25 0,25 25 0,-25-24 0,25 24 0,-25-25 15,0 25-15,25-25 0,-25 0 0,0 25 0,0-25 16,0 25-16,0-24 0</inkml:trace>
  <inkml:trace contextRef="#ctx0" brushRef="#br0" timeOffset="144634.2726">13519 9252 0,'0'0'0,"0"0"0,0 0 16,0 0-16,0 0 0,0 0 0,0 0 0,0 0 15,0 0-15,0 0 0,0 0 0,0-25 0,0 25 0,0 0 16,0 0-16,0 0 0,0 0 0,0 0 0,0 0 0,0-24 15,24 24-15,-24 0 0,0 0 0,25-25 0,-25 25 16,0-25-16,25 25 0,-25 0 0,25-25 0,-25 25 16,25-25-16,-25 25 0,0-24 0,24 24 0,-24-25 0,25 0 15,-25 25-15,0-25 0,25 25 0,-25-25 0,0 25 16,0-25-16,0 25 0,0-24 0,0-1 0,0 25 0,0 0 15,0-25-15,0 25 0,0-25 0,-25 25 0,25 0 16,0-25-16,0 25 0,0 0 0,-25-24 0,25 24 0,0 0 16,-24 0-16,24 0 0,0 0 0,-25 0 0,25 0 15,0 0-15,-25 0 0,25 0 0,0 0 0,-25 0 16,25 0-16,0 24 0,0-24 0,-25 0 0,25 0 0,0 25 15,0-25-15,0 25 0,0-25 0,0 0 0,0 25 16,0 0-16,0-25 0,0 24 0,0-24 0,0 25 16,0 0-16,25-25 0,-25 25 0,0 0 0,0-25 0,0 25 15,25-1-15,-25 1 0,0-25 0,0 25 0,25 0 16,-25 0-16,0-25 0,0 24 0,0 1 0,0 0 0,25-25 15,-25 25-15,0-25 0,0 25 0,0-25 0,0 24 16,0-24-16,0 25 0,0-25 0,0 25 0,0-25 0,0 0 16,0 25-16,0-25 0,0 0 0,0 0 0,0 0 15,0 0-15,0 0 0,0 0 0,0 0 0,0 0 16,0 0-16,0 0 0,0-25 0,0 25 0,0 0 0,0 0 15,24-25-15,-24 25 0,0-25 0,0 25 0,0-24 16,25 24-16,-25-25 0,0 25 0,0-25 0,25 25 0,-25 0 16,0-25-16,0 25 0,0 0 0,0 0 0,25 0 15,-25 0-15,0 0 0,0 0 0,0 25 0,0-25 0,0 0 16,0 0-16,25 25 0,-25-25 0,0 25 0,0-25 15,0 0-15,0 24 0,0-24 0,0 25 0,0-25 16,0 25-16,0-25 0,0 0 0,0 25 0,0-25 0,0 0 16,0 25-16,0-25 0,0 0 0,0 0 0,0 24 15,0-24-15,0 0 0,0 0 0,0 0 0,0 0 16,0 0-16,24 0 0,-24 0 0,0 0 0,0 0 0,0 0 15,25 0-15,-25-24 0,25 24 0,-25 0 0,0 0 16</inkml:trace>
  <inkml:trace contextRef="#ctx0" brushRef="#br0" timeOffset="145609.3283">13990 9203 0,'0'0'0,"-25"0"16,25 0-16,0-25 0,0 25 0,0 0 0,0 0 0,0 0 16,0 0-16,-25 0 0,25 0 0,0 0 0,0 0 15,0 0-15,0 0 0,0 0 0,0 0 0,0 0 0,0 25 16,0-25-16,0 0 0,25 0 0,-25 24 0,0-24 15,0 25-15,0-25 0,0 25 0,0-25 0,0 25 16,0-25-16,0 25 0,0-1 0,0-24 0,25 25 0,-25-25 16,0 25-16,0-25 0,0 25 0,0 0 0,0-25 15,25 0-15,-25 24 0,0-24 0,0 25 0,0-25 0,24 0 16,-24 25-16,0-25 0,0 0 0,25 0 0,-25 0 15,0 0-15,0 0 0,25 25 0,-25-25 0,0-25 16,25 25-16,-25 0 0,0 0 0,25 0 0,-25 0 0,0 0 16,24-25-16,-24 25 0,0 0 0,25-25 0,-25 25 15,0 0-15,25-24 0,-25 24 0,0 0 0,25-25 0,-25 25 16,0-25-16,0 25 0,0-25 0,0 25 0,25 0 15,-25-25-15,0 25 0,0-24 0,0 24 0,-25-25 0,25 25 16,0 0-16,0-25 0,0 25 0,0 0 0,0-25 16,0 25-16,0 0 0,-25 0 0,25-25 0,0 25 15,0 0-15,0 0 0,0 0 0,-25 0 0,25-24 0,0 24 16,0 0-16,0 0 0,0 0 0,-25 0 0,25 0 15,0 0-15,0 0 0,0 0 0,0 0 0,-24 0 16,24 24-16,0-24 0,0 0 0,0 0 0,0 25 0,0-25 16,0 0-16,0 25 0,0-25 0,0 25 0,0-25 15,0 25-15,24-1 0,-24-24 0,0 25 0,0-25 0,0 25 16,25-25-16,-25 25 0,0-25 0,0 25 0,25-25 15,-25 24-15,0-24 0,0 0 0,0 25 0,25-25 0,-25 0 16,0 25-16,0-25 0,0 0 0,25 0 0,-25 0 16,0 0-16,0 0 0,24 0 0,-24 0 0,0 0 15,25 0-15,-25 0 0,0-25 0,25 25 0,-25 0 0,25-25 16,-25 25-16,0-24 0,25 24 0,-25 0 0,0-25 15,0 25-15,25-25 0,-25 25 0,0-25 0,0 0 16,0 25-16,0-24 0,24 24 0,-24-25 0,0 25 0,0 0 16,0-25-16,0 25 0,0-25 0,-24 25 0,24 0 15,0-25-15,0 25 0,0 0 0,0 0 0,0 0 0,0 0 16,0 0-16,0 0 0,0 0 0,0 0 0,0 0 15,0 0-15,0 0 0,0 0 0,0 0 0,0 0 16,0 0-16,-25 0 0,25 0 0,0 25 0,0-25 0,0 0 16,0 25-16,0-25 0,0 25 0,0-25 0,0 25 15,25-25-15,-25 24 0,0-24 0,0 25 0,0-25 0,0 25 16,0-25-16,24 25 0,-24-25 0,0 0 0,0 25 15,25-25-15,-25 24 0,0-24 0,0 0 0,25 25 0,-25-25 16,0 0-16,0 0 0,25 25 0,-25-25 0,0 0 16,25 0-16,-25 0 0,0 0 0,24 0 46,-24 0-14,0 0-32,25 0 0,-25-25 0,0 25 0,25 0 0,-25-25 0,0 25 0,0 0 0,25-24 0,-25 24 0,0-25 0,25 25 0,-25-25 0,0 25 0,0-25 0,0 25 0,0-25 0,0 25 0,0-24 0,0 24 0,0-25 0,0 25 0,0 0 0,0-25 0,0 25 0,0-25 0,0 25 15,0 0-15,0 0 0,0-25 0,0 25 0,0 0 0,0 0 16,0 0-16,0 0 0,0 0 62,0 0-62,0 0 16,0 0-16,0 0 0,0 0 0,0 25 0,0-25 0,0 0 0,0 25 0,0-25 0,0 25 0,0-25 0,0 25 0,0-25 0,0 24 0,0-24 0,0 25 0,0-25 0,24 25 0,-24-25 0,0 25 0,0-25 0,0 25 0,0-25 0,0 0 0,25 24 0,-25-24 0,0 0 0,0 0 15,25 25-15,-25-25 0,0 0 0,0 0 0,25 0 0,-25 0 16,0 0-16,0 0 0,25 0 0,-25 0 0,0-25 0,0 25 16,0 0-16,0 0 0,0-24 0,0 24 0,0-25 15,0 25-15,0-25 0</inkml:trace>
  <inkml:trace contextRef="#ctx0" brushRef="#br0" timeOffset="145851.3422">14436 9054 0,'-24'0'0,"24"0"15,0 0-15,0-25 0,-25 25 0,25 0 0,0-25 0,0 25 16,0 0-16,0-25 0,0 25 0,0-25 0,0 25 0,0 0 16,0-24-16,0 24 0,0 0 0,25 0 0,-25 0 15,0-25-15,0 25 0,0 0 0,24 0 0,-24 0 16,0 0-16,0 0 0,25 0 0,-25 0 0,0 0 0,25 25 15,-25-25-15,0 0 0,0 0 0,25 24 0,-25-24 16,0 0-16,0 25 0,25-25 0,-25 0 0,0 25 0,0-25 16,0 0-16,0 0 0,24 25 0,-24-25 0,0 0 15,0 0-15,0 0 0,0 0 0,0 0 0,0 0 16</inkml:trace>
  <inkml:trace contextRef="#ctx0" brushRef="#br0" timeOffset="146030.3523">14610 8855 0,'0'0'0,"25"0"0,-25 0 0,0 0 15,0 0-15,0 0 0,0 0 0,25 0 0,-25 25 16,0-25-16,24 0 0,-24 0 0,25 0 0,-25 0 0,25 0 16,0 0-16,-25 0 0,25 0 0,-1 0 0,-24 25 15,25-25-15,0 0 0,-25 0 0,25 0 0,-25 0 0,25 0 16,-25-25-16,24 25 0,-24 0 0,0 0 0,0 0 15,0 0-15,0 0 0</inkml:trace>
  <inkml:trace contextRef="#ctx0" brushRef="#br0" timeOffset="146227.3633">14114 8880 0,'0'0'0,"0"0"15,0 25-15,-25-25 0,25 0 0,0 0 0,0 0 16,0 0-16,0 0 0,0 0 0,0 0 0,0 0 15,25 0-15,-25 0 0,0-25 0,0 25 0,0 0 0,25 0 16,-25 0-16,0 0 0,0 0 0,24 0 0,-24 0 0,0 0 16,0 0-16,0 0 0,0 0 0,0 0 0,0 0 15</inkml:trace>
  <inkml:trace contextRef="#ctx0" brushRef="#br0" timeOffset="147192.4189">15726 9054 0,'0'0'0,"-25"0"0,25 0 0,0 0 0,0 0 16,0 0-16,-24 0 0,24 0 0,0 0 0,0 0 15,0 0-15,0 0 0,-25 0 0,25 0 0,0 0 0,0 0 16,0 0-16,0 0 0,0 0 0,0 0 0,0 0 15,-25 0-15,25 25 0,0-25 0,0 0 0,0 0 16,0 24-16,0-24 0,0 25 0,0-25 0,0 25 0,0-25 16,0 25-16,0-25 0,0 25 0,0-25 0,0 24 15,0-24-15,0 25 0,0 0 0,25-25 0,-25 25 0,0-25 16,0 25-16,0-25 0,0 24 140,124 26-140,-99-50 0,-25 0 0,0-25 0,24 25 0,-24 0 0,0-25 0,25 25 0,-25-24 0,0 24 0,25 0 16,-25-25-16,0 25 0,0-25 0,0 25 0,25-25 0,-25 25 0,0-25 0,0 25 0,0 0 0,0-24 0,0 24 15,0-25-15,0 25 0,0-25 0,0 25 0,-25-25 0,25 25 0,0 0 0,0-25 0,0 25 0,0 0 0,0 0 0,0-24 0,0 24 0,0 0 0,0 0 0,0 0 0,0 0 0,0 0 0,0 0 16,0 0-16,0 0 0,0 0 0,-25 24 0,25-24 0,0 0 0,0 0 0,0 25 0,0-25 0,0 25 16,0-25-16,0 25 0,0-25 0,25 25 0,-25-25 0,0 24 15,0-24-15,0 25 0,0-25 0,0 25 0,0-25 0,0 25 16,25 0-16,-25-25 0,0 0 0,0 24 0,0-24 15,25 25-15,-25-25 0,0 0 0,24 25 0,-24-25 0,25 0 16,-25 0-16,0 25 0,25-25 0,-25 0 0,25 0 16,-25 0-16,25 0 0,-25 0 0,24 0 0,-24 0 0,0-25 15,0 25-15,25 0 0,-25 0 0,0 0 0,0-25 16,25 25-16,-25 0 0,0-25 0,0 25 0,0 0 15,0-24-15,0 24 0,0-25 0,0 25 0,0-25 0,0 25 16,0-25-16,0 25 0,0-25 0,0 25 0,0-24 16,0-1-16,0 25 0,0-25 0,0 25 0,0 0 15,-25-25-15,25 25 0,0 0 0,25 0 0,-25 0 0,0 0 16,0 0-16,0 0 0,0 0 0,0 0 0,0 0 15,0 0-15,0 0 0,0 0 0,0 25 0,0-25 0,0 0 16,0 0-16,0 25 0,0-25 0,0 0 0,0 25 16,0-25-16,0 24 0,0-24 0,0 25 0,0-25 0,0 25 15,25-25-15,-25 25 0,0-25 0,0 25 0,0-25 16,0 24-16,0-24 0,0 25 0,0-25 0,25 25 15,-25-25-15,0 0 0,0 0 0,0 25 0,0-25 0,24 0 16,-24 0-16,0 0 0,0 0 0,25 0 0,-25 0 0,25 0 16,-25 0-16,25 0 0,-25 0 0,25 0 0,-25 0 15,24-25-15,-24 25 0,25 0 0,0 0 0,-25-25 16,25 25-16,-25 0 0,0 0 0,25-25 0,-25 25 15</inkml:trace>
  <inkml:trace contextRef="#ctx0" brushRef="#br0" timeOffset="147676.4466">16520 9252 0,'0'0'0,"0"0"0,0-25 0,0 25 0,0 0 16,-25-24-16,25 24 0,0 0 0,0-25 0,0 25 15,0 0-15,0-25 0,0 25 0,-25 0 0,25 0 16,0 0-16,0-25 0,0 25 0,0 0 0,0 0 0,0 0 0,0 0 16,-24 0-16,24 0 0,0 0 0,0 0 0,0 25 15,0-25-15,0 0 0,0 0 0,0 25 0,0-25 16,0 0-16,0 25 0,0-25 0,-25 24 0,25-24 0,0 25 15,0-25-15,0 25 0,25-25 0,-25 25 0,0-25 16,0 25-16,0-25 0,0 24 0,0 1 0,0-25 0,0 25 16,0-25-16,0 25 0,24-25 0,-24 25 0,0-25 15,0 0-15,0 24 0,0-24 0,25 0 0,-25 25 16,0-25-16,0 0 0,0 0 0,25 0 0,-25 0 15,0 0 48,0 0-63,25 0 0,-25 0 0,0 0 0,25 0 0,-25 0 0,0 0 0,0-25 0,24 25 0,-24 0 0,0-24 0,0 24 0,0-25 0,25 25 0,-25 0 0,0-25 0,0 25 0,0-25 0,0 0 0,0 25 0,0-24 0,0 24 0,0-25 0,0 25 0,0-25 0,0 25 0,-25-25 15,25 25-15,0 0 0,0-25 32,0 25-32,0 0 0,0 0 0,0-24 0,0 24 0,0 0 0,0 0 0,0 0 0,0 0 0,0 0 0,0 0 0,0 0 0,0 24 15,0-24-15,0 0 0,0 0 0,0 25 0,0-25 0,0 0 16,0 25-16,0-25 0,0 25 0,0-25 15,0 0-15,25 25 0,-25-25 0,0 24 0,0-24 0,0 25 16,0-25-16,0 0 0,0 25 0,25-25 0,-25 25 0,0-25 47,0 0-47,0 0 0,0 0 0,0 25 0,25-25 0,-25 0 0,0 0 0,0 0 0,0 0 0,0 0 0,0-25 0,25 25 0,-25 0 0,0 0 0,0 0 0,0-25 15,0 25-15,0 0 0,0-25 0,0 25 0,0-25 16</inkml:trace>
  <inkml:trace contextRef="#ctx0" brushRef="#br0" timeOffset="147908.4592">16594 8756 0,'25'0'15,"-25"0"-15,0 0 0,0 0 0,0 0 0,0 0 16,0-25-16,0 25 0,25 0 0,-25 0 0,0 0 0,0 0 15,25 0-15,-25 0 0,0 0 0,25 25 0,-25-25 16,0 0-16,24 0 0,-24 0 0,0 25 0,25-25 0,-25 0 16,0 25-16,0-25 0,0 24 0,0-24 0,0 0 15,0 25-15,0-25 0,-25 25 0,25-25 0,0 25 0,-24-25 16,24 25-16,-25-25 0,25 0 0,-25 24 0,25-24 15,-25 25-15,0-25 0,25 0 0,-24 0 0</inkml:trace>
  <inkml:trace contextRef="#ctx0" brushRef="#br0" timeOffset="148491.4932">17587 9004 0,'0'0'16,"0"0"-16,0 0 0,0 0 0,0 0 0,0 0 16,0 0-16,0 0 0,0 0 0,0 0 0,0 0 0,0 0 15,0 25-15,0-25 0,0 0 0,0 0 0,0 25 16,24-25-16,-24 0 0,0 25 0,0-25 0,0 24 15,0 1-15,0-25 0,0 25 0,25 0 0,-25-25 0,0 25 16,0-1-16,0 1 0,25-25 0,-25 25 0,0 0 0,0-25 16,0 25-16,0-1 0,0-24 0,0 25 0,0-25 15,0 25-15,0-25 0,0 25 0,25-25 0,-25 0 16,0 25-16,0-25 0,0 0 0,0 24 0,0-24 0,0 0 15,0 0-15,0 0 0,0 0 0,0 25 0,-25-25 16,25 0-16,0 0 0,0 0 0,0 0 0,0-25 0,0 25 16,0 0-16,0 0 0,0 0 0,25 0 0,-25-24 15,0 24-15</inkml:trace>
  <inkml:trace contextRef="#ctx0" brushRef="#br0" timeOffset="148803.511">17983 9178 0,'0'0'0,"-24"-25"0,24 25 0,0 0 0,0 0 16,0 0-16,0-25 0,-25 25 0,25 0 0,0 0 16,-25 0-16,25 0 0,-25 0 0,25 0 0,0 0 0,-25 0 15,25 0-15,0 0 0,-24 0 0,24 0 0,0 0 0,0 0 16,-25 0-16,25 25 0,0-25 0,0 0 0,0 25 15,-25-25-15,25 0 0,0 25 0,0-25 0,0 24 16,0 1-16,0-25 0,0 25 0,0-25 0,0 25 0,25 0 16,-25-25-16,0 24 0,0 1 0,0-25 0,0 25 15,0 0-15,25-25 0,-25 25 0,0-25 0,0 24 0,0-24 16,24 0-16,-24 25 0,0-25 0,0 0 0,25 0 15,-25 25-15,25-25 0,-25 0 0,0 0 0,25 0 16,0 0-16,-25 0 0,24 0 0,1-25 0,-25 25 0,25 0 16,0 0-16,0-25 0,-1 25 0,-24 0 0,25 0 15,0-24-15</inkml:trace>
  <inkml:trace contextRef="#ctx0" brushRef="#br0" timeOffset="149281.5384">18504 9178 0,'0'0'0,"0"-25"0,0 25 16,0 0-16,-25-25 0,25 25 0,0-25 0,0 25 15,-24 0-15,24 0 0,0-24 0,0 24 0,-25 0 0,25 0 16,0-25-16,-25 25 0,25 0 0,0 0 0,0 0 16,-25 0-16,25 0 0,0-25 0,0 25 0,-25 0 15,25 0-15,0 0 0,-24 25 0,24-25 0,0 0 0,0 0 16,-25 0-16,25 25 0,0-25 0,0 24 0,0-24 16,0 25-16,0 0 0,0-25 0,0 25 0,0 0 15,0-1-15,0-24 0,0 25 0,0 0 0,0 0 0,0 0 16,25-1-16,-25 1 0,0-25 0,0 25 0,0 0 15,24-25-15,-24 25 0,0-25 0,0 24 0,0-24 0,25 25 16,-25-25-16,0 0 0,0 25 0,25-25 0,-25 0 16,0 0-16,0 0 0,0 0 0,25 0 0,-25 0 0,0 0 15,0 0-15,25 0 0,-25 0 0,0-25 0,0 25 16,24 0-16,-24 0 0,0-25 0,0 25 0,25 0 15,-25-24-15,0 24 0,0-25 0,0 25 0,0 0 0,0-25 16,0 25-16,0-25 0,0 25 0,0-25 0,0 25 16,0 0-16,0-24 0,25 24 0,-25 0 0,0 0 0,0 0 15,0 0-15,0 0 0,0 0 0,0 0 0,0 0 16,0 0-16,0 0 0,0 24 0,0-24 0,0 0 0,0 0 15,0 25-15,0-25 0,0 25 0,0-25 0,0 0 16,0 25-16,0-25 0,0 25 0,0-25 0,0 24 16,0-24-16,0 0 0,0 25 0,0-25 0,25 0 0,-25 25 15,0-25-15,0 0 0,0 0 0,0 0 16,0 0-16,0 0 0,0 0 0,0 0 0,0 0 0,0 0 0,-25 0 15,25 0-15,0 0 0,0-25 0,0 25 0</inkml:trace>
  <inkml:trace contextRef="#ctx0" brushRef="#br0" timeOffset="149437.5473">18430 9376 0,'0'0'0,"0"0"0,0 0 0,0 0 0,0 0 0,0 0 15,0 0-15,0 0 0,0 0 0,0 0 0,0 0 16,0 0-16,25 0 0,-25 0 0,24 0 0,-24 0 16,25 0-16,-25 0 0,25-25 0,-25 25 0,25 0 0,-25 0 15,25 0-15,0 0 0,-25 0 0,24 0 0,1 0 16,-25-24-16,25 24 0,-25 0 0,25 0 0,0 0 15,-25 0-15,24-25 0,-24 25 0,25 0 0,-25 0 0</inkml:trace>
  <inkml:trace contextRef="#ctx0" brushRef="#br0" timeOffset="149841.5704">18852 9054 0,'0'0'0,"0"0"0,0 0 0,0 0 15,0 0-15,0 0 0,0 0 0,0-25 0,0 25 16,0 0-16,0 0 0,0 25 0,0-25 0,24 0 0,-24 0 15,0 0-15,0 25 0,0-25 0,0 0 0,0 24 16,25-24-16,-25 25 0,0-25 0,0 25 0,0 0 0,0-25 16,25 25-16,-25-1 0,0 1 0,0-25 0,0 25 15,25 0-15,-25-25 0,0 25 0,0-1 0,0-24 16,0 25-16,25-25 0,-25 25 0,0-25 0,0 0 0,0 25 15,0-25-15,0 0 0,24 25 0,-24-25 0,0 0 0,0 0 16,0 0-16,0 0 0,0 0 0,0 0 0,0-25 16,0 25-16,25 0 0,-25 0 0,0-25 0,0 25 15,25-25-15,-25 25 0,0-25 0,0 25 0,0-24 0,25 24 16,-25-25-16,0 0 0,0 25 0,0-25 0,0 25 15,25-25-15,-25 1 0,0 24 0,0-25 0,0 25 16,0-25-16,0 25 0,24-25 0,-24 25 0,0 0 0,0-25 16,0 25-16,0 0 0,0-24 0,25 24 0,-25 0 15,0 0-15,0-25 0,0 25 0,0 0 0,0 0 16,0 0-16,0-25 0,25 25 0,-25 0 0,0 0 0,0 0 15,0 0-15,0 0 0,0 0 0,0 0 0,0 0 16,0 25-16,0-25 0,0 0 0,0 0 0</inkml:trace>
  <inkml:trace contextRef="#ctx0" brushRef="#br0" timeOffset="150083.5839">19248 9079 0,'0'0'0,"0"0"0,0 0 0,0 0 0,0 0 0,0 0 16,0 0-16,0 0 0,0 0 0,0 0 0,0 0 15,0 0-15,0 0 0,0 0 0,0 0 0,0 0 16,0 0-16,0 24 0,0-24 0,0 0 0,0 25 0,25-25 15,-25 25-15,0-25 0,0 25 0,0-25 0,0 25 0,0-25 16,0 24-16,0 1 0,0-25 0,0 25 16,0 0-16,0 0 0,0-25 0,0 24 0,0-24 0,0 25 15,0-25-15,0 25 0,0-25 0,0 25 0,0-25 0,0 25 16,0-25-16,0 0 0,0 0 0,0 0 0,0 0 15,0 0-15,0 0 0,0 0 0,0 0 0,0 0 16,0 0-16,0-25 0,0 25 0,0 0 0,0-25 0,-25 25 16,25-25-16</inkml:trace>
  <inkml:trace contextRef="#ctx0" brushRef="#br0" timeOffset="150251.5939">19100 9054 0,'0'0'0,"0"0"0,0 0 0,0 0 0,0 0 0,0 0 15,0 0-15,24 0 0,-24-25 0,0 25 0,0 0 0,25 0 16,-25 0-16,25 0 0,-25 0 0,25 0 0,-25 0 15,25 0-15,-25 0 0,24 0 0,1 0 0,0 0 0,-25 0 16,25 0-16,0 0 0,-1 0 0,-24 0 0,25 25 16,0-25-16,0 0 0,-25 0 0,25 0 0,-25 0 0</inkml:trace>
  <inkml:trace contextRef="#ctx0" brushRef="#br0" timeOffset="151111.6431">20265 8930 0,'0'0'0,"0"0"0,0 0 0,0 0 0,0 0 0,0 0 15,0 0-15,0 0 0,0 0 0,0 0 0,0 0 0,0 0 16,0 0-16,0 0 0,0 0 0,0 0 0,0 0 16,0 0-16,0-25 0,0 25 0,0 0 0,0 0 15,0 25-15,0-25 0,0 0 0,0 0 0,0 24 16,25-24-16,-25 0 0,0 25 0,0 0 0,0-25 0,0 25 15,0 0-15,0 0 0,0-1 0,0-24 0,0 25 0,0 0 16,0 0-16,0 0 0,0-1 0,0 1 0,0 0 16,0 0-16,0 0 0,0-1 0,0-24 0,0 25 0,0 0 15,0-25-15,0 25 0,0 0 0,0-25 0,0 24 16,0-24-16,25 25 0,-25-25 0,0 0 0,0 25 15,-25-25-15,25 0 0,0 0 0,0 0 0,0 25 0,0-25 16,0 0-16,0 0 0,0 0 0,0-25 0,0 25 16,0 0-16,0 0 0,-25 0 0,25-25 0,0 25 15,0 0-15</inkml:trace>
  <inkml:trace contextRef="#ctx0" brushRef="#br0" timeOffset="151296.6536">20166 9327 0,'0'0'0,"0"0"15,0 0-15,0-25 0,0 25 0,0 0 0,0 0 16,0 0-16,0 0 0,0 0 0,0-25 0,25 25 15,-25 0-15,0 0 0,25 0 0,-25 0 0,25 0 0,-1 0 16,-24 0-16,25 0 0,0 0 0,-25 0 0,25 0 16,0 0-16,-1 0 0,-24 0 0,25 0 0,0 0 0,-25 0 15,25 0-15,0 25 0,-25-25 0,24 0 0,1 0 16,-25 25-16,25-25 0,0 0 0,-25 0 0,25 24 0</inkml:trace>
  <inkml:trace contextRef="#ctx0" brushRef="#br0" timeOffset="151780.6813">20762 9351 0,'0'0'0,"0"0"0,0-24 0,0 24 0,0 0 16,-25 0-16,25-25 0,0 25 0,0-25 0,-25 25 0,25 0 15,0 0-15,0-25 0,-25 25 0,25 0 0,0 0 16,-25-25-16,25 25 0,0 0 0,0 0 0,-25 0 0,25 0 15,0 0-15,0 0 0,0-24 0,-24 24 0,24 0 16,0 0-16,0 0 0,0 0 0,-25 24 0,25-24 16,0 0-16,0 0 0,-25 0 0,25 25 0,0-25 0,0 0 15,0 25-15,0-25 0,-25 25 0,25 0 0,0-25 16,0 24-16,0 1 0,0-25 0,0 25 0,0 0 0,0-25 15,0 25-15,25-25 0,-25 24 0,0-24 0,0 25 16,25-25-16,-25 0 0,0 25 0,25-25 0,-25 0 16,0 25-16,0-25 0,24 0 0,-24 0 0,0 0 0,25 0 15,-25 0-15,0 0 0,0 0 0,25-25 0,-25 25 16,0 0-16,25 0 0,-25-25 0,0 25 0,0 0 15,25-25-15,-25 25 0,0 0 0,0-24 0,0 24 0,25 0 16,-25-25-16,0 25 0,0 0 0,0-25 0,0 25 16,0-25-16,0 25 0,0 0 0,0-25 0,0 25 0,0 0 15,0 0-15,0-24 0,0 24 0,0 0 16,0 0-16,0 0 0,0 0 0,0 24 0,0-24 0,0 0 0,0 0 15,0 25-15,0-25 0,0 0 0,0 25 0,0-25 16,24 25-16,-24-25 0,0 25 0,0-25 0,0 0 0,0 24 16,25-24-16,-25 0 0,0 25 0,0-25 0,0 0 15,25 0-15,-25 25 0,0-25 0,25 0 0,-25 0 16,0 0-16,25 0 0,-25 0 0,24 0 0,-24 0 0,25 0 15,-25-25-15,25 25 0,-25 0 0,25 0 0,-25-25 16</inkml:trace>
  <inkml:trace contextRef="#ctx0" brushRef="#br0" timeOffset="153074.7553">21605 9401 0,'0'0'0,"0"0"0,0 0 0,0 0 0,0 0 15,0 0-15,25 0 0,-25 0 0,0 0 0,0 0 16,0 0-16,0 0 0,0-25 0,0 25 0,24 0 0,-24 0 15,0 0-15,25 0 0,-25-25 0,0 25 0,25 0 16,-25-24-16,0 24 0,25 0 0,-25-25 0,25 25 16,-25 0-16,25-25 0,-25 25 0,0-25 0,24 25 0,1-25 15,-25 25-15,25-24 0,-25 24 0,25-25 0,-25 25 16,25-25-16,-25 0 0,0 25 0,24-25 0,-24 25 15,25-24-15,-25 24 0,0-25 0,25 25 0,-25-25 0,0 25 16,25-25-16,-25 0 0,0 25 0,0-25 0,0 25 16,0-24-16,0 24 0,0-25 0,0 25 0,0 0 0,0-25 15,0 25-15,0-25 0,0 25 0,-25-25 0,25 25 16,0 0-16,-25-24 0,25 24 0,0 0 0,0 0 0,-25 0 15,25 0-15,-24 0 0,24 0 0,0 0 0,-25 0 16,25 0-16,0 0 0,-25 0 0,25 0 0,0 0 0,0 0 16,-25 0-16,25 0 0,0 0 0,0 0 0,0 24 15,0-24-15,-25 0 0,25 0 0,0 25 0,0-25 16,0 25-16,0-25 0,0 25 0,0-25 0,0 25 0,0-1 15,0 1-15,0-25 0,0 25 0,0 0 0,0 0 16,0 0-16,0-1 0,0 1 0,0-25 0,0 25 0,0 0 16,0 0-16,0-1 0,0 1 0,0-25 0,0 25 15,0 0-15,0 0 0,0-25 0,0 24 0,0-24 16,0 25-16,0-25 0,0 25 0,25-25 0,-25 25 0,0-25 15,0 0-15,0 25 0,0-25 0,0 0 0,0 24 16,0-24-16,0 0 0,25 0 0,-25 0 0,0 0 16,0 0-16,25 0 0,-25 0 0,25 0 0,-25 0 0,0 0 15,24 0-15,-24-24 0,25 24 0,-25 0 0,25 0 0</inkml:trace>
  <inkml:trace contextRef="#ctx0" brushRef="#br0" timeOffset="153846.7995">22151 9376 0,'0'0'0,"0"-25"0,0 25 0,0 0 16,0 0-16,0-24 0,0 24 0,0 0 0,0 0 0,0 0 15,-25-25-15,25 25 0,0 0 0,0 0 0,0-25 16,0 25-16,0 0 0,-25 0 0,25 0 0,0 0 0,0-25 16,0 25-16,-25 0 0,25 0 0,0 0 0,0 0 15,-25 0-15,25 25 0,0-25 0,0 0 0,-24 0 0,24 0 16,0 25-16,0-25 0,-25 0 0,25 25 0,0-25 15,0 0-15,-25 24 0,25-24 0,0 25 0,0-25 16,0 25-16,0-25 0,0 25 0,0-25 0,0 25 0,0-25 16,0 24-16,0-24 0,0 0 0,25 25 0,-25-25 0,0 0 15,0 25-15,0-25 0,0 0 0,0 25 0,25-25 16,-25 0-16,0 0 0,0 0 0,0 0 0,24 0 15,-24 25-15,0-25 0,0 0 0,0 0 0,25 0 0,-25 0 16,0-25-16,0 25 0,0 0 0,0 0 0,25 0 16,-25 0-16,0-25 0,0 25 0,0 0 0,25-25 0,-25 25 15,0 0-15,0-25 0,0 25 0,25 0 0,-25-24 16,0 24-16,0 0 0,0-25 0,0 25 0,0 0 15,0-25-15,0 25 0,0 0 0,0 0 0,0-25 0,0 25 16,0 0-16,0 0 0,0 0 0,0 0 0,0-25 16,0 25-16,0 0 0,0 0 0,0 0 0,0 0 0,0 0 15,0 0-15,0 25 0,0-25 0,0 0 0,0 0 16,0 0-16,0 25 0,0-25 0,0 25 0,0-25 15,0 0-15,0 25 0,0-25 0,0 24 0,0-24 0,0 0 16,0 25-16,0-25 0,0 25 0,24-25 0,-24 0 16,0 25-16,0-25 0,0 0 0,0 25 0,25-25 0,-25 0 15,0 0-15,0 0 0,25 0 0,-25 0 0,0 0 16,25 0-16,-25 0 0,0 0 0,25 0 0,-25 0 15,24 0-15,-24-25 0,0 25 0,25 0 0,-25-25 0,0 25 16,0 0-16,25-25 0,-25 25 0,0 0 0,0-25 16,0 25-16,0-24 0,0 24 0,0 0 0,0-25 0,0 25 15,0-25-15,0 25 0,0 0 0,0-25 0,0 25 16,0 0-16,0-25 0,-25 25 0,25 0 0,0-24 0,0 24 15,0 0-15,0 0 0,0 0 0,0 0 0,0 0 16,0 0-16,0 0 0,0 0 0,0 24 0,0-24 16,0 0-16,0 25 0,0-25 0,25 25 0,-25-25 0,0 25 15,0 0-15,0-25 0,0 24 0,0 1 0,0 0 16,0-25-16,0 25 0,0 0 0,0-1 0,0 1 0,0-25 15,0 25-15,0 0 0,0 0 0,0-25 0,0 24 16,0 1-16,0-25 0,0 25 0,0-25 0,0 25 16,25 0-16,-25-25 0,0 24 0,0-24 0,0 25 0,-25-25 15,25 0-15,0 25 0,0-25 0,0 0 0,0 25 16,0-25-16,0 0 0,0 25 0,0-25 0,0 0 15,0 0-15,-25 0 0,25 0 0,0 0 0,0 0 0,0 0 16,0 0-16,0 0 0,-25 0 0,25 0 0,0 0 0,0 0 16,0-25-16,0 25 0,0 0 0,0 0 0,0-25 15,0 25-15,0-25 0</inkml:trace>
  <inkml:trace contextRef="#ctx0" brushRef="#br0" timeOffset="154802.8536">22399 9401 0,'0'0'0,"0"0"0,0 0 0,0 0 0,0 0 0,0-25 16,-25 25-16,25 0 0,0 0 0,0 0 0,0 0 15,0 0-15,0-25 0,0 25 0,0 0 0,0 0 16,0 0-16,0 0 0,0-24 0,0 24 0,0 0 0,0 0 16,25 0-16,-25 0 0,0 0 0,0 0 0,0-25 15,0 25-15,0 0 0,24 0 0,-24 0 0,0 0 0,0 0 16,25 0-16,-25 0 0,0 0 0,0 0 0,25 0 15,-25 0-15,0 0 0,25 0 0,-25 0 0,0 0 0,25 25 16,-25-25-16,0 0 0,0 0 0,24 24 0,-24-24 16,0 0-16,0 25 0,0-25 0,0 0 0,0 25 0,0-25 15,0 0-15,0 25 0,0-25 0,0 0 0,0 0 16,0 25-16,-24-25 0,24 0 0,0 0 0,0 24 15,-25-24-15,25 0 0,0 0 0,0 0 0,-25 25 0,25-25 16,0 0-16,-25 0 0,25 0 0,-25 0 0,25 0 16,0 0-16,-24 0 0,24 0 0,0 0 0,-25 0 0,25 0 15,0 0-15,-25 0 0,25 0 0,0-25 0,0 25 16,0 0-16,-25 0 0,25 0 0,0-24 0</inkml:trace>
  <inkml:trace contextRef="#ctx0" brushRef="#br0" timeOffset="155028.8671">22051 9178 0,'0'0'0,"0"0"0,0-25 0,0 25 16,0 0-16,0 0 0,0 0 0,0-25 0,0 25 15,25 0-15,-25 0 0,0 0 0,25-25 0,-25 25 0,25 0 16,-25 0-16,25 0 0,-25 0 0,24 0 0,-24 0 0,25-24 15,-25 24-15,25 0 0,-25 0 0,25 0 0,-25 0 16,25 24-16,-25-24 0,0 0 0,24 0 0,-24 25 16,0-25-16,25 25 0,-25-25 0,0 25 0,0-25 0,0 25 15,0-1-15,0-24 0,0 25 0,0 0 0,0 0 16,0 0-16</inkml:trace>
  <inkml:trace contextRef="#ctx0" brushRef="#br0" timeOffset="155183.876">22126 9872 0,'0'0'0,"0"25"0,0-25 0,0 0 0,0 0 15,0 0-15,0 0 0,0 0 0,0 0 0,0 0 16,0 0-16,0 0 0,0 0 0,0 0 0,0 0 0,0 0 16,25 0-16,-25 0 0,0 0 0,0 0 0,0 0 15,0 0-15,0-25 0,0 25 0,24 0 0,-24 0 16,0 0-16</inkml:trace>
  <inkml:trace contextRef="#ctx0" brushRef="#br0" timeOffset="155790.9107">23490 9401 0,'0'0'0,"0"0"0,-25 0 0,25-25 15,0 25-15,0 0 0,-25-25 0,25 25 0,0 0 16,0-24-16,-24 24 0,24 0 0,0-25 0,0 25 15,-25 0-15,25 0 0,0 0 0,0-25 0,-25 25 0,25 0 16,0 0-16,0 0 0,0 0 0,-25 0 0,25 0 16,0 0-16,0 0 0,-25 0 0,25 0 0,0 0 0,-24 25 15,24-25-15,-25 0 0,25 0 0,0 25 0,-25-25 16,25 0-16,0 24 0,-25-24 0,25 25 0,0-25 0,-25 0 15,25 25-15,0-25 0,0 25 0,0-25 0,0 0 16,0 25-16,0-25 0,0 0 0,0 24 0,0-24 16,0 0-16,0 0 0,0 25 0,25-25 0,-25 0 0,0 0 15,25 0-15,-25 25 0,25-25 0,-25 0 0,25 0 16,-25 0-16,24 0 0,1-25 0,-25 25 0,25 0 15,-25 0-15,25 0 0,0-25 0,-25 25 0,24 0 0,-24-24 16,25 24-16,-25 0 0,25-25 0,-25 25 0,0-25 16,0 0-16,25 25 0,-25-25 0,0 1 0,0 24 0,0-25 15</inkml:trace>
  <inkml:trace contextRef="#ctx0" brushRef="#br0" timeOffset="156050.9253">23540 8830 0,'0'0'0,"0"-24"0,0 24 0,0 0 15,0 0-15,0 0 0,0-25 0,-25 25 0,25 0 16,0 0-16,0 0 0,0 0 0,0 25 0,0-25 0,0 0 15,0 0-15,0 24 0,25-24 0,-25 0 0,0 25 16,0 0-16,0-25 0,0 25 0,0 0 0,0-1 16,0 1-16,0-25 0,24 25 0,-24 0 0,0 0 15,0 0-15,0-1 0,0 1 0,0 0 0,0 0 0,0 0 16,0-1-16,0 1 0,0 0 0,0 0 0,0 0 0,0-25 15,0 24-15,0 1 0,0 0 0,0-25 0,0 25 16,0-25-16,0 25 0,0-25 0,0 24 0,0-24 16,0 0-16,0 25 0,0-25 0,0 0 0,0 0 0,0 0 15,0 0-15,0 0 0,0 0 0,0 0 0,0 0 16,0 0-16,0 0 0,0 0 0,25-25 0</inkml:trace>
  <inkml:trace contextRef="#ctx0" brushRef="#br0" timeOffset="156725.9639">23738 9277 0,'0'0'0,"0"-25"15,0 25-15,0 0 0,0 0 0,0 0 0,0 0 16,0 0-16,0 0 0,0 0 0,0 0 0,0 0 16,0 0-16,0 0 0,0 0 0,0 0 0,0 0 0,0 0 15,0 0-15,0 0 0,0 25 0,-25-25 0,25 0 16,0 25-16,0-25 0,0 0 0,0 25 0,0-25 15,0 24-15,0-24 0,0 25 0,0-25 0,0 0 0,0 25 16,0-25-16,0 25 0,0-25 0,0 25 0,0-25 0,0 0 16,0 24-16,25-24 0,-25 0 0,0 25 0,0-25 15,0 0-15,0 0 0,0 25 0,0-25 0,25 0 16,-25 0-16,0 0 0,0 0 0,0 0 0,25 0 0,-25 0 15,0 0-15,0 0 0,24 0 0,-24 0 0,0-25 16,0 25-16,0 0 0,25 0 0,-25-25 0,0 25 0,0-24 16,0 24-16,25 0 0,-25-25 0,0 25 0,0-25 15,0 25-15,0 0 0,0-25 0,0 25 0,0-25 0,0 25 16,0 0-16,0 0 0,0-24 0,0 24 0,0 0 15,0 0-15,25 0 0,-25 0 0,0-25 0,0 25 16,0 0-16,0 0 0,0 0 0,0 0 0,0 0 0,0 0 16,0 0-16,0 0 0,0 0 0,0 25 0,0-25 15,0 0-15,0 0 0,0 24 0,0-24 0,0 0 16,0 25-16,0-25 0,0 25 0,0-25 0,0 0 0,0 25 15,0-25-15,0 25 0,0-25 0,0 0 0,0 24 16,25-24-16,-25 0 0,0 25 0,0-25 0,-25 0 0,25 25 16,0-25-16,25 0 0,-25 0 0,0 0 0,0 25 15,0-25-15,0 0 0,0 0 0,0 0 0,0 0 0,0 0 16,0 0-16,0 0 0,0 0 0,0 0 0,0 0 15,25 0-15,-25 0 0,0-25 0,24 25 0,-24 0 16,25 0-16,-25-25 0,0 25 0,25 0 0,-25-25 0,25 25 16,-25 0-16,0-24 0,0 24 0,25 0 0,-25 0 15,0-25-15,0 25 0,0 0 0,0 0 0,0 0 0,0 0 16,0 0-16,0 0 0,0 0 0,0 0 0,0 0 15,0 0-15,0 25 0,0-25 0,0 0 0,0 0 0,0 0 16,24 24-16,-24-24 0,0 0 0,0 0 0,0 25 16,0-25-16,0 0 0,0 0 0,0 25 0,0-25 15,25 0-15,-25 0 0,0 25 0,0-25 0,0 0 0,0 0 16,25 0-16,-25 0 0,0 0 0,0 0 0,25 0 15,-25 0-15,0 0 0,25 0 0,-25 0 0,24 0 16,-24 0-16,25 0 0,-25-25 0,0 25 0,25 0 0,-25 0 16,25-25-16,-25 25 0,0-25 0,25 25 0,-25-24 15</inkml:trace>
  <inkml:trace contextRef="#ctx0" brushRef="#br0" timeOffset="157111.9863">24408 9029 0,'0'0'0,"0"0"0,0 0 0,0-25 15,0 25-15,0 0 0,0 25 0,0-25 0,0 0 0,0 0 16,0 0-16,0 25 0,0-25 0,0 25 0,0-25 15,0 24-15,0-24 0,0 25 0,0 0 0,0-25 16,0 25-16,0 0 0,0-1 0,0-24 0,0 25 0,0 0 16,0 0-16,0-25 0,0 25 0,0-1 0,0 1 15,0-25-15,0 25 0,0-25 0,0 25 0,0 0 0,0-25 16,0 24-16,-25-24 0,25 0 0,0 25 0,0-25 15,0 0-15,0 0 0,0 25 0,0-25 0,0 0 0,0 0 16,0 0-16,0 0 0,0 0 0,0 0 0,0 0 16,25 0-16,-25 0 0,0-25 0,0 25 0,0 0 15,25-25-15,-25 25 0,0 0 0,24-24 0,-24 24 0,0-25 16,25 25-16,-25-25 0,0 25 0,25-25 0,-25 25 0,0 0 15,0 0-15,0-25 0,25 25 0,-25 0 0,0 0 16,0 0-16,0 0 0,0 0 0,0 0 0,0 25 16,0-25-16,25 0 0,-25 0 0,0 25 0,0-25 15,0 0-15,0 25 0,0-25 0,0 25 0,0-25 0,0 24 16,0-24-16,0 25 0,0-25 0,0 0 0,0 25 15,0-25-15,0 0 0,0 25 0,0-25 0,0 0 0,0 0 16,0 25-16,0-25 0,0 0 0,0 0 0,0 0 16,-25 0-16,25 0 0,0 0 0,0 0 0</inkml:trace>
  <inkml:trace contextRef="#ctx0" brushRef="#br0" timeOffset="157337.9992">23937 9004 0,'0'0'0,"0"0"0,0-25 16,0 25-16,0 0 0,0 0 0,0 0 0,0 0 15,0-25-15,0 25 0,0 0 0,0 0 0,0 0 0,0 0 16,0 0-16,0 0 0,0 0 0,24 0 0,-24 0 15,0 0-15,0 0 0,0 0 0,0 0 0,0 0 16,0 0-16,0 0 0,0 0 0,0 0 0,0 0 0,0 0 16,0 25-16</inkml:trace>
  <inkml:trace contextRef="#ctx0" brushRef="#br0" timeOffset="157542.0109">23614 9897 0,'0'25'0,"0"-25"16,0 0-16,0 25 0,0-25 0,0 0 0,0 0 16,0 0-16,0 0 0,0 0 0,0 0 0,0 0 0,0 0 15,0 0-15,0 0 0,0 0 0,0 0 0,0-25 16,0 25-16,25 0 0,-25-25 0,-25 25 0,25-25 0,0 25 15,0-25-15</inkml:trace>
  <inkml:trace contextRef="#ctx0" brushRef="#br0" timeOffset="157733.0213">23316 9178 0,'0'0'16,"0"0"-16,0-25 0,0 25 0,0 0 0,0 0 15,25-25-15,-25 25 0,0 0 0,25 0 0,-25 0 0,0-25 16,25 25-16,0 0 0,-25 0 0,24 0 0,1 0 15,-25 0-15,25 0 0,0 0 0,0 0 0,-1 0 16,1 0-16,0 0 0,0 0 0,24 0 0,-24 0 0,0 25 16,0-25-16,0 0 0,-1 0 0</inkml:trace>
  <inkml:trace contextRef="#ctx0" brushRef="#br0" timeOffset="158127.0443">25053 8954 0,'0'0'0,"0"0"15,0 0-15,0 0 0,0 0 0,0 0 0,25 0 0,-25 0 16,0 0-16,0 25 0,0-25 0,0 0 0,0 25 15,0-25-15,0 25 0,0 0 0,0-25 0,0 25 16,0-1-16,0 1 0,0 0 0,0 25 0,0-26 0,0 1 16,0 0-16,0 0 0,0 24 0,0-24 0,0 0 15,0 0-15,0 0 0,0-1 0,0 1 0,0 0 0,0-25 16,0 25-16,0 0 0,0-1 0,0-24 0,-25 25 15,25-25-15,0 25 0,0-25 0,0 0 0,0 25 0,0-25 16,0 0-16,-25 0 0,25 0 0,0 0 0,0 0 16,-25-25-16,25 25 0,0 0 0,-25-25 0</inkml:trace>
  <inkml:trace contextRef="#ctx0" brushRef="#br0" timeOffset="158269.0523">24904 9451 0,'0'-25'0,"0"25"0,0 0 0,0-25 0,25 25 16,-25 0-16,0-25 0,0 25 0,0 0 0,0 0 16,25-25-16,-25 25 0,24 0 0,-24 0 0,25 0 0,-25 0 15,25 0-15,-25 0 0,25-24 0,0 24 0,-25 0 16,24 0-16,1 0 0,0 0 0,-25-25 0,25 25 15,0 0-15,-1 0 0,-24-25 0,25 25 0,-25 0 0,25 0 16,0-25-16,-25 25 0,0-25 0,25 25 0,-25 0 16</inkml:trace>
  <inkml:trace contextRef="#ctx0" brushRef="#br0" timeOffset="159462.1207">25326 8979 0,'0'0'0,"0"0"0,0 0 0,0-25 0,0 25 0,-25 0 0,25 0 0,0 25 0,0-25 0,0 0 0,0 0 0,0 0 0,0 25 0,0-25 0,0 0 0,0 25 0,25-25 0,-25 25 0,0 0 0,0-1 0,0-24 0,0 25 0,0 0 0,0 0 0,0 0 0,0-1 0,0 1 0,0 0 0,0 0 16,0 0-16,0-25 0,0 24 0,0 1 0,0 0 15,0-25-15,0 25 0,0 0 0,0-25 0,0 24 0,0-24 16,0 25-16,0-25 0,0 0 0,0 25 0,0-25 0,0 0 15,0 0-15,0 25 0,0-25 0,0 0 0,0 0 16,0 0-16,0 0 0,0 0 0,0 0 0,0 0 16,0-25-16,24 25 0,-24 0 0,0 0 0,0-25 0,0 25 15,25 0-15,-25-25 0,0 25 0,0-24 0,0 24 16,25-25-16,-25 25 0,0-25 0,0 25 0,0-25 0,25 25 15,-25 0-15,0-25 0,0 25 0,0-24 0,0 24 16,0 0-16,0 0 0,0 0 0,0 0 0,25-25 0,-25 25 16,0 0-16,0 0 0,0 0 0,0 0 0,0 0 15,0 0-15,0 0 0,0 0 0,0 0 0,0 0 16,-25 25-16,25-25 0,0 0 0,0 0 0,0 0 15,0 0-15,0 24 0,0-24 0,0 0 0,0 25 0,0-25 16,0 25-16,0-25 0,25 25 0,-25-25 0,0 25 16,0-25-16,0 24 0,0 1 0,0-25 0,0 25 0,24-25 15,-24 25-15,0-25 0,0 0 0,25 25 0,-25-25 16,0 0-16,0 24 0,25-24 0,-25 0 0,0 0 0,0 0 15,25 25-15,-25-25 0,0 0 0,0 0 0,0 0 16,0-25-16,25 25 0,-25 0 0,0 0 0,0 0 0,0-24 16,24 24-16,-24 0 0,0-25 0,0 25 0,0-25 15,0 25-15,0-25 0,25 25 0,-25-25 0,0 25 16,0-24-16,0 24 0,0-25 0,0 25 0,0-25 0,0 25 15,0-25-15,0 25 0,0-25 0,0 25 0,0-24 16,0 24-16,0 0 0,0 0 0,0-25 0,0 25 0,0 0 16,0 0-16,0 0 0,0 0 0,0 0 0,0 0 15,0 0-15,0 0 0,0 0 0,0 0 0,0 0 0,0 0 16,0 0-16,0 25 0,0-25 0,0 0 0,0 0 15,0 24-15,0-24 0,0 25 0,0-25 0,0 25 16,0-25-16,0 0 0,0 25 0,0-25 0,0 25 0,0-25 16,0 24-16,0-24 0,0 0 0,0 25 0,0-25 15,25 0-15,-25 0 0,0 25 0,0-25 0,0 0 16,0 0-16,0 0 0,0 25 0,0-25 0,0 0 0,0 0 15,0 0-15,0 0 0,0 0 0,0 0 0,0 0 16,0 0-16,25 0 0,-25 0 0,0 0 0,0 0 0,0 0 16,25-25-16,-25 25 0,0 0 0,24-25 0,-24 25 15,0 0-15,0-25 0,25 25 0,-25-24 0,0 24 0,25-25 16,-25 25-16,0 0 0,0-25 0,0 25 0,0-25 15,0 25-15,0 0 0,0 0 0,0-25 0,25 25 16,-25 0-16,0 0 0,0 0 0,0 0 0,0 0 0,-25 0 16,25 0-16,0 0 0,0 0 0,0 0 0,0 0 15,0 0-15,0 0 0,0 0 0,0 0 0,0 25 0,0-25 16,0 0-16,0 25 0,0-25 0,0 0 0,0 25 15,0-25-15,0 0 0,0 25 0,0-25 0,0 24 0,0-24 16,0 25-16,0-25 0,0 0 0,0 25 0,0-25 16,25 25-16,-25-25 15,0 0-15,0 25 0,0-25 0,0 0 0,0 24 0,0-24 0,25 0 0,-25 0 16,0 0-16,0 0 0,24 0 0,-24 0 0,0 0 0,0 0 15,25 0-15,-25 0 0,0 0 0,25 0 0,-25 0 16,25 0-16,-25-24 0,25 24 0,-25 0 0,0 0 0,25-25 16,-25 25-16,24 0 0,-24 0 0,0-25 0,0 25 15,25 0-15,-25-25 0,0 25 0,25-25 0,-25 25 0,0 0 16,0-24-16,0 24 0,0-25 0,0 25 0,0-25 15,0 25-15,0 0 0,0-25 0,0 25 0,0 0 0,0-25 16,-25 25-16,25 0 0,0 0 0,0 0 0,0-24 16,0 24-16,0 0 0,0 0 0,0 0 0,-25 0 15,25 0-15,0 0 0,0 0 0,0 0 0,0 0 0,0 0 16,0 24-16,0-24 0,0 0 0,0 0 0,0 0 15,0 25-15,0-25 0,0 0 0,0 25 0,0-25 0,0 25 16,0-25-16,0 25 0,0-25 0,0 24 0,0-24 16,0 25-16,0-25 0,0 25 0,0-25 0,0 25 15,0-25-15,0 0 0,0 25 0,0-25 0,0 24 0,0-24 16,0 0-16,0 0 0,25 25 0,-25-25 0,0 0 15,0 0-15,0 0 0,0 25 0,25-25 0,-25 0 0,0 0 16,25 0-16,-25 0 0,25 0 0,-25 0 0,24-25 16,-24 25-16,25 0 0,0 0 0,-25 0 0,25 0 15,-25-25-15,25 25 0,-25 0 0</inkml:trace>
  <inkml:trace contextRef="#ctx0" brushRef="#br0" timeOffset="159780.1389">25846 9029 0,'0'0'0,"0"-25"0,0 25 0,0 0 15,0 0-15,0 0 0,0 0 0,0 0 0,0 0 16,25 0-16,-25 0 0,0 0 0,0 0 0,0 0 16,25 0-16,-25 0 0,0 0 0,0 0 0,25 0 0,-25 0 15,25 25-15,-25-25 0,0 0 0,0 0 0,25 25 16,-25-25-16,0 0 0,0 25 0,0-25 0,0 24 0,0-24 15,0 0-15,0 25 0,0-25 0,0 0 0,0 25 16,-25-25-16,25 0 0,0 25 0,0-25 0,-25 0 16,25 25-16,0-25 0,-25 0 0,25 0 0,0 0 15,0 0-15,0 0 0,0 0 0,0 0 0,-25 0 0</inkml:trace>
  <inkml:trace contextRef="#ctx0" brushRef="#br0" timeOffset="159947.1484">26169 8756 0,'0'0'0,"0"25"16,0-25-16,0 0 0,0 0 0,-25 25 0,25-25 16,0 24-16,0-24 0,-25 0 0,25 25 0,0 0 0,0-25 15,-24 25-15,24-25 0,0 25 0,0-25 0,0 24 16,-25-24-16,25 25 0,0-25 0</inkml:trace>
  <inkml:trace contextRef="#ctx0" brushRef="#br0" timeOffset="160791.1967">27037 9252 0,'0'0'16,"0"-25"-16,0 25 0,0 0 0,0-24 0,-25 24 16,25 0-16,0-25 0,0 25 0,0 0 0,0-25 0,-25 25 15,25 0-15,0 0 0,0 0 0,0-25 0,-24 25 16,24 0-16,0 0 0,0 0 0,0 0 0,-25 0 15,25 0-15,0 25 0,0-25 0,0 0 0,-25 0 0,25 25 16,0-25-16,0 25 0,0-25 0,0 24 0,0 1 16,0-25-16,0 25 0,0 0 0,0 0 0,0-25 15,0 24-15,0 1 0,0-25 0,0 25 0,25 0 0,-25-25 16,0 25-16,0-25 0,25 0 0,-25 24 0,0-24 15,0 25-15,24-25 0,-24 0 0,0 0 0,0 0 0,25 0 16,-25 25-16,25-25 0,-25-25 0,0 25 0,25 0 16,-25 0-16,0 0 0,25 0 0,-25-25 0,0 25 0,25 0 15,-25-24-15,24 24 0,-24-25 0,0 25 0,25-25 16,-25 25-16,0-25 0,25 25 0,-25-25 0,0 25 15,25-24-15,-25 24 0,0-25 0,25 25 0,-25-25 0,0 0 16,0 25-16,0-25 0,0 25 0,0 0 0,0-24 16,0 24-16,24 0 0,-24 0 0,0-25 0,0 25 0,0 0 15,0 0-15,-24 0 0,24 0 0,0 0 0,0 0 16,0 0-16,0 0 0,0 0 0,0 25 0,0-25 15,-25 0-15,25 24 0,0-24 0,0 0 0,0 25 0,0-25 16,-25 25-16,25-25 0,0 25 0,0-25 0,0 25 16,0-25-16,0 24 0,0-24 0,0 25 0,0-25 0,0 25 15,0-25-15,25 25 0,-25-25 0,0 0 0,0 0 16,0 25-16,0-25 0,0 0 0,0 0 0,25 0 15,-25 0-15,0 0 0,0 0 0,0 0 0,24 0 0,-24-25 16,0 25-16,0 0 0,25 0 0,-25-25 0,0 25 0,0 0 16,25-25-16,-25 25 0,0 0 0,0-25 0,0 25 15,0-24-15,0 24 0,0 0 0,0-25 0,0 25 16,0 0-16,0-25 0,0 25 0,0-25 0,0 25 0,0 0 15,0 0-15,0-25 0,0 25 0,0 0 0,-25 0 16,25-24-16,0 24 0,0 0 0,0 0 0,0 0 0,0-25 16,0 25-16,0 0 0,0 0 0,0-25 0,0 25 15,0 0-15,0-25 0,0 25 0</inkml:trace>
  <inkml:trace contextRef="#ctx0" brushRef="#br0" timeOffset="160981.2076">27682 8756 0,'0'0'0,"0"0"0,0 0 16,0 0-16,0 0 0,0 0 0,0 0 0,0 25 0,-25-25 16,25 0-16,0 0 0,0 25 0,0-25 0,-25 24 15,25-24-15,0 25 0,0-25 0,-24 25 0,24 0 0,0-25 16,0 25-16,0-1 0,-25-24 0,25 25 0,0-25 15,0 25-15,0 0 0,0-25 0,-25 25 0</inkml:trace>
  <inkml:trace contextRef="#ctx0" brushRef="#br0" timeOffset="161922.2614">28153 9599 0,'-24'0'0,"24"0"16,0 0-16,0 0 0,0 0 0,0 0 0,0 0 15,0 0-15,0 0 0,0 0 0,0 0 0,0-24 0,0 24 16,0 0-16,24-25 0,-24 25 0,0 0 0,25-25 16,-25 25-16,0-25 0,25 25 0,-25-25 0,0 25 0,25-24 15,-25 24-15,0-25 0,25 0 0,-25 25 0,0-25 16,24 0-16,-24 1 0,0 24 0,0-25 0,25 0 15,-25 25-15,0-25 0,25 0 0,-25 25 0,0 0 0,0-24 16,25 24-16,-25 0 0,0 0 0,0 0 0,25 0 0,-25 0 16,0 0-16,0 0 0,24 0 0,-24 0 0,0 24 15,25-24-15,-25 25 0,0-25 0,25 25 0,-25-25 16,0 25-16,25-25 0,-25 25 0,25-25 0,-25 24 15,0-24-15,24 25 0,-24 0 0,0-25 0,25 25 0,-25-25 16,0 25-16,0-25 0,0 24 0,25-24 0,-25 25 16,0-25-16,0 25 0,0-25 0,0 0 0,0 25 0,-25-25 15,25 0-15,0 25 0,0-25 0,-25 0 0,25 0 16,0 0-16,0 0 0,-24 24 0,24-24 0,0 0 15,0 0-15,0 0 0,-25 0 0,25 0 0,0 0 0,0 0 16,0 0-16,-25 0 0,25 0 0,0-24 0,0 24 0,0 0 16,0 0-16,0 0 0,0-25 0,0 25 15,25 0-15,-25-25 0,0 25 0,25 0 0,-25-25 0,24 25 16,-24-25-16,25 25 0,-25 0 0,25-24 0,0 24 0,-25-25 15,25 25-15,-1 0 0,-24-25 0,25 25 0,-25 0 16,25 0-16,-25 0 0,0 0 0,25-25 0,-25 25 0,0 0 16,0 0-16,0 0 0,0 0 0,25-25 0,-25 25 15,0 0-15,0 0 0,0-24 0,0 24 0,-25 0 16,25 0-16,0 0 0,0-25 0,0 25 0,0 0 0,0 0 15,0 0-15,0 0 0,0 0 0,0 0 0,-25 0 16,25 0-16,0 0 0,0 0 0,-25 25 0,25-25 0,0 0 16,0 24-16,-25-24 0,25 25 0,0-25 0,-24 25 15,24-25-15,0 25 0,0-25 0,0 25 0,0-25 16,0 0-16,0 24 0,0-24 0,0 25 0,0-25 0,0 0 15,0 25-15,0-25 0,0 0 0,0 0 0,0 25 16,24-25-16,-24 0 0,0 0 0,0 0 0,0 0 0,0 0 16,25 0-16,-25 0 0,0 0 0,0 0 0,0-25 15,0 25-15,0 0 0,25 0 0,-25-25 0,0 25 0,0 0 16,0-25-16,0 25 0,0-24 0,0 24 0,0-25 15,0 25-15,0-25 0,-25 25 0,25-25 0,0 0 16,0 25-16,0-24 0,-25-1 0,25 25 0,0-25 0,0 0 16,-24 25-16,24-25 0,0 25 0,0 0 0,0-24 15,0 24-15,0 0 0,0 0 0,0-25 0,0 25 16,0 0-16,0 0 0,24 0 0,-24 0 0,0 0 0,25 0 15,-25 0-15,25 0 0,-25 0 0,25 0 0,-25 0 16,25 0-16,-1 0 0,-24 0 0,25 0 0,-25 0 0,25 0 16,-25 0-16,25 0 0,-25 0 0,0 0 0,25 0 15,-25 0-15,0 0 0,24 0 0,-24 25 0,0-25 0,0 0 16,0 0-16,0 0 0,0 0 0,0 0 0,0 0 15,0 0-15,0 0 0,0 0 0,0 0 0,0 0 16,0 0-16</inkml:trace>
  <inkml:trace contextRef="#ctx0" brushRef="#br0" timeOffset="162095.2713">29121 8954 0,'0'0'0,"0"0"0,0 0 0,0 0 15,0 0-15,0 25 0,-25-25 0,25 0 0,0 0 0,0 25 16,0-25-16,0 0 0,0 25 0,-25-25 15,25 25-15,0-25 0,0 25 0,0-25 0,0 0 0,-25 24 16,25-24-16,0 25 0,0-25 0,0 25 0,-25-25 0,25 0 16,0 25-16</inkml:trace>
  <inkml:trace contextRef="#ctx0" brushRef="#br0" timeOffset="162731.3077">29691 8657 0,'0'0'0,"0"-25"0,0 25 0,-25 0 0,25 0 16,0 0-16,0-25 0,0 25 0,0 0 0,0 0 15,0 0-15,0 0 0,0 25 0,0-25 0,0 0 0,0 25 16,0-25-16,0 25 0,0-1 0,-24-24 0,24 25 0,0 0 16,0 0-16,0 0 0,0-1 0,0 1 15,0 0-15,0 0 0,0 0 0,0-1 0,0 1 0,0 0 16,0 0-16,0 0 0,0 0 0,0-25 0,0 24 0,0 1 15,0 0-15,0 0 0,0-25 0,0 25 0,0-1 16,0-24-16,0 25 0,0-25 0,0 25 0,0-25 0,0 25 16,-25-25-16,25 0 0,0 0 0,0 0 0,0 25 15,0-25-15,0 0 0,0 0 0,0 0 0,0 0 0,25-25 16,-25 25-16,0 0 0,0 0 0,0-25 0,0 25 15,0 0-15,0-25 0,0 25 0,0-25 0,24 25 16,-24-24-16,0 24 0,0-25 0,25 0 0,-25 25 0,0-25 16,25 25-16,-25-25 0,0 25 0,0 0 0,25-24 15,-25 24-15,0 0 0,0 0 0,0 0 0,25 0 16,-25 0-16,0 0 0,0 0 0,0 0 0,24 0 0,-24 0 15,0 24-15,0-24 0,0 0 0,25 25 0,-25-25 16,0 25-16,0-25 0,0 25 0,0-25 0,0 25 0,0-1 16,0-24-16,0 25 0,0-25 0,0 25 0,0 0 15,0-25-15,0 25 0,0-25 0,0 24 0,0-24 0,0 0 16,0 25-16,0-25 0,0 25 0,0-25 0,0 0 15,0 0-15,0 25 0,0-25 0,0 0 0,0 0 16,0 0-16,0 0 0,0 0 0,0 0 0,25 0 0,-25 0 16,0 0-16,25 0 0,-25 0 0,0 0 0,25-25 15</inkml:trace>
  <inkml:trace contextRef="#ctx0" brushRef="#br0" timeOffset="163601.3573">30088 9302 0,'0'0'0,"0"-25"0,0 25 0,25 0 15,-25-25-15,0 25 0,0 0 0,-25-25 0,25 25 0,0-24 16,0 24-16,0 0 0,0-25 0,0 25 0,0 0 15,0-25-15,-25 25 0,25 0 0,0 0 0,0 0 16,0 0-16,-25-25 0,25 25 0,0 0 0,-24 25 0,24-25 16,0 0-16,-25 0 0,25 0 0,0 25 0,-25-25 15,25 0-15,0 25 0,-25-25 0,25 0 0,0 24 0,0-24 16,0 25-16,-25-25 0,25 25 0,0 0 0,0-25 15,0 25-15,0-25 0,0 24 0,0 1 0,0-25 0,0 25 16,25-25-16,-25 25 0,0-25 0,0 25 0,0-25 16,0 0-16,25 24 0,-25-24 0,0 0 0,0 0 15,0 25-15,25-25 0,-25 0 0,0 0 0,0 0 0,25 0 16,-25 0-16,0 0 0,0 0 0,24 0 0,-24 0 15,0-25-15,25 25 0,-25 0 0,0 0 0,25-24 0,-25 24 16,0-25-16,25 25 0,-25 0 0,0-25 0,25 25 16,-25-25-16,0 25 0,0-25 0,0 1 0,0 24 15,0-25-15,0 25 0,0-25 0,0 25 0,0-25 0,0 25 16,0 0-16,0 0 0,0-25 0,0 25 0,0 0 15,0 0-15,0 0 0,0 0 0,0 0 0,0 0 0,0 0 16,0 25-16,0-25 0,0 0 0,0 25 0,0-25 16,0 0-16,0 25 0,0-25 0,0 25 0,0-25 15,0 24-15,0 1 0,0-25 0,-25 25 0,25-25 0,0 25 16,0-25-16,0 25 0,0-25 0,0 0 0,25 24 15,-25-24-15,0 0 0,0 25 0,0-25 0,0 0 0,0 0 16,0 0-16,24 0 0,-24 0 0,0 0 0,25 0 16,-25 0-16,0 0 0,25 0 0,-25 0 0,0 0 15,25 0-15,-25-25 0,0 25 0,25 0 0,-25-24 0,0 24 16,0-25-16,25 25 0,-25-25 0,0 25 0,0-25 15,0 0-15,0 25 0,0-24 0,0-1 0,0 25 0,0-25 16,0 25-16,0-25 0,0 25 0,0-25 0,0 25 16,0 0-16,0-24 0,0 24 0,0 0 0,0 0 15,0 0-15,0 0 0,0 24 0,0-24 0,0 0 0,0 25 16,0-25-16,0 0 0,0 25 0,0-25 0,0 25 15,0 0-15,0-25 0,0 24 0,0-24 0,0 25 0,0-25 16,0 25-16,0-25 0,0 25 0,0-25 0,0 0 16,0 25-16,0-25 0,0 24 0,24-24 0,-24 0 0,0 0 15,0 25-15,0-25 0,0 0 0,0 0 0,0 0 16,0 0-16,0 0 0,0 0 0,0 0 0,0 0 15,0 0-15,0 0 0,0 0 0,0 0 0,0-25 0,0 25 16,0 0-16,0 0 0,25-24 0,-25 24 0,0-25 0,0 25 16,0-25-16,25 25 0,-25-25 0,0 0 0,0 25 15,0-24-15,25 24 0,-25-25 0,0 25 0,25-25 16,-25 25-16,0 0 0,0 0 0,0 0 0,24 0 15,-24 0-15,0 0 0,0 0 0,0 0 0,0 25 0,0-25 16,0 0-16,0 25 0,25-25 0,-25 0 0,0 24 16,0-24-16,0 25 0,0-25 0,0 25 0,0-25 0,0 25 15,0-25-15,0 0 0,0 25 0,0-25 0,0 24 16,0-24-16,25 0 0,-25 25 0,0-25 0,0 0 15,0 25-15,0-25 0,25 0 0,-25 0 0,0 25 0,25-25 16,-25 0-16,0 0 0,24 0 0,-24 0 0,25 0 0,-25 0 16,25 0-16,-25 0 0,25 0 0,-25 0 0,25 0 15,-25-25-15,24 25 0,-24 0 0,25 0 0</inkml:trace>
  <inkml:trace contextRef="#ctx0" brushRef="#br0" timeOffset="164070.3837">30783 9302 0,'0'0'0,"0"0"16,0-25-16,0 25 0,-25 0 0,25-25 0,0 25 15,0 0-15,0 0 0,0 0 0,0 0 0,0 0 0,0 0 16,-25 0-16,25 0 0,0 0 0,0 0 0,0 25 15,-25-25-15,25 0 0,0 25 0,0-25 0,0 0 0,0 25 16,-25-25-16,25 24 0,0-24 0,0 25 0,0-25 16,0 25-16,0-25 0,0 25 0,0-25 0,0 0 15,0 25-15,25-25 0,-25 0 0,0 24 0,0-24 0,0 0 16,25 25-16,-25-25 0,0 0 0,0 0 0,25 0 15,-25 0-15,0 0 0,25 25 0,-25-25 0,0-25 0,24 25 16,-24 0-16,0 0 0,25 0 0,-25 0 0,0-25 0,0 25 16,25 0-16,-25-24 0,0 24 0,0-25 0,0 25 15,0 0-15,0-25 0,0 25 0,0-25 0,0 25 16,0-25-16,-25 25 0,25-24 0,0 24 0,0 0 0,0-25 15,0 25-15,0 0 0,0 0 0,0 0 0,-25 0 16,25 0-16,0 0 0,0 25 0,0-25 0,0 24 0,0-24 16,0 25-16,0-25 0,0 25 0,-24-25 0,24 25 0,0 0 15,0-1-15,0-24 0,0 25 0,0 0 0,24-25 16,-24 25-16,0 0 0,0-25 0,0 24 0,0-24 15,0 25-15,0 0 0,0-25 0,0 25 0,0-25 0,0 25 16,0-25-16,0 24 0,0 1 0,0-25 0,0 0 0,0 25 16,0-25-16,-24 0 0,24 25 0,0-25 0,0 0 15,0 0-15,-25 0 0,25 0 0,0 25 0,-25-25 0,25 0 16,0 0-16,-25 0 0,25 0 0,-25 0 0,25-25 15,-24 25-15,24 0 0,0 0 0,-25 0 0,25 0 0,0 0 16,-25-25-16,25 25 0,0 0 0,-25 0 0,25 0 16,0-25-16,0 25 0,-25 0 0,25-25 0,0 25 0,0-24 15,0 24-15,-24-25 0,24 25 0,0-25 0</inkml:trace>
  <inkml:trace contextRef="#ctx0" brushRef="#br0" timeOffset="164253.3941">30485 8855 0,'0'0'0,"0"0"0,0-25 0,0 25 16,0 0-16,0 0 0,0 0 0,0 0 0,0 0 0,25 0 16,-25-24-16,25 24 0,-25 0 0,24 0 0,1 0 15,0 0-15,0 0 0,0 0 0,-1 24 0,1-24 0,0 0 16,0 0-16,24 0 0,-24 0 0,0 0 0,25 0 15,-26 25-15,1-25 0,0 0 0</inkml:trace>
  <inkml:trace contextRef="#ctx0" brushRef="#br0" timeOffset="165938.4909">4242 10716 0,'0'0'16,"0"0"-16,0 0 0,0 0 0,0 0 0,0-25 0,0 25 15,0 0-15,-25 0 0,25 0 0,0 0 0,0 0 16,0 0-16,0 0 0,0 0 0,0 0 0,0-25 0,0 25 15,0 0-15,0 0 0,0 0 0,0 0 0,0 0 16,0 0-16,0 0 0,0 0 0,0 0 0,0 0 16,0 0-16,0 0 0,0 0 0,-25 0 0,25 0 0,0 0 15,0 0-15,0 25 0,0-25 0,0 0 0,-25 0 0,25 0 16,0 0-16,0 0 0,-25 25 0,25-25 0,0 0 15,0 24-15,-24-24 0,24 0 0,0 25 0,-25-25 16,25 25-16,0 0 0,0-25 0,0 25 0,-25-25 0,25 24 16,0 1-16,0-25 0,25 25 0,-25-25 0,0 25 15,0-25-15,0 25 0,25-25 0,-25 24 0,0-24 0,24 0 16,-24 25-16,25-25 0,-25 0 0,0 25 0,25-25 15,0 0-15,-25 0 0,25 0 0,-25 0 0,24 0 16,-24 0-16,25 0 0,0 0 0,-25-25 0,25 25 16,0 0-16,-25-25 0,24 25 0,-24 0 0,25-24 0,0 24 15,-25-25-15,25 25 0,-25 0 0</inkml:trace>
  <inkml:trace contextRef="#ctx0" brushRef="#br0" timeOffset="167422.576">4490 10864 0,'0'0'0,"0"25"0,0-25 15,-25 0-15,25 0 0,0 0 0,0 0 0,0 0 0,0 0 16,0 0-16,0 0 0,0 0 0,0 0 0,0 0 15,0 0-15,0 0 0,0 0 0,0 0 0,0 0 0,0 0 16,0 0-16,0 0 0,25-25 0,-25 25 0,0 0 16,0 0-16,24-24 0,-24 24 0,0 0 0,25-25 15,-25 25-15,0-25 0,25 25 0,-25-25 0,0 25 0,25-25 16,-25 25-16,25-24 0,-25 24 0,0-25 0,24 25 15,-24-25-15,0 25 0,25-25 0,-25 25 0,0-25 16,0 25-16,25-24 0,-25 24 0,0-25 0,0 25 0,0-25 16,0 25-16,0 0 0,0-25 0,0 25 0,0 0 15,0 0-15,0-25 0,0 25 0,0 0 0,-25 0 0,25 0 16,0-24-16,0 24 0,-25 0 0,25 0 0,0 0 15,0 0-15,-24 0 0,24 0 0,0 0 0,-25 0 0,25 0 16,0 0-16,0 0 0,-25 0 0,25 0 0,0 0 16,0 0-16,-25 24 0,25-24 0,0 0 0,0 0 15,0 0-15,0 25 0,0-25 0,-25 0 0,25 0 0,0 25 16,0-25-16,0 0 0,0 25 0,0-25 0,0 25 15,0-25-15,0 24 0,25-24 0,-25 25 0,0-25 0,0 25 16,0 0-16,0-25 0,0 25 0,0-25 0,0 24 16,0 1-16,0-25 0,0 25 0,0-25 0,0 25 15,0-25-15,0 25 0,0-1 0,0-24 0,0 25 0,0-25 16,0 25-16,0-25 0,0 25 0,0-25 0,0 0 15,0 25-15,0-25 0,0 0 0,0 0 0,0 24 0,0-24 16,0 0-16,0 0 0,0 0 0,0 0 0,0 0 16,0 0-16,0 0 0,0 0 0,0 0 0,0 0 15,0 0-15,0 0 0,0 0 0,0 0 0,0 0 0,25-24 16,-25 24-16,0 0 0,0-25 0,0 25 0,25 0 15,-25-25-15,0 25 0,25-25 0,-25 25 0,0 0 0,0-25 16,24 25-16,-24 0 0,0-24 0,0 24 0,0 0 16,25 0-16,-25 0 0,0 0 0,0 0 0,0 0 0,0 0 15,0 0-15,0 0 0,0 0 0,0 0 0,0 0 16,0 0-16,0 0 0,25 24 0,-25-24 0,0 0 15,0 0-15,0 25 0,0-25 0,0 25 0,0-25 0,0 0 16,0 25-16,0-25 0,0 25 0,0-25 0,0 0 16,0 24-16,0-24 0,25 0 0,-25 25 0,0-25 15,0 0-15,0 0 0,0 25 0,0-25 0,0 0 0,0 0 16,0 0-16,25 0 0,-25 0 0,0 0 0,0 0 15,0 0-15,24 0 0,-24 0 0,0 0 0,0-25 0,25 25 16,-25 0-16,25 0 0,-25-25 0,0 25 0,0 0 16,25 0-16,-25-24 0,0 24 0,25 0 0,-25 0 0,0-25 15,0 25-15,0 0 0,0-25 0,25 25 0,-25 0 16,0-25-16,0 25 0,0 0 0,0-25 0,0 25 15,0 0-15,0-24 0,0 24 0,0 0 0,0 0 0,0-25 16,0 25-16,0 0 0,0 0 0,0 0 0,0-25 16,0 25-16,0 0 0,0 0 0,0 0 0,0 0 0,0 0 15,0 0-15,0 0 0,0 0 0,0 0 0,0 0 16,0 0-16,0 0 0,0 0 0,0 25 0,0-25 15,0 0-15,0 0 0,0 25 0,0-25 0,-25 0 16,25 24-16,0-24 0,0 25 0,0-25 0,0 25 0,0-25 16,0 25-16,0-25 0,0 25 0,0-25 0,0 24 0,0-24 15,0 25-15,25-25 0,-25 0 0,0 25 0,0-25 16,0 25-16,0-25 0,0 0 0,0 0 0,0 25 15,0-25-15,0 0 0,0 0 0,0 0 0,24 0 0,-24 0 16,0 0-16,0 0 0,0 0 0,0 0 0,0 0 16,25-25-16,-25 25 0,0 0 0,0 0 0,0-25 0,25 25 15,-25 0-15,0-25 0,0 25 0,25-25 0,-25 25 16,0 0-16,0-24 0,0 24 0,0-25 0,25 25 0,-25-25 15,0 25-15,0 0 0,0-25 0,0 25 0,0 0 16,0-25-16,0 25 0,0 0 0,0-24 0,0 24 16,24 0-16,-24 0 0,0-25 0,0 25 0,0 0 0,0 0 15,0 0-15,0 0 0,0 0 0,0 0 0,0 0 16,0 25-16,0-25 0,25 0 0,-25 0 0,0 24 15,0-24-15,0 25 0,0-25 0,0 25 0,0-25 0,0 25 16,0-25-16,0 0 0,0 25 0,0-25 0,0 24 16,0-24-16,0 0 0,0 25 0,0-25 0,0 0 0,0 25 15,0-25-15,0 0 0,0 25 0,0-25 0,0 0 16,0 0-16,0 0 0,0 25 0,0-25 0,0 0 0,0 0 15,0 0-15,25 0 0,-25 0 0,0 0 0,0-25 16,0 25-16,0 0 0,0 0 0,0 0 0,25-25 16,-25 25-16,0 0 0,0-25 0,25 25 0,-25 0 0,0-25 15,24 25-15,-24 0 0,0-24 0,0 24 0,0 0 0,25-25 16,-25 25-16,0 0 0,0 0 0,0 0 15,0 0-15,0 0 0,0 0 0,0 0 0,0 0 0,0 0 16,0 0-16,0 0 0,0 25 0,0-25 0,0 0 0,25 24 16,-25-24-16,0 0 0,0 25 0,0-25 0,0 0 15,0 25-15,0-25 0,0 0 0,0 25 0,0-25 0,25 0 16,-25 25-16,0-25 0,0 0 0,0 0 0,0 0 15,25 0-15,-25 24 0,0-24 0,0 0 0,0 0 16,24 0-16,-24 0 0,25 0 0,-25-24 0,0 24 0,25 0 16,-25 0-16,25-25 0,-25 25 0,25 0 0,-25-25 15,24 25-15,-24 0 0,0-25 0,25 25 0,-25 0 0</inkml:trace>
  <inkml:trace contextRef="#ctx0" brushRef="#br0" timeOffset="167801.5977">5457 10864 0,'0'0'0,"0"0"0,0 0 0,0 0 0,0 0 0,-25 0 0,25 0 0,0 0 0,0 0 0,0 0 0,0 0 0,0 0 0,0 0 0,0-24 0,0 24 0,0 0 0,25 0 31,-25 0-31,0 0 0,0-25 0,25 25 0,-25 0 0,0-25 0,25 25 0,-25 0 0,24-25 0,-24 25 0,25-25 0,-25 25 0,0 0 0,25-24 0,-25 24 0,25-25 0,-25 25 0,0 0 0,25-25 0,-25 25 0,0-25 0,0 25 0,0 0 0,0-25 0,0 25 0,0-24 0,0 24 16,0 0-16,0-25 0,0 25 0,0 0 0,0-25 0,0 25 16,0 0-16,-25-25 0,25 25 0,0 0 0,0-25 15,-25 25-15,25 0 0,0 0 0,0-24 0,-25 24 0,25 0 16,0 0-16,0 0 0,-25-25 0,25 25 0,0 0 15,0 0-15,0 0 0,0 0 0,-24 0 0,24 0 0,0 25 16,0-25-16,0 0 0,0 24 0,0-24 0,0 25 16,0-25-16,0 25 0,0 0 0,0-25 0,0 25 15,0-1-15,0-24 0,0 25 0,0 0 0,0-25 0,0 25 16,0-25-16,0 25 0,0-1 0,0-24 0,0 25 15,24-25-15,-24 25 0,0-25 0,0 25 0,0-25 16,0 0-16,25 25 0,-25-25 0,0 0 0,0 0 0,0 0 16,0 24-16,0-24 0,25 0 0,-25 0 0,0 0 15,0 0-15,0 0 0,0 0 0,25 0 0,-25-24 0,0 24 16,0 0-16,0 0 0,25 0 0,-25 0 0,0 0 15,0 0-15,0 0 0,24 0 0,-24 0 0,0 0 0,0 0 16,0 0-16,25 0 0,-25 24 0,0-24 0,0 0 16,0 0-16,0 25 0,0-25 0,0 0 0,0 25 15,25-25-15,-25 0 0,-25 25 0,25-25 0,0 0 0,0 25 16,0-25-16,0 24 0,0-24 0,0 0 0,0 0 15,0 0-15,0 25 0,-25-25 0,25 0 0,0 0 16,0 0-16,0 0 0,-24 0 0,24 0 0,0 0 0,0 0 16,0-25-16,-25 25 0,25 0 0,-25 0 0,25-24 15</inkml:trace>
  <inkml:trace contextRef="#ctx0" brushRef="#br0" timeOffset="168032.6109">5159 10344 0,'0'0'0,"0"0"0,0-25 0,0 25 0,0 0 0,0 0 16,0 0-16,0 0 0,0 0 0,0 0 0,0 0 15,0 25-15,0-25 0,0 0 0,0 0 0,0 24 0,0-24 16,0 25-16,0-25 0,0 25 0,0-25 0,0 25 15,0 0-15,0-25 0,0 24 0,0 1 0,0-25 0,0 25 16,0 0-16,0-25 0,0 25 0,0-1 0,0-24 16,0 25-16,0-25 0,0 25 0,0-25 0</inkml:trace>
  <inkml:trace contextRef="#ctx0" brushRef="#br0" timeOffset="169129.6736">6672 10988 0,'0'0'0,"0"0"0,0 0 0,0 25 0,0-25 0,0 0 16,0 0-16,0 0 0,0 0 0,0 0 0,25-25 15,-25 25-15,0 0 0,0 0 0,25 0 0,-25-24 16,0 24-16,25 0 0,-25-25 0,25 25 0,-25-25 0,24 25 16,1-25-16,-25 0 0,25 25 0,0-24 0,-25-1 15,25 25-15,0-25 0,-1 0 0,1 0 0,0 1 16,0 24-16,-25-25 0,25 0 0,-1 0 0,1 0 0,-25 25 15,25-24-15,-25-1 0,25 0 0,-25 25 0,25-25 16,-25 0-16,0 25 0,0-24 0,0 24 0,0-25 0,0 25 16,0-25-16,0 25 0,0 0 0,-25-25 0,25 25 15,0 0-15,0 0 0,-25-25 0,25 25 0,0 0 0,-25 0 16,25 0-16,-25-24 0,25 24 0,0 0 0,-24 0 15,24 0-15,0 0 0,0 0 0,-25 0 0,25 0 0,0 0 16,0 24-16,-25-24 0,25 0 0,0 0 0,0 0 16,0 0-16,-25 25 0,25-25 0,0 0 0,0 25 0,0-25 15,0 25-15,0-25 0,0 25 0,0-25 0,0 24 16,0 1-16,0 0 0,0-25 0,0 25 0,0 0 15,0-1-15,0 1 0,0-25 0,0 25 0,0 0 0,0 0 16,0-1-16,0 1 0,0-25 0,0 25 0,0 0 16,0-25-16,0 25 0,0-1 0,0-24 0,0 25 15,0 0-15,0-25 0,0 0 0,0 25 0,0-25 16,0 25-16,0-25 0,0 0 0,0 0 0,25 24 0,-25-24 15,0 0-15,0 0 0,0 0 0,0 0 0,25 0 0,-25 0 16,0 0-16,25 0 0,-25 0 0,24 0 0,-24-24 16,25 24-16,-25 0 0,25 0 0,-25-25 0,25 25 0,-25 0 15,25 0-15,-1-25 0,-24 25 0,25 0 0,-25-25 16,25 25-16,-25 0 0,25 0 0,-25-25 0,0 25 15,0 0-15,25 0 0,-25 0 0,0-24 0,0 24 0,0 0 16,0 0-16,0-25 0,0 25 0,0 0 0,0 0 16,0 0-16,0-25 0,0 25 0,0 0 0,0 0 0,0-25 15,0 25-15,0 0 0,0 0 0,0 0 0,0 0 16,0 0-16,0 0 0,-25-25 0,25 25 0,0 0 15,0 0-15,0 0 0,0 0 0,0 0 0,-25 0 0,25 0 16,0 0-16,0 0 0,0 0 0,0 25 0,-25-25 16,25 0-16,0 0 0,0 25 0,0-25 0,-25 25 0,25-25 15,0 25-15,0-25 0,0 24 0,0-24 0,0 25 16,-24-25-16,24 25 0,24-25 0,-24 0 0,0 25 15,0-25-15,0 0 0,0 25 0,0-25 0,0 0 0,0 0 16,0 0-16,25 0 0,-25 0 0,0 0 0,0 0 16,0 0-16,0 0 0,0 0 0,0 0 0,0 0 0,25 0 15,-25 0-15,0 0 0,0 0 0,0 0 0,25 0 16,-25-25-16,0 25 0,0 0 0,0 0 0,0 0 15,25 0-15,-25 0 0,0 0 0,0 0 0,0 0 0,0 0 16,0 0-16,0 0 0,0 0 0,0 0 0,0 0 16,0 25-16,24-25 0,-24 0 0,0 0 0,0 24 15,0-24-15,0 0 0,0 25 0,0-25 0,25 0 0,-25 25 16,0-25-16,0 0 0,0 25 0,0-25 0,0 0 15,0 0-15,0 0 0,0 0 0,0 25 0,0-25 0,0 0 16,0 0-16,0 0 0,0 0 0,0 0 0,0-25 16,0 25-16,0 0 0,0 0 0,0-25 0,0 25 0,0 0 15</inkml:trace>
  <inkml:trace contextRef="#ctx0" brushRef="#br0" timeOffset="169302.6833">7342 10691 0,'0'0'0,"0"0"15,0 0-15,0 0 0,0 0 0,0 0 0,0 0 16,0 0-16,0 0 0,0 0 0,0 0 0,0 0 15,0 0-15,25 0 0,-25 0 0,0 0 0,25 25 0,-25-25 16,25 0-16,-25 0 0,24 0 0,1 0 0,-25 0 16,25 0-16,0 0 0,0 0 0,-25 0 0,24 0 0,1 0 15,0 0-15,-25 0 0,25 0 0,0 0 0,-1 0 16,-24-25-16</inkml:trace>
  <inkml:trace contextRef="#ctx0" brushRef="#br0" timeOffset="169723.7076">8657 10468 0,'0'0'0,"0"0"0,0 0 0,0 0 0,0 0 16,0 24-16,0-24 0,0 0 0,-25 25 0,25-25 0,0 25 15,0 0-15,0-25 0,0 25 0,0-1 0,0 1 16,0 0-16,0 0 0,0 0 0,0-25 0,0 24 0,0 1 15,0 0-15,0 0 0,0 0 0,0-1 0,0 1 16,0 0-16,0 0 0,0-25 0,0 25 0,0-1 16,-25-24-16,25 25 0,0 0 0,0-25 0,0 25 0,0-25 15,0 0-15,0 25 0,0-25 0,0 0 0,0 0 16,0 0-16,0 0 0,0 24 0,-25-48 0,25 24 0,0 0 15,0 0-15,0 0 0,-24 0 0,24-25 0,0 25 16,0 0-16</inkml:trace>
  <inkml:trace contextRef="#ctx0" brushRef="#br0" timeOffset="170126.7307">8508 10914 0,'0'-25'0,"0"25"16,0 0-16,-25-25 0,25 25 0,0-24 0,0 24 0,0 0 15,0-25-15,25 25 0,-25 0 0,0-25 0,0 25 0,0 0 16,25 0-16,-25-25 0,0 25 0,25 0 0,-25 0 16,24 0-16,-24 0 0,25 0 0,-25-25 0,25 25 15,-25 0-15,25 0 0,-25 0 0,25 0 16,-25 25-16,24-25 0,-24 0 0,0 0 0,25 0 0,-25 25 0,0-25 15,25 0-15,-25 25 0,0-25 0,0 25 0,0-25 16,0 24-16,0-24 0,0 25 0,25-25 0,-25 25 0,0-25 16,0 25-16,0-25 0,0 25 0,0-25 0,0 24 15,0-24-15,0 0 0,0 25 0,0-25 0,0 0 16,0 25-16,0-25 0,0 0 0,0 0 0,0 0 0,0 25 15,25-25-15,-25 0 0,0 0 0,0 0 0,0 0 16,0 0-16,0 0 0,24 0 0,-24-25 0,0 25 16,0 0-16,25 0 0,-25-25 0,0 25 0,0-25 0,25 25 15,-25-24-15,0 24 0,0-25 0,0 25 0,0 0 0,0-25 16,0 25-16,-25-25 0,25 0 0,0 25 0,0-24 15,0 24-15,-25-25 0,25 25 0,0-25 0,0 25 0,0-25 16,-24 25-16,24 0 0,0 0 0,0-25 0,0 25 16,0 0-16,0 0 0,0 0 0,-25 0 0,25 25 0,0-25 15,0 0-15,0 0 0,0 0 0,0 0 0,0 25 16,0-25-16,0 0 0,0 25 0,0-25 0,0 0 15,0 25-15,0-25 0,25 24 0,-25-24 0,0 0 0,0 0 16,24 25-16,-24-25 0,0 0 0,25 0 0,-25 0 16</inkml:trace>
  <inkml:trace contextRef="#ctx0" brushRef="#br0" timeOffset="170553.7551">9178 10840 0,'0'0'0,"0"0"16,0-25-16,0 25 0,0 0 0,0 0 0,0-25 15,0 25-15,0 0 0,0-25 0,0 25 0,0 0 0,-25-25 16,25 25-16,0 0 0,0 0 0,-25-24 0,25 24 15,0 0-15,0 0 0,0 0 0,-25 0 0,25 0 0,0 0 16,0 0-16,-24 0 0,24 0 0,0 0 0,0 0 16,-25 0-16,25 0 0,0 0 0,0 24 0,-25-24 15,25 0-15,0 25 0,0-25 0,0 25 0,-25-25 0,25 25 16,0-25-16,0 25 0,0-25 0,0 24 0,0-24 15,0 25-15,0-25 0,0 25 0,0-25 0,0 25 0,0-25 16,0 25-16,0-25 0,25 0 0,-25 0 0,0 0 16,0 24-16,0-24 0,25 0 0,-25 0 0,0 0 0,0 0 15,0 0-15,25 0 0,-25 0 0,0 0 0,0-24 16,24 24-16,-24 0 0,0 0 0,0 0 0,25-25 15,-25 25-15,0 0 0,0-25 0,25 25 0,-25 0 0,0-25 16,0 25-16,25 0 0,-25-25 0,0 25 0,0 0 16,0 0-16,0-24 0,0 24 0,0 0 0,0 0 0,0 0 15,0 0-15,0 0 0,0 0 0,0 0 0,25 24 16,-25-24-16,0 0 0,0 25 0,0-25 0,0 25 15,0-25-15,0 25 0,0-25 0,0 25 0,0-1 0,0-24 16,0 25-16,0-25 0,0 25 0,0-25 0,0 25 16,0-25-16,0 25 0,0-25 0,0 24 0,-25-24 0,25 25 15,0-25-15,0 0 0,0 25 0,0-25 0,0 0 16,-25 25-16,25-25 0</inkml:trace>
  <inkml:trace contextRef="#ctx0" brushRef="#br0" timeOffset="170692.763">9103 11212 0,'0'25'0,"-24"-25"0,24 0 0,0 0 0,0 0 15,0 0-15,0 0 0,0 0 0,0 0 0,0 0 16,0 0-16,0 0 0,0 0 0,0 0 0,0 0 0,0 0 15,0 0-15,0 0 0,0 0 0,0 0 0,0 0 16,0 0-16,0 0 0,0 0 0,0 0 0,0 0 16,0 0-16,24 0 0,-24-25 0,0 25 0,0 0 0,25 0 15,-25 0-15</inkml:trace>
  <inkml:trace contextRef="#ctx0" brushRef="#br0" timeOffset="171112.7871">10443 10790 0,'0'0'15,"0"-25"-15,-25 25 0,25 0 0,0-25 0,-25 25 16,25-24-16,-25 24 0,25 0 0,0 0 0,-24-25 0,24 25 16,-25 0-16,25 0 0,0 0 0,-25-25 0,25 25 15,0 0-15,-25 0 0,25 0 0,0 0 0,-25 0 16,25 0-16,0 0 0,0 25 0,0-25 0,-24 0 0,24 0 15,0 0-15,0 25 0,-25-25 0,25 0 0,0 24 16,0-24-16,0 25 0,0-25 0,-25 25 0,25-25 16,0 25-16,0 0 0,0-25 0,0 24 0,0-24 0,0 25 15,0 0-15,25-25 0,-25 25 0,0-25 0,0 25 16,0-25-16,25 0 0,-25 24 0,0-24 0,24 0 0,-24 0 15,0 0-15,0 25 0,25-25 0,-25 0 0,25-25 16,-25 25-16,0 0 0,25 0 0,-25-24 0,25 24 16,-25 0-16,24-25 0,-24 25 0,25-25 0,-25 0 0,0 25 15,25-25-15,-25 1 0,0 24 0,25-25 0,-25 0 16,0 0-16,25 0 0,-25 1 0,0-1 0,0 0 0,0 0 15,24 0-15</inkml:trace>
  <inkml:trace contextRef="#ctx0" brushRef="#br0" timeOffset="171343.8003">10517 10468 0,'0'-25'0,"0"25"0,0-25 16,0 25-16,0-25 0,25 25 0,-25-25 0,0 25 15,0 0-15,0 0 0,0 0 0,0 0 0,0 0 16,0 0-16,0 25 0,0-25 0,0 0 0,0 25 0,-25-25 15,25 25-15,0-25 0,0 25 0,0-1 0,0-24 16,0 25-16,0 0 0,0-25 0,0 25 0,0 0 0,0-1 16,0 1-16,0 0 0,0-25 0,0 25 0,0 0 15,0-1-15,0 1 0,0 0 0,0-25 0,0 25 16,0 0-16,0-1 0,0-24 0,0 25 0,-25 0 0,25-25 15,0 25-15,0-25 0,0 0 0,25 25 0,-25-25 0,0 0 16,0 24-16,0-24 0,0 0 0,0 0 16,0 0-16,0 0 0,0 0 0,0 0 0,0 0 0,25 0 15,-25 0-15,0 0 0,0-24 0,25 24 0,-25 0 0,0 0 16,25-25-16,-25 25 0,24 0 0,-24 0 0,0-25 15</inkml:trace>
  <inkml:trace contextRef="#ctx0" brushRef="#br0" timeOffset="171800.8259">10740 10790 0,'0'0'0,"0"0"0,0 0 0,0-25 16,0 25-16,0 0 0,0 0 0,0 0 0,0-25 0,-24 25 15,24 0-15,0 0 0,0 0 0,0 0 0,0 0 0,-25 0 16,25 0-16,0-24 0,0 24 0,0 0 0,-25 0 16,25 0-16,0 24 0,0-24 0,0 0 0,-25 0 15,25 0-15,0 25 0,0-25 0,0 0 0,0 25 0,-25-25 16,25 25-16,0-25 0,0 25 0,0-1 0,0-24 15,0 25-15,0-25 0,0 25 0,25-25 0,-25 25 0,0-25 16,0 25-16,0-25 0,0 0 0,25 24 0,-25-24 16,0 0-16,0 25 0,25-25 0,-25 0 0,0 0 0,0 0 15,0 0-15,25 0 0,-25 0 0,0 0 0,0 0 16,24 0-16,-24 0 0,0 0 0,0-25 0,0 25 15,25 0-15,-25-24 0,0 24 0,0-25 0,0 25 0,0-25 16,0 25-16,0-25 0,0 0 0,0 25 0,0-24 16,0 24-16,0-25 0,0 0 0,0 25 0,0-25 15,-25 25-15,25-25 0,0 25 0,0-24 0,0 24 0,0 0 16,0-25-16,0 25 0,-24 0 0,24-25 0,0 25 15,0 0-15,0 0 0,24 0 0,-24-25 0,0 25 0,0 0 16,0 0-16,0 0 0,0-25 0,0 25 0,25 0 16,-25 0-16,0 0 0,0-24 0,0 24 0,25 0 0,-25 0 15,0 0-15,25 0 0,-25 0 0,0-25 0,25 25 16,-25 0-16,0 0 0,0 0 0,24 0 0,-24 25 15,0-25-15,25 0 0,-25 0 0,0 0 0,25 24 0,-25-24 16,0 0-16,25 0 0,-25 25 0,0-25 0,0 25 16,0-25-16,25 0 0,-25 25 0,0-25 0,0 25 15,0-25-15,0 24 0,0-24 0,0 25 0,0-25 0,0 25 16,0-25-16</inkml:trace>
  <inkml:trace contextRef="#ctx0" brushRef="#br0" timeOffset="171984.8369">10840 11286 0,'0'25'0,"0"-25"0,0 0 0,0 0 0,0 0 0,0 0 0,0 0 0,0 0 0,0 0 0,0 0 0,0 0 0,0 0 0,0 0 0,0 0 0,0 0 0,0 0 0,0 0 0,-25-25 0,25 25 0,0 0 0,0-25 0,0 25 0,-25-24 0,25 24 0</inkml:trace>
  <inkml:trace contextRef="#ctx0" brushRef="#br0" timeOffset="172181.8482">10294 10592 0,'0'0'16,"0"0"-16,0 0 0,0 0 0,0 0 0,0-25 16,25 25-16,-25 0 0,0 0 0,0 0 0,25 0 0,-25 0 15,24-25-15,1 25 0,0 0 0,-25 0 0,25 0 16,0 0-16,-1 0 0,1-25 0,0 25 0,25 0 0,-26 0 15,1 0-15,0 0 0,0 0 0,0 0 0,24 0 16,-24 0-16,0 0 0,0 0 0,-1 25 0,1-25 0</inkml:trace>
  <inkml:trace contextRef="#ctx0" brushRef="#br0" timeOffset="173153.9038">12005 10616 0,'-24'-24'0,"24"24"16,0 0-16,0 0 0,-25-25 0,25 25 0,0 0 15,0 0-15,-25 0 0,25 0 0,0 0 0,0 0 16,0 0-16,-25 0 0,25 0 140,-49 198-140,49-198 0,0 25 0,24 0 0,-24-25 0,0 25 0,0-1 16,0-24-16,25 25 0,-25-25 0,0 0 0,0 25 0,25-25 0,-25 25 0,0-25 0,0 0 0,25 0 0,-25 0 0,0 25 0,25-25 0,-25 0 0,0 0 0,0 0 0,24 0 0,-24 0 0,25 0 0,-25 0 0,0-25 15,25 25-15,-25 0 0,0 0 0,25 0 0,-25-25 0,0 25 0,25 0 0,-25-25 0,0 25 0,24-25 0,-24 25 0,0-24 0,0 24 0,25-25 0,-25 25 0,0-25 16,25 25-16,-25-25 0,0 0 0,0 25 0,0-24 0,0 24 16,0-25-16,0 25 0,0-25 0,0 25 0,0 0 15,0-25-15,0 25 0,0 0 0,0 0 0,0-25 0,0 25 16,0 0-16,0 0 0,0 0 0,0 0 0,0 0 15,0 0-15,0 0 0,0 0 0,0 0 0,0 0 16,0 0-16,0 0 0,0 0 0,-25 0 0,25 0 0,0 25 16,0-25-16,0 0 0,0 25 0,0-25 0,0 25 0,0 0 15,0-25-15,0 24 0,0 1 0,0-25 0,0 25 16,0 0-16,0-25 0,0 25 0,0-25 0,25 24 15,-25-24-15,0 25 0,0-25 0,0 25 0,25-25 16,-25 25-16,0-25 0,25 0 0,-25 0 0,0 0 0,25 25 16,-25-25-16,0 0 0,24 0 0,-24 0 0,0 0 0,25 0 15,-25-25-15,0 25 0,25 0 0,-25 0 0,0-25 16,25 25-16,-25 0 0,0-25 0,25 25 0,-25 0 15,0-25-15,24 25 0,-24-24 0,0 24 0,0-25 16,0 0-16,0 25 0,25-25 0,-25 25 0,0-25 0,0 25 16,0-24-16,0 24 0,0-25 0,0 25 0,0-25 0,0 25 15,0 0-15,0-25 0,0 25 0,0 0 0,0 0 16,0 0-16,0 0 0,0 0 0,0 0 0,0 0 15,0 0-15,0 0 0,0 0 0,0 0 0,0 0 0,0 0 16,0 0-16,0 0 0,0 0 0,0 0 0,0 0 16,0 0-16,0 25 0,0-25 0,0 0 0,0 25 0,0-25 15,0 0-15,0 25 0,0-25 0,0 24 0,0-24 16,0 25-16,0 0 0,0-25 0,0 25 0,0-25 15,0 25-15,0-25 0,0 0 0,0 24 0,0-24 16,0 25-16,0-25 0,0 0 0,0 25 0,0-25 0,0 0 16,25 0-16,-25 0 0,0 25 0,0-25 0,0 0 0,0 0 15,0 0-15,0 0 0,25 0 0,-25 25 0,0-25 16,0 0-16,0 0 0,25 0 0,-25 0 0,24 0 15,-24 0-15,0 0 0,25 0 0,-25 0 0,25 0 0</inkml:trace>
  <inkml:trace contextRef="#ctx0" brushRef="#br0" timeOffset="173639.9313">12849 10765 0,'0'0'0,"0"-25"0,-25 25 0,25 0 0,0-24 16,0 24-16,0 0 0,0-25 0,0 25 0,0 0 15,-25-25-15,25 25 0,0 0 0,0-25 32,0 25-32,0 0 0,-25 0 0,25-25 0,0 25 0,0 0 31,0 0-31,0 0 0,-24 0 0,24 0 0,0 0 0,0 0 0,0 0 0,0 0 0,-25 0 0,25 25 0,0-25 0,0 0 0,-25 0 0,25 25 0,0-25 0,0 0 0,0 25 0,-25-25 47,25 25-47,0-25 0,0 24 0,0 1 0,0-25 0,0 25 0,-25 0 0,25-25 0,0 25 0,0-25 0,0 24 0,0-24 0,25 25 0,-25-25 0,0 25 0,0-25 15,0 25-15,0-25 0,0 0 0,0 0 0,0 25 16,25-25-16,-25 0 0,0 0 0,0 0 0,0 0 0,25 0 15,-25 0-15,0 0 0,25 0 0,-25 0 0,0 0 16,24 0-16,-24-25 0,0 25 0,0 0 0,25-25 16,-25 25-16,0 0 0,0-25 0,25 25 0,-25-25 0,0 25 15,0-24-15,0 24 0,0-25 0,0 25 0,0-25 16,0 25-16,0 0 0,0-25 0,0 25 0,0 0 0,0 0 15,0 0-15,0 0 0,0 0 0,0 0 0,25 0 16,-25 0-16,0 0 0,0 0 0,0 25 0,0-25 16,0 0-16,0 25 0,0-25 0,0 0 0,0 25 0,0-25 15,0 24-15,0-24 0,0 0 0,0 25 0,0-25 16,0 25-16,0-25 0,0 0 0,0 0 0,0 25 0,0-25 15,0 0-15,0 0 0,0 0 0,0 0 0,0 0 16,25 0-16,-25 0 0,0 0 0,0-25 0,0 25 0,0 0 16,0-25-16</inkml:trace>
  <inkml:trace contextRef="#ctx0" brushRef="#br0" timeOffset="173876.9452">12824 10220 0,'0'0'0,"0"0"15,0 0-15,0 0 0,0 0 0,0 0 0,25 0 0,-25 0 16,0 0-16,0 0 0,0 0 0,25 0 0,-25 0 0,0 0 16,24 0-16,-24 0 0,0 24 0,25-24 0,-25 0 15,0 0-15,25 25 0,-25-25 0,0 0 0,0 25 16,0-25-16,0 0 0,0 25 0,0-25 0,0 0 0,0 25 15,0-25-15,0 24 0,-25-24 0,25 0 0,0 25 16,-25-25-16,25 25 0,-24-25 0,24 0 0,-25 25 0,25-25 16,-25 25-16,25-25 0</inkml:trace>
  <inkml:trace contextRef="#ctx0" brushRef="#br0" timeOffset="174741.9943">13940 10840 0,'0'0'0,"0"0"0,0-25 16,0 25-16,0 0 0,0-25 0,0 25 0,0 0 15,0 0-15,0-25 0,0 25 0,0 0 0,0 0 0,0 0 16,0 0-16,0 0 0,0 0 0,0 0 0,25 25 15,-25-25-15,0 0 0,0 25 0,0-25 0,0 0 16,0 25-16,25-1 0,-25-24 0,0 25 0,0-25 0,0 25 16,0 0-16,0-25 0,0 25 0,0-25 0,0 24 0,0-24 15,0 25-15,0-25 0,0 25 0,0-25 0,0 0 16,0 25-16,0-25 0,0 0 0,0 25 0,0-25 15,0 0-15,0 0 0,0 0 0,0 0 0,0 0 0,0 0 16,0 0-16,0 0 0,0 0 0,-25 0 0,25 0 16,0-25-16,0 25 0,0 0 0,0 0 0,0-25 15,25 25-15,-25 0 0,0-25 0,0 25 0,0-25 0,0 25 16,0-24-16,25-1 0,-25 25 0,0-25 0,0 25 0,0-25 15,24 25-15,-24-25 0,0 25 0,0 0 0,0-24 16,25 24-16,-25 0 0,0 0 0,0 0 0,0 0 16,25 0-16,-25 0 0,0 0 0,0 0 0,0 0 0,25 24 15,-25-24-15,0 0 0,0 25 0,0-25 0,0 0 16,0 25-16,25-25 0,-25 25 0,0-25 0,0 0 15,0 25-15,0-25 0,0 24 0,0-24 0,0 25 0,0-25 16,0 0-16,0 25 0,0-25 0,0 0 0,0 0 16,0 25-16,0-25 0,0 0 0,0 0 0,0 0 0,0 0 15,0 0-15,0 0 0,0 0 0,0 0 0,0 0 16,0 0-16,0 0 0,0 0 0,0 0 0,0 0 0,0-25 15,0 25-15,0 0 0,0 0 0,24-25 0,-24 25 16,0-25-16,0 25 0,0 0 0,0-24 0,25 24 16,-25 0-16,0-25 0,0 25 0,0-25 0,25 25 0,-25 0 15,0 0-15,0-25 0,0 25 0,0 0 0,25 0 16,-25 0-16,0 0 0,0 0 0,0 0 0,25 0 15,-25 0-15,0 0 0,0 0 0,24 25 0,-24-25 0,0 0 16,0 25-16,0-25 0,25 0 0,-25 25 0,0-25 16,0 24-16,0-24 0,0 25 0,0-25 0,0 25 0,0-25 15,0 0-15,0 25 0,0-25 0,0 25 0,0-25 16,0 0-16,0 0 0,0 24 0,0-24 0,0 0 0,0 0 15,0 25-15,25-25 0,-25 0 0,0 0 0,0 0 16,0 0-16,0 0 0,0 0 0,0 0 0,0 0 16,25 0-16,-25 0 0,0-25 0,25 25 0,-25 0 0</inkml:trace>
  <inkml:trace contextRef="#ctx0" brushRef="#br0" timeOffset="175248.0233">14709 10864 0,'0'0'0,"-25"-24"0,25 24 0,0 0 0,0 0 0,-24-25 15,24 25-15,0 0 0,-25-25 0,25 25 0,0 0 16,-25 0-16,25 0 0,0 0 0,-25 0 0,25-25 16,0 25-16,0 25 0,-25-25 0,25 0 0,0 0 0,0 0 15,0 25-15,0-25 0,-24 0 0,24 25 0,0-1 16,0-24-16,0 25 0,0-25 0,0 25 0,0 0 0,0-25 15,0 25-15,0-25 0,0 24 0,0 1 0,0-25 16,24 25-16,-24-25 0,0 25 0,0-25 0,0 0 0,25 25 16,-25-25-16,0 0 0,0 24 0,0-24 0,0 0 15,25 0-15,-25 0 0,0 0 0,0 0 0,0 0 16,0 0-16,25 0 0,-25-24 0,0 24 0,0 0 0,25 0 15,-25-25-15,0 25 0,24 0 0,-24-25 0,0 25 16,0-25-16,0 25 0,0-25 0,0 25 0,25-24 0,-25 24 16,-25-25-16,25 25 0,0 0 0,0-25 0,25 25 15,-25 0-15,0-25 0,0 25 0,0 0 0,0 0 0,0 0 16,0-25-16,0 25 0,0 0 0,25 0 0,-25 0 15,0 0-15,0-24 0,25 24 0,-25 0 0,0 0 16,0 0-16,25 0 0,-25 0 0,0 0 0,24 0 0,-24 0 16,0 0-16,25 0 0,-25 0 0,0 0 0,0 24 15,0-24-15,25 0 0,-25 25 0,0-25 0,0 0 16,0 25-16,0-25 0,0 0 0,25 25 0,-25-25 0,0 0 15,0 25-15,0-25 0,0 0 0,0 24 0,0-24 16,-25 0-16,25 25 0,0-25 0,0 0 0,0 25 0,0-25 16,0 0-16,0 0 0,0 25 0,0-25 0,-25 0 15,25 0-15,0 0 0,0 0 0,0 0 0,0 0 0,0 0 16,0 0-16,0 0 0,0 0 0,0-25 0,0 25 15,25 0-15,-25-25 0</inkml:trace>
  <inkml:trace contextRef="#ctx0" brushRef="#br0" timeOffset="175405.0326">15032 10790 0,'24'0'0,"-24"0"15,0 0-15,0 0 0,0 0 0,0 0 0,0 0 16,0 0-16,0 0 0,0 0 0,0 0 0,0 0 0,0 0 16,0 0-16,0 0 0,0 25 0,0-25 0,0 0 15,0 0-15,0 0 0,-24 0 0,24 0 0,0 0 0,0 0 16,0 0-16,0 0 0,0 0 0,0 0 0,0 0 15,0 0-15,0 0 0</inkml:trace>
  <inkml:trace contextRef="#ctx0" brushRef="#br0" timeOffset="175647.0464">14536 10616 0,'0'-24'0,"0"24"15,0 0-15,-25 0 0,25-25 0,0 25 0,0 0 0,0-25 16,0 25-16,25 0 0,-25-25 0,0 25 0,0 0 15,0-25-15,24 25 0,-24 0 0,25 0 0,-25-24 16,0 24-16,25 0 0,-25-25 0,25 25 0,-25 0 0,25 0 16,-25 0-16,24-25 0,-24 25 0,25 0 0,-25 0 0,25 0 15,-25 25-15,25-25 0,-25 0 0,0 0 0,0 0 16,25 25-16,-25-25 0,0 0 0,0 0 0,24 0 15,-24 24-15,0-24 0,0 0 0,0 0 0,0 25 0</inkml:trace>
  <inkml:trace contextRef="#ctx0" brushRef="#br0" timeOffset="175941.0632">14957 10393 0,'0'0'0,"0"0"15,0 0-15,25 0 0,-25 0 0,0 0 0,0 0 16,0 0-16,0 0 0,25 0 0,-25 0 0,0 0 15,25 0-15,-25 0 0,24-25 0,-24 25 0,25 0 0,-25 0 16,25 0-16,-25 0 0,25-24 0,-25 24 0,25 0 16,-25 0-16,24-25 0,-24 25 0,0 0 0,25 0 0,-25-25 15,0 25-15,0 0 0,0-25 0,0 25 0,0 0 16,0 0-16,0-25 0,0 25 0,0 0 0,0-24 0,0 24 15,-25 0-15,25 0 0,0 0 0,0-25 0,-24 25 16,24 0-16,0 0 0,-25 0 0,25 0 0,0 0 16,-25 0-16,25 0 0,0 0 0,-25 25 0,25-25 0,0 0 15,0 24-15,0-24 0,-25 0 0,25 25 0,0-25 16,0 0-16,0 25 0,0-25 0,0 25 0</inkml:trace>
  <inkml:trace contextRef="#ctx0" brushRef="#br0" timeOffset="176379.0883">15652 10666 0,'0'0'0,"0"0"0,0 0 16,0 0-16,0 0 0,0 0 0,0 0 0,0 0 15,0 0-15,0 0 0,0 0 0,0 0 0,0 0 0,25 25 16,-25-25-16,0 0 0,0 25 0,0-25 0,0 24 0,24-24 15,-24 25-15,0 0 0,0-25 0,0 25 0,0-25 16,0 25-16,25-25 0,-25 24 0,0-24 0,0 0 16,0 25-16,0-25 0,0 0 0,25 0 0,-25 0 0,0 25 15,0-25-15,0 0 0,0 0 0,0 0 0,0 0 16,25 0-16,-25-25 0,0 25 0,0 0 0,0 0 0,25 0 15,-25-25-15,0 25 0,0 0 0,0-24 0,24 24 16,-24-25-16,0 25 0,0-25 0,0 25 0,25-25 0,-25 25 16,0-25-16,0 25 0,0-24 0,0 24 0,0-25 15,0 25-15,0 0 0,0-25 0,0 25 0,0 0 16,0-25-16,0 25 0,0 0 0,0 0 0,0 0 15,0 0-15,0 0 0,0 0 0,0 0 0,0 0 0,0 0 16,0 0-16,0 0 0,0 0 0,0 0 0,0 0 16,0 0-16,0 0 0,0 0 0,0 0 0,25 0 0</inkml:trace>
  <inkml:trace contextRef="#ctx0" brushRef="#br0" timeOffset="176760.1101">15949 10765 0,'0'0'0,"0"0"0,0 0 15,0 0-15,25 0 0,-25 0 0,0 0 0,0 0 16,0 0-16,0 0 0,25 0 0,-25 0 0,0 0 0,25-25 15,-25 25-15,0 0 0,25 0 0,-25 0 0,0-24 16,24 24-16,-24 0 0,0 0 0,25-25 0,-25 25 16,0 0-16,0 0 0,0-25 0,0 25 0,0 0 0,0 0 15,0 0-15,0-25 0,0 25 0,0 0 0,0 0 16,-25 0-16,25-25 0,0 25 0,0 0 0,0 0 0,-24 0 15,24 0-15,0-24 0,-25 24 0,25 0 0,0 0 16,-25 0-16,25 0 0,0 0 0,-25 0 0,25 0 16,0 0-16,-25 0 0,25 0 0,0 0 0,-24 0 0,24 24 15,0-24-15,0 0 0,-25 0 0,25 0 0,0 25 16,0-25-16,0 0 0,0 25 0,0-25 0,0 25 0,-25-25 15,25 25-15,0-25 0,0 24 0,0-24 0,25 25 16,-25-25-16,0 25 0,0 0 0,0-25 0,0 25 0,0-25 16,0 24-16,25-24 0,-25 25 0,0-25 0,0 25 15,24-25-15,-24 0 0,0 25 0,0-25 0,25 0 16,-25 0-16,25 0 0,-25 0 0,0 0 0,25 0 0,-25 25 15,25-50-15,-1 25 0,-24 0 0,25 0 0,0 0 16,-25 0-16,25 0 0,0 0 0,-1 0 0,1-25 0,-25 25 16,25 0-16</inkml:trace>
  <inkml:trace contextRef="#ctx0" brushRef="#br0" timeOffset="177054.1269">16570 10790 0,'0'0'0,"-25"0"0,25-25 16,0 25-16,0 0 0,0-25 0,-25 25 0,25 0 15,0-24-15,-25 24 0,25 0 0,0-25 0,-25 25 0,25 0 16,0-25-16,-24 25 0,24 0 0,0 0 0,-25-25 15,25 25-15,0 0 0,-25 0 0,25-25 0,0 25 16,-25 0-16,25 0 0,0 0 0,0 0 0,0 0 0,-25 0 16,25 0-16,0 25 0,0-25 0,0 0 0,-25 25 15,25-25-15,0 25 0,0 0 0,0-25 0,0 24 16,0 1-16,0-25 0,0 25 0,0 0 0,0-25 0,0 25 15,0-1-15,0-24 0,0 25 0,0 0 0,25-25 16,-25 25-16,0-25 0,0 0 0,25 25 0,-25-25 0,0 0 16,25 24-16,-25-24 0,0 0 0,25 0 0,-25 0 15,25 0-15,-25 0 0,24 0 0,1 0 0,-25 0 0,25-24 16,0 24-16,0 0 0,-25-25 0,24 25 0,1 0 15,0-25-15,-25 25 0,25-25 0,0 25 0,-25-25 16,24 25-16</inkml:trace>
  <inkml:trace contextRef="#ctx0" brushRef="#br0" timeOffset="177297.1408">16842 10418 0,'0'0'0,"0"-25"0,-24 25 16,24 0-16,0 0 0,0 0 0,0-25 0,0 25 0,0 0 16,0 0-16,0 0 0,0 25 0,0-25 0,0 0 15,0 25-15,0-25 0,0 0 0,0 25 0,24 0 0,-24-25 16,0 24-16,0 1 0,0-25 0,0 25 0,0 0 15,0 0-15,0-1 0,0-24 0,0 25 0,0 0 16,0 0-16,0-25 0,0 25 0,0-1 0,0 1 0,0-25 16,0 25-16,0-25 0,0 25 0,0 0 0,0-25 15,0 24-15,0-24 0,0 0 0,0 25 0,0-25 0,0 0 16,0 25-16,0-25 0,0 0 0,0 0 0,0 0 15,0 0-15,-24 0 0,24 0 0,0 0 0,0 0 16,0-25-16,-25 25 0,25 0 0,0-25 0</inkml:trace>
  <inkml:trace contextRef="#ctx0" brushRef="#br0" timeOffset="177672.1622">16768 10716 0,'0'-25'0,"0"0"0,0 25 0,0-25 0,0 25 15,25 0-15,-25-25 0,0 25 0,0 0 0,0 0 16,0-24-16,0 24 0,0 0 0,25 0 0,-25 0 0,0 0 16,0 0-16,24 0 0,-24 0 0,0 0 0,25 0 15,-25 0-15,0 0 0,25 0 0,-25 0 0,25 24 0,-25-24 16,0 0-16,0 0 0,25 0 0,-25 25 0,0-25 15,0 0-15,24 25 0,-24-25 0,0 25 0,0-25 16,0 25-16,0-25 0,0 0 0,0 24 0,0-24 0,0 25 16,0-25-16,0 25 0,0-25 0,0 25 0,0-25 15,0 25-15,0-25 0,0 0 0,0 24 0,25-24 0,-25 0 16,0 25-16,0-25 0,0 0 0,0 0 0,25 0 15,-25 0-15,0 25 0,25-25 0,-25 0 0,0 0 16,25 0-16,-25 0 0,24-25 0,-24 25 0,0 0 0,25 0 16,-25-25-16,25 25 0,-25 0 0,0-24 0,0 24 15,25-25-15,-25 25 0,0-25 0,0 25 0,0-25 0,0 25 16,0-25-16,0 25 0,0-24 0,-25-1 0,25 25 15,0 0-15,0-25 0,-25 25 0,25-25 0,0 25 0,0 0 16,0 0-16,-25 0 0,25 0 0,0-25 0,0 25 16,-24 0-16,24 0 0,0 0 0,0 0 0,-25 0 15,25 0-15,0 0 0,0 0 0,0 0 0,0 0 0,-25 0 16,25 0-16,0 0 0,0 0 0,0 0 0,-25 0 0,25 0 15,0-24-15,0 24 0,0 0 0</inkml:trace>
  <inkml:trace contextRef="#ctx0" brushRef="#br0" timeOffset="177879.1741">17041 10393 0,'0'0'0,"0"-25"0,0 25 0,0 0 0,0 0 16,0 0-16,0 0 0,0 0 0,0 0 0,25 0 15,-25 0-15,0 0 0,0 0 0,0 0 0,24 25 0,-24-25 16,0 0-16,25 0 0,-25 25 0,0-25 0,0 0 0,25 25 15,-25-25-15,0 25 0,0-25 0,0 0 16,0 24-16,0-24 0,0 0 0,0 25 0,0-25 0,0 25 16,-25-25-16,25 0 0,0 25 0,0-25 0,-25 0 0,25 25 15,0-25-15,-24 0 0,24 0 0,-25 24 0,25-24 16</inkml:trace>
  <inkml:trace contextRef="#ctx0" brushRef="#br0" timeOffset="178117.1877">17462 11063 0,'0'0'16,"0"0"-16,0 0 0,0 0 0,0 0 0,0 0 15,0 0-15,25 0 0,-25 0 0,0 0 0,0-25 16,0 25-16,0 0 0,0 0 0,0 0 0,0 0 0,0 0 16,0 0-16,25 0 0,-25 0 0,0 0 0,0 0 15,0 0-15,0 0 0,0 0 0,0 0 0,0 0 16,0 0-16,0 0 0</inkml:trace>
  <inkml:trace contextRef="#ctx0" brushRef="#br0" timeOffset="179913.2904">18604 10517 0,'0'0'0,"0"0"0,0-25 0,0 25 0,0 0 0,0 0 16,0 0-16,0 0 0,0 0 0,0 0 0,0 0 15,0 0-15,0 0 0,0 0 0,0 0 0,0 0 0,0 0 16,0 0-16,0 25 0,0-25 0,0 0 0,0 0 15,0 25-15,0-25 0,0 25 0,0 0 0,0-25 16,0 24-16,0 1 0,0 0 0,0 0 0,0 0 0,0-1 16,0 1-16,0 0 0,0 0 0,0 0 0,0-1 15,0-24-15,0 25 0,0 0 0,0 0 0,0 0 0,0-25 16,0 24-16,-25 1 0,25-25 0,0 25 0,0-25 15,0 25-15,0-25 0,0 25 0,0-25 0,0 0 16,0 0-16,0 24 0,0-24 0,0 0 0,0 0 0,0 0 16,0 0-16,0 0 0,0 0 0,0 0 0,0-24 0,0 24 15,0 0-15,0 0 0,0-25 0,-25 25 0,25-25 16,0 25-16,0-25 0</inkml:trace>
  <inkml:trace contextRef="#ctx0" brushRef="#br0" timeOffset="180161.3043">18703 10616 0,'0'-24'0,"0"24"0,25 0 0,-25 0 0,0 0 15,0-25-15,0 25 0,0 0 0,0 0 0,24 0 0,-24 0 16,0 0-16,0 0 0,25 25 0,-25-25 0,0 0 16,25 0-16,-25 24 0,25-24 0,-25 0 0,25 25 0,-25-25 15,24 25-15,-24-25 0,25 25 0,-25-25 0,25 25 16,-25-1-16,25-24 0,-25 25 0,25-25 0,-25 25 15,24 0-15,-24-25 0,0 25 0,25-25 0,-25 24 0,0-24 16,25 25-16,-25-25 0,0 25 0,0-25 0,0 0 0,25 25 16,-25-25-16,0 0 0,0 0 0,0 0 0,0 25 15,0-25-15,0 0 0,0 0 0,0 0 0,0 0 16,0-25-16,0 25 0,0 0 0,0 0 0,0 0 15,0-25-15,0 25 0</inkml:trace>
  <inkml:trace contextRef="#ctx0" brushRef="#br0" timeOffset="180392.3178">19149 10443 0,'0'0'0,"0"0"0,0 0 0,0 0 0,0 0 16,0 0-16,0 0 0,-25 0 0,25 0 0,0 25 0,0-25 15,0 0-15,0 24 0,0-24 0,0 25 0,0 0 16,-24-25-16,24 25 0,0 0 31,0-25 16,0 24-47,0 1 0,0 0 0,0 0 0,0-25 0,0 25 0,0-1 0,0 1 0,0-25 0,0 25 0,0 0 0,0 0 0,0-25 0,0 24 0,0-24 0,0 25 0,0-25 0,0 25 0,0-25 0,0 25 0,0-25 0,0 0 0,0 0 0,0 25 0,0-25 0,0 0 0,0 0 0,0 0 16,0 0-16</inkml:trace>
  <inkml:trace contextRef="#ctx0" brushRef="#br0" timeOffset="181309.3703">19224 10964 0,'0'0'0,"0"0"0,0 0 0,0 0 16,0 0-16,0 0 0,0 0 0,0 0 0,0 0 0,0 0 15,0 0-15,0 0 0,0-25 0,0 25 0,0 0 0,24 0 16,-24 0-16,0-25 0,25 25 0,-25 0 16,0-25-16,25 25 0,-25 0 0,25-25 0,-25 25 0,25 0 15,-25-24-15,0 24 0,24 0 0,-24-25 0,0 25 0,25 0 16,-25 0-16,0-25 0,0 25 0,0 0 0,0-25 15,0 25-15,0 0 0,0-25 0,0 25 0,0 0 16,0 0-16,0-24 0,-25 24 0,25 0 0,0-25 0,0 25 16,-24 0-16,24 0 0,0 0 0,-25-25 0,25 25 15,0 0-15,0 0 0,-25 0 0,25 0 0,0-25 0,0 25 16,0 0-16,0 0 0,0 0 0,-25 0 0,25 0 15,0 0-15,0 0 0,0 0 0,0 0 0,0 0 0,0 0 16,0 25-16,0-25 0,0 0 0,0 25 0,0-25 16,0 0-16,0 25 0,0-25 0,0 24 0,0-24 15,0 25-15,0-25 0,0 25 0,0 0 0,0-25 0,0 25 16,0-25-16,25 24 0,-25 1 0,0-25 0,0 25 15,0-25-15,0 25 0,25-25 0,-25 0 0,0 25 16,0-25-16,25 24 0,-25-24 0,0 0 0,0 0 0,0 0 16,24 25-16,-24-25 0,0 0 0,0 0 0,25 0 15,-25 0-15,0 0 0,25 0 0,-25-25 0,0 25 16,25 0-16,-25 0 0,0 0 0,25-24 0,-25 24 0,0 0 15,0-25-15,24 25 0,-24 0 0,0-25 0,0 25 16,0 0-16,0-25 0,25 25 0,-25-25 0,0 25 0,0-24 16,0 24-16,0-25 0,0 25 0,0 0 0,0-25 15,0 25-15,25-25 0,-25 25 0,0 0 0,0-25 0,0 25 16,0-24-16,0 24 0,0 0 0,0 0 0,0 0 15,0-25-15,0 25 0,0 0 0,0 0 0,0 0 0,0 0 16,-25 0-16,25 0 0,0 0 0,0 25 0,0-25 16,0 0-16,0 0 0,0 0 0,0 24 0,0-24 0,0 0 15,0 25-15,0-25 0,0 25 0,0-25 0,0 0 16,0 25-16,0-25 0,0 25 0,0-25 0,0 24 15,0-24-15,25 25 0,-25-25 0,0 25 0,0-25 0,0 0 16,0 25-16,0-25 0,0 25 0,25-25 0,-25 0 16,0 0-16,0 24 0,0-24 0,0 0 0,25 0 15,-25 0-15,0 25 0,0-25 0,25 0 0,-25 0 0,0 0 16,0 0-16,24 0 0,-24 0 0,0-25 0,25 25 78,-25 0-78,0 0 0,25 0 0,-25-24 0,0 24 0,25 0 0,-25-25 0,0 25 0,0 0 0,0-25 0,25 25 0,-25 0 0,0-25 0,0 25 0,0-25 0,0 25 0,0 0 0,0-24 0,0 24 0,0-25 0,0 25 0,0 0 0,0-25 0,0 25 0,0 0 0,0 0 0,0-25 15,0 25-15,0 0 0,0 0 0,0 0 0,0 0 0,0 0 16,0 0-16,0 0 0,0 0 0,0 0 0,0 0 16,0 0-16,0 0 0,0 0 0,0 25 0,0-25 0,0 0 15,0 25-15,0-25 0,0 25 0,0-25 0,0 24 16,0-24-16,0 25 0,0-25 0,0 25 0,0-25 0,0 25 15,0-25-15,0 25 0,0-25 0,0 24 0,0-24 16,0 0-16,24 25 0,-24-25 0,0 0 0,0 0 16,0 25-16,25-25 0,-25 0 0,0 0 0,0 0 0,0 0 15,25 0-15,-25 0 0,0 0 0,0 0 0,0 0 16,25 0-16,-25-25 0,0 25 0,0 0 0,0 0 15,0-25-15,0 25 0,0-24 0,0 24 0,0 0 0</inkml:trace>
  <inkml:trace contextRef="#ctx0" brushRef="#br0" timeOffset="181540.3829">19422 10567 0,'0'0'0,"0"0"15,0 0-15,-25-25 0,25 25 0,0 0 0,25 0 16,-25-25-16,0 25 0,0 0 0,0 0 0,0 0 15,0-25-15,25 25 0,-25 0 0,0 0 0,25 0 0,-25 0 16,0 0-16,24 0 0,-24 0 0,0 0 0,25 0 16,-25 25-16,0-25 0,25 0 0,-25 0 0,0 0 0,25 0 15,-25 25-15,0-25 0,0 0 0,0 0 0,25 25 16,-25-25-16,0 0 0,0 0 0,0 0 0,0 0 0,0 25 15,25-25-15,-25 0 0,0 0 0</inkml:trace>
  <inkml:trace contextRef="#ctx0" brushRef="#br0" timeOffset="181718.3933">19844 10269 0,'0'0'0,"0"0"0,0 0 0,0 0 0,0 25 15,0-25-15,0 0 0,0 0 0,0 25 0,-25-25 16,25 25-16,0-25 0,0 24 0,0-24 0,-25 25 0,25-25 15,0 25-15,0-25 0,-25 25 0,25-25 0,0 25 16,0-25-16,-24 24 0,24-24 0,0 0 0,0 25 16,0-25-16</inkml:trace>
  <inkml:trace contextRef="#ctx0" brushRef="#br0" timeOffset="182407.4331">21332 10815 0,'0'0'0,"0"0"0,0 0 0,0-25 0,0 25 0,0 0 16,0 0-16,0-25 0,0 25 0,0 0 0,-25 0 0,25-25 15,0 25-15,0 0 0,0-24 0,0 24 0,-25 0 16,25-25-16,0 25 0,0 0 0,-24 0 0,24-25 16,0 25-16,0 0 0,-25 0 0,25-25 0,0 25 0,-25 0 15,25 0-15,0 0 0,-25 0 0,25 0 0,0 0 16,-25 0-16,25 0 0,-24 0 0,24 0 0,0 0 0,-25 0 15,25 0-15,-25 0 0,25 0 0,0 0 0,-25 25 16,25-25-16,0 0 0,0 0 0,-25 25 0,25-25 16,0 25-16,0-25 0,0 24 0,0-24 0,0 25 0,0 0 15,0-25-15,0 25 0,0-25 0,0 25 0,25-25 16,-25 24-16,0-24 0,25 25 0,-25-25 0,0 25 0,25-25 15,-25 0-15,0 0 0,25 25 0,-25-25 0,0 0 16,24 0-16,-24 0 0,25 0 0,-25 0 0,25 0 16,-25 0-16,25 0 0,-25 0 0,25-25 0,-25 25 0,24 0 15,-24 0-15,25-25 0,-25 25 0,0-25 0,25 25 16,-25 0-16,0-24 0,0-1 0,25 25 0,-25-25 0,0 0 15,0 25-15,0-25 0,25 1 0,-25-1 0,0 0 16,0 0-16</inkml:trace>
  <inkml:trace contextRef="#ctx0" brushRef="#br0" timeOffset="182637.4462">21456 10393 0,'0'-25'0,"0"25"0,0 0 0,0 0 0,0 0 0,-25 0 15,25 0-15,0 0 0,0 0 0,0 0 0,0 0 16,0 0-16,0 0 0,0 0 0,0 0 0,0 25 16,0-25-16,0 0 31,0 25-31,0-25 0,0 25 0,0 0 0,0-25 0,0 24 0,0 1 0,0-25 0,25 25 0,-25 0 0,0 0 0,0-1 0,0 1 0,0 0 15,0 0-15,0-25 0,0 25 0,0-1 0,0 1 0,0 0 16,0 0-16,0-25 0,0 25 0,0-1 0,0-24 0,0 25 16,0 0-16,0-25 0,0 25 0,0-25 0,0 0 15,0 25-15,0-25 0,0 0 0,0 24 0,0-24 16,0 0-16,0 0 0,0 0 0,0 0 0,25 0 0,-25 0 15,0 0-15,0 0 0,25-24 0,-25 24 0,0 0 0</inkml:trace>
  <inkml:trace contextRef="#ctx0" brushRef="#br0" timeOffset="183311.4842">21679 10765 0,'0'0'0,"0"0"16,-25-25-16,25 25 0,0 0 0,0 0 0,0 0 0,0 0 16,0-24-16,0 24 0,0 0 0,0 0 0,0 0 15,0 0-15,0 0 0,0 0 0,0 0 0,0 0 0,0 0 16,0 0-16,0 0 0,0 0 0,0 0 0,0 24 15,0-24-15,0 0 0,0 0 0,0 25 0,0-25 0,0 25 16,0-25-16,0 25 0,0-25 0,0 25 0,0-25 16,0 24-16,0-24 0,0 25 0,0-25 0,0 25 15,25-25-15,-25 25 0,0-25 0,0 0 0,0 25 0,0-25 16,0 0-16,25 24 0,-25-24 0,0 0 0,0 0 15,0 0-15,25 0 0,-25 0 0,0 0 0,0 0 0,0 0 16,25 0-16,-25 0 0,0 0 0,0 0 0,25 0 16,-25-24-16,0 24 0,0 0 0,24-25 0,-24 25 15,0 0-15,0-25 0,0 25 0,25-25 0,-25 25 0,0-25 16,0 25-16,0-24 0,0 24 0,0-25 0,0 25 15,0-25-15,0 25 0,0 0 0,0-25 0,0 25 0,0 0 16,0-25-16,0 25 0,0 0 0,0 0 0,0 0 16,0 0-16,0 0 0,0 0 0,0 0 0,0 0 15,0 0-15,0 0 0,0 0 0,0 0 0,0 0 0,0 0 16,0 0-16,0 0 0,0 25 0,0-25 0,0 0 15,0 25-15,0-25 0,0 0 0,0 25 0,0-25 0,0 25 16,0-25-16,0 24 0,0-24 0,0 0 0,0 25 16,0-25-16,0 0 0,0 25 0,0-25 0,0 0 15,0 25-15,0-25 0,0 0 0,25 0 0,-25 0 0,0 25 16,0-25-16,0 0 0,0 0 0,0 0 0,0 0 15,0 0-15,0 0 0,25 0 0,-25 0 0,0 0 0,0 0 16,0 0-16,25-25 0,-25 25 0,0 0 16,24 0-16,-24 0 0,25-25 0,-25 25 0,0-25 0,25 25 15,-25 0-15,0-25 0,25 25 0,-25 0 0,0-24 0,25 24 16,-25 0-16,0 0 0,0 0 0,0-25 0,0 25 15,0 0-15,0 0 0,0 0 0,0 0 0,0 25 0,0-25 16,0 0-16,0 0 0,0 0 0,0 24 0,24-24 16,-24 0-16,0 25 0,0-25 0,0 0 0,0 25 0,0-25 15,0 25-15,0-25 0,0 0 0,0 25 0,0-25 16,0 0-16,25 24 0,-25-24 0,0 0 0,0 0 15,0 0-15,25 25 0,-25-25 0,0 0 0,0 0 0,25 0 16,-25 0-16,0 0 0,25 0 0,-25 0 0,0 0 16,24 0-16,-24 0 0,0-25 0,25 25 0,-25 0 15,0 0-15,25-24 0,-25 24 0,0-25 0,0 25 0,0-25 16,0 0-16</inkml:trace>
  <inkml:trace contextRef="#ctx0" brushRef="#br0" timeOffset="183675.5056">22250 10517 0,'0'0'0,"0"-25"15,0 25-15,0 0 0,0 0 0,0 0 0,0 0 16,0 0-16,0 0 0,0 0 0,0 0 0,0 0 15,0 0-15,0 0 0,0 25 0,0-25 0,0 0 0,0 25 16,0-25-16,0 25 0,0 0 0,0-25 0,0 24 16,0 1-16,0-25 0,0 25 0,0 0 0,0-25 0,0 25 15,0-1-15,0-24 0,0 25 0,0-25 0,0 25 16,0 0-16,0-25 0,0 25 0,0-25 0,0 24 15,0-24-15,0 25 0,0-25 0,0 0 0,0 25 0,0-25 16,0 0-16,0 0 0,0 0 0,0 25 0,0-25 16,0 0-16,0 0 0,0 0 0,0 0 0,0-25 0,0 25 15,0 0-15,0 0 0,0 0 0,0-25 0,25 25 16,-25 0-16,0-25 0,0 25 0,24-24 0,-24 24 15,0-25-15,25 25 0,-25-25 0,0 25 0,0 0 0,25 0 16,-25-25-16,0 25 0,0 0 0,0 0 0,25 0 16,-25 0-16,0 25 0,0-25 0,0 0 0,0 0 0,0 25 15,0-25-15,0 25 0,0-25 0,0 24 0,0-24 16,0 0-16,0 25 0,0-25 0,0 25 0,0-25 15,0 0-15,-25 25 0,25-25 0,0 0 0,0 25 0,0-25 16,0 0-16,0 0 0,0 0 0,0 0 0,-25 0 16,25 0-16,0 0 0,-25 0 0</inkml:trace>
  <inkml:trace contextRef="#ctx0" brushRef="#br0" timeOffset="183878.5172">21605 10368 0,'0'0'0,"-25"0"0,25 0 0,0 0 16,0-24-16,0 24 0,0 0 0,0 0 0,0 0 0,0 0 16,0 0-16,0 0 0,0 0 0,0 0 0,0 0 0,25 0 15,-25 0-15,0 24 0,0-24 0,25 0 0,-25 0 16,0 0-16,0 0 0,0 25 0,0-25 0,24 0 15,-24 0-15,0 25 0,0-25 0</inkml:trace>
  <inkml:trace contextRef="#ctx0" brushRef="#br0" timeOffset="184053.5272">21530 11261 0,'0'0'15,"0"25"-15,0-25 0,0 25 0,0-25 0,-24 0 16,24 0-16,0 0 0,0 0 0,0 0 0,0 0 0,0 0 15,0 0-15,0 0 0,0 0 0,0 0 0,0 0 16,0-25-16,0 25 0,-25-25 0,25 25 0</inkml:trace>
  <inkml:trace contextRef="#ctx0" brushRef="#br0" timeOffset="184222.5369">21109 10666 0,'0'0'0,"0"0"15,25 0-15,-25 0 0,0 0 0,0 0 0,0-25 0,24 25 16,-24 0-16,25 0 0,-25 0 0,25 0 0,-25 0 15,25-25-15,0 25 0,-1 0 0,-24 0 0,25 0 16,0 0-16,0-24 0,0 24 0,-1 0 0,1 0 0,0 0 16,0 0-16,0 0 0,-25 0 0</inkml:trace>
  <inkml:trace contextRef="#ctx0" brushRef="#br0" timeOffset="184671.5626">22944 10468 0,'0'0'0,"0"-25"0,0 25 0,0 0 0,0 0 16,0 0-16,-24 0 0,24 0 0,0 0 0,0 0 16,0 0-16,0 0 0,24 0 0,-24 0 0,0 25 0,0-25 15,0 24-15,0-24 0,0 25 0,0 0 0,0-25 16,0 25-16,0 0 0,0-1 0,0 1 0,0 0 15,0 0-15,0 0 0,0-1 0,0 1 0,0 0 0,0 0 16,0 0-16,0-1 0,0 1 0,0 0 0,0 0 16,0-25-16,-24 25 0,24-1 0,0-24 0,0 25 0,0-25 15,0 25-15,0-25 0,0 0 0,0 25 0,0-25 16,-25 0-16,25 0 0,0 0 0,0 0 0,0 0 0,-25 0 15,25-25-15,0 25 0,0 0 0,0-25 0,-25 25 16,25-25-16,0 25 0</inkml:trace>
  <inkml:trace contextRef="#ctx0" brushRef="#br0" timeOffset="184821.5712">22796 10815 0,'0'0'0,"0"-25"0,0 25 16,0-25-16,0 25 0,24 0 0,-24-25 0,0 25 0,0 0 15,25 0-15,-25 0 0,0-24 0,25 24 0,-25 0 16,25 0-16,0 0 0,-25 0 0,24-25 0,-24 25 16,25 0-16,0 0 0,-25 0 0,25 0 0,0 0 0,-1-25 15,-24 25-15,25 0 0,0 0 0,0 0 0,-25-25 16,25 25-16,-25 0 0,24 0 0,1-25 0,-25 25 0,0 0 15,25 0-15,-25-24 0,0 24 0,0-25 0,25 25 16</inkml:trace>
  <inkml:trace contextRef="#ctx0" brushRef="#br0" timeOffset="185692.6209">23217 10443 0,'0'0'16,"0"0"-16,0 0 0,0 0 0,0-25 0,0 25 0,0 0 15,0 0-15,0 0 0,0 0 0,0 0 0,0 0 16,0 0-16,0 25 0,0-25 0,0 0 0,25 0 0,-25 25 16,0-25-16,0 24 0,0-24 0,0 25 0,0-25 15,0 25-15,0 0 0,25 0 0,-25-25 0,0 24 16,0 1-16,0 0 0,0 0 0,0 0 0,0-1 0,0-24 15,0 25-15,0 0 0,0 0 0,0 0 0,0-1 16,0 1-16,0-25 0,0 25 0,0 0 0,0-25 16,0 25-16,0-25 0,0 24 0,0-24 0,0 0 0,0 25 15,0-25-15,0 0 0,0 0 0,0 0 0,0 0 16,0 0-16,0 0 0,0 0 0,0 0 0,25 0 0,-25 0 15,0-25-15,0 25 0,24 0 0,-24-24 0,0 24 16,25 0-16,-25-25 0,0 25 0,25-25 0,-25 25 0,0-25 16,0 25-16,0-25 0,25 25 0,-25-24 0,0-1 15,0 25-15,0-25 0,0 25 0,0 0 0,0-25 16,25 25-16,-25-25 0,0 25 0,0 0 0,0-24 0,0 24 15,0 0-15,0 0 0,0 0 0,0 0 0,0 0 0,0 0 16,0 0-16,0 0 0,0 0 0,0 0 0,0 0 16,0 0-16,0 0 0,0 24 0,0-24 0,0 0 15,0 25-15,0-25 0,0 25 0,0-25 0,0 25 16,0-25-16,0 25 0,0-1 0,0-24 0,0 25 0,0-25 15,0 25-15,0-25 0,0 0 0,0 25 0,0-25 16,24 25-16,-24-25 0,0 0 0,0 0 0,0 24 0,25-24 16,-25 0-16,0 0 0,0 0 0,25 0 0,-25 0 15,0 0-15,0 0 0,25 0 0,-25 0 0,0 0 16,25 0-16,-25 0 0,0-24 0,0 24 0,24-25 0,-24 25 15,0 0-15,25-25 0,-25 25 0,0-25 0,0 25 0,0-25 16,0 1-16,25 24 0,-25-25 0,0 0 0,0 25 16,0-25-16,0 25 0,0-25 0,0 1 0,0 24 15,0 0-15,0-25 0,0 25 0,0 0 0,0 0 0,0-25 16,0 25-16,0 0 0,0 0 0,0 0 0,0 0 15,0 0-15,0 0 0,0 25 0,0-25 0,0 0 16,-25 0-16,25 25 0,0-25 0,0 24 0,0-24 0,0 25 16,0-25-16,0 25 0,0-25 0,0 25 0,0 0 15,0-25-15,0 24 0,25-24 0,-25 25 0,0 0 16,0-25-16,0 25 0,0-25 0,0 0 0,0 25 0,0-25 15,0 24-15,25-24 0,-25 0 0,0 0 0,0 25 0,0-25 16,25 0-16,-25 0 0,0 0 0,0 0 0,24 0 16,-24 0-16,0 0 0,0-25 0,25 25 0,-25 0 15,0 0-15,25-24 0,-25 24 0,0-25 0,25 25 0,-25 0 16,0-25-16,0 25 0,25-25 0,-25 25 0,0-25 15,0 1-15,0 24 0,0-25 0,24 25 0,-24-25 0,0 0 16,0 25-16,0 0 0,0-25 0,0 25 0,0 0 16,0-24-16,0 24 0,0 0 0,0 0 0,0 0 15,0 0-15,0 0 0,0 0 0,0 0 0,0 24 0,0-24 16,0 0-16,0 25 0,0-25 0,0 25 0,0-25 15,0 0-15,0 25 0,-24-25 0,24 25 0,0-25 0,0 24 16,0-24-16,0 0 0,0 25 0,0-25 0,0 25 16,0-25-16,0 0 0,0 25 0,0-25 0,0 0 15,0 25-15,24-25 0,-24 0 0,0 0 0,0 24 16,25-24-16,-25 0 0,0 0 0,25 0 0,-25 0 0,25 0 15,-25 0-15,25 0 0,-25 0 0,25 0 0,-25 0 0,24 0 16,-24 0-16,25 0 0,-25 0 0,25-24 0</inkml:trace>
  <inkml:trace contextRef="#ctx0" brushRef="#br0" timeOffset="185994.6382">24135 10840 0,'0'0'0,"0"-25"0,0 25 0,0 0 0,0-25 0,0 25 16,-25 0-16,25 0 0,0-25 0,0 25 0,0 0 16,0 0-16,0-25 0,-25 25 0,25 0 0,0 0 0,0 0 15,0 0-15,-24 0 0,24 0 0,0 25 0,0-25 16,0 0-16,0 25 0,0-25 0,-25 0 0,25 25 15,0 0-15,0-25 0,0 24 0,0-24 0,0 25 0,0 0 16,0-25-16,0 25 0,0-25 0,0 25 0,0-25 16,25 24 124,24 26-140,-49-75 0,0 25 0,0 0 0,0-25 0</inkml:trace>
  <inkml:trace contextRef="#ctx0" brushRef="#br0" timeOffset="186148.6471">23763 10517 0,'-25'0'0,"25"0"0,25 0 0,-25-25 0,0 25 0,0 0 0,0 0 16,0 0-16,0-24 0,0 24 0,25 0 0,-25 0 0,0 0 0,0 0 15,24 0-15,-24 0 0,0 0 0,25 0 0,-25 0 0,0 24 16,0-24-16,25 0 0,-25 0 0,0 0 0,0 25 16,0-25-16,0 0 0,0 0 0,0 25 0,0-25 0,0 0 15,0 25-15,-25-25 0,25 0 0,0 0 0,0 0 16,0 25-16,-25-25 0,25 0 0,0 0 0,-24 0 15,24 24-15,0-24 0,0 0 0,0 0 0,-25 0 0,25 0 16</inkml:trace>
  <inkml:trace contextRef="#ctx0" brushRef="#br0" timeOffset="186328.6574">24036 10220 0,'0'0'0,"0"0"0,0 0 15,0 0-15,0 24 0,0-24 0,0 0 0,0 0 16,0 25-16,0-25 0,-25 0 0,25 25 0,0-25 0,0 25 15,0-25-15,-25 25 0,25-25 0,0 24 0,0-24 16,0 25-16,-25-25 0,25 25 0,0-25 0,0 25 16,-24-25-16,24 0 0,0 25 0</inkml:trace>
  <inkml:trace contextRef="#ctx0" brushRef="#br0" timeOffset="186887.6893">25474 10567 0,'0'0'16,"0"-25"-16,0 25 0,0 0 0,0 0 0,0 0 0,0-25 15,0 25-15,0 0 0,0 0 0,0 0 0,0 0 16,0 0-16,0 0 0,0 0 0,0 25 0,0-25 0,0 0 15,0 0-15,0 0 0,0 25 0,0-25 0,0 0 16,0 25-16,0-25 0,0 24 0,0 1 0,0-25 16,0 25-16,0 0 0,0 0 0,0-1 0,-24 1 0,24 0 15,0 0-15,0 0 0,0-1 0,0 1 0,0 0 16,0-25-16,0 25 0,0 0 0,0-1 0,0-24 0,0 25 15,0 0-15,0-25 0,0 25 0,0-25 0,0 25 16,0-25-16,0 0 0,0 24 0,0-24 0,0 0 16,-25 0-16,25 0 0,0 0 0,0 0 0,0-24 0,-25 24 15,25 0-15,0 0 0</inkml:trace>
  <inkml:trace contextRef="#ctx0" brushRef="#br0" timeOffset="187031.6976">25400 10889 0,'25'0'0,"-25"0"16,0-25-16,0 25 0,25 0 0,-25 0 0,0 0 0,0-24 15,24 24-15,-24 0 0,25 0 0,-25 0 0,25 0 16,-25-25-16,25 25 0,0 0 0,-1 0 0,1 0 0,-25 0 15,25-25-15,0 25 0,0 0 0,-1 0 0,-24 0 16,25-25-16,0 25 0,0 0 0,0 0 0,-25-25 0,24 25 16,-24 0-16,25-24 0,-25 24 0</inkml:trace>
  <inkml:trace contextRef="#ctx0" brushRef="#br0" timeOffset="187936.7493">25871 10468 0,'0'0'0,"0"0"15,0 0-15,0 0 0,0 0 0,0 0 0,0 0 16,0 0-16,0 0 0,0 0 0,0 0 0,0 0 0,0 0 15,0 0-15,0 0 0,0 24 0,0-24 0,0 0 16,0 25-16,0-25 0,0 25 0,0 0 0,0 0 0,0-25 16,0 24-16,0 1 0,0 0 0,0-25 0,0 25 15,0 0-15,0-1 0,0 1 0,0-25 0,0 25 16,0 0 15,0 0-31,0-1 0,0-24 0,0 25 0,0-25 0,0 25 0,0 0 0,0-25 0,0 0 0,0 25 0,0-25 0,0 0 0,0 24 0,0-24 0,0 0 16,0 0-16,0 0 0,0 0 0,0 0 0,0 0 0,0 0 15,0 0-15,0 0 0,25 0 0,-25 0 0,0 0 16,0-24-16,0 24 0,0 0 0,0-25 0,25 25 0,-25-25 15,0 25-15,0-25 0,0 25 0,25-25 0,-25 25 16,0-24-16,0-1 0,25 25 0,-25-25 0,0 25 16,0-25-16,0 25 0,24-25 0,-24 25 0,0 0 0,0 0 15,0-24-15,0 24 0,0 0 0,0 0 0,0 0 16,0 0-16,0 0 0,0 0 0,0 0 0,0 24 0,0-24 15,0 0-15,0 0 0,0 0 0,0 25 0,0-25 0,25 0 16,-25 25-16,0-25 0,0 25 0,0-25 0,0 25 16,0-25-16,0 24 0,0 1 0,0-25 0,0 25 15,0-25-15,0 25 0,0-25 0,0 25 0,0-25 0,25 0 16,-25 24-16,0-24 0,0 0 0,0 25 0,25-25 15,-25 0-15,0 0 0,25 25 0,-25-25 0,0 0 16,0 0-16,24 0 0,-24 0 0,0-25 0,25 25 0,-25 0 16,25 0-16,-25-25 0,0 25 0,25 0 0,-25-24 15,0 24-15,0-25 0,25 25 0,-25-25 0,0 25 16,0-25-16,0 25 0,0-25 0,24 1 0,-24 24 0,0-25 15,0 25-15,0-25 0,0 25 0,0-25 0,0 25 0,-24-25 16,24 25-16,0 0 0,0-24 0,0 24 0,0 0 16,0 0-16,0-25 0,0 25 0,0 0 0,0 0 15,0 0-15,0 0 0,0 0 0,0 0 0,0 0 0,0 0 16,0 0-16,0 25 0,0-25 0,0 0 0,0 0 15,0 24-15,0-24 0,0 25 0,-25-25 0,25 25 0,0-25 16,0 25-16,0-25 0,0 25 0,0-1 0,0-24 16,0 25-16,0-25 0,0 25 0,25-25 0,-25 0 15,0 25-15,0-25 0,0 0 0,0 25 0,0-25 0,24 0 16,-24 0-16,0 0 0,0 0 0,25 24 0,-25-24 15,0 0-15,25 0 0,-25-24 0,0 24 0,25 0 0,-25 0 16,0 0-16,25 0 0,-25 0 0,0-25 0,24 25 16,-24 0-16,0 0 0,25-25 0,-25 25 0,0 0 15,0-25-15,0 25 0,25-25 0,-25 25 0,0 0 16,0-24-16,0 24 0,0-25 0,0 0 0,0 25 0,0-25 15,0 25-15,0-25 0,0 25 0,0 0 0,0-24 0,0 24 16,0 0-16,0-25 0,0 25 0,0 0 0,0 0 16,0 0-16,0 0 0,0 0 0,0 25 0,0-25 0,0 0 15,0 24-15,25-24 0,-25 0 0,0 25 0,0-25 16,0 25-16,0-25 0,0 25 0,0-25 0,0 25 15,0-25-15,0 24 0,0-24 0,0 25 0,0-25 0,0 25 16,0-25-16,0 0 0,0 25 0,0-25 0,25 0 16,-25 25-16,0-25 0,0 0 0,0 0 0,0 24 0,0-24 15,0 0-15,0 0 0,0 0 0,0 0 0,24 0 16,-24 0-16,0 0 0,0 0 0,0 0 0,0 0 15,25 0-15,-25 0 0,0 0 0,25-24 0</inkml:trace>
  <inkml:trace contextRef="#ctx0" brushRef="#br0" timeOffset="188391.7754">27856 10964 0,'0'0'0,"-25"-25"0,25 25 0,0 0 0,-25-25 0,25 25 16,0-25-16,0 25 0,-25-25 0,25 25 0,0 0 16,-25-24-16,25 24 0,0-25 0,-24 25 0,24-25 0,0 25 15,-25-25-15,25 25 0,0 0 0,0 0 0,-25-25 16,25 25-16,0 0 0,-25 0 0,25 0 0,0 0 15,-25 25-15,25-25 0,0 0 0,-24 0 0,24 0 0,0 25 16,-25-25-16,25 0 0,0 25 0,-25-25 0,25 0 16,0 25-16,0-25 0,-25 24 0,25-24 0,0 25 0,0-25 15,0 25-15,0-25 0,0 25 0,0-25 0,0 25 16,25-25-16,-25 24 0,0-24 0,0 25 0,0-25 0,25 0 15,-25 25-15,0-25 0,25 0 0,-25 0 0,24 0 16,-24 0-16,0 0 0,25 0 0,0 0 0,-25 0 16,25 0-16,-25 0 0,25 0 0,-25 0 0,24-25 0,-24 25 15,25 0-15,-25-25 0,0 25 0,25-24 0,-25-1 16,25 25-16,-25-25 0,0 0 0,0 25 0,25-25 15</inkml:trace>
  <inkml:trace contextRef="#ctx0" brushRef="#br0" timeOffset="188640.7896">27905 10418 0,'0'0'0,"0"0"0,0 0 0,0 0 0,0 0 15,0 0-15,0 0 0,0 0 0,0 0 0,0 0 16,0 0-16,0 25 0,0-25 0,0 25 0,0-25 0,0 24 16,0-24-16,0 25 0,0-25 0,0 25 0,0 0 15,0 0-15,0-1 0,0-24 0,0 25 0,0 0 16,0 0-16,0 0 0,0-25 0,0 24 0,0 1 0,0 0 15,0 0-15,0 0 0,0-25 0,25 24 0,-50 1 16,25-25-16,0 25 0,0-25 0,0 25 0,0-25 16,0 25-16,0-25 0,0 24 0,0-24 0,0 0 15,0 0-15,0 25 0,0-25 0,0 0 0,0 0 0,0 0 16,0 0-16,0 0 0,0 0 0,0 0 0,0 0 0,0-25 15,25 25-15,-25 0 0,0-24 0,0 24 0</inkml:trace>
  <inkml:trace contextRef="#ctx0" brushRef="#br0" timeOffset="189458.8363">27980 10765 0,'0'0'0,"0"-25"0,0 25 0,0 0 0,0 0 0,0-24 15,0 24-15,0 0 0,0 0 0,0 0 0,0 0 16,0 0-16,0 0 0,0 0 0,0 0 0,0 0 0,0 0 16,0 0-16,0 0 0,0 24 0,24-24 0,-24 25 15,0-25-15,0 0 0,0 25 0,0 0 0,0-25 16,0 25-16,25-25 0,-25 24 0,0 1 0,0-25 0,0 25 15,0-25-15,0 25 0,25-25 0,-25 25 0,0-25 16,0 24-16,0-24 0,25 0 0,-25 25 0,0-25 0,0 0 16,0 0-16,0 25 0,25-25 0,-25 0 0,0 0 15,0 0-15,25 0 0,-25 0 0,0 0 0,0-25 16,24 25-16,-24 0 0,0 0 0,25 0 0,-25-25 0,0 25 15,0-24-15,25 24 0,-25-25 0,0 25 0,0-25 16,25 25-16,-25-25 0,0 0 0,0 25 0,0-24 0,0 24 16,0-25-16,0 0 0,0 25 0,0-25 0,0 25 15,0 0-15,0-25 0,0 25 0,0 0 0,0 0 0,0 0 16,0 0-16,0 0 0,0 0 0,0 0 0,0 0 15,0 0-15,0 0 0,0 0 0,0 0 0,0 0 16,0 0-16,0 25 0,0-25 0,0 0 0,0 0 0,0 25 16,0-25-16,0 25 0,0-25 0,0 25 0,0-25 15,0 24-15,0-24 0,0 25 0,0-25 0,0 25 0,0-25 16,0 25-16,0-25 0,0 25 0,0-25 0,0 24 15,0-24-15,0 25 0,0-25 0,0 25 0,25-25 16,-25 0-16,0 25 0,0-25 0,0 0 0,24 0 0,-24 0 16,0 0-16,0 0 0,25 0 0,-25 0 0,0 0 15,25 0-15,-25 0 0,0 0 0,25 0 0,-25 0 0,25-25 16,-25 25-16,0 0 0,24 0 0,-24-25 0,0 25 15,0-25-15,25 25 0,-25 0 0,0-24 0,0 24 16,0-25-16,0 25 0,0-25 0,25 25 0,-25-25 0,0 25 16,0-25-16,0 25 0,0-24 0,0 24 0,0 0 0,0-25 15,0 25-15,0 0 0,0 0 0,0 0 0,0 0 16,0 0-16,0 0 0,0 0 0,-25 0 0,25 0 15,0 0-15,0 0 0,0 0 0,0 25 0,0-25 0,0 0 16,0 24-16,0-24 0,0 0 0,0 25 0,0-25 16,0 25-16,0-25 0,0 25 0,0-25 0,0 25 0,0-25 15,0 24-15,0-24 0,0 0 0,0 25 0,0-25 16,0 0-16,0 25 0,25-25 0,-25 0 0,0 0 15,0 25-15,0-25 0,0 0 0,25 0 0,-25 0 16,0 0-16,0 0 0,0 0 0,25 0 0,-25 0 0,0 0 16,24-25-16,-24 25 0,0 0 0,0-25 0,25 25 0,-25 0 15,0-25-15,0 25 0,25-24 0,-25 24 0,0-25 16,0 25-16,0-25 0,0 0 0,0 25 0,0-25 15,0 1-15,0 24 0,0-25 0,0 25 0,0-25 0,0 25 16,0-25-16,-25 25 0,25-25 0,0 25 0,0 0 16,0 0-16,0 0 0,0 0 0,-25 0 0,25 0 0,0 0 15,0 0-15,-24 0 0,24 0 0,0 0 0,0 25 16,0-25-16,-25 0 0,25 0 0,0 25 0,0-25 15,0 0-15,0 25 0,-25-25 0,25 0 0,0 0 0,0 25 16,0-25-16,0 0 0,0 24 0,0-24 0,0 0 16,25 0-16,-25 25 0,0-25 0,0 0 0,25 0 0,-25 0 15,0 0-15</inkml:trace>
  <inkml:trace contextRef="#ctx0" brushRef="#br0" timeOffset="189752.8529">28897 10889 0,'0'0'0,"0"0"0,-24-25 0,24 25 15,0 0-15,0-24 0,0 24 0,0-25 0,0 25 16,0 0-16,-25-25 0,25 25 0,0-25 0,0 25 16,0 0-16,0 0 0,0 0 0,0-25 0,0 25 0,0 0 15,0 0-15,-25 0 0,25 0 0,0 25 0,0-25 16,0 0-16,0 0 0,0 25 0,0-25 0,-25 25 0,25-25 15,0 25-15,0-25 0,0 24 0,0-24 0,0 25 16,0 0-16,0-25 0,0 25 0,0-25 0,0 25 16,0-25-16,0 24 0,0-24 0,0 0 0,0 25 0,0-25 15,0 0-15,25 25 0,-25-25 0,0 0 0,0 0 16,25 0-16,-25 0 0,0 0 0,0 0 0,25 0 0,-25 0 15,0 0-15,0 0 0,0 0 0,24 0 0,-24-25 16,0 25-16,0 0 0,0 0 0,0-25 0,0 25 16,0-24-16</inkml:trace>
  <inkml:trace contextRef="#ctx0" brushRef="#br0" timeOffset="190006.8677">28649 10542 0,'0'0'0,"0"-25"0,0 25 0,0 0 15,0 0-15,25 0 0,-25 0 0,0-25 0,0 25 16,0 0-16,0 0 0,25 0 0,-25 0 0,0 0 16,0 0-16,0 0 0,25 25 0,-25-25 0,0 0 0,0 0 15,0 0-15,0 25 0,25-25 0,-25 0 0,0 25 16,0-25-16,0 0 0,0 25 0,-25-25 0,25 0 0,0 24 15,0-24-15,0 0 0,-25 25 0,25-25 0,0 0 16,0 0-16,-25 25 0,25-25 0,-25 0 0,25 0 0,0 0 16,-24 0-16,24 0 0,-25 0 0,25 0 0,-25 0 15,0 0-15,25 0 0</inkml:trace>
  <inkml:trace contextRef="#ctx0" brushRef="#br0" timeOffset="190197.8787">28302 10443 0,'0'0'0,"0"0"0,0 0 16,25-25-16,-25 25 0,0 0 0,0 0 0,0 0 0,25 0 15,-25 0-15,0 0 0,25 0 0,-25 0 0,0 0 16,0 0-16,24 0 0,-24 25 0,0-25 0,25 0 0,-25 0 16,0 25-16,0-25 0,0 24 0,0-24 0,0 25 15,0-25-15,0 25 0,0-25 0,0 25 0,0 0 16,0-25-16,0 24 0,-25 1 0,25 0 0,0-25 0,0 25 15,-24 0-15,24-1 0,-25 1 0</inkml:trace>
  <inkml:trace contextRef="#ctx0" brushRef="#br0" timeOffset="190347.8872">28079 11162 0,'0'25'15,"-25"-25"-15,25 25 0,0-25 0,-25 0 0,25 0 16,0 0-16,0 25 0,0-25 0,0 0 0,0 0 0,0 0 16,0 0-16,0 0 0,0 0 0,0 0 0,0 0 15,0 0-15,0-25 0,0 25 0,0 0 0,0-25 16,0 25-16,0 0 0,0-25 0,0 25 0,0-25 0,0 0 15,0 25-15</inkml:trace>
  <inkml:trace contextRef="#ctx0" brushRef="#br0" timeOffset="190532.8978">27732 10592 0,'0'0'0,"0"0"16,0 0-16,0-25 0,0 25 0,24 0 0,-24 0 0,0 0 16,25 0-16,-25 0 0,25 0 0,0 0 0,-25 0 15,25 0-15,-1 0 0,1 0 0,0 0 0,0 0 0,0 0 16,-1 0-16,1 0 0,0 0 0,0 0 0,0 0 15,-25 0-15,25 0 0,-1 0 0,1 0 0,0 25 16,0-25-16,-25 0 0,25 0 0,-1 0 0,1 0 0,-25 0 16</inkml:trace>
  <inkml:trace contextRef="#ctx0" brushRef="#br0" timeOffset="191268.9399">29716 10840 0,'0'-25'0,"0"25"0,0-25 15,-25 25-15,25-25 0,0 25 0,-25 0 0,25-25 16,0 25-16,0-24 0,-24 24 0,24 0 0,0 0 0,0-25 16,-25 25-16,25 0 0,0 0 0,0 0 0,0 0 15,-25 0-15,25-25 0,0 25 0,0 0 0,0 25 0,0-25 16,-25 0-16,25 0 0,0 0 0,0 25 0,0-25 15,-25 24-15,25-24 0,0 25 0,0-25 0,0 25 0,0-25 16,0 25-16,0 0 0,0-1 0,0-24 0,0 25 16,0 0-16,0-25 0,25 25 0,-25-25 0,0 25 0,25-1 15,-25-24-15,0 25 0,25-25 0,-25 0 0,25 25 16,-25-25-16,24 0 0,-24 0 0,25 25 0,-25-25 15,25 0-15,0 0 0,-25 0 0,25 0 0,-25 0 0,24 0 16,-24 0-16,25 0 0,-25-25 0,25 25 0,-25 0 16,25 0-16,-25-25 0,25 25 0,-25 0 0,0-25 0,24 25 15,-24 0-15,0-24 0,25 24 0,-25-25 0,0 25 16,0-25-16,25 25 0,-25-25 0,0 0 0,0 25 15,0-24-15,0 24 0,0-25 0,0 25 0,0-25 0,0 25 16,0-25-16,0 25 0,0 0 0,0 0 0,0-25 16,0 25-16,0 0 0,0 0 0,0 0 0,-25 0 0,25 0 15,0 0-15,0 0 0,0 0 0,0 0 0,0 0 16,0 0-16,0 25 0,0-25 0,-25 0 0,25 25 0,0-25 15,0 0-15,0 25 0,0-25 0,0 25 0,0-1 16,0-24-16,0 25 0,0-25 0,0 25 0,0-25 16,0 25-16,0-25 0,0 25 0,0-25 0,25 0 0,-25 24 15,0-24-15,0 25 0,25-25 0,-25 0 0,0 25 16,0-25-16,0 0 0,25 0 0,-25 0 0,0 0 0,0 0 15,25 0-15,-25 0 0,0 0 0,0-25 0,24 25 16,-24 0-16,0 0 0,0-25 0,0 25 0,0 0 16,0-24-16,0 24 0,0-25 0,0 25 0,0-25 0,0 25 15,0-25-15,0 25 0,0-25 0,0 1 0,0 24 16,0-25-16,0 25 0,0-25 0,0 25 0,0 0 0,0-25 15,-24 25-15,24 0 0,0 0 0,0 0 16,0 0-16,0 0 0,0 0 0,-25 0 0,25 0 0,0 0 16,0 0-16,0 0 0,0 0 0,-25 0 0,25 0 0,0 0 15,0 0-15,0 0 0,0 0 0,0 0 0,0 0 16,0 0-16,25 0 0</inkml:trace>
  <inkml:trace contextRef="#ctx0" brushRef="#br0" timeOffset="191459.9508">30311 10468 0,'0'0'0,"0"0"0,0 0 0,0 0 16,0 0-16,0 0 0,0 0 0,-24 24 0,24-24 0,0 0 15,0 25-15,-25-25 0,25 0 0,0 25 0,0-25 16,-25 25-16,25-25 0,0 25 0,-25-25 0,25 24 0,0 1 15,-25-25-15,25 25 0,0-25 0,-25 25 0,25-25 16,0 0-16,0 25 0,0-25 0</inkml:trace>
  <inkml:trace contextRef="#ctx0" brushRef="#br0" timeOffset="192254.9963">30981 10840 0,'-25'0'0,"25"0"0,0 0 16,0-25-16,0 25 0,-25 0 0,25-25 0,0 25 15,0 0-15,-24 0 0,24 0 0,0 0 0,-25 0 0,25 0 16,0 0-16,-25 0 0,25 0 0,-25 0 0,25 0 15,0 25-15,-25-25 0,25 0 0,0 25 0,-24-25 0,24 24 16,0-24-16,0 0 0,0 25 0,-25-25 0,25 25 16,0-25-16,0 0 0,0 25 0,0-25 0,0 0 0,0 0 15,0 25-15,0-25 0,25 0 0,-25 0 0,0 24 16,0-24-16,24 0 0,-24 0 0,0 0 0,25 0 0,-25 0 15,25 0-15,-25 0 0,25 0 0,-25 0 0,25 0 16,-25 0-16,24 0 0,-24 0 0,25-24 0,-25 24 0,25 0 16,-25 0-16,25-25 0,-25 25 0,0 0 0,25-25 15,-25 25-15,0-25 0,0 25 0,0-25 0,24 25 0,-24-24 16,0 24-16,0-25 0,0 25 0,0-25 0,0 25 15,0 0-15,0 0 0,0-25 0,0 25 0,0 0 0,0 0 16,0 25-16,0-25 0,-24 0 0,24 25 0,0-25 0,0 25 16,0-25-16,0 24 0,-25 1 0,25 0 0,0 0 15,0-25-15,0 25 0,0-1 0,0 1 0,0 0 16,0 0-16,0 0 0,0-25 0,0 24 0,0 1 0,0 0 15,0 0-15,0 0 0,0-25 0,0 25 0,0-1 16,25 1-16,-25-25 0,0 25 0,0-25 0,0 25 0,0-25 16,0 25-16,0-25 0,0 24 0,-25-24 0,25 0 15,0 0-15,0 0 0,0 25 0,-25-25 0,25 0 0,0 0 16,-25 0-16,25 0 0,0 0 0,-25-25 0,25 25 0,-24 0 15,24 0-15,0 0 0,0-24 0,-25 24 0,25 0 16,0 0-16,0 0 0,0-25 0,0 25 0,0 0 0,0 0 16,0 0-16,25-25 0,-25 25 0,0 0 0,24 0 15,-24 0-15,25 0 0,-25 0 0,25-25 0,-25 25 0,25 0 16,-25 0-16,25 0 0,-1 0 0,-24-25 0,25 25 15,-25 0-15,25 0 0,0-24 0,-25 24 0,25 0 16,-25-25-16,24 25 0,-24-25 0,25 25 0,-25-25 0,0 25 16,25-25-16,-25 0 0,0 25 0</inkml:trace>
  <inkml:trace contextRef="#ctx0" brushRef="#br0" timeOffset="192458.0079">31279 10765 0,'0'0'0,"0"0"0,0 0 0,0 0 16,0 0-16,0 0 0,0 0 0,0 0 0,0 0 15,0 0-15,0 0 0,0 25 0,0-25 0,0 0 0,0 25 16,0-25-16,0 0 0,0 25 0,0-1 0,0-24 15,0 25-15,0-25 0,0 25 0,0-25 0,0 25 0,0-25 16,0 25-16,0-25 0,0 0 0,0 24 0,0-24 16,25 25-16,-25-25 0,0 0 0,0 0 0,0 25 15,0-25-15,0 0 0,0 0 0,0 0 0,0 0 0,0 0 16,0 0-16,0 0 0,0 0 0,0-25 0,0 25 0,0 0 15,0-25-15,0 25 0,24 0 0</inkml:trace>
  <inkml:trace contextRef="#ctx0" brushRef="#br0" timeOffset="192602.0162">31353 10691 0,'0'0'0,"0"-25"0,0 25 0,0 0 15,0 0-15,0 25 0,0-25 0,0 0 0,0 0 0,0 0 16,25 0-16,-25 0 0,0 0 0,0 25 0,0-25 16,0 0-16,0 0 0,25 24 0,-25-24 0,0 0 0,0 0 15,25 25-15,-25-25 0,0 25 0,24-25 0</inkml:trace>
  <inkml:trace contextRef="#ctx0" brushRef="#br0" timeOffset="193048.0417">31725 10914 0,'0'0'0,"0"-25"0,0 25 0,0 0 0,0-25 0,0 25 16,0 0-16,0 0 0,-25-24 0,25 24 0,0-25 16,0 25-16,0 0 0,0 0 0,0-25 0,0 25 0,-24 0 15,24-25-15,0 25 0,0 0 0,0 0 0,0 0 16,-25 0-16,25 0 0,0-25 0,0 25 0,-25 0 0,25 0 15,0 25-15,0-25 0,-25 0 0,25 0 0,0 0 0,-25 0 16,25 25-16,0-25 0,-24 0 0,24 25 0,0-25 16,0 25-16,-25-25 0,25 24 0,0-24 0,0 25 0,0-25 15,0 25-15,0-25 0,0 25 0,0-25 0,0 25 16,0-25-16,0 24 0,0-24 0,0 0 0,0 25 0,0-25 15,0 0-15,0 0 0,25 25 0,-25-25 0,0 0 0,0 0 16,0 0-16,24 0 0,-24 0 0,0 0 0,25 0 16,-25 0-16,0 0 0,25 0 0,-25 0 0,0 0 0,25-25 15,-25 25-15,0 0 0,0 0 0,25-25 0,-25 25 16,0 0-16,0-24 0,24 24 0,-24 0 0,0-25 0,0 25 15,0-25-15,25 25 0,-25-25 0,0 25 0,0 0 0,0-25 16,0 25-16,0 0 0,0 0 0,0 0 0,0 0 16,0 0-16,0 0 0,0 0 0,0 0 0,0 0 0,0 0 15,0 0-15,0 0 0,0 25 0,0-25 0,0 0 16,0 25-16,0-25 0,0 0 0,0 25 0,0-25 0,0 0 15,0 25-15,25-25 0,-25 0 0,0 24 0,-25-24 0,25 0 16,0 0-16,0 0 0,0 0 0,25 25 0,-25-25 0,0 0 16,0 0-16,0-25 0,0 25 0,0 0 0,0 0 15,25 0-15,-25-24 0</inkml:trace>
  <inkml:trace contextRef="#ctx0" brushRef="#br0" timeOffset="193254.0533">32023 10244 0,'0'0'0,"0"0"0,0 0 0,0 0 0,-25 25 0,25-25 0,0 0 0,0 0 0,-25 25 0,25-25 0,0 0 0,-25 25 0,25-25 0,-24 25 0,24-25 0,-25 24 0,25-24 0,-25 25 0,25 0 0,-25-25 0,25 25 0,-25 0 0,1-1 0,24-24 0,-25 25 0,0 0 16,0-25-16,25 25 0,-25 0 0</inkml:trace>
  <inkml:trace contextRef="#ctx0" brushRef="#br0" timeOffset="194671.1343">3299 11782 0,'0'0'0,"0"-25"0,0 25 16,0 0-16,0 0 0,0 0 0,0 0 0,0 0 15,-25 0-15,25 0 0,0 0 0,0 0 0,0 0 16,0 0-16,25-24 0,-25 24 0,0 0 0,0 0 0,0 0 16,0 0-16,0 24 0,0-24 0,0 0 0,0 0 15,0 0-15,0 0 0,0 25 0,0-25 0,0 0 0,0 25 16,0-25-16,25 25 0,-25 0 0,0-1 0,0-24 15,0 25-15,0 0 0,0 0 0,0 0 0,0-1 16,0 1-16,0 0 0,0 0 0,0 0 0,0-1 0,0 1 16,0 0-16,0 0 0,0 0 0,0 0 0,0-25 15,0 24-15,0 1 0,0-25 0,0 25 0,0-25 0,0 25 16,0-25-16,0 25 0,0-25 0,0 0 0,0 0 15,0 24-15,0-24 0,0 0 0,0 0 0,0 0 0,0 0 16,0 0-16,0 0 0,0-24 0,0 24 0,0 0 16,0-25-16,0 25 0</inkml:trace>
  <inkml:trace contextRef="#ctx0" brushRef="#br0" timeOffset="194850.1448">3225 12129 0,'0'0'0,"0"0"0,0-24 0,0 24 16,0 0-16,0 0 0,0 0 0,0 0 0,0 0 0,0 0 15,0-25-15,0 25 0,0 0 0,0 0 0,24 0 16,-24 0-16,0 0 0,25 0 0,-25-25 0,25 25 0,-25 0 15,25 0-15,-25 0 0,25 0 0,-25 0 0,24 0 16,1 0-16,-25 0 0,25 0 0,0 25 0,-25-25 0,25 0 16,-25 25-16,24-25 0,1 0 0,-25 24 15,25-24-15,-25 25 0,25-25 0,-25 25 0,0-25 0</inkml:trace>
  <inkml:trace contextRef="#ctx0" brushRef="#br0" timeOffset="195369.1744">3597 12402 0,'0'0'0,"0"0"0,0 0 0,0 0 0,-25 0 16,25 0-16,0 0 0,0-24 0,0 24 0,-25 0 0,25 0 15,0-25-15,0 25 0,0 0 0,0 0 0,0-25 16,0 25-16,0-25 0,0 25 0,0 0 0,25-25 0,-25 25 16,0 0-16,25-24 0,-25 24 0,0-25 15,24 25-15,-24 0 0,0 0 0,25-25 0,-25 25 0,0 0 16,25 0-16,-25 0 0,0 0 0,0 0 0,0 0 0,0 0 15,25 0-15,-25 0 0,0 0 0,0 0 0,0 0 16,0 25-16,0-25 0,0 25 0,0-25 0,0 0 16,0 24-16,0-24 0,0 25 0,0-25 0,0 25 0,0 0 15,0-25-15,0 25 0,0-25 0,0 24 0,0-24 16,0 25-16,0-25 0,0 0 0,0 25 0,25-25 0,-25 0 15,0 25-15,0-25 0,0 0 0,0 0 0,0 0 16,25 0-16,-25 0 0,0 0 0,0 0 0,0 0 16,0 0-16,0 0 0,24 0 0,-24-25 0,0 25 15,0 0-15,25 0 0,-25-25 0,0 25 0,25-25 0,-25 25 16,0 0-16,0-24 0,0 24 0,25-25 0,-25 25 0,0-25 15,0 25-15,0 0 0,0-25 0,0 25 0,0-25 16,0 25-16,0 0 0,0-24 0,0 24 0,0 0 16,0 0-16,0-25 0,0 25 0,0 0 0,0 0 0,0 0 15,0 0-15,0 0 0,-25 0 0,25 0 0,0 0 16,0 0-16,0 0 0,0 0 0,0 0 0,0 25 0,0-25 15,0 0-15,0 24 0,0-24 0,0 25 0,0-25 16,0 25-16,0-25 0,25 25 0,-25-25 0,0 25 0,0-25 16,0 24-16,0 1 0,0-25 0,0 25 0,0-25 15,0 0-15,0 25 0,25-25 0,-25 0 0,0 25 16,0-25-16,0 0 0,0 0 0,0 0 0,0 0 0,0 0 15,0 0-15,0 0 0,0 0 0,0 0 0,0-25 16,0 25-16,0 0 0,0-25 0,0 25 0,0-25 16,0 0-16</inkml:trace>
  <inkml:trace contextRef="#ctx0" brushRef="#br0" timeOffset="195519.183">3919 12005 0,'0'-24'0,"0"24"16,0 0-16,0 0 0,0 0 0,0 0 0,0 0 15,0 0-15,0 0 0,0 24 0,0-24 0,0 0 0,0 0 16,0 0-16,0 25 0,0-25 0,0 0 0,0 25 15,25-25-15,-25 0 0,0 25 0,0-25 0,0 25 16,0-25-16,0 24 0,0-24 0,25 25 0</inkml:trace>
  <inkml:trace contextRef="#ctx0" brushRef="#br0" timeOffset="195694.193">4043 12774 0,'0'0'0,"0"25"0,0-25 0,0 25 0,0-25 0,0 0 0,0 0 0,-25 25 0,25-25 0,0 0 0,0 0 16,0 0-16,0 0 0,0 0 0,0 0 0,0 0 15,0 0-15,0 0 0,0 0 0,0 0 0,0 0 16,0-25-16,0 25 0,0 0 0,0 0 0,25 0 0,-25-25 16,0 25-16,0 0 0,25-25 0,-25 25 0</inkml:trace>
  <inkml:trace contextRef="#ctx0" brushRef="#br0" timeOffset="196155.2194">4738 12229 0,'0'0'15,"0"0"-15,0 0 0,0 0 0,0 0 0,0 0 0,0 0 16,0 0-16,0 0 0,0 0 0,0 0 0,0 0 15,0 0-15,0 0 0,0 0 0,24 0 0,-24 0 16,0 0-16,0 0 0,25 0 0,-25 0 0,25 0 0,-25 0 0,25 0 16,-25 0-16,25 0 0,0 0 0,-25 0 0,24 25 15,1-25-15,-25 0 0,25 0 0,0 0 0,0 0 16,-25 0-16,24 0 0,1 24 0,0-24 0,0 0 15,-25 0-15,25 0 0,-1 0 0,-24 0 0,25 0 0,0 0 16,-25 25-16,0-25 0,25 0 0,-25 0 0,0 0 16,0 0-16,0 0 0,0 25 0</inkml:trace>
  <inkml:trace contextRef="#ctx0" brushRef="#br0" timeOffset="196405.2337">4837 12452 0,'-25'0'0,"25"-25"0,0 25 0,0 0 0,0 0 0,-25 0 15,25 0-15,0 0 0,0 0 0,0 0 0,0 0 16,0 0-16,0 0 0,0 0 0,25 0 0,-25 0 0,0 0 16,0 0-16,25 0 0,-25-25 0,25 25 0,-25 0 15,25 0-15,-25 0 0,24 0 0,1 0 0,-25 0 16,25 0-16,0 0 0,0 0 0,-25 0 0,24 0 0,1 0 15,0 0-15,-25 0 0,25 0 0,0 0 0,-25-24 16,24 24-16,1 0 0,-25 24 0,25-24 0,-25 0 0,0 0 16,25 0-16,-25 0 0,0 0 0,0 0 0,0 0 15,0 0-15,0 0 0</inkml:trace>
  <inkml:trace contextRef="#ctx0" brushRef="#br0" timeOffset="196680.2494">4986 12055 0,'0'-25'0,"0"25"0,0 0 0,0 0 16,0 0-16,0 0 0,-25 0 0,25 0 0,0 0 15,0 0-15,0 0 0,0 0 0,25 0 0,-25 0 16,0 25-16,0-25 0,0 0 0,0 25 0,0-25 0,0 25 15,0-1-15,0-24 0,0 25 0,0 0 0,0-25 16,0 25-16,0 0 0,0 0 0,0-1 0,0 1 0,0-25 16,0 25-16,0 0 0,0 0 0,0-1 0,0 1 15,25 0-15,-25-25 0,0 25 0,0 0 0,0-25 0,0 24 16,0 1-16,0-25 0,0 25 0,0-25 15,0 0-15,0 25 0,0-25 0,0 0 0,24 0 0,-24 0 16,0 0-16</inkml:trace>
  <inkml:trace contextRef="#ctx0" brushRef="#br0" timeOffset="197142.2759">5705 12154 0,'0'0'0,"0"-25"16,0 25-16,0 0 0,-25-24 0,25 24 0,0 0 0,-25 0 16,25-25-16,0 25 0,0 0 0,-24 0 0,24 0 15,0 0-15,0 0 0,0 0 0,-25 0 0,25-25 16,0 25-16,0 0 0,0 0 0,0 0 0,0 25 0,0-25 15,0 0-15,-25 0 0,25 0 0,0 0 0,0 0 0,0 25 16,0-25-16,0 0 0,0 24 0,0-24 0,0 25 16,-25 0-16,25-25 0,0 25 0,0 0 0,0 0 15,0-25-15,0 24 0,25 1 0,-25 0 0,0 0 0,0 0 16,0-1-16,25 1 0,-25-25 0,0 25 0,0 0 15,25 0-15,-25-25 0,24 24 0,-24-24 0,0 0 16,25 25-16,-25-25 0,0 0 0,25 0 0,-25 0 0,25 0 16,-25 0-16,25 0 0,-25 0 0,24-25 0,-24 25 15,0 0-15,25-24 0,-25 24 0,25-25 0,-25 0 0,0 25 16,25-25-16,-25 0 0,0 25 0,0-24 0,0-1 15,0 25-15,0-25 0,0 0 0,0 25 0,0-25 0,0 1 16,0-1-16,-25 25 0,25-25 0,0 25 0,0-25 16,-25 25-16,25-25 0,0 25 0,0 0 0,-25-25 15,25 25-15,0 0 0,0 0 0,-24 0 0,24 0 0,0 0 16,0 0-16,-25 0 0,25 0 0,0 0 0,0 0 15,0 0-15,0 0 0,0 0 0,0 0 0</inkml:trace>
  <inkml:trace contextRef="#ctx0" brushRef="#br0" timeOffset="197853.3163">7218 12105 0,'0'0'0,"-25"0"0,25-25 0,0 25 16,0-25-16,0 25 0,0 0 0,0 0 0,-24-25 0,24 25 16,0 0-16,0 0 0,0-25 0,0 25 0,0 0 15,0 0-15,0 0 0,0 0 0,0 0 0,0 0 16,0 0-16,0 0 0,0 0 0,0 0 0,0 0 15,0 0-15,0 0 0,0 0 0,0 0 0,0 0 0,0 0 16,0 0-16,0 25 0,0-25 0,0 0 0,24 25 0,-24-25 16,0 25-16,0-25 0,0 25 0,0-1 0,0 1 15,0-25-15,0 25 0,0 0 0,0 0 0,0 0 0,0-1 16,0-24-16,0 25 0,0 0 0,0 0 0,25 0 15,-25-1-15,0-24 0,0 25 0,0 0 0,25-25 16,-25 25-16,0-25 0,25 25 0,-25-25 0,0 24 0,0-24 16,25 0-16,-25 0 0,0 25 0,0-25 0,24 0 15,-24 0-15,0 0 0,25 0 0,-25 0 0,0 0 0,25 0 16,-25-25-16,0 25 0,25 0 0,-25-24 0,0 24 15,25-25-15,-25 25 0,0-25 0,0 25 0,0-25 16,0 0-16,0 25 0</inkml:trace>
  <inkml:trace contextRef="#ctx0" brushRef="#br0" timeOffset="198037.3271">7218 12204 0,'0'0'0,"-25"0"0,25 0 0,0 0 16,0 0-16,0 0 0,0 0 0,0 0 0,0 0 15,0-25-15,0 25 0,0 0 0,25 0 0,-25 0 0,0 0 16,0 0-16,25 0 0,-25 0 0,25-25 0,-25 25 15,25 0-15,-25 0 0,24 0 0,-24 0 0,25 0 16,-25 0-16,25 0 0,-25 0 0,25 0 0,-25 0 0,25 0 16,-25 0-16,0 0 0</inkml:trace>
  <inkml:trace contextRef="#ctx0" brushRef="#br0" timeOffset="198892.376">7441 12328 0,'0'0'0,"-24"0"0,24 0 0,0 0 16,0 0-16,0 0 0,0 0 0,0 0 0,0 0 15,0 0-15,0 0 0,24 0 0,-24 0 0,0 0 0,0 0 16,0-25-16,25 25 0,-25 0 0,25-25 0,-25 25 15,25 0-15,-25-24 0,25 24 0,-25-25 0,24 25 0,1-25 16,-25 0-16,25 25 0,0-25 0,-25 25 0,25-25 16,-25 1-16,24 24 0,1-25 0,-25 0 0,0 25 15,25-25-15,-25 0 0,0 25 0,25-24 0,-25-1 0,0 25 16,0-25-16,0 25 0,0-25 0,0 25 0,0-25 15,-25 25-15,25-24 0,0 24 0,0 0 0,-25 0 16,25-25-16,-25 25 0,25 0 0,0 0 0,-24 0 0,24-25 16,0 25-16,-25 0 0,25 0 0,-25 0 0,25 0 15,0 0-15,0 0 0,-25 0 0,25 0 0,0 0 0,0 0 16,0 0-16,-25 0 0,25 25 0,0-25 0,0 0 15,0 0-15,0 25 0,0-25 0,0 0 0,0 24 0,0-24 16,0 25-16,0-25 0,0 25 0,0 0 0,0-25 16,0 25-16,0-1 0,0-24 0,0 25 0,0 0 15,0 0-15,25 0 0,-25-25 0,0 24 0,0 1 0,0 0 16,0-25-16,0 25 0,0 0 0,25 0 0,-25-1 15,0-24-15,0 25 0,0 0 0,0-25 0,0 25 0,0 0 16,0-25-16,0 24 0,0-24 0,0 25 0,0-25 16,0 0-16,0 25 0,0-25 0,0 0 0,0 0 0,0 25 15,0-25-15,0 0 0,0 0 0,0 0 0,0 0 16,0 0-16,0 0 0,0 0 0,0 0 0,0-25 15,0 25-15,0 0 0,25 0 0,-25-25 0,0 25 0,0-25 16,0 25-16,25-24 0,-25 24 0,0-25 0,0 25 16,24-25-16,-24 25 0,0-25 0,0 25 0,25-25 15,-25 25-15,0 0 0,0-24 0,0 24 0,0 0 0,0 0 16,25 0-16,-25 0 0,0 0 0,0 0 0,0 0 15,0 0-15,0 0 0,0 24 0,0-24 0,0 0 0,0 25 16,0-25-16,0 0 0,0 25 0,0-25 0,0 25 16,0 0-16,0-25 0,0 24 0,0-24 0,0 25 0,0-25 15,0 25-15,0-25 0,0 25 0,0-25 0,0 25 16,0-25-16,0 24 0,0-24 0,25 0 0,-25 25 15,0-25-15,0 0 0,0 0 0,0 25 0,0-25 0,0 0 16,25 0-16,-25 0 0,0 0 0,0 0 0,0 0 16,0 0-16,24 0 0,-24-25 0,0 25 0,0 0 0,0 0 15,25-25-15,-25 25 0,0 0 0,0 0 0,0-24 16,0 24-16,25-25 0,-25 25 0,0 0 0,0-25 0,0 25 15,0 0-15,0-25 0,0 25 0,0-25 0,0 25 16,0 0-16,0-24 0,0 24 0,0 0 0,0-25 16,0 25-16,0 0 0,0 0 0,0 0 0,0 0 15,0 0-15,0 0 0,0 0 0,0 0 0,0 25 0,0-25 16,0 0-16,25 24 0,-25-24 0,0 0 0,0 25 15,0-25-15,0 25 0,0-25 0,0 25 0,0-25 0,0 25 16,0-25-16,0 24 0,0-24 0,25 0 0,-25 25 16,0-25-16,0 0 0,0 0 0,0 0 0,0 25 0,0-25 15,0 0-15,0 0 0,0 0 31,0 0 16,0-25-47,0 25 0,0 0 0,0 0 0,24-25 0,-24 25 0,0 0 0,0-24 0</inkml:trace>
  <inkml:trace contextRef="#ctx0" brushRef="#br0" timeOffset="199046.3842">7913 12154 0,'0'0'0,"0"0"16,0 0-16,0 0 0,0 0 0,0 0 0,0 0 0,0 0 16,0 0-16,0 0 0,0 0 0,0 0 0,0 0 15,0 0-15,24 0 0,-24 0 0,0 0 0,0 0 16,25 0-16,-25 0 0,25 0 0,-25 0 0,0 0 0,25 0 15,-25 0-15,25 0 0,0 0 0,-25 0 0,24 0 16,-24 0-16,25 0 0,-25 0 0,25 0 0,-25 0 16,25 0-16,-25 0 0,25 25 0,-25-25 0,0 0 0</inkml:trace>
  <inkml:trace contextRef="#ctx0" brushRef="#br0" timeOffset="200277.4552">9004 12551 0,'0'0'0,"0"0"0,0 0 15,0 0-15,0 0 0,0 0 0,0 0 0,0 0 0,0-25 16,0 25-16,0 0 0,0 0 0,0 0 0,25 0 16,-25-24-16,0 24 0,25 0 31,-25-25-31,25 25 0,-25 0 0,24-25 0,1 25 0,-25-25 0,25 0 0,0 25 0,0-24 0,-1 24 0,-24-25 0,25 0 15,0 25-15,0-25 0,-25 0 0,25 25 0,-1-24 0,-24-1 0,25 25 16,0-25-16,-25 0 0,25 25 0,-25-25 0,25 0 0,-25 25 16,24-24-16,-24-1 0,0 25 0,0-25 0,25 25 15,-25-25-15,0 25 0,0-25 0,0 25 0,0-24 16,0 24-16,0 0 0,-25-25 0,25 25 0,0 0 0,0-25 15,0 25-15,-24 0 0,24 0 0,0 0 0,0 0 16,-25-25-16,25 25 0,0 0 0,-25 0 0,25 0 16,0 0-16,0 0 0,-25 0 0,25 0 0,0 0 0,0 0 15,-25 0-15,25 0 0,0 25 0,0-25 0,0 0 16,0 0-16,0 25 0,0-25 0,0 0 0,0 25 15,0-25-15,0 24 0,0 1 0,0-25 0,0 25 0,0 0 16,0 0-16,0-25 0,0 24 0,0 1 0,0 0 0,0 0 16,0 0-16,0 0 0,0-1 0,0-24 0,0 25 15,0 0-15,0 0 0,0 0 0,0-25 0,0 24 16,0 1-16,0-25 0,0 25 0,0-25 0,0 25 0,0-25 15,0 25-15,0-25 0,0 0 0,0 0 0,25 24 16,-25-24-16,0 0 0,0 0 0,0 0 0,0 0 0,0 0 16,0 0-16,0 0 0,0 0 0,0 0 0,0 0 15,0 0-15,0 0 0,25-24 0,-25 24 0,0 0 0,0-25 16,25 25-16,-25 0 0,0-25 0,25 25 0,-25-25 15,0 0-15,24 25 0,-24-24 0,25 24 0,-25-25 16,25 25-16,-25-25 0,0 0 0,25 25 0,-25-25 0,0 25 16,0 0-16,25-24 0,-25 24 0,0 0 0,0 0 15,0 0-15,0-25 0,0 25 0,0 0 0,0 0 16,0 0-16,0 0 0,0 0 0,0 0 0,0 0 15,0 0-15,0 25 0,0-25 0,0 0 0,0 0 0,0 0 16,0 0-16,0 24 0,0-24 0,0 0 0,0 25 16,0-25-16,0 0 0,0 25 0,0-25 0,0 25 0,0-25 15,0 25-15,0-25 0,0 24 0,0-24 0,0 25 0,0-25 16,0 25-16,0-25 0,24 25 0,-24-25 0,0 0 15,0 25-15,0-25 0,0 0 0,0 0 0,25 24 16,-25-24-16,0 0 0,0 0 0,0 0 0,25 0 0,-25 0 16,0 0-16,25 0 0,-25-24 0,0 24 0,25 0 15,-25 0-15,24 0 0,-24-25 0,25 25 0,-25-25 0,0 25 16,25 0-16,-25-25 0,0 25 0,25-25 0,-25 25 15,0 0-15,25-24 32,-25 24-32,0-25 0,0 25 0,0-25 0,0 25 0,24-25 0,-24 25 0,0 0 0,0-25 0,0 25 0,0-24 0,0 24 0,0 0 0,0 0 15,0-25-15,0 25 0,0 0 0,0 0 0,0 0 0,0 0 16,0 0-16,0 0 0,0 0 0,0 0 15,0 0-15,0 0 0,0 0 0,0 0 0,-24 0 0,24 0 16,0 0-16,0 25 0,0-25 0,0 0 0,0 0 16,0 24-16,0-24 0,0 25 0,0-25 0,0 25 0,0-25 15,0 25-15,0 0 0,0-25 0,24 24 0,-24-24 0,0 25 16,0-25-16,0 25 0,0-25 0,0 0 0,0 25 15,0-25-15,25 0 0,-25 25 0,0-25 0,0 0 16,25 0-16,-25 0 0,0 0 0,25 24 0,-25-24 0,0-24 16,25 24-16,-25 0 0,0 0 0,24 0 0,-24-25 15,0 25-15,25 0 0,-25-25 0,0 25 0,25-25 0,-25 25 16,0-25-16,25 25 0,-25-24 0,0-1 0,0 25 15,0-25-15,0 25 0,0-25 0,0 0 0,0 25 16,0-24-16,0-1 0,0 25 0,-25-25 0,25 25 0,0-25 16,0 25-16,-25-25 0,25 25 0,0 0 0,0-25 15,0 25-15,-25 0 0,25 0 0,0 0 0,0 0 0,0 0 16,0 0-16,0 0 0,-24 0 0,24 0 0,0 0 15,0 25-15,0-25 0,0 0 0,-25 25 0,25-25 0,0 25 16,0 0-16,-25-25 0,25 25 0</inkml:trace>
  <inkml:trace contextRef="#ctx0" brushRef="#br0" timeOffset="200438.4643">9897 12750 0,'0'24'0,"0"-24"0,0 25 0,0-25 16,0 0-16,0 0 0,0 0 0,0 25 0,0-25 15,0 0-15,0 0 0,0 0 0,0 0 0,0 0 0,0 0 16,0 0-16,0 0 0,0 0 0,0 0 0,0 0 15,0 0-15,0 0 0,0 0 0,0 0 0,0 0 16,0 0-16,0 0 0,0 0 0,0 0 0,25 0 0,-25 0 16</inkml:trace>
  <inkml:trace contextRef="#ctx0" brushRef="#br0" timeOffset="200935.4928">10964 12229 0,'0'0'15,"0"0"79,0-25-94,0 25 0,0 0 0,0 0 0,0 0 0,0 0 0,0 0 0,0 0 0,0 25 0,0-25 15,24 0-15,-24 0 0,0 25 0,0-25 0,0 24 0,0-24 0,25 25 0,-25-25 0,0 25 0,0 0 0,0 0 0,25-25 0,-25 24 0,0 1 0,0-25 0,0 25 0,25 0 0,-25-25 0,0 25 0,0-25 16,0 24-16,25-24 0,-25 0 0,0 25 0,0-25 0,0 0 0,0 0 0,0 0 0,24 25 0,-24-25 0,0 0 0,0 0 0,0-25 0,0 25 16,0 0-16,25 0 0,-25 0 0,0-25 0,0 25 0,25 0 15,-25-24-15,0 24 0,0-25 0,0 0 0,25 25 0,-25-25 16,0 25-16,0-25 0,0 1 0,25 24 0,-25-25 15,0 0-15,0 25 0,0-25 0,0 25 0,0 0 0,0-25 16,0 25-16,0 0 0,0 0 0,0 0 0,0-24 16,0 24-16,0 0 0,0 0 0,0 0 0,0 0 15,0 0-15,0 0 0,0 0 0,0 0 0,0 0 0</inkml:trace>
  <inkml:trace contextRef="#ctx0" brushRef="#br0" timeOffset="201356.5169">11361 12502 0,'0'24'16,"0"-24"-16,0 0 0,24 0 0,-24 0 0,0 0 15,0 0-15,0 0 0,0-24 0,0 24 0,0 0 0,25 0 16,-25 0-16,0-25 0,25 25 0,-25 0 0,25 0 16,-25-25-16,0 25 0,25 0 0,-25-25 0,24 25 15,-24 0-15,0 0 0,0-25 0,25 25 0,-25 0 0,0 0 16,0 0-16,0-24 0,0 24 0,0 0 0,0 0 15,0 0-15,0-25 0,0 25 0,0 0 0,0 0 0,0-25 16,0 25-16,0 0 0,0 0 0,-25-25 0,25 25 16,0 0-16,0 0 0,0 0 0,-24-25 0,24 25 15,0 0-15,0 0 0,0 0 0,-25-24 0,25 24 0,0 0 16,0 0-16,0 0 0,-25 0 0,25 0 0,0 0 15,0 0-15,-25 0 0,25 0 0,0 0 0,0 0 0,0 0 16,-25 0-16,25 24 0,0-24 0,0 0 0,0 0 16,0 25-16,0-25 0,0 0 0,0 25 0,0-25 15,0 25-15,0-25 0,0 25 0,0-25 0,0 24 0,0-24 16,0 25-16,0 0 0,0-25 0,25 25 0,-25-25 15,0 25-15,0-25 0,25 24 0,-25-24 0,0 25 0,0-25 16,0 0-16,25 25 0,-25-25 0,0 0 0,0 25 16,25-25-16,-25 0 0,0 0 0,0 0 0,24 0 0,-24 0 15,0 0-15,25 0 0,-25 0 0,0 0 0,25 0 16,-25 0-16,25 0 0,0 0 0,-25 0 0,24-25 15,1 25-15,-25 0 0,25 0 0,0 0 0,0-25 0</inkml:trace>
  <inkml:trace contextRef="#ctx0" brushRef="#br0" timeOffset="201690.536">12055 12477 0,'0'-25'16,"0"25"-16,0 0 0,-25-25 0,25 25 0,0-25 16,0 25-16,0 0 0,0-24 0,-25-1 0,25 25 0,0-25 15,0 25-15,0-25 0,-24 25 0,24-25 0,0 25 16,0 0-16,-25-24 0,25 24 0,0 0 0,0-25 15,-25 25-15,25 0 0,0 0 0,0 0 0,-25 0 0,25 0 16,0 0-16,0 0 0,-25 0 0,25 0 0,0 0 16,-24 0-16,24 0 0,0 0 0,-25 25 0,25-25 0,0 24 15,0-24-15,-25 0 0,25 25 0,0 0 0,0-25 16,0 25-16,0-25 0,0 25 0,0-1 0,0-24 0,0 25 15,0 0-15,25-25 0,-25 25 0,0-25 0,0 25 16,25-1-16,-25-24 0,0 0 0,24 25 0,-24-25 16,25 25-16,-25-25 0,0 0 0,25 0 0,-25 25 0,25-25 15,-25 0-15,25 0 0,-25 0 0,24 0 0,-24 0 16,25 0-16,0-25 0,-25 25 0,25 0 0,0 0 15,-25-25-15,24 25 0,-24-25 0,25 25 0,0 0 0,-25-24 16,25-1-16,0 25 0,-25-25 0,25 25 0,-25-25 16,0 0-16,24 1 0</inkml:trace>
  <inkml:trace contextRef="#ctx0" brushRef="#br0" timeOffset="202296.5707">12353 11981 0,'0'0'16,"0"-25"-16,0 25 0,0 0 0,0 0 0,0 0 16,0 0-16,0 0 0,0 0 0,0 0 0,0 0 0,0 0 15,0 0-15,-25 0 0,25 25 0,0-25 0,25 24 16,-25-24-16,0 25 0,0-25 0,0 25 0,0 0 0,0 0 15,0-25-15,0 24 0,0 1 16,0 0-16,0 0 0,0 0 0,0 0 0,0-1 0,0-24 0,0 25 16,0 0-16,0 0 0,0 0 0,0-25 0,0 24 0,0 1 15,0-25-15,0 25 0,0-25 0,0 25 0,-25-25 16,25 25-16,0-25 0,0 0 0,0 0 0,0 24 0,0-24 15,0 0-15,0 0 0,0 0 0,0 0 0,-25 0 16,25 0-16,0 0 0,0 0 0,0 0 0,-25 0 16,25 0-16,0-24 0,0 24 0,-24 0 0,24-25 15,0 25-15,0 0 0,0-25 0,-25 25 0,25-25 0,0 25 0,0-25 16,0 25-16,0-24 0,0 24 0,0-25 0,0 25 15,0 0-15,0-25 0,0 25 0,0 0 0,0-25 16,0 25-16,0 0 0,0-25 0,25 25 0,-25 0 0,0 0 16,0-24-16,24 24 0,-24 0 0,0 0 0,25 0 15,-25 0-15,0-25 0,0 25 0,25 0 0,-25 0 16,0 0-16,25 0 0,-25 0 0,0 0 0,0 25 0,25-25 15,-25 0-15,0 0 0,0 0 0,0 24 0,24-24 16,-24 0-16,0 25 0,0-25 0,0 25 0,0-25 16,0 25-16,0-25 0,0 25 0,0-25 0,0 24 0,0 1 15,0-25-15,0 25 0,25-25 0,-25 0 0,0 25 0,0-25 16,0 25-16,0-25 0,0 0 0,0 0 0,0 24 15,0-24-15,25 0 0,-25 0 0,0 0 0,0 0 16,25 0-16,-25 0 0,0 0 0,25 0 0,-25 0 16,0-24-16,24 24 0,-24 0 0,25-25 0,-25 25 0,25 0 15,-25-25-15,0 25 0,25-25 0,-25 25 0,0-25 0,0 1 16,0 24-16,0-25 0,0 0 0,0 25 0,0-25 15,0 25-15,0-25 0,0 25 0,0-24 0,-25 24 16,25 0-16,0-25 0,0 25 0,-25 0 0,25 0 16,0 0-16,0 0 0,0-25 0,0 25 0,-25 0 0,25 0 15,0 0-15,0 0 0,0 0 0,0 0 0,-24 0 0,24 0 16,0 0-16,0 0 0,0 0 0,0 0 0,0 0 15,-25 0-15,25 0 0,0 0 0,0 0 0,0-25 16,0 25-16</inkml:trace>
  <inkml:trace contextRef="#ctx0" brushRef="#br0" timeOffset="202492.5819">12551 11981 0,'0'0'0,"0"0"0,0-25 0,25 25 0,-25 0 0,0 0 15,0 0-15,25 25 0,-25-25 0,0 0 0,25 0 0,-25 0 16,0 0-16,24 0 0,-24 24 0,0-24 0,25 0 15,-25 25-15,0-25 0,0 0 0,0 25 0,0-25 16,0 25-16,0-25 0,0 0 0,0 25 0,0-25 0,0 24 16,-25-24-16,25 0 0,0 25 0,-24-25 0,24 25 15,-25-25-15,25 0 0,0 25 0,-25-25 0</inkml:trace>
  <inkml:trace contextRef="#ctx0" brushRef="#br0" timeOffset="202953.6082">13841 12402 0,'-25'-24'0,"25"24"16,0-25-16,-25 25 0,25-25 0,-24 25 0,24 0 15,-25-25-15,0 25 0,25-25 0,-25 25 0,25 0 0,-25 0 16,25-24-16,0 24 0,-24 0 0,24 0 0,0 0 16,0 0-16,0 0 0,-25 0 0,25 0 0,0 0 15,0 0-15,0 0 0,0 24 0,0-24 0,0 0 0,0 25 16,0-25-16,0 25 0,0 0 0,-25-25 0,25 25 15,25-1-15,-25-24 0,0 25 0,0 0 0,0-25 0,0 25 16,0-25-16,0 25 0,0-25 0,25 24 0,-25-24 16,0 25-16,0-25 0,0 0 0,0 0 0,24 0 15,-24 25-15,0-25 0,25 0 0,-25 0 0,0 0 0,25 0 16,-25-25-16,25 25 0,-25 0 0,25 0 0,-25-25 15,24 25-15,-24 0 0,25-24 0,-25 24 0,0-25 0,25 25 16,-25-25-16,25 0 0,-25 25 0,0-25 16,25 1-16,-25-1 0,0 0 0,24 0 0,-24 25 0,0-25 0,25 1 15,-25-1-15</inkml:trace>
  <inkml:trace contextRef="#ctx0" brushRef="#br0" timeOffset="203525.641">13940 12005 0,'0'-24'0,"0"24"0,0-25 0,0 25 16,0 0-16,0 0 0,0 0 0,0 0 0,-25 0 16,25 0-16,0 0 0,0 0 0,0 0 0,0 0 15,0 0-15,0 0 0,0 0 0,0 0 0,0 25 0,0-25 16,0 0-16,0 24 0,0 1 0,0-25 0,0 25 15,0 0-15,0-25 0,0 25 0,0-1 0,0 1 0,0 0 16,0 0-16,0-25 0,0 25 0,0 0 0,0-1 16,0 1-16,0 0 0,0 0 0,0 0 0,0-25 0,0 24 15,0 1-15,0 0 0,0-25 0,0 25 0,0-25 16,0 25-16,0-25 0,25 24 0,-25-24 0,0 0 15,0 25-15,0-25 0,0 0 0,0 0 0,0 0 0,25 0 16,-25 0-16,0 0 0,0 0 0,0 0 0,25 0 16,-25 0-16,0 0 0,25-25 0,-25 25 0,0 0 0,24-24 15,-24 24-15,0 0 0,25-25 0,-25 25 0,0-25 16,0 25-16,25-25 0,-25 25 0,0 0 0,0-25 15,0 25-15,0 0 0,0-24 0,0 24 0,0 0 0,0 0 16,0-25-16,0 25 0,0 0 0,0 0 0,0 0 16,0 0-16,0 0 0,0 0 0,0 0 0,0 0 0,0 0 15,0 0-15,0 0 0,0 0 0,0 0 0,0 0 16,-25 0-16,25 0 0,0 0 0,0 25 0,0-25 15,0 24-15,0-24 0,0 0 0,0 25 0,0-25 0,0 25 16,0-25-16,0 25 0,0-25 0,0 25 0,25-25 16,-25 0-16,0 24 0,0-24 0,0 25 0,0-25 0,25 0 15,-25 0-15,0 25 0,25-25 0,-25 0 0,0 0 16,24 0-16,-24 0 0,0 0 0,25 0 0,-25-25 0,25 25 15,-25 0-15,25 0 0,-25-25 0,0 25 0,25-24 16,-25 24-16,0-25 0,24 25 0,-24-25 0,0 25 16,0-25-16,25 25 0,-25-25 0,0 25 0,0-24 0,-25 24 15,25-25-15,0 25 0,0-25 0,0 25 0,0-25 16,-24 25-16,24 0 0,0-25 0,-25 25 0,25 0 15,0 0-15,-25-24 0,25 24 0,0 0 0,-25 0 0,25 0 16,0 0-16,0 0 0,-25 0 0,25 0 0,0 0 16,0 0-16,0 0 0,-24 0 0,24 0 0,0 0 0,0 0 15,0 0-15,0 0 0,0 0 0,0 0 0,0 0 16,0 0-16,24 0 0,-24 0 0,0 0 0,0 0 0</inkml:trace>
  <inkml:trace contextRef="#ctx0" brushRef="#br0" timeOffset="203709.6513">14461 12030 0,'0'-25'0,"0"25"16,0 0-16,0 0 0,0 0 0,0 0 0,0 0 16,0 0-16,0 0 0,0 0 0,-25 0 0,25 0 0,0 0 15,0 25-15,0-25 0,-24 0 0,24 0 0,0 25 16,-25-25-16,25 0 0,-25 25 0,25-25 0,-25 25 15,25-25-15,-25 0 0,25 24 0,-25-24 0,1 25 0,-1-25 16,25 0-16,-25 25 0,0-25 0,0 0 0</inkml:trace>
  <inkml:trace contextRef="#ctx0" brushRef="#br0" timeOffset="203876.661">13667 12105 0,'0'0'0,"0"0"0,0-25 0,25 25 16,-25 0-16,0 0 0,0 0 0,25 0 0,-25 0 15,0-25-15,25 25 0,-25 0 0,25 0 0,-1 0 16,1 0-16,-25 0 0,25 0 0,0 0 0,0-25 0,-1 25 15,1 0-15,0 0 0,0 25 0,0-25 0,-25 0 16,24 0-16,1 0 0,0 0 0,-25 0 0,25 0 16,-25 0-16,25 25 0,-25-25 0</inkml:trace>
  <inkml:trace contextRef="#ctx0" brushRef="#br0" timeOffset="204460.6943">15230 12601 0,'0'0'0,"0"0"0,0 0 16,0 0-16,0 0 0,0 0 0,0 0 0,0 0 15,0 0-15,0-25 0,0 25 0,25 0 0,-25 0 0,0-25 16,25 25-16,-25 0 0,24-25 0,-24 25 0,25-24 15,-25 24-15,25-25 0,0 0 0,0 25 0,-25-25 0,25 0 16,-1 1-16,1 24 0,0-25 0,0 0 0,0 0 16,-25 0-16,24 1 0,1-1 0,0 0 0,-25 0 0,25 0 15,-25 0-15,25 25 0,-25-24 0,0-1 0,24 0 16,-24 25-16,0-25 0,0 0 0,0 25 0,0-24 15,0-1-15,0 25 0,-24-25 0,24 25 0,0-25 0,0 25 16,-25-25-16,25 25 0,0 0 0,-25-24 0,25 24 16,0 0-16,-25-25 0,25 25 0,-25 0 0,25 0 0,0 0 15,0 0-15,-24 0 0,24 0 0,0 0 0,0 0 16,-25 0-16,25 25 0,0-25 0,0 0 0,0 24 0,0-24 15,-25 0-15,25 25 0,0 0 0,0-25 0,0 25 16,0-25-16,0 25 0,25-1 0,-25 1 0,0 0 16,0-25-16,0 25 0,0 0 0,0-1 0,0 1 0,0 0 15,0-25-15,0 25 0,0 0 0,0 0 0,0-1 16,0 1-16,0-25 0,0 25 0,0 0 0,25 0 15,-25-25-15,0 24 0,0-24 0,0 25 0,0-25 0,0 25 16,0-25-16,0 25 0,0-25 0,24 0 0,-24 25 16,0-25-16,0 0 0,25 0 0,-25 0 0,0 0 0,25 0 15,-25 0-15,25 0 0,-25 0 0,25 0 0,-25 0 16,24 0-16,-24 0 0,25-25 0,0 25 0,-25 0 0</inkml:trace>
  <inkml:trace contextRef="#ctx0" brushRef="#br0" timeOffset="204829.7156">15900 12353 0,'0'0'0,"0"-25"15,-25 25-15,25 0 0,0-25 0,0 25 0,0 0 16,0-25-16,0 25 0,0 0 0,0 0 0,-25-24 0,25 24 15,0 0-15,0 0 0,0 0 0,0-25 0,0 25 16,0 0-16,0 0 0,0 0 0,0 0 0,0 0 16,0 0-16,-25 25 0,25-25 0,0 0 0,0 0 0,0 24 15,0-24-15,0 25 0,0-25 0,0 25 0,0-25 16,0 25-16,-24-25 0,24 25 0,0-1 0,0-24 0,0 25 15,0-25-15,0 25 0,0-25 0,0 0 0,24 25 16,-24-25-16,0 0 0,0 25 0,0-25 0,0 0 16,0 0-16,0 0 0,25 0 0,-25 0 0,0 0 0,0 0 15,0 0-15,25 0 0,-25 0 0,0 0 0,0 0 16,25 0-16,-25-25 0,0 25 0,0 0 0,0-25 0,25 25 15,-25-25-15,0 25 0,0 0 0,0-25 0,24 25 16,-24-24-16,0 24 0,0 0 0,0 0 0,0-25 0,0 25 16,0 0-16,0 0 0,0 0 0,0 0 0,0 0 15,0 25-15,0-25 0,0 0 0,0 0 0,0 24 16,0-24-16,0 25 0,0-25 0,0 0 0,0 25 0,0-25 15,0 25-15,0-25 0,0 0 0,0 25 0,0-25 16,0 0-16,0 0 0,0 0 0,0 0 0,0 0 16,0 0-16,0 0 0,0 0 0,0 0 0,0 0 0,0 0 15,0 0-15,0-25 0,0 25 0</inkml:trace>
  <inkml:trace contextRef="#ctx0" brushRef="#br0" timeOffset="205009.7258">15875 12105 0,'0'0'0,"-25"0"0,25 0 0,0 0 16,0 0-16,0 0 0,0-25 0,0 25 0,25 0 0,-25 0 15,0 25-15,0-25 0,25 0 0,-25 0 0,25 0 16,-25 0-16,24 0 0,1 0 0,-25 0 0,25 0 16,0 0-16,0 0 0,-1 0 0,1 24 0,0-24 0,0 0 15,0 0-15,-1 0 0,1 25 0,0-25 0,0 0 16,0 0-16,-1 25 0,1-25 0,0 0 0,0 25 0,0-25 15</inkml:trace>
  <inkml:trace contextRef="#ctx0" brushRef="#br0" timeOffset="205692.7649">16966 12204 0,'0'0'0,"0"-25"0,-24 25 0,24-25 16,0 25-16,0 0 0,-25 0 0,25-25 0,0 25 15,-25 0-15,25 0 0,0 0 0,0 0 0,0 0 16,0 0-16,-25 0 0,25 0 0,0 0 0,0 0 0,0 0 15,0 25-15,-25-25 0,25 0 0,0 25 0,0-25 16,0 25-16,0-25 0,0 25 0,0 0 0,0-25 0,0 24 16,0 1-16,0 0 0,0 0 0,0-25 0,0 25 15,0-1-15,25-24 0,-25 25 0,0 0 0,0-25 0,0 25 16,0-25-16,25 25 0,-25-25 0,0 0 0,25 24 15,-25-24-15,0 0 0,25 0 0,-25 0 0,0 0 0,24 0 16,-24 0-16,25 0 0,-25 0 0,25 0 0,-25 0 16,25 0-16,-25-24 0,25 24 0,-25 0 0,24-25 15,-24 25-15,25-25 0,0 25 0,-25-25 0,25 25 16,-25-25-16,0 25 0,25-24 0,-25 24 0,0-25 0,24 25 15,-24 0-15,0-25 0,0 25 0,0-25 0,0 25 0,0-25 16,0 25-16,0-24 0,0 24 0,0 0 0,0-25 16,0 25-16,0 0 0,0-25 0,0 25 0,0 0 15,0 0-15,0 0 0,0 0 0,0 0 0,0 0 0,0 0 16,0 0-16,0 0 0,-24 0 0,24 25 0,0-25 15,0 0-15,0 25 0,0-25 0,-25 24 0,25-24 16,0 25-16,0-25 0,0 25 0,0 0 0,0-25 0,0 25 16,0-25 46,0 24-62,0 1 0,0-25 0,0 0 0,0 25 0,25-25 0,-25 25 0,0-25 0,0 0 0,0 0 0,0 25 0,24-25 0,-24 0 0,0 0 0,0 0 0,0 0 0,25 0 0,-25 0 0,0-25 0,25 25 0,-25 0 16,25 0-16,-25-25 0,25 25 0,-25-25 0,0 25 0,24-25 0,-24 25 0,0-24 0,25 24 0,-25-25 62,0 0-62,0 25 16,0-25-16,0 25 0,0-25 0,0 25 0,0-24 0,0 24 0,0-25 0,-25 25 0,25-25 0,0 25 0,0 0 0,0 0 0,0-25 0,-24 25 0,24 0 0,0 0 0,0 0 0,0-25 0,0 25 0,-25 0 0,25 0 0,0 0 0,0 0 0,0 0 0,0-25 0,0 25 15,0 0-15,0 0 0,0 0 0</inkml:trace>
  <inkml:trace contextRef="#ctx0" brushRef="#br0" timeOffset="205896.7766">17363 11906 0,'0'-25'0,"0"25"0,0 0 0,0 0 16,0 0-16,0 0 0,0 0 0,0 0 0,0 0 15,0 0-15,25 0 0,-25 0 0,0 0 0,0 0 0,0 0 16,25 25-16,-25-25 0,0 0 0,0 0 0,25 0 16,-25 25-16,0-25 0,0 0 0,0 25 0,0-25 0,0 25 15,0-25-15,0 0 0,0 24 0,0-24 0,0 25 16,-25-25-16,25 25 0,-25-25 0,25 0 0,-25 25 15,25-25-15,-25 25 0,1-25 0,24 0 0,-25 24 0,0-24 16,0 25-16,25-25 0,-25 25 0,1-25 0,-1 0 16</inkml:trace>
  <inkml:trace contextRef="#ctx0" brushRef="#br0" timeOffset="206415.8063">18231 12353 0,'0'0'16,"-24"-25"-16,24 25 0,0-25 0,0 25 0,0 0 16,0-25-16,0 25 0,-25-24 0,25 24 0,0 0 0,0-25 15,0 25-15,0 0 0,-25 0 0,25 0 0,0 0 16,0 0-16,0-25 0,0 25 0,0 0 0,0 0 0,0 0 15,0 0-15,0 0 0,-25 0 0,25 0 0,0 25 16,0-25-16,0 0 0,0 0 0,0 25 0,0-25 16,0 0-16,0 24 0,0 1 0,0-25 0,0 25 0,25-25 15,-25 25-15,0 0 0,0-1 0,25-24 0,-25 25 16,0 0-16,0-25 0,25 25 0,-25 0 0,0-25 0,24 24 15,-24-24-15,0 25 0,0-25 0,25 25 0,-25-25 16,0 25-16,0-25 0,0 0 0,25 0 0,-25 0 16,0 25-16,0-25 0,0 0 0,0 0 0,0 0 0,0 0 15,0 0-15,0 0 0,-25 0 0,25 0 0,0 0 16,0 0-16,-25 0 0,25 0 0,0 0 0,-24 0 15,24-25-15,0 25 0,-25 0 0,25 0 0,0 0 0,0 0 16,-25-25-16,25 25 0,0 0 0,0 0 0,0 0 0,0 0 16,0-25-16,0 25 0,0 0 0,0 0 0,0 0 15,0 0-15,0-25 0,0 25 0,0 0 0,25 0 16,-25 0-16,0-24 0,25 24 0,-25 0 0,24 0 0,-24-25 15,25 25-15</inkml:trace>
  <inkml:trace contextRef="#ctx0" brushRef="#br0" timeOffset="206790.8277">18529 12303 0,'25'0'0,"-25"0"16,-25 0-16,25-25 0,0 25 0,0 0 0,0-24 0,0 24 16,0 0-16,0 0 0,0 0 0,0-25 0,-25 25 15,25 0-15,0 0 0,0 0 0,0 0 0,0 0 16,0 0-16,-25 0 0,25 0 0,0 0 0,0 25 0,0-25 15,-24 0-15,24 24 0,0-24 0,0 25 0,-25-25 16,25 25-16,0 0 0,0-25 0,0 25 0,0-1 0,0 1 16,0-25-16,0 25 0,0 0 0,0-25 0,0 25 15,0-25-15,0 24 0,0-24 0,0 25 0,25-25 16,-25 0-16,0 25 0,0-25 0,0 0 0,24 0 0,-24 0 15,0 0-15,0 0 0,0 0 0,25 0 0,-25 0 16,0 0-16,0-25 0,0 25 0,25 0 0,-25-25 0,0 25 16,0-24-16,0 24 0,25-25 0,-25 25 0,0-25 15,0 25-15,0-25 0,0 0 0,0 25 0,0-24 16,25 24-16,-25-25 0,0 25 0,0-25 0,0 25 0,-25-25 15,25 25-15,0 0 0,0-25 0,0 25 0,0 0 0,0 0 16,0 0-16,0 0 0,0 0 0,0 0 0,0-24 16,0 24-16,0 0 0,0 0 0,0 0 0,0 0 15,0 0-15,0 0 0,-25 0 0,25 0 0,0 0 0,0 0 16,0-25-16</inkml:trace>
  <inkml:trace contextRef="#ctx0" brushRef="#br0" timeOffset="207050.8426">18628 11832 0,'0'0'16,"0"0"-16,0 0 0,0 0 0,0 0 0,25 0 15,-25 0-15,0 0 0,0 0 0,0 0 0,0 0 0,25-25 16,-25 25-16,0 25 0,25-25 0,-25 0 0,0 0 15,0 0-15,25 0 0,-25 0 0,0 0 0,0 0 0,24 0 16,-24 25-16,0-25 0,0 0 0,0 0 0,0 0 16,0 24-16,0-24 0,0 0 0,-24 25 0,24-25 15,0 0-15,-25 25 0,25-25 0,0 0 0,-25 25 0,25-25 16,-25 0-16,25 0 0,0 25 0,-25-25 0,25 0 15,0 0-15,0 0 0,-24 0 0,24 0 0,0 0 0</inkml:trace>
  <inkml:trace contextRef="#ctx0" brushRef="#br0" timeOffset="207268.8545">18876 11658 0,'25'0'0,"-25"0"15,0 0-15,25 0 0,-25 0 0,0 0 0,25 0 16,-25 0-16,0 0 0,0 0 0,25 0 0,-25 25 15,0-25-15,24 0 0,-24 0 0,0 0 0,0 25 0,0-25 16,0 0-16,25 0 0,-25 25 0,-25-25 0,25 0 16,0 24-16,0-24 0,0 0 0,0 25 0,-24-25 15,24 0-15,-25 25 0,25-25 0,-25 0 0,0 25 0,25-25 16,-25 25-16,1-25 0,24 0 0,-25 24 0,0-24 15</inkml:trace>
  <inkml:trace contextRef="#ctx0" brushRef="#br0" timeOffset="208204.9086">19769 12378 0,'0'0'0,"0"-25"15,-24 25-15,24 0 0,0 0 0,0-25 0,0 25 16,0 0-16,0-25 0,0 25 0,0 0 0,-25-25 0,25 25 15,0 0-15,0-24 0,0 24 0,-25 0 0,25 0 16,0-25-16,0 25 0,0 0 0,-25 0 0,25 0 0,0 0 16,0 0-16,0 0 0,-25 0 0,25 0 0,0 0 15,0 0-15,0 25 0,0-25 0,0 0 0,0 0 16,-24 24-16,24-24 0,0 0 0,0 25 0,0-25 0,24 25 15,-24-25-15,0 25 0,0-25 0,0 25 0,0-1 16,0-24-16,0 25 0,25-25 0,-25 25 0,0-25 0,25 25 16,-25-25-16,25 0 0,-25 25 0,25-25 0,-25 0 15,24 24-15,1-24 0,-25 0 0,25 0 0,-25 0 0,25 25 16,0-25-16,-25 0 0,24 0 0,1 0 0,-25-25 15,25 25-15,0 0 0,-25 0 0,25-24 0,-25 24 16,24 0-16,-24-25 0,0 25 0,25-25 0,-25 25 0,0 0 16,25-25-16,-25 0 0,0 25 0,0-24 0,0 24 15,0-25-15,25 25 0,-25-25 0,0 0 0,0 25 0,0-25 16,0 1-16,-25 24 0,25-25 0,0 25 0,0-25 15,0 25-15,0-25 0,0 25 0,0-25 0,0 25 16,0 0-16,0-25 0,0 25 0,0 0 0,0 0 0,0-24 16,0 24-16,0 0 0,0 0 0,0 0 0,0 0 15,0 0-15,0 0 0,0 24 0,0-24 0,0 0 0,0 0 16,0 25-16,0-25 0,0 25 0,0 0 0,0 0 15,0-25-15,0 25 0,0-1 0,0 1 0,0 0 16,0-25-16,0 25 0,0 0 0,0-1 0,25 1 0,-25-25 16,0 25-16,0 0 0,0-25 0,0 25 0,25-25 0,-25 24 15,0-24-15,0 0 0,24 25 0,-24-25 0,25 0 16,-25 0-16,25 25 0,-25-25 0,25 0 0,-25 0 15,0 0-15,25 0 0,-25 0 0,24 0 0,-24-25 0,25 25 16,-25 0-16,25-25 0,-25 25 0,0 0 0,25-24 16,-25 24-16,25 0 0,-25-25 0,0 25 0,0-25 15,0 0-15,24 25 0,-24-25 0,0 25 0,0-24 0,0 24 16,0-25-16,0 0 0,-24 25 0,24-25 0,0 25 15,0-25-15,0 25 0,0 0 0,0-24 0,0 24 16,0 0-16,0 0 0,0-25 0,0 25 0,0 0 0,0 0 16,0 0-16,0 25 0,0-25 0,0 0 0,0 0 0,0 24 15,0-24-15,0 0 0,0 25 0,0-25 16,0 25-16,0-25 0,0 25 0,0 0 0,0-25 0,0 24 15,0-24-15,24 25 0,-24-25 0,0 25 0,0-25 0,0 0 16,0 25-16,0-25 0,25 0 0,-25 25 0,0-25 16,25 0-16,-25 0 0,25 24 0,-25-24 0,25 0 0,-1 0 15,-24 0-15,25 0 0,-25 0 0,25 0 0,-25 0 16,25-24-16,-25 24 0,25 0 0,-25 0 0,24-25 0</inkml:trace>
  <inkml:trace contextRef="#ctx0" brushRef="#br0" timeOffset="208584.9303">20737 12278 0,'-25'-24'0,"25"24"0,0 0 16,0-25-16,0 25 0,0 0 0,0 0 0,0-25 15,-25 25-15,25 0 0,0 0 0,0 0 0,0 0 0,0 0 16,0 0-16,-25 0 0,25 0 0,0 0 0,0 0 16,0 0-16,-25 0 0,25 25 0,0-25 0,0 0 0,0 25 15,-24-25-15,24 24 0,0 1 0,0-25 0,0 25 16,0-25-16,-25 25 0,25 0 0,0-25 0,0 24 0,0-24 15,0 25-15,0-25 0,0 25 0,25-25 0,-25 25 16,0-25-16,0 0 0,0 0 0,0 25 0,0-25 16,24 0-16,-24 0 0,0 0 0,0 0 0,0 0 0,25 0 15,-25 0-15,0 0 0,25 0 0,-25 0 0,25-25 16,-25 25-16,25 0 0,-25 0 0,0-25 0,25 25 0,-25-25 15,0 25-15,24 0 0,-24-25 0,0 25 0,0-24 16,25 24-16,-25 0 0,0 0 0,0-25 0,0 25 16,0 0-16,0 0 0,0 0 0,0 0 0,0 0 0,0 0 15,0 0-15,0 0 0,0 0 0,0 25 0,0-25 16,0 0-16,0 24 0,0-24 0,0 25 0,0-25 0,0 25 15,-25-25-15,25 25 0,0-25 0,0 0 0,0 25 16,0-25-16,0 24 0,0-24 0,0 0 0,0 25 16,0-25-16,0 0 0,0 0 0,0 0 0,0 0 0,0 0 15,0 0-15,0 0 0,0 0 0,0 0 0,0-25 16,0 25-16,0 0 0</inkml:trace>
  <inkml:trace contextRef="#ctx0" brushRef="#br0" timeOffset="208809.9432">20712 11782 0,'25'0'0,"-25"0"0,0 0 16,0 0-16,0 0 0,0 0 0,0 0 0,25 0 15,-25 0-15,0 0 0,0 0 0,24 25 0,-24-25 16,0 0-16,25 0 0,-25 25 0,25-25 0,-25 0 15,0 25-15,0-25 0,25 0 0,-25 24 0,0-24 0,0 25 16,0-25-16,0 25 0,0-25 0,0 25 0,-25-25 0,25 0 16,0 25-16,-25-25 0,25 24 0,-25-24 0,1 0 15,-1 0-15,25 25 0,-25-25 0,0 0 0</inkml:trace>
  <inkml:trace contextRef="#ctx0" brushRef="#br0" timeOffset="209270.9693">21506 12080 0,'24'-25'0,"-24"25"0,0 0 0,0-25 0,0 25 0,0 0 16,0 0-16,0 0 0,0 0 0,0 0 0,0 0 15,0 0-15,0 0 0,0 0 0,0 0 0,0 0 16,25 0-16,-25 25 0,0-25 0,0 25 0,25-25 0,-25 25 15,0-1-15,25-24 0,-25 25 0,0 0 0,0 0 16,0 0-16,0-25 0,0 25 0,0-1 0,0 1 0,0 0 16,0 0-16,0-25 0,0 25 0,0-1 0,0-24 15,0 25-15,-25 0 0,25-25 0,0 25 0,0-25 0,0 25 16,0-25-16,-25 0 0,25 24 0,0-24 0,0 0 15,0 25-15,0-25 0,-25 0 0,25 0 0,0 0 16,0 0-16,0 0 0,0 0 0,0 0 0,0 0 0,0 0 16,25-25-16,-25 25 0,0 0 0,0-24 0,0 24 0,25 0 15,-25-25-15</inkml:trace>
  <inkml:trace contextRef="#ctx0" brushRef="#br0" timeOffset="209571.9863">21903 12204 0,'0'0'0,"0"-25"16,0 25-16,0 0 0,0 0 0,0 0 0,0-25 15,0 25-15,0 0 0,0 0 0,-25-25 0,25 25 16,0 0-16,0 0 0,-25 0 0,25 0 0,0 0 0,-25 0 16,25 0-16,0 0 0,-25 0 0,25 0 0,-24 0 0,24 0 15,0 0-15,-25 0 0,25 25 0,0-25 0,0 0 16,-25 25-16,25-25 0,0 0 0,0 25 0,0-25 15,0 25-15,-25 0 0,25-25 0,0 24 0,0-24 0,0 25 16,0 0-16,0-25 0,0 25 0,0 0 0,25-25 16,-25 24-16,0-24 0,0 25 0,0-25 0,0 25 15,25-25-15,-25 0 0,0 0 0,0 25 0,0-25 0,25 0 16,-25 0-16,24 0 0,-24 25 0,0-25 0,25 0 15,-25 0-15,25-25 0,0 25 0,-25 0 0,25 0 16,-1 0-16,-24 0 0,25 0 0,0 0 0,-25-25 0,25 25 16,0 0-16,-1 0 0,-24 0 0</inkml:trace>
  <inkml:trace contextRef="#ctx0" brushRef="#br0" timeOffset="210044.0138">22423 12055 0,'0'0'0,"0"-25"0,-24 25 16,24 0-16,-25-25 0,25 25 0,0 0 0,-25 0 16,25-24-16,0 24 0,-25 0 0,25 0 0,0 0 0,0 0 15,0 0-15,-25 0 0,25 0 0,0 0 0,0 0 16,0 24-16,0-24 0,-24 0 0,24 25 0,0-25 15,0 25-15,0-25 0,-25 25 0,25-25 0,0 25 0,0-1 16,0 1-16,0-25 0,0 25 0,0 0 0,0 0 16,0 0-16,0-1 0,0-24 0,0 25 0,0 0 0,0 0 15,25-25-15,-25 25 0,0-1 0,0-24 0,0 25 16,0-25-16,0 25 0,24-25 0,-24 25 0,0-25 0,0 0 15,0 0-15,25 25 0,-25-25 0,0 0 0,0 0 16,0 0-16,25 0 0,-25 0 0,0-25 0,25 25 16,-25 0-16,0 0 0,25-25 0,-25 25 0,0 0 0,0-25 15,24 25-15,-24-25 0,0 25 0,25-24 0,-25 24 16,0-25-16,0 25 0,0-25 0,25 25 0,-25-25 0,0 25 15,0-25-15,0 25 0,0-24 0,0 24 0,0 0 16,0 0-16,0 0 0,0 0 0,0 0 0,0 24 16,0-24-16,0 0 0,0 25 0,0-25 0,0 0 0,0 25 15,0-25-15,0 25 0,0-25 0,0 25 0,0-25 16,0 24-16,0-24 0,0 25 0,0-25 0,0 25 0,0-25 15,0 0-15,0 25 0,0-25 0,0 0 0,0 0 16,0 0-16,0 0 0,0 0 0,0 0 0,0 0 16,0 0-16,-25 0 0,25 0 0,0 0 0,0 0 0</inkml:trace>
  <inkml:trace contextRef="#ctx0" brushRef="#br0" timeOffset="210200.0227">22374 12278 0,'0'0'0,"0"0"0,0 0 0,0 0 16,0 0-16,0 0 0,0 0 0,0 0 0,0 0 15,25 0-15,-25 0 0,0 0 0,24 0 0,-24 0 16,25 0-16,-25 25 0,25-25 0,0 0 0,0 0 0,-25 0 15,24 0-15,1 0 0,0 0 0,0 0 0,0 0 16,-25 0-16,24 0 0,1 0 0,0 0 0,-25 0 0,25-25 16,-25 25-16,25 0 0,0 0 0,-25-24 0</inkml:trace>
  <inkml:trace contextRef="#ctx0" brushRef="#br0" timeOffset="210563.0435">22870 12005 0,'0'-24'0,"0"24"0,0 0 0,0 0 0,0 0 16,0 0-16,0-25 0,0 25 0,0 0 0,0 0 15,25 25-15,-25-25 0,0 0 0,0 0 0,0 0 16,0 24-16,0-24 0,0 25 0,25-25 0,-25 25 0,0-25 16,0 25-16,0 0 0,0-25 0,0 24 0,0 1 15,0-25-15,24 25 0,-24 0 0,0 0 0,0-25 16,0 25-16,0-1 0,0-24 0,0 25 0,25 0 0,-25-25 15,0 25-15,0-25 0,0 25 0,25-25 0,-25 0 16,0 24-16,0-24 0,25 0 0,-25 0 0,0 25 0,0-25 16,25 0-16,-25-25 0,0 25 0,0 0 0,24 0 15,-24 0-15,0-24 0,25 24 0,-25-25 0,0 25 16,25-25-16,-25 25 0,0-25 0,0 0 0,25 25 0,-25-24 15,0-1-15,0 25 0,0-25 0,0 0 0,25 25 16,-25-25-16,0 25 0,0-25 0,0 25 0,0 0 0,0-24 16,0 24-16,0 0 0,0 0 0,0 0 0,0 0 15,0 0-15,0 0 0,0 0 0,0 0 0,0 0 0,0 0 16,0 0-16,0 0 0,0 0 0,0 0 0,0 0 15,24 0-15,-24 0 0,0 0 0,0 0 0,0 0 0,0 0 16</inkml:trace>
  <inkml:trace contextRef="#ctx0" brushRef="#br0" timeOffset="210800.057">23391 12005 0,'0'0'0,"0"0"0,0 0 0,0-24 0,0 24 16,0 0-16,0 0 0,0 0 0,0 0 0,0 0 0,0 0 15,0 0-15,0 0 0,0 24 0,0-24 0,0 0 16,0 25-16,0-25 0,0 25 0,0 0 0,0-25 15,0 25-15,0-1 0,0 1 0,0 0 0,0-25 0,0 25 16,0 0-16,0 0 0,0-1 0,0 1 0,0-25 16,0 25-16,0 0 0,0 0 0,0-25 0,0 24 15,0-24-15,0 25 0,0-25 0,0 25 0,0-25 0,0 0 16,25 0-16,-25 25 0,0-25 0,0 0 0,0 0 15,0 0-15,0 0 0,0-25 0,0 25 0,0 0 16,-25-25-16,25 25 0</inkml:trace>
  <inkml:trace contextRef="#ctx0" brushRef="#br0" timeOffset="210962.0663">23292 11956 0,'0'0'0,"0"0"0,0 0 0,24 0 0,-24-25 0,0 25 16,0 0-16,25 0 0,-25 0 0,0 0 0,25 0 0,-25 0 15,25 0-15,0-25 0,-25 25 0,24 0 0,1 0 16,0 0-16,0 0 0,0 0 0,-25 0 0,24 0 0,1 0 15,0 25-15,0-25 0,0 0 0,-25 0 0,24 0 16,1 0-16,-25 0 0,25 0 0</inkml:trace>
  <inkml:trace contextRef="#ctx0" brushRef="#br0" timeOffset="211486.0963">24358 12105 0,'-25'-25'0,"25"25"0,0 0 16,0 0-16,-24 0 0,24 0 0,0-25 0,-25 25 0,25 0 15,0 0-15,-25 0 0,25 0 0,0 0 0,0 0 16,-25 0-16,25 0 0,0 0 0,0 0 0,-25 0 0,25 0 15,0 0-15,0 25 0,0-25 0,-24 0 0,24 0 16,0 25-16,0-25 0,0 24 0,0-24 0,0 25 16,0-25-16,0 25 0,0 0 0,0-25 0,0 25 15,0 0-15,0-1 0,0-24 0,0 25 0,24 0 0,-24-25 16,0 25-16,25-25 0,-25 25 0,25-25 0,-25 24 16,0-24-16,25 0 0,-25 0 0,25 25 0,-25-25 0,24 0 15,-24 0-15,25 0 0,-25-25 0,25 25 0,-25 0 0,25 0 16,-25 0-16,25-24 0,-25 24 0,24-25 0,-24 25 15,25-25-15,-25 25 0,0-25 0,25 0 0,-25 25 16,0-24-16,0-1 0,25 0 0,-25 0 0,0 25 0,0-25 16,25 0-16</inkml:trace>
  <inkml:trace contextRef="#ctx0" brushRef="#br0" timeOffset="212270.1411">24581 11881 0,'0'-24'0,"0"24"15,0 0-15,0 0 0,0 0 0,0-25 0,0 25 16,0 0-16,0 0 0,0 25 0,0-25 0,0 0 0,0 0 16,0 24-16,0-24 0,0 0 0,0 25 0,0 0 15,0-25-15,0 25 0,0 0 0,0-25 0,0 24 0,0 1 16,0 0-16,0 0 0,0-25 0,0 25 0,0-1 15,0 1-15,0-25 0,0 25 0,0 0 0,0 0 16,0 0-16,0-25 0,0 24 0,0 1 0,0-25 0,0 25 16,0-25-16,0 25 0,0-25 0,0 25 0,0-25 15,0 24-15,0-24 0,0 0 0,0 0 0,0 25 0,0-25 16,0 0-16,0 0 0,0 0 0,0 0 0,0 0 15,0 0-15,25 0 0,-25 0 0,0 0 0,0-25 0,0 25 16,0 0-16,0 0 0,25-24 0,-25 24 0,0-25 16,25 25-16,-25-25 0,0 25 0,25-25 0,-25 25 15,0-25-15,0 25 0,24-24 0,-24 24 0,0-25 0,25 25 16,-25-25-16,0 25 0,0 0 0,0-25 0,25 25 15,-25 0-15,0 0 0,0 0 0,0-25 0,0 25 16,0 0-16,0 0 0,0 0 0,0 25 0,0-25 0,0 0 16,0 0-16,0 0 0,0 0 0,0 25 0,0-25 15,0 0-15,0 0 0,0 25 0,0-25 0,0 25 0,0-25 16,0 24-16,0-24 0,0 25 0,0-25 0,25 25 15,-25-25-15,0 25 0,0-25 0,0 25 0,0-25 0,25 24 16,-25-24-16,0 25 0,0 0 0,0-25 0,0 25 16,0-25-16,24 25 0,-24-25 0,0 0 0,0 24 15,0-24-15,25 0 0,-25 25 0,0-25 0,0 0 0,25 0 16,-25 0-16,0 0 0,0 0 0,0 0 0,25 0 15,-25 0-15,0-25 0,0 25 0,25 0 0,-25-24 0,0 24 16,25 0-16,-25-25 0,0 25 0,24 0 0,-24-25 16,0 25-16,25-25 0,-25 0 0,0 25 0,0-24 0,25 24 15,-25-25-15,0 0 0,25 25 0,-25-25 0,0 0 16,0 25-16,0-24 0,25 24 0,-25-25 0,0 25 15,0-25-15,0 25 0,0 0 0,0 0 0,0-25 0,0 25 16,0 0-16,0 0 0,0 0 0,0 0 0,0 0 16,0 0-16,0 25 0,0-25 0,0 0 0,0 0 15,0 25-15,-25-25 0,25 0 0,0 25 0,0-25 0,0 24 16,0-24-16,0 25 0,0-25 0,0 25 0,0-25 15,0 25-15,0-25 0,0 25 0,0-25 0,0 24 16,25-24-16,-25 25 0,0-25 0,0 0 0,0 25 0,24-25 16,-24 0-16,0 25 0,0-25 0,25 0 0,-25 0 0,0 0 15,0 0-15,25 0 0,-25 0 0,0 0 0,0 0 16,25 0-16,-25-25 0,0 25 0,0 0 0,25-25 15,-25 25-15,0 0 0,0-25 0,0 25 0,0-24 0,0-1 16,0 25-16,0-25 0,0 0 0,0 25 0,0-25 16,-25 25-16,25-24 0,0-1 0,0 25 0,0-25 0,0 25 15,-25 0-15,25-25 0,0 25 0,-25 0 0,25 0 16,0 0-16,0 0 0,-25 0 0,25 0 0,-24 0 15,24 0-15,0 0 0,-25 25 0,25-25 0,0 0 0,-25 0 16,25 0-16,0 0 0,0 0 0,-25 25 0,25-25 16,0 0-16,-25 0 0,25 0 0</inkml:trace>
  <inkml:trace contextRef="#ctx0" brushRef="#br0" timeOffset="212732.1675">25921 11981 0,'0'-25'0,"0"25"0,0 0 0,0 0 0,0 0 0,0 0 0,0-25 0,0 25 0,0 0 0,0 0 0,0 0 0,0 0 0,0 0 0,0 25 0,0-25 0,0 0 78,0 25-78,0-25 0,0 24 0,0 1 0,0-25 0,0 25 0,0 0 0,0 0 0,0-1 0,0 1 0,0 0 0,0 0 0,0 0 0,0 0 0,0-1 0,0 1 0,0 0 0,0 0 0,0 0 0,0-1 0,0 1 0,0 0 0,0 0 0,0-25 0,0 25 0,0-1 0,0-24 0,0 25 16,0-25-16,0 25 0,0-25 0,0 0 0,0 25 0,0-25 15,-25 0-15,25 0 0,0 0 0,0 0 0,0 0 16,0 0-16,-25 0 0,25 0 0,0-25 0,-25 25 0,25-25 16</inkml:trace>
  <inkml:trace contextRef="#ctx0" brushRef="#br0" timeOffset="212893.1768">25722 12328 0,'0'-25'0,"0"25"0,0-25 0,25 25 16,-25-24-16,0 24 0,0 0 0,0-25 0,0 25 0,25 0 16,-25 0-16,25 0 0,-25 0 0,25-25 0,-25 25 15,24 0-15,1 0 0,0 0 0,-25 0 0,25 0 16,0 0-16,0 25 0,-25-25 0,24 0 0,-24 0 15,25 0-15,-25 25 0,25-25 0,-25 0 0,25 24 0,-25-24 16,0 25-16,0-25 0,25 25 0,-25-25 0,0 25 0,0-25 16,0 25-16,0-25 0</inkml:trace>
  <inkml:trace contextRef="#ctx0" brushRef="#br0" timeOffset="214046.2427">26070 12477 0,'-25'0'0,"25"0"0,0 0 0,0 0 0,0 0 0,0 0 16,0 0-16,0 0 0,0-25 0,0 25 0,0 0 0,0 0 16,0 0-16,0-25 0,0 25 0,0 0 0,0-25 15,25 25-15,-25 0 0,0-24 0,0 24 0,0-25 0,25 25 16,-25-25-16,0 25 0,24-25 0,-24 25 0,0 0 15,0-25-15,25 25 0,-25 0 0,0-24 0,0 24 16,0 0-16,0 0 0,25 0 0,-25-25 0,0 25 16,0 0-16,0 0 0,0 0 0,0 25 0,0-25 0,0 0 15,0 0-15,0 0 0,0 0 0,25 24 0,-25-24 0,0 0 16,0 25-16,0-25 0,0 25 0,0-25 0,0 25 15,0-25-15,0 25 0,0-25 0,0 24 0,0-24 16,25 25-16,-25-25 0,0 25 0,0 0 0,0-25 0,0 25 16,0-25-16,0 24 0,0-24 0,0 25 0,0-25 15,0 25-15,24-25 0,-24 25 0,0-25 0,0 0 0,0 0 16,0 25-16,0-25 0,25 0 0,-25 0 0,0 0 15,0 0-15,0 0 0,25 0 0,-25 0 0,0-25 0,25 25 16,-25 0-16,0 0 0,25-25 0,-25 25 0,0-25 16,0 25-16,24 0 0,-24-25 0,0 25 0,0-24 15,0 24-15,0 0 0,0-25 0,25 25 0,-25-25 0,0 0 16,0 25-16,0-25 0,0 25 0,0-24 0,0 24 15,0-25-15,0 25 0,0-25 0,0 25 0,0-25 16,25 25-16,-25 0 0,0-25 0,0 25 0,0 0 0,0 0 16,0 0-16,0 0 0,0 0 0,0 0 0,0 0 15,0 0-15,0 0 0,0 0 0,0 0 0,0 0 0,0 0 16,0 25-16,0-25 0,-25 0 0,25 25 0,0-25 15,0 25-15,0-25 0,0 25 0,0-25 0,0 24 0,0-24 16,0 25-16,0-25 0,0 25 0,0-25 0,0 25 16,0-25-16,0 25 0,0-25 0,0 0 0,0 24 15,0-24-15,0 0 0,25 25 0,-25-25 0,0 0 0,0 0 16,0 25-16,0-25 0,25 0 0,-25 0 0,0 0 15,0 0-15,25 0 0,-25 0 0,0 0 0,0 0 0,24 0 16,-24 0-16,25-25 0,-25 25 0,0 0 0,25 0 16,-25-25-16,0 25 0,25 0 0,-25-24 0,0 24 0,25 0 15,-25-25-15,0 25 0,0-25 0,0 25 0,24-25 16,-24 25-16,0-25 0,0 25 0,0-24 0,0-1 15,0 25-15,0-25 0,0 25 0,0-25 0,0 25 0,0 0 16,0-25-16,0 25 0,0 0 0,0 0 0,0 0 16,0 0-16,0 0 0,0 0 0,0 0 0,0 0 15,0 0-15,0 0 0,0 0 0,-24 25 0,24-25 0,0 0 16,0 25-16,0-25 0,0 25 0,0-25 0,0 0 15,0 25-15,0-25 0,0 24 0,0-24 0,0 25 0,0-25 16,0 25-16,0-25 0,0 25 0,0-25 0,0 25 16,0-25-16,0 0 0,0 24 0,0-24 0,24 0 0,-24 25 15,0-25-15,0 0 0,0 0 0,0 25 0,0-25 16,0 0-16,25 0 0,-25 0 0,0 0 0,0 0 15,25 0-15,-25 0 0,0 0 0,25 0 0,-25 0 0,0 0 16,25 0-16,-25-25 0,0 25 0,24 0 0,-24-25 0,0 25 16,0 0-16,25-24 0,-25 24 0,0 0 0,25-25 15,-25 25-15,0-25 0,0 25 0,25-25 0,-25 25 16,0-25-16,0 1 0,25 24 0,-25-25 0,0 25 0,0 0 15,0-25-15,0 25 0,0 0 0,0-25 0,0 25 16,0 0-16,0 0 0,0 0 0,0 0 0,0 0 16,0 0-16,0 0 0,0 0 0,0 0 0,0 0 0,0 25 15,0-25-15,0 0 0,0 25 0,0-25 0,-25 0 16,25 25-16,0-25 0,0 24 0,0-24 0,0 0 15,0 25-15,0-25 0,0 25 0,0-25 0,0 25 0,0-25 16,0 25-16,0-25 0,0 0 0,0 24 0,0-24 0,25 0 16,-25 25-16,0-25 0,0 0 0,0 0 0,0 0 15,24 25-15,-24-25 0,0 0 0,25 0 0,-25 0 16,0 0-16,25 0 0,-25 0 0,0 0 0,0 0 15,25 0-15,-25-25 0,25 25 0,-25 0 0,0 0 0,24-25 16,-24 25-16,0 0 0,25-24 0,-25 24 0,0-25 0,0 25 16,0-25-16,0 25 0,25-25 0,-25 25 0,0-25 15,0 1-15,0 24 0,0-25 0,0 25 0,-25-25 16,25 25-16,0-25 0,0 25 0,0 0 0,0-25 0,0 25 15,0 0-15,-25 0 0,25 0 0,0 0 0,0-24 16,0 24-16,0 0 0,0 0 0,-24 0 0,24 0 0,0 0 16,0 0-16,0 0 0,0 0 0,0 0 15,0 24-15,0-24 0,0 0 0,-25 0 0,25 0 0,0 0 16,0 0-16,0 0 0,0 0 0,0 0 0,0 0 0,0 0 15,0 0-15,0 0 0,0 0 0,0 0 0,0 0 16,0 25-16,0-25 0</inkml:trace>
  <inkml:trace contextRef="#ctx0" brushRef="#br0" timeOffset="214357.2605">27285 12328 0,'0'0'0,"0"-25"0,0 25 0,0 0 15,0-25-15,0 25 0,-25 0 0,25-24 0,0 24 16,0 0-16,0 0 0,0 0 0,0 0 0,0 0 0,-24 0 16,24 0-16,0 0 0,0 0 0,0 0 0,0 0 15,-25 0-15,25 24 0,0-24 0,-25 25 0,25-25 16,0 0-16,-25 25 0,25-25 0,0 25 0,-25-25 0,25 25 15,0-25-15,0 24 0,0-24 0,0 25 0,0-25 16,0 25-16,0-25 0,0 25 0,0-25 0,0 25 0,0-25 16,0 0-16,0 0 0,0 24 0,25-24 0,-25 0 15,0 0-15,0 0 0,0 25 0,25-25 0,-25 0 0,0 0 16,0 0-16,25 0 0,-25-25 0,0 25 0,0 0 15,0 0-15,25 0 0,-25 0 0,0-24 0,0 24 0,0 0 16,0-25-16</inkml:trace>
  <inkml:trace contextRef="#ctx0" brushRef="#br0" timeOffset="214652.2774">27012 11906 0,'0'0'0,"0"0"16,0 0-16,0-25 0,0 25 0,0 0 0,0 0 16,25 0-16,-25 0 0,0 0 0,0 0 0,0 0 15,25 0-15,-25 0 0,0 0 0,0 0 0,0 25 0,25-25 16,-25 0-16,0 0 0,0 0 0,0 25 0,0-25 15,0 0-15,0 0 0,0 25 0,25-25 0,-25 0 0,0 25 16,0-25-16,-25 0 0,25 24 0,0-24 0,0 0 16,0 25-16,0-25 0,-25 0 0,25 0 0,0 25 15,-25-25-15,25 0 0,-25 0 0,25 0 0,0 25 16,-25-25-16,25 0 0,-24 0 0,24 0 0,-25 0 0,0 0 15,25 0-15</inkml:trace>
  <inkml:trace contextRef="#ctx0" brushRef="#br0" timeOffset="214894.2912">26541 11906 0,'0'0'0,"0"0"16,0 0-16,25 0 0,-25 0 0,0 0 0,0 0 0,0 0 15,25 0-15,-25 0 0,0 0 0,24 0 0,-24 0 16,0 0-16,0 0 0,25 0 0,-25 0 0,0 0 15,25 25-15,-25-25 0,0 0 0,25 25 0,-25-25 0,0 0 16,0 25-16,0-25 0,0 0 0,0 24 0,0-24 16,0 25-16,0-25 0,0 0 0,-25 25 0,25-25 15,0 0-15,-25 25 0,25-25 0,-25 0 0,25 0 0,-24 0 16,24 25-16,0-25 0,-25 0 0,25 0 0,0 0 15,-25 0-15,25 0 0,0 0 0,0 0 0</inkml:trace>
  <inkml:trace contextRef="#ctx0" brushRef="#br0" timeOffset="215137.3051">26913 11658 0,'0'-25'15,"25"25"-15,-25 0 0,0 0 0,25-24 0,-25 24 0,0 0 16,0 0-16,0 0 0,0 0 0,0 0 0,0 0 16,0 0-16,0 0 0,-25 0 0,25 0 0,0 24 0,-25-24 15,25 0-15,-25 25 0,0-25 0,25 25 0,-24 0 16,-1-25-16,0 25 0,25-1 0,-25-24 0,0 25 15,1-25-15,24 25 0,-25-25 0,0 25 0,25-25 0,-25 25 16,25-25-16</inkml:trace>
  <inkml:trace contextRef="#ctx0" brushRef="#br0" timeOffset="217473.4387">3398 13519 0,'0'0'16,"0"0"-16,0 0 0,0 0 0,0 0 0,0 0 15,0 0-15,0 0 0,0 0 0,0 0 0,0 0 0,0 0 16,0 0-16,0 0 0,0 0 0,0 0 0,0 0 16,0 0-16,0 0 0,0 0 0,0 0 0,0 0 0,0 0 15,0 0-15,0 0 0,0 0 0,0 0 0,0 0 16,0 0-16,0 0 0,0 0 0,0 0 0,0 0 15,0 0-15,0 0 0,0 0 0,0 0 0,0-25 0,0 25 16,0 0-16,0 0 0,0 0 0,25 0 0,-25 0 16,0 0-16,0 0 0,0-25 0,0 25 0,0 0 0,0 0 15,0 0-15,0 0 0,0 0 0,0-25 0,0 25 16,0 0-16,0 0 0,0 0 0,0 0 0,0-25 15,0 25-15,0 0 0,0 0 0,0 0 0,0 0 0,-25 0 16,25-24-16,0 24 0,0 0 0,0 0 0,0 0 16,-25 0-16,25-25 0,0 25 0,0 0 0,0 0 0,0 0 15,-24 0-15,24 0 0,0 0 0,0 0 0,0 0 16,0 0-16,0 0 0,-25 0 0,25 0 0,0 25 0,0-25 15,0 0-15,-25 0 0,25 0 0,0 24 0,0-24 16,0 0-16,0 25 0,0-25 0,0 25 0,0-25 16,0 25-16,0 0 0,0-25 0,0 24 0,0 1 0,0-25 15,0 25-15,0 0 0,0-25 0,25 25 0,-25-25 0,0 24 16,0-24-16,25 25 0,-25-25 0,0 25 0,0-25 15,24 0-15,-24 25 0,0-25 0,0 0 0,0 25 16,25-25-16,-25 0 0,0 0 0,0 0 0,0 0 0,25 0 16,-25 24-16,0-24 0,25 0 0,-25-24 0,0 24 15,25 0-15,-25 0 0,0 0 0,24 0 0,-24 0 16,25-25-16,-25 25 0,0 0 0,25 0 0,-25 0 0,25-25 15,-25 25-15,25 0 0,-25 0 0,24-25 0,-24 25 16</inkml:trace>
  <inkml:trace contextRef="#ctx0" brushRef="#br0" timeOffset="217963.4668">3795 13543 0,'0'0'15,"0"0"-15,0 0 0,-25 0 0,25-24 0,0 24 16,0 0-16,0 0 0,-24 0 0,24-25 0,0 25 0,0 0 15,0 0-15,0 0 0,0-25 0,0 25 0,0 0 16,-25 0-16,25 0 0,0-25 0,0 25 0,0 0 16,0 0-16,0-25 0,0 25 0,0 0 0,25 0 0,-25 0 15,0 0-15,0 0 0,0-24 0,0 24 0,0 0 0,0 0 16,0 0-16,0 0 0,24 0 0,-24 0 0,0 0 15,0 0-15,0 0 0,0 0 0,25 0 0,-25 0 16,0 0-16,0 0 0,0 0 0,0 0 0,25 0 0,-25 0 16,0 24-16,0-24 0,0 0 0,0 25 0,0-25 15,0 0-15,0 25 0,0-25 0,0 25 0,0-25 0,0 25 16,0-25-16,0 24 0,-25-24 0,25 0 0,0 25 15,0-25-15,0 25 0,-25-25 0,25 25 0,0-25 0,-24 25 16,24-25-16,0 24 0,-25-24 0,25 25 0,0-25 16,-25 0-16,25 25 0,0-25 0,-25 25 0,25-25 15,0 0-15,0 25 0,0-25 0,-25 0 0,25 0 0,0 0 16,0 24-16,0-24 0,0 0 0,0 0 0,25 0 15,-25 0-15,0 0 0,0 0 0,0 0 0,0 0 16,0 0-16,25 0 0,-25 0 0,0 0 0,0 0 0,25 0 16,-25 25-16,0-25 0,25 0 0,-25 0 0,0 0 15,24 0-15,-24 0 0,25 0 0,-25 0 0,0 0 0,25 0 16,-25 0-16,0 0 0,25 0 0,-25 0 0,0 0 15,25 0-15,-25 0 0,0 0 0,0 25 0,24-25 0,-24 0 16,0 0-16,0 0 0,0 0 0,0 0 0,0 0 16,0 25-16,0-25 0</inkml:trace>
  <inkml:trace contextRef="#ctx0" brushRef="#br0" timeOffset="218262.4839">3423 14039 0,'0'0'16,"0"0"-16,0 0 0,0 0 0,0 0 0,0 0 15,0 0-15,0 0 0,0 0 0,0 0 0,0 0 0,0 0 16,0 0-16,0 0 0,0 0 0,0 0 0,0 0 15,25 0-15,-25 0 0,0 0 0,25 0 0,-25 0 0,24 0 16,-24 0-16,25 0 0,-25 0 0,25 0 0,-25 0 16,25 0-16,0 0 0,-25 0 0,24 0 0,-24 0 0,25 0 15,0 0-15,-25 25 0,25-25 0,-25 0 0,25 0 16,-25 0-16,25 0 0,-25 0 0,0 0 0,24 0 15,-24 0-15,25 0 0,-25 25 0,0-25 0,25 0 0,-25 0 16,0 0-16,25 0 0,-25 0 0</inkml:trace>
  <inkml:trace contextRef="#ctx0" brushRef="#br0" timeOffset="218603.5034">4316 13667 0,'0'0'0,"0"0"0,0 0 0,0-24 15,0 24-15,0 0 0,-25 0 0,25 0 0,0 0 16,0 0-16,0 0 0,0 0 0,0 0 0,0 0 15,0 0-15,0 0 0,0 0 0,0 0 0,0 0 0,0 0 16,25 0-16,-25 0 0,0 0 0,0 0 0,0 0 16,0 0-16,25 0 0,-25 24 0,0-24 0,0 0 15,0 25-15,0-25 0,0 0 0</inkml:trace>
  <inkml:trace contextRef="#ctx0" brushRef="#br0" timeOffset="218768.5128">4366 14015 0,'0'0'0,"0"0"15,0 0-15,0 0 0,24 0 0,-24 0 0,0 0 16,0 0-16,0 0 0,0 0 0,0 0 0,0 0 15,0 0-15,0 0 0,0 0 0,0 0 0,0 0 0,0 0 16,0 0-16,0 0 0,0 0 0,25 0 0,-25 0 16,0-25-16,0 25 0,0 0 0,0 0 0,25 0 0,-25-25 15</inkml:trace>
  <inkml:trace contextRef="#ctx0" brushRef="#br0" timeOffset="219727.5677">3076 9922 0,'0'-25'0,"0"25"0,0 0 15,-25 0-15,25 0 0,0 0 0,0 0 0,0 0 16,0 0-16,0 0 0,0 0 0,0 0 0,0 0 0,0 0 15,0 0-15,0 0 0,0 0 0,0 0 0,0-25 0,0 25 16,0 0-16,0 0 0,0 0 0,0 0 0,0 0 16,0 0-16,0 0 0,25 0 0,-25 0 0,0 0 15,0 0-15,25 0 0,-25-25 0,0 25 0,24 0 0,-24 0 16,25 0-16,-25 0 0,25 0 0,-25 0 0,25 25 15,0-25-15,-25 0 0,24 0 0,1 0 0,0 0 0,0 0 16,0 0-16,-1 0 0,1 0 0,25 0 0,-25 0 16,24 0-16,-24 0 0,0 0 0,24 0 0,-24 0 0,25 0 15,-25 0-15,0 0 0,-1 0 0,1 0 0,0 0 16,0 0-16,0 0 0,-25 0 0,24 0 0,-24 0 15,0 0-15,0 25 0,-24-25 0</inkml:trace>
  <inkml:trace contextRef="#ctx0" brushRef="#br0" timeOffset="221372.6618">5606 13543 0,'0'0'0,"0"0"0,0 0 0,0-24 0,0 24 0,0 0 15,0 0-15,0 0 0,0 0 0,0-25 0,0 25 16,0 0-16,0 0 0,0 0 0,0-25 0,0 25 16,0 0-16,0 0 0,0 0 0,0-25 0,0 25 0,0 0 15,0 0-15,0-25 0,0 25 0,-25 0 0,25 0 16,0 0-16,0 0 0,0-24 0,0 24 0,0 0 0,0 0 15,0 0-15,0 0 0,-25 0 0,25 0 0,0 0 16,0 0-16,0 0 0,0 0 0,-25 0 0,25 0 0,0 0 16,0 0-16,-24 24 0,24-24 0,0 0 0,-25 0 15,25 25-15,0-25 0,0 25 0,-25-25 0,25 25 16,0-25-16,0 25 0,-25-25 0,25 24 0,0 1 0,0-25 15,0 25-15,0 0 0,0 0 0,0-25 0,0 24 16,0 1-16,0 0 0,0-25 0,0 25 0,0 0 16,25-25-16,-25 24 0,0 1 0,0-25 0,25 25 0,-25-25 15,0 25-15,25-25 0,-25 25 0,0-25 0,24 0 16,-24 24-16,25-24 0,-25 0 0,25 0 0,-25 0 0,25 0 15,-25 0-15,25 0 0,-25 0 0,24 0 0,1 0 16,-25-24-16,25 24 0,0 0 0,-25 0 0,25-25 0,-25 25 16,24-25-16,1 25 0,-25 0 0,25-25 0,-25 25 15,25 0-15,-25-25 0,0 25 0,25 0 0,-25-24 16,0 24-16,0 0 0,0 0 0,0-25 0,0 25 0,0 0 15,0-25-15,0 25 0,0 0 0,0 0 0,0-25 16,0 25-16,0 0 0,0 0 0,0-25 0,-25 25 16,25 0-16,0 0 0,0 0 0,0 0 0,0 0 0,0-24 15,0 24-15,0 0 0,0 0 0,-25 0 0,25 0 16,0 0-16,0 0 0,0 0 0,0 24 0,0-24 0,0 0 15,0 0-15,0 0 0,0 25 0,0-25 0,0 0 16,0 25-16,0-25 0,0 25 0,0-25 0,0 25 0,0-25 16,0 24-16,0 1 0,0-25 0,0 25 0,25-25 15,-25 25-15,0 0 0,0-25 0,25 24 0,-25-24 16,0 25-16,25-25 0,-25 0 0,0 25 0,24-25 0,-24 0 15,0 0-15,25 0 0,-25 0 0,0 0 0,0 0 0,25 0 16,-25 0-16,0 0 0,0-25 0,25 25 0,-25-25 16,0 25-16,0-24 0,0 24 0,0-25 0,0 0 15,0 25-15,0-25 0,0 25 0,0-25 0,0 1 0,0 24 16,0-25-16,-25 25 0,25-25 0,0 25 0,0-25 15,-25 25-15,25 0 0,0-25 0,0 25 0,-25 0 16,25 0-16,0-24 0,0 24 0,0 0 0,0 0 0,0 0 16,-24 0-16,24 0 0,0 0 0,0 0 0,0 0 15,0 0-15,0 0 0,0 0 0,0 0 47,0 0-47,0 0 0,0 0 0,0 0 0,0 0 0,0 0 0,0 0 0,0 0 0,0 0 0,24 0 0</inkml:trace>
  <inkml:trace contextRef="#ctx0" brushRef="#br0" timeOffset="221559.6725">6077 13320 0,'25'-25'0,"-25"25"0,0 0 16,0 0-16,-25-24 0,25 24 0,0 0 0,0 0 16,0 0-16,0 0 0,0 0 0,0 0 0,0 0 0,0 0 15,-25 24-15,25-24 0,0 0 0,0 25 0,0-25 16,0 25-16,0-25 0,-24 25 0,24-25 0,0 25 15,0-25-15,0 24 0,0 1 0,0-25 0,0 25 0,0-25 16,0 25-16,0-25 0,0 25 0,0-25 0,24 0 16</inkml:trace>
  <inkml:trace contextRef="#ctx0" brushRef="#br0" timeOffset="222128.705">7119 13196 0,'0'0'0,"0"0"0,0 0 0,0 0 0,0 0 16,-25 0-16,25 0 0,0 0 0,0 25 0,0-25 16,0 0-16,0 25 0,0-25 0,-25 25 0,25-1 0,0-24 15,0 25-15,25 0 0,-25 0 0,0 0 0,0-1 16,0 1-16,0 0 0,0 0 0,25 0 0,-25-1 0,0 1 15,0 0-15,0 0 0,0-25 0,25 25 0,-25-1 16,0 1-16,0-25 0,0 25 0,0-25 0,0 25 0,0-25 16,0 25-16,0-25 0,0 0 0,0 24 0,0-24 15,-25 0-15,25 0 0,0 0 0,0 25 0,-25-25 16,25 0-16,0 0 0,-25-25 0,25 25 0,0 0 0,-24 0 15,24 0-15,0 0 0,-25-24 0,25 24 0,-25 0 16,25-25-16,0 25 0,-25 0 0,25-25 0,0 25 0,0 0 16,0 0-16,0-25 0,0 25 0,0 0 0,0 0 15,0-25-15,0 25 0,0 0 0,0 0 0,25 0 16,-25 0-16,0-24 0,25 24 0,-25 0 0,25 0 0,-1 0 15,-24 0-15,25-25 0,0 25 0,-25 0 0,25 0 16,0-25-16,-25 25 0,24 0 0,1 0 0,0-25 16,-25 25-16,25 0 0,0-25 0,-1 25 0,-24 0 0,25-24 15,-25 24-15,25-25 0,-25 25 0,25 0 0,-25-25 16,25 25-16,-25 0 0,0-25 0</inkml:trace>
  <inkml:trace contextRef="#ctx0" brushRef="#br0" timeOffset="222860.7469">7342 13345 0,'0'0'0,"0"-25"0,0 25 0,-25 0 16,25 0-16,0 0 0,0 0 0,0-25 0,0 25 15,0 0-15,0 0 0,0 0 0,0 0 0,0 0 16,0 25-16,0-25 0,0 0 0,0 0 0,0 0 0,0 25 16,0-25-16,25 25 0,-25-25 0,0 25 0,0-1 15,0 1-15,25 0 0,-25-25 0,0 25 0,0 0 16,25-1-16,-25 1 0,0 0 0,0 0 0,0 0 0,0-1 15,0 1-15,25-25 0,-25 25 0,0 0 0,0 0 0,0-25 16,0 24-16,0 1 0,0-25 0,0 25 0,0-25 16,24 25-16,-24-25 0,0 25 0,0-25 0,0 0 15,0 24-15,0-24 0,0 0 0,0 0 0,0 0 0,0 25 16,0-25-16,0 0 0,0 0 0,0 0 0,0 0 15,0 0-15,0 0 0,0 0 0,0-25 0,0 25 16,0 0-16,0 0 0,0 0 0,25-24 0,-25 24 0,0 0 16,0-25-16,25 25 0,-25-25 0,0 25 0,25-25 15,-25 25-15,0-25 0,25 25 0,-25-24 0,0 24 16,0-25-16,24 25 0,-24 0 0,0-25 0,0 25 0,0 0 15,0 0-15,0 0 0,25-25 0,-25 25 0,0 0 16,0 0-16,0 0 0,0 25 0,0-25 0,0 0 0,0 0 16,0 0-16,0 0 0,0 25 0,0-25 0,0 0 15,0 25-15,0-25 0,0 0 0,0 24 0,0-24 0,0 25 16,0-25-16,25 25 0,-25-25 0,0 25 0,0-25 15,0 25-15,0-25 0,25 24 0,-25-24 0,0 25 0,0-25 16,0 25-16,25-25 0,-25 25 0,0-25 0,0 0 16,24 25-16,-24-25 0,0 0 0,0 0 0,25 24 0,-25-24 15,0 0-15,25 0 0,-25 0 0,0 0 0,25 0 16,-25 0-16,0 0 0,25 0 0,-25-24 0,0 24 15,0 0-15,24-25 0,-24 25 0,0-25 0,0 25 0,0 0 16,0-25-16,25 25 0,-25-25 0,0 25 0,0-24 16,-25 24-16,25-25 0,0 25 0,0 0 0,0-25 15,0 25-15,0-25 0,0 25 0,-24 0 0,24-25 0,0 25 16,0 0-16,0-24 0,-25 24 0,25 0 0,0 0 15,0 0-15,0 0 0,-25 0 0,25-25 0,0 25 0,0 0 16,0 0-16,0 0 0,0 25 0,0-25 0,0 0 16,0 0-16,0 0 0,-25 0 0,25 24 0,0-24 0,0 25 15,0-25-15,0 25 0,25-25 0,-25 25 0,0-25 16,0 25-16,0-1 0,0-24 0,0 25 0,25-25 15,-25 25-15,0-25 0,0 25 0,0-25 0,25 25 0,-25-25 16,0 0-16,0 24 0,24-24 0,-24 0 0,0 0 16,0 0-16,25 0 0,-25 0 0,0 0 0,0 0 0,25 0 15,-25 0-15,0 0 0,25 0 0,-25-24 0,0 24 16,0 0-16,25-25 0,-25 25 0,0-25 0,0 25 15,0-25-15,0 25 0,24-25 0,-24 25 0,0-24 0,0 24 16,0-25-16,-24 25 0</inkml:trace>
  <inkml:trace contextRef="#ctx0" brushRef="#br0" timeOffset="223102.7607">7789 13618 0,'0'0'0,"0"-25"0,0 25 16,-25 0-16,25 0 0,0 0 0,0 0 0,0-25 0,0 25 15,0 0-15,0 0 0,0-25 0,0 25 0,0 0 16,0 0-16,0-24 0,0 24 0,0 0 0,0 0 0,0-25 15,0 25-15,0 0 0,0 0 0,0 0 0,0-25 16,25 25-16,-25 0 0,0 0 0,0 0 0,0-25 16,24 25-16,-24 0 0,0 0 0,0 0 0,25 0 0,-25 0 15,0 0-15,0 0 0,0 0 0,25 0 0,-25 0 16,0 0-16,25 0 0,-25 0 0,0 0 0,0 0 0,25 0 15,-25 0-15,0 0 0,0 0 0,0 0 0,0 0 16,0 0-16,0 0 0,24 0 0,-24 0 0,0 0 16</inkml:trace>
  <inkml:trace contextRef="#ctx0" brushRef="#br0" timeOffset="223281.771">7987 13271 0,'0'-25'0,"25"25"0,-25 0 0,0 0 16,0 0-16,0 0 0,0 0 0,25 0 0,-25 0 0,0 0 15,0 0-15,25 0 0,-25 0 0,0 0 0,24 0 16,-24 0-16,25 0 0,-25 0 0,0 0 0,25 0 0,-25 0 15,0 25-15,25-25 0,-25 0 0,0 0 0,0 24 16,0-24-16,0 0 0,0 25 0,0-25 0,0 0 0,0 25 16,-25-25-16,25 25 0,0-25 0,-25 25 0,25-25 15,-25 24-15,25-24 0</inkml:trace>
  <inkml:trace contextRef="#ctx0" brushRef="#br0" timeOffset="223783.7997">9922 13742 0,'-25'0'0,"25"-25"0,-25 25 0,25 0 16,-25-25-16,25 25 0,-24 0 0,24 0 0,-25-25 15,25 25-15,-25 0 31,0 0-31,25 0 0,-25 0 0,25 0 0,-24 0 0,24 0 0,-25 0 0,25 0 0,-25 0 0,25 0 0,-25 0 0,25 0 0,-25 25 0,25-25 16,-24 0-16,24 0 0,0 25 0,0-25 0,-25 25 0,25-25 16,0 25-16,0-1 0,0-24 0,0 25 0,0 0 15,0-25-15,0 25 0,0 0 0,0-1 0,0-24 16,0 25-16,25 0 0,-25-25 0,0 25 0,24-25 0,-24 25 15,0-25-15,25 0 0,-25 24 0,25-24 0,-25 0 16,0 0-16,25 0 0,-25 0 0,25 0 0,-1 0 0,-24 0 16,25-24-16,-25 24 0,25 0 0,-25 0 0,25-25 15,-25 25-15,25-25 0,-25 25 0,24-25 0,-24 0 16,25 25-16,-25-24 0,25-1 0,-25 0 0,0 0 0,0 25 15,25-25-15,-25 1 0,0-1 0</inkml:trace>
  <inkml:trace contextRef="#ctx0" brushRef="#br0" timeOffset="224031.8139">9872 13295 0,'0'0'15,"0"0"-15,0 0 0,-25-24 0,25 24 0,0 0 16,0 0-16,0 0 0,0 0 0,0 0 0,0 0 0,0 24 16,0-24-16,0 0 0,0 25 0,0-25 0,0 25 15,25-25-15,-25 25 0,0 0 0,0-25 0,0 24 16,0 1-16,25 0 0,-25 0 0,0 0 0,0-1 0,25-24 15,-25 25-15,0 0 0,0 0 0,0 0 0,0-1 16,0 1-16,25-25 0,-25 25 0,0 0 0,0 0 0,0-25 16,0 24-16,0 1 0,0-25 0,24 25 0,-24-25 15,0 25-15,0-25 0,0 25 0,0-25 0,0 24 0,0-24 16,25 0-16,-25 0 0,0 0 0,0 25 0,0-25 15,0 0-15,0-25 0,0 25 0,25 0 0,-25 0 16,0 0-16,0-24 0,0 24 0</inkml:trace>
  <inkml:trace contextRef="#ctx0" brushRef="#br0" timeOffset="224902.8637">10096 13742 0,'0'-25'0,"0"25"0,0 0 16,0 0-16,0-25 0,0 25 0,0 0 0,0 0 0,0 0 16,0 0-16,0 0 0,0 0 0,0 0 0,0 0 15,0 0-15,0 0 0,0 0 0,0 0 0,0 0 0,0 0 16,0 25-16,0-25 0,0 0 0,0 25 0,0-25 15,0 25-15,0-25 0,0 24 0,0-24 0,24 25 16,-24 0-16,0-25 0,0 25 0,0 0 0,0-25 0,0 24 16,25 1-16,-25-25 0,0 25 0,0-25 0,25 25 0,-25-25 15,0 25-15,25-25 0,-25 24 0,0-24 0,0 0 16,25 25-16,-25-25 0,24 0 0,-24 0 0,0 0 15,25 0-15,-25 0 0,25 0 0,-25-25 0,0 25 0,25 0 16,-25-24-16,0 24 0,25 0 0,-25-25 0,0 25 16,0-25-16,0 25 0,24-25 0,-24 0 0,0 25 0,0-24 15,0 24-15,0-25 0,0 25 0,0-25 0,0 25 16,-24-25-16,24 25 0,0-25 0,0 25 0,0-24 15,0 24-15,0-25 0,0 25 0,0 0 0,0-25 16,0 25-16,0 0 0,0 0 0,-25 0 0,25-25 0,0 25 16,0 0-16,0 0 0,0 0 0,0 0 0,0 0 0,0 0 15,0 0-15,0 0 0,0 25 0,0-25 0,0 0 16,0 0-16,0 25 0,0-25 0,0 0 0,0 25 15,0-25-15,0 24 0,0-24 0,0 25 0,0 0 0,0-25 16,0 25-16,0-25 0,0 25 0,25-1 0,-25-24 16,0 25-16,0-25 140,148 99-140,-148-99 0,25-24 0,-25 24 0,0 0 0,25-25 0,-25 25 0,0-25 0,0 25 0,0-25 0,25 25 0,-25-25 0,0 25 0,0-24 0,0 24 0,0-25 0,-25 0 16,25 25-16,0-25 0,0 25 0,0-25 0,0 25 0,0-24 0,0 24 0,0-25 0,-25 25 0,25 0 0,0-25 0,0 25 0,0 0 0,0 0 0,0 0 0,0 0 0,0 0 0,0 0 0,0 0 0,0 0 0,0 0 0,0 0 0,0 0 0,0 0 15,25 25-15,-25-25 0,0 0 0,0 25 0,0-25 16,0 24-16,0-24 0,25 25 0,-25-25 0,0 25 0,0-25 15,0 25-15,0-25 0,0 25 0,0-25 0,25 24 16,-25-24-16,0 0 0,0 25 0,0-25 0,0 0 16,0 25-16,0-25 0,0 0 0,0 0 0,0 25 0,0-25 15,0 0-15,0 0 0,0 0 0,0 0 0,0 0 16,24 0-16,-24 0 0,0 0 0,0-25 0,0 25 0,0 0 15,0 0-15,0-25 0,0 25 0,0-25 0,0 25 16,0-24-16,25 24 0,-25-25 0,0 0 0,0 25 16,0-25-16,25 25 0,-25-25 0,0 1 0,0 24 0,25 0 15,-25-25-15,0 25 0,0 0 0,25 0 0,-25-25 16,0 25-16,0 0 0,0 25 0,0-25 0,24 0 0,-24 0 15,0 0-15,0 25 0,0-25 0,0 0 0,0 24 16,25-24-16,-25 25 0,0-25 0,0 25 0,0-25 16,0 25-16,0-25 0,0 25 0,0-25 0,0 24 0,0-24 15,0 0-15,25 25 0,-25-25 0,0 25 0,0-25 16,0 0-16,0 0 0,0 25 0,0-25 0,0 0 15,0 0-15,25 0 0,-25 25 0,0-25 0,0 0 0,0 0 16,25 0-16,-25 0 0,24-25 0,-24 25 0,0 0 0,25 0 16,-25 0-16</inkml:trace>
  <inkml:trace contextRef="#ctx0" brushRef="#br0" timeOffset="225426.8936">11088 13742 0,'-25'-25'0,"25"25"15,0-25-15,0 25 0,0 0 0,-25-25 0,25 25 16,0 0-16,0 0 0,-25-24 0,25 24 0,0 0 0,0 0 15,0 24-15,-25-24 0,25 0 0,0 0 0,0 0 16,0 25-16,0-25 0,-24 25 0,24-25 0,0 25 0,0-25 16,0 25-16,0-1 0,0-24 0,0 25 0,0-25 15,0 25-15,0 0 0,24-25 0,-24 25 0,0-25 16,0 24-16,25-24 0,-25 25 0,0-25 0,0 25 0,25-25 15,-25 0-15,25 0 0,-25 25 0,0-25 0,25 0 16,-25 0-16,0 0 0,24 0 0,-24 0 0,0 0 0,25 0 16,-25-25-16,0 25 0,0 0 0,25 0 0,-25-25 15,0 25-15,0-25 0,25 25 0,-25 0 0,0-24 16,0 24-16,0-25 0,0 0 0,0 25 0,0-25 0,0 25 15,0-25-15,0 25 0,0 0 0,0-24 0,0 24 16,0 0-16,0 0 0,-25 0 0,25 0 0,0 0 0,0 0 16,0 0-16,0 24 0,0-24 0,0 25 0,0-25 15,0 25-15,0 0 0,0-25 0,0 25 0,0-1 16,0 1-16,0 0 0,0-25 0,0 25 0,25 0 0,-25-1 15,0 1-15,0 0 0,0 0 0,0 0 0,25-25 16,-25 24-16,0 1 0,0 0 0,0 0 0,0-25 0,0 25 16,0-1-16,0-24 0,0 25 0,0-25 0,0 25 15,-25-25-15,25 25 0,0-25 0,0 25 0,0-25 0,-25 25 16,25-25-16,-25 0 0,25 0 0,-25 24 0,25-24 15,-24 0-15,24 0 0,-25 0 0,25 0 0,-25 0 16,25 0-16,-25 0 0,25 0 0,-25 0 0,25 0 0,-24 0 16,24-24-16,0 24 0,-25 0 0,25 0 0,0-25 15,-25 25-15,25-25 0,0 25 0,0-25 0,-25 25 16,25-25-16,0 25 0,0-25 0,-25 1 0,25-1 0,0 0 15,0 0-15,0 0 0,-24 1 0,24-26 0,0 25 16</inkml:trace>
  <inkml:trace contextRef="#ctx0" brushRef="#br0" timeOffset="225617.9046">10542 13345 0,'0'0'0,"0"0"0,0 0 0,0 0 16,0 0-16,0 0 0,0 0 0,0 0 0,0 0 0,0 0 15,25 0-15,-25 0 0,25 0 0,-25-25 0,24 25 16,1 0-16,-25 0 0,25 0 0,0 0 0,0 0 15,-1 0-15,1 0 0,0 0 0,0-25 0,0 25 16,-1 0-16,1 0 0,0 0 0,0 0 0,-25 0 0,25 0 16,-1 0-16,1 0 0,-25 0 0,25 25 0</inkml:trace>
  <inkml:trace contextRef="#ctx0" brushRef="#br0" timeOffset="226998.9836">12005 13965 0,'0'25'0,"0"-25"0,0 0 0,0 0 0,0 0 16,0 0-16,0 0 0,0 0 0,-24 0 0,24 0 15,0 0-15,0 0 0,0 0 0,0 0 0,0 0 0,0 0 16,0 0-16,24 0 0,-24 0 0,0 0 0,0 0 0,0-25 15,0 25-15,0 0 0,0 0 0,0 0 16,25-25-16,-25 25 0,0 0 0,0-25 0,25 25 0,-25-24 16,25 24-16,-25-25 0,25 25 0,-25-25 0,24 25 0,-24-25 15,25 0-15,0 25 0,-25-24 0,25-1 0,0 25 16,-25-25-16,25 0 0,-25 25 0,24-25 0,-24 1 15,25 24-15,-25-25 0,25 25 0,-25-25 0,0 25 0,0-25 16,0 25-16,25-25 0,-25 25 0,0-24 0,0 24 16,0-25-16,0 25 0,0 0 0,-25-25 0,25 25 0,0-25 15,0 25-15,0 0 0,0-25 0,-25 25 0,25 0 16,0-24-16,0 24 0,-25 0 0,25 0 0,0-25 15,-24 25-15,24 0 0,0 0 0,-25 0 0,25 0 0,0 0 16,-25 0-16,25 0 0,0 0 0,0 0 0,0 0 16,-25 0-16,25 0 0,0 0 0,0 0 0,0 0 0,0 0 15,0 0-15,0 0 0,0 0 0,0 25 0,0-25 16,0 0-16,0 24 0,0-24 0,0 25 0,0-25 15,0 25-15,0 0 0,0 0 0,0-25 0,0 24 0,25 1 16,-25 0-16,0 0 0,0 0 0,0-1 0,0-24 0,0 25 16,0 0-16,25 0 0,-25 0 0,0-25 0,0 24 15,0 1-15,0-25 0,0 25 0,0 0 0,0-25 16,0 25-16,0-25 0,0 24 0,0-24 0,0 25 0,0-25 15,0 25-15,0-25 0,0 0 0,0 25 0,0-25 16,0 0-16,0 0 0,0 0 0,0 0 0,0 25 16,0-25-16,0 0 0,0 0 0,0 0 0,0 0 0,0 0 15,0-25-15,0 25 0,0 0 0,0 0 0,0 0 16,0 0-16,0 0 0,0-25 0,0 25 0,0-25 0,0 25 15,0 0-15,25-25 0,-25 25 0,0-24 0,0 24 16,24-25-16,-24 25 0,0-25 0,25 25 0,-25 0 0,0-25 16,0 25-16,25 0 0,-25 0 0,0-25 0,0 25 15,0 0-15,25 0 0,-25 0 0,0 25 0,0-25 16,0 0-16,25 0 0,-25 25 0,0-25 0,0 0 0,0 25 15,24-25-15,-24 25 0,0-25 0,0 24 0,0-24 16,0 25-16,0-25 0,0 0 0,25 25 0,-25-25 0,0 25 16,0-25-16,0 0 0,0 0 0,0 25 0,0-25 15,0 0-15,0 0 0,25 0 0,-25 0 0,0 0 16,0 0-16,0 0 0,25 0 0,-25 0 0,0 0 0,0 0 15,25 0-15,-25 0 0,0 0 0,24 0 0,-24 0 16,0 0-16,25-25 0,-25 25 0</inkml:trace>
  <inkml:trace contextRef="#ctx0" brushRef="#br0" timeOffset="227576.0166">12750 13841 0,'0'0'0,"0"0"0,0-25 0,0 25 0,-25 0 16,25-25-16,0 25 0,0 0 0,0-24 0,0 24 15,0 0-15,0-25 0,0 25 0,-25 0 0,25-25 0,0 25 16,0 0-16,0 0 0,0 0 0,-25-25 0,25 25 15,0 0-15,0 0 0,-25 0 0,25 0 0,0 0 16,-24 0-16,24 0 0,0 0 0,-25 0 0,25 0 0,0 25 16,0-25-16,-25 0 0,25 0 0,0 0 0,-25 25 15,25-25-15,0 0 0,0 25 0,-25-25 0,25 24 16,0-24-16,0 25 0,0-25 0,0 25 0,0-25 0,0 25 15,0-25-15,0 25 0,0-25 0,0 24 0,0-24 16,0 25-16,0-25 0,25 25 0,-25-25 0,0 25 0,25-25 16,-25 0-16,0 25 0,25-25 0,-25 0 0,0 0 15,0 0-15,25 0 0,-25 24 0,0-24 0,24-24 0,-24 24 16,0 0-16,25 0 0,-25 0 0,0 0 0,25 0 15,-25-25-15,0 25 0,25 0 0,-25-25 0,0 25 16,25-25-16,-25 25 0,0-25 0,0 25 0,0 0 0,0-24 16,0 24-16,0-25 0,0 25 0,0-25 0,0 25 15,0-25-15,0 25 0,0 0 0,0-25 0,0 25 0,0 0 16,0 0-16,0-24 0,-25 24 0,25 0 0,0 0 15,0 0-15,0 0 0,0 0 0,0-25 0,0 25 16,0 0-16,0 0 0,0 0 0,0 0 0,0 0 0,0 0 16,0 0-16,0 25 0,0-25 0,0 0 0,0 0 15,0 24-15,0-24 0,0 25 0,0-25 0,0 25 0,0-25 16,0 25-16,0-25 0,0 25 0,0-1 0,0-24 15,0 25-15,25-25 0,-25 25 0,0-25 0,0 25 16,0-25-16,0 0 0,0 25 0,0-25 0,24 0 0,-24 24 16,0-24-16,0 0 0,0 0 0,0 0 0,0 0 15,25 0-15,-25 0 0,0 0 0,0 0 0,0 0 16,0 0-16,25 0 0,-25 0 0,0-24 0,0 24 0,0 0 15,25 0-15,-25-25 0,0 25 0,0 0 0,0-25 16,0 25-16,0-25 0,0 25 0,0-25 31</inkml:trace>
  <inkml:trace contextRef="#ctx0" brushRef="#br0" timeOffset="227943.0376">12849 13742 0,'0'0'0,"0"0"0,0 0 0,0 0 0,0 0 0,0 0 0,0 0 0,0 0 0,25 0 16,-25 0-16,0 0 0,0 25 0,0-25 0,0 0 16,0 24-16,24-24 0,-24 25 0,0-25 0,0 25 0,0-25 15,0 0-15,0 25 0,25-25 0,-25 25 0,0-25 16,0 24-16,0-24 0,0 25 0,0-25 0,0 0 15,0 25-15,0-25 0,0 0 0,0 25 0,0-25 0,0 0 16,0 0-16,0 25 0,0-25 0,25 0 0,-25 0 16,0 0-16,0 0 0,0 0 0,0 0 0,0 0 15,0 0-15,0 0 0,0 0 0,0 0 0,0-25 0,0 25 16,0 0-16,0-25 0,0 25 0,25 0 0,-25-25 0,0 0 15,0 25-15,0-24 0,0 24 0,25-25 16,-25 0-16,0 25 0,0-25 0,24 0 0,-24 25 0,0-24 16,0 24-16,0-25 0,25 25 0,-25 0 0,0 0 0,0 0 15,0 0-15,0 0 0,0 0 0,25 0 0,-25 0 16,0 25-16,0-25 0,0 0 0,0 24 0,0-24 0,0 25 15,25-25-15,-25 25 0,0-25 0,0 25 0,0-25 16,0 25-16,0-25 0,0 24 0,0-24 0,0 0 16,0 25-16,25-25 0,-25 0 0,0 25 0,0-25 0,0 0 15,0 0-15,24 0 0,-24 25 0,0-25 0,0 0 16,0 0-16,0 0 0,25 0 0,-25 0 0,0 0 0,0 0 15,25 0-15,-25 0 0,0 0 0,25 0 0,-25 0 16,25 0-16,-25 0 0,25-25 0,-25 25 0,24 0 16,-24 0-16</inkml:trace>
  <inkml:trace contextRef="#ctx0" brushRef="#br0" timeOffset="228479.0682">13419 13791 0,'0'0'0,"-24"-24"0,24 24 0,0-25 16,-25 25-16,25-25 0,0 25 0,-25-25 15,25 25-15,0 0 0,-25 0 0,25-25 0,0 25 0,0 0 16,-25 0-16,25 0 0,0 0 0,0 0 0,-24 0 0,24 0 15,0 0-15,0 25 0,0-25 0,0 0 0,-25 25 16,25-25-16,0 25 0,0 0 0,0-25 0,0 24 16,0 1-16,0-25 0,0 25 0,25 0 0,-25-25 0,0 25 15,0-25-15,0 24 0,0-24 0,24 25 16,-24-25-16,0 25 0,25-25 0,-25 0 0,0 25 0,0-25 15,25 0-15,-25 0 0,25 0 0,-25 0 0,0 0 0,25 0 16,-25 0-16,0 0 0,24 0 0,-24-25 0,0 25 16,25 0-16,-25-25 0,0 25 0,0 0 0,0-25 0,0 25 15,0-24-15,0-1 0,0 25 0,0-25 0,0 25 16,0-25-16,0 25 0,0-25 0,0 25 0,0 0 0,0-24 15,-25 24-15,25 0 0,0 0 0,0 0 0,0 0 16,0 0-16,0 0 0,-24 0 0,24 0 0,0 24 16,0-24-16,0 0 0,0 25 0,0-25 0,0 25 0,24 0 15,-24-25-15,0 25 0,0-1 0,0-24 0,0 25 16,0 0-16,0-25 0,25 25 0,-25-25 0,0 25 0,0-1 15,0-24-15,25 25 0,-25 0 0,0-25 0,0 25 16,0 0-16,25-25 0,-25 24 0,0-24 0,0 25 0,0-25 16,0 25-16,0-25 0,0 25 0,0-25 0,25 25 15,-25-25-15,0 0 0,0 24 0,0-24 0,0 25 16,-25-25-16,25 0 0,0 0 0,0 25 0,0-25 0,0 0 15,-25 0-15,25 0 0,0 25 0,-25-25 0,25 0 16,0 0-16,-25 0 0,25 0 0,0 0 0,-24 0 16,24 0-16,0 0 0,-25 25 0,25-25 0,0 0 0,0 0 15,-25 0-15,25 0 0,0 0 0,-25 0 0,25 0 16,0 0-16,0 0 0,-25 0 0,25 0 0,0 0 0,0 0 15,-24 0-15,24 0 0,-25 0 0,25 0 0,0 0 16,-25 0-16,25 0 0,-25 0 0</inkml:trace>
  <inkml:trace contextRef="#ctx0" brushRef="#br0" timeOffset="228955.0954">12650 14461 0,'0'-25'0,"0"25"0,0 0 0,0 0 0,0 0 15,0 0-15,0 0 0,0 0 0,0 0 0,0 0 16,0 0-16,0 0 0,0 0 0,0 0 0,0 0 0,0 0 15,0 0-15,0-24 0,0 24 0,0 0 0,0 0 16,0 0-16,0 0 0,0 0 0,0 0 0,0 0 0,0 0 16,0 0-16,0 0 0,0 0 0,0 0 0,0 0 15,0 0-15,0 0 0,0 0 0,0 0 0,0 0 0,0 0 16,0 0-16,-24 0 0,24 0 0,0 0 0,0 0 15,0 0-15,0 0 0,0 0 0,0 0 0,0 0 16,0 0-16,0 0 0,0 0 0,0 0 0,0 0 0,0 0 16,0 0-16,0 0 0,0 0 0,24 0 0,-24 0 15,0 0-15,0 0 0,0 0 0,0 0 0,0 0 0,0 0 16,25-25-16,-25 25 0,0 0 0,0 0 0,0 0 15,0 0-15,0 0 0,25 0 0,-25-25 0,0 25 0,0 0 16,0 0-16,0 0 0,0 0 0,0-25 0,0 25 16,0 0-16,0 0 0,0 0 0,0 0 0,0 0 15,0 0-15,0-25 0,-25 25 0,25 0 0,0 0 0,0 25 16,0-25-16,-25 0 0,25 0 0,0 0 0,0 0 15,-24 0-15,24 0 0,0 25 0,0-25 0,0 0 16,0 0-16,0 0 0,0 0 0,0 0 0,0 0 0</inkml:trace>
  <inkml:trace contextRef="#ctx0" brushRef="#br0" timeOffset="230679.1941">14238 13816 0,'0'0'0,"0"0"0,0 0 0,0-25 0,0 25 0,0 0 16,0 0-16,0 0 0,0 0 0,0 0 0,0 0 15,0 0-15,0-24 0,0 24 0,0 0 0,0 0 16,0 0-16,0 0 0,0 0 0,0-25 0,0 25 0,0 0 15,0 0-15,0 0 0,0 0 0,0 0 0,0 0 16,0 0-16,0 0 0,0 0 0,0 0 0,0 25 0,0-25 16,25 0-16,-25 24 0,0-24 0,0 25 0,0-25 15,24 25-15,-24-25 0,0 25 0,0 0 0,25-25 16,-25 24-16,0-24 0,0 25 0,0-25 0,25 25 0,-25-25 15,0 25-15,0-25 0,0 25 0,0-25 0,0 0 16,0 24-16,0-24 0,25 0 0,-25 0 0,0 0 0,0 25 16,0-25-16,0 0 0,-25 0 0,25 0 0,0 0 15,0 0-15,0 0 0,0 0 0,0 0 0,0 0 0,0 0 16,0 0-16,0 0 0,0-25 0,0 25 0,0 0 15,0 0-15,0-24 0,0 24 0,25 0 0,-25-25 16,0 25-16,0-25 0,0 25 0,25-25 0,-25 25 0,0-25 16,0 1-16,0 24 0,25-25 0,-25 25 0,0-25 15,0 0-15,0 25 0,0-25 0,24 25 0,-24 0 0,0-24 16,0 24-16,0 0 0,0 0 0,0 0 0,0 0 15,0 0-15,0 0 0,0 0 0,0 24 0,0-24 16,0 0-16,0 25 0,25-25 0,-25 25 0,0-25 0,0 25 16,0-25-16,0 25 0,0-25 0,0 24 0,0-24 15,25 25-15,-25-25 0,0 25 0,0-25 0,0 25 16,0-25-16,0 25 0,25-25 0,-25 24 0,0-24 0,0 0 15,0 25-15,25-25 0,-25 0 0,0 25 0,0-25 0,24 0 16,-24 25-16,0-25 0,0 0 0,0 0 0,0 0 16,25 0-16,-25 0 0,0 0 0,0 0 0,0 0 15,25 0-15,-25 0 0,0 0 0,0 0 0,25 0 0,-25-25 16,0 25-16,25 0 0,-25-25 0,24 25 0,-24 0 15,0-25-15,25 25 0,-25-24 0,0 24 0,0 0 0,0-25 16,0 25-16,0-25 0,0 25 0,0-25 0,0 25 16,0-25-16,0 25 0,0-24 0,0 24 0,0-25 15,0 25-15,-25 0 0,25-25 0,0 25 0,0-25 0,0 25 16,0 0-16,-24 0 0,24-25 0,0 25 0,0 0 15,0 0-15,0 0 0,-25 0 0,25 0 0,0 0 0,0 0 16,0 0-16,0 0 0,0 0 0,-25 25 0,25-25 16,0 0-16,0 0 0,0 0 0,0 25 0,0-25 15,0 0-15,0 25 0,0-25 0,0 0 0,0 25 0,0-25 16,25 24-16,-25-24 0,0 25 0,0-25 0,0 25 15,25-25-15,-25 25 0,0-25 0,0 25 0,24-25 0,-24 24 16,0-24-16,0 25 0,25-25 0,-25 0 0,0 25 16,25-25-16,-25 0 0,0 25 0,25-25 0,-25 0 0,0 0 15,0 0-15,25 0 0,-25 0 0,0 0 0,0 0 16,24 0-16,-24 0 0,0 0 0,0 0 0,25-25 0,-25 25 15,0 0-15,0 0 0,25-25 0,-25 25 0,0-25 16,0 25-16,25 0 0,-25-24 0,0 24 0,0-25 16,0 25-16,0-25 0,0 25 0,0-25 0,0 25 15,0 0-15,25-25 0,-25 25 0,-25-24 0,25 24 0,0 0 16,0-25-16,0 25 0,0 0 0,0 0 0,0-25 0,0 25 15,0 0-15,0 0 0,0 0 0,0 0 0,0 0 16,0 0-16,0 0 0,0 0 0,0 0 0,0 0 16,0 0-16,0 0 0,0 0 0,0 0 0,0 0 0,0 25 15,0-25-15,0 0 0,0 25 0,0-25 0,0 0 16,0 24-16,0-24 0,0 25 0,0-25 0,25 0 0,-25 25 15,0-25-15,0 25 0,0-25 0,0 0 0,0 25 16,24-25-16,-24 0 0,0 24 0,0-24 0,0 0 0,25 0 16,-25 0-16,0 25 0,25-25 0,-25 0 0,0 0 15,25 0-15,-25 0 0,0 0 0,25-25 0,-25 25 16,0 0-16,24 0 0,-24 0 0,0-24 0,25 24 0,-25 0 15,0-25-15,0 25 0,25-25 0,-25 25 0,0-25 16,0 25-16,0 0 0,0-25 0,0 25 0,0-24 16,0 24-16,0 0 0,0-25 0,0 25 0,0-25 0,0 25 15,0 0-15,0 0 0,0-25 0,0 25 0,0 0 16,0 0-16,0 0 0,0 0 0,0 0 0,0 0 0,0 0 15,0 25-15,0-25 0,0 0 0,0 0 0,0 25 16,0-25-16,0 25 0,0-25 0,0 24 0,0-24 0,0 0 16,0 25-16,0-25 0,0 25 0,0-25 0,0 25 15,0-25-15,0 0 0,0 25 0,0-25 0,0 0 16,25 0-16,-25 24 0,0-24 0,0 0 0,0 0 0,0 0 15,0 0-15,0 0 0,0 0 0,0 0 0,0 0 16,0 0-16,0 0 0,0-24 0,0 24 0,-25 0 16,25 0-16,0-25 0,0 25 0</inkml:trace>
  <inkml:trace contextRef="#ctx0" brushRef="#br0" timeOffset="230932.2085">14635 13717 0,'0'-25'0,"-25"25"15,25 0-15,0-25 0,0 25 0,0 0 0,0-24 16,0 24-16,0 0 0,0-25 0,0 25 0,25 0 0,-25 0 16,0-25-16,25 25 0,-25 0 0,0 0 0,24-25 15,-24 25-15,25 0 0,-25 0 0,0 0 0,25 0 16,-25 0-16,25 0 0,-25 0 0,0 0 0,25 0 0,-25 0 15,0 0-15,24 0 0,-24 0 0,0 0 0,25 25 16,-25-25-16,0 0 0,25 0 0,-25 25 0,0-25 0,0 0 16,25 25-16,-25-25 0,0 0 0,25 0 0,-25 0 15,0 24-15,0-24 0,0 0 0,24 0 0</inkml:trace>
  <inkml:trace contextRef="#ctx0" brushRef="#br0" timeOffset="231108.2186">15081 13370 0,'0'0'0,"25"-25"0,-25 25 0,0 0 0,0 0 15,0 0-15,0 0 0,0 25 0,0-25 0,0 0 16,0 25-16,0-25 0,0 24 0,0-24 0,0 25 0,0-25 16,0 25-16,-25 0 0,25-25 0,0 25 0,0-25 15,-25 24-15,25-24 0,0 25 0,-24 0 0,24-25 16,0 0-16</inkml:trace>
  <inkml:trace contextRef="#ctx0" brushRef="#br0" timeOffset="231764.2561">16247 13643 0,'-25'0'0,"25"0"0,0 0 0,-25 0 15,25 0-15,0-25 0,0 25 0,-24 0 0,24 0 16,0 0-16,-25 0 0,25-25 0,0 25 0,0 0 15,-25 0-15,25 0 0,0 0 0,0 0 0,0 0 0,0 0 16,0 0-16,-25 0 0,25 0 0,0 0 0,0 0 0,0 25 16,0-25-16,0 0 0,0 0 0,0 0 0,0 25 15,0-25-15,0 24 0,0-24 0,0 25 0,0-25 16,0 25-16,0-25 0,0 25 0,25-25 0,-25 25 0,0-1 15,25-24-15,-25 25 0,0-25 0,25 25 0,-1-25 16,-24 25-16,25-25 0,0 25 0,-25-25 0,25 24 16,-25-24-16,25 25 0,-25-25 0,24 0 0,-24 25 0,0-25 15,25 0-15,-25 0 0,0 25 0,0-25 0,0 0 16,0 0-16,0 0 0,0 0 0,0 0 0,0 0 15,0 25-15,0-25 0,0 0 0,-25 0 0,25 0 0,0 0 16,-24 0-16,24 0 0,0 0 0,-25 0 0,25 24 0,-25-24 16,25 0-16,0 0 0,-25 0 0,25 0 15,0 0-15,0 0 0,0 0 0,-25 0 0,25 0 0,0 0 16,0-24-16,0 24 0,0 0 0,0 0 0,0 0 15,0 0-15,25 0 0,-25-25 0,0 25 0,0 0 0,25-25 16,-25 25-16,25 0 0,-25-25 0,25 25 0,-25 0 0,24-25 16</inkml:trace>
  <inkml:trace contextRef="#ctx0" brushRef="#br0" timeOffset="232249.2839">16619 13742 0,'0'-25'0,"0"25"0,0 0 0,0 0 16,0 0-16,0 0 0,0 0 0,-25-25 0,25 25 15,0 0-15,0 0 0,0 0 0,-24 0 0,24 0 16,0 0-16,0 0 0,0-25 0,-25 25 0,25 0 0,0 0 15,0 0-15,-25 0 0,25 25 0,0-25 0,0 0 16,0 0-16,-25 0 0,25 0 0,0 0 0,0 25 0,0-25 16,-25 0-16,25 25 0,0-25 0,0 0 0,0 25 15,0-25-15,0 24 0,0-24 0,0 25 0,25-25 0,-25 25 16,0-25-16,0 25 0,25-25 0,-25 25 0,0-25 15,0 24-15,25-24 0,-25 25 0,0-25 0,25 25 16,-25-25-16,0 0 0,24 0 0,-24 25 0,0-25 0,0 0 16,25 0-16,-25 0 0,0 0 0,0 0 0,0 0 15,0 0-15,0 0 0,0-25 0,0 25 0,0 0 16,0 0-16,0-25 0,0 25 0,0-25 0,0 25 0,0 0 15,0-24-15,0 24 0,-25-25 0,25 25 0,0-25 16,-24 0-16,24 25 0,-25-25 0,25 1 0,0 24 0,-25-25 16,25 0-16,-25 25 0,25-25 0,0 25 0,-25-25 15,25 1-15,0 24 0,0 0 0,-24-25 0,24 25 16,0 0-16,0-25 0,0 25 0,0 0 0,0 0 0,24-25 15,-24 25-15,0 0 0,0 0 0,25 0 0,-25-25 16,0 25-16,25 0 0,-25 0 0,0 0 0,25 0 0,-25 0 16,25-24-16,-25 24 0,24 0 0,-24 0 0,0 0 15,25 0-15,-25 24 0,25-24 0,-25 0 0,0 0 16,25 0-16,-25 25 0,0-25 0,0 0 0,25 25 0,-25-25 15,0 0-15,24 25 0,-24-25 0,0 0 0,0 25 16,0-25-16,25 0 0,-25 24 0,0-24 0,0 0 0,0 0 16,0 0-16,0 0 0,0 0 0,25 0 0,-25 0 15,0 0-15</inkml:trace>
  <inkml:trace contextRef="#ctx0" brushRef="#br0" timeOffset="232444.295">16867 13444 0,'0'0'0,"0"0"0,0 0 15,0-25-15,0 25 0,0 0 0,0 0 0,0 0 0,0 25 16,0-25-16,0 0 0,0 0 0,25 0 0,-25 25 15,0-25-15,0 25 0,0-25 0,0 25 0,0-25 0,0 24 16,0-24-16,0 25 0,0-25 0,0 25 0,0-25 16,0 25-16,0-25 0,0 25 0,0-25 0,0 0 15,0 24-15,0-24 0,25 25 0,-25-25 0,0 0 0</inkml:trace>
  <inkml:trace contextRef="#ctx0" brushRef="#br0" timeOffset="232820.3165">17810 13791 0,'0'0'0,"-25"0"0,25 0 15,0 0-15,0 0 0,0 0 0,0 0 16,0 0-16,0 0 0,0 0 0,0 0 0,0 0 0,0 0 0,0 0 16,0 25-16,0-25 0,25 25 0,-25-25 0,0 25 15,0-25-15,0 25 0,25-25 0,-25 24 0,0 1 0,0-25 16,24 25-16,-24 0 0,0-25 0,25 25 0,-25-25 15,0 24-15,0-24 0,0 25 0,25-25 0,-25 0 0,0 0 16,0 25-16,25-25 0,-25 0 0,0 0 0,0 0 16,0 0-16,25 0 0,-25 0 0,0-25 0,0 25 15,24 0-15,-24 0 0,0-25 0,0 25 0,25-24 0,-25 24 16,0-25-16,0 25 0,0-25 0,0 0 0,0 25 15,25-25-15,-25 1 0,0 24 0,0-25 0,0 0 0,0 0 16,0 25-16,0-25 0,0 1 0,0 24 0,0-25 16,0 25-16,0 0 0,0-25 0,0 25 0,0 0 0,0 0 15,0 0-15,0 0 0,0 0 0,0 0 0,0 0 16,0 0-16,0 0 0,25 25 0,-25-25 0</inkml:trace>
  <inkml:trace contextRef="#ctx0" brushRef="#br0" timeOffset="233223.3396">18207 13915 0,'0'0'0,"0"0"0,0 0 16,0 0-16,0 0 0,0 0 0,0 0 0,0 0 16,24 0-16,-24 0 0,0 0 0,0 0 0,25 0 0,-25-24 15,0 24-15,25 0 0,-25 0 0,0 0 0,25-25 16,-25 25-16,25 0 0,-25-25 0,0 25 0,24 0 15,-24 0-15,0-25 0,25 25 0,-25 0 0,0 0 0,0-25 16,0 25-16,0 0 0,0 0 0,0-24 0,0 24 16,0 0-16,0 0 0,0-25 0,0 25 0,0 0 0,0 0 15,-25-25-15,25 25 0,0 0 0,0 0 0,0-25 16,-24 25-16,24 0 0,0 0 0,0 0 0,0 0 15,-25 0-15,25-25 0,0 50 0,0-25 0,-25 0 0,25 0 16,0 0-16,0 0 0,0 0 0,-25 0 0,25 0 16,0 25-16,0-25 0,0 0 0,0 0 0,-25 25 0,25-25 15,0 0-15,0 0 0,0 25 0,0-25 0,0 0 16,0 24-16,0-24 0,25 25 0,-25-25 0,0 25 15,0-25-15,0 25 0,0-25 0,0 25 0,25-25 0,-25 0 16,0 24-16,0-24 0,25 25 0,-25-25 0,0 0 0,25 25 16,-25-25-16,24 0 0,-24 0 0,25 25 0,-25-25 15,0 0-15,25 0 0,-25 0 0,25 0 0,-25 0 16,25 0-16,-1 0 0,-24 0 0,25 0 0,-25 0 0,25 0 15,0 0-15,0-25 0,0 25 0</inkml:trace>
  <inkml:trace contextRef="#ctx0" brushRef="#br0" timeOffset="233546.3581">19124 13767 0,'0'0'0,"0"-25"0,-24 25 0,24-25 0,0 25 0,-25 0 16,25-25-16,-25 0 0,25 25 0,-25-24 0,25 24 15,-25 0-15,25-25 0,-24 25 0,24-25 0,-25 25 16,25 0-16,-25-25 0,25 25 0,0 0 0,-25 0 0,25 0 15,0 0-15,0 0 0,0 0 0,-25 0 0,25 0 16,0 0-16,0 0 0,0 0 0,0 25 0,0-25 0,-24 0 16,24 25-16,0-25 0,0 25 0,0-25 0,0 24 15,0-24-15,0 25 0,0 0 0,24-25 0,-24 25 16,0 0-16,0-25 0,0 24 0,25 1 0,-25 0 15,0-25-15,25 25 0,-25-25 0,0 25 0,25-25 0,-25 24 16,25-24-16,-25 25 0,24-25 0,-24 0 0,25 25 0,0-25 16,0 0-16,-25 0 0,25 0 0,-1 0 0,-24 0 15,25 0-15,0 0 0,-25-25 0,25 25 0,0 0 16,-25-25-16,24 25 0,1-24 0,-25 24 0,25-25 15,-25 0-15,25 25 0,-25-25 0,0 0 0,0 1 0,25-1 16,-25 0-16,0 25 0</inkml:trace>
  <inkml:trace contextRef="#ctx0" brushRef="#br0" timeOffset="234134.3917">19348 13395 0,'0'-25'0,"0"25"0,0 0 0,0-25 0,0 25 15,0 0-15,0 0 0,0 0 0,0 0 0,0 0 16,0 0-16,-25 0 0,25 0 0,0 25 0,25-25 0,-25 25 16,0-25-16,0 24 0,0-24 0,0 25 0,0 0 15,0 0-15,0 0 0,0-25 0,0 24 0,0 1 16,0 0-16,24 0 0,-24 0 0,0-25 0,0 24 0,0 1 15,0 0-15,0-25 0,0 25 0,0 0 0,0-25 16,25 24-16,-25-24 0,0 25 0,0-25 0,0 25 0,0-25 16,0 25-16,0-25 0,0 0 0,-25 25 0,25-25 15,0 0-15,0 0 0,0 0 0,0 0 0,-24 0 0,24 0 16,0 0-16,0-25 0,-25 25 0,25 0 0,0-25 15,-25 25-15,25-25 0,0 25 0,0-25 0,0 25 16,-25 0-16,25-24 0,0 24 0,0-25 0,0 25 0,0-25 16,0 25-16,0-25 0,0 25 0,0 0 0,25-25 15,-25 25-15,0 0 0,0-24 0,0 24 0,25 0 16,-25-25-16,0 25 0,25 0 0,-25 0 0,24-25 0,-24 25 15,0 0-15,25 0 0,-25 0 0,0 0 0,25 0 16,-25-25-16,25 25 0,-25 25 0,0-25 0,25 0 0,-25 0 16,0 0-16,24 0 0,-24 25 0,0-25 0,0 0 15,0 25-15,0-25 0,0 0 0,25 24 0,-25-24 0,0 25 16,0-25-16,-25 25 0,25 0 0,0-25 0,0 25 15,25-25-15,-25 24 0,0-24 0,0 25 0,0 0 16,0-25-16,0 0 0,0 25 0,0-25 0,0 25 0,25-25 16,-25 0-16,0 0 0,0 24 0,25-24 0,-25 0 15,0 0-15,0 0 0,25 0 0,-25 0 0,0 0 0,25 0 16,-25-24-16,0 24 0,24 0 0,-24-25 0,0 25 15,0-25-15,25 25 0,-25-25 0,0 25 0,0-25 0,0 1 16,0 24-16,0-25 0,0 0 0,0 25 0,0-25 16,0 0-16,0 25 0,0-24 0,-25 24 0,25 0 15,0-25-15,0 25 0,0 0 0,0-25 0,-24 25 0,24 0 16,0 0-16,0 0 0,0 0 0,-25 0 0,25 0 15,0 0-15,0 0 0,-25 0 0,25 0 0,0 0 16,0 0-16,0 0 0,-25 0 0,25 0 0,0 0 0,0 25 16,0-25-16,-25 0 0,25 0 0,0 0 0,0 0 15,-25 0-15,25 0 0,0 0 0,0-25 0,0 25 0,0 0 16</inkml:trace>
  <inkml:trace contextRef="#ctx0" brushRef="#br0" timeOffset="234331.403">19571 13419 0,'0'-24'0,"25"24"0,-25 0 15,0 0-15,0 0 0,0 0 0,0 0 0,0 0 0,25 24 16,-25-24-16,0 0 0,0 0 0,0 0 0,24 0 16,-24 25-16,0-25 0,0 0 0,0 0 0,25 25 15,-25-25-15,0 25 0,0-25 0,0 0 0,0 25 0,0-25 16,-25 24-16,25-24 0,0 0 0,0 25 0,-24-25 15,24 0-15,-25 25 0,25-25 0,-25 0 0,25 25 0,-25-25 16,0 0-16,0 0 0,1 25 0</inkml:trace>
  <inkml:trace contextRef="#ctx0" brushRef="#br0" timeOffset="235157.4502">20464 13742 0,'0'0'0,"0"0"0,0 0 0,0 0 0,0 0 16,0 0-16,0 0 0,0 0 0,0 0 0,0 0 0,0 0 15,0 0-15,0 0 0,0 0 0,0 0 0,0 0 16,0 0-16,0 0 0,0 0 0,0 0 0,0 0 0,0 0 16,0 0-16,25 0 0,-25 0 0,0 0 0,0 0 15,24 0-15,-24 0 0,25 0 0,-25 0 0,25 0 0,-25 0 16,25 0-16,0 0 0,-25 0 0,24 25 0,1-25 15,0 0-15,0 0 0,0 0 0,0 0 0,-25 0 0,24 0 16,1 0-16,0 0 0,0 0 0,0 24 0,-25-24 16,24 0-16,1 0 0,-25 0 0,25 0 0,-25 25 15,25-25-15,-25 0 0,0 0 0,0 0 0,0 0 0,0 0 16,0 0-16,0 0 0,0 0 0</inkml:trace>
  <inkml:trace contextRef="#ctx0" brushRef="#br0" timeOffset="235410.4647">20464 13940 0,'0'0'0,"0"0"0,0 0 16,-25 0-16,25 0 0,0 0 0,0 0 0,0 0 15,0 0-15,0-25 0,0 25 0,0 0 0,25 0 0,-25 0 16,0 0-16,25 0 0,-25 0 0,24 0 0,-24 0 15,25 0-15,0 0 0,0 0 0,0 0 0,-1 0 0,1 0 16,0 0-16,-25 0 0,25 0 0,0 0 0,0 0 16,-1 0-16,1 0 0,0 0 0,-25 0 0,25 0 15,0 0-15,-25 0 0,24 0 0,-24 0 0,0 0 0,0 0 16,25 0-16,-25 0 0,0 0 0,0 0 0,0 0 15,0 0-15,0 0 0,-25 0 0,25 0 0,0 0 0</inkml:trace>
  <inkml:trace contextRef="#ctx0" brushRef="#br0" timeOffset="236008.4989">20762 13593 0,'0'-25'0,"0"25"0,0 0 16,0 0-16,0 0 0,0 0 0,0 0 0,0 0 15,0 0-15,0 0 0,0 0 0,0 0 0,0 0 0,-25 0 16,25 0-16,0 0 0,0 25 0,25-25 16,-25 0-16,0 25 0,0-25 0,0 25 0,0-25 0,0 24 15,0 1-15,0 0 328</inkml:trace>
  <inkml:trace contextRef="#ctx0" brushRef="#br0" timeOffset="237114.5621">20836 13667 0,'0'0'16,"0"-24"-16,0 24 0,0 0 0,0 0 0,0 0 15,0 0-15,0 0 0,0 0 0,0 0 0,0 0 0,0 0 16,0 0-16,0 0 0,0 0 0,0 0 0,0 0 16,0 0-16,-25 0 0,25-25 0,0 25 0,0 0 0,0 0 15,0 0-15,0 0 0,0 0 0,0 0 0,0 0 16,0 0-16,0 0 0,0 0 0,0 0 0,0 0 15,0 0-15,0 0 0,0 0 0,0 0 0,0 0 0,0 0 16,0 0-16,0 0 0,0 0 0,0 0 0,0 0 16,0 0-16,0 0 0,0 0 0,0 0 0,0 0 0,0 0 15,0 0-15,0 0 0,0 0 0,0 0 0,0 0 16,0 0-16,-25 0 0,25 0 0,0 0 0,0 0 15,0 0-15,0 25 0,-24-25 0,24 24 0,0-24 0,-25 25 16,25-25-16,0 25 0,0 0 0,-25 0 0,25-25 16,0 24-16,0 1 0,-25 0 0,25 0 0,0 0 0,0-1 15,-25 1-15,25-25 0,0 25 0,0 0 0,0 0 16,0-1-16,-25-24 0,25 25 0,0-25 0,0 25 0,0-25 15,0 25-15,0-25 0,0 25 0,0-25 0,0 0 16,0 0-16,0 24 0,0-24 0,0 0 0,0 0 16,0 0-16,0 0 0,0 0 0,0 0 0,0 0 0,25 0 15,-25 0-15,0 0 0,0-24 0,0 24 0,0 0 16,0 0-16,0-25 0,0 25 0,25 0 0,-25 0 15,0-25-15</inkml:trace>
  <inkml:trace contextRef="#ctx0" brushRef="#br0" timeOffset="237872.6055">21853 13717 0,'0'0'0,"0"-25"0,0 25 0,0 0 0,0 0 0,0 0 15,0 0-15,0 0 0,0-25 0,0 25 0,0 0 16,-25 0-16,25 0 0,0 0 0,0 0 0,0-24 15,0 24-15,0 0 0,0 0 0,0 0 0,0 0 0,0 0 16,0 0-16,-25 0 0,25 0 0,0 0 0,0 0 16,-24 0-16,24 0 0,0 0 0,0 0 0,-25 0 15,25 0-15,0 0 0,0 24 0,-25-24 0,25 0 0,0 0 16,0 25-16,-25-25 0,25 0 0,0 0 0,0 25 15,0-25-15,0 25 0,0-25 0,0 25 0,0-25 0,25 24 16,-25-24-16,0 25 0,25 0 0,-25-25 0,25 25 16,-25-25-16,24 25 0,-24-25 0,0 24 0,25 1 0,-25-25 15,25 25-15,-25-25 0,25 0 0,-25 25 0,25-25 16,-25 25-16,0-25 0,0 0 0,24 0 0,-24 0 15,0 0-15,0 0 0,0 0 0,0 24 0,0-24 0,0 0 16,0 0-16,0 0 0,-24 0 0,24 0 0,0 0 16,0 0-16,-25 0 0,25 0 0,0 0 0,-25 0 15,25 0-15,0 0 0,-25 0 0,25-24 0,0 24 0,-25 0 16,25 0-16,0 0 0,-24 0 0,24 0 0,0 0 15,0 0-15,0 0 0,0 0 0,0 0 0,0 0 0,0 0 16,0 0-16,0-25 0,0 25 0,0 0 0,0 0 16,24 0-16,-24 0 0,0-25 0,25 25 0,-25 0 15,25 0-15,-25-25 0,25 25 0,-25 0 0</inkml:trace>
  <inkml:trace contextRef="#ctx0" brushRef="#br0" timeOffset="238483.6404">22225 13841 0,'0'0'0,"0"0"0,0-25 0,0 25 16,-25 0-16,25 0 0,0 0 0,0-25 0,0 25 0,0 0 15,0 0-15,-25 0 0,25-24 0,0 24 0,0 0 16,0 0-16,0 0 0,-24 0 0,24 0 0,0 0 16,0 0-16,0 0 0,-25 0 0,25 0 0,0 0 0,0 0 15,-25 0-15,25 0 0,0 0 0,0 0 0,0 0 16,-25 24-16,25-24 0,0 0 0,0 25 0,0-25 15,0 0-15,0 25 0,0-25 0,0 25 0,0-25 0,0 25 16,0-1-16,0-24 0,0 25 0,0-25 0,25 25 16,-25-25-16,0 25 0,0-25 0,25 25 0,-25-25 15,0 0-15,0 24 0,25-24 0,-25 0 0,0 25 0,0-25 16,0 0-16,24 0 0,-24 0 0,0 0 0,0 0 0,0 0 15,0 0-15,0-25 0,0 25 0,0 0 0,25 0 16,-25-24-16,0 24 0,0 0 0,0-25 0,0 25 16,0 0 296</inkml:trace>
  <inkml:trace contextRef="#ctx0" brushRef="#br0" timeOffset="238768.6567">22572 13444 0,'0'-25'0,"0"25"0,0 0 0,0 0 0,0 0 0,0-24 0,0 24 0,0 0 0,0 24 0,0-24 0,0 0 0,0 0 0,0 0 0,0 25 0,0-25 0,0 25 0,0-25 0,0 25 0,0-25 0,-25 25 0,25-25 0,0 24 0,0 1 0,0-25 16,0 25-16,0-25 0,0 25 0,-24 0 0,24-25 15,0 24-15,0-24 0,0 0 0,0 25 0</inkml:trace>
  <inkml:trace contextRef="#ctx0" brushRef="#br0" timeOffset="239883.7205">22027 13543 0,'0'0'0,"0"0"0,0 0 0,0 0 0,0 0 0,0 0 16,0 0-16,0 0 0,0 0 0,0 0 406</inkml:trace>
  <inkml:trace contextRef="#ctx0" brushRef="#br0" timeOffset="240953.7817">22027 13618 0,'0'0'0,"0"0"0,0 0 0,0 0 0,0 0 0,0 0 0,0 0 0,0 0 0,0 0 0,0 0 0,0 0 0,0-25 16,0 25-16,0 0 0,0 0 0,0 0 0,24 0 0,-24 0 0,0 0 0,0 0 0,0 0 0,0 0 0,0 0 0,25 0 0,-25 0 0,0 0 0,0-25 0</inkml:trace>
  <inkml:trace contextRef="#ctx0" brushRef="#br0" timeOffset="242283.8578">22076 13593 0,'0'0'0,"0"0"0,0 0 0,0 0 16,0 0-16,0 0 0,0 0 0,0 0 0,0 0 16,0 0-16,0 0 0,0 0 0,0 0 0,0 0 15,0 0-15,0 0 0,0 0 0,0 0 0,0 0 0,0 0 16,0 0-16,0 0 0,0 0 0,0 0 0,0 0 15,0 0-15,0 0 0,0 0 0,0 0 0,0 0 0,0 0 16,0 0-16,0 0 0,0 0 0,0 0 0,0 0 16,0 0-16,0 0 0,0 0 0,0 0 0,0 0 15,0 0-15,0 0 0,0 0 0,0 0 0,25 0 0,-25 0 16,0 0-16,0 0 0,0 0 0,0-25 0,0 25 15,25 0-15,-25 0 0,0 0 0,0 0 0,25 0 0,-25 0 16,0 0-16,0 0 0,24-25 0,-24 25 0,0 0 16,0 0-16,25 0 0,-25-24 0,0 24 0,0 0 15,25 0-15,-25 0 0,0-25 312</inkml:trace>
  <inkml:trace contextRef="#ctx0" brushRef="#br0" timeOffset="245025.0146">22275 13568 0,'0'0'0,"0"0"0,0 0 16,0 0-16,0 0 0,0 0 0,0 0 0,0 0 16,0 0-16,0 0 0,0 0 0,0 0 0,0 0 0,0 0 15,0 0-15,0 0 0,0 0 0,0 0 0,0 0 16,0 0-16,0 0 0,0 0 0,0 0 0,0 0 0,0 0 15,0 0-15,0 0 0,0 0 0,0 0 0,0 0 16,0 0-16,0 0 0,0-25 0,0 25 0,0 0 0,0 0 16,0 0-16,0 0 0,0 0 0,0 0 15,0 0-15,0 0 0,0 0 0,0 0 0,0 0 0,0 0 16,0 0-16,0 0 0,0 0 0,0 0 0,0 0 0,0 0 15,0 0-15,0 0 0,0 0 0,0 0 0,0 0 16,0 0-16,0 0 0,0 0 0,0 0 0,0-24 0,0 24 16,0 0-16,0 0 0,0 0 0,-25 0 0,25 0 15,0 0-15,0 0 0,0 0 0,0 0 0,0 0 16,0 0-16,0 0 0,0 0 0,0 0 0,0 0 15,0 0-15,0 0 0,0 0 0,0 0 0,0 0 0,0 0 16,0 0-16,0 0 0,0 0 0,0 0 0,0 0 16,0 0-16,0 0 0,0 0 0,0 0 0,0 0 0,0 0 15,0 0-15,0 0 0,0 0 0,0 0 0,0 0 16,0 0-16,0 0 0,25 24 0,-25-24 0,0 0 0,0 0 15,0 0-15,0 25 0,24-25 0,-24 0 0,0 0 16,0 25-16,25-25 0,-25 0 0,0 25 0,25-25 16,-25 0-16,0 25 0,0-25 0,25 0 0,-25 24 0,0-24 15,25 0-15,-25 0 0,0 25 0,0-25 0,0 0 0,24 0 16,-24 0-16,0 25 0,0-25 0,0 0 0,0 0 15,0 0-15,0 25 0,25-25 0,-25 0 0,0 0 16,0 0-16,0 0 0,0 0 0,0 0 0,0 0 0,0 0 16,0 0-16,0 0 0,0 0 0,0-25 0,-25 25 15,25 0-15,0 0 0,0 0 0,0-25 0,0 25 16,0 0-16</inkml:trace>
  <inkml:trace contextRef="#ctx0" brushRef="#br0" timeOffset="246307.0879">23440 13767 0,'0'0'0,"0"0"0,0 0 0,0 0 0,0 0 16,0-25-16,0 25 0,0 0 0,0 0 0,-24 0 15,24-25-15,0 25 0,0 0 0,0 0 0,0 0 0,0 0 16,0-25-16,0 25 0,0 0 0,0 0 0,0 0 0,0-25 16,0 25-16,0 0 0,-25 0 0,25 0 0,0-24 15,0 24-15,0 0 0,0 0 0,0 0 0,-25 0 16,25 0-16,0 0 0,0 0 0,0 0 0,-25-25 0,25 25 15,0 0-15,0 0 0,-25 0 0,25 0 0,0 0 16,0 0-16,0 0 0,-24 0 0,24 0 0,0 25 0,0-25 16,0 0-16,0 0 0,0 0 0,0 0 0,0 24 15,0-24-15,0 25 0,0-25 0,0 0 0,0 25 16,0-25-16,0 25 0,0 0 0,0-25 0,0 24 0,0-24 15,24 25-15,-24-25 0,0 25 0,0-25 0,0 25 16,25-25-16,-25 25 0,0-25 0,25 24 0,-25-24 0,0 0 16,0 0-16,25 25 0,-25-25 0,0 0 0,25 0 15,-25 0-15,0 25 0,24-25 0,-24 0 0,0 0 16,25 0-16,-25-25 0,0 25 0,25 0 0,-25 0 0,25 0 15,-25 0-15,25-25 0,-25 25 0,24 0 0,-24-24 16,25 24-16,-25-25 0</inkml:trace>
  <inkml:trace contextRef="#ctx0" brushRef="#br0" timeOffset="246954.1249">23614 13742 0,'-25'0'0,"25"0"0,0 0 0,0 0 16,0 0-16,0 0 0,0 0 0,0 0 0,0 0 15,0 0-15,0 0 0,0 0 0,0 0 0,0 0 16,0 0-16,25-25 0,-25 25 0,0 0 0,0 0 0,25-25 15,-25 25-15,0 0 0,25 0 0,-25-25 0,0 25 16,24-24-16,-24 24 0,0 0 0,25-25 0,-25 25 0,25-25 16,-25 25-16,0-25 0,0 25 0,25 0 0,-25-25 15,0 25-15,0-24 0,25 24 0,-25-25 0,0 25 0,0-25 16,0 25-16,0 0 0,0-25 0,0 25 0,0-25 15,0 25-15,0 0 0,0-24 0,0 24 0,0 0 16,-25-25-16,25 25 0,0 0 0,0 0 0,0 0 0,-25-25 16,25 25-16,0 0 0,-25 0 0,25 0 0,0 0 15,0 0-15,-25 0 0,25-25 0,0 25 0,0 0 0,-24 0 16,24 0-16,0 0 0,0 25 0,0-25 0,0 0 15,-25 0-15,25 0 0,0 0 0,0 25 0,0-25 16,0 0-16,0 25 0,0-25 0,0 24 0,0-24 0,0 25 16,0 0-16,0-25 0,0 25 0,0 0 0,0-1 15,0-24-15,0 25 0,0 0 0,0-25 0,0 25 0,0 0 16,25-1-16,-25-24 0,0 25 0,0 0 0,0-25 15,-25 25-15,25 0 0,0-25 0,0 24 0,0-24 16,0 25-16,0-25 0,0 25 0,0-25 0,0 0 0,0 25 16,0-25-16,0 0 0,0 0 0,0 0 0,0 25 15,0-25-15,0 0 0,0 0 0,0 0 0,0 0 0,0 0 16,0 0-16,0-25 0,0 25 0,0 0 0,0 0 15,25 0-15,-25 0 0,0-25 0,0 25 0,24 0 0,-24-25 16,0 25-16,25-25 0,-25 25 0,25 0 0,-25-24 16,0 24-16,25 0 0,-25 0 0,0-25 0,0 25 15,0 0-15,25 0 0,-25 0 0,0 0 0,0 0 0,0 0 16,0 0-16,0 0 0,0 0 0,0 0 0,0 0 15,0 25-15,0-25 0,24 0 0,-24 24 0,0-24 16,0 25-16,0-25 0,0 0 0,0 25 0,0-25 0,0 25 16,0-25-16,0 0 0,0 25 0,0-25 0,0 0 15,0 24-15,0-24 0,0 0 0,0 25 0,0-25 0,0 0 16,25 0-16,-25 0 0,0 25 0,0-25 0,0 0 15,0 0-15,0 0 0,0 0 0,0 0 0,25 0 0,-25 0 16,0 0-16,0 0 0,25 0 0,-25 0 0,0 0 16,25-25-16,-25 25 0,0 0 0,25-25 0</inkml:trace>
  <inkml:trace contextRef="#ctx0" brushRef="#br0" timeOffset="247893.1786">24085 13742 0,'0'-25'0,"0"25"0,0 0 0,0 0 16,0-25-16,0 25 0,0 0 0,0 0 0,0 0 0,0 0 15,0 0-15,0 0 0,0 0 0,0 0 0,0 0 16,0 0-16,0 0 0,0 0 0,0 0 0,0 0 15,0 0-15,-24 0 0,24 0 0,0 0 0,0 25 0,0-25 16,0 0-16,0 25 0,0-25 0,0 25 0,0-25 16,0 24-16,0-24 0,0 25 0,0-25 0,0 25 15,0-25-15,0 25 0,0-25 0,0 25 0,0-25 0,0 24 16,0-24-16,24 25 0,-24-25 0,0 0 0,0 25 15,25-25-15,-25 0 0,0 0 0,25 25 0,-25-25 0,25 0 16,-25 0-16,0 0 0,25 0 0,-25 0 0,24 0 16,-24 0-16,25 0 0,-25 0 0,0-25 0,25 25 0,-25 0 15,25 0-15,-25-25 0,0 25 0,25 0 0,-25-25 16,0 25-16,24 0 0,-24-24 0,0 24 0,0-25 15,0 25-15,0-25 0,0 25 0,0-25 0,0 25 0,0 0 16,0-25-16,0 25 0,0-24 0,0 24 0,0 0 16,0-25-16,0 25 0,-24 0 0,24-25 0,0 25 15,0 0-15,0 0 0,0 0 0,-25 0 0,25 0 0,0 0 16,0-25-16,0 25 0,0 25 0,0-25 0,0 0 15,0 0-15,-25 0 0,25 0 0,0 0 0,0 25 0,0-25 16,0 0-16,0 25 0,0-25 0,0 0 0,0 24 16,0-24-16,0 25 0,0-25 0,0 25 0,0-25 15,0 25-15,0-25 0,0 25 0,0-25 0,0 24 0,0-24 16,25 0-16,-25 25 0,0-25 0,0 25 0,25-25 15,-25 0-15,0 0 0,24 25 0,-24-25 0,0 0 0,25 0 16,-25 0-16,0 0 0,25 25 0,-25-25 0,25 0 0,-25 0 16,0 0-16,25 0 0,-25-25 0,24 25 0,-24 0 15,25 0-15,-25 0 0,25-25 0,-25 25 0,0 0 16,25-25-16,-25 25 0,25 0 0,-25-25 0,0 25 0,24-24 15,-24 24-15,0-25 0,0 25 0,0-25 0,0 25 16,0-25-16,25 25 0,-25-25 0,0 25 0,0-24 16,-25 24-16,25 0 0,0-25 0,0 25 0,0 0 0,0-25 15,0 25-15,0 0 0,0 0 0,0 0 0,0-25 16,0 25-16,0 0 0,0 0 0,0 0 0,0 0 15,0 0-15,-24 0 0,24 25 0,0-25 0,0 0 0,0 0 16,0 25-16,0-25 0,0 25 0,0-25 0,0 24 0,0-24 16,0 25-16,24-25 0,-24 25 0,0-25 0,0 25 15,0-25-15,0 25 0,0-25 0,0 24 0,0-24 16,0 25-16,0-25 0,0 0 0,0 25 0,0-25 15,0 25-15,0-25 0,25 0 0,-25 0 0,0 25 0,0-25 16,0 0-16,25 0 0,-25 0 0,0 0 0,0 0 0,25 0 16,-25 0-16,25 0 0,-25 0 0,0 0 0,24-25 15,-24 25-15,25 0 0,-25 0 0,25-25 0,-25 25 0,25 0 16,-25-25-16,0 25 0,25-25 0,-25 25 15,0-24-15,24 24 0,-24-25 0,0 25 0,0 0 0,25-25 16,-25 25-16,0-25 0,0 25 0,0 0 0,0-25 0,0 25 16,0 0-16,0 0 0,0-24 0,0 24 0,0 0 15,0 0-15,0 0 0,0 0 0,0 0 0,0 0 16,0 0-16,0 0 0,0 0 0,0 0 0,0 0 0,0 24 15,0-24-15,0 0 0,-25 25 0,25-25 0,0 25 16,0-25-16,0 25 0,0-25 0,0 25 0,0-1 0,0-24 16,0 25-16,0-25 0,0 25 0,0-25 0,0 25 15,0-25-15,0 25 0,0-25 0,0 0 0,25 24 0,-25-24 16,0 0-16,0 25 0,25-25 0,-25 0 0,0 0 15,0 0-15,25 0 0,-25 0 0,0 0 0,25 0 16,-25 0-16,0 0 0,0-25 0,25 25 0,-25 0 0,0 0 16,0-24-16,0 24 0,0-25 0,0 25 0,0-25 15</inkml:trace>
  <inkml:trace contextRef="#ctx0" brushRef="#br0" timeOffset="248175.1948">24433 13593 0,'0'-25'0,"0"25"0,-25 0 0,25 0 16,0-25-16,0 25 0,0 0 0,0 0 0,0-24 15,0 24-15,0 0 0,25-25 0,-25 25 0,0-25 0,0 25 16,0 0-16,24-25 0,-24 25 0,0 0 0,0 0 15,25-25-15,-25 25 0,0 0 0,0 0 0,0 0 0,25 0 16,-25 0-16,0 0 0,0 0 0,0 0 0,25 0 16,-25 0-16,0 0 0,0 0 0,0 0 0,25 0 15,-25 0-15,0 0 0,0 25 0,24-25 0,-24 0 0,0 0 16,0 0-16,0 0 0,25 0 0,-25 25 0,0-25 15,0 0-15,25 0 0,-25 0 0,0 0 0,0 0 16,0 0-16</inkml:trace>
  <inkml:trace contextRef="#ctx0" brushRef="#br0" timeOffset="248354.205">24730 13345 0,'25'0'0,"-25"0"0,0 0 0,0 0 16,25 0-16,-25 0 0,25 0 0,-25 0 0,24 0 15,-24-25-15,25 25 0,0 0 0,0 25 0,-25-25 16,25 0-16,0 0 0,-1 0 0,1 0 0,-25 0 0,25 0 16,0 0-16,-25 0 0,0 0 0</inkml:trace>
  <inkml:trace contextRef="#ctx0" brushRef="#br0" timeOffset="248557.2166">24135 13320 0,'0'0'0,"-25"0"0,25 0 0,0 0 16,0 0-16,0 0 0,0 0 0,0 0 0,0 0 15,0 0-15,0 0 0,25 0 0,-25 0 0,0 0 16,25 0-16,-25 0 0,0 0 0,25 0 0,-25 0 0,0 0 15,24 0-15,-24 0 0,0 0 0</inkml:trace>
  <inkml:trace contextRef="#ctx0" brushRef="#br0" timeOffset="249518.2716">25722 13643 0,'0'0'0,"0"0"0,-24 0 15,24-25-15,0 25 0,-25 0 0,25 0 0,-25 0 0,25 0 16,0 0-16,-25 0 0,25 0 0,0 0 0,-25 0 16,25 0-16,0 0 0,0 0 0,-24 0 0,24 0 0,0 25 15,0-25 48,0 0-63,0 24 0,-25-24 0,25 25 0,0-25 0,0 25 0,0-25 0,0 25 0,0 0 0,0-25 0,25 24 0,-25-24 0,0 25 0,0-25 0,0 25 0,24 0 0,-24-25 0,0 25 0,25-25 0,-25 0 0,0 24 0,25-24 0,-25 25 0,25-25 0,-25 0 0,0 0 15,25 25-15,-25-25 0,24 0 0,-24 0 0,25 0 16,-25 0-16,25 0 0,-25 0 0,25 0 0,0 0 0,-25 0 15,24 0-15,-24-25 0,0 25 0,25 0 0,-25-25 16,25 25-16,-25 0 0,0-24 0,25 24 0,-25 0 0,0-25 16,25 25-16,-25-25 0,0 25 0,0-25 0,0 25 15,0-25-15,0 25 0,25-24 0,-25 24 0,-25-25 16,25 25-16,0-25 0,0 25 0,0 0 0,0-25 15,0 25-15,0 0 0,0-25 0,0 25 0,0 0 0,0 0 16,0 0-16,0 0 0,-25 0 0,25 0 0,0 0 0,0 0 16,0 0-16,0 0 0,0 0 0,0 0 0,0 0 15,0 0-15,0 0 0,0 25 0,0-25 0,0 0 16,0 25-16,0-25 0,0 25 0,-25-25 0,25 25 0,0-1 15,0-24-15,0 25 0,0 0 0,0-25 0,0 25 16,0 0-16,0-25 0,0 24 0,0-24 0,0 25 0,0-25 16,0 25-16,25-25 0,-25 25 0,0-25 0,0 0 15,25 25-15,-25-25 0,25 0 0,-25 0 0,24 0 16,-24 0-16,25 0 0,-25 0 0,25 0 0,-25 0 0,25-25 15,-25 25-15,25 0 0,-25 0 0,24-25 0,-24 25 16,25 0-16,-25-25 0,0 25 0,0-25 0,25 25 0,-25-24 16,0 24-16,0-25 0,0 25 0,0-25 0,0 25 15,0-25-15,0 25 0,0-25 0,0 25 0,0-24 16,0 24-16,0-25 0,0 25 0,0 0 0,0-25 0,0 25 15,0 0-15,0 0 0,0-25 0,0 25 0,-25 0 16,25 0-16,0 0 0,0 0 0,25 0 0,-25 0 0,0 0 16,0 25-16,0-25 0,0 0 0,-25 25 0,25-25 15,0 0-15,0 25 0,0-25 0,0 24 0,0-24 0,0 25 16,0-25-16,0 25 0,25-25 0,-25 25 15,0-25-15,0 25 0,0-25 0,0 24 0,0-24 0,0 0 16,25 25-16,-25-25 31,0 0-31,0 25 0,0-25 0,0 0 0,25 0 0,-25 0 0,0 25 0,24-25 0,-24 0 0,0 0 0,25 0 0,-25 0 0,25 0 0,-25 0 0,25 0 16,-25 0-16,25-25 0,-25 25 0,24 0 0</inkml:trace>
  <inkml:trace contextRef="#ctx0" brushRef="#br0" timeOffset="249879.2922">26516 13841 0,'0'0'0,"0"0"0,0-25 16,0 25-16,0 0 0,0 0 0,0-25 0,0 25 0,0 0 15,0 0-15,-25 0 0,25-24 0,0 24 0,0 0 16,0 0-16,-24 0 0,24 0 0,0 0 0,0-25 0,0 25 16,0 0-16,-25 0 0,25 0 0,0 0 0,0 0 15,0 0-15,-25 25 0,25-25 0,0 0 0,0 0 0,-25 24 16,25-24-16,0 25 0,0-25 0,0 25 0,-25-25 15,25 25-15,0-25 0,0 25 0,0-1 0,0-24 0,0 25 16,0-25-16,0 25 0,0-25 0,0 0 0,0 25 16,0-25-16,0 0 0,0 0 0,0 25 0,25-25 15,-25 0-15,0 0 0,0 0 0,25 0 0,-25 0 0,0 0 16,25 0-16,-25 0 0,25 0 0,-25 0 0,24-25 15,-24 25-15,0 0 0,25-25 0,-25 25 0,25 0 16,-25-25-16,0 25 0,25 0 0,-25-25 0,0 25 0,25-24 16,-25 24-16,0 0 0,0-25 0,0 25 0,0 0 15,0 0-15,0 0 0,0 0 0,0 0 0,0 0 0,0 0 16,0 0-16,0 0 0,0 25 0,0-25 0,0 0 15,0 24-15,0-24 0,0 25 0,0-25 0,0 0 0,0 25 16,0-25-16,0 25 0,0-25 0,0 0 0,0 25 16,0-25-16,0 0 0,0 0 0,0 24 0,0-24 15,0 0-15,0 0 0,0 0 0,0 0 0,0 0 0,0 0 16,0 0-16,0-24 0,-25 24 0,25 0 0,0 0 15,0-25-15,0 25 0</inkml:trace>
  <inkml:trace contextRef="#ctx0" brushRef="#br0" timeOffset="250117.3059">26491 13271 0,'0'0'0,"25"0"0,-25-25 0,0 25 0,0 0 0,25 0 16,-25 0-16,0 0 0,0 0 0,25 0 0,-25 0 15,0 0-15,25 0 0,-25 0 0,0 0 0,24 25 16,-24-25-16,0 0 0,25 0 0,-25 24 0,0-24 0,0 25 16,25-25-16,-25 0 0,0 25 0,0-25 0,0 0 15,-25 25-15,25-25 0,0 25 0,-25-25 0,25 0 16,-24 24-16,-1-24 0,25 25 0,-25-25 0,0 0 0,0 0 15,1 25-15,-1-25 0,0 0 0</inkml:trace>
  <inkml:trace contextRef="#ctx0" brushRef="#br0" timeOffset="250724.3406">27632 13568 0,'0'-25'0,"0"25"0,0 0 0,0 0 16,0 0-16,0 0 0,0 0 0,0 0 15,0 0-15,0 0 0,0 0 0,0 0 0,0 0 0,0 0 16,0 0-16,0 0 0,0 0 0,0 0 0,0 0 15,0 25-15,0-25 0,0 0 0,0 25 0,0-25 0,0 25 16,0-25-16,0 25 0,0-1 0,25 1 0,-25-25 16,0 25-16,0 0 0,0 0 0,0-1 0,0-24 0,0 25 15,0 0-15,0 0 0,0-25 0,0 25 0,0-1 16,-25-24-16,25 25 0,0 0 0,0-25 0,0 25 15,0-25-15,0 0 0,0 25 0,0-25 0,0 0 0,0 24 16,0-24-16,-24 0 0,24 0 0,0 0 0,0 0 0,0 25 16,0-25-16,0 0 0,0-25 0,0 25 0,0 0 15,0 0-15,0 0 0,0 0 0,0-24 0,0 24 16,24 0-16,-24-25 0,0 25 0</inkml:trace>
  <inkml:trace contextRef="#ctx0" brushRef="#br0" timeOffset="251047.3589">28004 13618 0,'0'0'0,"0"0"0,0 0 0,0-25 0,0 25 0,0 0 16,0 0-16,0 0 0,0-25 0,0 25 0,0 0 15,-24 0-15,24 0 0,0 0 0,0-25 0,0 25 16,-25 0-16,25 0 0,0 0 0,0 0 0,-25 0 0,25 0 15,0 0-15,-25 0 0,25 25 0,-25-25 0,25 0 16,0 0-16,-24 0 0,24 25 0,0-25 0,-25 0 16,25 0-16,0 25 0,-25-25 0,25 25 0,0-25 0,0 24 15,-25-24-15,25 25 0,0-25 0,0 25 0,0-25 16,-25 25-16,25 0 0,0-25 0,0 24 0,0-24 15,25 25-15,-25-25 0,0 25 0,0-25 0,25 0 0,-25 25 16,0-25-16,25 0 0,-25 25 0,25-25 0,-1 0 16,-24 0-16,25 0 0,0 24 0,0-24 0,-25 0 0,25 0 15,-1 0-15,1 0 0,0 0 0,-25 0 0,25 0 16,0 0-16,-25 0 0,25 0 0,-25 0 0,24 0 0,1 0 15,-25 0-15</inkml:trace>
  <inkml:trace contextRef="#ctx0" brushRef="#br0" timeOffset="251572.3889">28525 13593 0,'0'0'0,"0"0"0,-24-25 0,24 25 16,0-25-16,0 25 0,0 0 0,0-24 0,-25 24 0,25 0 15,0 0-15,0-25 0,-25 25 0,25 0 0,0 0 16,-25 0-16,25 0 0,0-25 0,-25 25 0,25 0 16,0 0-16,-24 0 0,24 0 0,-25 0 0,25 0 0,0 0 15,-25 0-15,25 0 0,0 0 0,-25 0 0,25 25 0,-25-25 16,25 0-16,0 0 0,-24 25 0,24-25 0,0 24 15,-25-24-15,25 25 0,0-25 0,-25 25 0,25 0 16,0 0-16,0-1 0,0 1 0,0-25 0,0 25 0,0 0 16,0 0-16,0-1 0,25 1 0,-25-25 0,0 25 15,0 0-15,0-25 0,25 25 0,-25-1 0,0-24 0,24 0 16,-24 25-16,0-25 0,0 0 0,25 25 0,-25-25 15,0 0-15,25 0 0,-25 0 0,0 0 0,25 0 16,-25 0-16,0 0 0,25-25 0,-25 25 0,0 0 16,24 0-16,-24-25 0,25 25 0,-25-24 0,0 24 0,0 0 15,25-25-15,-25 0 0,0 25 0,0-25 0,0 25 0,0-25 16,0 25-16,0 0 0,25-24 0,-25 24 0,0 0 15,0-25-15,0 25 0,0 0 0,0 0 0,0 0 16,0 0-16,0 0 0,0 0 0,0 0 0,0 0 0,0 25 16,0-25-16,0 24 0,0-24 0,0 0 0,0 25 15,0-25-15,0 25 0,0-25 0,0 25 0,0-25 0,0 25 16,0-25-16,0 24 0,0-24 0,0 0 0,0 25 15,0-25-15,0 0 0,0 25 0,0-25 0,0 0 0,0 0 16,0 0-16,0 0 0,0 0 0,0 0 0,0 0 16,0 0-16,0 0 0,0 0 0,0 0 0,0 0 15,0-25-15,0 25 0,-25 0 0,25-25 0,0 25 0</inkml:trace>
  <inkml:trace contextRef="#ctx0" brushRef="#br0" timeOffset="251740.3987">28352 13742 0,'0'0'16,"0"-25"-16,0 25 0,0 0 0,0 0 0,0 0 0,0 0 15,0 0-15,0 0 0,0 0 0,25 0 0,-25 25 0,24-25 16,-24 0-16,25 0 0,-25 0 0,25 0 0,0 0 15,0 0-15,-25 0 0,24 0 0,1 25 0,0-25 0,-25 0 16,25 0-16,0 0 0,-1 0 0,-24 0 0,25 0 16,-25 0-16,25 0 0,-25-25 0,25 25 0,-25 0 15,25 0-15,-25-25 0,24 25 0</inkml:trace>
  <inkml:trace contextRef="#ctx0" brushRef="#br0" timeOffset="252091.4188">28873 13543 0,'0'0'0,"0"0"0,0-24 16,0 24-16,0 0 0,0 0 0,0 0 0,0 0 15,0 0-15,0 0 0,0 0 0,0 0 0,0 24 0,0-24 16,24 0-16,-24 0 0,0 0 0,0 25 16,0-25-16,0 0 0,0 25 0,0-25 0,0 25 0,0 0 15,0-25-15,25 24 0,-25 1 0,0-25 0,0 25 0,0 0 16,0 0-16,0-25 0,0 24 0,0 1 0,0 0 15,0-25-15,25 25 0,-25 0 0,0-25 0,0 24 0,0-24 16,0 0-16,0 25 0,25-25 0,-25 0 0,0 25 16,0-25-16,0 0 0,0 0 0,25 0 0,-25 0 0,0 0 15,0-25-15,0 25 0,24 0 0,-24 0 0,0-25 16,0 25-16,25-24 0,-25 24 0,0-25 0,0 0 15,25 25-15,-25-25 0,0 0 0,0 1 0,0 24 0,25-25 16,-25 0-16,0 0 0,0 25 0,0-25 0,0 25 16,0-24-16,0 24 0,25 0 0,-25 0 0,0-25 15,0 25-15,0 0 0,0 0 0,0 0 0,0 0 0,0 0 16,0 0-16,0 0 0,0 0 0,0 0 0,0 0 15,0 0-15,0 0 0,0 0 0,0 0 0,0 0 0,0 0 16,0 0-16,0 0 0,0 0 0,0 0 0,0 0 16,0 0-16</inkml:trace>
  <inkml:trace contextRef="#ctx0" brushRef="#br0" timeOffset="252375.435">29518 13543 0,'0'0'0,"0"0"16,0 0-16,0 0 0,0 0 0,0-24 0,0 24 15,0 0-15,0 0 0,0 0 0,0 0 0,0 0 0,0 0 16,0 0-16,0 0 0,0 0 0,0 0 0,0 24 16,0-24-16,-25 0 0,25 25 0,0-25 0,0 25 0,0 0 15,0-25-15,0 25 0,0-1 0,0-24 0,0 25 16,0 0-16,25 0 0,-25-25 0,0 25 0,0-1 15,0 1-15,0-25 0,0 25 0,0 0 0,0-25 0,0 25 16,0-25-16,0 24 0,-25-24 0,25 0 0,0 25 16,0-25-16,0 0 0,0 0 0,0 0 0,0 0 0,0 0 15,0 0-15,0 0 0,0 0 0,0 0 0,0 0 16,-25-25-16,25 25 0,0-24 0,0 24 0,0-25 15,-25 0-15,25 0 0</inkml:trace>
  <inkml:trace contextRef="#ctx0" brushRef="#br0" timeOffset="252539.4444">29319 13494 0,'0'0'0,"-25"0"0,25 0 16,0 0-16,0 0 0,0 0 0,0 0 0,0 0 15,25 0-15,-25 0 0,0 0 0,25 0 0,-25 0 0,25 0 16,-25 25-16,25-25 0,-1 0 0,1 0 0,0 0 16,0 0-16,24 24 0,-24-24 0,0 0 0,0 0 15,24 0-15,-24 0 0,0 0 0,0 0 0,0 0 0,-1 0 16,1 0-16,0 0 0,-25 25 0</inkml:trace>
  <inkml:trace contextRef="#ctx0" brushRef="#br0" timeOffset="255814.6317">3522 15106 0,'0'0'0,"0"0"16,0 0-16,0 0 0,0 0 0,0 0 0,0 0 15,0 0-15,0 0 0,0 0 0,0 0 0,0-25 0,0 25 16,0 0-16,0 0 0,0 0 0,0 0 0,0 0 15,0 0-15,0 0 0,0 0 0,0 0 0,0 0 0,0 0 16,0 0-16,0 0 0,0 0 0,0 0 0,0 0 16,0 0-16,0 0 0,0 0 0,0 0 0,0 0 15,0 0-15,0 0 0,0 0 0,0 0 0,0 0 0,0 0 16,0 0-16,0 0 0,0 0 0,0 0 0,0 0 15,0 0-15,0 0 0,0 0 0,0 0 0,0 0 16,0 0-16,0 25 0,0-25 0,0 0 0,0 0 0,0 0 16,0 0-16,0 0 0,0 0 0,0 25 0,0-25 15,0 0-15,0 0 0,0 25 0,0-25 0,0 0 0,0 24 16,0-24-16,0 25 0,0-25 0,0 25 0,0-25 15,0 0-15,25 25 0,-25-25 0,0 25 0,0-25 0,0 0 16,0 24-16,0-24 0,0 0 0,0 25 0,0-25 16,0 0-16,0 25 0,0-25 0,0 0 0,0 0 15,0 0-15,0 0 0,0 25 0,0-25 0,0 0 0,0 0 16,0 0-16,0 0 0,0 0 0,0 0 0,0 0 15,0 0-15,0 0 0,0 0 0,0 0 0,0 0 0,0 0 16,0 0-16,0 0 0,0 0 0,0 0 0,0 0 16,0 0-16,0-25 0,25 25 0,-25 0 0,0 0 15,0 0-15,0-25 0,0 25 0,0 0 0,0 0 0,0-25 16,0 25-16,0-24 0,0 24 0,0 0 0,0-25 15,0 25-15,25-25 0,-25 25 0,0 0 0,0-25 0,0 25 16,24-25-16,-24 25 0,0 0 0,0-24 0,25 24 16,-25 0-16,0-25 0,0 25 0,25 0 0,-25 0 15,0 0-15,0 0 0,0 0 0,0 0 0,25 0 0,-25 0 16,0 0-16,0 0 0,0 0 0,0 0 0,25 0 15,-25 0-15,0 25 0,0-25 0,0 0 0,0 24 0,0-24 16,0 0-16,0 25 0,25-25 0,-25 0 0,0 25 16,0-25-16,0 25 0,0-25 0,0 25 0,0-1 0,0-24 15,24 25-15,-24-25 0,0 25 0,0-25 0,0 25 16,0-25-16,0 25 0,0-25 0,0 0 0,0 25 15,0-25-15,25 24 0,-25-24 0,0 0 0,0 25 0,0-25 16,0 0-16,0 0 0,0 0 0,25 25 0,-25-25 16,0 0-16,0 0 0,0 0 0,0 0 0,25 0 15,-25 0-15,0 0 0,0 0 0,0 0 0,0 0 0,25 0 16,-25 0-16,0-25 0,0 25 0,24 0 0,-24 0 15,0 0-15,0-25 0,25 25 0,-25 0 0,0-24 0,0 24 16,0 0-16,25-25 0,-25 25 0,0 0 0,0-25 16,0 25-16,0 0 0,25-25 0,-25 25 0,0 0 0,0 0 15,0-25-15,0 25 0,0 0 0,0-25 0,0 25 16,0 0-16,-25 0 0,25-24 0,0 24 0,0 0 15,0 0-15,0-25 0,0 25 0,0 0 0,0 0 0,-25 0 16,25 0-16,0-25 0,0 25 0,0 0 0,0 0 16,0 0-16,-25 0 0,25 0 0,0 0 0,0 0 15,0 0-15,0 0 0,0 0 0,0 0 0,0 0 0,0 0 16,-24 0-16,24 0 0,0 25 0,0-25 0,0 0 15,0 25-15,0-25 0,0 0 0,0 24 0,0-24 0,0 25 16,0-25-16,0 25 0,0-25 0,0 25 0,24-25 16,-24 25-16,0-25 0,0 0 0,0 25 0,0-25 0,25 0 15,-25 24-15,0-24 0,0 0 0,25 0 0,-25 25 16,0-25-16,0 0 0,25 0 0,-25 0 0,0 0 15,0 0-15,25 0 0,-25 0 0,0 0 0,0 0 0,24 0 16,-24 0-16,0 0 0,0 0 0,25 0 0,-25-25 16,0 25-16,0 0 0,25 0 0,-25-24 0,0 24 0,0 0 15,25 0-15,-25-25 0,0 25 0,0-25 0,0 25 16,0 0-16,0-25 0,0 25 0,0 0 0,0-25 15,0 25-15,0 0 0,0-25 0,0 25 0,0 0 0,0-24 16,0 24-16,0 0 0,0 0 0,0 0 0,0-25 16,0 25-16,0 0 0,0 0 0,0 0 0,0 0 0,0 0 15,0 0-15,0 0 0,0 0 0,0 0 0,0 0 16,0 0-16,0 0 0,0 0 0,0 0 0,0 0 15,0 0-15,0 0 0,0 0 0,0 0 0,0 0 0,0 25 16,0-25-16,0 0 0,0 0 0,0 24 0,0-24 16,0 25-16,0-25 0,0 0 0,0 25 0,25-25 0,-25 25 15,0-25-15,0 25 0,0-25 0,24 25 0,-24-25 16,0 24-16,0-24 0,0 0 0,25 25 0,-25-25 0,0 0 15,0 0-15,25 25 0,-25-25 0,0 0 0,0 0 16,0 0-16,25 0 0,-25 0 0,0 0 0,0 0 16,25 0-16,-25 0 0,0 0 0,0-25 0,24 25 0,-24 0 15,0 0-15,25-25 0,-25 25 0,0 0 0,0-24 16,25 24-16,-25-25 0,0 25 0,0-25 0,0 25 15,0-25-15,25 25 0,-25-25 0,0 25 0,0 0 0,0-25 16,0 25-16,0 0 0,0 0 0,0-24 0,0 24 16,0 0-16,0 0 0,0 0 0,0 0 0,0 0 0,0 0 15,0 0-15,0 0 0,0 0 0,0 0 0,0 0 16,0 24-16,0-24 0,0 0 0,0 0 0,0 25 0,0-25 15,0 0-15,0 25 0,0-25 0,0 25 0,0-25 16,0 0-16,0 25 0,0-25 0,0 25 0,0-25 16,25 0-16,-25 0 0,0 24 0,0-24 0,0 0 0,0 0 15,0 0-15,0 0 0,0 25 0,0-25 0,0 0 16,0 0-16,0 0 0,0 0 0,0 0 0,0 0 0,0 0 15,0-25-15,-25 25 0,25 0 0,0 0 0</inkml:trace>
  <inkml:trace contextRef="#ctx0" brushRef="#br0" timeOffset="256088.6474">3919 15180 0,'0'0'0,"0"-24"0,0 24 0,-25 0 0,25 0 16,0 0-16,0 0 0,0 0 0,0-25 0,0 25 0,0 0 15,0 0-15,0 0 0,0-25 0,0 25 0,0 0 16,0-25-16,25 25 0,-25 0 0,0 0 0,0-25 0,0 25 16,0 0-16,25 0 0,-25 0 0,0 0 0,0-24 15,0 24-15,0 0 0,0 0 0,25 0 0,-25 0 16,0 0-16,0 0 0,0 0 0,0 24 0,25-24 0,-25 0 15,0 0-15,0 0 0,24 0 0,-24 0 0,0 0 16,0 25-16,25-25 0,-25 0 0,0 0 0,0 0 16,25 0-16,-25 0 0,0 0 0,25 0 0,-25-25 0,0 25 15,0 0-15</inkml:trace>
  <inkml:trace contextRef="#ctx0" brushRef="#br0" timeOffset="256264.6575">4192 14759 0,'0'0'0,"0"0"0,0 0 0,0 0 0,0 0 0,0 0 15,0 25-15,0-25 0,0 0 0,0 0 0,0 24 0,0-24 16,0 25-16,0-25 0,0 25 0,0-25 0,0 25 16,0-25-16,0 25 0,0-25 0,0 24 0,0-24 15,0 25-15,25-25 0,-25 25 0,0-25 0,0 25 0,0-25 16,0 25-16,0-25 0,0 0 0</inkml:trace>
  <inkml:trace contextRef="#ctx0" brushRef="#br0" timeOffset="257389.7218">5407 15180 0,'0'-24'15,"0"24"-15,0 0 0,-24 0 0,24-25 0,0 25 16,0 0-16,0 0 0,0-25 0,0 25 0,0 0 0,0-25 15,-25 25-15,25 0 0,0 0 0,0 0 0,0-25 0,0 25 16,-25 0-16,25 0 0,0 0 0,0 0 0,0 0 16,-25 0-16,25 0 0,0-24 0,0 24 0,-25 24 15,25-24-15,0 0 0,0 0 0,-24 0 0,24 0 0,0 0 16,-25 25-16,25-25 0,0 0 0,0 25 0,-25-25 15,25 0-15,0 25 0,0-25 0,0 25 0,0-25 0,0 0 16,0 24-16,25-24 0,-25 25 0,0-25 0,0 25 16,25-25-16,-25 25 0,0-25 0,24 0 0,-24 25 0,25-25 15,-25 24-15,25-24 0,0 25 0,-25-25 0,25 0 16,-25 25-16,24-25 0,-24 0 0,25 25 0,-25-25 15,25 0-15,-25 25 0,0-25 0,25 0 0,-25 25 0,0-25 16,0 0-16,0 0 0,25 24 0,-25-24 0,0 0 16,-25 0-16,25 0 0,0 25 0,0-25 0,0 0 15,0 0-15,0 0 0,-25 0 0,25 0 0,0 25 0,0-25 16,-25 0-16,25 0 0,0 0 0,0 0 0,0 0 15,-25 0-15,25-25 0,0 25 0,0 0 0,0 0 0,0 0 16,0 0-16,0-25 0,0 25 0,0 0 0,0-24 16,0 24-16,0 0 0,0-25 0,25 25 0,-25-25 0,25 25 15,-25-25-15,25 25 0,-25-25 0,25 25 0,-25-25 16,24 25-16,-24-24 0,0 24 0,25 0 0,-25-25 15,25 25-15,-25-25 0,0 25 0,0 0 0,25-25 0,-25 25 16,0 0-16,0 0 0,0 0 0,0 0 0,0 0 16,0 0-16,0 0 0,0 0 0,0 0 0,0 0 0,0 0 15,0 0-15,0 0 0,0 0 0,0 0 0,0 0 16,-25 25-16,25-25 0,0 0 0,0 0 0,-25 25 15,25-25-15,0 0 0,0 25 0,0-25 0,0 24 0,0-24 16,-25 25-16,25-25 0,0 25 0,0-25 0,25 25 16,-25-25-16,0 0 0,0 25 0,0-25 0,0 25 15,0-25-15,25 0 0,-25 24 0,0-24 0,0 0 0,25 0 16,-25 0-16,0 0 0,25 0 0,-25 0 0,0 0 15,24 0-15,-24 0 0,0 0 0,0 0 0,0 0 0,25 0 16,-25 0-16,0 0 0,0-24 0,0 24 0,0 0 16,0-25-16,0 25 0,0 0 0,0-25 0,-25 25 0,25 0 15,0-25-15,0 25 0,0 0 0,-24-25 0,24 25 16,0-25-16,-25 25 0,25 0 0,-25-24 0,25 24 15,0-25-15,-25 25 0,25-25 0,-25 25 0,25-25 0,-24 25 16,24 0-16,0-25 0,-25 25 0,25-24 0,0 24 16,-25 0-16,25-25 0,0 25 0,0 0 0,0-25 0,0 25 15,0 0-15,0 0 0,0 0 0,25-25 0,-25 25 16,0 0-16,0 0 0,25 0 0,-25-25 0,0 25 15,24 0-15,-24 0 0,0 0 0,25 0 0,-25 0 0,25 0 16,-25 0-16,0 0 0,25 0 0,-25 0 0,0 0 16,25 0-16,-25 0 0,0 25 0,24-25 0,-24 0 0,0 0 15,0 0-15,25 25 0,-25-25 0,0 0 0,0 0 16,0 25-16,25-25 0,-25 0 0,0 0 0,0 25 0,0-25 15,0 0-15,0 0 0,0 0 0,0 0 0,0 0 16,0 0-16,0 0 0,25 0 0,-25-25 0</inkml:trace>
  <inkml:trace contextRef="#ctx0" brushRef="#br0" timeOffset="257617.7349">5755 14932 0,'0'-24'0,"0"24"16,24 0-16,-24 0 0,0-25 0,0 25 0,0 0 16,0 0-16,0 0 0,0 0 0,0 0 0,0 0 0,0 25 15,0-25-15,0 0 0,0 24 0,0-24 0,0 0 16,0 25-16,0-25 0,0 25 0,0-25 0,0 25 0,0 0 15,0-25-15,0 24 0,0-24 0,0 25 0,0 0 16,0-25-16,0 25 0,0-25 0,0 25 0,0-25 0,0 0 16</inkml:trace>
  <inkml:trace contextRef="#ctx0" brushRef="#br0" timeOffset="258364.7776">6449 15429 0,'0'0'0,"0"0"0,0 0 15,0 0-15,0 0 0,0 0 0,0-25 0,0 25 16,25 0-16,-25-25 0,0 25 0,25 0 0,-25-25 0,0 25 15,25-25-15,-25 25 0,24-25 0,-24 25 0,25-24 16,0-1-16,-25 25 0,25-25 0,-25 0 0,25 25 16,-1-25-16,-24 1 0,25-1 0,-25 25 0,25-25 0,-25 0 15,25 25-15,-25-25 0,0 25 0,0-24 0,0-1 16,25 25-16,-25-25 0,0 25 0,0-25 0,0 25 0,-25-25 15,25 25-15,0-24 0,0 24 0,-25 0 0,25-25 0,0 25 16,-25 0-16,25 0 0,-25-25 0,25 25 0,0 0 16,-24 0-16,24 0 0,0 0 0,-25 0 0,25 0 15,0-25-15,-25 25 0,25 0 0,0 0 0,0 0 16,0 0-16,0 0 0,0 0 0,0 0 0,0 0 0,0 0 15,0 0-15,0 25 0,0-25 0,0 0 0,0 0 16,0 0-16,25 25 0,-25-25 0,0 25 0,0-25 16,0 24-16,0-24 0,0 25 0,0 0 0,25 0 0,-25-25 15,0 25-15,0-1 0,0 1 0,0 0 0,0-25 16,0 25-16,24 0 0,-24-1 0,0-24 0,0 25 0,0 0 15,0-25-15,0 25 0,0 0 0,0-25 0,0 24 16,0-24-16,0 25 0,0-25 0,0 25 0,0-25 0,0 0 16,-24 25-16,24-25 0,0 0 0,0 0 0,0 25 15,0-25-15,0 0 0,0 0 0,0 0 0,0 0 0,0 0 16,0 0-16,0 0 0,0 0 0,0 0 0,0 0 15,24-25-15,-24 25 0,0 0 0,0 0 0,0 0 0,0-25 16,0 25-16,25-25 0,-25 25 0,0-25 0,25 25 16,-25 0-16,0-24 0,25 24 0,-25-25 0,0 25 15,25 0-15,-25-25 0,0 25 0,24 0 0,-24 0 0,0 0 16,0-25-16,25 25 0,-25 25 0,0-25 0,0 0 15,0 0-15,0 0 0,0 0 0,0 25 0,0-25 0,0 0 16,0 0-16,25 25 0,-25-25 0,0 0 0,0 24 16,0-24-16,0 25 0,0-25 0,0 0 0,0 25 0,0-25 15,0 0-15,0 25 0,0-25 0,0 25 16,0-25-16,0 0 0,25 25 0,-25-25 0,0 24 0,0-24 15,0 0-15,0 25 0,0-25 0,0 0 0,0 0 0,25 25 16,-25-25-16,0 0 0,0 0 0,0 0 0,0 25 16,0-25-16,0 0 0,25 0 0,-25 0 0,0 0 15,24-25-15,-24 25 0,0 0 0,25 0 0,-25 0 0,0-25 16,25 25-16</inkml:trace>
  <inkml:trace contextRef="#ctx0" brushRef="#br0" timeOffset="259281.83">7169 15354 0,'0'-25'0,"0"25"0,24 0 0,-24-25 0,0 25 0,0 0 15,0-24-15,25 24 0,-25-25 0,0 25 0,0 0 16,0-25-16,0 25 0,0 0 0,0-25 0,0 25 15,0 0-15,0-25 0,0 25 0,0 0 0,0-24 0,0 24 16,0 0-16,-25 0 0,25 0 0,0-25 0,0 25 16,0 0-16,-24 0 0,24 0 0,0 0 0,0 0 0,0 0 15,-25 0-15,25 25 0,0-25 0,-25 0 0,25 0 16,0 0-16,0 24 0,-25-24 0,25 0 0,0 25 15,-25-25-15,25 25 0,0-25 0,0 25 0,-24-25 0,24 25 16,0-25-16,0 24 0,0-24 0,0 25 0,0-25 16,0 25-16,0-25 0,24 25 0,-24-25 0,0 25 15,0-25-15,0 0 0,0 25 0,25-25 0,-25 0 0,0 24 16,0-24-16,25 0 0,-25 0 0,0 0 0,0 0 15,25 0-15,-25 0 0,0 0 0,0 0 0,25 0 0,-25 0 16,0 0-16,0 0 0,24-24 0,-24 24 0,0 0 16,0-25-16,25 25 0,-25 0 0,0-25 0,0 25 0,25 0 15,-25-25-15,0 25 0,0-25 0,0 25 0,25-25 16,-25 25-16,0 0 0,0-24 0,0 24 0,0-25 0,0 25 15,0 0-15,0 0 0,0-25 0,0 25 0,0 0 16,0 0-16,0 0 0,0 0 0,0 0 0,0 0 16,0 0-16,0 0 0,0 0 0,0 0 0,0 0 0,0 0 15,0 0-15,0 0 0,0 0 0,0 0 0,-25 25 16,25-25-16,0 0 0,0 0 0,0 25 0,0-25 15,0 24-15,0-24 0,0 25 0,0-25 0,0 25 0,0-25 16,0 25-16,0-25 0,0 0 0,0 25 0,0-25 16,0 25-16,0-25 0,0 0 0,0 24 0,0-24 0,25 0 15,-25 0-15,0 25 0,0-25 0,0 0 0,0 0 16,0 0-16,25 0 0,-25 0 0,0 0 0,0 0 0,0 0 15,24 0-15,-24 0 0,0 0 0,0 0 0,25-25 16,-25 25-16,0 0 0,0-24 0,0 24 0,25 0 16,-25-25-16,0 25 0,0-25 0,0 25 0,0-25 0,0 25 15,0 0-15,0-25 0,0 25 0,0-25 0,0 25 16,0 0-16,0-24 0,0 24 0,0 0 0,0-25 0,0 25 15,0 0-15,0 0 0,0-25 0,0 25 0,0 0 16,0 0-16,0 0 0,0 0 0,0 0 0,0 0 16,0 0-16,0 0 0,0 0 0,0 0 0,0 0 0,0 0 15,0 0-15,0 25 0,0-25 0,0 0 0,25 0 16,-25 25-16,0-25 0,0 0 0,0 24 0,0-24 0,0 25 15,0-25-15,0 0 0,0 25 0,0-25 0,0 0 16,0 0-16,0 25 0,0-25 0,0 0 0,0 25 16,0-25-16,0 0 0,0 0 0,0 0 0,0 0 0,0 25 15,0-25-15,0 0 0,0 0 0,0 0 0,0 0 16,0 0-16,0 0 0,0 0 0,25-25 0,-25 25 0,0 0 15,0 0-15,0-25 0,24 25 0,-24 0 0,25-25 16,-25 25-16,0-25 0,25 25 0,-25-25 0,25 25 0,-25-24 16,25 24-16,-25-25 0,0 25 0,24 0 0,-24 0 15,0-25-15,0 25 0,0 0 0,25 0 0,-25 0 16,0 25-16,0-25 0,0 0 0,0 0 0,0 0 0,0 25 15,0-25-15,0 0 0,0 24 0,0-24 0,0 0 16,0 25-16,0-25 0,0 25 0,25-25 0,-25 0 16,0 25-16,0-25 0,0 25 0,0-25 0,0 0 0,0 25 15,0-25-15,0 0 0,0 24 0,0-24 0,0 0 16,0 0-16,0 25 0,25-25 0,-25 0 0,0 0 0,0 0 15,0 0-15,0 0 0,25 0 0,-25 0 0,0 0 16,24 0-16,-24 0 0,25 0 0,-25-25 0,0 25 0,25 0 16,-25 0-16,0-24 0,25 24 0,-25 0 0,0-25 15</inkml:trace>
  <inkml:trace contextRef="#ctx0" brushRef="#br0" timeOffset="259713.8543">7863 15255 0,'0'0'0,"0"0"0,-25 0 16,25-25-16,0 25 0,0 0 0,0 0 0,0 0 15,0 0-15,0 0 0,-25 0 0,25 0 0,0 0 16,0 0-16,0 0 0,0 0 0,0 25 0,0-25 0,-24 0 15,24 25-15,0-25 0,0 24 0,0-24 0,0 0 16,0 25-16,0-25 0,0 25 0,0-25 0,0 25 0,0-25 16,0 25-16,0-25 0,0 0 0,0 25 0,0-25 15,0 0-15,24 0 0,-24 24 0,0-24 0,0 0 16,0 0-16,0 0 0,0 0 0,25 0 0,-25 0 0,0 0 15,0 0-15,0 0 0,0 0 0,0 0 0,25-24 16,-25 24-16,0 0 0,0 0 0,0-25 0,0 25 16,0 0-16,0-25 0,0 25 0,0 0 0,0-25 0,0 25 15,0 0-15,0-25 0,0 25 0,0 0 0,0 0 0,0 0 16,0 0-16,0 0 0,0 0 0,0 0 0,0 0 15,0 0-15,0 0 0,0 0 0,0 25 0,0-25 16,0 0-16,0 25 0,0-25 0,0 25 0,0 0 0,25-25 16,-25 24-16,0 1 0,0-25 0,0 25 0,0 0 15,0-25-15,0 25 0,0-25 0,0 24 0,0 1 0,0-25 16,25 25-16,-25-25 0,0 25 0,0-25 0,0 25 15,0-25-15,0 24 0,0-24 0,0 25 0,0-25 16,-25 0-16,25 25 0,0-25 0,0 0 0,0 25 0,0-25 16,-25 0-16,25 0 0,0 0 0,-25 25 0,25-25 0,-25 0 15,25 0-15,-24 0 0,24 0 0,-25 0 0,0 0 16,25 0-16,-25 0 0,0 0 0,25 0 0,-24 0 0,-1 0 15,0 0-15,25-25 0,-25 25 0</inkml:trace>
  <inkml:trace contextRef="#ctx0" brushRef="#br0" timeOffset="259917.8663">7367 15850 0,'0'0'0,"0"0"0,0 0 0,0 0 0,-25-25 15,25 25-15,0 0 0,0 0 0,0 0 0,0 0 16,0 0-16,0 0 0,0 0 0,0 0 0,0 0 0,0 0 16,0 0-16,0 0 0,0 0 0,0-24 0,0 24 15,25 0-15,-25 0 0,0 0 0,0 0 0,0 0 16,0 0-16,0 0 0,0 0 0,0-25 0,25 25 0,-25 0 15,0 0-15,0 0 0,0 0 0,0 0 0,0 0 16,0 0-16,25-25 0</inkml:trace>
  <inkml:trace contextRef="#ctx0" brushRef="#br0" timeOffset="260383.8931">8706 15329 0,'0'0'0,"0"0"0,0 0 16,0 0-16,0-25 0,0 25 0,0 0 0,0 0 0,0 0 15,0 0-15,0 0 0,0 0 0,0 0 0,0 0 16,0 0-16,0 0 0,0 0 0,25 0 0,-25 0 16,0 0-16,25 0 0,-25 0 0,0 0 0,25 0 0,-25 0 15,25 0-15,-25 25 0,24-25 0,-24 0 0,25 0 16,0 0-16,-25 0 0,25 25 0,-25-25 0,25 0 15,-25 0-15,24 0 0,-24 25 0,25-25 0,-25 0 0,0 0 16,25 0-16,-25 25 0,0-25 0,0 0 0,0 0 16,0 0-16,25 0 0,-25 25 0,0-25 0,-25 0 0,25 0 15,0 0-15,0 0 0,0 0 0</inkml:trace>
  <inkml:trace contextRef="#ctx0" brushRef="#br0" timeOffset="260584.9046">8756 15553 0,'0'0'0,"0"0"0,0 0 0,0 0 0,0 0 0,-25 0 15,25 0-15,25 0 0,-25 0 0,0 0 0,0 0 16,0 0-16,25 0 0,-25 0 0,25 0 0,-25 0 0,24-25 16,1 25-16,-25 0 0,25 0 0,0 0 0,-25 0 15,25 0-15,-1 0 0,-24 0 0,25 0 0,0 0 16,-25 0-16,25 0 0,-25 0 0,25 0 0,-25 25 15,25-25-15,-25 0 0,0 0 0,0 0 0,24 0 0</inkml:trace>
  <inkml:trace contextRef="#ctx0" brushRef="#br0" timeOffset="261685.9675">9971 15280 0,'0'0'0,"0"0"16,0-25-16,0 25 0,0 0 0,0-25 0,0 25 16,0-25-16,0 25 0,0 0 0,0-25 0,-24 25 0,24 0 15,0-24-15,0 24 0,0 0 0,-25 0 0,25-25 16,0 25-16,-25 0 0,25 0 0,0-25 0,0 25 0,-25 0 15,25 0-15,0 0 0,-25 0 0,25 0 0,0 0 16,0 0-16,-24 0 0,24 0 0,0 0 0,0 25 16,0-25-16,0 0 0,0 0 0,0 25 0,-25-25 15,25 0-15,0 24 0,25-24 0,-25 25 0,0-25 0,0 25 16,0-25-16,0 25 0,0-25 0,24 25 0,-24-25 15,0 24-15,25-24 0,-25 25 0,0 0 0,25-25 0,-25 25 16,0-25-16,25 25 0,-25-25 0,0 25 0,25-25 16,-25 24-16,24-24 0,-24 0 0,0 25 0,25-25 0,-25 0 15,0 25-15,0-25 0,25 0 0,-25 25 0,0-25 16,0 0-16,0 0 0,0 0 0,0 25 0,0-25 0,0 0 15,0 0-15,0 0 0,-25 0 0,25 24 0,0-24 16,-25 0-16,25 0 0,0 0 0,-24 0 0,24 0 16,0 0-16,-25 0 0,25 0 0,0 0 0,-25 0 0,25 0 15,0 0-15,0 0 0,0 0 0,-25 0 0,25-24 16,0 24-16,0 0 0,0 0 0,0 0 0,25-25 0,-25 25 15,0 0-15,0-25 0,0 25 0,25 0 0,-25-25 16,25 25-16,-25 0 0,24-25 0,1 25 0,-25-24 0,25 24 16,0 0-16,0-25 0,-25 25 0,25 0 0,-1-25 15,1 25-15,-25-25 0,25 25 0,-25 0 0,25-25 16,0 25-16,-25 0 0,0 0 0,24-25 0,-24 25 0,0 0 15,25 0-15,-25 0 0,0 0 0,0 0 0,0 0 16,0 0-16,0 0 0,0-24 0,-25 24 0,25 0 16,0 0-16,0 0 0,0 0 0,-24 0 0,24 0 0,0 24 15,0-24-15,-25 0 0,25 0 0,0 0 0,0 25 16,-25-25-16,25 0 0,0 25 0,0-25 0,0 25 0,0-25 15,0 25-15,0-25 0,-25 25 0,25-25 0,0 24 16,25-24-16,-25 25 0,0-25 0,0 25 0,0-25 0,0 0 16,25 25-16,-25-25 0,0 0 0,25 25 0,-25-25 15,0 0-15,24 0 0,-24 24 0,0-24 0,25 0 16,-25 0-16,0 0 0,25 0 0,-25 0 0,0 0 0,0 0 15,0 0-15,25 0 0,-25-24 0,0 24 0,0 0 16,0-25-16,0 25 0,0 0 0,0-25 0,0 25 0,-25-25 16,25 25-16,0-25 0,-25 25 0,25-24 0,0 24 15,-25-25-15,25 25 0,-24-25 0,24 0 0,0 25 0,-25-25 16,25 25-16,-25-25 0,25 1 0,0 24 0,-25-25 15,25 25-15,0-25 0,0 25 78,-25-25-78,25 25 0,0 0 0,0-25 0,0 25 0,0 0 0,0 0 0,25 0 0,-25-24 0,0 24 0,25 0 0,-25 0 0,25-25 0,-25 25 0,25 0 0,-25 0 0,24 0 0,-24 0 0,25 0 0,-25 0 0,25 0 0,-25 0 0,25 0 0,-25 0 0,25 0 0,-25 0 0,24 0 0,-24 0 0,0 25 16,0-25-16,25 0 0,-25 0 0,0 24 0,0-24 0,0 0 16,0 0 46,0 25-62,25-25 0,-25 0 0,0 25 0,0-25 0,0 0 0,0 0 0,0 25 0,0-25 16,0 0-16,0 0 0,0 0 0,0 0 0,0 0 0,0 0 0,0 0 0,0 0 0,0 0 0,0 0 0,0 0 0,0 0 0</inkml:trace>
  <inkml:trace contextRef="#ctx0" brushRef="#br0" timeOffset="261862.9777">10542 15032 0,'0'0'16,"0"0"-16,0 0 0,0 0 0,0 0 0,0 0 0,0 0 16,0 0-16,0 0 0,0 24 0,-25-24 0,25 0 15,0 25-15,0-25 0,0 0 0,-25 25 0,25-25 0,0 25 16,0-25-16,0 25 0,0-25 0,0 24 0,0 1 15,0-25-15,0 25 0,0-25 0,0 25 0,0-25 16,0 25-16,0-25 0,0 24 0,0 1 0,0-25 0,0 25 16,0-25-16</inkml:trace>
  <inkml:trace contextRef="#ctx0" brushRef="#br0" timeOffset="262258.0003">11013 15379 0,'0'0'0,"0"-25"0,25 25 0,-25 0 0,0-25 0,0 25 15,0-25-15,0 25 0,0 0 0,0 0 0,0-24 16,0 24-16,0 0 0,0 0 0,25 0 0,-25 0 15,0 24-15,0-24 0,0 0 0,0 0 0,25 25 0,-25-25 16,0 25-16,0-25 0,0 25 0,0-25 0,24 25 16,-24-25-16,0 25 0,0-25 0,0 24 0,25-24 0,-25 25 15,0-25-15,0 25 0,25-25 0,-25 25 0,0-25 16,0 0-16,0 0 0,25 25 0,-25-25 0,0 0 15,0 0-15,0 0 0,0 24 0,0-24 0,0 0 16,25 0-16,-25 0 0,0 0 0,0-24 0,0 24 0,0 0 16,25 0-16,-25-25 0,0 25 0,0 0 0,0-25 0,24 25 15,-24-25-15,0 25 0,0-25 0,0 25 0,25-24 16,-25 24-16,0-25 0,0 0 0,0 25 0,25 0 15,-25-25-15,0 25 0,0-25 0,0 25 0,0 0 0,0-25 16,0 25-16,25 0 0,-25 0 0,0 0 0,0 0 16,0 0-16,0 0 0,0 0 0,0 0 0,0 0 0,0 0 15,0 0-15,0 0 0,0 0 0,0 0 0</inkml:trace>
  <inkml:trace contextRef="#ctx0" brushRef="#br0" timeOffset="262678.0243">11435 15404 0,'0'0'16,"0"0"-16,0 0 0,0 0 0,0 0 0,0 25 15,0-25-15,25 0 0,-25 0 0,0-25 0,0 25 0,0 0 16,0 0-16,25 0 0,-25 0 0,0 0 0,24 0 16,-24 0-16,0 0 0,25 0 0,-25-25 0,0 25 0,25 0 15,-25 0-15,0 0 0,25 0 0,-25 0 0,0 0 16,0-25-16,25 25 0,-25 0 0,0 0 0,0 0 0,0-25 15,0 25-15,0 0 0,0 0 0,0 0 0,0-25 16,0 25-16,0 0 0,0 0 0,-25 0 0,25-24 16,0 24-16,0 0 0,0 0 0,-25 0 0,25 0 0,0-25 15,0 25-15,-25 0 0,25 0 0,0 0 0,0 0 16,-25 0-16,25 0 0,0 0 0,0 0 0,0 0 0,0 0 15,-24 0-15,24 0 0,0 25 0,0-25 0,0 0 16,0 0-16,0 24 0,-25-24 0,25 0 0,0 25 16,0-25-16,0 0 0,0 25 0,0-25 0,0 25 0,0-25 15,0 25-15,0-25 0,0 25 0,0-25 0,0 0 16,25 24-16,-25-24 0,0 25 0,0-25 0,0 0 0,24 25 15,-24-25-15,0 0 0,25 25 0,-25-25 0,0 0 16,0 0-16,25 25 0,-25-25 0,0 0 0,25 0 16,-25 0-16,25 0 0,-25 0 0,0 0 0,24 0 0,-24 0 15,25 0-15,-25 0 0,25 0 0,0 0 0,-25 0 16,25 0-16,-1-25 0,1 25 0,-25 0 0,25-25 0,0 25 15,0 0-15,-25 0 0,24-25 0,1 25 0</inkml:trace>
  <inkml:trace contextRef="#ctx0" brushRef="#br0" timeOffset="262991.0416">12129 15379 0,'0'0'0,"0"-25"16,25 25-16,-25 0 0,0 0 0,0 0 0,0-25 0,0 25 15,-25 0-15,25-25 0,0 25 0,0 0 0,0 0 16,0-24-16,-24 24 0,24 0 0,0-25 0,0 25 16,-25 0-16,25 0 0,0-25 0,-25 25 0,25 0 0,0 0 15,-25-25-15,25 25 0,0 0 0,0 0 0,-25 0 16,25 0-16,0 0 0,0 0 0,0 0 0,-24 0 0,24 0 15,0 0-15,0 25 0,0-25 0,-25 0 0,25 25 16,0-25-16,0 25 0,0-25 0,0 24 0,0-24 0,0 25 16,0-25-16,0 25 0,0 0 0,0-25 0,0 25 15,25 0-15,-25-25 0,0 24 0,0-24 0,24 25 16,-24-25-16,0 25 0,25-25 0,-25 25 0,0-25 0,25 0 15,-25 25-15,25-25 0,-25 0 0,0 0 0,25 0 16,-25 0-16,24 24 0,-24-24 0,25 0 0,-25-24 0,25 24 16,-25 0-16,25 0 0,-25 0 0,25 0 0,0-25 15,-25 25-15,24 0 0,1-25 0,-25 25 0,25-25 16,0 25-16,-25-25 0,25 25 0,-1-24 0,-24-1 0,0 25 15,25-25-15,-25 0 0,25 0 0,-25 0 0</inkml:trace>
  <inkml:trace contextRef="#ctx0" brushRef="#br0" timeOffset="263596.0768">12477 15180 0,'0'-24'0,"0"-1"0,0 25 0,0-25 0,0 25 15,0-25-15,0 25 0,0-25 0,0 25 0,0-24 16,0 24-16,0 0 0,0 0 0,0 0 0,0 0 0,0 0 15,0 0-15,0 0 0,0 0 0,0 24 0,0-24 16,0 0-16,0 25 0,0-25 0,0 25 0,0-25 0,0 25 16,0 0-16,0-25 0,0 24 0,-25 1 0,25 0 15,0-25-15,0 25 0,0 0 0,0-1 0,0 1 0,0-25 16,0 25-16,0 0 0,0 0 0,0-25 0,0 25 15,0-1-15,25-24 0,-25 25 0,0 0 0,0-25 16,-25 25-16,25-25 0,0 0 0,0 25 0,0-25 0,0 0 16,0 24-16,0-24 0,-25 0 0,25 0 0,0 0 15,0 0-15,-25 0 0,25 0 0,0 0 0,0 0 16,-24 0-16,24-24 0,0 24 0,-25 0 0,25-25 0,0 25 15,0-25-15,0 25 0,0-25 0,0 0 0,0 25 16,0-24-16,0-1 0,0 25 0,0-25 0,0 25 0,0-25 16,0 0-16,0 25 0,0-25 0,25 25 0,-25 0 15,0-24-15,0 24 0,24 0 0,-24-25 0,0 25 0,25 0 16,-25 0-16,0 0 0,25 0 0,-25 0 0,0 0 15,25 0-15,-25-25 0,0 50 0,25-25 0,-25 0 16,0 0-16,0 0 0,24 0 0,-24 0 0,0 25 0,0-25 16,0 0-16,25 0 0,-25 24 0,0-24 0,0 0 15,0 25-15,0-25 0,0 25 0,0-25 0,0 25 0,0-25 16,0 25-16,0-25 0,0 25 0,0-25 0,0 24 15,0-24-15,0 25 0,0-25 0,25 25 0,-25-25 16,0 25-16,0-25 0,0 0 0,0 25 0,0-25 0,0 0 16,25 0-16,-25 24 0,0-24 0,0 0 0,0 0 15,25 0-15,-25 0 0,0 0 0,0 0 0,24 0 0,-24 0 16,0 0-16,25 0 0,-25-24 0,0 24 0,25 0 15,-25-25-15,0 25 0,25 0 0,-25-25 0,0 25 16,25-25-16,-25 0 0,0 25 0,0-24 0,0-1 0,24 0 16,-24 25-16,0-25 0,0 0 0,0 25 0,-24-25 15,24 1-15,0 24 0,0-25 0,0 25 0,0 0 0,0-25 16,0 25-16,0 0 0,0 0 0,-25 0 0,25 0 15,0 0-15,0 0 0,0-25 0,-25 25 0,25 0 0,0 0 16,0 0-16,0 0 0,-25 0 0,25 0 0,0 0 16,0 0-16,0 0 0,0 0 0,-25 0 0,25 25 15,0-25-15,0 0 0,0 0 0,0-25 0,0 25 0,-24 0 16,24 0-16,0 0 0,0 0 0</inkml:trace>
  <inkml:trace contextRef="#ctx0" brushRef="#br0" timeOffset="263838.0906">12675 15007 0,'25'0'0,"-25"-25"0,0 25 0,0 0 0,0 0 0,0 0 16,0 0-16,25 0 0,-25 0 0,0 25 0,25-25 16,-25 0-16,0 0 0,24 0 0,-24 0 0,25 25 15,-25-25-15,0 0 0,25 24 0,-25-24 0,0 0 0,25 0 16,-25 25-16,0-25 0,0 0 0,0 25 0,0-25 15,-25 25-15,25-25 0,-25 0 0,25 25 0,-25-25 0,1 0 16,-1 24-16,0-24 0,0 0 0,0 25 0,1-25 16,-26 0-16,25 0 0,-24 25 0</inkml:trace>
  <inkml:trace contextRef="#ctx0" brushRef="#br0" timeOffset="264382.1216">14412 15354 0,'0'0'0,"0"0"0,0 0 0,0 0 0,0-25 0,0 25 16,0 0-16,0 0 0,0 0 0,0 0 0,0 0 15,0 0-15,0 0 0,0 0 0,0 0 0,0 0 16,0 0-16,0 0 0,0 0 0,0 0 0,0 0 0,0 0 16,0 0-16,0 0 0,0 0 0,0 0 0,24 0 15,-24 0-15,0 0 0,0 0 0,0 0 0,25 0 0,-25 0 16,0 0-16,25 0 0,-25 0 0,0 0 0,25 0 15,-25 25-15,25-25 0,-25 0 0,24 0 0,1 0 16,-25 0-16,25 0 0,-25 0 0,25 0 0,-25 0 0,25 0 16,-25 0-16,24 0 0,-24 0 0,0 0 0,25 0 15,-25 0-15,0 0 0,0 0 0,0 0 0,0 0 0,0 0 16,0 0-16,0 0 0,-25 0 0,25 0 0,-24 25 15</inkml:trace>
  <inkml:trace contextRef="#ctx0" brushRef="#br0" timeOffset="264573.1326">14337 15503 0,'0'0'0,"-25"25"16,25-25-16,0 0 0,0 0 0,0 0 0,0 0 16,25 0-16,-25 0 0,0 0 0,0 0 0,0 0 15,25 0-15,-25 0 0,25 0 0,-25 0 0,25 0 0,-25 0 16,24 0-16,1 0 0,-25 0 0,25 0 0,0 0 15,-25 0-15,25 0 0,-1-25 0,-24 25 0,25 0 16,-25 0-16,25 0 0,-25 0 0,25 0 0,-25 0 0,0 0 16,25 0-16</inkml:trace>
  <inkml:trace contextRef="#ctx0" brushRef="#br0" timeOffset="264849.1479">14635 15304 0,'-25'0'0,"25"0"15,0-24-15,25 24 0,-25 0 0,0-25 0,0 25 0,0 0 16,0 0-16,0-25 0,25 25 0,-25 0 0,24 0 0,-24-25 15,25 25-15,-25 0 0,25 0 0,-25 0 0,25 0 16,0 0-16,-25 0 0,24 0 0,1 0 0,-25 0 16,25 0-16,-25 25 0,25-25 0,-25 0 0,25 25 0,-25-25 15,0 25-15,0-25 0,0 24 0,0 1 16,0-25-16,0 25 0,0 0 0,0-25 0,0 25 0,-25-25 15,25 25-15,-25-1 0,25-24 0,-25 25 0,25-25 0,-25 25 16,1-25-16,-1 25 0,25-25 0,-25 25 0,0-25 16,0 24-16,25-24 0,-24 0 0,24 25 0,-25-25 15,25 0-15,-25 0 0,25 25 0,0-25 0,0 0 0,-25 0 16,25 0-16,0 0 0,0 0 0,25 0 0,-25 0 0</inkml:trace>
  <inkml:trace contextRef="#ctx0" brushRef="#br0" timeOffset="266073.2185">15280 15503 0,'0'0'0,"0"0"15,0 0-15,0 0 0,0 0 0,-25 0 0,25 0 16,0 0-16,0 0 0,0-25 0,0 25 0,25 0 0,-25 0 15,0 0-15,0 0 0,24-25 0,-24 25 0,0 0 16,25 0-16,-25-24 0,25 24 0,-25-25 0,25 25 0,-25-25 16,25 25-16,0-25 0,-25 25 0,24-25 0,1 25 15,-25-25-15,25 1 0,0-1 0,-25 25 0,25-25 16,-25 0-16,24 25 0,-24-25 0,25 1 0,-25-1 0,0 25 15,0-25-15,25 0 0,-25 0 0,0 25 0,0-24 16,0-1-16,0 25 0,0-25 0,-25 0 0,25 25 0,0-25 16,0 25-16,-25 0 0,25-24 0,0 24 0,0 0 15,-24-25-15,24 25 0,0 0 0,0 0 0,0 0 0,-25 0 16,25-25-16,0 25 0,0 0 0,0 0 0,0 0 15,0 0-15,0 0 0,0 0 0,0 25 0,-25-25 16,25 0-16,0 0 0,0 0 0,0 25 78,0-25-78,0 24 0,25-24 0,-25 25 0,0-25 0,0 25 0,0 0 0,0 0 0,0-25 0,0 24 0,0 1 0,25 0 0,-25-25 0,0 25 0,0 0 0,0-1 0,0-24 0,0 25 0,0 0 0,0-25 0,0 25 0,0 0 0,0-25 0,0 24 0,0-24 0,0 25 0,0-25 0,0 25 0,0-25 16,0 25-16,0-25 0,0 0 0,0 25 0,0-25 15,-25 0-15,25 0 0,0 0 0,0 25 0,0-25 0,0 0 16,0 0-16,0 0 0,0 0 0,0 0 0,0 0 15,0 0-15,0 0 0,0 0 0,0 0 0,25-25 16,-25 25-16,0 0 0,0 0 0,0 0 0,0 0 0,0-25 16,24 25-16,-24 0 0,0-25 0,25 25 0,-25-25 15,0 25-15,25-25 0,-25 25 0,0 0 0,25-24 0,-25 24 16,25-25-16,-25 25 0,0 0 0,0 0 0,24-25 15,-24 25-15,0 0 0,0 0 0,0 0 0,0 0 16,0 0-16,0 0 0,0 0 0,0 0 0,0 0 0,0 0 16,0 0-16,0 0 0,0 0 0,0 0 0,0 0 15,0 0-15,0 25 0,25-25 0,-25 0 0,0 25 0,0-25 16,0 24-16,0-24 0,0 25 0,0-25 0,0 25 15,0-25-15,0 25 0,0-25 0,0 25 0,0-25 16,25 25-16,-25-25 0,0 0 0,0 24 0,25-24 0,-25 0 16,0 0-16,0 0 0,0 25 0,25-25 0,-25 0 15,0 0-15,24 0 0,-24 0 0,0 0 0,25 0 0,-25 0 16,0 0-16,25 0 0,-25-25 0,0 25 0,25 0 15,-25 0-15,0-24 0,25 24 0,-25 0 0,0-25 0,0 25 16,24 0-16,-24-25 0,0 25 0,0-25 0,0 25 16,0-25-16,25 25 0,-25-25 0,0 25 0,0-24 15,0 24-15,0 0 0,0-25 0,0 25 0,-25-25 0,25 25 16,0 0-16,0-25 0,0 25 0,0 0 0,0 0 15,0 0-15,0 0 0,0 0 0,0 0 0,0 0 16,0 0-16,0 0 0,0 0 0,0 0 0,0 0 0,0 0 16,0 0-16,0 0 0,0 0 0,0 25 0,-24-25 15,24 0-15,0 25 0,0-25 0,0 25 0,0-25 0,0 24 16,0-24-16,0 25 0,0-25 0,0 25 0,0-25 15,0 25-15,0-25 0,0 0 0,24 25 0,-24-25 0,0 25 16,0-25-16,0 0 0,0 24 0,0-24 0,0 0 16,25 0-16,-25 0 0,0 0 0,0 0 0,0 0 15,0 0-15,25 0 0,-25 0 0,0 0 0,0 0 0,25-24 16,-25 24-16,0 0 0,0-25 0,25 25 0,-25-25 15,0 25-15,0 0 0,0-25 0,0 25 0,0-25 16,0 25-16,0-25 0,0 1 0,0 24 0,0-25 0,0 25 16,0-25-16,0 25 0,0-25 0,0 0 0,0 25 15,-25-24-15,25 24 0,0 0 0,0-25 0,0 25 47,0 0-47,0 0 0,0 0 0,-25 0 0,25-25 0,0 25 0,0 0 0,0 25 0,0-25 0,0 0 0,0 0 0,0 0 0,-25 0 0,25 0 0,0 25 109,-25-1-109,25 1 0</inkml:trace>
  <inkml:trace contextRef="#ctx0" brushRef="#br0" timeOffset="266192.2253">15875 15677 0,'0'24'0,"0"-24"0,0 0 0,-25 0 0,25 25 0,0-25 0,0 0 0,0 0 0,0 0 0,0 0 0,0 0 0,0 0 0,0 0 0,0 0 0,0 0 0,0 0 16,0 0-16,0 0 0,0 0 0,0 0 0,25 0 16,-25 0-16,0 0 0,0 0 0,0 0 0,25 0 15,-25 0-15</inkml:trace>
  <inkml:trace contextRef="#ctx0" brushRef="#br0" timeOffset="266759.2576">16793 15180 0,'0'0'0,"0"0"0,0 0 16,0-24-16,0 24 0,0 0 0,0 0 0,0-25 0,0 25 16,0 0-16,0 0 0,0-25 0,0 25 0,25 0 15,-25 0-15,0 0 0,0-25 0,0 25 0,0 0 0,0 0 16,0 0-16,0 0 0,0 0 0,0 0 0,0 0 15,0 0-15,0 0 0,0 0 0,0 0 0,24 0 16,-24 0-16,0 25 0,0-25 0,0 0 0,0 25 0,0-25 16,0 25-16,25-25 0,-25 24 0,0 1 0,0-25 15,0 25-15,25 0 0,-25-25 0,0 25 0,0-1 16,0 1-16,0-25 0,0 25 0,25-25 0,-25 25 0,0 0 15,0-25-15,0 25 0,25-25 0,-25 24 0,0-24 16,0 0-16,0 25 0,24-25 0,-24 0 0,0 0 0,0 0 16,0 0-16,0 0 0,0 0 0,0 0 0,0 0 15,0 0-15,0 0 0,0 0 0,25-25 0,-25 25 0,0 0 16,0 0-16,0-24 0,0 24 0,25-25 0,-25 25 15,0 0-15,0-25 0,0 0 0,0 25 0,25-25 16,-25 25-16,0-25 0,0 25 0,0-24 0,0 24 0,25-25 16,-25 25-16,0-25 0,0 25 0,0-25 0,24 25 15,-24 0-15,0-25 0,0 25 0,0 0 0,25 0 0,-25 0 16,0-24-16,0 24 0,25 0 0,-25 0 0,0 0 15,0 0-15,0 0 0,0 0 0,0 0 0,25 0 16,-25 0-16,0 0 0,0 0 0,0 0 0,0 0 0,0 0 16,25-25-16,-25 25 0</inkml:trace>
  <inkml:trace contextRef="#ctx0" brushRef="#br0" timeOffset="267030.2732">17289 15056 0,'0'-24'15,"0"24"-15,0 0 0,0-25 0,0 25 0,0 0 0,0-25 16,0 25-16,0 0 0,0 0 0,0-25 0,0 25 15,25 0-15,-25 0 0,0 0 0,0 0 0,0 0 0,0 25 16,0-25-16,0 0 0,0 25 0,0-25 0,0 25 16,24-25-16,-24 24 0,0 1 0,0 0 0,0-25 15,0 25-15,0 0 0,0-1 0,0 1 0,0-25 0,0 25 16,0 0-16,0 0 0,0-25 0,0 24 0,0 1 15,0-25-15,0 25 0,0-25 0,0 25 0,0-25 16,0 25-16,0-25 0,0 25 0,0-25 0,0 0 0,0 0 16,0 0-16,0 24 0,0-24 0,-24 0 0,24 0 15,0 0-15,0 0 0,0 0 0,0-24 0,-25 24 0,25 0 16,0 0-16,0-25 0,-25 25 0,25 0 0</inkml:trace>
  <inkml:trace contextRef="#ctx0" brushRef="#br0" timeOffset="267212.2836">17140 15180 0,'0'0'0,"0"0"0,0 0 0,0 0 16,0 0-16,25 0 0,-25 0 0,0 0 0,0 0 15,0 0-15,25 0 0,-25 0 0,0 0 0,24 0 0,1 0 16,-25 0-16,25 0 0,0 0 0,0 0 0,-1 0 16,1 25-16,0-25 0,0 0 0,-25 0 0,25 0 0,-1 0 15,1 0-15,0 25 0,0-25 0,-25 0 0,25 0 16,0 0-16,-25 0 0,24 0 0,1 25 0,-25-25 15,25 0-15,0 0 0,-25 0 0</inkml:trace>
  <inkml:trace contextRef="#ctx0" brushRef="#br0" timeOffset="267647.3085">18604 15404 0,'0'-25'0,"-25"25"0,25 0 0,0-25 0,0 25 0,-25-25 16,25 25-16,0-25 0,-25 25 0,25-24 0,0 24 15,-25-25-15,25 25 0,-25 0 0,25-25 0,0 25 0,-24-25 16,24 25-16,-25 0 0,25 0 0,-25-25 0,25 25 16,0 0-16,-25 0 0,25 0 0,-25 0 0,25 0 0,0 0 15,-24 0-15,24 0 0,0 0 0,-25 0 0,25 0 16,0 25-16,-25-25 0,25 0 0,0 25 0,0-25 15,-25 0-15,25 25 0,0-25 0,0 25 0,0-25 0,0 24 16,0 1-16,0-25 0,0 25 0,0-25 0,0 25 0,0-25 16,0 25-16,25-25 0,-25 25 0,0-25 0,0 0 15,25 24-15,-25-24 0,0 0 0,0 0 0,25 25 16,-25-25-16,0 0 0,0 0 0,24 0 0,-24 0 15,0 0-15,25 0 0,-25-25 0,0 25 0,25 0 0,-25 0 16,25-24-16,-25 24 0,0 0 0,25-25 0,-25 25 16,0-25-16,24 25 0,-24-25 0,25 25 0,-25-25 0,0 0 15,25 25-15,-25-24 0,0-1 0,0 0 0,0 25 16,25-25-16,-25 0 0</inkml:trace>
  <inkml:trace contextRef="#ctx0" brushRef="#br0" timeOffset="267884.3221">18579 14932 0,'0'0'0,"0"-24"16,0 24-16,0 0 0,0 0 0,0 0 0,0 0 15,0 0-15,0 0 0,0 0 0,0 0 0,-25 0 16,25 0-16,0 0 0,0 0 0,0 0 0,0 0 0,25 24 15,-25-24-15,0 25 0,0-25 0,0 25 0,0-25 16,0 25-16,0 0 0,0-25 0,0 24 0,0 1 16,0 0-16,0-25 0,25 25 0,-25 0 0,0-1 0,0 1 15,0-25-15,0 25 0,0 0 0,0 0 0,0-1 16,0-24-16,0 25 0,0 0 0,0 0 0,0-25 15,0 25-15,0-25 0,0 25 0,0-25 0,-25 24 16,25-24-16,0 0 0,0 25 0,0-25 0,0 0 0,0 0 0,0 25 16,0-25-16,0 0 0,0 0 0,0 0 0,0 0 15,0 0-15,0 0 0,0 0 0,-25 0 0,25-25 16,0 25-16,0 0 0,0 0 0</inkml:trace>
  <inkml:trace contextRef="#ctx0" brushRef="#br0" timeOffset="268669.3666">18678 15304 0,'0'0'0,"0"0"0,0 0 0,0 0 16,0 0-16,0 0 0,0 0 0,0 0 0,0 0 15,0 0-15,0 0 0,0 0 0,25 0 0,-25-24 16,0 24-16,0 0 0,25 0 0,-25 0 0,0 0 0,0 0 16,24-25-16,-24 25 0,0 0 0,25 0 0,-25-25 15,25 25-15,-25 0 0,0-25 0,25 25 0,-25-25 0,25 25 16,-25-24-16,24 24 0,-24-25 0,0 25 0,25-25 15,-25 25-15,0-25 0,25 25 0,-25-25 0,0 1 0,25 24 16,-25-25-16,0 25 0,0-25 0,0 25 0,0-25 16,0 0-16,0 25 0,0 0 0,0-24 0,0 24 15,0-25-15,-25 25 0,25 0 0,0-25 0,0 25 0,0 0 16,0 0-16,0-25 0,-25 25 0,25 0 0,0 0 15,0 0-15,0 0 0,0 0 0,0 0 0,0 0 16,0 0-16,0 0 0,0 0 0,0 0 0,-25 0 0,25 0 16,0 0-16,0 0 0,0 0 0,0 0 0,0 25 15,0-25-15,0 0 0,0 25 0,0-25 0,0 25 0,0-25 16,0 24-16,0-24 0,0 25 0,0 0 0,0 0 15,0-25-15,0 25 0,0-1 0,0 1 0,0 0 0,0-25 16,0 25-16,25 0 0,-25-1 0,0-24 0,0 25 16,0 0-16,0-25 0,0 25 0,0 0 0,0-25 15,0 24-15,0 1 0,0-25 0,0 25 0,0-25 0,0 0 16,0 25-16,0-25 0,25 0 0,-25 25 0,0-25 15,0 0-15,0 0 0,0 0 0,0 0 0,25 0 0,-25 0 16,0 0-16,25 0 0,-25 0 0,24 0 0,-24 0 16,25 0-16,0-25 0,-25 25 0,25 0 0,0-25 0,-25 25 15,24 0-15,1-25 0,-25 25 0,25-25 0,0 1 16,-25 24-16,25-25 0,-25 25 0,24-25 0</inkml:trace>
  <inkml:trace contextRef="#ctx0" brushRef="#br0" timeOffset="268933.3821">19348 14858 0,'0'0'15,"0"-25"-15,-25 25 0,25 0 0,0 0 0,0 0 0,0-25 16,0 25-16,0 0 0,0 0 0,0 0 0,0 0 16,-25 0-16,25 0 0,0 25 0,0-25 0,0 0 0,0 25 15,0-25-15,0 25 0,0-25 0,0 25 0,0-1 16,0 1-16,0 0 0,0 0 0,0 0 0,0-1 15,25 1-15,-25-25 0,0 25 0,0 0 0,0 0 0,0-1 16,0 1-16,0 0 0,0-25 0,0 25 0,0 0 16,0-25-16,0 24 0,0 1 0,0-25 0,0 25 15,0-25-15,0 25 0,0-25 0,0 0 0,0 25 0,0-25 16,0 0-16,0 0 0,0 25 0,0-25 0,0 0 15,0 0-15,0 0 0,0 0 0,0-25 0,0 25 0,-25 0 16,25 0-16,0-25 0,0 25 0,0 0 0</inkml:trace>
  <inkml:trace contextRef="#ctx0" brushRef="#br0" timeOffset="269115.3925">19199 15156 0,'0'0'0,"0"0"0,0 0 0,0 0 16,0 0-16,0 0 0,0 0 0,25 0 0,-25 0 16,0 0-16,0 0 0,24 0 0,-24 0 0,25 0 15,-25 0-15,25 24 0,-25-24 0,25 0 0,-25 0 0,25 0 16,-1 0-16,-24 0 0,25 0 0,0-24 0,-25 24 15,25 0-15,0 0 0,-25 0 0,24 0 0,1 0 0,-25-25 16,25 25-16,0 0 0,-25 0 0,25 0 0</inkml:trace>
  <inkml:trace contextRef="#ctx0" brushRef="#br0" timeOffset="269481.4134">19695 14858 0,'0'0'0,"0"0"0,0-25 0,0 25 15,25 0-15,-25 0 32,0 0-32,0 0 0,0 0 0,0 0 0,0 0 0,25 0 0,-25-25 0,0 25 0,24 0 0,-24 0 0,25 0 0,-25 0 0,0 0 0,25 0 15,-25 0-15,25 0 0,-25 0 0,25 0 0,-25 0 16,0 0-16,0 0 0,24 25 0,-24-25 0,0 0 15,0 0-15,0 0 0,0 0 0,0 25 0,0-25 0,0 0 16,0 0-16,0 25 0,0-25 0,0 0 0,0 25 0,-24-25 16,24 0-16,0 24 0,-25-24 0,25 25 0,-25-25 15,25 0-15,0 25 0,-25-25 0,25 0 0,-25 25 16,25-25-16,0 0 0,-24 25 0,24-25 0,0 0 0,0 24 15,0-24-15,0 0 0,0 0 0,0 0 0,0 25 16,0-25-16,0 0 0,0 0 0,24 0 0,-24 25 0,0-25 16,25 0-16,0 0 0,-25 0 0,25 0 0,0 0 15,-25 0-15,24 0 0,1 0 0,0 25 0,0-25 0,-25 0 16,25 0-16,-1 0 0,-24 0 0,25 0 0,-25-25 15,25 25-15,-25 0 0,0 0 0,0 0 0,0 0 16,0-25-16,0 25 0,0 0 0,0 0 0,-25 0 0</inkml:trace>
  <inkml:trace contextRef="#ctx0" brushRef="#br0" timeOffset="269925.4388">18628 14908 0,'0'0'0,"0"0"0,0 0 0,0 0 0,0 0 0,0 0 16,0 0-16,0 0 0,0 0 0,0 0 0,0 0 0,0 0 15,0 0-15,0 0 0,25 0 0,-25 0 0,0 0 16,25 0-16,-25 0 0,25 0 0,-25 0 0,25 0 0,-25 0 16,24 0-16,-24 0 0,25 0 0,-25 24 0,25-24 15,-25 0-15,25 0 0,-25 0 0,25 0 0,-25 0 0,0 0 16,24 0-16,-24 0 0,0 0 0,0 0 0,0 0 15,0 0-15,0 0 0</inkml:trace>
  <inkml:trace contextRef="#ctx0" brushRef="#br0" timeOffset="272425.5818">4093 16470 0,'0'0'0,"0"0"0,0 0 16,0 0-16,0 0 0,0 0 0,0 0 0,0 0 15,0 0-15,0 0 0,0 0 0,0 0 0,0 0 0,0 0 16,0 0-16,0 0 0,0 0 0,0 0 0,0 0 16,0-24-16,0 24 0,0 0 0,0 0 0,0 0 0,0 0 15,0 0-15,0 0 0,0 0 0,0 0 0,0 0 16,0 0-16,0 0 0,0 0 0,0 0 0,0 0 0,0 0 15,-25 0-15,25 0 0,0 0 0,0 0 0,0 0 16,0 0-16,0 0 0,-25 0 0,25 0 0,0 0 0,0 0 16,-25 0-16,25 0 0,0 0 0,0 0 0,-24 0 15,24 0-15,0 0 0,0 0 0,0 24 0,-25-24 0,25 0 16,0 0-16,0 25 0,0-25 0,-25 0 0,25 25 15,0-25-15,0 0 0,0 25 0,-25-25 0,25 25 0,0-25 16,0 24-16,0 1 0,0-25 0,0 25 0,0 0 16,0-25-16,0 25 0,25-25 0,-25 24 0,0 1 0,0-25 15,0 25-15,0-25 0,25 0 0,-25 25 0,0-25 0,0 25 16,25-25-16,-25 0 0,0 0 0,24 24 0,-24-24 15,0 0-15,0 0 0,25 0 0,-25 0 0,25 0 0,-25 0 16,0 0-16,25 0 0,-25 0 0,25 0 0,-25 0 16,24 0-16,-24-24 0,25 24 0,-25 0 0,25 0 0,-25 0 15,25-25-15,-25 25 0,25 0 0,-25 0 0,0-25 0,24 25 16,-24 0-16,0 0 0,25-25 0,-25 25 0,0 0 15,0 0-15,0-25 0,25 25 0,-25 0 0</inkml:trace>
  <inkml:trace contextRef="#ctx0" brushRef="#br0" timeOffset="272706.5979">4390 16545 0,'0'0'0,"0"0"0,0-25 0,0 25 0,0 0 16,-24 0-16,24 0 0,0 0 0,0 0 0,0-25 16,0 25-16,0 0 0,0 0 0,0 25 0,0-25 0,0 0 15,0 0-15,0 0 0,0 0 0,0 25 0,0-25 0,0 0 16,0 25-16,0-25 0,0 24 0,0-24 0,0 25 15,0-25-15,0 25 0,0-25 0,0 25 0,0-25 0,0 25 16,0-25-16,0 24 0,0-24 0,0 25 0,0-25 16,0 25-16,0-25 0,0 25 0,0-25 0,0 25 15,0-25-15,0 24 0,0-24 0,-25 0 0,25 25 0,0-25 0,0 0 16,0 25-16,0-25 0,0 0 0,0 0 15,0 25-15,0-25 0,0 0 0,0 0 0,0 0 0,0 0 0,0 0 16,-25 0-16,25 0 0,0 0 0,0-25 0,0 25 16,0 0-16,0 0 0,0-25 0,0 25 0,0-25 0,0 25 15,0-24-15,0 24 0,0-25 0</inkml:trace>
  <inkml:trace contextRef="#ctx0" brushRef="#br0" timeOffset="273133.6223">4341 16594 0,'0'0'0,"0"0"0,0-24 0,0 24 16,0 0-16,25-25 0,-25 25 0,0 0 0,0 0 0,0 0 15,0 0-15,24 0 0,-24 0 0,0 0 0,0 0 0,0 0 16,0 0-16,25 0 0,-25 0 0,0 25 0,0-25 15,0 0-15,25 0 0,-25 24 0,0-24 0,0 0 16,0 25-16,0-25 0,25 25 0,-25-25 0,0 25 0,0-25 16,0 25-16,0-25 0,25 24 0,-25-24 0,0 25 0,0-25 15,0 0-15,0 25 0,0-25 0,24 25 0,-24-25 16,0 0-16,0 25 0,0-25 0,25 0 0,-25 0 0,0 0 15,0 24-15,0-24 0,0 0 0,0 0 0,0 0 16,25 0-16,-25 0 0,0 0 0,0 0 0,0 0 0,0 0 16,0-24-16,25 24 0,-25 0 0,0 0 0,0 0 15,25-25-15,-25 25 0,0 0 0,0-25 0,0 25 0,24-25 16,-24 25-16,0 0 0,0-25 0,0 25 0,25-24 15,-25 24-15,0-25 0,0 25 0,0-25 0,0 25 0,0-25 16,0 25-16,0-25 0,0 25 0,0 0 0,0-24 16,0 24-16,0 0 0,0 0 0,0 0 0,0 0 0,0 0 15,0 0-15,0 0 0,0 0 0,0 0 0,0 0 0,0 0 16,0 24-16,0-24 0,0 0 0,0 25 0,0-25 15,0 25-15,25-25 0,-25 25 0,0-25 0,0 25 0,0-25 16,0 24-16,0-24 0,0 25 0,0-25 0,0 25 16,0 0-16,0-25 0,0 25 0,0-25 0,0 24 0,0-24 15,0 25-15,0-25 0,0 25 0,25-25 0,-25 25 0,0-25 16,0 0-16,0 25 0,0-25 0,25 0 0,-25 0 15,0 0-15,0 0 0,0 0 0,24 0 0,-24 0 0</inkml:trace>
  <inkml:trace contextRef="#ctx0" brushRef="#br0" timeOffset="274257.6866">5085 16942 0,'0'0'0,"0"0"0,0 0 0,0 0 16,0 0-16,0 0 0,0 0 0,0 0 0,0 0 0,0 0 16,25 0-16,-25 0 0,0-25 0,0 25 0,25 0 15,-25 0-15,0 0 0,24-25 0,-24 25 0,0 0 0,25-25 16,-25 25-16,25 0 0,-25-25 0,25 25 0,-25 0 15,25-24-15,-25 24 0,24-25 0,-24 25 0,25-25 0,-25 25 16,25-25-16,-25 25 0,25-25 0,-25 25 0,25-24 16,-25-1-16,0 25 0,0-25 0,24 25 0,-24-25 0,0 25 15,0-25-15,0 1 0,0 24 0,0-25 0,0 25 16,0-25-16,0 25 0,0-25 0,0 25 0,0-25 0,0 25 15,0-24-15,0 24 0,-24-25 0,24 25 0,0 0 0,0-25 16,0 25-16,-25 0 0,25 0 0,0 0 16,0-25-16,0 25 0,-25 0 0,25 0 0,0 0 0,0 0 15,0 0-15,0 0 0,-25 25 0,25-25 0,0 0 0,0 0 16,0 0-16,0 25 0,0-25 0,0 0 0,0 25 0,0-25 15,-25 24-15,25-24 0,0 25 0,0 0 0,0-25 16,0 25-16,0 0 0,25-25 0,-25 24 0,0 1 16,0-25-16,0 25 0,0 0 0,0-25 0,0 25 0,0-1 15,0-24-15,0 25 0,0 0 0,0-25 0,0 25 0,0-25 16,25 25-16,-25-25 0,0 24 0,0-24 0,0 25 15,0-25-15,0 0 0,0 25 0,0-25 0,0 0 0,0 25 16,0-25-16,0 0 0,0 0 0,0 25 0,0-25 16,0 0-16,0 0 0,0 0 0,0 0 0,0 0 0,0 0 15,0 0-15,0 0 0,0 0 0,0 0 0,25 0 0,-25 0 16,0 0-16,0 0 0,0 0 0,0-25 0,0 25 15,25 0-15,-25 0 0,0 0 0,0-25 0,24 25 0,-24 0 16,0-25-16,0 25 0,25 0 0,-25-25 0,0 25 16,0-24-16,25 24 0,-25 0 0,0 0 0,25-25 0,-25 25 15,0 0-15,0 0 0,0-25 0,25 25 0,-25 0 0,0 0 16,0 0-16,0 0 0,0 0 0,0 0 0,0 0 15,0 0-15,0 0 0,0 0 0,0 0 0,0 0 0,0 0 16,0 0-16,0 0 0,0 0 0,0 0 0,0 0 16,0 0-16,0 0 0,0 25 0,0-25 0,0 0 0,0 0 15,0 25-15,0-25 0,0 0 0,24 24 0,-24-24 0,0 25 16,0-25-16,0 25 0,0-25 0,0 0 0,0 25 16,0-25-16,0 25 0,25-25 0,-25 0 0,0 24 0,0-24 15,0 0-15,25 25 0,-25-25 0,0 0 0,25 0 16,-25 0-16,0 0 0,25 0 0,-25 25 0,0-25 0,24-25 15,-24 25-15,0 0 0,25 0 0,-25 0 0,0 0 0,25 0 16,-25 0-16,0-25 0,25 25 0,-25 0 0,0 0 16,25-24-16,-25 24 0,0 0 0,0-25 0,24 25 0,-24-25 15,0 25-15,0 0 0,0-25 0,0 25 0,0 0 16,0-25-16,0 25 0,0-24 0,0 24 0,0 0 0,0 0 15,0-25-15,0 25 0,0 0 0,0 0 0,0 0 16,0-25-16,0 25 0,-24 0 0,24 0 0,0 0 0,0 0 16,0 0-16,0 0 0,0 0 0,0 0 0,0 0 0,0 0 15,-25 25-15,25-25 0,0 0 0,0 0 0,0 0 16,0 25-16,0-25 0,0 0 0,0 24 0,0-24 0,0 0 15,0 25-15,0-25 0,0 0 0,0 25 0,0-25 0,0 0 16,25 25-16,-25-25 0,0 25 0,0-25 0,0 0 16,0 24-16,0-24 0,0 0 0,24 0 0,-24 25 0,0-25 15,0 0 48,25 25-17,0-25-46,-25 0 0,0 0 0,0 0 0,25 0 0,-25 0 0,0 0 0,0 0 0,0-25 0,25 25 0,-25 0 0,0-25 0,0 25 0,0 0 0,25-24 0,-25 24 0,0-25 0,0 25 16,0-25-16,0 25 0,0-25 0,0 25 0,0-25 0,0 25 0,0-24 0,0 24 0,0-25 0,0 0 0,0 25 0,0-25 0,-25 25 0,25-25 0,0 25 0,0-24 0,0 24 0,0 0 0,-25-25 0,25 25 0,0 0 0,0 0 0,0 0 0,0 0 0,0 0 16,0 0-16,-25 0 0,25 0 0,0 0 0,0 0 0,0 0 15,0 0-15,0 25 0,0-25 0,-25 0 0,25 0 16,0 0-16,0 24 0,0-24 0,-25 25 0,25-25 0</inkml:trace>
  <inkml:trace contextRef="#ctx0" brushRef="#br0" timeOffset="274510.7011">5829 17214 0,'0'25'16,"0"-25"-16,25 0 0,-25 0 0,0 0 0,0 0 16,0 0-16,0 0 0,0 0 0,0 0 0,0 0 0,0 0 15,0 0-15,0 0 0,0 0 0,0 0 0,0 0 0,0 0 16,0 0-16,0 0 0,0 0 0,0 0 0,0 0 0,25 0 15,-25 0-15,0 0 0,0 0 0,25 0 0,-25 0 0,0-25 16,24 25-16</inkml:trace>
  <inkml:trace contextRef="#ctx0" brushRef="#br0" timeOffset="274983.7281">6722 16842 0,'0'0'0,"0"0"15,0 0-15,0 0 0,0 0 0,0 0 0,0 0 0,0 0 16,0-24-16,0 24 0,0 0 0,0 0 0,0 0 0,0 0 15,0 0-15,0 0 0,0 0 0,0 0 0,0 0 16,0 0-16,0 0 0,0 0 0,0 24 140,74 125-140,-74-124 0,25-25 0,-25 25 0,0-25 0,0 0 0,0 25 0,0-25 0,25 0 0,-25 24 0,0-24 0,0 0 0,0 0 0,0 0 16,0 25-16,0-25 0,0 0 0,0 0 0,25 0 0,-25 0 0,0 0 0,0 0 0,0 0 0,0 0 0,0 0 0,0-25 0,0 25 0,0 0 0,0 0 0,25-24 0,-25 24 0,0 0 0,0-25 0,0 25 0,0-25 0,0 25 16,0-25-16,0 25 0,0-25 0,25 25 0,-25-24 0,0 24 0,0-25 0,0 25 0,0-25 15,0 25-15,0 0 0,0 0 0,0 0 0,0-25 0,0 25 16,0 0-16,0 0 0,0 0 0,0 0 0,0 0 0,24 0 15,-24 0-15,0 0 0,0 0 0,0 0 16,25 0-16,-25 0 0,0 0 0</inkml:trace>
  <inkml:trace contextRef="#ctx0" brushRef="#br0" timeOffset="275415.7526">7119 16942 0,'0'0'0,"0"0"0,0 0 0,0 0 0,0 0 16,0 0-16,0 24 0,0-24 0,0 0 0,0 0 15,0 0-15,0 0 0,0 0 0,25 0 0,-25 0 0,0 0 16,0 0-16,0 0 0,25 0 0,-25-24 0,0 24 0,24 0 15,-24 0-15,0 0 0,25 0 0,-25 0 0,25-25 16,-25 25-16,0 0 0,25 0 0,-25 0 0,0 0 0,25-25 16,-25 25-16,0 0 0,0 0 0,0 0 0,0-25 15,0 25-15,24 0 0,-24 0 0,0 0 0,-24-25 16,24 25-16,0 0 0,0 0 0,0-24 0,0 24 0,0 0 0,0 0 15,-25-25-15,25 25 0,0 0 0,0 0 0,-25-25 16,25 25-16,0 0 0,-25 0 0,25-25 0,0 25 16,-25 0-16,25 0 0,0 0 0,-24 0 0,24 0 0,0-25 15,-25 25-15,25 0 0,0 0 0,-25 0 0,25 0 0,0 25 16,0-25-16,-25 0 0,25 0 0,0 0 0,0 0 15,-25 25-15,25-25 0,0 0 0,0 25 0,0-25 0,0 0 16,0 25-16,-24-25 0,24 0 0,0 24 0,0-24 16,0 25-16,0 0 0,24-25 0,-24 25 0,0-25 0,0 25 15,0-25-15,0 24 0,25-24 0,-25 25 0,0-25 0,25 25 16,-25-25-16,25 25 0,-25-25 0,25 0 0,-25 25 15,24-25-15,1 0 0,-25 24 0,25-24 0,-25 0 16,25 0-16,0 0 0,-25 0 0,24 0 0,-24 0 0,25 0 16,0 0-16,-25 0 0,25 0 0,-25 0 0,25 0 0,-25-24 15,24 24-15,-24 0 0,25 0 0,0-25 0,-25 25 0,25-25 16,-25 25-16</inkml:trace>
  <inkml:trace contextRef="#ctx0" brushRef="#br0" timeOffset="275796.7746">7764 16718 0,'25'0'0,"-25"-24"0,0 24 15,0-25-15,-25 25 0,25-25 0,0 25 0,0-25 16,0 25-16,0 0 0,0-25 0,0 25 0,-25 0 0,25-24 16,0 24-16,0 0 0,0-25 0,0 25 0,-25 0 0,25 0 15,0 0-15,0 0 0,0-25 0,0 25 0,0 0 16,0 0-16,-25 0 0,25 0 0,0 0 0,0 0 0,0 0 15,0 0-15,0 0 0,0 0 0,0 0 0,0 0 16,0 25-16,0-25 0,0 0 0,0 0 0,0 0 0,0 25 16,0-25-16,0 0 0,0 24 0,0-24 0,0 25 0,0-25 15,0 25-15,0-25 0,0 25 0,0-25 0,0 25 16,0-25-16,0 24 0,0-24 0,0 25 0,0-25 0,0 25 15,0-25-15,0 25 0,0-25 0,0 25 0,0-25 16,0 0-16,0 24 0,0-24 0,0 25 0,0-25 0,0 0 16,0 25-16,0-25 0,25 0 0,-25 0 0,0 25 0,0-25 15,25 0-15,-25 0 0,0 0 0,0 25 0,25-25 16,-25 0-16,0 0 0,25 0 0,-25 0 0,0 0 0,24 0 15,-24 0-15,25 0 0,-25 0 0,0 0 0,25 0 16,-25 0-16,0 0 0,25 0 0,-25 0 0,25 0 0,-25-25 16,0 25-16,24 0 0,-24-25 0,0 25 0,25 0 0,-25-25 15,25 25-15,-25-25 0,0 25 0</inkml:trace>
  <inkml:trace contextRef="#ctx0" brushRef="#br0" timeOffset="276441.8115">8161 16321 0,'0'0'0,"0"0"0,0 0 62,0 0-62,-25-24 0,25 24 0,0 0 0,0 0 0,0 0 0,0 0 0,0 0 0,0 24 0,0-24 0,0 0 0,0 0 16,0 25-16,0-25 0,0 25 0,0-25 0,0 25 0,0-25 0,0 25 0,0 0 0,0-25 0,0 24 0,0 1 0,0-25 0,0 25 0,0 0 0,25 0 0,-25-25 0,0 24 0,0 1 0,0-25 15,0 25-15,0 0 0,0-25 0,0 25 0,0-25 16,0 24-16,0 1 0,0-25 0,0 25 0,0-25 0,0 0 16,0 25-16,0-25 0,0 25 0,0-25 0,0 0 0,0 24 15,0-24-15,0 0 0,0 0 0,0 0 0,0 25 16,0-25-16,-25 0 0,25 0 0,0 0 0,0 0 0,-25 0 15,25 0-15,0-25 0,0 25 0,-25 0 0,25 0 16,0 0-16,0-24 0,0 24 0,-24 0 0,24-25 16,0 25-16,0-25 0,0 25 0,0-25 0,0 25 0,0 0 15,0-25-15,24 25 0,-24-24 0,0 24 0,0 0 0,0 0 16,25-25-16,-25 25 0,0 0 0,25 0 0,-25 0 0,0-25 15,25 25-15,-25 0 0,0 0 0,25 0 0,-25 0 16,24 0-16,-24 0 0,25 0 0,-25 0 0,0 0 0,25 0 16,-25 0-16,0 0 0,25 0 0,-25 0 0,0 0 15,0 0-15,0 25 0,0-25 0,25 0 0,-25 0 0,0 25 16,0-25-16,0 0 0,0 24 0,0-24 0,0 0 0,0 25 15,0-25-15,0 0 0,0 25 0,0-25 0,0 25 16,0-25-16,0 25 0,0-25 0,0 0 0,0 24 0,0-24 16,0 0-16,0 25 0,0-25 0,0 0 0,0 0 15,0 25-15,0-25 0,24 0 0,-24 0 0,0 0 0,0 0 16,25 0-16,-25 0 0,0 0 0,25 0 0,-25 0 0,0 0 15,25 0-15,-25 0 0,0 0 0,25-25 0,-25 25 16,24 0-16,-24 0 0,0-25 0,0 25 0,25 0 0,-25-24 16,0 24-16,0 0 0,0-25 0,0 25 0,0-25 15,0 25-15,0-25 0,0 25 0,0-25 0,0 25 16,-25 0-16,25-24 0,0 24 0,0 0 0,0-25 0,-24 25 15,24 0-15,0 0 0,0-25 0,0 25 0,0 0 16,0 0-16,0 0 0,0 0 0,-25 0 0,25 0 0,0 0 16,0 0-16,0 0 0,0 0 0,0 0 0,-25 0 0,25 0 15,0 25-15,0-25 0,0 0 0,-25 0 0,25 0 0,0 0 16,0 0-16,0 0 0,0 0 0,0-25 0,0 25 15</inkml:trace>
  <inkml:trace contextRef="#ctx0" brushRef="#br0" timeOffset="276725.8276">8434 16470 0,'0'0'15,"0"-24"-15,24 24 0,-24 0 0,0 0 0,0 0 16,0 0-16,25 0 0,-25 0 0,0-25 0,0 25 0,25 0 16,-25 0-16,25 0 0,-25 0 0,0 25 0,25-25 0,-25 0 15,0 0-15,24 0 0,-24 0 0,0 0 0,25 24 16,-25-24-16,0 0 0,0 0 0,0 25 0,0-25 0,0 0 15,0 25-15,0-25 0,0 25 0,0-25 0,0 25 16,-25-25-16,25 0 0,0 24 0,-24-24 0,24 25 0,-25-25 16,25 25-16,-25-25 0,25 25 0,-25-25 0,0 0 0</inkml:trace>
  <inkml:trace contextRef="#ctx0" brushRef="#br0" timeOffset="277106.8496">9649 17090 0,'0'0'15,"-25"-24"-15,25 24 0,0 0 0,-25-25 0,25 25 0,0 0 16,-24-25-16,24 25 0,0-25 0,-25 25 0,25 0 15,0-25-15,-25 25 0,25-24 0,-25 24 0,25 0 0,0-25 16,0 25-16,-25 0 0,25 0 0,0 0 0,0-25 0,-24 25 16,24 0-16,0 0 0,0 25 0,-25-25 0,25 0 15,0 0-15,0 0 0,0 25 0,0-25 0,0 0 0,0 24 16,-25-24-16,25 0 0,0 25 0,0-25 0,0 25 15,0-25-15,0 0 0,0 25 0,0-25 0,25 0 0,-25 25 16,0-25-16,0 0 0,25 24 0,-25-24 0,0 0 16,0 0-16,24 0 0,-24 0 0,25 0 0,-25 25 0,25-25 15,-25 0-15,25 0 0,-25 0 0,25-25 0,-25 25 0,24 0 16,-24 0-16,0 0 0,25 0 0,-25-24 0,25 24 15,-25 0-15,25-25 0,-25 25 0,25 0 0,-25-25 0,24 25 16,-24-25-16,25 25 0,-25-25 0,0 1 0,25 24 0,-25-25 16,0 0-16,0 25 0,25-25 0</inkml:trace>
  <inkml:trace contextRef="#ctx0" brushRef="#br0" timeOffset="277722.8848">9798 16619 0,'0'-25'0,"0"25"0,0-24 0,0 24 0,0-25 0,0 25 16,0-25-16,0 25 0,-25 0 0,25-25 0,0 25 16,0 0-16,0 0 0,0 0 0,0 0 0,0 0 15,0 0-15,0 0 0,0 0 0,0 0 0,0 0 0,0 0 16,0 0-16,0 25 0,0-25 0,0 0 0,0 25 0,0 0 15,0-25-15,0 24 0,0-24 0,0 25 0,0 0 16,0 0-16,0-25 0,0 25 0,0-1 0,0 1 0,0-25 16,0 25-16,0 0 0,0 0 0,0-25 0,0 24 0,0 1 15,0-25-15,0 25 0,0 0 0,25-25 0,-25 25 16,0-25-16,0 24 0,0-24 0,0 25 0,0-25 0,0 25 15,25-25-15,-25 0 0,0 25 0,0-25 0,0 0 16,0 0-16,0 25 0,24-25 0,-24 0 0,0 0 0,0 0 16,0 0-16,25 0 0,-25 0 0,0 0 0,0 0 0,25 0 15,-25 0-15,0 0 0,25 0 0,-25-25 0,0 25 16,25 0-16,-25 0 0,24 0 0,-24-25 0,0 25 0,0 0 15,25-25-15,-25 25 0,0 0 0,0-25 0,25 25 16,-25 0-16,0 0 0,0-24 0,0 24 0,0 0 0,0 0 16,0-25-16,0 25 0,0 0 0,0-25 0,0 25 0,0 0 15,0 0-15,0 0 0,0-25 0,0 25 0,0 0 16,0 0-16,0 0 0,-25 0 0,25 0 0,0 0 0,0 0 15,0 0-15,0 0 0,0 0 0,0 0 0,0 0 16,-25 25-16,25-25 0,0 0 0,0 25 0,0-25 47,50 198 46,-25-198-93,-25 0 0,0 0 0,25 0 0,-25 0 0,0 0 0,25 0 0,-25 0 16,0 0-16,24 0 0,-24 0 0,0 0 0,25 0 0,-25-25 0,0 25 0,0 0 0,25-24 0,-25 24 0,0 0 0,0-25 0,0 25 0,0-25 0,0 25 0,0-25 0,0 25 0,0-25 0,0 25 0,0-24 0,0 24 0,-25-25 0,25 0 0,0 25 0,0-25 0,-25 25 0,25-25 0,0 25 0,0 0 0,-24-24 16,24 24-16,0 0 0,0 0 0,-25 0 0,25 0 15,0 0-15,0 0 0,0 0 0,0 0 0,0 0 0,0 0 16,0 0-16,0 0 0,-25 0 0,25 0 0,0 0 15,0 0-15,0 0 0,0 0 0,0 0 0,25 0 0,-25 0 16,0 0-16,0 0 0,0 0 0,0 0 0,0 0 0,25 0 16</inkml:trace>
  <inkml:trace contextRef="#ctx0" brushRef="#br0" timeOffset="277963.8986">10443 16470 0,'0'0'16,"-25"0"-16,25-24 0,0 24 0,-25 0 0,25 0 0,0 0 15,-25 0-15,25 0 0,0 0 0,-24 0 0,24 0 16,-25 0-16,25 0 0,0 0 0,-25 0 0,25 24 0,-25-24 16,25 0-16,-25 0 0,25 0 0,-24 0 0,24 25 0,-25-25 15,0 0-15,25 0 0,-25 0 0,0 0 0,1 0 16</inkml:trace>
  <inkml:trace contextRef="#ctx0" brushRef="#br0" timeOffset="278142.9086">9674 16470 0,'0'0'0,"-25"0"0,25 25 0,0-25 0,0 0 0,0 0 0,0 0 0,0 0 0,0 0 0,25 0 0,-25 0 0,0 0 0,25 0 0,-25-25 0,24 25 16,1 0-16,-25 0 0,25 0 0,0 0 0,0 0 0,-1 0 16,1 0-16,0 0 0,0 0 0,0 0 0,-1 0 0,1 0 15,-25 0-15,25 0 0,0 0 0,0 0 0,0 0 16,-1 0-16,-24 0 0,25 0 0</inkml:trace>
  <inkml:trace contextRef="#ctx0" brushRef="#br0" timeOffset="279372.9792">11261 16346 0,'0'0'0,"0"0"0,0-25 0,0 25 0,0 0 0,0-24 16,0 24-16,0 0 0,0 0 0,0 0 0,0-25 0,0 25 15,0 0-15,0 0 0,0 0 0,0 0 0,0 0 16,0 0-16,0 0 0,0 0 0,0 25 0,0-25 0,0 0 16,0 24-16,0-24 0,0 25 0,0 0 0,0-25 15,0 25-15,0 0 0,0 0 0,0-1 0,0 1 0,-24-25 16,24 25-16,0 0 0,0 0 0,0-1 0,0 1 0,0 0 15,0 0-15,0-25 0,0 25 0,0-1 0,-25 1 16,25-25-16,0 25 0,0 0 0,0-25 0,0 25 0,0-1 16,0-24-16,0 25 0,0-25 0,0 0 0,0 25 15,0-25-15,0 0 0,0 0 0,0 0 0,25 25 0,-25-25 16,0 0-16,0 0 0,0 0 0,0 0 0,0 0 15,0 0-15,24 0 0,-24 0 0,0 0 0,25 0 0,-25 0 16,0-25-16,25 25 0,-25 0 0,25 0 0,-25 0 16,25-25-16,-25 25 0,24 0 0,-24-25 0,25 25 0,-25 0 15,25-24-15,-25 24 0,25 0 0,-25-25 0,25 25 0,-25-25 16,0 25-16,24 0 0,-24-25 0,0 25 0,0 0 0,0 0 15,0-25-15,0 25 0,0 0 0,0-24 0,0 24 16,0 0-16,0 0 0,0-25 0,0 25 0,0 0 0,0 0 16,-24-25-16,24 25 0,0 0 0,0 0 0,0-25 15,0 25-15,0 0 0,0 0 0,0 0 0,-25 0 0,25 0 16,0 0-16,0 0 0,0 0 0,0 0 0,0 0 15,-25 0-15,25 0 0,0 25 0,0-25 0,0 0 0,0 0 16,-25 25-16,25-25 0,0 0 0,0 25 0,0-25 16,0 24-16,0-24 0,0 0 0,0 25 0,0-25 0,0 0 15,0 25-15,0-25 0,0 25 0,0-25 0,0 0 0,0 25 16,0-25-16,0 0 0,25 24 0,-25-24 0,0 0 15,0 25-15,0-25 0,0 0 0,0 0 0,0 0 0,0 0 16,0 0-16,0 0 0,25 0 0,-25 0 0,0 0 16,0 0-16,0 0 0,0 0 0,0 0 0,0 0 0,25 0 15,-25 0-15,0-25 0,0 25 0,0 0 0,0 0 0,24-24 16,-24 24-16,0 0 0,0 0 0,0-25 0,0 25 15,25 0-15,-25 0 0,0 0 0,0-25 0,0 25 0,0 0 16,0 0-16,0 0 0,0 0 0,0 0 0,0 25 16,0-25-16,0 0 0,0 0 0,0 0 0,0 25 0,0-25 15,0 0-15,0 24 0,0-24 0,0 0 0,0 25 0,0-25 16,0 25-16,0-25 0,0 0 0,0 25 0,0-25 15,0 0-15,0 25 0,0-25 0,0 0 0,0 0 0,0 0 16,0 0-16,0 0 0,0 0 0,0 0 0,0 0 16,0 0-16,0 0 0,0 0 0,0-25 0,0 25 0</inkml:trace>
  <inkml:trace contextRef="#ctx0" brushRef="#br0" timeOffset="279602.9923">11435 16570 0,'0'0'16,"0"0"-16,0 0 0,0 0 0,0 0 0,0 0 0,0 0 15,25 0-15,-25-25 0,0 25 0,25 0 0,-25 0 16,24 0-16,1 0 0,-25 0 0,25 0 0,0 0 0,0 0 16,-1 0-16,-24 25 0,25-25 0,0 0 0,0 0 15,0 0-15,-1 0 0,1 0 0,-25 0 0</inkml:trace>
  <inkml:trace contextRef="#ctx0" brushRef="#br0" timeOffset="281284.0885">12328 16892 0,'0'0'16,"0"0"-16,0 0 0,0 0 0,0 0 0,0 0 0,0 0 15,0 0-15,25 0 0,-25 0 0,0 0 0,0 0 16,0 0-16,0 0 0,0 0 0,0 0 0,0-25 0,25 25 15,-25 0-15,0 0 0,0 0 0,0 0 0,24-25 0,-24 25 16,0 0-16,25 0 0,-25-24 0,25 24 0,-25 0 16,0-25-16,25 25 0,-25 0 0,0 0 0,25-25 15,-25 25-15,24 0 0,-24-25 0,0 25 0,25 0 0,-25-25 16,25 25-16,-25-24 0,0 24 0,25 0 0,-25-25 0,25 25 15,-25 0-15,24-25 0,-24 25 0,0-25 0,25 25 16,-25-25-16,0 25 0,0-24 0,0 24 0,0-25 0,0 25 16,25-25-16,-25 25 0,0 0 0,0-25 0,0 25 15,0-25-15,0 25 0,0 0 0,-25-24 0,25 24 0,0-25 16,0 25-16,0 0 0,0-25 0,-25 25 0,25 0 0,0 0 15,-24-25-15,24 25 0,0 0 0,0 0 0,0 0 16,-25-25-16,25 25 0,0 0 0,0 0 0,0 0 16,0 0-16,0 0 0,0 0 0,0 0 0,0 0 0,0 0 15,0 0-15,0 0 0,0 0 0,0 25 0,0-25 16,-25 0-16,25 0 0,0 25 0,0-25 0,0 0 0,0 25 15,0-25-15,0 25 0,0-1 0,0-24 0,0 25 16,0 0-16,0-25 0,0 25 0,0 0 0,0-1 0,0-24 16,0 25-16,0 0 0,0 0 0,0-25 0,0 25 15,0-1-15,0 1 0,0-25 0,0 25 0,0 0 0,0-25 16,0 25-16,0-1 0,0-24 0,0 25 0,0-25 0,0 25 15,0-25-15,0 25 0,0-25 0,0 25 0,0-25 16,-25 24-16,25-24 0,0 0 0,0 25 0,0-25 0,0 0 16,0 0-16,0 0 0,0 0 0,0 25 0,0-25 15,0 0-15,0 0 0,0 0 0,0 0 0,0 0 0,0 0 16,0 0-16,0 0 0,0 0 0,0 0 0,0 0 0,0-25 15,0 25-15,0 0 0,0 0 0,0 0 0,25-25 16,-25 25-16,0 0 0,0-24 0,25 24 0,-25-25 0,0 25 16,0-25-16,25 25 0,-25 0 0,0-25 0,24 25 15,-24-25-15,0 25 0,0 0 0,25-24 0,-25 24 0,0 0 16,25-25-16,-25 25 0,0 0 0,0 0 0,0-25 0,25 25 15,-25 0-15,0 0 0,0 0 0,0 0 0,0 0 16,0 0-16,0 25 0,0-25 0,0 0 0,0 0 0,0 25 16,0-25-16,0 0 0,0 24 0,0-24 0,0 25 15,0-25-15,0 25 0,0-25 0,0 25 0,0 0 0,0-25 16,0 24-16,0-24 0,0 0 0,0 25 0,0-25 0,0 25 15,0-25-15,0 0 0,0 25 0,25-25 0,-25 0 16,0 0-16,0 25 0,0-25 0,0 0 0,24 0 0,-24 0 16,0 0-16,0 0 0,0 0 0,25 0 0,-25 0 15,0 0-15,0 0 0,25 0 0,-25 0 0,0 0 0,25 0 16,-25 0-16,0-25 0,0 25 0,25 0 0,-25 0 0,0-25 15,0 25-15,24 0 0,-24 0 0,0-25 0,0 25 16,0 0-16,0-25 0,0 25 0,0-24 0,0 24 0,25 0 16,-25-25-16,0 25 0,0-25 0,0 25 0,0 0 15,0-25-15,0 25 0,0 0 0,0 0 0,0-25 0,0 25 16,0 0-16,0 0 0,-25 0 0,25 0 0,0 0 0,0 0 15,0 0-15,0 0 0,0 0 0,0 0 0,0 0 16,0 0-16,0 0 0,0 0 0,-24 25 0,24-25 0,0 0 16,0 25-16,0-25 0,0 0 0,0 25 0,0-25 15,0 25-15,0-25 0,0 24 0,0-24 0,0 0 0,0 25 16,0-25-16,0 25 0,24-25 0,-24 0 0,0 25 0,0-25 15,0 0-15,0 25 0,25-25 0,-25 0 0,0 0 16,0 0-16,0 24 0,25-24 0,-25 0 0,0 0 0,0 0 16,25 0-16,-25 0 0,0 0 0,25 0 0,-25 0 15,0 0-15,24 0 0,-24 0 0,0 0 0,25 0 0,-25-24 16,0 24-16,0 0 0,25-25 0,-25 25 0,0 0 0,0-25 15,0 25-15,0 0 0</inkml:trace>
  <inkml:trace contextRef="#ctx0" brushRef="#br0" timeOffset="281502.1006">12898 16718 0,'0'0'0,"0"0"0,-24-24 0,24 24 0,0 0 0,0 0 16,0-25-16,0 25 0,0 0 0,0 0 0,0 0 15,0-25-15,0 25 0,0 0 0,0 0 0,24 0 0,-24 0 16,0-25-16,25 25 0,-25 0 0,0 0 0,25 0 0,-25 0 15,25 0-15,-25 0 0,25 0 0,-25 0 0,24 0 16,-24 0-16,0 0 0,25 0 0,-25 0 0,0 25 0,0-25 16,25 0-16,-25 0 0,0 25 0,0-25 0,0 25 15,0-25-15,0 24 0,0-24 0,0 25 0,0-25 0,0 25 16,-25 0-16,25-25 0</inkml:trace>
  <inkml:trace contextRef="#ctx0" brushRef="#br0" timeOffset="281688.1116">12874 17388 0,'0'0'0,"0"0"0,0 0 16,0 0-16,0 0 0,0 0 0,0 0 0,0 0 0,0-25 16,0 25-16,0 0 0,0 0 0,0 0 0,0 0 15,0 0-15,0 0 0,0 0 0,0 0 0,0 0 0,0-25 16,0 25-16,0 0 0,24 0 0,-24 0 0,0 0 0,0 0 15,0 0-15,0 0 0,0-24 0</inkml:trace>
  <inkml:trace contextRef="#ctx0" brushRef="#br0" timeOffset="282171.1392">13543 16669 0,'0'0'0,"0"-25"16,0 25-16,0 0 0,0 0 0,-24 0 0,24-25 0,0 25 15,0 0-15,0 0 0,0 0 0,-25 0 0,25 0 0,0 0 16,0 0-16,0 0 0,0 0 0,0 0 0,-25 0 16,25 0-16,0 0 0,0 0 0,0 0 0,0 0 0,0 0 15,0 0-15,0 25 0,0-25 0,0 0 0,25 0 16,-25 0-16,0 0 0,0 25 0,0-25 0,0 0 0,0 25 15,0-25-15,0 0 0,0 24 0,25-24 0,-25 25 16,0 0-16,0-25 0,0 25 0,24-25 0,-24 25 0,0-25 16,25 24-16,-25-24 0,0 25 0,25 0 0,-25-25 15,0 25-15,0-25 0,25 0 0,-25 25 0,0-25 0,0 24 16,25-24-16,-25 0 0,0 0 0,0 0 0,0 25 0,0-25 15,0 0-15,0 0 0,0 0 0,0 0 0,0 0 16,0 0-16,-25 0 0,25 0 0,0 0 0,0 0 0,0 0 16,-25 0-16,25 0 0,0 0 0,-25 0 0,25 0 15,0 0-15,-25 0 0,25 0 0,0 0 0,-24 0 0,24 0 16,0 0-16,0 0 0,0 0 0,0 0 0,0-25 0,0 25 15,0 0-15,0 0 0,0 0 0,0-24 0,0 24 16,0 0-16,0-25 0,24 25 0,-24-25 0,0 25 0,0-25 16,25 25-16,-25-25 0</inkml:trace>
  <inkml:trace contextRef="#ctx0" brushRef="#br0" timeOffset="282831.1766">13816 16743 0,'0'0'16,"0"0"-16,0 0 0,0-25 0,0 25 0,0 0 15,0 0-15,0 0 0,0 0 0,0 0 0,-25 0 0,25 0 16,0 0-16,0 0 0,0 25 0,0-25 0,0 0 0,0 0 15,0 25-15,0-25 0,0 25 0,0-25 0,0 25 16,0-25-16,0 24 0,0-24 0,0 25 0,0-25 0,0 25 16,0-25-16,0 25 0,0 0 0,0-25 0,0 24 15,0-24-15,0 25 0,25-25 0,-25 0 0,0 25 0,0-25 16,0 25-16,0-25 0,0 0 0,0 0 0,25 0 0,-25 0 15,0 25-15,0-25 0,0 0 0,0 0 0,25 0 16,-25 0-16,0 0 0,0 0 0,0 0 0,25 0 0,-25 0 16,0-25-16,0 25 0,0 0 0,24 0 0,-24 0 15,0-25-15,25 25 0,-25 0 0,0-25 0,0 25 0,25-25 16,-25 25-16,0-24 0,0 24 0,0-25 0,0 25 15,0-25-15,0 25 0,25 0 0,-25-25 0,0 25 0,0-25 16,0 25-16,0 0 0,0 0 0,0-24 0,0 24 0,0 0 16,0 0-16,0 0 0,0 0 0,0 0 0,0 0 15,0 0-15,0 0 0,25 0 0,-25 0 0,0 0 0,0 0 16,0 24-16,0-24 0,0 0 0,0 25 0,0-25 15,24 0-15,-24 25 0,0-25 0,0 0 0,0 25 0,0-25 16,0 25-16,0-25 0,0 0 0,0 24 0,0-24 0,0 25 16,0-25-16,0 0 0,0 0 0,0 25 0,0-25 15,-24 0-15,24 0 0,0 0 0,0 25 0,0-25 0,0 0 16,0 0-16,0 0 0,0 0 0,0 0 0,0 0 15,0 0-15,0 0 0,0 0 0,24 0 0,-24 0 0,0 0 16,0-25-16,0 25 0,0 0 0,0 0 0,25 0 0,-25-25 16,0 25-16,0 0 0,25-25 0,-25 25 0,0 0 15,25-24-15,-25 24 0,0-25 0,25 25 0,-25 0 0,0-25 16,24 25-16,-24-25 0,0 25 0,0 0 0,25 0 15,-25 0-15,0-25 0,0 25 0,0 0 0,0 0 0,0 0 16,0 25-16,25-25 0,-25 0 0,0 0 0,0 25 0,0-25 16,0 0-16,0 25 0,0-25 0,0 25 0,0-25 15,0 24-15,0-24 0,-25 0 0,25 25 0,0-25 0,0 25 16,0-25-16,0 25 0,0-25 0,0 0 0,0 25 15,0-25-15,0 0 0,0 0 0,0 24 0,0-24 0,0 0 16,0 0-16,0 0 0,0 0 0,25 0 0,-25 25 0,0-25 16,0 0-16,0 0 0,0-25 0,0 25 0,0 0 15,25 0-15,-25 0 0,0 0 0,0 0 0,0-24 0,25 24 16,-25 0-16,0-25 0,0 25 0</inkml:trace>
  <inkml:trace contextRef="#ctx0" brushRef="#br0" timeOffset="283239.2003">14461 16594 0,'0'0'0,"0"0"0,0 25 0,0-25 16,0 0-16,0 0 0,0 0 0,0 25 0,0-25 0,-25 0 16,25 25-16,0-25 0,0 25 0,0-25 0,0 24 0,0-24 15,0 25-15,0 0 0,0-25 0,0 25 0,0-25 0,0 25 16,0-1-16,0-24 0,-24 25 0,24-25 0,0 25 15,0-25-15,0 25 0,0 0 0,0-25 0,0 24 0,-25-24 16,25 0-16,0 25 0,0-25 0,0 0 0,0 25 16,0-25-16,-25 0 0,25 0 0,0 0 0,0 0 0,0 0 15,0 0-15,0 0 0,0 25 0,0-25 0,0 0 0,0 0 16,0-25-16,25 25 0,-25 0 0,0 0 0,0 0 15,0 0-15,0 0 0,25-25 0,-25 25 0,0 0 0,24-25 16,-24 25-16,25 0 0,-25-24 0,25 24 0,-25 0 16,0-25-16,25 25 0,-25 0 0,0 0 0,25 0 0,-25 0 15,0 0-15,0 0 0,0 0 0,0 0 0,24 0 16,-24 0-16,0 25 0,0-25 0,0 0 0,-24 0 0,24 24 15,0-24-15,0 25 0,0-25 0,0 0 0,0 25 0,0-25 16,-25 0-16,25 25 0,0-25 0,0 0 0,0 0 16,-25 25-16,25-25 0,0 0 0,-25 0 0,25 0 0,0 0 15,-25 0-15,25 0 0,0 0 31,-24 0-31,24 0 0,-25 0 0,0-25 0</inkml:trace>
  <inkml:trace contextRef="#ctx0" brushRef="#br0" timeOffset="283433.2114">13816 16396 0,'0'0'0,"-25"0"0,25 0 16,0 0-16,0 0 0,0 0 0,0 0 0,0 0 0,0 0 0,0 0 0,0-25 15,0 25-15,0 0 0,0 0 0,25 0 0,-25 0 16,0 0-16,0 0 0,0 0 0,0 0 0,0 0 0,0 0 15,0 0-15,0 0 0,0 25 0,25-25 0,-25 0 16</inkml:trace>
  <inkml:trace contextRef="#ctx0" brushRef="#br0" timeOffset="287319.4337">15205 16867 0,'0'-25'16,"0"25"-16,0-24 0,0 24 0,0 0 0,0-25 16,0 25-16,0-25 0,0 25 0,0 0 0,0-25 0,0 25 15,0 0-15,0 0 0,-25-25 0,25 25 0,0 0 0,0 0 16,0-24-16,0 24 0,0 0 0,0 0 0,0 0 15,0 0-15,0-25 0,0 25 0,0 0 0,-24 0 16,24 0-16,0 0 0,0-25 0,0 25 0,0 0 0,0 0 16,0 0-16,0-25 0,0 25 0,0 0 0,0 0 0,0 0 15,0 0-15,0 0 0,0-25 0,0 25 0,0 0 16,0 0-16,-25 0 0,25 0 0,0 0 0,0 0 0,0 0 15,0 0-15,0 0 0,0 0 0,0 0 0,0 0 16,0 0-16,0 0 0,0 0 0,0 0 0,0 0 0,0 0 16,0 0-16,0 0 0,0 0 0,0-24 0,0 24 0,0 0 15,0 0-15,273 248 312,-273-273-312,0 25 0,25-25 0,-25 25 0,0 0 0,0-25 0,0 25 0,0-25 0,0 25 0,0-24 0,0 24 0,0 0 0,0-25 0,0 25 0,0-25 0,0 25 0,0 0 0,0-25 0,0 25 0,0 0 0,0 0 0,0-25 0,0 25 0,0 0 0,0 0 0,-25 0 0,25 0 0,0 0 0,0 0 0,0 0 0,0 0 0,0 0 0,0 0 16,0 0-16,0 0 0,0 25 0,0-25 0,0 0 0,-25 0 0,25 25 15,0-25-15,0 25 0,0-25 0,0 25 0,0-1 0,0-24 16,0 25-16,0 0 0,0-25 0,0 25 0,-25 0 0,25-25 16,0 24-16,0 1 0,0 0 0,0-25 0,0 25 15,25-25-15,-25 25 0,0-25 0,0 24 0,0-24 0,0 0 16,0 25-16,0-25 0,0 0 0,25 0 0,-25 25 15,0-25-15,0 0 0,25 0 0,-25 0 0,0 0 0,24 0 16,-24 0-16,0-25 0,0 25 0,25 0 0,-25 0 0,0 0 16,25 0-16,-25-25 0,0 25 0,0 0 0,25 0 15,-25-24-15,0 24 0,0 0 0,25-25 0,-25 25 0,0 0 16,0-25-16,0 25 0,24 0 0,-24-25 0,0 25 15,0 0-15,0-25 0,0 25 0,0 0 0,0-24 0,0 24 16,0-25-16,0 25 0,0 0 0,0-25 0,0 25 0,0 0 16,0-25-16,0 25 0,0 0 0,0 0 0,0-25 15,0 25-15,0 0 0,0 0 0,0 0 0,0 0 0,0 0 16,0 0-16,0 0 0,0 0 0,0 0 0,0 0 15,0 0-15,0 0 0,0 0 0,0 0 0,0 0 0,0 0 16,0 0-16,0 0 0,0 0 0,0 0 0,0 0 0,0 0 16,0 0-16,0 0 0,0 0 0,0 0 0,0 0 15,0 0-15,0 0 0,0 0 0,0 0 0,0 0 0,0 0 16,0 0-16,0 0 0,0 0 0,0 0 0,0 0 15,0 0-15,0 0 0,0 0 0,0 0 0,0 0 0,0 0 16,0 0-16,0 0 0,0 25 0,0-25 0,0 0 0,0 0 16,0 0-16,0 0 0,0 0 0,0 0 0,0 0 15,0 0-15,0 0 0,25 0 0,-25 0 0,0 0 0,0 0 16,0 0-16,0 0 0,0 0 0,0 0 0,0 0 15,0 0-15,0 0 0,0 0 0,0 0 0,0 0 0,0 0 16,0 0-16,0 0 0,0 25 0,0-25 0,0 0 0,0 0 16,0 0-16,0 0 0,0 0 0,0 0 0,0 0 15,0 0-15,0 0 0,0 0 0,0 0 0,0 0 0,0 0 16,0 0-16,0 0 0,0 0 0,0 0 0,-25 0 15,25 0-15,0 25 0,0-25 0,0 0 0,0 0 0,0 0 16,0 0-16,0 0 0,0 0 0,0 0 0,0 0 16,0 0-16,0 25 0,0-25 0,0 0 0,0 0 0,0 0 15,0 24-15,0-24 0,0 0 0,25 0 0,-25 25 0,-25-25 16,25 0-16,0 25 0,0-25 0,0 0 0,0 25 15,0-25-15,0 0 0,0 25 0,0-25 0,25 0 0,-25 24 16,0-24-16,0 0 0,0 25 0,0-25 0,0 0 16,0 25-16,0-25 0,0 0 0,0 0 0,0 25 0,25-25 15,-25 0-15,0 0 0,0 0 0,0 0 0,0 0 0,0 0 16,25 0-16,-25 0 0,0 0 0,0 0 0,0 0 15,25 0-15,-25 0 0,0 0 0,0 0 0,24 0 0,-24-25 16,0 25-16,25 0 0,-25 0 0,0-25 0,0 25 16,25 0-16,-25 0 0,0-25 0,0 25 0,0-24 0,25 24 15,-25 0-15,0-25 0,0 25 0,25-25 0,-25 25 0,0-25 16,0 25-16,0-25 0,24 25 0,-24-24 0,0 24 15,0-25-15,0 25 0,0-25 0,0 25 0,0 0 0,0-25 16,0 25-16,25 0 0,-25 0 0,0-25 0,0 25 16,0 0-16,0 0 0,0 0 0,0 0 0,0 0 0,0 0 15,0 0-15,0 0 0,0 0 297</inkml:trace>
  <inkml:trace contextRef="#ctx0" brushRef="#br0" timeOffset="287595.4495">16073 16942 0,'0'-50'0,"0"50"0,0-25 0,0 25 0,0 0 16,-24-25-16,24 25 0,0 0 0,0 0 0,0-24 0,0 24 0,0 0 0,0 0 0,-25 0 0,25 0 0,0 0 0,0 0 0,0 0 0,-25 0 0,25 0 0,0 0 0,0 0 0,0 24 0,-25-24 0,25 0 0,0 25 0,0-25 0,-25 0 0,25 25 0,0-25 0,0 25 0,0-25 0,-24 25 0,24-25 0,0 24 0,0-24 0,0 25 0,0-25 0,0 25 15,0-25-15,0 25 0,0-25 0,0 0 0,0 25 0,24-25 16,-24 0-16,0 24 0,0-24 0,0 0 0,0 0 16,0 0-16,25 0 0,-25 0 0,0 25 0,0-25 0,25 0 15,-25-25-15,0 25 0,0 0 0,25 0 0,-25 0 16,0 0-16,25 0 0,-25-24 0,0 24 0,0 0 0,24 0 15,-24-25-15,0 25 0,0 0 0,0-25 0,25 25 0,-25 0 16,0-25-16,0 25 0,0 0 0,0-25 0,0 25 16,0 0-16,0 0 0,0 0 0,0 0 0,0 0 0,0 0 15,0 0-15,0 25 0,0-25 0,0 0 0,0 0 16,0 25-16,0-25 0,0 0 0,0 25 0,0-25 0,0 25 15,0-25-15,0 0 0,0 24 0,0-24 0,0 0 0,0 25 16,0-25-16,0 0 0,0 25 0,0-25 0,0 0 16,0 0-16,0 0 0,0 0 0,0 0 0,0 0 0,0 0 15,0 0-15,-25 0 0,25 0 0,0 0 0,0 0 16,0-25-16,25 25 0,-25 0 0</inkml:trace>
  <inkml:trace contextRef="#ctx0" brushRef="#br0" timeOffset="288639.5092">15875 16098 0,'0'0'0,"0"0"0,0 0 0,0 0 0,0 0 15,0 0-15,0-25 0,25 25 0,-25 0 0,0 0 16,0 25-16,0-25 0,25 0 0,-25 0 0,0 0 0,0 0 16,24 0-16,-24 25 0,0-25 0,0 0 0,0 0 15,0 25-15,0-25 0,0 0 0,0 0 0,0 25 0,0-25 16,0 0-16,0 24 0,-24-24 0,24 0 0,0 0 15,-25 25-15,25-25 0,-25 0 0,0 0 0,25 25 0,-25-25 16,1 0-16,-1 0 0,25 25 0,-25-25 0,0 0 16</inkml:trace>
  <inkml:trace contextRef="#ctx0" brushRef="#br0" timeOffset="289871.5797">16966 16470 0,'-24'0'0,"24"0"0,0 0 16,0-24-16,0 24 0,0 0 0,0 0 0,0 0 15,0 0-15,0 0 0,0 0 0,0 0 0,0 0 0,0 0 16,0 0-16,0 0 0,0 0 0,0 0 0,0 0 0,0 0 16,0 0-16,0 24 0,0-24 0,0 0 0,0 25 15,0-25-15,0 25 0,0-25 0,0 25 0,0-25 0,0 25 16,0-25-16,-25 24 0,25 1 0,0-25 0,0 25 15,0 0-15,0-25 0,0 25 0,0-1 0,0-24 0,0 25 16,0 0-16,0-25 0,0 25 0,0-25 0,-25 25 16,25-25-16,0 24 0,0-24 0,0 25 0,0-25 0,0 25 15,0-25-15,0 0 0,0 25 0,0-25 0,25 0 0,-25 0 265,273-323 63</inkml:trace>
  <inkml:trace contextRef="#ctx0" brushRef="#br0" timeOffset="291520.674">16917 16917 0,'-50'223'0,"50"-223"0,0 25 0,0-25 0,0 25 0,0-25 0,0 24 0,-25-24 0,25 25 0,0-25 0,0 0 0,0 25 0,0-25 0,0 0 0,0 25 0,0-25 0,0 0 0,0 0 0,0 0 0,0 0 0,0 0 0,0 0 0,0 0 0,0 0 0,0 0 0,0 0 0,0 0 0,0 0 0,0 0 0,0 0 0,0 0 0,0 0 0,0-25 0,0 25 0,0 0 16,0 0-16,0 0 0,0-25 0,0 25 0,0 0 15,25-25-15,-25 25 0,0 0 0,0 0 0,0-24 0,0 24 16,25 0-16,-25 0 0,0-25 0</inkml:trace>
  <inkml:trace contextRef="#ctx0" brushRef="#br0" timeOffset="292366.7224">16942 16867 0,'0'0'0,"0"0"0,0 0 0,0 0 0,0 0 0,0 0 0,0 0 0,0 0 0,-25 0 0,25 0 0,0 0 0,0 0 0,0 0 0,0 0 0,0 0 0,0 0 0,0 0 0,0-25 0,0 25 0,0 0 0,0 0 0,0 0 0,0 0 0,0 0 0,0 0 0,0 0 0,0 0 0,0 0 0,0 0 0,0 0 0,0 0 0,0 0 0,0-24 0,0 24 0,0 0 15,0 0-15,0 0 0,25 0 0,-25 0 0,0 0 0,0 0 16,0 0-16,0 0 0,0 0 0,0 0 0,0 0 16,0 0-16,0 0 0,0 0 0,0 0 0,0 0 0,0 0 15,0 0-15,0 0 0,24 24 0,-24-24 0,0 0 0,0 0 16,25 0-16,-25 25 0,0-25 0,25 0 0,-25 25 15,0-25-15,25 25 0,-25-25 0,0 0 0,25 25 0,-25-25 16,24 24-16,-24-24 0,0 0 0,25 25 0,-25-25 0,25 25 16,-25-25-16,0 0 0,25 25 0,-25-25 0,25 0 15,-25 25-15,0-25 0,0 0 0,24 0 0,-24 0 0,0 0 16,0 24-16,25-24 0,-25 0 0,0 0 0,0 0 15,0 0-15,0 0 0,0 0 0,0 0 0,0 0 0,0 0 16,0 0-16,25 0 0,-25 0 0,0 0 0,0 0 0,0 0 16,-25 0-16,25 0 0,0 0 0,0 0 0,0 0 15,0 0-15,0 0 0,0-24 0,0 24 0,0 0 16,0 0-16,0 0 0,0 0 0,0 0 0,0 0 0,0-25 15,0 25-15,0 0 0,0 0 0,-25 0 0,25 0 0</inkml:trace>
  <inkml:trace contextRef="#ctx0" brushRef="#br0" timeOffset="295021.8742">17363 16718 0</inkml:trace>
  <inkml:trace contextRef="#ctx0" brushRef="#br0" timeOffset="296253.9447">17735 16495 0,'-24'0'0,"24"0"0,0 0 16,0 0-16,0-25 0,0 25 0,0 0 0,0 0 15,0 0-15,0 0 0,0 0 0,0 0 0,0 0 0,0 0 16,0 0-16,0 0 0,0 0 0,0 0 0,0 0 16,0 0-16,0 0 0,0 0 0,0 0 0,0 0 0,0 0 15,0 0-15,0 0 0,0 0 0,0 0 0,0 0 16,0 0-16,0 0 0,0 0 0,0 0 0,0 0 0,0 0 15,0-24-15,0 24 0,0 0 0,0 0 0,0 0 16,0 0-16,0 0 0,0 0 0,0 0 0,-25 0 0,25 0 16,0 0-16,0 0 0,0 0 0,0-25 0,0 25 0,0 0 15,-25 0-15,25 0 0,0 0 0,0 0 0,0 0 16,-25 0-16,25 0 0,0 0 0,0 0 0,-25 0 0,25 0 15,0 0-15,0 0 0,0 0 0,-24 0 0,24 0 16,0 0-16,0 0 0,-25 0 0,25 0 0,0 0 16,0 25-16,-25-25 0,25 0 0,0 0 0,0 0 0,-25 24 15,25-24-15,0 0 0,0 25 0,-25-25 0,25 0 0,0 25 16,0-25-16,0 25 0,-25-25 0,25 0 0,0 25 15,0-25-15,0 24 0,0-24 0,-24 25 0,24-25 0,0 25 16,0-25-16,0 25 0,0-25 0,0 25 0,0-25 16,0 24-16,0-24 0,0 25 0,0 0 0,0-25 0,0 25 15,0-25-15,0 25 0,0-25 0,0 24 0,0-24 16,0 25-16,0-25 0,24 0 0,-24 25 0,0-25 0,0 0 15,0 25-15,25-25 0,-25 0 0,0 25 0,0-25 0,25 0 16,-25 0-16,0 0 0,0 24 0,25-24 0,-25 0 16,0 0-16,25 0 0,-25 0 0,0 0 0,25 0 0,-25 0 15,0 0-15,0 0 0,24 0 0,-24 0 0,0 0 0,0 0 16,25-24-16,-25 24 0,0 0 0,25 0 0,-25 0 15,0 0-15,0 0 0,25 0 0,-25-25 0,0 25 0,0 0 16,0 0-16,0 0 0,0 0 0,25-25 0,-25 25 16,0 0-16,0 0 0,0-25 0,0 25 0,0 0 0,0 0 15,0-25-15,0 25 0,0 0 0,0-24 0,24 24 0,-24 0 16,0 0-16,0-25 0,0 25 0,0 0 0,0-25 15,0 25-15,0 0 0,0-25 0,0 25 0,0 0 16,0 0-16,0-25 0,0 25 0,0 0 0,0 0 0,0-24 16,0 24-16,0 0 0,0 0 0,0 0 0,0 0 0,0 0 15,0 0-15,0 0 0,0 0 0,0 0 0,0 0 16,0 0-16,0 0 0,0 0 0,-24 24 0,24-24 0,0 0 15,0 0-15,0 25 0,0-25 0,0 0 0,0 25 16,0-25-16,0 0 0,0 25 0,0-25 0,0 25 0,0-25 16,0 24-16,0-24 0,0 25 0,0-25 0,0 0 0,0 25 15,-25-25-15,25 25 0,25-25 0,-25 25 0,0-25 16,0 0-16,0 24 0,0-24 0,0 0 0,0 0 0,0 25 15,0-25-15,0 0 0,0 0 0,0 0 0,0 0 16,0 0-16,0 0 0,0 0 0,0 25 0,0-25 0,0 0 16,0 0-16,0 0 0,0 0 0,0-25 0,0 25 0,0 0 15,0 0-15,0 0 0,0 0 0,-25 0 0,25-25 16,0 25-16,0 0 0,0-24 0,0 24 0,0 0 0,0-25 15</inkml:trace>
  <inkml:trace contextRef="#ctx0" brushRef="#br0" timeOffset="296495.9586">17611 16892 0,'0'0'0,"0"0"0,0 0 15,0 0-15,0-25 0,0 25 0,0 0 0,25 0 16,-25 0-16,0 0 0,0 0 0,0 0 0,25 0 0,-25 0 16,0 0-16,25 0 0,-25 0 0,25 0 0,-25-25 0,24 25 15,-24 0-15,25 0 0,0 0 0,-25 0 0,25 0 16,-25 0-16,25 0 0,-25 0 0,0 0 0,24 0 0,-24 0 15,25 0-15,-25 0 0,0 0 0,0 0 0</inkml:trace>
  <inkml:trace contextRef="#ctx0" brushRef="#br0" timeOffset="296905.982">17983 16669 0,'0'-25'16,"0"25"-16,0 0 0,0 0 0,25-25 0,-25 25 0,0 0 15,0 0-15,0 0 0,0 0 0,0 0 0,25 0 16,-25-25-16,0 25 0,0 0 0,0 0 0,0 25 0,0-25 16,0 0-16,0 0 0,0 0 0,0 0 0,0 25 0,0-25 15,25 0-15,-25 25 0,0-25 0,0 0 0,0 25 16,0-25-16,0 24 0,-25-24 0,25 25 0,0 0 0,0-25 15,0 25-15,0-25 0,0 25 0,0-1 0,0-24 16,0 25-16,0-25 0,0 25 0,0-25 0,0 25 0,0-25 16,0 25-16,0-25 0,0 24 0,0-24 15,0 0-15,0 0 0,0 25 0,25-25 0,-25 0 0,0 0 0,0 0 16,0 0-16,0 0 0,0 25 0,0-25 0,0 0 0,0 0 15,0-25-15,0 25 0,25 0 0,-25 0 0,0 0 16,0 0-16,0 0 0,0 0 0,24-25 0,-24 25 0,0 0 16,0-24-16,0 24 0,25 0 0,-25-25 0,0 25 0,0-25 15,25 25-15,-25-25 0,0 0 0,0 25 0,25-24 16,-25 24-16,0-25 0,0 0 0,25 25 0,-25-25 0,0 25 15,0 0-15,0-25 0,0 25 0,0 0 0,24 0 16,-24-24-16,0 24 0,0 0 0,0 0 0,0 0 0,0 0 16,0 0-16,0 0 0,0 0 0,0 0 0,0 0 0,0 0 15,0 0-15,0 0 0,0 0 0,0 0 0,0 0 16,25 0-16,-25 0 0,0 0 0,0 0 0,0 0 0,0 0 15,0 24-15,0-24 0,0 0 0,25 0 0,-25 0 16,0 0-16,0 0 0,0 0 0,0 0 0,25 25 0</inkml:trace>
  <inkml:trace contextRef="#ctx0" brushRef="#br0" timeOffset="297231.0006">18479 16694 0,'0'0'0,"0"0"0,0 0 0,0 0 15,0-25-15,0 25 0,0 0 0,0 0 0,0 0 16,0-25-16,0 25 0,0 0 0,0 0 0,0 0 15,0 0-15,0 0 0,0 0 0,0 0 0,0 0 0,0 0 16,0 0-16,0 0 0,0 0 0,0 0 0,0 0 0,0 0 16,0 25-16,0-25 0,0 0 0,0 25 0,0-25 15,0 0-15,0 24 0,0-24 0,0 25 0,0 0 0,0-25 16,0 25-16,0-25 0,0 25 0,-24-1 0,24-24 15,0 25-15,0-25 0,0 25 0,0-25 0,0 25 0,0-25 16,0 25-16,0-25 0,0 24 0,0-24 0,0 25 16,-25-25-16,25 0 0,0 0 0,0 25 0,0-25 0,0 0 15,0 0-15,0 0 0,0 0 0,0 0 0,0 0 0,0 0 16,0 0-16,0 0 0,0 0 0,0 0 0,0 0 15,0 0-15,0 0 0,0 0 0,0 0 0,0-25 0,-25 25 16,25 0-16,0-25 0,0 25 0,0-24 0,0 24 0,0-25 16,0 25-16,0-25 0,0 0 0</inkml:trace>
  <inkml:trace contextRef="#ctx0" brushRef="#br0" timeOffset="297424.0116">18355 16718 0,'0'0'0,"0"0"0,0-24 0,0 24 16,0 0-16,0 0 0,0 0 0,0 0 0,0 0 16,25 0-16,-25 0 0,0 0 0,0 0 0,25 0 0,-25 0 15,25 0-15,-25 0 0,25 0 0,-1 0 0,1 0 16,0 0-16,-25 0 0,25 0 0,0 0 0,0 0 0,-1 0 15,1 24-15,0-24 0,0 0 0,0 0 0,-1 0 0,-24 0 16,25 0-16,0 0 0,0 0 0,-25 0 0,25 0 16,-1 0-16,-24 0 0</inkml:trace>
  <inkml:trace contextRef="#ctx0" brushRef="#br0" timeOffset="299220.1144">19943 16594 0,'0'0'0,"0"0"15,0 0-15,0 0 0,0 0 0,0 0 0,0 0 0,0 0 16,0 0-16,0 0 0,0 0 0,0 0 0,0 0 0,0 0 16,0 0-16,-25 0 0,25 0 0,0 0 0,0 0 15,0 0-15,0 0 0,0 0 0,25 0 0,-25 0 0,0 0 16,0 0-16,0 0 0,0 0 0,0 0 0,25 0 15,-25 0-15,0 0 0,25 0 0,-25 0 0,0 0 0,24 0 16,-24 0-16,25 0 0,-25 0 0,25 0 0,-25 0 0,25 0 16,-25 0-16,25 0 0,-25 0 0,24 0 0,-24 0 15,0 0-15,0 0 0,25 25 0,-25-25 0,0 0 0,0 0 16,0 0-16,0 0 0,0 0 0,0 0 0,0 0 15,0 0-15</inkml:trace>
  <inkml:trace contextRef="#ctx0" brushRef="#br0" timeOffset="299443.1271">19918 16669 0,'0'0'16,"0"0"-16,0 0 0,0 0 0,0 0 0,0 0 0,0 0 15,0 0-15,0 0 0,0 0 0,25 0 0,-25 0 16,0 0-16,25 0 0,-25 0 0,0 0 0,25 0 0,-25 0 15,0 0-15,24 0 0,-24 0 0,25 0 0,-25 0 0,25 0 16,-25 0-16,0 0 0,25 0 0,-25 0 0,0 0 16,25 0-16,-25 0 0,0 0 0,0 0 0,24 0 0,-24 0 15,0 0-15,0 0 0,0 0 0,0 0 0,0 0 16,0 0-16,0 0 0,0 0 0</inkml:trace>
  <inkml:trace contextRef="#ctx0" brushRef="#br0" timeOffset="299728.1434">20166 16520 0,'0'0'0,"0"0"0,0 0 0,0 0 0,0 0 16,0-25-16,0 25 0,0 0 0,0 0 0,0 0 0,25 0 16,-25 0-16,0 0 0,0 0 0,0 0 0,0 0 15,25 0-15,-25 0 0,0 0 0,0 0 0,0 0 0,25 0 16,-25 0-16,0 0 0,24 25 0,-24-25 0,0 0 0,0 0 15,25 0-15,-25 25 0,0-25 0,0 25 0,0-25 16,25 0-16,-25 24 0,0-24 0,0 25 0,0-25 0,0 25 16,0-25-16,-25 0 0,25 25 0,0-25 0,0 25 15,0-25-15,-25 24 0,25-24 0,0 0 0,0 25 0,-24-25 16,24 25-16,-25-25 0,25 0 0,0 25 0,-25-25 0,25 25 15,-25-25-15,25 0 0,0 24 0,-25-24 0,25 0 16,-24 25-16,24-25 0,0 0 0,-25 25 0,25-25 0,0 0 16,-25 25-16,25-25 0,0 0 0,-25 0 0</inkml:trace>
  <inkml:trace contextRef="#ctx0" brushRef="#br0" timeOffset="300828.2064">20910 16545 0,'0'0'0,"0"0"0,0-25 0,0 25 15,0 0-15,25 0 0,-25-25 0,0 25 0,0 0 0,0 0 16,0 0-16,0 0 0,0 0 0,0 0 0,0 0 15,0 0-15,0 0 0,0 0 0,0 25 0,0-25 0,0 0 16,0 25-16,0-25 0,0 25 0,0-25 0,0 24 16,0 1-16,0-25 0,0 25 0,0 0 0,0-25 0,0 25 15,0-1-15,0-24 0,-25 25 0,25 0 0,0-25 16,0 25-16,0 0 0,0-25 0,0 24 0,0-24 0,-24 25 15,24-25-15,0 25 0,0-25 0,0 25 0,0-25 16,0 0-16,0 25 0,0-25 0,-25 0 0,25 0 0,0 0 16,0 24-16,0-24 0,0 0 0,0 0 0,0 0 0,0 0 15,0 0-15,0 0 0,0 0 0,0 0 0,0 0 16,0 0-16,0 0 0,0 0 0,0 0 0,0 0 0,0 0 15,0 0-15,0 0 0,0 0 0,0-24 0,25 24 16,-25 0-16,0-25 0,0 25 0,0 0 0,24-25 0,-24 25 16,0-25-16,25 25 0,-25-25 0,0 25 0,25-24 0,-25 24 15,25 0-15,-25-25 0,0 25 0,25-25 0,-25 25 16,24 0-16,-24-25 0,0 25 0,25 0 0,-25 0 0,0 0 15,0 0-15,0 0 0,25 0 0,-25 0 0,0 0 16,0 0-16,0 0 0,0 0 0,0 25 0,0-25 0,0 0 16,0 25-16,0-25 0,0 0 0,0 25 0,0-25 0,0 24 15,0-24-15,0 0 0,0 25 0,0-25 0,0 25 16,0-25-16,0 25 0,0-25 0,-25 0 0,25 25 0,0-25 15,0 0-15,25 24 0,-25-24 0,0 0 0,0 0 16,0 25-16,0-25 0,0 0 0,0 0 0,0 0 0,0 0 16,0 0-16,0 0 0,0 25 0,0-25 0,0 0 0,0 0 15,25 0-15,-25 0 0,0 0 0,0 0 0,25-25 16,-25 25-16,0 0 0,24 0 0,-24 0 0,0 0 0,25 0 15,-25-25-15,0 25 0,25 0 0,-25 0 0,0-24 16,0 24-16,25 0 0,-25-25 0,0 25 0,0 0 0,25-25 16,-25 25-16,0-25 0,0 25 0,0 0 0,0-25 0,24 25 15,-24-24-15,0 24 0,0 0 0,0 0 0,0-25 16,0 25-16,0 0 0,0 0 0,0 0 0,0 0 0,0 0 15,0 0-15,0 0 0,0 0 0,0-25 0,0 25 16,0 0-16,0 0 0,0 0 0,0 0 0,0 0 0,0 0 16,-24 25-16,24-25 0,0 0 0,0 0 0,0 0 0,0 25 15,0-25-15,0 0 0,0 24 0,0-24 0,0 25 16,-25-25-16,25 25 0,0-25 0,0 0 0,0 25 0,0-25 15,0 25-15,0-25 0,0 24 0,0-24 0,0 0 16,25 25-16,-25-25 0,0 0 0,0 25 0,0-25 0,0 0 16,0 0-16,0 0 0,24 0 0,-24 25 0,0-25 15,0 0-15,0 0 0,0 0 0,25 0 0,-25 0 0,0-25 16,0 25-16,0 0 0,25 0 0,-25 0 0,0 0 0,0-25 15,25 25-15,-25 0 0,0-25 0,0 25 0,25-24 16,-25 24-16,0-25 0,0 25 0,0-25 0,0 0 0,24 25 16,-24-25-16,0 1 0,0 24 0,0-25 0,0 0 0,0 25 15,0-25-15,0 25 0,0-25 0,0 25 0,0-24 16,0 24-16,0 0 0,0 0 0,0-25 0,0 25 0,0 0 15,0 0-15,0 0 0,0 0 0,0 0 0,-24 25 16,24-25-16,0 0 0,0 0 0,0 24 0,-25-24 0,25 0 16,0 25-16,0-25 0,-25 0 0,25 25 0,0-25 0,-25 25 15,25-25-15</inkml:trace>
  <inkml:trace contextRef="#ctx0" brushRef="#br0" timeOffset="301092.2215">21134 17264 0,'0'0'0,"0"0"0,0 0 16,0 0-16,0 25 0,0-25 0,0 0 0,0 0 0,0 0 15,0 0-15,0 0 0,0 0 0,0 0 0,0 0 16,0 0-16,0 0 0,0-25 0,0 25 0,0 0 0,24 0 16,-24 0-16,0 0 0,0 0 0,25 0 0,-25 0 0,0 0 15,25 0-15,-25 0 0,25-25 0</inkml:trace>
  <inkml:trace contextRef="#ctx0" brushRef="#br0" timeOffset="301430.2406">21903 16768 0,'0'0'0,"0"-25"0,0 25 15,0 0-15,0 0 0,0-25 0,0 25 0,0 0 16,0 0-16,0 0 0,0 0 0,0 0 0,0 0 0,0 0 16,0 0-16,0 25 0,0-25 0,0 0 0,0 0 15,0 25-15,24-25 0,-24 25 0,0-25 0,0 25 0,0-25 16,0 24-16,0-24 0,0 25 0,0-25 0,0 25 0,0-25 15,0 25-15,0-25 0,0 0 0,0 25 0,0-25 16,0 0-16,0 24 0,0-24 0,0 0 0,0 0 0,0 0 16,0 0-16,0 0 0,0 0 0,25 25 0,-25-25 15,0 0-15,0 0 0,0 0 0,0 0 0,0 0 0,25-25 16,-25 25-16,0 0 0,0 0 0,25 0 0,-25 0 0,0-24 15,25 24-15,-25-25 0,0 25 0,0 0 0,24-25 16,-24 25-16,0-25 0,0 25 0,0-25 0,0 25 0,25 0 16,-25-24-16,0 24 0,0 0 0,0-25 0,0 25 15,0 0-15,0 0 0,0 0 0,0 0 0,0-25 0,0 25 16,0 0-16,0 0 0,0 0 0,0 0 0,0 0 0,0 0 15,0 0-15,0 0 0,0 0 0,0 0 0,0 0 16,0 0-16,0 0 0,0 0 0,0 0 0,0 0 0</inkml:trace>
  <inkml:trace contextRef="#ctx0" brushRef="#br0" timeOffset="301877.2664">22151 16842 0,'0'0'0,"0"0"0,0 0 0,0 0 16,0 0-16,0 0 0,0 0 0,0 0 0,0 0 15,0 0-15,0-24 0,24 24 0,-24 0 0,0 0 0,0 0 16,25 0-16,-25 0 0,0 0 0,0 0 0,25 0 0,-25 0 15,25 0-15,-25 0 0,0 0 0,25 0 0,-25 0 16,24 0-16,-24-25 0,0 25 0,25 0 0,-25 0 0,0 0 16,0 0-16,25 0 0,-25 0 0,0 0 0,0-25 15,0 25-15,0 0 0,0 0 0,0 0 0,0-25 0,0 25 16,0 0-16,0 0 0,0 0 0,0-25 0,0 25 0,0 0 15,0 0-15,0-24 0,0 24 0,0 0 0,0 0 16,0-25-16,-25 25 0,25 0 0,0 0 0,0 0 0,0 0 16,-25 0-16,25-25 0,0 25 0,0 0 0,-24 0 15,24 0-15,0 0 0,0 0 0,-25 0 0,25 0 0,0 0 16,0 0-16,0 0 0,-25 25 0,25-25 0,0 0 0,0 0 15,0 0-15,-25 0 0,25 25 0,0-25 0,0 0 16,0 0-16,0 24 0,0-24 0,0 25 0,-25-25 0,25 25 16,0-25-16,0 25 0,0-25 0,0 25 0,0-1 15,0-24-15,0 25 0,0-25 0,0 25 0,0-25 0,0 25 16,0-25-16,0 25 0,0-25 0,0 0 0,25 24 0,-25-24 15,0 0-15,0 25 0,25-25 0,-25 0 0,0 0 16,25 0-16,-25 25 0,0-25 0,25 0 0,-25 0 0,24 0 16,-24 0-16,25 0 0,-25 0 0,25 0 0,0 0 15,-25 0-15,25 0 0,-1 0 0,1 0 0,-25 0 0,25-25 16,0 25-16,0 0 0,-25 0 0,24 0 0,1-25 0,-25 25 15,25 0-15,-25-24 0</inkml:trace>
  <inkml:trace contextRef="#ctx0" brushRef="#br0" timeOffset="302183.2839">22771 16818 0,'0'0'0,"0"-25"0,0 25 0,0 0 15,0-25-15,0 25 0,0-25 0,0 25 0,0 0 0,0-25 16,0 25-16,0-24 0,0 24 0,0 0 0,0-25 0,0 25 16,0 0-16,0 0 0,0 0 0,0-25 0,0 25 15,-25 0-15,25 0 0,0 0 0,0 0 0,0 0 0,0 0 16,0 0-16,-25 0 0,25 0 0,0 0 0,0 0 15,0 0-15,-25 0 0,25 0 0,0 25 0,-25-25 0,25 0 16,0 25-16,0-25 0,-24 24 0,24-24 0,0 25 0,-25-25 16,25 25-16,0-25 0,0 25 0,0 0 0,0-25 15,0 24-15,0-24 0,0 25 0,0-25 0,0 25 0,0-25 16,0 25-16,0-25 0,0 25 0,25-25 0,-25 0 15,0 24-15,0-24 0,24 0 0,-24 0 0,0 25 0,25-25 16,-25 0-16,0 0 0,25 0 0,-25 0 0,0 0 0,25 0 16,-25 0-16,25 0 0,-25 0 0,0 0 0,25 0 15,-25-25-15,24 25 0,-24 0 0,0-24 0,25 24 0,-25 0 16,25-25-16,-25 25 0,0-25 0,25 0 0,-25 25 15,25-25-15</inkml:trace>
  <inkml:trace contextRef="#ctx0" brushRef="#br0" timeOffset="302781.3176">23093 16421 0,'0'-25'0,"0"25"0,0 0 0,0 0 15,0 0-15,0-25 0,0 25 0,0 0 0,0 0 16,0 0-16,0 0 0,0 0 0,0 25 0,0-25 0,0 0 16,0 0-16,0 0 0,0 25 0,0-25 0,0 25 15,0-25-15,-25 0 0,25 24 0,0 1 0,0-25 0,0 25 16,0-25-16,0 25 0,0 0 0,0-25 0,0 24 15,0 1-15,0-25 0,-24 25 0,24 0 0,0-25 0,0 25 16,0-25-16,0 24 0,0 1 0,0-25 0,0 25 0,0-25 16,0 0-16,-25 25 0,25-25 15,0 25-15,0-25 0,0 24 0,0-24 0,-25 0 0,25 25 0,0-25 0,0 0 16,0 0-16,-25 25 0,25-25 0,0 0 0,0 0 15,0 0-15,0 0 0,-25 0 0,25 0 0,0 0 0,0-25 16,0 25-16,-24 0 0,24 0 0,0-25 0,0 25 0,0 0 16,0-24-16,0 24 0,0 0 0,0-25 0,0 25 15,0-25-15,24 25 0,-24-25 0,0 25 0,0 0 0,0-25 16,0 25-16,0 0 0,0 0 0,25-24 0,-25 24 15,0 0-15,0 0 0,0 0 0,25 0 0,-25 0 0,0 0 16,0 0-16,25 0 0,-25 0 0,0 0 0,25 0 0,-25 0 16,0 0-16,24 0 0,-24 0 0,25 0 0,-25 0 15,0 0-15,25 0 0,-25 24 0,0-24 0,25 0 0,-25 0 16,0 0-16,0 25 0,0-25 0,0 0 0,25 25 15,-25-25-15,-25 25 0,25-25 0,0 0 0,0 25 0,0-25 16,0 24-16,0-24 0,0 0 0,0 25 0,-25-25 0,25 25 16,0-25-16,0 0 0,0 25 0,0-25 0,0 25 15,0-25-15,-25 0 0,25 0 0,0 24 0,25-24 0,-25 0 16,0 0-16,0 0 0,0 25 0,0-25 0,0 0 15,0 0-15,0 0 0,0 0 0,0 0 0,25 0 0,-25 0 16,0 0-16,0-25 0,0 25 0,25 0 0,-25 0 0,0 0 16,0-24-16,24 24 0,-24 0 0,0-25 0,0 25 15,0-25-15,25 25 0,-25-25 0,0 25 0,0-25 0,0 25 16,0-24-16,0 24 0,25-25 0,-25 25 0,0 0 15,0-25-15,0 25 0,0 0 0,0 0 0,0-25 0,0 25 16,0 0-16,0 0 0,0 0 0,-25 0 0,25-25 0,0 25 16,0 0-16,0 0 0,0 0 0,0 0 0,-25-24 15,25 24-15,0 0 0,0 0 0</inkml:trace>
  <inkml:trace contextRef="#ctx0" brushRef="#br0" timeOffset="303050.3335">23366 16421 0,'0'0'0,"0"0"0,25 0 0,-25 0 16,0 0-16,0 0 0,25 0 0,-25 0 0,0 0 15,0 0-15,24 25 0,-24-25 0,0 0 0,0 0 16,0 24-16,25-24 0,-25 0 0,0 25 0,0-25 0,0 0 16,0 25-16,0-25 0,-25 25 0,25-25 0,0 0 15,-24 25-15,24-25 0,-25 0 0,25 24 0,-25-24 0,25 0 16,-25 0-16,0 0 0,1 25 0,-1-25 0,25 0 15,-25 0-15,0 0 0,0 0 0,1 0 0,24 0 0</inkml:trace>
  <inkml:trace contextRef="#ctx0" brushRef="#br0" timeOffset="303979.3866">24309 16321 0,'0'-24'0,"0"24"0,0-25 0,0 25 0,0 0 15,0-25-15,0 25 0,0 0 0,0 0 0,0 0 16,0 0-16,0 0 0,0 0 0,0 0 0,0 0 0,0 0 15,0 0-15,-25 25 0,25-25 0,0 0 0,0 25 16,0-25-16,0 24 0,0 1 0,0-25 0,0 25 0,0 0 16,-25-25-16,25 25 0,0 0 0,0-1 0,0 1 15,0-25-15,0 25 0,-25 0 0,25 0 0,0-25 0,0 24 16,0 1-16,-25-25 0,25 25 0,0 0 0,0-25 0,-24 25 15,24-25-15,0 24 0,0-24 0,-25 25 0,25-25 16,0 25-16,0-25 0,0 25 0,0-25 0,-25 0 0,25 25 16,0-25-16,0 0 0,0 24 0,0-24 0,0 0 15,0 0-15,0 0 0,0 0 0,0 0 0,0 0 0,0 25 16,0-25-16,25 0 0,-25 0 0,0 0 0,0 0 0,25 0 15,-25 0-15,0 0 0,24 0 0,-24 0 0,25-25 16,-25 25-16,25 0 0,-25 0 0,25 0 0,-25 0 0,0-24 16,25 24-16,-25 0 0,24 0 0,-24-25 0,25 25 15,-25 0-15,25-25 0,-25 25 0,0 0 0,25-25 0,-25 25 16,0 0-16,0-25 0,0 25 0,25 0 0,-25-24 15,0 24-15,0 0 0,0-25 0,0 25 0,0 0 0,0 0 16,0-25-16,0 25 0,0 0 0,0 0 0,0 0 0,0 0 16,0 0-16,0 0 0,0 0 0,0 0 0,0 0 15,0 0-15,-25 0 0,25 0 0,0 0 0,0 0 0,0 0 16,-25 0-16,25 25 0,0-25 0,0 0 0,-25 0 15,25 25-15,0-25 0,0 0 0,-25 24 0,25-24 0,0 0 16,0 25-16,-24-25 0,24 0 0,0 25 0,0-25 0,0 25 16,0-25-16,0 0 0,0 0 0,0 25 0,0-25 15,0 0-15,0 0 0,0 0 0,0 24 0,0-24 0,0 0 16,0 0-16,0 0 0,24 0 0,-24 0 0,0 0 15,0 0-15,0 0 0,25 0 0,-25 0 0,0 0 0,0 0 16,25 0-16,-25 0 0,0 0 0,25 0 0,-25 0 0,0-24 16,25 24-16,-25 0 0,0 0 0,0 0 0,24-25 15,-24 25-15,0 0 0,0 0 0,0 0 0,0-25 0,0 25 16,0 0-16,0 0 0,0 0 0,0 0 0,0 0 15,0 25-15,0-25 0,0 0 0,0 0 0,0 0 0,0 25 16,0-25-16,0 0 0,0 24 0,0-24 0,0 0 0,0 25 16,-24-25-16,24 0 0,0 25 0,0-25 0,0 0 15,0 25-15,0-25 0,0 0 0,-25 0 0,25 0 0,0 0 16,0 0-16,0 0 0,0 0 0,0 0 0,0 0 15,0 0-15,0-25 0</inkml:trace>
  <inkml:trace contextRef="#ctx0" brushRef="#br0" timeOffset="304215.4001">24383 16545 0,'0'0'16,"25"-25"-16,-25 25 0,0 0 0,25 0 16,-25 0-16,0 0 0,24 0 0,-24 0 0,25 0 0,-25 0 0,25 0 15,0 0-15,-25 0 0,25 0 0,-1 0 0,1 25 0,0-25 16,0 0-16,0 0 0,-25 25 0,24-25 0,1 0 15,0 24-15,0-24 0,-25 0 0,25 25 0,-1-25 0,1 0 16,-25 25-16,25-25 0</inkml:trace>
  <inkml:trace contextRef="#ctx0" brushRef="#br0" timeOffset="304777.4322">25474 16718 0,'0'0'0,"0"0"0,0-24 0,0 24 0,0 0 16,0 0-16,0-25 0,0 25 0,0 0 0,0 0 0,0 0 16,0-25-16,-24 25 0,24 0 0,0 0 0,0 0 15,0 0-15,0 0 0,0 25 0,0-25 0,-25 0 0,25 0 16,0 0-16,0 25 0,-25-25 0,25 0 0,0 24 15,0-24-15,-25 25 0,25-25 0,0 25 0,0-25 0,0 25 16,-25-25-16,25 25 0,0-25 0,0 24 0,0 1 0,0-25 16,0 25-16,0-25 0,0 25 0,0 0 0,25-25 15,-25 24-15,0-24 0,0 25 0,0-25 0,0 0 16,25 25-16,-25-25 0,0 0 0,25 25 0,-25-25 0,0 0 15,25 0-15,-25 0 0,24 0 0,-24 25 0,25-25 0,-25 0 16,25 0-16,-25 0 0,25 0 0,0-25 0,-25 25 0,24 0 16,-24 0-16,25 0 0,-25 0 0,25-25 0,-25 25 15,25 0-15,-25 0 31,25-25-31,-25 25 0,24-25 0,-24 25 0,0-24 0,25 24 0,-25-25 0,0 0 0,25 25 0,-25-25 0,0 0 0,0 25 0,25-24 0,-25-1 0,0 0 16,0 0-16,25 0 0,-25 25 0,0-24 109,0-76-109,24 100 0,-24-24 0,0 24 0,0 0 0,0-25 0,0 25 0,0 0 0,0 0 0,0 0 0,0-25 0,0 25 0,0 0 0,0 0 0,0 0 0,0 0 0,0 25 0,0-25 0,0 0 0,0 0 0,0 0 0,0 25 0,0-25 0,0 0 0,0 24 0,0-24 0,-24 25 0,24-25 0,0 25 0,0 0 0,0-25 0,0 25 0,0-1 0,0-24 0,-25 25 0,25 0 0,0-25 16,0 25-16,0-25 0,0 25 0,0-1 0,-25-24 15,25 25-15,0-25 0,0 25 0,0 0 0,-25-25 16,25 25-16,0-25 0,0 0 0,0 24 0,0-24 0,0 25 16,-25-25-16,25 0 0,0 25 0,0-25 0,0 0 0,0 0 15,0 0-15,0 25 0,0-25 0,0 0 0,0 0 16,0 0-16,0 0 0,0 0 0,0 0 0,0 0 0,0 0 15,0 0-15,25 0 0,-25 0 0,0 0 0,25 0 16,-25 0-16,25 0 0,-25 0 0</inkml:trace>
  <inkml:trace contextRef="#ctx0" brushRef="#br0" timeOffset="305204.4567">26243 16718 0,'0'0'0,"0"0"0,0-24 0,0 24 0,0-25 0,25 25 16,-25 0-16,0-25 0,0 25 0,0 0 0,0-25 15,0 25-15,0 0 0,0 0 0,0 0 0,0-25 0,0 25 16,0 0-16,-25 0 0,25 0 0,0 0 0,0 0 16,0 0-16,0 0 0,0 0 0,0 0 0,-24 0 0,24 25 15,0-25-15,0 0 0,0 0 0,-25 25 0,25-25 16,0 0-16,0 25 0,0-25 0,-25 25 0,25-25 15,0 24-15,0-24 0,0 25 0,0-25 0,0 25 0,-25 0 16,25-25-16,0 25 0,0-1 0,0-24 0,0 25 0,25 0 16,-25-25-16,0 25 0,0 0 0,0-25 0,0 24 15,0-24-15,0 25 0,0-25 0,25 25 0,-25-25 0,0 25 16,0-25-16,0 25 0,0-25 0,0 0 0,0 0 0,0 24 16,0-24-16,0 0 0,0 0 0,0 0 0,0 0 15,0 0-15,0 0 0,0 0 0,0 0 0,0 0 0,0 0 16,0 0-16,-25 0 0,25 0 0,0 0 0,0 0 0,-25 0 15,25-24-15,0 24 0,0 0 0,-25 0 0,25 0 16,0 0-16,0-25 0,0 25 0,0 0 0,0 0 0,0 0 16,-24 0-16,24 0 0,24 0 0,-24 0 0,0 0 15,0 0-15,0 0 0,0-25 0,0 25 0,25 0 0,-25 0 16,25 0-16,-25 0 0,25 0 0,-25 0 0,25 0 0,-1 0 15,1 0-15,0 0 0,-25 0 0</inkml:trace>
  <inkml:trace contextRef="#ctx0" brushRef="#br0" timeOffset="305609.4798">26863 16793 0,'-24'0'0,"24"0"0,0-25 0,0 25 0,0-25 0,0 25 16,0 0-16,0 0 0,0-25 0,0 25 0,0 0 0,0 0 15,0 0-15,0 0 0,0 0 0,-25 0 0,25 0 16,0 0-16,0 0 0,0 25 0,0-25 0,-25 0 0,25 25 16,0-25-16,0 25 0,-25-25 0,25 25 0,0-25 15,0 24-15,-25 1 0,25-25 0,0 25 0,0 0 0,0-25 16,0 25-16,0-1 0,0-24 0,0 25 0,0-25 0,0 25 15,0-25-15,0 25 0,0-25 0,0 0 16,0 25-16,0-25 0,0 0 0,25 0 0,-25 24 0,0-24 16,0 0-16,25 0 0,-25 0 0,0 0 0,0 0 0,25 0 15,-25 0-15,0 0 0,0 0 0,25 0 0,-25-24 0,0 24 16,0 0-16,24 0 0,-24-25 0,0 25 0,0 0 15,0-25-15,25 25 0,-25-25 0,0 25 0,0-25 0,0 1 16,0 24-16,0-25 0,0 25 0,0-25 0,0 25 16,0-25-16,0 25 0,0-25 0,0 25 0,0 0 0,0-24 15,-25 24-15,25 0 0,0 0 0,0 0 0,0-25 0,0 25 16,0 0-16,0 0 0,0 0 0,0 0 0,0 0 15,0 0-15,0 0 0,0 0 0,0 0 0,0-25 0,0 25 16,0 0-16,0 0 0,0 0 0,0-25 0</inkml:trace>
  <inkml:trace contextRef="#ctx0" brushRef="#br0" timeOffset="305906.4968">27136 16024 0,'0'0'0,"0"0"0,0 0 0,25-25 16,-25 25-16,0 0 0,0 0 0,0 0 0,25 0 15,-25 0-15,0 0 0,0 0 0,25 0 0,-25 0 0,0 0 16,25 0-16,-25 0 0,24 0 0,-24 0 0,0 0 15,25 25-15,-25-25 0,0 0 0,0 0 0,25 0 0,-25 25 16,0-25-16,0 0 0,0 24 0,0-24 0,0 0 16,0 25-16,0-25 0,0 0 0,-25 25 0,25-25 0,0 0 15,0 0-15,-25 25 0,25-25 0,0 0 0,-24 0 16,24 0-16,-25 25 0,25-25 0,-25 0 0,25 0 0,0 0 15,-25 0-15,25-25 0,-25 25 0</inkml:trace>
  <inkml:trace contextRef="#ctx0" brushRef="#br0" timeOffset="306240.5159">27484 15776 0,'0'0'0,"24"0"0,-24 0 16,0 0-16,0 0 0,25 0 0,-25 0 0,0 0 15,25 25-15,-25-25 0,25 0 0,-25 0 0,0 24 0,25-24 16,-25 0-16,0 25 0,24-25 0,-24 25 0,0-25 0,0 25 16,0-25-16,0 25 0,0-25 0,0 24 0,0-24 15,0 25-15,-24-25 0,24 0 0,-25 25 0,0-25 16,25 0-16,-25 0 0,-24 0 0,24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25:38.40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2034 1736 0,'0'-24'0,"0"24"16,0 0-16,0 0 0,0 0 0,0 0 0,0 0 0,0 0 16,0 0-16,0 0 0,0 0 0,25-25 0,-25 25 15,0 0-15,0 0 0,0 0 0,0 0 0,0 0 0,0-25 16,0 25-16,0 0 0,0 0 0,0 0 0,0 0 0,0 0 15,0 0-15,0 0 0,0 0 0,0 0 0,0 0 0,0 0 16,0 0-16,0 0 0,0 0 0,0 0 0,0 0 0,0 0 16,0 0-16,0 0 0,0 0 0,0 0 0,0 0 15,0 0-15,0 0 0,0 0 0,0 25 0,0-25 0,0 0 16,0 0-16,0 0 0,-25 0 0,25 0 0,0 25 0,0-25 15,0 0-15,0 0 0,0 24 0,0-24 0,-25 0 0,25 25 16,0-25-16,0 25 0,0-25 0,-25 0 0,25 0 0,0 25 16,0-25-16,0 0 0,0 25 0,-24-25 0,24 0 15,0 24-15,0-24 0,0 0 0,0 0 0,-25 25 0,25-25 16,0 0-16,0 25 0,0-25 0,0 0 0,-25 0 0,25 0 15,0 0-15,0 25 0,0-25 0,0 0 0,0 0 0,-25 0 16,25 0-16,0 0 0,0 0 0,0 0 0,0 0 0,0 0 16,0 0-16,0 0 0,0 0 0,0 0 0,0-25 15,0 25-15,0 0 0,0 0 0,0-25 0,0 25 0</inkml:trace>
  <inkml:trace contextRef="#ctx0" brushRef="#br0" timeOffset="334.0191">1860 1736 0,'0'0'0,"0"0"0,0-24 0,0 24 16,0 0-16,0-25 0,0 25 0,0 0 0,0-25 15,0 25-15,-24 0 0,24 0 0,0 0 0,0 0 0,0-25 16,0 25-16,0 0 0,0 0 0,0 0 0,0 0 0,0 0 15,24 0-15,-24 0 0,0 0 0,0 0 0,0 25 0,25-25 16,-25 0-16,0 0 0,0 0 0,25 25 0,-25-25 0,0 0 16,0 25-16,25-25 0,-25 0 0,0 0 0,0 24 15,25-24-15,-25 0 0,0 25 0,0-25 0,0 0 0,24 25 16,-24-25-16,0 0 0,0 25 0,0-25 0,25 0 0,-25 0 15,0 25-15,0-25 32,0 0-32,0 0 0,0 24 0,0-24 0,25 0 0,-25 0 0,0 0 0,0 0 0,0 0 0,0 0 0,0 0 0,0 25 0,0-25 0,-25 0 0,25 0 15,0 0-15,0 0 0</inkml:trace>
  <inkml:trace contextRef="#ctx0" brushRef="#br0" timeOffset="425.0243">1860 1860 0,'0'0'0,"0"-24"0,0 24 0,0 0 0,0 0 0,-24 0 0,24 0 0,0 0 0,0 0 0,0 0 0,0 0 0,0 0 0,0 0 0,0 0 0,0 0 0,0 0 0,0 0 0,24 0 0,-24 0 0,0 0 16,0 0-16,0 0 0,25 0 0,-25 0 0,25 0 16,-25 0-16,25 0 0,-25 0 0,25 0 0,-25 0 0,24 0 15,-24-25-15,25 25 0,0 0 0,-25 0 0,25 0 16,-25 0-16,25-25 0,-25 25 0,24 0 0,-24 0 0,25 0 0,-25 0 15,0 0-15,0 0 0,25-25 0,-25 25 0,0 0 16,0 0-16</inkml:trace>
  <inkml:trace contextRef="#ctx0" brushRef="#br0" timeOffset="2035.1164">2629 1439 0,'0'0'0,"0"-25"0,0 25 16,0 0-16,25 0 0,-25 0 0,0 0 0,0 0 0,0 0 16,0 0-16,0 0 0,0 0 0,0 0 0,0 0 15,0 0-15,0 0 0,0 0 0,0 0 0,0 0 0,0 0 16,25 0-16,-25 0 0,0 25 0,0-25 0,0 0 0,0 0 15,0 0-15,25 0 0,-25 0 0,0 24 0,0-24 0,0 0 16,0 0-16,0 25 0,25-25 0,-25 25 0,0 0 16,0-25-16,0 25 0,0-1 0,0-24 0,0 25 0,0 0 15,0-25-15,0 25 0,0 0 0,0 0 0,0-25 16,0 24-16,0-24 0,24 25 0,-24 0 0,0-25 0,0 0 15,0 25-15,0-25 0,0 0 0,0 25 0,0-25 0,0 0 16,0 0-16,25 0 0,-25 0 0,0 0 0,0 0 0,0 0 16,0 0-16,0 0 0,0 0 0,0 0 0,0 0 15,25 0-15,-25 0 0,0 0 0,0 0 0,0 0 0,0 0 16,25-25-16,-25 25 0,0 0 0,0 0 0,0-25 0,25 25 15,-25 0-15,0-25 0,0 25 0,24-25 0,-24 25 16,0-24-16,0-1 0,0 25 0,25-25 0,-25 0 0,0 25 16,0-25-16,0 0 0,0 1 0,25-1 0,-25 25 0,0-25 15,0 25-15,0-25 0,0 25 0,0-25 0,0 25 0,0 0 16,0 0-16,0-24 0,0 24 0,0 0 0,0 0 15,25 0-15,-25 0 0,0 0 0,0 0 0,0 0 0,0 0 16,0 0-16,0 0 0,0 0 0,0 0 0,0 0 0,0 0 16,0 24-16,0-24 0,0 0 0,0 0 0,-25 25 15,25-25-15,0 0 0,0 0 0,0 25 0,0-25 0,0 0 16,25 25-16</inkml:trace>
  <inkml:trace contextRef="#ctx0" brushRef="#br0" timeOffset="2292.1311">3101 1538 0,'0'0'0,"0"0"15,0-25-15,0 25 0,0 0 0,0 0 0,0 0 0,0 0 16,0 0-16,0 0 0,0 0 0,0 0 0,0 0 0,0 0 16,0 0-16,0 0 0,0 0 0,0 0 0,0 0 15,0 0-15,0 25 0,0-25 0,0 0 0,0 25 0,0-25 16,0 24-16,0-24 0,0 25 0,0 0 0,0-25 0,0 25 15,0-25-15,0 25 0,0 0 0,0-25 0,0 24 16,0 1-16,0-25 0,0 25 0,0-25 0,0 25 0,0-25 16,0 0-16,0 25 0,0-25 0,0 0 0,0 0 15,24 24-15,-24-24 0,0 0 0,0 0 0,0 0 0,0 0 16,0 0-16,0 0 0,25 0 0,-25-24 0,0 24 0,0 0 15,0 0-15,25-25 0,-25 25 0,0-25 0</inkml:trace>
  <inkml:trace contextRef="#ctx0" brushRef="#br0" timeOffset="2478.1417">3299 1265 0,'0'-25'0,"0"25"0,0 0 0,0 0 0,0 0 16,0 0-16,0 0 0,0 0 0,-25 0 0,25 0 0,0 25 15,0-25-15,0 0 0,0 0 0,0 0 0,0 25 0,0-25 16,0 0-16,0 25 0,0-25 0,0 0 0,0 24 15,0-24-15,0 25 0,0-25 0,0 25 0,0 0 0,0-25 16,0 25-16,0-25 0,0 24 0,0-24 0,0 25 0,0 0 16,0-25-16,0 25 0,0-25 0</inkml:trace>
  <inkml:trace contextRef="#ctx0" brushRef="#br0" timeOffset="2973.17">4341 1836 0,'0'0'16,"-25"0"-16,25-25 0,0 25 0,0 0 0,0-25 0,-25 25 15,25 0-15,0-25 0,0 25 0,0 0 0,0-25 16,-25 25-16,25 0 0,0-24 0,0 24 0,-24 0 0,24-25 16,0 25-16,0 0 0,-25-25 0,25 25 0,0 0 15,0 0-15,0 0 0,0 0 0,-25 0 0,25 25 16,0-25-16,0 0 0,0 0 0,-25 0 0,25 25 0,0-25 0,0 0 15,-25 24-15,25-24 0,0 0 0,0 25 0,0-25 16,0 25-16,-24-25 0,24 25 0,0-25 0,0 25 0,0-25 16,0 24-16,0-24 0,0 0 0,0 25 0,0-25 15,24 0-15,-24 0 0,0 25 0,0-25 0,0 0 0,25 0 16,-25 25-16,0-25 0,0 0 0,25 0 0,-25 0 15,0 0-15,0 0 0,25 0 0,-25 0 0,25 0 0,-25-25 16,0 25-16,24 0 0,-24 0 0,25 0 0,-25-25 0,0 25 16,25 0-16,-25 0 0,0-25 0,25 25 0,-25 0 15,0-24-15,25 24 0,-25-25 0,0 25 0,24-25 0,-24 25 16,0-25-16,0 0 0</inkml:trace>
  <inkml:trace contextRef="#ctx0" brushRef="#br0" timeOffset="3235.185">4390 1389 0,'0'-25'15,"0"25"-15,0-25 0,0 25 0,0-24 0,0 24 0,0 0 16,0 0-16,0-25 0,0 25 0,0 0 0,0 0 0,0 0 15,0 0-15,0 0 0,0 25 0,0-25 0,0 0 16,0 0-16,0 24 0,0-24 0,0 25 0,0-25 0,0 25 16,0 0-16,0-25 0,0 25 0,0-1 0,25-24 15,-25 25-15,0 0 0,0-25 0,0 25 0,0 0 0,0-1 16,0-24-16,0 25 0,0 0 0,0-25 0,0 25 0,0 0 15,0-25-15,25 25 0,-25-25 0,0 24 0,0 1 16,0-25-16,0 25 0,0-25 0,0 25 0,0-25 0,0 25 16,0-25-16,0 24 0,0-24 0,0 0 0,0 25 15,0-25-15,25 0 0,-25 0 0,0 25 0,0-25 0,0 0 16,0 0-16,0 0 0,0 0 0,0 0 0,25 0 0,-25 0 15,0-25-15,0 25 0,0 0 0,0 0 0,0 0 16,0-25-16</inkml:trace>
  <inkml:trace contextRef="#ctx0" brushRef="#br0" timeOffset="3669.2098">4539 1736 0,'0'-24'16,"0"24"-16,0 0 0,0-25 0,0 25 0,0-25 0,0 25 15,0 0-15,0 0 0,0 0 0,0 0 0,0 0 16,0 0-16,0 0 0,0 0 0,0 0 0,0 0 0,0 0 16,0 0-16,0 0 0,0 0 0,0 0 0,0 0 15,0 0-15,0 0 0,0 0 0,0 25 0,0-25 0,0 0 16,0 25-16,0-25 0,0 24 0,0-24 0,0 25 0,0-25 15,0 0-15,0 25 0,0-25 0,0 25 0,0-25 16,0 25-16,0-25 0,0 24 0,0-24 0,25 25 0,-25-25 16,0 0-16,0 25 0,0-25 0,0 0 0,0 25 15,25-25-15,-25 0 0,0 0 0,0 25 0,25-25 0,-25 0 16,0 0-16,0 0 0,24 0 0,-24 0 0,0 0 15,0 0-15,25 0 0,-25 0 0,0-25 0,0 25 0,25 0 16,-25 0-16,0-25 0,0 25 0,25 0 0,-25-25 0,0 25 16,0 0-16,25-25 0,-25 25 0,0-24 0,0 24 15,0-25-15,24 25 0,-24-25 0,0 25 0,0-25 0,0 25 16,0 0-16,0-25 0,0 25 0,0-24 0,0 24 0,0 0 15,0 0-15,0-25 0,0 25 0,0 0 0,0 0 16,0 0-16,0 0 0,0 0 0,0 0 0,0 0 0,0 0 16,0 0-16,0 0 0,0 0 0,0 25 0,0-25 15,-24 0-15,24 24 0,0-24 0,0 0 0,0 25 0,0-25 16,0 25-16,0-25 0,0 25 0,0-25 0,0 25 0,0-25 15,0 24-15,24-24 0,-24 25 0,0-25 0,0 25 16,0-25-16,0 0 0,0 25 0,0-25 0,0 25 0,25-25 16,-25 0-16,0 0 0,0 0 0,0 24 0,0-24 15,25 0-15,-25 0 0,0 0 0,0 0 0,0 25 0,0-25 16</inkml:trace>
  <inkml:trace contextRef="#ctx0" brushRef="#br0" timeOffset="3834.2193">4762 2381 0,'0'0'0,"0"25"15,0-25-15,0 0 0,0 0 0,0 0 0,0 0 16,0 0-16,0 0 0,0 0 0,0 0 0,0 0 0,0 0 16,0 0-16,0 0 0,0 0 0,0 0 0,0 0 15,0 0-15,0 0 0,0 0 0,0 0 0,0 0 0,0-25 16,0 25-16,0 0 0,0 0 0</inkml:trace>
  <inkml:trace contextRef="#ctx0" brushRef="#br0" timeOffset="5703.3262">7094 1736 0,'0'0'0,"0"-24"0,0 24 0,0 0 0,0 0 0,0 0 16,-25 0-16,25 0 0,0 0 0,0-25 0,0 25 0,0 0 15,0 0-15,0 0 0,0 0 0,-24 0 0,24 0 16,0-25-16,0 25 0,0 0 0,0 0 0,0 0 0,0 0 15,0 0-15,0 0 0,0 0 0,0 25 0,-25-25 16,25 0-16,0 0 0,0 0 0,0 0 0,0 0 0,-25 0 16,25 0-16,0 0 0,0 0 0,0 25 0,-25-25 0,25 0 15,0 0-15,0 0 0,0 24 0,0-24 0,0 0 16,0 0-16,0 25 0,0-25 0,0 25 0,0-25 0,0 25 15,0-25-15,0 25 0,0-25 0,25 24 0,-25-24 16,0 25-16,0-25 0,25 0 0,-25 25 0,0-25 0,25 25 16,-25-25-16,0 0 0,0 25 0,24-25 0,-24 0 0,0 24 15,25-24-15,-25 0 0,0 0 0,25 0 0,-25 0 16,0 0-16,25 0 0,-25 0 0,25 0 0,-25 0 0,0 0 15,24 0-15,-24 0 0,25-24 0,-25 24 0,25 0 16,-25 0-16,25-25 0,-25 25 0,25-25 0,-25 25 0,0 0 16,24-25-16,-24 25 0,0-25 0,25 25 0,-25-24 0,0-1 15,25 25-15,-25-25 0,0 0 0,0 25 0,25-25 16,-25 1-16,0 24 0,0-25 0,0 0 0,0 0 0,0 25 15,0-25-15,0 0 0,0 1 0,0 24 0,25-25 16,-25 25-16,0-25 0,0 25 0,0-25 0,0 25 0,0-25 16,0 25-16,-25 0 0,25 0 0,0 0 0,0 0 0,0 0 15,0 0-15,0 0 0,0 0 0,0 0 0,0 0 16,0 0-16,0 25 0,0-25 0,0 0 0,0 0 0,25 25 15,-25-25-15,0 25 0,0-25 0,0 25 0,0-1 16,0-24-16,0 25 0,0 0 0,-25-25 0,25 25 0,0 0 16,0-25-16,0 25 0,0-1 0,0 1 0,0-25 15,0 25-15,0 0 0,0-25 0,0 25 0,0-1 0,0-24 16,0 25-16,0-25 0,0 25 0,0-25 0,0 25 15,0-25-15,0 0 0,0 0 0,0 25 0,0-25 0,0 0 16,0 0-16,0 24 0,0-24 0,0 0 0,0 0 0,0 0 16,0 0-16,0 0 0,0 0 0,0 0 0,25 0 15,-25 0-15,0 0 0,0-24 0,0 24 0,0 0 0,24-25 16,-24 25-16,0-25 0,0 25 0,25 0 0,-25-25 15,0 25-15,0-25 0,25 25 0,-25-24 0,0 24 0,0-25 16,0 25-16,0 0 0,25-25 0,-25 25 0,0 0 0,0 0 16,0-25-16,0 25 0,0 0 0,0 0 0,0 0 15,0 0-15,0 0 0,0 0 0,0 0 0,0 0 0,0 0 16,0 0-16,0 0 0,0 0 0,0 0 0,0 0 15,0 0-15,0 0 0,0 25 0,0-25 0,0 0 0,0 25 16,25-25-16,-25 0 0,0 25 0,0-25 0,0 24 0,0-24 16,0 25-16,0-25 0,0 0 0,0 25 0,0-25 15,0 25-15,0-25 0,0 0 0,0 0 0,0 25 0,0-25 16,0 0-16,24 24 0,-24-24 0,0 0 0,0 0 15,0 25-15,0-25 0,25 0 0,-25 0 0,0 0 0,0 0 16,25 0-16,-25 0 0,0 0 0,0-25 0,25 25 0,-25 0 16,0 0-16,0 0 0,25 0 0,-25-24 0,24 24 15,-24 0-15,0-25 0,25 25 0,-25-25 0,0 25 0,0 0 16,25-25-16,-25 25 0,0-25 0,0 25 0,0-24 15,0 24-15,25 0 0,-25-25 0,0 25 0,0 0 0,-25-25 16,25 25-16,0 0 0,0-25 0,0 25 0,0 0 0,0 0 16,0 0-16,0 0 0,0 0 0,0 0 0,0 0 15,0 0-15,0 0 0,0 0 0,0 0 0,-25 0 0,25 0 0,0 0 16,0 0-16,0 25 0,0-25 0,0 0 15,0 25-15,0-25 0,0 25 0,0-25 0,0 24 0,0-24 16,0 0-16,25 25 0,-25-25 0,0 25 0,0-25 0,0 0 16,0 25-16,25-25 0,-25 0 0,0 25 0,0-25 15,0 0-15,25 0 0,-25 0 0,0 24 0,0-24 0,24 0 16,-24 0-16,0 0 0,25 0 0,-25 25 0,0-25 15,0 0-15,25 0 0,-25 0 0,0 0 0,25 0 0,-25 0 16,0 0-16,0 0 0,25-25 0,-25 25 0,0 0 0,0-24 16,0 24-16,0-25 0,24 25 0,-24-25 0,0 25 15,0-25-15,0 25 0,0-25 0,0 25 0,0 0 0,-24-24 16,24 24-16,0-25 0,0 25 0,0-25 0,0 25 15,0-25-15,0 25 0,0-25 0,-25 25 0,25 0 0,0 0 0,0 0 16,0 0-16,0 0 0,0 0 0,-25 0 0,25 0 16,0 0-16,0 0 0,0 0 0,0 0 0,-25 0 0,25 0 15,0 0-15,0 0 0,0 0 0,0 0 0,0 0 16,0 0-16,0 25 0</inkml:trace>
  <inkml:trace contextRef="#ctx0" brushRef="#br0" timeOffset="6200.3546">9227 1439 0,'0'0'0,"0"0"15,0-25-15,0 25 0,0 0 0,0 0 0,0 0 0,0 0 16,0 0-16,0 0 0,0 0 0,0 25 0,0-25 0,0 0 16,0 24-16,0-24 0,0 25 0,0-25 0,-24 25 15,24-25-15,0 25 0,0 0 0,0-1 0,0-24 0,0 25 16,0 0-16,0 0 0,0-25 0,0 25 0,0 0 15,0-1-15,0-24 0,0 25 0,0 0 0,0-25 0,0 25 16,0-25-16,0 25 0,0-25 0,0 0 0,0 24 0,-25-24 16,25 0-16,0 25 0,0-25 0,0 0 0,0 0 15,0 25-15,0-25 0,0 0 0,0 0 0,0 0 0,0 0 16,0 0-16,0 0 0,0 0 0,0-25 0,-25 25 15,25 0-15,0 0 0,0 0 0,0 0 0,0 0 0,0-25 16,0 25-16</inkml:trace>
  <inkml:trace contextRef="#ctx0" brushRef="#br0" timeOffset="6635.3795">9227 1538 0,'0'0'0,"0"-25"16,0 25-16,0 0 0,0 0 0,0 0 0,25-25 0,-25 25 16,0 0-16,0 0 0,0 0 0,25 0 0,-25-25 15,0 25-15,0 0 0,25 0 0,-25 0 0,0 0 0,0 0 16,25 0-16,-25-24 0,0 24 0,24 0 0,-24 0 15,0 0-15,0 24 0,0-24 0,0 0 0,0 25 0,0-25 16,0 25-16,0-25 0,0 25 0,0-25 0,0 25 16,0-25-16,0 24 0,0-24 0,0 25 0,-24-25 0,24 25 15,0 0-15,0-25 0,0 25 0,0-25 0,-25 25 0,25-25 16,0 24-16,0-24 0,0 0 0,-25 25 0,25-25 15,0 0-15,0 25 0,0-25 0,0 0 0,0 0 0,0 0 16,0 0-16,0 25 0,0-25 0,0 0 0,0 0 0,0 0 16,0 0-16,25 0 0,-25 0 0,0 0 0,0 0 15,0 0-15,0 25 0,0-25 0,25 0 0,-25 0 16,0 0-16,0 24 0,0-24 0,24 0 0,-24 0 0,0 0 15,0 25-15,0-25 0,25 0 0,-25 0 0,0 25 0,0-25 16,0 0-16,0 0 0,0 25 0,0-25 0,0 0 0,0 0 16,0 25-16,-25-25 0,25 0 0,0 0 0,0 24 15,0-24-15,0 0 0,-24 25 0,24-25 0,0 0 0,-25 0 16,25 25-16,0-25 0,-25 0 0,25 0 0,0 0 15,-25 0-15,25 0 0,0 0 0,0 0 0,-25 0 0,25 0 16,0 25-16,0-25 0,0 0 0,0 0 0,-24 0 16,24 0-16,0 0 0,0 0 0,0 0 0,0 0 0,24-25 15,-24 25-15,0 0 0,0-25 0,25 25 0,-25-25 16,0 25-16</inkml:trace>
  <inkml:trace contextRef="#ctx0" brushRef="#br0" timeOffset="6864.3926">9773 1761 0,'0'0'0,"0"0"0,0 0 16,0 0-16,0 0 0,0 0 0,0 0 0,25 0 15,-25 0-15,0 0 0,0 0 0,0 0 0,25 0 0,-25 25 16,0-25-16,0 0 0,24 0 0,-24 0 0,25 0 0,-25 0 15,25 0-15,-25 0 0,0 0 0,25 25 0,-25-25 0,25 0 16,-25 0-16,0 0 0,24 0 0,-24 0 0,0 25 16,25-25-16,-25 0 0,0 0 0,0 0 0,0 24 0,0-24 15,0 0-15,0 0 0,0 0 0,0 0 0</inkml:trace>
  <inkml:trace contextRef="#ctx0" brushRef="#br0" timeOffset="7054.4035">9773 1984 0,'0'0'0,"0"25"0,0-25 15,0 0-15,0 0 0,0 0 0,25 0 0,-25 0 0,0 0 16,0 0-16,25 0 0,-25-25 0,0 25 0,24 0 0,-24 0 16,25 0-16,-25 25 0,25-25 0,-25 0 0,0 0 15,25 0-15,-25 0 0,25 0 0,-25 0 0,24 0 0,-24 0 16,25 0-16,-25 0 0,0 0 0,25 0 0,-25 0 0,0 0 15,25 0-15,-25 0 0,25 0 0,-25 0 0,25 25 16</inkml:trace>
  <inkml:trace contextRef="#ctx0" brushRef="#br0" timeOffset="7958.4552">10964 1290 0,'0'0'16,"0"0"-16,0 0 0,0 0 0,-25 0 0,25 0 0,0 0 16,0-25-16,0 25 0,0 0 0,0 0 0,0 0 15,-25-25-15,25 25 0,0 0 0,0 0 0,0-25 0,0 25 16,0 0-16,0 0 0,-25 0 0,25 0 0,25 0 0,-25 0 15,0 0-15,0 0 0,0 0 0,0 0 0,0 0 0,0 0 16,0 0-16,0 0 0,0 0 0,0 0 0,0 0 16,-25 0-16,25 0 0,0 0 0,0 0 0,0 0 0,0 0 15,0 0-15,0 25 0,0-25 0,0 0 0,0 25 0,0-25 16,0 25-16,0-25 0,0 25 0,0-25 0,0 24 15,0-24-15,0 25 0,0-25 0,0 25 0,0-25 0,0 25 16,25-25-16,-25 25 0,0-25 0,0 24 0,0-24 16,25 0-16,-25 25 0,0-25 0,0 25 0,0-25 0,25 25 15,-25-25-15,0 0 0,0 25 0,0-25 0,0 24 16,0-24-16,0 25 0,0-25 0,0 0 0,0 25 0,0-25 15,0 0-15,0 25 0,0-25 0,0 0 0,0 25 0,0-25 16,0 0-16,0 0 0,-25 25 0,25-25 0,0 0 16,0 0-16,-25 24 0,25-24 0,0 0 0,0 0 0,-25 0 15,25 0-15,0 0 0,-25 0 0,25 0 0,0 25 16,0-25-16,0 0 0,-24 0 0,24 0 0,0 0 0,0 0 15,-25 0-15,25 0 0,0-25 0,0 25 0,0 0 0,0 0 16,0 0-16,0 0 0,0 0 0,0 0 0,0 0 16,0 0-16,0 0 0,0 0 0,0 0 0,25 0 0,-25 0 15,0 25-15,0-25 0,0 0 0,0 0 0,0 0 16,24 25-16,-24-25 0,0 0 0,0 25 0,0-25 0,25 0 15,-25 25-15,0-25 0,25 24 0,-25-24 0,0 25 0,0-25 16,0 25-16,25-25 0,-25 25 0,0-25 16,0 25 46,0-25-62,0 24 0,0 1 0,0-25 0,0 25 0,0-25 0,0 25 0,0 0 0,0-25 0,0 0 0,0 24 0,-25-24 0,25 25 0,0-25 0,0 0 0,0 25 0,0-25 0,0 0 0,0 0 0,0 25 0,0-25 0,0 0 0,0 0 0,0 0 0,0 0 0,0 0 0,0 0 16,0 0-16,-25 0 0,25 0 0,0 0 0,0 0 0,0 0 15,0-25-15,0 25 0,25 0 0,-25 0 0,0-25 16</inkml:trace>
  <inkml:trace contextRef="#ctx0" brushRef="#br0" timeOffset="8792.5029">11658 1563 0,'0'0'0,"0"0"0,-25-25 0,25 25 0,0 0 16,0 25-16,0-25 0,0-25 0,0 25 0,0 0 0,0 0 15,0 0-15,0 0 0,0 0 0,0 0 0,0 0 0,0 0 16,0 0-16,0 0 0,0 0 0,0 25 0,0-25 15,0 0-15,0 0 0,0 24 0,0-24 0,0 25 0,0-25 16,0 0-16,0 25 0,0-25 0,-24 25 0,24 0 0,0-25 16,0 25-16,0-1 0,0-24 0,0 25 0,0 0 15,0-25-15,0 25 0,0-25 0,0 25 0,0-25 0,0 24 16,0 1-16,0-25 0,0 25 0,0-25 0,0 25 15,0-25-15,0 0 0,0 25 0,0-25 0,24 24 0,-24-24 16,0 0-16,0 25 0,0-25 0,0 0 0,0 0 0,25 0 16,-25 25-16,0-25 0,0 0 0,0-25 0,0 25 15,0 0-15,25 0 0,-25 0 0,0 0 0,0 0 0,0 0 16,25 0-16,-25 0 0,0-25 0,0 25 0,25 0 15,-25 0-15,0-24 0,24 24 0,-24 0 0,0-25 0,0 25 16,25-25-16,-25 25 0,0-25 0,25 25 0,-25-25 0,0 1 16,0 24-16,25-25 0,-25 25 0,0-25 0,0 25 15,0-25-15,0 25 0,25-25 0,-25 25 0,0-24 16,0 24-16,0-25 0,0 25 0,0 0 0,0-25 0,0 25 15,0 0-15,0-25 0,0 25 0,0 0 0,0 0 0,0 0 16,0 0-16,0 0 0,0 0 0,0 0 0,0 0 16,0 0-16,0 0 0,0 0 0,0 0 0,0 0 0,0 25 15,0-25-15,0 0 0,0 25 0,0-25 0,0 25 0,0-25 16,0 0-16,0 24 0,-25-24 0,25 25 0,0-25 15,0 25-15,0-25 0,0 25 0,0 0 0,0-25 0,0 24 16,0-24-16,0 25 0,0 0 0,0-25 0,0 25 16,0-25-16,0 25 0,0-25 0,0 24 0,0 1 0,0-25 15,0 0-15,0 25 0,-25-25 0,25 25 0,0-25 0,0 25 16,0-25-16,0 0 0,0 0 0,0 24 0,0-24 15,0 0-15,0 25 0,0-25 0,0 25 0,0-25 0,0 0 16,0 0-16,0 0 0,0 0 0,0 0 0,0 0 16,0 0-16,0-25 0</inkml:trace>
  <inkml:trace contextRef="#ctx0" brushRef="#br0" timeOffset="9026.5163">12204 1885 0,'0'0'16,"0"0"-16,0 0 0,0 0 0,0 0 0,0 0 0,0 0 16,0 0-16,25 0 0,-25 0 0,0 0 0,0 0 15,0 0-15,25 0 0,-25 0 0,24 0 0,-24 0 0,25 0 16,-25 0-16,25 0 0,-25 0 0,25 0 0,-25 0 0,25 25 15,-25-25-15,24 0 0,-24 0 0,25 0 0,-25 0 16,25 0-16,-25 0 0,0 0 0,0 0 0,0 0 0,0 0 16,0 0-16,0 0 0</inkml:trace>
  <inkml:trace contextRef="#ctx0" brushRef="#br0" timeOffset="9207.5265">12179 2084 0,'0'0'0,"0"0"0,0 0 0,0 0 0,0 0 0,0 0 16,0 0-16,25 0 0,-25 0 0,0 0 0,0 0 15,25 0-15,-25 24 0,25-24 0,-25 0 0,24 0 16,-24 0-16,25 0 0,0 0 0,-25 0 0,25 0 0,0 0 16,-25 0-16,24 0 0,1 0 0,-25 0 0,25-24 0,-25 24 15,0 0-15,25 0 0,-25 0 0,0 0 0,25 0 16</inkml:trace>
  <inkml:trace contextRef="#ctx0" brushRef="#br0" timeOffset="18361.0501">13295 1538 0,'0'0'0,"-24"0"0,24 0 0,0 0 0,0 0 0,0 0 16,0 0-16,0 0 0,0 0 0,0 0 0,0 0 0,0 0 15,-25 0-15,25 0 0,0 0 0,0 0 0,0 0 16,0 0-16,0 0 0,0 0 0,25 0 0,-25 0 0,0 0 15,0 0-15,0 0 0,0 0 0,0 0 0,0 0 16,0 0-16,0 0 0,-25 0 0,25 0 0,0 0 0,0 0 16,0 0-16,0 0 0,0 0 0,0 0 0,0 0 0,0 0 15,0 0-15,0 0 0,0 0 0,0 0 0,0 0 16,0 0-16,0 0 0,0 25 0,0-25 0,0 0 0,0 0 15,0 0-15,-25 0 0,25 24 0,0-24 0,0 0 16,0 0-16,0 25 0,0-25 0,0 25 0,0-25 0,-25 0 16,25 25-16,0 0 0,0-25 0,0 25 0,0-1 0,0-24 15,0 25-15,0 0 0,-25-25 0,25 25 0,0 0 16,0-1-16,0-24 0,0 25 0,0 0 0,0-25 0,0 25 15,0 0-15,0-25 0,0 24 0,0-24 0,0 25 16,0-25-16,0 0 0,0 25 0,0-25 47,0 0-47,0 25 0,0-25 0,25 25 0,-25-25 0,0 24 0,0-24 0,0 0 0,0 25 0,0-25 0,0 0 0,0 0 0,0 0 0,25 25 0,-25-25 0,0 0 0,0 0 0,0 0 47,0 0-47,0 0 0,0 0 0,0 25 0,0-25 0,25 0 0,-25 0 0,0 0 0,0 0 0,0 0 0,0 0 0,0 0 0,0 0 0,0 0 0,0 0 0,0 0 0,0-25 15,0 25-15,0 0 0</inkml:trace>
  <inkml:trace contextRef="#ctx0" brushRef="#br0" timeOffset="18801.0753">13494 1811 0,'0'25'0,"0"-25"0,0 0 0,0 0 16,0 0-16,0 0 0,0 0 0,0 0 0,0 0 0,0 0 15,0 0-15,0 0 0,0 0 0,0 0 0,0 0 16,25 0-16,-25 0 0,0 0 0,0 0 0,24 0 0,-24 0 15,0 0-15,25 0 0,-25-25 0,25 25 0,-25 0 16,25 0-16,-25 0 0,25 0 0,-25 0 0,24 0 0,-24 0 16,25 0-16,-25 0 0,25 0 0,-25 0 0,25 0 0,-25 0 15,25 0-15,-25 0 0,0 0 0,0 0 0,24 0 16</inkml:trace>
  <inkml:trace contextRef="#ctx0" brushRef="#br0" timeOffset="19236.1001">13891 2009 0,'0'0'0,"0"25"0,0-25 0,0-25 16,0 25-16,24 0 0,-24 0 0,0 0 0,0 0 15,0 0-15,0 0 0,0 0 0,0 0 0,25-25 0,-25 25 16,0 0-16,0 0 0,25 0 0,-25-24 0,0 24 15,0 0-15,25 0 0,-25-25 0,0 25 0,0 0 0,25-25 16,-25 25-16,0 0 0,0-25 0,0 25 0,24-25 0,-24 25 16,0 0-16,0-24 0,0 24 0,0-25 0,25 25 15,-25 0-15,0-25 0,0 25 0,0-25 0,0 25 0,0-25 16,0 25-16,0-24 0,0 24 0,0-25 0,0 25 15,0-25-15,0 25 0,25 0 0,-25 0 0,0-25 0,0 25 16,0 0-16,0 0 0,0 0 0,0 0 0,0 0 0,0 0 16,0 0-16,0 0 0,0 0 0,0 0 0,0 0 15,0 0-15,0 0 0,0 0 0,0 0 0,0 0 0,0 0 16,0 25-16,0-25 0,0 0 0,25 25 0,-25-25 15,0 25-15,0-25 0,0 24 0,0-24 0,0 25 0,0-25 16,0 25-16,0-25 0,0 25 0,0-25 0,0 25 0,25-25 16,-25 24-16,0-24 0,0 25 0,0-25 0,0 25 15,0-25-15,0 0 0,0 25 0,0-25 0,0 0 0,0 25 16,0-25-16,0 0 0,0 0 0,0 24 0,0-24 15,0 0-15,0 0 0,0 25 0,0-25 0,0 0 0,-25 0 16,25 25-16,0-25 0,0 0 0,0 0 0,0 0 16</inkml:trace>
  <inkml:trace contextRef="#ctx0" brushRef="#br0" timeOffset="19495.1148">14362 1935 0,'0'0'0,"0"0"15,0 0-15,0 0 0,0 0 0,0 0 0,0 0 0,0 0 16,0 0-16,0 0 0,0 25 0,25-25 0,-25 0 16,0 0-16,0 0 0,0 0 0,0 24 0,0-24 0,0 0 15,0 0-15,0 25 0,0-25 0,25 0 0,-25 25 16,0-25-16,0 25 0,0-25 0,0 25 0,0-25 0,0 0 15,0 24-15,0-24 0,0 0 0,-25 0 0,25 25 16,0-25-16,0 0 0,0 0 0,0 25 0,0-25 0,0 0 16,0 0-16,0 0 0,-25 0 0,25 0 0,0 0 15,0 0-15,0 0 0,0 0 0</inkml:trace>
  <inkml:trace contextRef="#ctx0" brushRef="#br0" timeOffset="19997.1437">14858 1662 0,'0'-25'0,"0"25"0,-25 0 0,25 0 0,0-25 0,0 25 0,0 0 0,0-25 0,0 25 0,-25 0 0,25 0 0,0-24 0,0 24 0,0 0 0,0 0 0,0-25 0,0 25 0,0 0 0,0 0 0,0 0 0,0 0 0,0 0 0,0 0 0,0 0 0,0 0 0,0 0 0,0 0 0,0 0 0,0 0 0,0 0 0,-24 25 0,24-25 16,0 0-16,0 24 0,0-24 0,0 25 0,0-25 15,0 25-15,0 0 0,0-25 0,-25 25 0,25 0 0,0-25 16,0 24-16,0 1 0,0-25 0,0 25 0,0-25 16,0 25-16,0 0 0,0-25 0,0 24 0,0-24 0,0 25 15,0-25-15,25 25 0,-25-25 0,0 0 0,0 25 0,0-25 16,0 0-16,24 25 0,-24-25 0,0 0 0,0 0 15,25 0-15,-25 0 0,0 0 0,25 0 0,-25 0 0,0 0 16,25 0-16,-25 0 0,0 0 0,25 0 0,-25 0 16,0-25-16,24 25 0,-24 0 0,0-25 0,25 25 0,-25-25 15,0 25-15,0-25 0,25 25 0,-25 0 0,0-24 0,0-1 16,0 25-16,0-25 0,0 25 0,0-25 0,0 25 15,0-25-15,0 1 0,0 24 0,0 0 0,0-25 0,0 25 16,0 0-16,0-25 0,0 25 0,0 0 0,0 0 16,0 0-16,0 0 0,0 0 0,0 0 0,0 0 0,-25 0 15,25 0-15,0 0 0,0 0 0,0 0 0,0 0 0,-25 0 16,25 0-16,0 25 0,0-25 0,0 0 0,0 0 15,0 0-15,0 25 0,0-25 0,0 0 0</inkml:trace>
  <inkml:trace contextRef="#ctx0" brushRef="#br0" timeOffset="20239.1576">15280 1761 0,'0'0'0,"0"0"0,24 0 0,-24 25 0,0-25 16,0 0-16,0 0 0,0 0 0,0 0 0,0 0 0,0 0 15,0 0-15,0 0 0,0 0 0,0 0 0,0 0 16,0 25-16,0-25 0,0 0 0,0 25 0,0-25 0,0 0 16,0 24-16,0-24 0,0 25 0,0-25 0,0 0 0,0 25 15,0-25-15,0 25 0,0-25 0,0 0 0,0 25 16,0-1-16,0-24 0,0 0 0,0 25 0,0-25 0,-24 0 15,24 25-15,0-25 0,0 0 0,0 0 0,0 0 16,0 0-16</inkml:trace>
  <inkml:trace contextRef="#ctx0" brushRef="#br0" timeOffset="20685.1831">15602 1984 0,'0'0'0,"0"0"0,0 0 0,0 0 0,0 0 0,0-24 16,0 24-16,25 0 0,-25 0 0,0-25 0,0 25 0,0 0 16,25 0-16,-25-25 0,0 25 0,0 0 0,25-25 15,-25 25-15,0 0 0,0-25 0,24 25 0,-24-24 0,0 24 16,25-25-16,-25 0 0,0 25 0,0-25 0,25 25 15,-25-25-15,0 25 0,0-24 0,0 24 0,25-25 0,-25 25 16,0 0-16,0-25 0,0 25 0,0 0 0,0-25 0,0 25 16,0 0-16,0-25 0,0 25 0,0 0 0,0 0 15,0 0-15,0-25 0,0 25 0,0 0 0,0 0 0,0 0 16,0 0-16,0 0 0,0 0 0,0 0 0,0 0 15,0 0-15,25 0 0,-25 0 0,0 0 0,0 0 0,0 0 16,0 0-16,0 25 0,0-25 0,0 0 0,0 25 0,0-25 16,0 25-16,0-25 0,0 25 0,0-25 0,0 25 15,0-25-15,0 24 0,0-24 0,0 25 0,0-25 0,0 25 16,0-25-16,0 25 0,0-25 0,0 0 0,0 25 15,0-25-15,0 24 0,0-24 0,0 25 0,0-25 0,0 0 16,0 25-16,0-25 0,0 0 0,0 0 0,0 25 0,0-25 16,0 0-16,0 0 0,0 0 0,0 0 0,0 0 15,0 0-15,0 0 0,0 0 0,0 0 0,0 0 0,0 0 16,0 0-16,0 0 0,24 0 0,-24 0 0</inkml:trace>
  <inkml:trace contextRef="#ctx0" brushRef="#br0" timeOffset="21176.2111">16123 1315 0,'0'-25'0,"0"25"0,0 0 0,0 0 0,0 0 0,0 0 16,0 0-16,0 0 0,0 0 0,0 0 0,0 0 16,0 0-16,0 0 0,0 0 0,25 0 0,-25 0 0,0 0 15,0 0-15,0 0 0,0 0 0,0 0 0,25 25 16,-25-25-16,0 0 0,0 24 0,0-24 0,24 0 0,-24 25 15,0-25-15,0 25 0,0-25 0,25 25 0,-25-25 0,0 25 16,0-25-16,0 24 0,0-24 0,0 25 0,0 0 16,25-25-16,-25 25 0,0 0 0,0-1 0,0-24 0,0 25 15,0 0-15,0-25 0,0 25 0,0 0 0,0-25 16,0 25-16,0-25 0,0 24 0,0 1 0,0-25 0,0 25 15,0-25-15,0 25 0,0-25 0,0 25 0,0-25 0,-25 24 16,25-24-16,0 0 0,0 25 0,-25-25 0,25 0 16,0 25-16,0-25 0,0 0 0,-24 25 0,24-25 0,0 25 15,0-25-15,-25 0 0,25 0 0,0 0 0,0 24 16,0-24-16,0 0 0,0 0 0,0 0 0,0 0 0,0 0 15,0 0-15,0 0 0,0 25 0,0-25 0,0 0 0,0 0 16,-25 0-16,25 0 0,0-25 0,0 25 0,0 0 16,0 0-16,0 0 0,0-24 0,0 24 0,-25 0 0,25 0 15,0 0-15,0 0 0,0 0 0,0-25 0,0 25 0,0 0 16,-25 0-16,25 0 0,0 0 0,0 0 0,0 0 15,0 0-15,0 0 0,0-25 0,0 25 0,0 0 0,0 0 16,25 0-16</inkml:trace>
  <inkml:trace contextRef="#ctx0" brushRef="#br0" timeOffset="21630.2372">16793 1712 0,'0'0'0,"0"0"0,0 0 0,0 0 15,0 0-15,0-25 0,0 25 0,0 0 0,-25 25 16,25-25-16,0 0 0,0 0 0,25 0 0,-25 0 0,0 0 0,0 0 16,0 0-16,0 0 0,0-25 0,0 25 0,0 0 15,0 0-15,0 0 0,0 0 0,0 0 0,0 0 16,0 0-16,0 0 0,0 0 0,0 0 0,0 0 0,0 0 15,0 0-15,0 0 0,-25 0 0,25 0 0,0 0 16,0 0-16,0 0 0,0 0 0,0 0 0,0 0 0,0 0 0,0 25 16,0-25-16,0 0 0,0 0 0,0 0 15,0 0-15,25 0 0,-25 0 0,0 0 0,0 0 0,0 0 0,0 0 16,0-25-16,0 25 0,0 0 0,0 0 0,0 0 15,0 0-15,0 0 0,0 0 0,0 0 0,0 0 16,0 0-16,0 0 0,0 0 0,0 0 0,0 0 0,0 0 16,0 0-16,0 0 0,0 0 0,0 0 0,0 0 0,0 0 15,0 0-15,0 0 0,0 0 0,0 0 0,0 0 16,0 0-16,0 0 0,0 0 0,0 25 0,0-25 0,0 0 15,0 0-15</inkml:trace>
  <inkml:trace contextRef="#ctx0" brushRef="#br0" timeOffset="21893.2522">16818 2009 0,'0'0'0,"0"25"0,0-25 0,24 0 15,-24 0-15,0 25 0,0-25 0,0 0 0,25 0 16,-25 25-16,0-25 0,0 0 0,0 0 0,0 24 16,0-24-16,0 0 0,0 25 0,0-25 0,0 0 0,0 25 15,0-25-15,0 0 0,0 25 0,0-25 0,0 0 0,0 25 16,0-25-16,-25 24 0,25-24 0,0 0 0,-24 25 0,24-25 15,0 0-15,-25 25 0,25-25 0,-25 0 0,25 0 16,-25 25-16,25-25 0,-25 0 0,25 0 0,-24 0 16,24 0-16</inkml:trace>
  <inkml:trace contextRef="#ctx0" brushRef="#br0" timeOffset="23785.3604">17711 1587 0,'0'-24'0,"0"24"0,0 0 0,0 0 0,0 0 16,0-25-16,0 25 0,0 0 0,0 0 0,0 0 15,0 0-15,0 0 0,0 0 0,0 0 0,0 0 0,0 0 16,0 0-16,0 0 0,0 0 0,0 0 0,0 0 15,0 0-15,0 0 0,0 0 0,0 0 0,0 25 16,0-25-16,0 0 0,0 0 0,0 0 0,24 24 0,-24-24 0,0 25 16,0-25-16,0 25 0,0 0 0,0-25 0,0 25 15,0 0-15,0-1 0,0-24 0,0 25 0,0 0 0,0 0 16,0 0-16,25-25 0,-25 24 0,0 1 0,0-25 15,0 25-15,0 0 0,0-25 0,0 25 0,25-25 0,-25 0 16,0 24-16,0-24 0,0 0 0,0 0 0,0 0 16,25 0-16,-25 0 0,0 0 0,0 0 0,0 0 0,0 0 15,0 0-15,25 0 0,-25 0 0,0-24 0,0 24 16,0 0-16,0 0 0,24 0 0,-24-25 0,0 25 0,25 0 15,-25 0-15,0-25 0,25 25 0,-25 0 0,0-25 16,0 25-16,25-25 0,-25 25 0,0-24 0,25 24 0,-25 0 16,0-25-16,0 25 0,24-25 0,-24 25 0,0-25 0,25 25 15,-25-25-15,0 25 0,0-24 0,25 24 0,-25 0 16,0-25-16,0 25 0,0 0 0,0-25 0,0 25 0,25 0 15,-25 0-15,0 0 0,0-25 0,0 25 0,0 0 16,0 0-16,0-25 0,0 25 0,0 0 0,0-25 0,0 25 16,0 0-16,0 0 0,0 0 0,25 0 0,-25 0 0,0 0 15,0 0-15,0 0 0,0-24 0,0 24 0,0 0 0,0 0 16,0 0-16,0 0 0,0 0 0,0 0 0,0 0 15,0 0-15,0 0 0,0 0 0,0 0 0,0 0 0,0 0 16,0 0-16,0 0 0,0 0 0,0 0 0,0 0 16,0 0-16,0 0 0,0 0 0,0 0 0,0 0 0,0 0 15,0-25-15,0 25 0,0 0 0,0 0 0,0 0 16,0 0-16,0 0 0,0 0 0,0 0 0,0 0 0,0 25 15,0-25-15,0 0 0,0 0 0,0 0 0,0 0 16,0 0-16,0 0 0,0 0 0,0 0 0,0 0 0,0 0 16,0-25-16,0 25 0,0 0 0,0 0 0,0 0 0,0 0 15,0 25-15,0-25 0,0 0 0,0 0 0,0 0 0,0 0 16,0 0-16,0 0 0,0 0 0,0 0 0,0 0 15,0 0-15,0 0 0,0 0 0,0 0 0,0 0 0,0 0 16,0 0-16,0 24 0,0-24 0,0 0 0,0 0 16,0 0-16,0 0 0,0 0 0,0-24 0,0 24 0,0 0 15,0 0-15,0 0 0,0 0 0,0 0 0,0 0 0,0 0 16,0 0-16,0 0 0,0 0 0,0 0 0,0 0 15,0 0-15,0 0 0,0 0 0,0 0 0,0 0 0,0 0 16,0 0-16,0 0 0,0 0 0,0 0 0,0 0 16,0 0-16,0 0 0,0 0 0,0 0 0,0 0 0,0 0 15,0 0-15,0 0 0,0 0 0,0 0 0,0 0 0,0 0 16,0 0-16,0 0 0,0 0 0,0 0 0,0 0 15,0 0-15,0 0 0,0 0 0,0 0 0,0 0 16,0 0-16,0 0 0,0 0 0,0 0 0,0 0 0,0 0 16,0 0-16,0 0 0,0 0 0,0 0 0,0 0 0,0 0 15,0 0-15,0 0 0,0 0 0,0 0 0,0 0 0,0 0 16,0 0-16,0 0 0,0 0 0,0 0 0,0 0 15,0 0-15,0 0 0,0 0 0,0 0 0,0 0 0,0 0 16,0 0-16,0 0 0,0 0 0,0 0 0,0 0 16,0 0-16,0 0 0,-25 0 0,25 0 0,0 0 0,0 0 15,0 0-15,0 0 0,0 0 0,25 0 0,-25 0 0,0 0 16,0 0-16,0 0 0,0 0 0,0 0 0,0 0 15,-25 0-15,25 0 0,0 0 0,0 0 0,0 0 0,0 0 16,0 0-16,0 0 0,0 0 0,0 0 0,25 0 16,-25 0-16,0 0 0,0 0 0,0 0 0,0 0 0,0 0 15,0 0-15,0 0 0,0 0 0,0 0 0,0 0 0,0 0 16,0 0-16,0 0 0,0 0 0,0 0 0,0 0 15,0 0-15,0 0 0,0 0 0,-25 0 0,25 0 0,0 0 16,0 0-16,0 0 0,0 0 0,0 0 0,0 0 16,0 0-16,0 0 0,0 0 0,0 0 0,0 0 0,0 0 15,0 0-15,0 0 0,0 0 0,0 0 0,0 0 0,0 0 16,0 0-16,0 0 0,0 0 0,0 0 0,0 0 15,25 0-15,-25 0 0,0 0 0,0 0 0,0 0 0,0 0 16,0 0-16,0-25 0,0 25 0,0 0 0,0 0 16,0 25-16,0-25 0,0 0 0,0 0 0,0 0 0,0-25 15,0 25-15,0 0 0,0 0 0,0 0 0,24 0 16,-24 0-16,0 0 0,0 0 0,0 0 0,0 0 0,25-25 15,-25 25-15,0 0 0</inkml:trace>
  <inkml:trace contextRef="#ctx0" brushRef="#br0" timeOffset="24143.3809">18604 1712 0,'0'0'0,"0"0"16,0 0-16,0 0 0,0 0 0,0 0 0,0 0 16,0 0-16,0 0 0,0 0 0,0 0 0,0 0 0,0 0 15,24 0-15,-24 0 0,0 0 0,0 0 0,25 0 0,-25 0 16,0 0-16,25 0 0,-25-25 0,0 25 0,25 0 15,-25 0-15,25 0 0,-25 0 0,24 0 0,-24 0 0,25 0 16,-25 0-16,25 0 0,-25 0 0,25 0 0,-25 0 16,0 0-16,0 0 0,25 0 0,-25 0 0,0 0 0,0 0 15,0 0-15,0 25 0</inkml:trace>
  <inkml:trace contextRef="#ctx0" brushRef="#br0" timeOffset="24372.394">18653 2034 0,'0'0'0,"0"0"0,0 0 0,0 0 0,0 0 16,0 0-16,0 0 0,0 0 0,0 0 0,0 0 15,0 0-15,0 0 0,0 0 0,0 0 0,25 0 0,-25 0 16,0 0-16,25 0 0,-25 0 0,25 0 0,-25 0 15,24 0-15,-24 0 0,0 0 0,25 0 0,-25 0 0,25 0 16,-25 0-16,25 0 0,-25 0 0,25 0 0,-25 0 0,24 0 16,-24 0-16,25 0 0,-25 0 0,25 0 0,0 0 15,-25 0-15</inkml:trace>
  <inkml:trace contextRef="#ctx0" brushRef="#br0" timeOffset="24741.4151">19720 1538 0,'0'0'0,"0"0"0,-25-25 15,25 25-15,0 0 0,0 0 0,0 0 0,0-25 0,-25 25 16,25 0-16,0 0 0,0 0 0,0 0 0,0 0 16,0 0-16,-25 0 0,25 0 0,0 0 0,0 0 0,0 0 15,0 0-15,0 0 0,0 0 0,-24 25 0,24-25 0,0 0 16,-25 25-16,25-25 0,0 0 0,-25 25 0,25-1 0,0-24 15,0 25-15,-25-25 0,25 25 0,0 0 0,0-25 16,0 25-16,0 0 0,0-25 0,0 24 0,0 1 16,0 0-16,0-25 0,0 25 0,0-25 0,0 25 0,0-1 15,0-24-15,0 25 0,0-25 0,25 0 0,-25 25 0,0-25 16,0 25-16,0-25 0,0 0 0,0 25 0,0-25 15,0 0-15,25 24 0,-25-24 0,0 0 0,0 0 0,0 0 16,25 0-16,-25 0 0,0 0 0,0 0 0</inkml:trace>
  <inkml:trace contextRef="#ctx0" brushRef="#br0" timeOffset="27068.5482">20216 1960 0,'0'0'0,"0"0"0,0 0 0,0 0 0,0 0 15,0-25-15,0 25 0,25 0 0,-25 0 0,0 0 16,0-25-16,0 25 0,0 0 0,24 0 0,-24 0 0,0-25 15,0 25-15,25 0 0,-25 0 0,0-25 0,25 25 0,-25 0 16,0-24-16,25 24 0,-25 0 0,0-25 0,0 25 16,25-25-16,-25 25 0,0 0 0,0-25 0,0 25 0,0 0 15,0-25-15,0 25 0,24-24 0,-24 24 0,0 0 16,0-25-16,0 25 0,25 0 0,-25-25 0,0 25 0,0 0 15,0-25-15,25 25 0,-25 0 0,0 0 0,0 0 0,0-25 16,0 25-16,0 0 0,0 0 0,0 0 0,0 0 16,0 0-16,0 0 0,0 0 0,0 0 0,0 0 0,0 0 15,0 0-15,0 0 0,0 0 0,25 0 0,-25 0 16,0 25-16,0-25 0,0 0 0,0 25 0,0-25 0,0 25 15,0-25-15,0 25 0,0-1 0,0-24 0,-25 25 0,25 0 16,0-25-16,0 25 0,0-25 0,0 25 0,0-1 16,-25-24-16,25 25 0,0-25 0,0 25 0,0-25 0,0 0 15,0 25-15,-25-25 0,25 25 0,25-25 0,-25 0 16,0 24-16,0-24 0,0 0 0,0 25 0,0-25 0,0 0 15,0 0-15,0 0 0,0 0 0,0 0 0,0 0 0</inkml:trace>
  <inkml:trace contextRef="#ctx0" brushRef="#br0" timeOffset="27327.563">20637 2009 0,'25'0'0,"-25"0"0,0 0 0,0 25 0,0-25 0,0 0 15,0 0-15,0 0 0,0 0 0,0 0 0,0 0 16,0 0-16,0 25 0,0-25 0,0 0 0,0 0 0,0 0 16,25 25-16,-25-25 0,0 0 0,0 0 0,0 24 15,0-24-15,0 0 0,0 0 0,0 25 0,0-25 0,-25 25 16,25-25-16,0 0 0,0 25 0,0-25 0,0 0 15,0 25-15,0-25 0,0 0 0,-25 24 0,25-24 16,0 0-16,0 0 0,0 25 0,0-25 0,0 0 0,0 0 16,0 0-16,0 0 0,0 0 0</inkml:trace>
  <inkml:trace contextRef="#ctx0" brushRef="#br0" timeOffset="27858.5934">21382 1538 0,'0'0'0,"0"-25"0,0 25 0,0 0 0,-25 0 0,25 0 16,0 0-16,0 0 0,0 0 0,0 0 0,0-25 0,-25 25 16,25 0-16,0 0 0,0 0 0,0 0 0,0 0 15,0 25-15,0-25 0,0 0 0,0 0 0,0 0 0,-25 25 16,25-25-16,0 0 0,0 25 0,0-1 0,-25-24 15,25 25-15,0 0 0,0-25 0,-24 25 0,24 0 0,0 0 16,0-25-16,0 24 0,-25 1 0,25 0 0,0-25 0,0 25 16,-25 0-16,25-25 0,0 24 0,0-24 0,0 25 15,0-25-15,0 25 0,0-25 0,0 25 0,0-25 0,0 0 16,0 25-16,25-25 0,-25 24 0,0-24 0,0 0 15,0 25-15,25-25 0,-25 0 0,0 0 0,0 25 0,24-25 16,-24 0-16,0 0 0,25 0 0,-25 0 0,0-25 16,25 25-16,-25 0 0,0 0 0,25-25 0,-25 25 0,0 0 15,0-24-15,25 24 0,-25-25 0,0 25 0,0-25 16,0 25-16,0 0 0,0-25 0,0 25 0,0 0 0,0 0 15,0-25-15,0 25 0,0 0 0,0-24 0,0 24 0,0 0 16,0-25-16,-25 25 0,25 0 0,0 0 0,0 0 16,0 0-16,-25 0 0,25 0 0,0 0 0,0 25 0,0-25 15,0 0-15,-25 0 0,25 0 0,0 24 0,0-24 16,0 0-16,0 0 0,-25 25 0,25-25 0,0 0 0,0 25 15,0-25-15,0 0 0,0 25 0,0-25 0,0 0 0,0 0 16,0 25-16,0-25 0,0 0 0</inkml:trace>
  <inkml:trace contextRef="#ctx0" brushRef="#br0" timeOffset="28096.607">21828 2034 0,'0'0'0,"0"0"0,0 0 0,0 0 0,0 0 0,0 0 15,0 0-15,0 0 0,0 0 0,0 25 0,0-25 16,0 0-16,0 0 0,-25 0 0,25 0 0,0 0 16,0 25-16,0-25 0,0 0 0,0 0 0,0 24 15,0-24-15,0 0 0,0 25 0,0-25 0,0 0 0,0 25 16,0-25-16,0 25 0,0-25 0,0 0 0,0 25 0,0-25 15,0 0-15,0 24 0,0-24 0,0 0 0,0 0 0,-24 0 16,24 0-16,0 0 0,0 0 0,0 0 0</inkml:trace>
  <inkml:trace contextRef="#ctx0" brushRef="#br0" timeOffset="28354.6218">22175 1761 0,'0'0'0,"0"0"16,0 0-16,0 0 0,25 0 0,-25-25 0,0 25 15,0 0-15,0 0 0,0 0 0,0 0 0,25 0 0,-25 0 16,0 0-16,0 0 0,25 0 0,-25 0 0,25 0 15,-25 0-15,0 0 0,24 0 0,-24 0 0,25 0 0,0 0 16,-25 0-16,25 0 0,-25 0 0,25 0 0,-1 0 0,-24 0 16,25 0-16,-25 0 0,25 0 0,-25 0 0,25 0 15,-25 0-15,0 0 0</inkml:trace>
  <inkml:trace contextRef="#ctx0" brushRef="#br0" timeOffset="28767.6454">22547 1935 0,'0'0'0,"0"0"0,0 0 0,0 0 0,0 0 0,0 0 16,0 0-16,0 0 0,0 0 0,0 0 0,25 0 16,-25 0-16,0-25 0,0 25 0,0 0 0,25 0 0,-25-25 15,0 25-15,0 0 0,25 0 0,-25 0 0,0-25 16,0 25-16,25 0 0,-25 0 0,0-24 0,0 24 0,24 0 15,-24-25-15,0 25 0,0-25 0,0 25 0,25-25 0,-25 25 16,0-25-16,0 25 0,25-24 0,-25 24 0,0-25 16,0 25-16,0-25 0,25 25 0,-25 0 0,0 0 0,0-25 15,0 25-15,0 0 0,0 0 0,0 0 0,0 0 16,0 0-16,0-25 0,0 25 0,0 0 0,0 0 0,0 0 15,0 0-15,0 0 0,0 0 0,0 0 0,0 0 0,0 25 16,0-25-16,0 0 0,0 0 0,0 25 0,0-25 16,25 0-16,-25 25 0,0-25 0,0 0 0,0 25 0,0-25 15,0 24-15,-25-24 0,25 25 0,0-25 0,0 25 16,0-25-16,0 25 0,0-25 0,0 25 0,0-25 0,0 24 15,0-24-15,0 25 0,0-25 0,0 0 0,0 25 0,0-25 16,0 0-16,0 0 0,0 25 0,0-25 0,0 0 16,0 0-16,0 0 0,0 0 0,-25 0 0,25 25 0,0-25 15,0 0-15,0 0 0,0 0 0,0 0 0,0 0 16,0 0-16,0 0 0,0-25 0,0 25 0,0 0 0</inkml:trace>
  <inkml:trace contextRef="#ctx0" brushRef="#br0" timeOffset="29211.6708">23118 1315 0,'0'0'0,"0"0"0,0 0 16,0 0-16,0 0 0,0 0 0,0 0 0,0 0 0,0 0 15,0 0-15,0 0 0,0 0 0,0 0 0,0 0 16,0 24-16,0-24 0,0 0 0,0 0 0,0 0 0,25 25 15,-25-25-15,0 0 0,0 25 0,25-25 0,-25 0 0,0 25 16,0-25-16,24 25 0,-24-25 0,0 24 0,0-24 16,0 25-16,25-25 0,-25 25 0,0 0 0,0-25 0,0 25 15,0-1-15,0 1 0,0-25 0,0 25 0,0 0 16,0 0-16,0-25 0,0 25 0,0-1 0,0-24 0,0 25 15,0-25-15,0 25 0,-25-25 0,25 25 0,0 0 0,0-25 16,0 24-16,-24-24 0,24 25 0,0 0 0,0-25 16,-25 25-16,25-25 0,0 25 0,-25-25 0,25 0 0,0 24 15,0-24-15,-25 25 0,25-25 0,0 25 0,-25-25 16,25 25-16,0-25 0,-24 0 0,24 25 0,0-25 0,-25 0 15,25 0-15,0 0 0,0 24 0,-25-24 0,25 0 16,0 0-16,0 0 0,0 0 0,0 0 0,0 0 16,0 0-16,0-24 0,0 24 0,0 0 0,0 0 0,0 0 15,25-25-15</inkml:trace>
  <inkml:trace contextRef="#ctx0" brushRef="#br0" timeOffset="29649.6958">23688 1786 0,'0'0'0,"25"0"0,-25 0 16,0 0-16,0 0 0,0 0 0,0 0 0,0 0 0,0 0 15,0-25-15,0 25 0,0 0 0,0 0 0,0 0 0,0 0 16,0 0-16,0 0 0,0 0 0,0 0 0,0 0 16,0 0-16,0 0 0,0 0 0,0 0 0,0 0 0,0 0 15,0 0-15,0 0 0,0 0 0,0 0 0,0 0 16,0 25-16,0-25 0,0 0 0,0 0 0,0 0 0,0 0 15,0 0-15,0 0 0,0 0 0,0 0 0,0 0 0,0 0 16,0-25-16,0 25 0,0 0 0,0 0 0,0 0 16,0 0-16,0 0 0,0 0 0,0 0 0,0 0 0,0 0 15,0 0-15,0 0 0,0 0 0,0 0 0,0 0 16,0 0-16,0 0 0,0 0 0,0 0 0,0 0 0,0 25 15,0-25-15,0 0 0,0 0 0,0 25 0,0-25 0,0 25 16</inkml:trace>
  <inkml:trace contextRef="#ctx0" brushRef="#br0" timeOffset="29841.7068">23713 1984 0,'0'0'0,"0"0"0,0 0 0,0 0 0,0 25 0,0-25 16,0 0-16,0 25 0,25-25 0,-25 0 0,0 25 15,0-25-15,0 0 0,0 25 0,0-25 0,25 0 0,-25 24 16,0-24-16,0 0 0,0 25 0,0-25 0,0 0 0,0 25 15,0-25-15,0 0 0,0 25 0,0-25 0,0 0 16,-25 25-16,25-25 0,0 24 0,0-24 0,-25 0 0,25 25 16,0-25-16,-25 0 0,25 0 0,-24 25 0,24-25 15,-25 0-15,25 0 0,-25 0 0,25 0 0</inkml:trace>
  <inkml:trace contextRef="#ctx0" brushRef="#br0" timeOffset="30738.7581">24557 1513 0,'0'0'0,"0"0"0,0 0 0,0 0 0,24 0 0,-24 0 0,0 0 0,0 0 0,0 0 0,0 0 0,0 0 0,0 0 0,0 0 0,0 0 0,0 0 0,0 0 0,0 0 0,25 0 0,-25 0 0,0 25 0,0-25 0,0 0 0,0 25 0,25-25 0,-25 24 0,0-24 0,0 25 0,0-25 0,0 25 15,0 0-15,0-25 0,0 25 0,0 0 0,0-25 16,-25 24-16,25 1 0,0-25 0,0 25 0,0 0 0,0-25 16,0 25-16,0-25 0,0 0 0,0 24 0,0-24 0,0 25 15,0-25-15,0 0 0,0 0 0,0 0 0,0 0 16,0 25-16,0-25 0,0 0 0,0 0 0,0 0 0,0 0 15,0 0-15,25 0 0,-25-25 0,0 25 0,0 0 16,0 0-16,0 0 0,0 0 0,25 0 0,-25 0 0,0 0 16,0-25-16,25 25 0,-25 0 0,0 0 0,0-24 0,0 24 15,24-25-15,-24 25 0,0-25 0,0 25 16,25-25-16,-25 25 0,0-25 0,25 25 0,-25-24 0,25 24 0,-25-25 15,25 0-15,-25 25 0,24-25 0,-24 25 0,0-25 16,0 25-16,25-25 0,-25 25 0,0 0 0,0-24 0,25 24 16,-25 0-16,0 0 0,0 0 0,0 0 0,0 0 0,25 0 15,-25 0-15,0 0 0,0 0 0,0 0 0,0 0 16,0 0-16,0 0 0,0 0 0,0 24 0,0-24 15,0 25-15,0-25 0,0 25 0,0-25 0,0 25 0,0-25 16,0 25-16,0-25 0,0 25 0,0-25 0,25 24 0,-25 1 16,0-25-16,0 0 0,0 25 0,0-25 0,0 25 15,0-25-15,0 25 0,0-25 0,0 0 0,0 24 0,0-24 16,0 0-16,25 25 0,-25-25 0,0 0 0,0 0 15,0 0-15,0 0 0,24 0 0,-24 0 0,0 0 0,0 0 16,25 0-16,-25 25 0,0-25 0,0-25 0,25 25 16,-25 0-16,0 0 0,0 0 0,25 0 0,-25-25 0,0 25 15,0 0-15,0-24 0,25 24 0,-25 0 0,0-25 16,0 25-16,24-25 0,-24 25 0,0-25 0,25 0 0,-25 25 15,0-24-15,0 24 0,25-25 0,-25 25 0,0-25 0,0 25 16,0-25-16,25 25 0,-25 0 0,0 0 0,0-25 0,0 25 16,0 0-16,0 0 0,0 0 0,0 0 0,0 0 15,0 0-15,0 0 0,0 0 0,0 0 0,0 0 0,0 0 16,0 0-16,0 0 0,0 0 0,0 0 0,25 0 15,-25 0-15,0 0 0,24 0 0,-24 0 0,25 25 0,-25-25 16,25 0-16</inkml:trace>
  <inkml:trace contextRef="#ctx0" brushRef="#br0" timeOffset="30967.7712">25598 1736 0,'0'0'0,"0"0"15,0 0-15,0 0 0,0 0 0,0 0 0,0 0 0,0 0 16,25 0-16,-25 0 0,0 0 0,0 0 0,25 0 0,-25 0 16,0 0-16,25 0 0,-25 25 0,25-25 0,-1 0 15,-24 0-15,25 0 0,-25 0 0,25 0 0,0 0 0,-25 25 16,25-25-16,-25 0 0,24 0 0,-24 0 0,25 0 15,-25 0-15,25 25 0,-25-25 0,0 0 0,25 0 0</inkml:trace>
  <inkml:trace contextRef="#ctx0" brushRef="#br0" timeOffset="31168.7827">25574 2009 0,'0'0'0,"0"0"0,0 0 0,0 0 0,0 0 15,0 0-15,0 0 0,0 0 0,0 0 0,0 0 0,24 0 16,-24 0-16,0 0 0,25 0 0,-25 0 0,0 0 15,25 0-15,0 0 0,-25 0 0,25 0 0,-1 0 0,-24 0 16,25 0-16,0 25 0,0-25 0,-25 0 0,25 0 16,-1 0-16,1 0 0,0 0 0,0 0 0,-25 0 0,25 25 15,0-25-15,-1 0 0,-24-25 0,25 25 0</inkml:trace>
  <inkml:trace contextRef="#ctx0" brushRef="#br0" timeOffset="31843.8213">27012 1315 0,'0'0'0,"-25"0"0,25 0 0,0 0 0,0 0 0,0 0 15,0 0-15,0-25 0,0 25 0,0 0 0,-24 0 16,24 0-16,0 0 0,0 0 0,0 0 0,0 0 0,0 0 16,0 0-16,-25 0 0,25 0 0,0 25 0,0-25 15,-25 0-15,25 0 0,0 24 0,0-24 0,-25 25 0,25 0 16,0 0-16,-25-25 0,25 25 0,-24-1 0,24 1 0,0 0 15,-25 0-15,25 0 0,0-1 0,0-24 0,-25 25 16,25 0-16,0 0 0,0 0 0,0 0 0,0-25 0,0 24 16,0 1-16,0-25 0,0 25 0,0 0 0,0-25 15,25 25-15,-25-25 0,0 24 0,0-24 0,25 25 0,-25-25 16,0 25-16,24-25 0,-24 0 0,0 25 0,25-25 0,-25 0 15,25 0-15,-25 0 0,0 25 0,25-25 0,-25 0 16,0-25-16,25 25 0,-25 0 0,0 0 0,0 0 0,24 0 16</inkml:trace>
  <inkml:trace contextRef="#ctx0" brushRef="#br0" timeOffset="35956.0565">27285 1761 0,'0'0'0,"0"0"0,0 0 16,0 0-16,0 0 0,0 0 0,0 0 0,0 0 15,0 0-15,0 0 0,0 0 0,25 0 0,-25 0 0,0 0 16,0-25-16,0 25 0,0 0 0,25 0 0,-25 0 0,0 0 15,0 0-15,25-24 0,-25 24 0,0 0 0,0 0 16,24 0-16,-24-25 0,0 25 0,25 0 0,-25 0 0,25 0 16,-25-25-16,0 25 0,25 0 0,-25 0 0,0-25 15,0 25-15,25 0 0,-25-25 0,0 25 0,0-25 0,0 25 16,0 0-16,24-24 0,-24 24 0,0 0 0,0 0 0,0 0 15,0-25-15,0 25 0,0 0 0,0 0 0,0 0 16,25 0-16,-25 0 0,0 0 0,0 0 0,0 0 0,0 0 16,0 0-16,0 0 0,0 0 0,0 0 0,0 0 15,0 0-15,0 0 0,0 0 0,0 0 0,0 0 0,0 0 16,-25 25-16,25-25 0,0 24 0,0-24 0,0 25 0,0 0 15,-24-25-15,24 25 0,0-25 0,0 25 0,0-25 16,0 25-16,0-25 0,-25 24 0,25-24 0,0 25 0,0-25 16,0 25-16,0-25 0,0 0 0,-25 25 0,25-25 15,0 25-15,0-25 0,0 0 0,0 24 0,0-24 0,-25 0 16,25 25-16,0-25 0,0 0 0,0 0 0,0 0 0,0 0 15,25 25-15,-25-25 0,0 0 0</inkml:trace>
  <inkml:trace contextRef="#ctx0" brushRef="#br0" timeOffset="36225.0718">27682 1910 0,'25'0'0,"-25"0"0,0 25 0,0-25 0,0 0 16,0 0-16,0 0 0,0 0 0,0 25 0,0-25 16,0 0-16,0 0 0,0 0 0,0 0 0,0 0 0,0 0 15,0 24-15,0-24 0,0 0 0,0 0 0,0 0 0,0 25 16,0-25-16,-25 25 0,25-25 0,0 25 0,0-25 15,0 25-15,0-25 0,-25 0 0,25 24 0,0-24 16,0 0-16,0 25 0,-25-25 0,25 0 0,0 0 0,0 0 16,0 25-16,0-25 0,0 0 0,0 0 0,-24 0 0</inkml:trace>
  <inkml:trace contextRef="#ctx0" brushRef="#br0" timeOffset="36749.1015">28277 1761 0,'0'0'0,"0"0"0,0 0 0,0-25 0,0 25 15,0 0-15,0 0 0,0-24 0,0 24 0,0 0 16,0 0-16,0 0 0,25-25 0,-25 25 0,0 0 0,0 0 15,0 0-15,0 0 0,0 0 0,25 0 0,-25 0 0,0-25 16,0 25-16,0 0 0,25 0 0,-25 0 0,0 0 0,25 0 16,-25 0-16,0-25 0,24 25 0,-24 0 0,0 0 15,0 0-15,25 0 0,-25 0 0,0 0 0,0 0 0,0 0 16,0 0-16,0 0 0,25 0 0,-25 0 0,0 25 15,0-25-15,0 0 0,-25 25 0,25-25 0,0 0 0,0 25 16,0-1-16,-25-24 0,25 25 0,0-25 0,-24 25 16,24-25-16,-25 25 0,25-25 0,-25 25 0,25-1 0,-25-24 15,25 25-15,-25-25 0,25 25 0,0-25 0,-24 25 16,24-25-16,0 25 0,-25-25 0,25 24 0,0-24 0,0 0 15,-25 25-15,25-25 0,0 0 0,0 25 0,0-25 0,0 0 16,0 0-16,25 0 0,-25 0 0,0 25 0,0-25 16,0 0-16,25 0 0,-25 0 0,0 0 0,24 0 15,-24 0-15,25 0 0,-25 0 0,25 25 0,0-25 0,-25 0 16,25 0-16,-1 0 0,-24 0 0,25 0 0,0 0 0,-25 0 15,25-25-15,0 25 0,-25 0 0,24 0 0,1 0 16,-25 0-16,25 0 0</inkml:trace>
  <inkml:trace contextRef="#ctx0" brushRef="#br0" timeOffset="36961.114">28823 2009 0,'0'0'0,"0"0"0,0 0 0,0 0 15,0 25-15,0-25 0,0 0 0,0 0 0,0 0 0,0 0 16,0 0-16,0 0 0,0 0 0,0 0 0,0 25 0,-25-25 15,25 0-15,0 0 0,0 25 0,-25-25 0,25 24 16,0-24-16,0 25 0,0-25 0,-24 25 0,24-25 16,0 0-16,0 25 0,-25-25 0,25 0 0,0 25 0,0-25 15,0 0-15,0 0 0,0 24 0,0-24 0,0 0 0,0 0 16,0 0-16,0 0 0,0 0 0,0-24 0,0 24 15</inkml:trace>
  <inkml:trace contextRef="#ctx0" brushRef="#br0" timeOffset="37560.1483">29344 1563 0,'0'0'0,"0"0"0,0 0 0,0 0 0,0-25 15,0 25-15,0 0 0,0 0 0,0 0 0,0 0 0,0 0 16,0-25-16,0 25 0,25 0 0,-25 0 0,0 0 15,0 0-15,0 0 0,25-25 0,-25 25 0,0 0 0,0 0 16,24 0-16,-24 0 0,0 0 0,0 0 0,25 0 0,-25 0 16,0 0-16,0 0 0,25 0 0,-25 0 0,0 0 15,0 0-15,25 0 0,-25 0 0,0 25 0,0-25 0,0 0 16,0 0-16,0 25 0,0-25 0,0 0 0,0 25 0,0-25 15,-25 24-15,25 1 0,0-25 0,0 25 0,-25-25 16,25 25-16,0 0 0,0-25 0,-25 25 0,25-25 0,0 0 16,0 24-16,-24-24 0,24 0 0,0 25 0,0-25 15,-25 0-15,25 25 0,0-25 0,0 0 0,0 0 0,0 0 16,0 25-16,-25-25 0,25 0 0,0 0 0,0 0 15,0 0-15,0 0 0,0 0 0,0 0 0,0 0 0,0 0 16,0 0-16,0 0 0,25 0 0,-25 0 0,0 0 16,0 0-16,0 0 0,25 25 0,-25-25 0,0 0 0,24 0 15,-24 0-15,0 24 0,25-24 0,-25 0 0,0 0 16,0 0-16,25 0 0,-25 25 0,0-25 0,0 0 0,0 25 0,0-25 15,0 25-15,0-25 0,0 0 0,0 25 0,0-25 16,0 0-16,0 24 0,0-24 0,0 0 0,0 0 0,-25 25 16,25-25-16,0 0 0,0 0 0,0 0 0,-25 0 15,25 25-15,0-25 0,0 0 0,-24 0 0,24 0 0,0 0 16,-25 0-16,25 0 0,0 0 0,-25 25 0,25-25 15,0 0-15,-25 0 0,25 0 0,0 0 0,0 0 0,-25 0 16,25 0-16,0-25 0,0 25 0,0 0 0,0 0 0,0 0 16,0 0-16,0-25 0,0 25 0,0 0 0,0 0 15,0-25-15,0 25 0</inkml:trace>
  <inkml:trace contextRef="#ctx0" brushRef="#br0" timeOffset="37961.1712">29964 1339 0,'0'-24'0,"0"24"0,0 0 0,0 0 16,0 0-16,0 0 0,0 0 0,25 0 0,-25 0 16,0 0-16,0 0 0,0 24 0,0-24 0,0 0 0,25 0 15,-25 0-15,0 0 0,0 0 0,0 25 0,24-25 16,-24 0-16,0 25 0,0-25 0,0 25 0,25-25 0,-25 25 15,0-25-15,0 24 0,0 1 0,0-25 0,0 25 0,0 0 16,0-25-16,0 25 0,0-1 0,0 1 16,0-25-16,0 25 0,-25 0 0,25 0 0,0 0 0,0-25 15,0 24-15,-24 1 0,24 0 0,0-25 0,-25 25 0,25 0 16,0-1-16,-25-24 0,25 25 0,-25-25 0,25 25 0,0-25 15,-25 25-15,25-25 0,-24 25 0,24-25 0,0 0 0,-25 24 16,25-24-16,0 0 0,-25 25 0,25-25 0,0 0 16,0 25-16,-25-25 0,25 0 0,0 0 0,0 25 15,0-25-15,-25 0 0,25 0 0,0 0 0,0 0 0,0-25 16,0 25-16</inkml:trace>
  <inkml:trace contextRef="#ctx0" brushRef="#br0" timeOffset="39160.2392">30510 1067 0,'0'0'15,"0"0"-15,0 0 0,0 0 0,0 0 0,0 0 0,0 0 0,0 0 16,0 0-16,-25 0 0,25-25 0,0 25 0,0 0 15,0 0-15,0 0 0,0 0 0,0 0 0,0 0 0,0 0 16,0 0-16,0 0 0,0 0 0,0 0 0,0 0 0,0 0 16,0 0-16,0 0 0,25 0 0,-25 0 0,0 0 15,0 0-15,0-25 0,0 25 0,0 0 0,0 0 0,0 0 16,0 0-16,0 0 0,0 0 0,0 0 0,0 0 0,-25 0 15,25 25-15,0-25 0,0 0 0,0 0 0,0 0 0,0 0 16,0 0-16,0 25 0,0-25 0,0 0 0,0 0 0,0 0 16,0 24-16,0-24 0,0 25 0,0-25 0,0 0 15,0 0-15,25 25 0,-25-25 0,0 0 0,0 25 0,0-25 16,0 0-16,0 0 0,0 25 0,0-25 0,25 0 0,-25 24 15,0-24-15,0 0 0,0 0 0,0 25 0,24-25 0,-24 0 16,0 25-16,0-25 0,0 0 0,0 0 0,25 0 0,-25 0 16,0 0-16,0 0 0,0 0 0,0 0 0,0 0 15,0 0-15,25 0 0,-25 0 0,0 0 0,0 0 0,0 0 16,0 25-16,0-25 0,0 0 0,0 0 0,0 0 0,0 0 15,0 0-15,0 0 0,0 0 0,0 0 0,0 0 0,0 0 16,0 0-16,0 0 0,0 0 0,0 0 0,0 0 16,-25 0-16,25 0 0,0 0 0,0 0 0,0 0 0,-25 0 15,25 0-15,0 25 0,0-25 0,-24 0 0,24 0 16,0 24-16,0-24 0,-25 0 0,25 25 0,0-25 0,0 0 15,-25 25-15,25-25 0,0 25 0,0-25 0,-25 0 0,25 25 16,0-25-16,0 0 0,0 24 0,-25-24 0,25 25 0,0-25 16,0 25-16,0-25 0,0 25 0,0-25 0,-24 0 15,24 25-15,0-25 0,0 24 0,0-24 0,0 25 0,0-25 16,0 25-16,-25-25 0,25 25 0,0-25 0,0 25 15,0-25-15,-25 25 0,25-1 0,0-24 0,0 25 0,0-25 16,0 25-16,0 0 0,-25-25 0,25 25 0,0-1 16,0-24-16,0 25 0,0 0 0,0-25 0,-25 25 0,25-25 15,0 25-15,0-25 0,0 24 0,0-24 0,0 25 0,0-25 16,0 25-16,-24-25 0,24 25 0,0-25 0,0 0 15,0 25-15,0-25 0,0 0 0,0 0 0,0 0 16,0 24-16,0-24 0,0 0 0,0 0 0,-25 0 0,25 0 16,0 25-16,0-25 0,0 0 0,0 0 0,0 0 15,0 0-15,0 0 0,-25 0 0,25 0 0,0 0 0,0 0 16,0 0-16,0 0 0,0 0 0,0 0 0,0 0 0,0 0 15,-25 0-15,25 0 0,0 0 0,0 0 0,0 0 16</inkml:trace>
  <inkml:trace contextRef="#ctx0" brushRef="#br0" timeOffset="45410.5968">2977 3249 0,'0'0'0,"0"0"0,0 0 0,0 0 0,0 0 16,0-24-16,0 24 0,0 0 0,0 0 0,0 0 16,0 0-16,0 0 0,0 0 0,0 0 0,0-25 0,0 25 15,0 0-15,0 0 0,24 0 0,-24 0 0,0 0 0,0-25 16,0 25-16,0 0 0,0 0 0,0 0 0,0 0 15,0 0-15,0 0 0,0 0 0,0-25 0,0 25 0,0 0 16,0 0-16,0 0 0,-24 0 0,24-25 0,0 25 16,0 0-16,0 0 0,0 0 0,0 0 0,-25 0 0,25 0 15,0 0-15,0-24 0,0 24 0,0 0 0,0 0 16,-25 0-16,25 0 0,0 0 0,0 0 0,0 0 0,0 0 15,0 0-15,0 0 0,-25 0 0,25 0 0,0 0 16,0 0-16,0 0 0,0 0 0,-25 24 0,25-24 0,0 0 16,0 0-16,0 0 0,-24 25 0,24-25 0,0 0 15,0 25-15,0-25 0,-25 25 0,25-25 0,0 25 0,0-1 16,0-24-16,0 25 0,0 0 0,0 0 0,0-25 15,0 25-15,0-1 0,0 1 0,0-25 0,0 25 0,0 0 16,0-25-16,25 25 0,-25-25 0,0 24 0,0-24 16,24 25-16,-24-25 0,0 0 0,25 0 0,-25 25 0,25-25 15,-25 0-15,0 0 0,25 0 0,-25 0 0,25 0 16,-1 0-16,-24 0 0,25 0 0,-25-25 0,25 25 15,0 0-15,-25-25 0,25 25 0,-25-24 0,24 24 0,-24 0 16,0-25-16,25 25 0,-25-25 0,25 25 0</inkml:trace>
  <inkml:trace contextRef="#ctx0" brushRef="#br0" timeOffset="47042.6902">3175 3349 0,'0'0'0,"0"0"0,0 0 0,0 0 0,0 0 0,0 0 15,0 0-15,0 0 0,0 0 0,0-25 0,0 25 16,0 0-16,0 0 0,0 0 0,25-25 0,-25 25 15,0 0-15,0-25 0,25 25 0,-25-25 0,0 25 0,24-24 16,-24 24-16,25-25 0,-25 25 0,0 0 0,25-25 16,-25 25-16,25-25 0,-25 25 0,0-25 0,25 25 0,-25-24 15,24 24-15,-24-25 0,0 0 0,0 25 0,25-25 16,-25 25-16,0-25 0,0 25 0,0-24 0,0 24 0,0 0 15,0-25-15,0 25 0,0-25 0,0 25 0,0 0 16,0 0-16,0-25 0,0 25 0,-25 0 0,25-25 16,0 25-16,0 0 0,0 0 0,-24 0 0,24-24 0,0 24 15,-25 0-15,25 0 0,0 0 0,0 0 0,-25 0 16,25 0-16,0 0 0,0 0 0,-25 0 0,25 0 0,0 0 15,0 0-15,-25 0 0,25 24 0,0-24 0,0 0 16,0 0-16,0 0 0,0 0 0,0 0 0,0 0 0,0 25 16,0-25-16,0 0 0,0 25 0,0-25 0,0 0 0,0 25 15,0-25-15,0 0 0,0 25 0,0-25 0,0 24 16,0-24-16,25 25 0,-25 0 0,0-25 0,0 25 15,0 0-15,0-25 0,0 24 0,0-24 0,0 25 0,0 0 16,0-25-16,25 25 0,-25-25 0,0 25 0,0-25 16,-25 24-16,25-24 0,0 25 0,0 0 0,0-25 0,0 25 15,0-25-15,0 25 0,0-25 0,0 0 0,0 24 16,0-24-16,0 0 0,0 0 0,0 0 0,0 25 0,0-25 15,0 0-15,0 0 0,0 0 0,0 0 0,0 0 0,0 25 16,0-25-16,0 0 0,0 0 0,0 0 0,0 0 16,0 0-16,0 0 0,0 0 0,0-25 0,0 25 15,25 0-15,-25 0 0,0 0 0,0-25 0,0 25 0,0 0 16,25-24-16,-25 24 0,0-25 0,0 25 0,25 0 15,-25-25-15,0 25 0,0 0 0,24-25 0,-24 25 16,0 0-16,0 0 0,25-25 0,-25 25 0,0 0 0,0 0 16,0 0-16,0 0 0,0 0 0,0 0 0,0 0 15,0 0-15,25 0 0,-25 0 0,0 0 0,0 0 0,0 25 16,0-25-16,0 0 0,0 25 0,0-25 0,0 0 15,0 25-15,25-25 0,-25 25 0,0-25 0,0 0 0,0 24 16,0-24-16,0 25 0,0-25 0,0 25 0,0-25 16,0 0-16,0 25 0,0-25 0,0 0 0,0 25 15,0-25-15,0 0 0,0 0 0,25 0 0,-25 0 0,0 0 16,0 0-16,0 24 0,24-24 0,-24 0 0,0 0 15,0-24-15,25 24 0,-25 0 0,0 0 0,0 0 0,25 0 16,-25 0-16,0 0 0,0 0 0,25-25 0,-25 25 16,0 0-16,0-25 0,25 25 0,-25 0 0,0-25 0,24 25 15,-24-25-15,0 25 0,0 0 0,25-24 0,-25 24 16,0-25-16,0 25 0,0-25 0,0 25 0,0 0 15,0-25-15,0 25 0,25 0 0,-25-25 0,0 25 0,0 0 16,0 0-16,0-24 0,0 24 0,0 0 0,0 0 16,0 0-16,0 0 0,0 0 0,0 0 0,0 0 15,-25 0-15,25 0 0,0 0 0,0 0 0,0 0 0,0 0 16,0 24-16,0-24 0,0 0 0,0 0 0,0 25 15,0-25-15,0 0 0,0 25 0,0-25 0,0 25 0,0-25 16,0 0-16,0 25 0,0-25 0,0 24 0,25-24 16,-25 0-16,0 25 0,0-25 0,0 0 0,0 25 0,0-25 15,0 0-15,0 25 0,0-25 0,25 0 0,-25 0 16,0 25-16,0-25 0,0 0 0,0 0 0,25 0 15,-25 0-15,0 24 0,0-24 0,0 0 0,0 0 0,25 0 16,-25 0-16,0 0 0,0-24 0,24 24 0,-24 0 16,0 0-16,0-25 0,25 25 0,-25 0 0,0 0 0,25-25 15,-25 25-15,0 0 0,25-25 0,-25 25 0,0 0 16,25-25-16,-25 25 0,0-24 0,0 24 0,24 0 0,-24-25 15,0 25-15,0 0 0,0-25 0,0 25 0,0 0 16,0-25-16,0 25 0,0 0 0,0 0 0,0-25 16,0 25-16,0 0 0,0 0 0,0 0 0,0-24 0,0 24 15,0 0-15,0 0 0,0 0 0,0 0 0,0 0 16,0 0-16,0 0 0,0 0 0,0 24 0,0-24 15,0 0-15,0 0 0,0 0 0,0 25 0,0-25 0,0 0 16,0 25-16,0-25 0,0 25 0,0-25 0,0 25 16,0-25-16,0 24 0,0-24 0,0 0 0,0 25 0,0-25 15,0 25-15,25-25 0,-25 0 0,0 25 0,0-25 16,0 0-16,0 0 0,0 25 0,0-25 0,25 0 0,-25 0 15,0 0-15,0 0 0,0 24 0,0-24 0,0 0 16,25 0-16,-25 0 0,0 0 0,0 0 0,0 0 16,25 0-16,-25 0 0,0 0 0,24-24 0,-24 24 0,0 0 15,25 0-15,-25-25 0,0 25 0,0 0 0,25-25 16,-25 25-16,0 0 0,0-25 0,25 25 0,-25 0 0,0-25 15,0 25-15,0-24 0,0 24 0,0-25 0,25 25 16,-25 0-16,0-25 0,0 25 0,0-25 0,0 25 16,0-25-16,0 25 0,0 0 0,0-24 0,0 24 0,0 0 15,0 0-15,0 0 0,0-25 0,0 25 0,0 0 16,0 0-16,-25 0 0,25 0 0,0 25 0,0-25 0,0 0 15,25 0-15,-25 0 0,0 24 0,0-24 0,0 25 16,0-25-16,0 0 0,0 25 0,0-25 0,0 25 16,0-25-16,0 25 0,0-25 0,0 0 0,0 24 0,0-24 15,0 25-15,0-25 0,0 25 0,0-25 0,0 0 0,0 25 16,0-25-16,0 25 0,0-25 0,0 0 0,0 0 15,0 0 17,0 0-32,0 24 0,0-24 0,0 0 0,0 0 0,0 0 0,0 0 0,0 0 0,0-24 0,0 24 0,0 0 0,0 0 0,0 0 0,0 0 0,0-25 15,0 25-15,24 0 0,-24-25 0,0 25 0,0-25 16,0 25-16,25 0 0,-25-25 0,0 1 0,0 24 0,25-25 15,-25 25-15,0 0 0,0-25 0,25 25 0,-25 0 16,0-25-16,0 25 0,25 0 0,-25 0 0,0 0 16,0-25-16,0 25 0,24 0 0,-24 25 0,0-25 0,0 0 15,0 0-15,0 0 0,25 0 0,-25 25 0,0-25 0,0 0 16,0 25-16,0-25 0,0 0 0,0 25 0,0-25 15,0 0-15,0 24 0,0-24 0,0 0 0,0 25 16,0-25-16,0 0 0,0 0 0,0 25 0,0-25 0,0 0 16,0 0-16,0 0 0,25 0 0,-25 25 0,0-25 15,0 0-15,0 0 0,0 0 0,25 0 0,-25 0 16,0 0-16,25 0 0,-25-25 0,24 25 0,-24 0 0,25 0 15,0-25-15,-25 25 0,25 0 0,-25-25 0,25 25 0,-1 0 16,-24-24-16</inkml:trace>
  <inkml:trace contextRef="#ctx0" brushRef="#br0" timeOffset="47515.7175">4688 3200 0,'0'0'0,"0"0"16,0-25-16,0 25 0,0 0 0,0 0 0,0-25 15,0 25 17,0 0-32,-25 0 0,25-25 0,0 25 0,0 0 0,0 0 0,0 0 0,-25 0 0,25 0 0,0 0 0,0 0 0,0 0 0,0 0 0,-24 25 0,24-25 15,0 0-15,0 0 0,0 25 0,0-25 0,0 0 16,-25 25-16,25-25 0,0 25 0,0-25 0,0 24 0,0-24 15,0 25-15,0-25 0,0 25 0,0-25 0,0 0 16,0 25-16,0-25 0,0 0 0,0 0 0,0 25 0,0-25 16,0 0-16,0 0 0,0 24 0,0-24 0,0 0 15,0 0-15,0 0 0,0 0 0,25 0 0,-25 0 0,0 0 16,0 0-16,0 0 0,0 0 0,24 0 0,-24 0 15,0 0-15,0-24 0,0 24 0,25 0 0,-25-25 0,0 25 16,0 0-16,0-25 0,25 25 0,-25 0 0,0-25 16,0 25-16,0-25 0,0 25 0,25 0 0,-25-24 15,0 24-15,0 0 0,0 0 0,0 0 0,0 0 16,0 0-16,0 0 0,0 0 0,0 24 0,0-24 0,0 0 15,0 25-15,0-25 0,0 0 0,0 25 0,0 0 0,0-25 16,0 25-16,0-1 0,25 1 0,-25-25 0,0 25 16,0 0-16,0 0 0,0-1 0,0-24 0,0 25 15,0 0-15,0 0 0,0-25 0,0 25 0,0-1 0,0-24 16,0 25-16,0-25 0,0 25 0,0-25 0,0 0 15,0 25-15,0-25 0,0 0 0,-25 25 0,25-25 0,0 0 16,0 0-16,0 25 0,-25-25 0,25 0 0,0 0 16,0 0-16,-25 24 0,25-24 0,0 0 0,-25 0 0,25 0 15,-24 0-15,24 0 0,0 0 0,-25 0 0,25 0 16,-25 0-16,25 0 0,-25-24 0,25 24 0,0 0 15,-25 0-15,25-25 0,-24 25 0,24 0 0,-25-25 0,25 25 16,-25 0-16,25-25 0,-25 25 0</inkml:trace>
  <inkml:trace contextRef="#ctx0" brushRef="#br0" timeOffset="47826.7349">3845 3026 0,'0'0'0,"0"0"15,0 0-15,0 0 0,25 0 0,-25 0 0,0-25 0,0 25 16,0 0-16,0 0 0,0 0 0,0 0 0,24 0 15,-24 0-15,0-24 0,0 24 0,0 0 0,25 0 0,-25 0 16,0 0-16,0 0 0,25 0 0,-25 0 0,0 0 16,0 0-16,25 0 0,-25 0 0,0 24 0,0-24 0,0 0 15,0 0-15,0 0 0,0 25 0,0-25 0,0 0 16,0 0-16,0 0 0,0 25 0,-25-25 0,25 0 15,0 0-15,0 25 0,-25-25 0,25 0 0,0 0 0,0 0 16,-25 25-16,25-25 0,0 0 0</inkml:trace>
  <inkml:trace contextRef="#ctx0" brushRef="#br0" timeOffset="48033.7472">4043 2778 0,'0'-25'0,"0"25"0,25 0 16,-25 0-16,0-24 0,25 24 0,-25 0 0,0 0 0,0 0 15,0 0-15,0 0 0,25 0 0,-25 0 0,0 0 16,0 0-16,0 0 0,0 24 0,0-24 0,0 0 0,-25 25 16,25-25-16,0 0 0,0 25 0,0 0 0,-25-25 15,25 25-15,0-25 0,0 24 0,0 1 0,-25-25 16,25 25-16,0-25 0,0 25 0,0-25 0,-25 25 0</inkml:trace>
  <inkml:trace contextRef="#ctx0" brushRef="#br0" timeOffset="48922.7982">5680 3150 0,'0'0'0,"0"0"0,0 0 0,0 0 0,0 0 15,0 0-15,0 0 0,0 0 0,0 0 0,0 0 16,0 0-16,0 0 0,0-25 0,0 25 0,0 0 0,0 0 15,0 25-15,0-25 0,0 0 0,25 0 0,-25 0 0,0 0 16,0 25-16,0-25 0,0 25 0,25-25 0,-25 0 16,0 25-16,0-25 0,0 24 0,0-24 0,0 0 15,0 25-15,0-25 0,0 25 0,0-25 0,0 25 0,0-25 16,0 0-16,0 0 0,0 25 0,25-25 0,-50 0 15,25 0-15,0 0 0,0 0 0,0 24 0,0-24 16,0 0-16,0 0 0,0 0 0,0 0 0,0 0 0,0 0 16,0 0-16,0 0 0,0 0 0,0 0 0,0 0 15,0 0-15,0 0 0,25-24 0,-25 24 0,0 0 16,0-25-16,0 25 0,0 0 0,0-25 0,0 25 0,0-25 15,24 25-15,-24-25 0,0 1 0,0 24 0,25-25 0,-25 25 16,0-25-16,25 25 0,-25 0 0,0-25 0,25 25 16,-25 0-16,0 0 0,0-25 0,25 25 0,-25 0 15,0 25-15,0-25 0,25 0 0,-25 0 0,0 0 0,0 25 16,0-25-16,0 0 0,24 25 0,-24-25 0,0 25 15,0-25-15,0 0 0,0 24 0,0-24 0,0 25 0,0-25 16,0 25-16,0-25 0,0 0 0,0 25 0,0-25 16,0 0-16,0 0 0,0 25 0,0-25 0,0 0 0,0 0 15,0 24-15,0-24 0,0 0 0,0 0 0,0 0 16,0 0-16,0 0 0,0 0 0,0 0 0,0 0 15,0 0-15,0 0 0,0 0 0,0 0 0,0 0 0,0 0 16,25 0-16,-25-24 0,0 24 0,0 0 0,0-25 16,0 25-16,0 0 0,25-25 0,-25 25 0,0-25 15,0 25-15,25-25 0,-25 25 0,0-24 0,0 24 0,0-25 16,25 25-16,-25 0 0,0-25 0,0 25 0,24 0 15,-24-25-15,0 25 0,0 0 0,25 0 0,-25 0 0,0 0 16,0 0-16,0 0 0,0 0 0,25 0 0,-25 0 16,0 0-16,0 25 0,0-25 0,0 0 0,0 25 0,0-25 15,0 25-15,0-25 0,0 24 0,0-24 0,0 25 16,0-25-16,0 25 0,0-25 0,0 25 0,0-25 15,0 0-15,0 25 0,-25-25 0,25 24 0,0-24 0,0 25 16,0-25-16,0 0 0,25 0 0,-25 25 0,0-25 16,0 0-16,0 25 0,0-25 0,0 0 0,0 0 0,0 0 15,25 0-15,-25 0 0,0 0 0,0 0 0,0 0 16,25 0-16,-25 0 0,0 0 0,24 0 0,-24-25 0,0 25 15,25 0-15,-25-25 0,25 25 0,-25 0 0,0-25 16,25 25-16,-25 0 0,0-24 0,25 24 0</inkml:trace>
  <inkml:trace contextRef="#ctx0" brushRef="#br0" timeOffset="49533.833">6350 3150 0,'0'0'0,"0"0"15,0-25-15,0 25 0,0 0 0,0-24 0,0 24 0,0 0 16,0 0-16,0 0 0,0 0 0,0 0 0,0 0 16,0 0-16,0 0 0,0 0 0,0 24 0,0-24 0,0 0 15,0 25-15,0-25 0,0 0 0,0 25 0,0-25 16,0 25-16,0-25 0,0 25 0,0-1 0,0-24 0,0 25 15,0-25-15,0 25 0,0-25 0,0 25 0,0-25 16,0 0-16,0 25 0,0-25 0,0 0 0,0 24 16,0-24-16,0 0 0,0 0 0,0 0 0,0 25 0,0-25 15,0 0-15,0 0 0,25 0 0,-25 0 0,0 0 16,0 0-16,0 0 0,0 0 0,0 0 0,0-25 0,25 25 15,-25 0-15,0 0 0,0-24 0,24 24 0,-24 0 16,0-25-16,0 25 0,25-25 0,-25 25 0,0-25 16,0 25-16,25-25 0,-25 25 0,0 0 0,0-24 0,25 24 15,-25-25-15,0 25 0,0 0 0,0-25 0,0 25 16,25 0-16,-25 0 0,0 0 0,0-25 0,0 25 0,0 0 15,0 0-15,24 0 0,-24 0 0,0 0 0,0 0 16,0 25-16,0-25 0,0 0 0,0 0 0,0 0 16,0 25-16,0-25 0,0 25 0,0-25 0,0 0 0,0 24 15,0-24-15,0 25 0,0-25 0,0 25 0,0-25 16,0 0-16,0 25 0,0-25 0,0 25 0,0-25 0,0 0 15,0 24-15,0-24 0,0 0 0,0 25 0,0-25 16,0 0-16,0 0 0,0 0 0,0 0 0,0 0 0,0 25 16,0-25-16,0 0 0,25-25 0,-25 25 0,0 0 15,0 0-15,25 0 0,-25 0 0,0-25 0,25 25 16,-25 0-16,0-24 0,0 24 0,25 0 0,-25-25 0,0 25 15,0 0-15,24-25 0,-24 25 0,0 0 0,0-25 16,25 25-16,-25 0 0,0 0 0,0 0 0,0-25 16,25 25-16,-25 0 0,0 0 0,0 0 0,0 0 0,0 0 15,0 0-15,0 0 0,0 25 0,0-25 0,0 0 16,0 0-16,0 0 0,0 25 0,0-25 0,0 25 15,0-25-15,0 0 0,0 25 0,0-25 0,0 0 0,0 24 16,0-24-16,0 0 0,0 0 0,0 25 0,0-25 0,0 0 16,0 0-16,25 0 0,-25 25 0,0-25 0,0 0 15,0 0-15,25 0 0,-25 0 0,24 0 0,-24 0 16,0 0-16,25 0 0,-25-25 0,25 25 0,-25 0 0,25 0 15,-25 0-15,0-25 0,25 25 0,-25 0 0,0 0 16</inkml:trace>
  <inkml:trace contextRef="#ctx0" brushRef="#br0" timeOffset="50045.8624">6945 3150 0,'0'0'0,"0"0"16,0 0-16,0 0 0,0 0 0,0-25 0,-24 25 0,24 0 16,0 0-16,0 0 0,24 0 0,-24 0 0,0 0 15,0-24-15,0 24 0,0 0 0,25 0 0,-25-25 16,0 25-16,25 0 0,-25-25 0,25 25 0,-25 0 0,25-25 15,-1 25-15,-24-25 0,25 25 0,-25 0 0,25-24 0,-25 24 16,25-25-16,-25 25 0,0 0 0,25-25 0,-25 25 16,0-25-16,0 25 0,0-25 0,0 25 0,0 0 15,0-24-15,0 24 0,0-25 0,0 25 0,0 0 0,-25-25 16,25 25-16,0-25 0,0 25 0,-25 0 0,25-25 15,0 25-15,0 0 0,-25 0 0,25 0 0,0-24 0,0 24 16,0 0-16,0 0 0,0 0 0,-25 0 0,25 0 16,0 0-16,0 0 0,0 0 0,0 24 0,0-24 0,0 0 15,0 25-15,0-25 0,0 25 0,0-25 0,0 25 16,0 0-16,0-25 0,0 24 0,-24 1 0,24 0 15,0-25-15,0 25 0,0 0 0,0-1 0,0-24 0,0 25 16,0 0-16,0 0 0,0 0 0,0-25 0,0 24 16,0 1-16,0-25 0,0 25 0,0-25 0,-25 25 15,25-25-15,0 0 0,0 25 0,0-25 0,0 0 0,0 24 16,25-24-16,-25 0 0,0 0 0,0 0 0,0 0 0,0 25 15,0-25-15,24 0 0,-24-25 0,0 25 0,0 0 16,25 0-16,-25 0 0,0 0 0,0-24 0,25 24 16,-25 0-16,0 0 0,0 0 0,0 0 0,25 0 0,-25 0 15,0 0-15,0 24 0,0-24 0,0 0 0,0 0 16,0 25-16,0-25 0,0 0 0,0 25 0,0-25 0,0 0 15,0 25-15,0-25 0,-25 0 0,25 25 0,0-25 16,0 0-16,0 24 0,0-24 0,-25 0 0,25 0 16,0 25-16,0-25 0,-25 0 0,25 0 0,0 0 0,-24 0 15,24 0-15,-25 0 0,25 0 0,-25-25 0</inkml:trace>
  <inkml:trace contextRef="#ctx0" brushRef="#br0" timeOffset="50221.8725">6623 2753 0,'0'-24'0,"0"24"0,0 0 0,0-25 0,0 25 16,0 0-16,0 0 0,0 0 0,0 0 0,0 0 16,0-25-16,0 25 0,0 0 0,0 0 0,0 0 0,0 0 15,0 25-15,0-25 0,25 0 0,-25 0 0,0 0 16,0 0-16,0 0 0,0 25 0,0-25 0,0 0 15,0 0-15</inkml:trace>
  <inkml:trace contextRef="#ctx0" brushRef="#br0" timeOffset="51080.9212">8483 3001 0,'0'0'0,"0"0"0,0 0 16,0 0-16,0 0 0,0 0 0,0 0 0,0 0 0,0 0 15,0 0-15,0 0 0,0 0 0,0 0 0,0 25 16,0-25-16,0 25 0,0-25 0,0 25 0,0-25 0,0 25 16,0-25-16,25 24 0,-25 1 0,0-25 0,0 25 15,0 0-15,0-25 0,0 25 0,0-1 0,0-24 16,0 25-16,0 0 0,0-25 0,0 25 0,0-25 0,0 25 15,0-25-15,0 24 0,0-24 0,0 0 0,0 25 16,0-25-16,0 0 0,0 0 0,0 0 0,0 25 16,0-25-16,0 0 0,0 0 0,0 0 0,0 0 0,0 0 15,0 0-15,0 0 0,0 0 0,0-25 0,-25 25 16,25 0-16,0 0 0,0-25 0,0 25 0,0-24 0,0 24 15,0-25-15,0 25 0,0-25 0,0 25 0,25-25 16,-25 0-16,0 25 0,0-24 0,0-1 0,0 0 0,0 25 16,0-25-16,0 0 0,0 1 0,0-1 0,0 25 15,25-25-15,-25 0 0,0 25 0,0-25 0,0 25 16,0-24-16,25 24 0,-25 0 0,0-25 0,0 25 0,24 0 15,-24-25-15,0 25 0,0 0 0,25 0 0,-25 0 0,0 0 16,25 0-16,-25 0 0,0 0 0,0 0 0,25 0 16,-25 25-16,0-25 0,0 0 0,25 0 0,-25 25 15,0-25-15,0 0 0,0 24 0,0-24 0,0 25 0,0-25 16,0 25-16,0-25 0,0 25 0,-25-25 0,25 0 15,0 25-15,0-25 0,0 24 0,-25-24 0,25 0 16,0 25-16,0-25 0,-25 25 0,25-25 0,0 0 0,0 25 16,0-25-16,-25 0 0,25 0 0,0 0 0,0 0 15,0 0-15,0 25 0,0-25 0,25 0 0,-25 0 16,0 0-16,0 0 0,0 0 0,0 0 0,25 0 0,-25 0 15,0 0-15,0 24 0,25-24 0,-25 0 0,0 0 16,0 25-16,25-25 0,-25 0 0,0 25 0,0-25 0,24 0 16,-24 25-16,0-25 0,0 0 0,0 25 0,25-25 15,-25 0-15,0 24 0,0-24 0,0 0 0,-25 25 16,25-25-16,0 0 0,0 0 0,0 25 0,-24-25 0,24 0 15,0 0-15,-25 25 0,25-25 0,-25 0 0,25 25 16,0-25-16,-25 0 0,25 0 0,-25 0 0,25 0 0,-24 24 16,24-24-16,0-24 0,-25 24 0,25 0 0,-25 0 0,25 0 15,0 0-15,-25 0 0,25 0 0,0 0 0,0 0 16,0-25-16,0 25 0,0 0 0,0 0 0,0 0 15,0 0-15</inkml:trace>
  <inkml:trace contextRef="#ctx0" brushRef="#br0" timeOffset="51995.974">9699 3398 0,'0'0'0,"0"25"0,0-25 0,-25 0 16,25 0-16,0 0 0,0 0 0,0-25 0,0 25 15,0 0-15,0 0 0,0 0 0,0 0 0,0-25 16,25 25-16,-25 0 0,0 0 0,24-24 0,-24 24 0,25-25 16,-25 25-16,25-25 0,0 25 0,-25-25 0,25 25 0,-1-25 15,-24 1-15,25 24 0,0-25 0,-25 0 0,25 0 16,0 25-16,-25-25 0,24 1 0,1-1 0,-25 0 15,25 0-15,-25 25 0,25-25 0,-25 1 0,25 24 0,-25-25 16,0 0-16,0 0 0,0 25 0,0-25 0,0 25 16,0-24-16,0 24 0,0 0 0,0-25 0,0 25 0,-25-25 15,25 25-15,0 0 0,-25 0 0,25 0 0,0 0 16,0 0-16,-25 0 0,25 0 0,0 0 0,-25 0 0,25 0 15,0 0-15,-24 0 0,24 0 0,0 0 0,0 25 16,-25-25-16,25 0 0,0 25 0,0-25 0,0 24 16,0-24-16,-25 25 0,25-25 0,0 25 0,0-25 0,0 25 15,0 0-15,0-25 0,0 24 0,0 1 0,0-25 16,0 25-16,0 0 0,0 0 0,0-1 0,0 1 0,0-25 15,0 25-15,0 0 0,0 0 0,0-1 0,0-24 16,0 25-16,0 0 0,0-25 0,0 25 0,0-25 0,0 25 16,0-25-16,0 0 0,0 24 0,0-24 0,0 0 15,0 25-15,0-25 0,25 0 0,-25 0 0,0 0 16,0 0-16,25 0 0,-25 0 0,24 0 0,-24 0 0,0 0 15,25-25-15,-25 25 0,25 0 0,-25 0 0,25-24 16,-25 24-16,25 0 0,-25-25 0,25 25 0,-25-25 0,0 25 16,24 0-16,-24-25 0,0 25 0,0 0 0,25-25 15,-25 25-15,0 0 0,0 0 0,0-24 0,0 24 0,0 0 16,0-25-16,0 25 0,0 0 0,0 0 0,0 0 15,0-25-15,0 25 0,0 0 0,0 0 0,0 0 16,0 0-16,0 0 0,0 0 0,0 0 0,0 0 0,0 25 16,0-25-16,0 0 0,0 0 0,0 0 0,-25 0 15,25 0-15,0 25 0,0-25 0,0 0 0,0 0 16,-24 24-16,24-24 0,0 0 0,0 0 0,0 25 0,-25-25 15,25 0-15,0 25 0,0-25 0,0 0 0,0 0 16,0 25-16,0-25 0,0 0 0,0 0 0,0 0 0,0 25 16,0-25-16,0 0 0,0 0 0,0 0 0,25 0 15,-25 24-15,0-24 0,0 0 0,0 0 0,0 0 0,0-24 16,0 24-16,0 0 0,0 0 0,24 0 0,-24 0 15,0 0-15,0 0 0,0 0 0,25 0 0,-25 0 16,0-25-16,0 25 0,0 0 0,0 0 0,25 0 0,-25 0 16,0 0-16,0-25 0,0 25 0,0 0 0,0 0 0,25 0 15,-25 0-15,0 0 0,0 25 0,0-25 0,0 0 16,0 25-16,0-25 0,0 0 0,0 24 0,0-24 15,0 25-15,0-25 0,0 25 0,0-25 0,0 0 0,0 25 16,0-25-16,0 0 0,-25 0 0,25 25 0,0-25 16,0 0-16,0 0 0,0 0 0,0 0 0,0 0 15,0 0-15,0-25 0,0 25 0,0 0 0,0 0 0</inkml:trace>
  <inkml:trace contextRef="#ctx0" brushRef="#br0" timeOffset="52168.9839">10170 3026 0,'0'0'0,"0"0"0,0 0 0,0 0 15,0 0-15,0 0 0,0 0 0,0 0 0,25 0 0,-25 0 16,0 0-16,0 0 0,25 0 0,-25 0 0,0 0 16,24 0-16,-24 0 0,25 0 0,-25 0 0,25 0 0,-25 0 15,25 0-15,0 0 0,-25 0 0,24 0 0,1 0 16,-25 0-16,25 0 0,0 0 0,0 25 0,-25-25 15</inkml:trace>
  <inkml:trace contextRef="#ctx0" brushRef="#br0" timeOffset="52884.0248">11609 3150 0,'0'0'0,"-25"0"0,25-25 0,0 25 16,0 0-16,-25-24 0,25 24 0,0 0 0,-25 0 16,25 0-16,0 0 0,-25 0 0,25 0 0,0 24 0,0-24 15,0 0-15,0 0 0,-24 0 0,24 25 0,0-25 16,0 25-16,0-25 0,0 25 0,0-25 0,-25 25 0,25-1 15,25-24-15,-25 25 0,0-25 0,0 25 0,0 0 16,0-25-16,0 25 0,0-25 0,0 24 0,24-24 16,-24 25-16,0-25 0,0 0 0,0 25 0,25-25 0,-25 0 15,0 25-15,0-25 0,25 0 0,-25 0 0,0 0 16,25 0-16,-25 0 0,0 0 0,25 0 0,-25 0 15,0 0-15,24 0 0,-24 0 0,25 0 0,-25-25 0,0 25 16,25 0-16,-25 0 0,0-25 0,25 25 0,-25 0 16,0-25-16,25 25 0,-25-24 0,0 24 0,0 0 0,24-25 15,-24 25-15,0-25 0,0 25 0,0-25 0,0 25 16,25-25-16,-25 25 0,0 0 0,0-24 0,0 24 0,0 0 15,0 0-15,0 0 0,0-25 0,0 25 0,0 0 16,0 0-16,0 0 0,0 0 0,0 25 0,0-25 16,0 0-16,-25 0 0,25 0 0,0 24 0,0-24 0,0 0 15,0 25-15,0-25 0,0 25 0,-24-25 0,24 25 16,0-25-16,0 25 0,0-25 0,0 24 0,0-24 0,0 25 15,0-25-15,0 25 0,0-25 0,0 0 0,0 25 16,24-25-16,-24 0 0,0 0 0,0 25 0,0-25 0,0 0 16,0 0-16,25 0 0,-25 0 0,0 0 0,0 0 15,0 0-15,25 0 0,-25 0 0,0-25 0,25 25 16,-25 0-16,0 0 0,25-25 0,-25 25 0,0 0 0,24-25 15,-24 25-15,0-25 0,0 25 0,0-24 0,0 24 16,0-25-16,0 25 0,0 0 0,0-25 0,0 25 0,0-25 16,0 25-16,0-25 0,0 25 0,-24 0 0,24-24 15,0 24-15,0 0 0,0-25 0,0 25 0,0 0 0,0 0 16,0 0-16,0-25 0,-25 25 0,25 0 0,0 0 15,0 0-15,-25-25 0,25 25 0,0 0 0</inkml:trace>
  <inkml:trace contextRef="#ctx0" brushRef="#br0" timeOffset="53093.0366">11906 2902 0,'0'0'0,"0"0"0,0 0 0,0 0 15,25 0-15,-25 0 0,0 0 0,25 0 0,-25 0 16,0 25-16,25-25 0,-25 0 0,0 0 0,0 0 0,24 0 15,-24 25-15,0-25 0,0 0 0,0 0 0,0 25 16,0-25-16,0 0 0,0 24 0,0-24 0,0 0 0,0 25 16,-24-25-16,24 25 0,0-25 0,0 25 0,-25-25 15,25 0-15,-25 25 0,25-25 0,-25 0 0,25 24 16,-25-24-16</inkml:trace>
  <inkml:trace contextRef="#ctx0" brushRef="#br0" timeOffset="53582.0646">12799 3200 0,'0'0'0,"0"-25"0,-25 25 0,25 0 0,0-25 16,0 25-16,0 0 0,0-25 0,-24 25 0,24 0 15,0 0-15,0 0 0,0 0 0,0-24 0,0 24 0,0 0 16,-25 0-16,25 0 0,0 0 0,0 0 0,0 0 16,0 0-16,0 0 0,-25 24 0,25-24 0,0 0 15,0 0-15,0 25 0,0-25 0,-25 25 0,25-25 0,0 25 16,0-25-16,0 25 0,0-1 0,25-24 0,-25 25 15,0-25-15,0 25 0,0 0 0,0-25 0,25 0 0,-25 25 16,0-25-16,0 24 0,25-24 0,-25 25 0,0-25 16,24 0-16,-24 25 0,0-25 0,25 0 0,-25 25 15,0-25-15,0 0 0,25 0 0,-25 0 0,0 0 0,0 25 16,0-25-16,0 0 0,0 0 0,0 0 0,0 0 0,0 0 15,0 0-15,0 0 0,0 0 0,0 0 0,-25 0 16,25 0-16,0 0 0,-25 0 0,25 24 0,0-24 16,-24 0-16,24 0 0,-25 0 0,25 0 0,0 0 0,-25 0 15,25 0-15,0 0 0,0 0 0,-25 0 0,25 0 16,0 0-16,0 0 0,0 0 0,0 0 0,0 0 0,0 0 15,0 0-15,25 0 0,-25-24 0,0 24 0,0 0 16,25 0-16,-25-25 0,25 25 0,-25-25 0,24 25 16,1 0-16,-25-25 0,25 25 0</inkml:trace>
  <inkml:trace contextRef="#ctx0" brushRef="#br0" timeOffset="53923.0842">13047 3299 0,'0'0'0,"0"-25"0,0 25 0,0 0 0,0 0 0,0 0 0,0 0 0,0 0 0,0-25 0,0 25 16,0 0-16,0 0 0,-25 0 0,25 0 0,0 0 0,0 0 0,0 0 0,0 0 0,0 0 0,-24 0 0,24 0 0,0 0 0,0 0 0,0 0 0,-25 25 0,25-25 0,0 0 0,0 25 0,-25-25 0,25 25 0,0-25 16,0 0-16,0 25 0,0-25 0,0 24 0,0-24 15,0 25-15,0-25 0,0 25 0,0-25 0,25 0 16,-25 25-16,0-25 0,0 0 0,0 25 0,0-25 15,25 0-15,-25 0 0,0 24 0,0-24 0,24 0 0,-24 0 16,0 0-16,25 0 0,-25 0 0,0 0 0,0 0 16,25 0 46,-25-24-62,0 24 0,0 0 0,25-25 0,-25 25 16,0-25-16,0 25 0,0-25 0,25 25 0,-25-25 0,0 25 0,0-24 0,0 24 0,0-25 0,0 25 0,0-25 0,0 0 0,0 25 0,0-25 0,0 25 0,0-24 0,-25 24 0,25-25 0,0 25 0,0-25 0,0 25 15,0 0-15,0-25 0,-25 25 0,25 0 0,0 0 0,0 0 0,0-25 0,0 25 0,0 0 0,-25 0 0,25 0 16,0 0-16,0-24 0</inkml:trace>
  <inkml:trace contextRef="#ctx0" brushRef="#br0" timeOffset="54146.097">13072 2778 0,'0'0'0,"0"0"0,25 0 16,-25 0-16,0 0 0,0 0 0,0 0 0,0 0 15,25 0-15,-25 0 0,0 0 0,0 0 0,24 0 0,-24 0 16,0 0-16,25 25 0,-25-25 0,0 0 0,0 0 0,0 0 15,0 25-15,25-25 0,-25 0 0,0 25 0,0-25 16,-25 24-16,25-24 0,0 25 0,0-25 0,0 0 16,0 25-16,-25-25 0,25 0 0,0 0 0,0 25 15,-24-25-15,24 0 0,0 0 0,0 0 0</inkml:trace>
  <inkml:trace contextRef="#ctx0" brushRef="#br0" timeOffset="54363.1093">13345 2704 0,'25'0'0,"-25"0"0,0 0 16,0 0-16,25 0 0,-25 0 0,0 0 0,0 0 0,0 0 16,0 0-16,24 0 0,-24 25 0,0-25 0,0 0 15,0 0-15,0 0 0,0 0 0,0 24 0,0-24 0,0 0 16,0 0-16,0 25 0,0-25 0,0 0 0,0 25 0,-24-25 15,24 0-15,0 25 0,-25-25 0,25 0 16,0 25-16,-25-25 0,25 24 0,-25-24 0,0 0 0,25 0 16,-24 25-16,-1-25 0,25 0 0</inkml:trace>
  <inkml:trace contextRef="#ctx0" brushRef="#br0" timeOffset="55274.1615">14213 3274 0,'0'0'0,"0"-25"0,0 25 0,0 0 16,-25 0-16,25 0 0,0-24 0,0 24 0,0 0 15,0 0-15,0 0 0,-25 0 0,25 0 0,0 0 0,0-25 16,0 25-16,0 25 0,0-25 0,-24 0 0,24 0 15,0 0-15,0 0 0,0 0 0,0 0 0,-25 0 0,25 24 16,0-24-16,0 0 0,0 25 0,-25-25 0,25 25 16,0-25-16,0 25 0,0-25 0,0 25 0,0-25 15,0 24-15,0-24 0,0 25 0,0-25 0,25 25 0,-25 0 16,0-25-16,0 25 0,25-25 0,-25 0 0,0 24 0,24-24 15,-24 0-15,0 0 0,25 0 0,-25 25 0,25-25 16,-25 0-16,0 0 0,25 0 0,-25 0 0,25 0 16,-25 0-16,24 0 0,-24-25 0,0 25 0,25 0 15,-25 0-15,25-24 0,-25 24 0,0 0 0,25-25 0,-25 25 16,25 0-16,-25-25 0,0 25 0,25-25 0,-25 25 15,0 0-15,0-25 0,24 25 0,-24-24 0,0 24 0,0-25 16,0 25-16,0-25 0,0 25 0,0-25 0,0 25 0,0-25 16,0 25-16,0 0 0,0-24 0,-24 24 15,24 0-15,0 0 0,0 0 0,0-25 0,0 25 0,0 0 16,0 0-16,24 0 0,-24 25 0,0-25 0,0 0 15,0 0-15,0 0 0,0 0 0,0 24 0,0-24 0,-24 0 16,24 25-16,0-25 0,0 0 0,0 25 0,0-25 16,0 25-16,0-25 0,0 25 0,0-25 0,0 24 46,0-24-46,0 25 0,0-25 0,0 0 0,24 25 0,-24-25 0,0 25 0,0-25 0,0 0 0,0 0 0,0 0 0,25 25 0,-25-25 0,0 0 0,0 0 0,0 0 0,25 0 16,-25 0-16,0 0 0,0 0 0,0 0 0,25 0 16,-25 0-16,0-25 0,25 25 0,-25 0 0,24 0 0,-24-25 15,25 25-15,-25 0 0,0-25 0,25 25 0,-25 0 16,0-25-16,25 25 0,-25 0 0,0-24 0,0 24 15,25-25-15,-25 25 0,0-25 0,0 25 0,0-25 0,0 25 16,0-25-16,0 25 0,0 0 0,0-24 0,0 24 16,0 0-16,0 0 0,0 0 0,0 0 0,0 0 0,0 0 15,0 0-15,0 0 0,0 24 0,-25-24 0,25 0 16,0 0-16,0 25 0,0-25 0,0 25 0,0-25 15,0 0-15,0 25 0,-25-25 0,25 25 0,0-25 0,0 24 16,0-24-16,25 25 0,-25-25 0,0 0 0,0 25 0,0-25 16,0 25-16,0-25 0,0 0 0,0 25 0,0-25 15,25 0-15,-25 0 0,0 0 0,0 24 0,24-24 16,-24 0-16,25 0 0,-25 0 0,0 0 0,25 0 0,0 0 15,-25-24-15,25 24 0,-25 0 0,24 0 0,1 0 16</inkml:trace>
  <inkml:trace contextRef="#ctx0" brushRef="#br0" timeOffset="55661.1836">14932 3299 0,'0'0'0,"0"-25"0,0 25 0,0 0 16,0 0-16,0-25 0,-24 25 0,24 0 0,0 0 0,0 0 16,0 0-16,0 0 0,0 0 0,0-24 0,0 24 15,-25 0-15,25 0 0,0 0 0,0 0 0,0 0 16,0 24-16,0-24 0,0 0 0,-25 0 0,25 0 0,0 25 15,0-25-15,0 0 0,-25 25 0,25-25 0,0 0 16,0 25-16,-25-25 0,25 25 0,0-25 0,0 24 0,0-24 16,0 25-16,0-25 0,0 0 0,0 0 0,25 25 15,-25-25-15,0 0 0,0 25 0,0-25 0,0 0 0,25 0 16,-25 0-16,0 0 0,0 0 0,25 0 0,-25 0 15,0 0-15,0 0 0,25 0 0,-25 0 0,0 0 16,24 0-16,-24 0 0,0-25 0,0 25 0,25 0 0,-25 0 16,0-25-16,0 25 0,25 0 0,-25 0 0,0-25 15,0 25-15,0 0 0,0 0 0,25-24 0,-25 24 0,0 0 16,0 0-16,0 0 0,0 0 0,0 0 0,0 0 15,0 24-15,0-24 0,0 0 0,0 0 0,0 25 0,0-25 16,0 0-16,0 25 0,0-25 0,0 0 0,-25 25 16,25-25-16,0 25 0,0-25 0,0 0 0,0 24 15,0-24-15,0 0 0,0 0 0,0 25 0,0-25 0,0 0 16,0 0-16,0 0 0,-25 0 0,25 0 0,0 0 15,0 0-15,0 0 0,0-25 0,-25 25 0</inkml:trace>
  <inkml:trace contextRef="#ctx0" brushRef="#br0" timeOffset="55907.1975">15032 2679 0,'0'0'0,"0"0"0,0 0 0,0 0 0,0 0 0,24 0 15,-24 0-15,0 0 0,0 0 0,25 0 0,-25 0 16,0 0-16,25 0 0,-25 0 0,25 0 0,-25 0 0,0 25 16,25-25-16,-25 0 0,0 0 0,24 25 0,-24-25 15,0 0-15,0 24 0,0-24 0,0 25 0,0-25 16,0 0-16,0 25 0,0-25 0,-24 25 0,24-25 15,0 25-15,-25-25 0,25 24 0,-25-24 0,25 0 0,-25 25 16,0-25-16,25 0 0,-24 25 0</inkml:trace>
  <inkml:trace contextRef="#ctx0" brushRef="#br0" timeOffset="56386.2248">15900 3026 0,'0'0'0,"0"0"0,0 0 0,0 0 16,0 0-16,0 0 0,0 0 0,0 0 0,0 0 0,0 0 16,0 0-16,0 0 0,0 0 0,0 0 0,0 0 15,0 0-15,0 25 0,25-25 0,-25 0 0,0 25 0,0-25 16,0 25-16,0-1 0,0-24 0,0 25 0,0 0 15,0-25-15,0 25 0,0 0 0,0-1 0,0-24 0,0 25 16,0 0-16,-25-25 0,25 25 0,0 0 0,0-25 16,0 24-16,0-24 0,0 25 0,0-25 0,0 0 15,0 25-15,-25-25 0,25 0 0,0 0 0,0 25 0,0-25 16,0 0-16,0 0 0,0 0 0,0 0 0,0 0 15,0 25-15,0-25 0,0 0 0,0 0 0,0 0 16,0 0-16,0-25 0,0 25 0,0 0 0,0 0 0,0-25 16,0 25-16</inkml:trace>
  <inkml:trace contextRef="#ctx0" brushRef="#br0" timeOffset="56692.2426">16197 3200 0,'0'0'0,"0"0"0,0-25 0,0 25 0,0 0 0,0 0 16,0 0-16,0 0 0,0-25 0,0 25 0,0 0 15,-24 0-15,24 0 0,0-25 0,0 25 0,0 0 16,0 0-16,-25 0 0,25 0 0,0 0 0,0 0 0,-25 0 16,25 0-16,0 0 0,0 0 0,-25 0 0,25 25 15,0-25-15,-25 0 0,25 25 0,0-25 0,0 0 0,0 25 16,0-25-16,0 25 0,0-25 0,-24 0 0,24 24 15,0-24-15,0 25 0,0-25 0,0 25 0,0-25 16,0 25-16,0-25 0,0 25 0,0-1 0,0-24 0,0 25 16,0-25-16,0 0 0,0 25 0,0-25 0,24 0 15,-24 25-15,0-25 0,0 0 0,0 0 0,25 25 0,-25-25 16,0 0-16,25 0 0,-25 0 0,25 0 0,-25 0 15,25 0-15,-1 0 0,-24 0 0,25 0 0,-25-25 16,25 25-16,0 0 0,0 0 0,-1-25 0,1 25 0</inkml:trace>
  <inkml:trace contextRef="#ctx0" brushRef="#br0" timeOffset="57182.2706">16842 3175 0,'0'-25'0,"0"25"16,0-25-16,0 25 0,-24 0 0,24-24 0,0 24 15,0-25-15,-25 25 0,25 0 0,0-25 0,-25 25 16,25 0-16,0-25 0,-25 25 0,25 0 0,0-25 0,-25 25 16,25 0-16,0 0 0,0 0 0,-24-24 0,24 24 15,0 0-15,0 0 0,-25 0 0,25 0 0,0 0 0,-25 0 16,25 0-16,0 24 0,0-24 0,-25 0 0,25 25 15,0-25-15,0 25 0,0 0 0,0-25 0,-25 25 0,25-1 16,0-24-16,0 25 0,0 0 0,0 0 0,-24-25 16,24 25-16,0-1 0,0 1 0,0-25 0,0 25 15,0-25-15,0 25 0,0-25 0,0 25 0,24-25 0,-24 24 16,0-24-16,0 0 0,25 25 0,-25-25 0,0 0 15,0 25-15,0-25 0,25 0 0,-25 0 0,0 0 0,0 0 16,0 0-16,0 0 0,25 0 0,-25 0 0,0 0 16,25 0-16,-25 0 0,0 0 0,24 0 0,-24 0 0,0 0 15,25-25-15,-25 25 0,0 0 0,25-25 0,-25 25 16,0 0-16,0-24 0,25 24 0,-25 0 0,0-25 15,0 25-15,0 0 0,0 0 0,25 0 0,-25 0 0,0 0 16,0-25-16,0 25 0,0 0 0,0 0 0,0 0 16,0 0-16,0 25 0,0-25 0,-25 0 0,25 0 0,0 25 15,0-25-15,0 24 0,0-24 0,0 25 0,0-25 16,0 25-16,0-25 0,0 25 0,0-25 0,0 0 15,0 25-15,0-25 0,0 24 0,-25-24 0,25 0 0,0 0 16,0 25-16,0-25 0,0 0 0,0 0 0,0 0 16,0 0-16,0 0 0,0 0 0,0 0 0,0 0 15,0 0-15,0 0 0</inkml:trace>
  <inkml:trace contextRef="#ctx0" brushRef="#br0" timeOffset="57355.2805">16718 3324 0,'0'0'15,"0"0"-15,0 0 0,0 0 0,0 0 0,0 0 16,25 0-16,-25 0 0,0 0 0,0 0 0,0 0 0,25 0 15,-25 0-15,0 0 0,25 0 0,-25 0 0,25 0 16,-25 0-16,24 0 0,1 0 0,-25-25 0,25 25 0,0 0 16,0 0-16,-25 0 0,24 0 0,1 0 15,0 0-15,-25 0 0,25 0 0,0 0 0,-25 0 0,24 0 16,-24 0-16,25 0 0</inkml:trace>
  <inkml:trace contextRef="#ctx0" brushRef="#br0" timeOffset="57730.302">17214 3026 0,'0'0'0,"0"0"0,0 0 0,0 0 0,0 0 16,0 0-16,0 0 0,0 0 0,0 0 0,0 0 16,0 0-16,0 0 0,0 0 0,0 0 0,0 0 0,0 0 15,0 25-15,0-25 0,25 25 0,-25-25 0,0 25 16,0-25-16,0 24 0,0-24 0,0 25 0,0 0 0,0-25 15,0 25-15,0 0 0,0-1 0,0-24 0,0 25 16,0-25-16,0 25 0,0-25 0,0 25 0,0-25 0,25 25 16,-25-25-16,0 0 0,0 0 0,0 24 0,0-24 15,0 0-15,0 0 0,0 0 0,0 0 0,0 0 16,0 0-16,0 0 0,0 0 0,0 0 0,0 0 15,0 0-15,0 0 0,25 0 0,-25-24 0,0 24 0,0 0 16,0-25-16,25 25 0,-25-25 0,0 25 0,24-25 0,-24 25 16,0-25-16,0 25 0,25-24 0,-25 24 0,0-25 15,0 25-15,0-25 0,25 25 0,-25-25 0,0 25 16,0 0-16,0-25 0,0 25 0,0 0 0,0 0 0,0 0 15,0 0-15,0 0 0,0 0 0,0 0 0,0 0 16,0 0-16,0 25 0,25-25 0,-25 0 0,0 0 0,0 0 16,25 0-16,-25 0 0,0 0 0,24 0 0,-24 0 15,25 25-15,-25-25 0</inkml:trace>
  <inkml:trace contextRef="#ctx0" brushRef="#br0" timeOffset="57966.3155">17735 3125 0,'0'-24'0,"0"24"0,0 0 0,0 0 16,0 0-16,0-25 0,0 25 0,0 0 15,0 0-15,0 0 0,0 0 0,0 0 0,0 0 0,0 0 16,0 0-16,0 0 0,0 0 0,0 25 0,0-25 0,0 0 16,0 24-16,0-24 0,0 25 0,0 0 0,0-25 15,0 25-15,-24 0 0,24-25 0,0 24 0,0 1 16,0-25-16,0 25 0,0 0 0,0-25 0,-25 25 0,25-1 15,0-24-15,0 25 0,0-25 0,0 25 0,0-25 0,0 25 16,0-25-16,0 0 0,0 25 0,0-25 0,-25 0 16,25 0-16,0 0 0,0 0 0,0 0 0,-25 0 15,25-25-15,0 25 0,0 0 0</inkml:trace>
  <inkml:trace contextRef="#ctx0" brushRef="#br0" timeOffset="58157.3264">17562 3026 0,'25'0'0,"-25"0"0,0 0 0,0 0 15,0 0-15,0 0 0,24 0 0,-24 0 0,0 0 0,25 0 16,-25 0-16,25 0 0,-25 0 0,25 0 0,0 0 16,-25 0-16,24 25 0,1-25 0,-25 0 0,25 0 15,0 0-15,0 0 0,-1 0 0,-24 25 0,25-25 0,0 0 16,0 0-16,-25 0 0,25 25 0,-1-25 0,1 0 15,-25 0-15,25 24 0,0-24 0,0 0 0</inkml:trace>
  <inkml:trace contextRef="#ctx0" brushRef="#br0" timeOffset="58543.3485">18827 3051 0,'-25'-25'0,"25"25"0,0 0 0,0 0 0,0 0 15,0-25-15,0 25 0,0 0 0,0 0 0,0 0 0,0 0 16,0 0-16,0 25 0,0-25 0,25 0 0,-25 25 15,0-25-15,0 0 0,0 25 0,0 0 0,0-25 0,0 24 16,0 1-16,0 0 0,0-25 0,0 25 0,0 0 16,-25-1-16,25-24 0,0 25 0,0 0 0,0 0 15,0 0-15,0-25 0,0 24 0,0 1 0,0-25 0,0 25 16,0-25-16,-25 25 0,25-25 0,0 25 0,0-25 15,0 0-15,0 24 0,-25-24 0,25 0 0,0 0 16,0 25-16,0-25 0,0 0 0,0 0 0,0 0 0,0 0 16,0 0-16,0 0 0,0 0 0,0 0 0,0 0 15,0 0-15,0 0 0,0 0 0,-24 0 0,24-25 0,0 25 16,0 0-16,0 0 0,0-24 0,0 24 0,0 0 15,0-25-15,0 25 0,0-25 0</inkml:trace>
  <inkml:trace contextRef="#ctx0" brushRef="#br0" timeOffset="58981.3735">18802 3076 0,'0'0'15,"0"-25"-15,25 25 0,-25 0 0,0-25 0,0 25 0,0 0 16,0-25-16,0 25 0,25 0 0,-25-24 0,0 24 16,0 0-16,24 0 0,-24-25 0,0 25 0,25 0 0,-25 0 15,0 0-15,25 0 0,-25 0 0,25 0 0,-25 0 16,0 0-16,25 0 0,-25 0 0,24 0 0,-24 0 15,0 0-15,25 0 0,-25 0 0,0 25 0,25-25 0,-25 0 16,0 24-16,0-24 0,0 25 0,0-25 0,25 25 0,-25 0 16,0-25-16,-25 25 0,25-25 0,0 24 0,0-24 15,0 25-15,0 0 0,-25-25 0,25 25 0,0-25 16,-25 25-16,25-25 0,0 24 0,-24-24 0,24 25 15,-25-25-15,25 25 0,-25-25 0,25 25 0,0-25 0,-25 0 16,25 0-16,0 0 0,0 25 0,-25-25 0,25 0 16,0 0-16,0 0 0,0 0 0,0 0 0,0 0 0,0 0 15,0 0-15,0 0 0,0 0 0,0 0 0,0 0 16,0 0-16,0 0 0,0 0 0,25 0 0,-25 0 15,0 0-15,0 0 0,25 0 0,-25 0 0,0 0 0,0 0 16,25 24-16,-25-24 0,0 0 0,25 0 0,-25 0 16,24 0-16,-24 25 0,25-25 0,-25 0 0,25 0 0,-25 25 15,25-25-15,-25 0 0,25 25 0,-25-25 0,24 0 16,-24 0-16,0 25 0,25-25 0,-25 0 0,0 0 15,0 24-15,25-24 0,-25 0 0,0 0 0,0 25 0,0-25 16,0 0-16,0 0 0,0 0 0,25 0 0,-25 0 16,0 0-16,0 0 0,0 0 0,0 0 0,0 0 0,0 0 15,-25 0-15,25-25 0,0 25 0</inkml:trace>
  <inkml:trace contextRef="#ctx0" brushRef="#br0" timeOffset="59782.4193">19323 2753 0,'0'0'0,"0"0"0,0 0 0,0 0 16,0 0-16,0 0 0,-25 0 0,25 0 0,0 0 0,0 0 15,0 0-15,0-24 0,0 24 0,0 0 0,0 0 0,0 0 16,0 0-16,0 0 0,0 0 0,0-25 0,0 25 15,0 0-15,0 0 0,0 0 0,0 0 0,0-25 0,0 25 16,0 0-16,0 0 0,25 0 0,-25 0 0,0 0 16,0 0-16,0 0 0,0 0 0,0 0 0,0 0 15,25 0-15,-25 0 0,0 0 0,0 0 0,0 0 0,0 0 16,24 0-16,-24 0 0,0 0 0,25 0 0,-25 0 15,0 0-15,25 0 0,-25 0 0,0 25 0,0-25 0,0 0 16,0 0-16,0 0 0,0 0 0,0 0 0,0 25 16,0-25-16,0 0 0,0 24 0,0-24 0,0 25 0,-25-25 15,25 0-15,0 25 0,0-25 0,0 0 0,-25 25 0,25-25 16,0 0-16,0 0 0,0 25 0,-24-25 0,24 0 15,0 24-15,0-24 0,0 0 0,0 0 0,0 0 16,0 0-16,0 0 0,0 0 0,0 0 0,0 0 16,0 0-16,0 0 0,0 0 0,0 0 0,0 0 0,0 0 15,0 0-15,0 0 0,24 0 0,-24 0 0,0 0 0,0 0 16,25 0-16,-25 0 0,0 25 0,25-25 0,-25 0 15,0 0-15,0 0 0,0 0 0,25 0 0,-25 25 16,0-25-16,0 0 0,0 0 0,0 25 47,25-25-47,-25 0 0,0 0 0,0 0 0,0 25 0,0-25 0,0 0 0,0 0 0,0 24 0,0-24 0,-25 0 0,25 0 0,0 0 0,0 25 0,0-25 0,-25 0 0,25 0 0,0 0 15,-25 0-15,25 0 0,0 25 0,-25-25 0,25 0 16,-24 0-16,24 0 47,0 0-47,-25 0 0,25 0 0,0 0 0,-25 0 0,25 0 0,0 0 0,0 0 0,0 0 0,0 0 0,0 0 0,0-25 0,0 25 0,0 0 0,0 0 0,0 0 0,0-25 0,25 25 15,-25 0-15,25 0 0</inkml:trace>
  <inkml:trace contextRef="#ctx0" brushRef="#br0" timeOffset="63848.6519">11807 4465 0,'0'0'15,"0"0"-15,0 0 0,0 0 0,0 0 0,25 0 0,-25 0 16,0 0-16,0 0 0,0-25 0,0 25 0,0 0 15,0 0-15,0 0 0,0 0 0,0 0 0,0 0 0,0 0 16,0 0-16,0 0 0,0 0 0,0 0 0,0 0 16,0 0-16,0 0 0,0 0 0,-25 0 0,25 0 15,0 0-15,0 0 0,0 0 0,0 0 0,0 0 0,0 0 16,0 0-16,25 0 0,-25 0 0,0 25 0,0-25 15,0 0-15,0 25 0,0-25 0,0 24 0,0-24 0,0 25 16,-25-25-16,25 25 0,0-25 0,0 25 0,0 0 16,0-25-16,0 24 0,0 1 0,0-25 0,0 25 0,0 0 15,0-25-15,-25 25 0,25-25 0,0 24 0,0 1 16,0-25-16,0 25 0,0-25 0,0 0 0,0 25 15,0-25-15,0 25 0,0-25 0,0 0 0,0 25 0,0-25 16,0 0-16,0 0 0,0 0 0,0 0 0,0 24 16,0-24-16,0 0 0,0 0 0,0 0 0,0 0 0,0 0 15,0 0-15,0 0 0,0 0 0,0 0 0,0 0 16,0 0-16,0 0 0,0 0 0,0 0 0,0-24 15,0 24-15,0 0 0,0 0 0,0 0 0</inkml:trace>
  <inkml:trace contextRef="#ctx0" brushRef="#br0" timeOffset="64391.683">11931 4514 0,'0'-24'0,"0"24"0,0 0 0,0 0 16,0 0-16,0-25 0,0 25 0,0 0 0,25 0 0,-25 0 15,0 0-15,0-25 0,0 25 0,0 0 0,0 0 16,0 0-16,25-25 0,-25 25 0,0 0 0,0 0 16,24 0-16,-24 0 0,0 0 0,0 0 0,25 25 0,-25-25 15,0 0-15,25 0 0,-25 0 0,0 25 0,0-25 16,0 0-16,25 25 0,-25-25 0,0 0 0,0 24 15,0-24-15,0 25 0,-25-25 0,25 0 0,0 25 0,0-25 16,0 25-16,-25-25 0,25 0 0,0 25 0,-25-25 16,25 24-16,0-24 0,-24 0 0,24 25 0,0-25 0,0 25 15,-25-25-15,25 0 0,0 25 0,0-25 0,-25 0 16,25 0-16,0 0 0,0 25 0,0-25 0,0 0 15,0 0-15,0 0 0,0 0 0,25 0 0,-25 0 0,0 0 16,0 0-16,0 0 0,25 0 0,-25 0 0,0 0 16,0 0-16,24 0 0,-24 0 0,0 0 0,0 0 0,25 24 15,-25-24-15,0 0 0,25 0 0,-25 0 0,0 25 16,0-25-16,25 0 0,-25 0 0,0 0 0,0 25 0,0-25 15,0 0-15,0 25 0,0-25 0,0 0 0,0 25 16,0-25-16,0 0 0,0 25 0,0-25 0,-25 0 0,25 0 16,0 24-16,0-24 0,0 0 0,-25 0 0,25 25 15,0-25-15,-25 0 0,25 0 0,0 0 0,0 25 16,-24-25-16,24 0 0,0 0 0,-25 0 0,25 0 0,0 0 15,0 0-15,-25 0 0,25 0 0,0 0 0,0 0 16,-25 0-16,25 0 0,0 0 0,0 0 0,0-25 0,0 25 16,0 0-16,0 0 0,0 0 0,0-25 0,0 25 15,0 0-15,0 0 0,0-24 0,25 24 0,-25 0 16,0 0-16,0-25 0,25 25 0,-25 0 0,0 0 0,25-25 15,-25 25-15,0 0 0</inkml:trace>
  <inkml:trace contextRef="#ctx0" brushRef="#br0" timeOffset="65158.7268">12378 4738 0,'0'-25'16,"0"25"-16,0 0 0,0 0 0,0-25 0,0 25 0,0 0 15,-25-25-15,25 25 0,0 0 0,0-25 0,0 25 16,0 0-16,0-24 0,0 24 0,0 0 0,0 0 0,-25 0 16,25 0-16,0 0 0,0-25 0,0 25 0,0 0 15,-25 0-15,25 0 0,0 0 0,0 25 0,-25-25 16,25 0-16,0 0 0,-24 0 0,24 0 0,-25 24 0,25-24 15,0 0-15,-25 25 0,25-25 0,0 0 0,-25 25 0,25-25 16,0 25-16,0-25 0,-25 0 0,25 25 16,0-25-16,0 24 0,0-24 0,0 25 0,0-25 0,0 25 15,0-25-15,0 0 0,0 25 0,0-25 0,0 0 0,25 25 16,-25-25-16,0 0 0,0 0 0,0 25 0,0-25 15,25 0-15,-25 0 0,0 0 0,0 0 0,25 0 0,-25 0 16,0 0-16,0 0 0,25 0 0,-25 0 0,0 0 16,0 0-16,24 0 0,-24-25 0,0 25 0,25 0 0,-25 0 15,0-25-15,25 25 0,-25 0 0,0 0 0,25-25 16,-25 25-16,0 0 0,0-25 0,0 25 0,25-25 15,-25 25-15,0 0 0,0-24 0,0 24 0,0-25 16,0 25-16,0 0 0,0-25 0,0 25 0,0 0 0,0 0 16,0 0-16,0-25 0,0 25 0,0 0 0,0 0 15,0 0-15,0 0 0,0 0 0,0 0 0,0 0 0,0 0 16,0 0-16,0 25 0,0-25 0,0 0 0,0 0 15,0 0-15,0 25 0,0-25 0,0 0 0,-25 25 0,25-25 16,0 24-16,0-24 0,0 0 0,0 25 0,0-25 16,0 0-16,0 25 0,0-25 0,0 25 0,25-25 0,-25 0 15,0 25-15,0-25 0,0 0 0,0 0 0,0 25 16,0-25-16,0 0 0,24 0 0,-24 0 0,0 0 15,0 0-15,25 0 0,-25 0 0,0 0 0,25 0 0,-25 0 16,0 0-16,25 0 0,-25 0 0,0-25 0,25 25 16,-25 0-16,0 0 0,24 0 0,-24-25 0,0 25 15,0 0-15,25-25 0,-25 25 0,0 0 0,0 0 0,0-25 16,0 25-16,25 0 0,-25-25 0,0 25 0,0 0 15,0-24-15,0 24 0,0 0 0,0-25 0,0 25 0,0 0 16,0 0-16,0 0 0,0-25 0,0 25 0,0 0 16,0 0-16,0 25 0,0-25 0,0 0 0,0 0 0,0 0 15,0 25-15,-25-25 0,25 24 0,0-24 0,0 0 16,0 25-16,0-25 0,0 25 0,0-25 0,0 25 15,0-25-15,-25 25 0,25-25 0,0 0 0,0 25 0,0-25 16,0 0-16,0 24 0,0-24 0,0 0 0,0 0 16,0 0-16,0 25 0,0-25 0,0 0 0,0 0 0,0 0 15,0 0-15,0-25 0,0 25 0,0 0 0,0 0 16,25-24-16,-25 24 0,0-25 0</inkml:trace>
  <inkml:trace contextRef="#ctx0" brushRef="#br0" timeOffset="65353.738">12502 4390 0,'0'-24'0,"0"24"0,0 0 0,0 0 16,0 0-16,0 0 0,0-25 0,0 25 0,0 0 16,0 0-16,0 0 0,0 0 0,0 0 0,24 0 0,-24 0 15,0 0-15,25 0 0,-25 0 0,25 0 0,0 0 16,0 0-16,-25 0 0,24 0 0,1 0 0,0 0 0,0 0 15,-25 0-15,25 0 0,-1 0 0,1 0 0,-25 0 16,25 0-16,0 0 0,-25 0 0,25 0 0,-1 0 16,-24 0-16</inkml:trace>
  <inkml:trace contextRef="#ctx0" brushRef="#br0" timeOffset="65954.7724">13345 4911 0,'0'0'0,"0"0"16,0 0-16,0-24 0,0 24 0,0 0 0,0 0 16,25 0-16,-25-25 0,0 25 0,0 0 0,25 0 0,-25-25 15,24 25-15,-24 0 0,25-25 0,-25 25 0,25-25 16,-25 25-16,25 0 0,0-25 0,-25 25 0,24-24 15,1 24-15,-25-25 0,25 25 0,-25-25 0,25 0 0,0 25 16,-25-25-16,24 25 0,-24-24 0,0 24 0,25-25 16,-25 0-16,0 25 0,25-25 0,-25 25 0,0-25 0,0 25 15,0-24-15,0 24 0,0-25 0,0 25 0,0-25 16,0 25-16,0-25 0,0 25 0,0-25 0,-25 25 0,25-24 15,0 24-15,0 0 0,0-25 0,-25 25 0,25 0 16,0 0-16,0 0 0,-24-25 0,24 25 0,0 0 0,0 0 16,0 0-16,0 0 0,0 0 0,0 0 0,0 0 15,0 0-15,0 0 0,-25 25 0,25-25 0,0 0 16,0 25-16,0-25 0,0 0 0,0 24 0,-25-24 0,25 25 15,0-25-15,0 25 0,0-25 0,0 25 0,0 0 16,0-25-16,25 24 0,-25 1 0,0 0 0,0 0 16,-25-25-16,25 25 0,0-1 0,0 1 0,0 0 0,0 0 15,0 0-15,0-25 0,-25 24 0,25 1 0,0 0 16,0-25-16,0 25 0,0-25 0,0 25 0,0-25 0,0 25 15,0-25-15,0 24 0,0-24 0,0 25 0,0-25 16,0 0-16,0 0 0,0 0 0,0 25 0,0-25 0,0 0 16,0 0-16,0 0 0,0 0 0,0 0 0,0 0 15,25 0-15,-25 0 0,0 0 0,0 0 0,25-25 16,-25 25-16,25 0 0,-25 0 0,0 0 0,24 0 0,-24 0 15,25 0-15,-25-25 0,25 25 0</inkml:trace>
  <inkml:trace contextRef="#ctx0" brushRef="#br0" timeOffset="67112.8386">13866 4812 0,'0'0'0,"25"-25"0,-25 25 0,0 0 0,0-25 15,0 25-15,0-24 0,0 24 0,0 0 0,0-25 16,-25 25-16,25 0 0,0-25 0,0 25 0,0 0 0,0-25 16,0 25-16,-25 0 0,25-25 0,0 25 0,0 0 15,-25 0-15,25 0 0,0 0 0,-25 0 0,25-24 16,0 24-16,0 0 0,0 24 0,-24-24 0,24 0 0,0 0 15,0 0-15,-25 0 0,25 0 0,0 25 0,0-25 0,0 25 47,-50 49 31,50-74-78,0 25 0,0-25 0,0 25 0,0-25 0,0 25 0,0-25 0,0 25 0,0-25 0,0 0 0,0 25 0,0-25 0,0 0 0,25 24 0,-25-24 0,0 0 0,0 0 0,0 0 0,25 0 0,-25 25 0,0-25 0,0 0 0,0 0 0,25 0 16,-25 0-16,0 0 0,0 0 0,24 0 0,-24-25 0,0 25 0,25 0 0,-25 0 0,0 0 0,25 0 0,-25-24 0,0 24 0,25 0 0,-25-25 0,0 25 0,25-25 0,-25 25 0,0 0 15,0-25-15,24 25 0,-24-25 0,0 25 0,0-25 16,0 25-16,0 0 0,0-24 0,0 24 0,0-25 0,25 25 16,-25 0-16,0 0 0,0-25 0,0 25 0,0 0 15,0 0-15,0 0 0,-25 0 0,25 0 0,0 0 16,0 0-16,0 0 0,0 0 0,0 0 0,0 0 0,0 0 15,0 25-15,0-25 0,0 0 0,0 25 0,-24-25 0,24 0 16,0 24-16,0-24 0,0 25 0,0-25 0,0 25 16,0-25-16,0 25 0,0-25 0,0 25 0,0-25 0,0 25 15,0-25-15,0 0 0,0 24 0,0-24 0,0 0 16,0 25-16,0-25 0,0 0 0,0 0 0,0 25 15,0-25-15,0 0 0,0 0 0,24 0 0,-24 0 0,0 0 16,25 0-16,-25 0 0,25 0 0,-25-25 0,25 25 16,-25 0-16,25 0 0,-25-25 0,24 25 0,-24 0 0,25-24 15,-25 24-15,0 0 0,25-25 0,-25 25 0,0-25 16,25 25-16,-25-25 0,0 25 0,0-25 0,0 25 15,0-25-15,25 25 0,-25-24 0,0-1 0,0 25 0,0-25 16,0 25-16,0-25 0,0 25 0,0 0 0,0 0 16,0-25-16,0 25 0,0 0 0,0 0 0,0 0 0,0 0 15,0 0-15,0 0 0,0 0 0,0 0 0,0 25 16,0-25-16,0 0 0,0 25 0,0-25 0,0 0 15,0 25-15,0-25 0,0 25 0,0-25 0,0 24 0,0-24 16,0 25-16,0-25 0,0 0 0,0 25 0,0-25 16,0 25-16,0-25 0,0 0 0,0 25 0,0-25 0,0 0 15,0 25-15,0-25 0,0 0 0,0 24 0,0-24 16,0 0-16,0 0 0,0 0 0,0 25 0,0-25 0,0 0 15,0 0-15,0 0 0,0 0 0,0 0 0,0 0 16,0 0-16,0 0 0,0 0 0,0 0 0,0-25 16,0 25-16,0 0 0,0 0 0,0 0 0,0 0 0,0-24 15,0 24-15,24 0 0,-24-25 0,0 25 0,0-25 16,0 25-16,0-25 0,0 25 0,25-25 0,-25 25 15,0-25-15,0 25 0,0-24 0,25 24 0,-25-25 16,0 25-16,0-25 0,0 25 0,25 0 0,-25 0 0,0 0 16,25-25-16,-25 25 0,0 0 0,24 0 0,-24 0 0,0 25 15,25-25-15,-25 0 0,0 0 0,25 25 0,-25-25 16,0 0-16,0 25 0,0-25 0,0 24 0,25-24 0,-25 0 15,0 25-15,0-25 0,0 0 0,0 25 0,0-25 16,0 25-16,0-25 0,0 0 0,0 0 0,0 25 16,0-25-16,0 0 0,0 25 0,0-25 0,0 0 0,0 0 15,0 24-15,0-24 0,0 0 0,-25 0 0,25 0 16,0 0-16,0 0 0,0 0 0,0 0 0,0 0 0,0 0 15,0 0-15,0 0 0,0 0 0,0 0 0,0 0 16,0 0-16,0 0 0,0-24 0,0 24 0,0 0 16,0-25-16,0 25 0,25 0 0,-25-25 0,0 25 0,0-25 15,25 25-15,-25 0 0,0-25 0,0 25 0,25-25 16,-25 25-16,0-24 0,24-1 0,-24 25 0,0 0 0,25-25 15,-25 25-15,0 0 0,0 0 0,25 0 16,-25 0-16,0 0 0,0 0 0,25 0 0,-25 0 0,0 0 16,0 0-16,25 0 0,-25 25 0,0-25 0,0 0 0,0 0 15,0 25-15,24-25 0,-24 0 0,0 24 0,0-24 16,0 25-16,0-25 0,0 0 0,0 25 0,0-25 15,0 25-15,-24-25 0,24 25 0,0-25 0,0 0 0,0 25 16,0-25-16,0 0 0,0 24 0,0-24 0,0 0 0,0 25 16,-25-25-16,25 0 0,0 0 0,0 25 0,0-25 15,0 0-15,0 0 0,0 0 0,-25 0 0,25 0 16,0 0-16,0-25 0,0 25 0,0 0 0,0 0 0</inkml:trace>
  <inkml:trace contextRef="#ctx0" brushRef="#br0" timeOffset="67338.8515">14188 4390 0,'0'0'0,"0"0"0,0 0 15,0-24-15,0 24 0,0 0 0,0 0 0,0 0 16,0 0-16,0 0 0,25 0 0,-25 0 0,0 0 0,0 0 15,25 0-15,-25-25 0,25 25 0,-25 25 0,24-25 16,-24 0-16,25 0 0,0 0 0,-25 0 0,25 0 0,0 0 16,-25 24-16,25-24 0,-1 0 0,1 0 0,-25 0 15,25 0-15,-25 25 0,25-25 0,-25 0 0,25 0 16,-25 0-16,24 0 0</inkml:trace>
  <inkml:trace contextRef="#ctx0" brushRef="#br0" timeOffset="68544.9204">3621 5904 0,'0'0'0,"0"0"0,0 0 0,0 0 0,0 0 0,0 0 15,0 0-15,-24 0 0,24 0 0,0 0 0,0 24 16,0-24-16,0 0 0,-25 0 0,25 0 0,0 25 0,0-25 16,-25 25-16,25-25 0,0 0 0,-25 25 0,25 0 15,0-25-15,0 24 0,-25-24 0,25 25 0,0-25 16,-24 25-16,24 0 0,0-25 0,-25 25 0,25-1 0,-25-24 15,25 25-15,0-25 0,-25 25 0,25 0 0,0-25 16,-25 25-16,25-25 0,-24 24 0,24-24 0,0 25 0,-25-25 16,25 25-16,0-25 0,0 0 0,-25 25 0,25-25 15,0 0-15,0 0 0,0 0 0,-25 25 0,25-25 0,0 0 16,0 0-16,0 0 0,0 0 0,0 0 0,0 0 15,0 0-15,0 0 0,0-25 0,0 25 0,0 0 16,0-25-16,0 25 0,0 0 0,0-25 0</inkml:trace>
  <inkml:trace contextRef="#ctx0" brushRef="#br0" timeOffset="69156.9555">3373 6028 0,'0'0'0,"0"0"16,0 0-16,0 0 0,0 0 0,0 0 0,0-25 0,0 25 15,0 0-15,0 0 0,0 0 0,0 0 0,0 0 16,0 0-16,0 0 0,0 0 0,0 25 0,0-25 15,0 0-15,25 0 0,-25 0 0,0 24 0,0-24 16,0 0-16,25 25 0,-25-25 0,0 25 0,0-25 0,0 25 16,25 0-16,-25-25 0,0 24 0,0-24 0,0 25 15,0-25-15,25 25 0,-25-25 0,0 25 0,0-25 0,0 25 16,0-1-16,0-24 0,24 25 0,-24-25 0,0 25 15,0-25-15,0 0 0,25 25 0,-25-25 0,0 0 16,0 25-16,25-25 0,-25 0 0,0 0 0,0 24 0,25-24 16,-25 0-16,0 0 0,25 0 0,-25 0 0,24 0 0,-24 0 15,25 0-15,-25 0 0,25 0 0,-25 0 0,25-24 16,-25 24-16,25 0 0,-25 0 0,25 0 0,-25-25 15,24 25-15,-24 0 0,0 0 0,25 0 0,-25-25 16,25 25-16,-25 0 0,0 0 0,0-25 0,25 25 0,-25 0 16,0-25-16,0 25 0,0 0 0,0 0 0,0-24 0,0 24 15,0 0-15,0-25 0,0 25 0,0 0 0,0-25 16,0 25-16,0 0 0,0-25 0,0 25 0,0 0 15,0 0-15,0-25 0,-25 25 0,25 0 0,0 0 0,0 0 16,0 0-16,0 0 0,-25-24 0,25 24 0,0 0 16,0 0-16,-25 0 0,25 0 0,0 0 0,0 0 0,0 0 15,-24 24-15,24-24 0,0 0 0,0 0 0,-25 0 16,25 25-16,0-25 0,0 0 0,0 25 0,0-25 15,-25 25-15,25-25 0,0 25 0,0-25 47,0 24-47,0-24 0,0 25 0,0-25 0,0 25 0,0-25 0,0 25 0,0-25 0,25 25 0,-25-25 0,0 0 78,0 24-78,0-24 0,25 25 0,-25-25 0,0 0 0,0 25 0,24-25 0,-24 0 0,25 0 0,-25 25 0,0-25 0,25 0 0,-25 0 0,25 0 0,-25 0 0,25 0 0,-25 0 0,24 0 0,-24 0 0,25-25 0,-25 25 16,25 0-16,-25 0 0,25 0 0,-25-25 0,25 25 0,-25 0 0,24-25 0,-24 25 0,25 0 0,-25-24 0,0 24 0,25 0 0,-25-25 0,25 25 0,-25 0 0,0-25 0,0 25 0,25-25 15,-25 25-15,0-25 0,24 1 0,-24 24 0,0-25 0</inkml:trace>
  <inkml:trace contextRef="#ctx0" brushRef="#br0" timeOffset="69387.9687">4217 6052 0,'0'-24'0,"0"24"16,0 0-16,0-25 0,0 25 0,0 0 0,0 0 15,0 0-15,0 0 0,0 0 0,0 0 0,0 0 0,0 0 16,0 0-16,0 0 0,-25 0 0,25 0 0,0 0 16,0 25-16,0-25 0,0 0 0,0 24 0,0-24 0,0 25 15,-25 0-15,25-25 0,0 25 0,0 0 0,0-25 16,0 24-16,0 1 0,0 0 0,0-25 0,0 25 0,0 0 15,0-25-15,0 24 0,0-24 0,0 25 0,0-25 16,0 25-16,0-25 0,0 25 0,0-25 0,0 25 16,0-25-16,0 0 0,0 24 0,0-24 0,0 0 0,0 0 15,0 25-15,0-25 0,0 0 0,0 0 0,0 0 16,0 0-16,-25 0 0,25 0 0,0-25 0,0 25 0,0 0 15,0 0-15,-24 0 0,24 0 0</inkml:trace>
  <inkml:trace contextRef="#ctx0" brushRef="#br0" timeOffset="69536.9773">4043 6300 0,'0'0'0,"0"0"0,0 0 0,0 0 0,0 0 16,0-24-16,0 24 0,0 0 0,0 0 0,0 0 15,0 0-15,0 0 0,0 0 0,25 0 0,-25 0 0,0 0 16,25 0-16,-25 0 0,0 0 0,25-25 0,-25 25 16,24 0-16,-24 0 0,25 0 0,-25 0 0,25-25 0,-25 25 15,25 0-15,-25 0 0,25-25 0,-25 25 0,24 0 16,-24 0-16,25-25 0,-25 25 0,0 0 0,0-24 0,0 24 15,0 0-15</inkml:trace>
  <inkml:trace contextRef="#ctx0" brushRef="#br0" timeOffset="69715.9874">4266 5705 0,'0'-25'0,"0"25"0,0 0 16,0 0-16,0 0 0,0 0 0,0 0 0,0 0 0,0 0 15,0 25-15,0-25 0,-24 0 0,24 0 0,0 25 16,0-25-16,0 0 0,0 25 0,0-25 0,-25 24 0,25 1 15,0-25-15,0 25 0,0 0 0,0-25 0,0 25 16,-25 0-16,25-25 0,0 24 0,0 1 0</inkml:trace>
  <inkml:trace contextRef="#ctx0" brushRef="#br0" timeOffset="71495.0893">5631 6052 0,'0'0'0,"0"0"0,0 0 0,0 0 0,0 0 16,0 0-16,0 0 0,0 0 0,0 25 0,0-25 0,0 0 15,0 0-15,0 0 0,0 0 0,0 0 0,0 0 16,0 0-16,0 0 0,0 0 0,0 0 0,0 0 0,0 0 15,0 0-15,0 0 0,0 0 0,0 0 0,0 25 16,0-25-16,0 0 0,0 0 0,0 0 0,24 0 16,-24 0-16,0 25 0,0-25 0,0 0 0,0 0 0,0 25 15,0-25-15,0 0 0,0 24 0,0-24 0,0 0 16,0 25-16,0-25 0,0 25 0,0-25 0,0 25 15,0-25-15,0 0 0,0 25 0,0-25 0,0 24 0,0-24 16,0 25-16,0-25 0,0 25 0,0-25 0,0 25 0,0-25 16,0 0-16,0 25 0,0-25 0,0 0 0,0 24 15,0-24-15,0 0 0,0 25 0,0-25 0,0 25 16,0-25-16,0 0 0,25 25 0,-25-25 0,0 25 0,0-25 15,0 0-15,0 24 0,0-24 0,0 25 0,0-25 16,0 0-16,0 25 0,0-25 0,0 25 0,0-25 16,0 25-16,0-25 0,0 0 0,0 24 0,0-24 0,0 25 15,0-25-15,0 0 0,0 25 0,0-25 0,0 0 16,0 25-16,0-25 0,0 0 0,0 25 0,0-25 0,0 0 15,0 24-15,0-24 0,0 0 0,0 0 0,0 25 16,0-25-16,0 0 0,0 0 0,0 25 0,0-25 16,0 0-16,0 25 0,0-25 0,0 0 0,0 25 15,0-25-15,0 0 0,0 0 0,0 25 0,0-25 0,0 0 16,0 24-16,0-24 0,0 0 0,0 25 0,0-25 0,0 0 15,0 25-15,0-25 0,0 0 0,0 25 0,0-25 16,0 0-16,0 25 0,0-25 0,0 0 0,0 0 16,0 24-16,0-24 0,0 0 0,0 25 0,0-25 0,0 0 15,0 25-15,0-25 0,0 0 0,0 0 0,25 25 16,-25-25-16,0 0 0,0 25 0,0-25 0,0 0 0,0 24 15,0-24-15,0 0 0,0 0 0,0 25 0,0-25 16,0 0-16,0 25 0,0-25 0,0 0 0,0 25 0,0-25 16,0 0-16,0 0 0,0 25 0,0-25 0,0 0 15,0 24-15,0-24 0,0 25 0,0-25 0,0 0 16,0 25-16,0-25 0,0 0 0,0 0 0,0 25 0,0-25 15,0 0-15,0 25 0,0-25 0,0 0 0,0 0 16,0 24-16,0-24 0,0 0 0,0 25 0,0-25 0,0 0 16,0 0-16,0 25 0,0-25 0,0 0 0,0 0 15,0 25-15,0-25 0,0 0 0,0 25 0,0-25 16,0 0-16,25 24 0,-25-24 0,0 0 0,0 25 0,0-25 15,0 0-15,0 25 0,0-25 0,0 0 0,0 25 16,0-25-16,0 0 0,0 25 0,0-25 0,0 0 0,0 24 16,0-24-16,0 0 0,0 25 0,0-25 0,0 0 15,0 25-15,0-25 0,0 0 0,0 25 0,0-25 16,0 0-16,0 0 0,0 25 0,0-25 0,0 0 0,0 24 15,0-24-15,0 25 0,0-25 0,0 0 0,0 25 16,0-25-16,0 0 0,0 25 0,0-25 0,0 124 125,0-124-125,0 0 0,0 25 0,0-25 0,0 25 0,0-25 15,0 24-15,0-24 0,0 25 0,0-25 0,0 0 0,0 25 0,0-25 0,0 25 0,0-25 0,0 25 0,0-25 0,0 0 0,0 24 0,0-24 0,0 0 0,0 25 0,0-25 0,0 25 0,0-25 0,-25 0 0,25 25 0,0-25 0,0 25 0,0-25 0,0 0 0,0 24 0,0-24 0,0 0 0,0 25 0,0-25 0,0 25 16,0-25-16,0 0 0,0 25 0,0-25 0,0 0 0,0 25 16,0-25-16,0 0 0,0 24 0,0-24 0,0 0 0,0 25 15,0-25-15,0 0 0,0 25 0,0-25 0,0 25 0,0-25 16,0 0-16,-25 25 0,25-25 0,0 24 0,0-24 15,0 0-15,0 25 0,0-25 0,0 0 0,0 25 16,0-25-16,0 25 0,0-25 0,0 25 0,0-25 0,0 0 16,0 24-16,0-24 0,0 25 0,0-25 0,0 25 15,0-25-15,0 25 0,-25-25 0,25 25 0,0-25 16,0 24-16,0-24 0,0 25 0,0-25 0,0 25 0,0-25 15,0 25-15,0-25 0,0 0 0,0 25 0,0-25 16,0 24-16,-24 1 0,24-25 0,0 25 0,0-25 0,0 25 16,0-25-16,0 25 0,0-25 0,0 25 0,0-25 15,0 0-15,0 24 0,0-24 0,0 25 0,-25-25 16,25 0-16,0 25 0,0-25 0,0 25 0,0-25 0,0 25 15,0-25-15,-25 0 0,25 24 0,0-24 0,0 25 16,0-25-16,0 25 0,0-25 0,0 0 0,0 25 0,0-25 16,0 0-16,0 0 0,0 25 0,0-25 0,0 0 15,0 0-15,0 0 0,0 24 0,0-24 0,0 0 0,0 0 16,0 0-16,0 0 0,0 0 0,0 0 0,0 0 15,0 0-15,0 0 0,0 0 0,0 0 0,0 0 0,0 0 16,0 0-16,0 0 0,0 0 0,0 0 0,0 0 16,0 0-16,0 0 0,0 0 0,0 0 0,0 0 15,0 0-15,0 0 0,0 0 0,0-24 0,0 24 0,0 0 16,0 0-16,0-25 0,0 25 0,0 0 0,0-25 15,0 25-15,0 0 0,0-25 0,-25 25 0</inkml:trace>
  <inkml:trace contextRef="#ctx0" brushRef="#br0" timeOffset="74201.2434">6499 6226 0,'0'0'16,"0"0"-16,0 0 0,0 0 0,0 0 0,0 0 0,0 0 16,0 0-16,0 0 0,0 0 0,0 0 0,0 0 15,0 0-15,0 0 0,25 0 0,-25 0 0,0 0 16,0 0-16,24 0 0,-24 0 0,25 0 0,-25 0 0,25 0 15,-25 0-15,25 0 0,-25 0 0,25 0 0,-25 0 16,24 0-16,-24 0 0,25 0 0,-25 0 0,25 0 0,-25 0 16,25 0-16,-25 0 0,25 0 0,-25 0 0,24 0 15,-24 0-15,25 0 0,-25 0 0,25 0 0,-25 0 16,0 0-16</inkml:trace>
  <inkml:trace contextRef="#ctx0" brushRef="#br0" timeOffset="74655.27">7069 6449 0,'0'0'0,"0"0"0,0 0 0,0 0 0,0 0 0,0-25 0,0 25 0,25 0 0,-25 0 0,0 0 0,0-24 0,0 24 0,0 0 0,25-25 0,-25 25 0,0 0 0,0-25 0,25 25 0,-25 0 0,0-25 16,25 25-16,-25-25 0,0 25 0,0-24 0,24 24 0,-24-25 0,0 25 0,25-25 0,-25 0 0,0 25 0,0-25 0,25 25 0,-25-24 0,0 24 0,0-25 15,0 25-15,0-25 0,25 25 0,-25-25 0,0 25 16,0-25-16,0 25 0,0 0 0,0 0 0,0-24 0,0 24 15,0 0-15,0 0 0,0 0 0,0 0 0,0 0 16,0 0-16,0 0 0,0 0 0,0 0 0,0 24 0,0-24 16,25 0-16,-25 25 0,0-25 0,0 0 0,0 25 15,0 0-15,0-25 0,0 25 0,0-25 0,0 24 0,0-24 16,0 25-16,0 0 0,0-25 0,0 25 0,0-25 15,0 25-15,0-1 0,0-24 0,0 25 0,0-25 16,0 0-16,0 25 0,0-25 0,0 25 0,0-25 0,0 0 16,0 0-16,24 25 0,-24-25 0,0 0 0,0 0 15,0 0-15,0 0 0</inkml:trace>
  <inkml:trace contextRef="#ctx0" brushRef="#br0" timeOffset="75597.3239">9302 6052 0,'0'0'0,"0"0"0,0 0 0,-25 0 16,25 0-16,0 0 0,0 0 0,0 0 0,0 0 15,-25 0-15,25 0 0,0 0 0,0 0 0,0 0 0,0 0 16,-25 0-16,25 0 0,0 0 0,0 0 0,-24 0 15,24 0-15,0 0 0,0 0 0,0 0 0,0 25 16,0-25-16,0 0 0,0 0 0,0 25 0,0-25 0,0 25 16,0-25-16,0 25 0,0-25 0,0 24 0,0-24 15,0 25-15,0-25 0,0 25 0,0 0 0,0-25 0,0 25 16,0-1-16,0-24 0,24 25 0,-24 0 0,0-25 15,0 25-15,0-25 0,0 25 0,25-25 0,-25 24 16,0-24-16,0 0 0,25 25 0,-25-25 0,0 0 0,0 25 16,25-25-16,-25 0 0,0 0 0,0 0 0,25 0 15,-25 0-15,0 0 0,0 0 0,24 0 0,-24 0 0,0 0 16,25-25-16,-25 25 0,0 0 0,25 0 0,-25-25 15,0 25-15,25 0 0,-25-24 0,0 24 0,0-25 0,25 25 16,-25-25-16,0 25 0,0-25 0,24 0 0,-24 25 16,0-24-16,0-1 0,0 0 0,0 25 0,0-25 15,0 0-15,0 1 0,0 24 0,0-25 0,0 25 0,0-25 16,0 25-16,0-25 0,-24 25 0,24-25 0,0 25 15,0 0-15,0 0 0,0 0 0,-25 0 0,25 0 0,0 0 16,0 0-16,-25 0 0,25 0 0,0 0 0,-25 0 16,25 0-16,0 0 0,-25 0 0,25 25 0,0-25 15,0 0-15,-24 0 0,24 0 0,0 0 0</inkml:trace>
  <inkml:trace contextRef="#ctx0" brushRef="#br0" timeOffset="76428.3714">11708 6474 0,'0'0'0,"0"0"16,0 0-16,0 0 0,0 0 0,0 0 0,0 0 15,0 0-15,0 0 0,25 0 0,-25 0 0,0-25 16,0 25-16,0 0 0,0 0 0,0 0 0,24 0 0,-24-25 16,0 25-16,0 0 0,25 0 0,-25-24 0,0 24 15,0 0-15,25 0 0,-25-25 0,0 25 0,0 0 16,25-25-16,-25 25 0,0 0 0,0-25 0,25 25 0,-25-25 15,0 25-15,0-24 0,24 24 0,-24-25 0,0 25 16,0-25-16,0 25 0,0-25 0,0 25 0,0 0 0,0-25 16,0 25-16,0-24 0,0 24 0,25 0 0,-25 0 15,0-25-15,0 25 0,0 0 0,0 0 0,0 0 0,0 0 16,0 0-16,0 0 0,0 0 0,0 0 0,0 0 15,0 0-15,0 0 0,0 0 0,0 0 0,0 25 16,0-25-16,0 0 0,0 24 0,0-24 0,0 25 0,0 0 16,0-25-16,0 25 0,0 0 0,0-1 0,0-24 15,0 25-15,0 0 0,0 0 0,0-25 0,0 25 16,0-1-16,0 1 0,0-25 0,0 25 0,0 0 0,0-25 15,0 25-15,0-25 0,0 24 0,0 1 0,0-25 0,0 25 16,0-25-16,0 25 0,0-25 0,-25 25 0,25-25 16</inkml:trace>
  <inkml:trace contextRef="#ctx0" brushRef="#br0" timeOffset="78087.4659">7144 7888 0,'0'0'0,"0"0"0,25 0 15,-25 0-15,0 0 0,0 0 0,0 0 0,0-25 16,0 25-16,0 0 0,0 0 0,0 0 0,0-25 0,24 25 15,-24 0-15,0 0 0,0-25 0,25 25 0,-25 0 16,0-24-16,25 24 0,-25-25 0,0 25 0,25 0 0,-25-25 16,0 25-16,0-25 0,25 25 0,-25 0 0,0-25 15,0 25-15,24 0 0,-24-24 0,0 24 0,25 0 16,-25-25-16,0 25 0,0 0 0,0-25 0,0 25 0,0 0 15,0-25-15,0 25 0,25 0 0,-25-25 0,0 25 16,0 0-16,0 0 0,0-24 0,0 24 0,0 0 0,0 0 16,0-25-16,0 25 0,0 0 0,0 0 0,0 0 15,0 0-15,0 0 0,0-25 0,0 25 0,0 0 16,0 0-16,0 0 0,0 0 0,0 0 0,0 0 0,0 0 15,0 0-15,0 0 0,0 0 0,0 25 0,0-25 16,0 0-16,0 0 0,0 25 0,0-25 0,0 24 0,0-24 16,0 25-16,0-25 0,0 25 0,0 0 0,0-25 15,0 25-15,0-1 0,0-24 0,0 25 0,0 0 0,0-25 16,0 25-16,0 0 0,0-25 0,0 24 0,0-24 15,0 25-15,0-25 0,0 25 0,0-25 0,0 25 16,0-25-16,0 25 0,0-25 0,0 0 0,0 24 0,0-24 16,-25 0-16,25 25 0,0-25 0,0 0 0,0 0 15,0 0-15,0 25 0</inkml:trace>
  <inkml:trace contextRef="#ctx0" brushRef="#br0" timeOffset="79629.5545">9500 7293 0,'0'0'0,"0"0"0,0 0 0,0 0 16,0 0-16,0 0 0,0 0 0,0 0 0,0 0 16,0-25-16,-25 25 0,25 0 0,0 0 0,0 0 15,0 0-15,0 0 0,0 0 0,0 0 0,0 0 0,0 0 16,-24 0-16,24 0 0,0 0 0,0 0 0,0 0 15,0 0-15,0 0 0,-25 0 0,25 25 0,0-25 16,0 0-16,0 0 0,-25 24 0,25-24 0,0 0 0,0 25 16,0-25-16,0 0 0,-25 25 0,25-25 0,0 25 15,0-25-15,-25 25 0,25-25 0,0 24 0,0 1 0,0-25 16,-24 25-16,24 0 0,0-25 0,0 25 0,0-1 15,0 1-15,0 0 0,-25-25 0,25 25 0,0 0 16,0-1-16,0 1 0,0-25 0,0 25 0,0 0 0,0 0 16,0-25-16,25 24 0,-25-24 0,0 25 0,0-25 15,0 25-15,0-25 0,24 25 0,-24-25 0,0 0 0,0 25 16,0-25-16,0 0 0,25 24 0,-25-24 0,0 0 15,0 0-15,0 0 0,25 0 0,-25 0 0,0 0 0,0 0 16,25 0-16,-25 0 0,0 0 0,25 0 0,-25-24 16,0 24-16,24 0 0,-24-25 0,0 25 0,25 0 0,-25-25 15,0 25-15,0-25 0,0 25 0,25 0 0,-25-25 16,0 25-16,0-24 0,0 24 0,0-25 0,0 25 15,0 0-15,-25-25 0,25 25 0,0-25 0,0 25 16,0 0-16,0-25 0,0 25 0,0 0 0,0 0 0,-25-24 16,25 24-16,0 0 0,0 0 0,0 0 0,-24 0 15,24-25-15,0 25 0,0 0 0,-25 0 0,25 0 0,0 25 16,-25-25-16,25 0 0,0 0 0,-25 0 0,25 0 15,0 24-15,-25-24 0,25 0 0,0 25 0,0-25 0,0 0 16,0 0-16,0 25 0,0-25 0,0 0 0,-24 0 16,24 0-16</inkml:trace>
  <inkml:trace contextRef="#ctx0" brushRef="#br0" timeOffset="80345.5955">11460 7838 0,'0'0'0,"0"0"16,0 0-16,0 0 0,0 0 0,0-25 0,0 25 15,0 0-15,0 0 0,0 0 0,0 0 0,0 0 0,0 0 16,0 0-16,0 0 0,0 0 0,0 0 0,25 0 16,-25 0-16,0 0 0,0 0 0,24 0 0,-24 0 15,0 0-15,25 0 0,-25 0 0,25 0 0,-25 0 16,25 0-16,-25 0 0,25 0 0,-25 0 0,24 0 0,-24 0 15,25 0-15,-25 0 0,25 0 0,-25 0 0,0 0 16,25 25-16,-25-25 0,0 0 0,25 0 0,-25 0 0,0 0 16,0 0-16,24 0 0,-24 25 0,0-25 0,0 0 15,0 0-15</inkml:trace>
  <inkml:trace contextRef="#ctx0" brushRef="#br0" timeOffset="80749.6186">11857 7987 0,'0'0'0,"0"0"16,0 0-16,0 0 0,0 0 0,24-25 0,-24 25 16,0 0-16,0 0 0,0 0 0,0-25 0,0 25 0,25 0 15,-25 0-15,0-24 0,0 24 0,25 0 0,-25-25 16,0 25-16,0 0 0,25-25 0,-25 25 0,0-25 15,0 25-15,25 0 0,-25-25 0,0 25 0,24-24 0,-24 24 16,0-25-16,0 25 0,0-25 0,25 25 0,-25-25 16,0 25-16,0-25 0,0 25 0,0-24 0,25 24 0,-25 0 15,0-25-15,0 25 0,0-25 0,0 25 0,0 0 16,0 0-16,0-25 0,0 25 0,0 0 0,0 0 15,0 0-15,0 0 0,0-25 0,0 25 0,0 0 0,0 0 16,0 0-16,0 0 0,0 25 0,0-25 0,25 0 16,-25 0-16,0 0 0,0 25 0,0-25 0,0 25 0,0-25 15,0 25-15,0-25 0,0 24 0,0-24 0,-25 25 16,25 0-16,0-25 0,0 25 0,0 0 0,0-1 15,0-24-15,0 25 0,0 0 0,0-25 0,-25 25 0,25 0 16,0-25-16,0 24 0,0 1 0,0-25 0,0 25 16,0-25-16,0 25 0,0-25 0,0 25 0,0-25 0,0 0 15,0 25-15,0-25 0,0 0 0,0 0 0,0 0 16</inkml:trace>
  <inkml:trace contextRef="#ctx0" brushRef="#br0" timeOffset="82048.6929">7069 9401 0,'0'0'0,"0"0"0,0 0 0,0 0 0,0 0 0,0 0 0,0 0 0,0 0 0,0 0 0,0-25 0,0 25 0,0 0 0,0 0 16,0 0-16,0-25 0,0 25 0,25 0 0,-25 0 0,0 0 0,0-24 0,0 24 0,25 0 0,-25-25 0,0 25 0,0-25 0,25 25 0,-25 0 0,0-25 15,25 25-15,-25-25 0,24 25 0,-24 0 0,0-24 16,25 24-16,-25-25 0,0 25 0,0-25 0,25 25 15,-25 0-15,0-25 0,0 25 0,0 0 0,0-25 0,25 25 16,-25-24-16,0 24 0,0 0 0,0 0 0,0-25 16,0 25-16,0 0 0,0 0 0,0-25 0,0 25 0,25 0 15,-25 0-15,0 0 0,0 0 0,0 0 0,0 0 16,0 0-16,0 0 0,0 0 0,0 0 0,0 0 0,0 0 15,0 25-15,0-25 0,0 0 0,0 25 0,0-25 16,0 24-16,0-24 0,0 25 0,0-25 0,0 25 16,0 0-16,0 0 0,0-25 0,0 24 0,0 1 0,0-25 15,0 25-15,0 0 0,0-25 0,0 25 0,0-25 16,0 24-16,0-24 0,0 25 0,0-25 0,24 25 15,-24-25-15,0 0 0,0 25 0,0-25 0,0 0 0,0 0 16,0 0-16,0 0 0,0 0 0,0 0 0,0 0 16,0 0-16,0 0 0</inkml:trace>
  <inkml:trace contextRef="#ctx0" brushRef="#br0" timeOffset="83019.7484">9500 9128 0,'0'0'0,"0"0"0,0 0 16,0-25-16,0 25 0,0 0 0,0 0 0,0 0 0,0-24 15,0 24-15,-25 0 0,25 0 0,0 0 0,0-25 16,0 25-16,0 0 0,25 0 0,-25 0 0,0-25 0,0 25 15,0 0-15,25 0 0,-25 0 0,0-25 0,0 25 16,25 0-16,-25 0 0,0 0 0,0 0 0,25 0 16,-25 0-16,0-25 0,24 25 0,-24 0 0,0 0 0,25 0 15,-25 0-15,0 0 0,25 0 0,-25 0 0,0 0 16,0 0-16,25 0 0,-25 0 0,0 25 0,0-25 15,0 0-15,0 0 0,0 25 0,25-25 0,-25 0 0,0 25 16,0-25-16,0 0 0,0 25 0,-25-25 0,25 24 16,0-24-16,0 25 0,0-25 0,-25 25 0,25-25 0,0 25 15,-25-25-15,25 25 0,0-1 0,-25-24 0,25 25 16,-24-25-16,24 25 0,-25-25 0,25 25 0,0-25 0,-25 25 15,25-25-15,-25 24 0,25-24 0,0 25 0,-25-25 16,25 25-16,0-25 0,0 0 0,0 25 0,0-25 16,0 0-16,0 0 0,0 25 0,0-25 0,0 0 0,0 0 15,0 0-15,0 0 0,25 0 0,-25 24 0,0-24 16,25 0-16,-25 0 0,25 0 0,-25 0 0,25 0 0,-25 0 15,24 0-15,-24 0 0,25 0 0,0 0 0,-25 0 16,25 0-16,-25 0 0,25 0 0,-25 0 0,24 0 16,-24 0-16,25 0 0,0 0 0,-25 0 0,25 0 0,-25 0 15,25 0-15,-25 0 0,24 0 0,-24 0 0,0 0 16,25 0-16,-25 0 0,0 0 0</inkml:trace>
  <inkml:trace contextRef="#ctx0" brushRef="#br0" timeOffset="83988.8039">11782 8954 0,'0'0'0,"0"0"0,0 0 0,0 0 0,0 0 0,0-24 15,0 24-15,0 0 0,0 0 0,0 0 0,0 0 16,0 0-16,25-25 0,-25 25 0,0 0 0,0 0 15,0 0-15,0 0 0,0 0 0,25-25 0,-25 25 0,0 0 16,0 0-16,0 0 0,25 0 0,-25 0 0,0 0 16,24 0-16,-24 0 0,0 0 0,0 0 0,25 0 0,-25 0 15,0 0-15,0 0 0,0 0 0,0 0 0,25 0 16,-25 0-16,0 0 0,0 0 0,0 25 0,0-25 0,0 0 15,0 25-15,0-25 0,0 0 0,0 24 0,0-24 16,0 25-16,0-25 0,0 0 0,-25 25 0,25-25 16,0 25-16,0-25 0,-25 0 0,25 25 0,0-25 0,0 0 15,-24 25-15,24-25 0,0 0 0,0 24 0,-25-24 16,25 0-16,0 0 0,0 25 0,0-25 0,-25 0 0,25 0 15,0 25-15,0-25 0,0 0 0,0 0 0,0 0 16,0 0-16,0 0 0,0 0 0,0 0 0,0 0 0,0 0 16,25 0-16,-25 0 0,0 0 0,0 0 0,0 0 15,25 0-15,-25 0 0,0 0 0,24 0 0,-24 0 16,0 0-16,25 0 0,-25 0 0,0 0 0,0 0 0,25 0 15,-25 0-15,0 25 0,0-25 0,25 0 0,-25 0 16,0 0-16,0 0 0,0 25 0,25-25 0,-25 0 0,0 24 16,0-24-16,0 25 0,0-25 0,0 0 0,0 25 15,24-25-15,-24 25 0,0-25 0,0 25 0,0-25 16,0 0-16,0 24 0,0-24 0,-24 0 0,24 25 0,0-25 15,0 0-15,0 25 0,0-25 0,-25 0 0,25 0 16,0 0-16,0 25 0,-25-25 0,25 0 0,0 0 0,-25 0 16,25 0-16,0 0 0,-25 0 0,25 25 0,0-25 15,0 0-15,-24 0 0,24 0 0,0 0 0,-25 0 0,25-25 16,0 25-16,0 0 0,-25 0 0,25 0 0,0 0 15,0 0-15,0 0 0,0-25 0,0 25 0,0 0 0,0 0 16,0 0-16,0-25 0,0 25 0</inkml:trace>
  <inkml:trace contextRef="#ctx0" brushRef="#br0" timeOffset="85634.898">13221 6548 0,'0'0'0,"0"0"0,0 0 0,0 0 0,0 0 16,0 0-16,0 0 0,0 0 0,0 0 0,0 0 15,0 0-15,0 0 0,0 0 0,0 0 0,0 0 16,0 0-16,0 0 0,0 0 0,0 0 0,0 0 0,0 0 15,0 0-15,0 0 0,0 0 0,0 0 0,0 0 16,0 0-16,0 0 0,0 0 0,0 0 0,0 0 0,0 0 16,0 0-16,0 0 0,0 0 0,0 0 0,0 0 15,0 0-15,0 0 0,0 25 0,0-25 0,0 0 0,0 0 16,0 25-16,0-25 0,0 0 0,25 25 0,-25-25 15,0 25-15,0-25 0,0 0 0,0 24 0,0-24 16,0 25-16,0-25 0,0 25 0,0-25 0,0 25 0,0-25 16,0 25-16,0-25 0,0 24 0,0-24 0,0 25 15,0-25-15,0 25 0,0-25 0,0 25 0,0-25 0,0 25 16,0-25-16,0 25 0,0-25 0,0 24 0,0 1 15,0-25-15,0 25 0,0-25 0,0 25 0,0 0 16,0-25-16,0 24 0,0 1 0,0-25 0,0 25 0,0-25 16,0 25-16,0 0 0,0-25 0,0 24 0,0-24 0,0 25 15,25 0-15,-25-25 0,0 25 0,0-25 0,0 25 16,0-1-16,0-24 0,0 25 0,0-25 0,0 25 15,0 0-15,0-25 0,0 25 0,0-25 0,0 24 0,0-24 16,0 25-16,0 0 0,0-25 0,0 25 0,0-25 16,0 25-16,0-25 0,0 24 0,0 1 0,-25-25 0,25 25 15,0-25-15,0 25 0,0-25 0,0 25 0,0-25 16,0 24-16,0 1 0,0-25 0,0 25 0,0-25 15,0 25-15,0-25 0,0 25 0,0-25 0,0 24 0,0-24 16,0 0-16,0 25 0,0-25 0,-25 25 0,25-25 16,0 25-16,0-25 0,0 25 0,0-25 0,0 24 0,0-24 15,0 25-15,0-25 0,0 25 0,0-25 0,0 25 16,0-25-16,0 25 0,0-25 0,0 0 0,0 25 15,0-25-15,0 24 0,0-24 0,0 25 0,0-25 16,0 0-16,-25 25 0,25-25 0,0 25 0,0-25 0,0 0 16,0 25-16,0-25 0,0 24 0,0-24 0,0 0 0,0 25 15,0-25-15,0 25 0,0-25 0,0 0 0,0 25 16,0-25-16,0 0 0,0 25 0,-25-25 0,25 0 15,0 24-15,0-24 0,0 0 0,0 25 0,0-25 0,0 25 16,0-25-16,0 25 0,0-25 0,0 25 0,0-25 16,0 24-16,0-24 0,0 0 0,0 25 0,0-25 0,0 25 15,0-25-15,0 25 0,0-25 0,0 0 0,0 25 16,0-25-16,0 24 0,0-24 0,0 0 0,0 25 15,0-25-15,0 25 0,0-25 0,0 0 0,0 25 0,0-25 16,0 0-16,0 25 0,0-25 0,0 24 0,0-24 16,0 0-16,0 25 0,0-25 0,0 25 0,0-25 0,0 0 15,0 25-15,0-25 0,0 25 0,-25-25 0,25 24 16,0-24-16,0 0 0,0 25 0,0-25 0,0 25 15,0-25-15,0 25 0,0-25 0,0 0 0,0 25 0,0-25 16,0 24-16,0-24 0,0 0 0,0 25 0,0-25 16,0 25-16,0-25 0,0 0 0,0 25 0,0-25 0,0 0 15,0 25-15,0-25 0,0 0 0,0 25 0,0-25 16,0 0-16,0 24 0,0-24 0,0 0 0,0 25 0,0-25 15,0 25-15,0-25 0,0 0 0,0 25 0,0-25 16,0 0-16,0 25 0,0-25 0,0 0 0,0 24 0,0-24 16,0 25-16,0-25 0,0 0 0,0 25 0,0-25 15,0 25-15,0-25 0,0 0 0,-24 25 0,24-25 16,0 0-16,0 0 0,0 24 0,0-24 0,0 0 0,0 0 15,0 25-15,0-25 0,0 0 0,0 0 0,0 0 16,0 25-16,0-25 0,0 0 0,0 0 0,0 0 16,0 25-16,0-25 0,0 0 0,0 0 0,0 25 0,0-25 15,0 0-15,0 0 0,-25 0 0,25 24 0,0-24 16,0 0-16,0 0 0,0 0 0,0 25 0,0-25 0,0 0 15,0 0-15,0 0 0,0 0 0,0 0 0,0 0 16,0 0-16,0 0 0,0 0 0,0 0 0,0 0 0,0 0 16,0 0-16,0 0 0,0 0 0,0-25 0,0 25 15,0 0-15,0-24 0,0 24 0,0-25 0,0 25 16,0-25-16</inkml:trace>
  <inkml:trace contextRef="#ctx0" brushRef="#br0" timeOffset="86195.9301">14263 7739 0,'0'0'0,"0"0"0,0 0 0,0 0 0,0 0 0,0 0 15,0 0-15,0 0 0,24 0 0,-24 0 0,0 0 0,0 0 16,0 0-16,0 0 0,0 0 0,0 0 0,0 0 16,0 0-16,0 0 0,0 0 0,0 0 0,25 0 0,-25 0 15,0 0-15,0 0 0,25 0 0,-25 0 0,0 0 16,25 0-16,-25 0 0,0 0 0,25 0 0,-25 0 0,25 0 15,-25 25-15,0-25 0,24 0 0,-24 0 0,25 0 16,-25 0-16,25 0 0,-25 0 0,25 0 0,-25 0 16,25 0-16,-25 0 0,24 0 0,-24 0 0,0 0 0,25 25 15,-25-25-15,0 0 0,25 0 0,-25 0 0,0 0 16,0 0-16,0 0 0,0 0 0,0 0 0,-25 0 15,25 0-15</inkml:trace>
  <inkml:trace contextRef="#ctx0" brushRef="#br0" timeOffset="86405.9417">14337 8037 0,'0'0'0,"0"0"0,0 0 0,0 0 0,0 25 0,0-25 15,0 0-15,0 0 0,25 0 0,-25 0 0,0 0 16,0 0-16,25 0 0,-25 0 0,25 0 0,-25 0 0,24 0 15,-24 0-15,25 0 0,-25 0 0,25 0 0,0 0 16,-25 0-16,25 0 0,-1 0 0,1 0 0,0-25 0,-25 25 16,25 0-16,0 0 0,-1 0 0,1 0 15,0 0-15,0 0 0,0 0 0</inkml:trace>
  <inkml:trace contextRef="#ctx0" brushRef="#br0" timeOffset="134284.6806">15701 7838 0,'0'0'0,"0"0"0,0 0 15,0 0-15,0 0 0,0-25 0,0 25 0,0 0 16,0 0-16,0 0 0,0 0 0,0 0 0,0 0 0,0 0 15,0 0-15,0 0 0,0 0 0,0 0 0,0 0 16,0 0-16,0 0 0,0 0 0,0 0 0,0 0 16,0 0-16,0 0 0,0 0 0,0 0 0,0 0 0,0 0 15,0 0-15,0 0 0,0 0 0,0 0 0,0 0 16,0 0-16,0 0 0,0 0 0,0 0 0,0 0 0,0 0 15,0 0-15,0 0 0,0 0 0,0 0 0,0 0 16,0 0-16,0 0 0,0 0 0,0 0 0,0-24 16,25 24-16,-25 0 0,0 0 0,0 0 0,25 0 0,-25 0 15,0 0-15,25 0 0,-25 0 0,25 0 0,-1 0 16,-24 0-16,25 0 0,-25 0 0,25 0 0,-25 0 0,25 0 15,-25 0-15,25 0 0,-25 0 0,24 0 0,-24 0 16,25 0-16,-25 0 0,25 0 0,-25 0 0,0 0 0,25 0 16,-25 0-16,0 0 0,0 0 0,0 0 0,0 0 15,0 0-15,0 0 0,0 0 0,0 0 0,0 0 16,0 0-16,0 0 0,0 0 0,0 0 0</inkml:trace>
  <inkml:trace contextRef="#ctx0" brushRef="#br0" timeOffset="135052.7243">16594 7789 0,'-24'0'0,"24"0"0,0 0 0,0-25 16,0 25-16,0 0 0,0 0 0,0 0 0,0 0 16,0-25-16,0 25 0,-25 0 0,25 0 0,0-25 15,0 25-15,0 0 0,0 0 0,0 0 0,0-25 0,0 25 16,0 0-16,0 0 0,0-24 0,0 24 0,0 0 0,0 0 15,0 0-15,0-25 0,0 25 0,0 0 0,0 0 16,0 0-16,0-25 0,0 25 0,25 0 0,-25 0 16,0 0-16,0 0 0,0-25 0,0 25 0,24 0 0,-24 0 15,0 0-15,25 0 0,-25 0 0,0 0 0,25-25 16,-25 25-16,0 0 0,25 0 0,-25 0 0,0 0 15,25 0-15,-25 0 0,0 0 0,0 0 0,24 0 0,-24 0 16,0 0-16,0 25 0,0-25 0,0 0 0,25 0 16,-25 0-16,0 25 0,0-25 0,0 0 0,0 25 0,0-25 15,0 0-15,0 25 0,0-25 0,-25 24 0,25-24 16,0 25-16,0-25 0,-24 25 0,24-25 0,-25 25 15,25-25-15,0 25 0,-25-25 0,25 24 0,-25-24 0,25 0 16,0 25-16,-25-25 0,25 25 0,-24-25 0,24 25 16,-25-25-16,25 25 0,0-25 0,-25 0 0,25 0 0,-25 24 15,25-24-15,0 0 0,0 0 0,-25 25 0,25-25 16,0 0-16,0 0 0,0 0 0,0 0 0,0 0 0,0 0 15,0 0-15,0 0 0,0 0 0,0 0 0,0 0 16,0 0-16,0 0 0,0 0 0,25 25 0,-25-25 16,0 0-16,0 0 0,25 0 0,-25 0 0,0 0 0,25 0 15,-25 0-15,0 0 0,25 0 0,-25 0 0,24 0 16,-24 0-16,25 0 0,-25 0 0,25 0 0,-25 0 0,25 0 15,-25 0-15,0 25 0,25-25 0,-25 0 0,24 0 16,-24 0-16,25 0 0,-25 0 0,0 0 0,25 0 16,-25 0-16,0 0 0,0 0 0,0 0 0,25-25 0,-25 25 15,0 0-15,0 0 0,0 0 0,0 0 0,0 0 16</inkml:trace>
  <inkml:trace contextRef="#ctx0" brushRef="#br0" timeOffset="135566.7539">17214 7615 0,'0'0'0,"0"0"0,0-25 47,0 25-47,0 0 0,0 0 0,0 0 0,0 0 0,0 0 0,0 0 0,0 0 0,0 0 0,0 0 0,0 0 0,0 0 0,0 0 0,0 0 0,0 0 0,0 0 0,0 0 93,0 0-93,0 0 0,0 0 0,0 0 0,0 25 0,0-25 0,0 0 0,-24 0 0,24 25 0,0-25 0,0 25 0,0-25 0,-25 0 0,25 24 0,0-24 0,0 25 0,-25-25 0,25 0 0,0 25 0,-25-25 0,25 0 0,0 25 0,0-25 0,-25 0 0,25 25 0,0-25 16,0 0-16,0 24 0,0-24 0,-24 0 0,24 0 0,0 0 0,0 0 0,0 0 0,0 25 0,0-25 0,0 0 0,0 0 0,0 0 15,0 0-15,0 0 0,0 0 0,0 0 0,0 0 16,0 0-16,0 0 0,24 0 0,-24 25 0,0-25 16,0 0-16,0 0 0,25 0 0,-25 0 0,0 0 0,25 0 15,-25 0-15,25 0 0,-25 0 0,25 25 0,-1-25 16,-24 0-16,25 0 0,-25 0 0,25 0 0,0 0 0,-25 0 15,25 0-15,-1 0 0,-24 0 0,25 0 0,0 0 16,-25 0-16,25 0 0,-25 0 0,0 0 0,25 0 0,-25 0 16,0 0-16,24 0 0,-24 0 0,0 0 0,0 0 15,0 0-15,0 0 0,0 0 0,0 0 0,0 0 16,0 0-16,0 0 0,0 0 0,0 0 0,-24 0 0,24-25 15,0 25-15,0 0 0,0 0 0,0 0 0,-25 0 0,25 0 16,0-25-16,0 25 0,0 0 0,-25 0 0</inkml:trace>
  <inkml:trace contextRef="#ctx0" brushRef="#br0" timeOffset="135814.7681">17363 7689 0,'0'0'0,"0"-24"0,0 24 0,0 0 0,0 0 0,0 0 16,0 0-16,0-25 0,0 25 0,0 0 0,0 0 16,0 0-16,0 0 0,0 0 0,0 0 0,0 0 15,0 0-15,0 0 0,0 0 0,0 0 0,0 25 0,0-25 16,0 0-16,0 0 0,0 24 0,0-24 0,0 25 15,0-25-15,0 25 0,0-25 0,0 25 0,0-25 0,0 25 16,0-1-16,0-24 0,0 25 0,0 0 0,0-25 16,0 25-16,0 0 0,0-25 0,-25 24 0,25 1 0,0-25 15,0 25-15,0-25 0,0 25 0,0-25 0,0 25 16,0-25-16,0 25 0,0-25 0,0 24 0,-24-24 15,24 25-15,0-25 0,0 25 0,0-25 0,0 0 0,0 25 16,0-25-16,0 0 0,0 0 0,-25 0 0,25 0 16,0 0-16,0 0 0,0 0 0,0 0 0</inkml:trace>
  <inkml:trace contextRef="#ctx0" brushRef="#br0" timeOffset="136287.7952">17983 7789 0,'0'0'0,"0"-25"16,0 25-16,0 0 0,0 0 0,0 0 0,0 0 16,0 0-16,0 0 0,0 0 0,0 0 0,0 0 0,0 0 15,0-25-15,0 25 0,0 0 0,0 0 0,25 0 16,-25 0-16,0 0 0,0 0 0,0 0 0,0 0 0,0 0 15,0 0-15,25 0 0,-25 0 0,0 0 0,25 0 16,-25 0-16,25 0 0,-25 0 0,24 0 0,-24 0 16,25 0-16,0 0 0,-25 0 0,25 0 0,-25 0 0,25-25 15,-25 25-15,24 0 0,-24 0 0,25 0 0,-25 0 16,25 0-16,-25 0 0,25 0 0,-25 0 0,25 0 15,-25 0-15,0 0 0,24 0 0,-24 0 0,0 0 0,0 0 16,25 0-16,-25 0 0,0 0 0,0 0 0,0 0 16,0 0-16,0 0 0,0 0 0,-25 0 0,25 0 15,0 0-15</inkml:trace>
  <inkml:trace contextRef="#ctx0" brushRef="#br0" timeOffset="136540.8093">18033 7838 0,'-25'0'16,"25"0"-16,0 0 0,0 0 0,0 0 0,0 0 0,0 0 15,0 0-15,0 0 0,0 0 0,0 0 0,0 0 16,0 0-16,0 0 0,0 0 0,25 0 0,-25 0 16,0 0-16,25 0 0,-25 0 0,25 0 0,-25 0 0,24 0 15,-24 0-15,25 0 0,0 0 0,-25-25 0,25 25 16,0 0-16,-25 0 0,24 0 0,1 0 0,-25 0 0,25 0 15,-25 0-15,25 0 0,-25 0 0,25 0 0,-25 0 16,24 0-16,-24 0 0,25 0 0,-25 0 0,0 0 16,0 0-16,25 0 0,-25 0 0,0 0 0,0 0 0,0 0 15,0 0-15,0-24 0,0 24 0,0 0 0,0 0 16,-25 0-16,25 0 0</inkml:trace>
  <inkml:trace contextRef="#ctx0" brushRef="#br0" timeOffset="136835.8259">18256 7541 0,'0'0'16,"0"0"-16,0 0 0,0 0 0,0 0 0,0 0 16,0 0-16,0 0 0,0 0 0,0 0 0,0 0 0,0 0 15,0 0-15,0 0 0,0 0 0,0 0 0,0 0 16,0 0-16,0 0 0,0 0 0,0 0 0,0 0 0,0 24 15,0-24-15,0 25 0,0-25 0,0 25 0,0-25 16,0 25-16,0-25 0,0 25 0,0-1 0,0-24 0,0 25 16,0 0-16,-25 0 0,25-25 0,0 25 0,0-1 15,0 1-15,-24-25 0,24 25 0,0 0 0,0-25 16,0 25-16,-25-25 0,25 24 0,0 1 0,0-25 0,0 25 15,0-25-15,-25 25 0,25-25 0,0 0 0,0 25 16,0-25-16,-25 0 0,25 25 0,0-25 0,0 0 16,0 24-16,0-24 0,0 0 0,0 0 0,0 0 0,25 0 15,-25 0-15</inkml:trace>
  <inkml:trace contextRef="#ctx0" brushRef="#br0" timeOffset="137301.8529">18827 7789 0,'0'-25'0,"0"25"0,0 0 0,0-25 0,0 25 16,0 0-16,0-25 0,0 25 0,0 0 0,0 0 15,0-25-15,0 25 0,0 0 0,0 0 0,0-24 0,0 24 16,-25 0-16,25 0 0,0 0 0,0 0 0,0 0 15,0 0-15,0 0 0,0 0 0,0 0 0,0 0 16,0 0-16,0 0 0,0 0 0,0 24 0,0-24 16,-25 0-16,25 25 0,0-25 0,0 25 0,0-25 0,-25 25 15,25 0-15,0-25 0,0 24 0,-24 1 0,24-25 16,0 25-16,0 0 0,0-25 0,0 25 0,0-1 0,0-24 15,-25 25-15,25-25 0,0 25 0,0-25 0,25 25 0,-25-25 16,0 25-16,0-25 0,0 0 0,0 25 0,0-25 16,0 0-16,0 0 0,24 24 0,-24-24 0,0 0 15,0 0-15,25 0 0,-25 0 0,25 0 0,-25 0 0,0 0 16,25 0-16,-25 0 0,25-24 0,-25 24 0,24 0 15,-24-25-15,25 25 0,-25 0 0,25-25 0,-25 25 0,0-25 16,25 25-16,-25-25 0,0 25 0,25-25 0,-25 1 16,0 24-16,0-25 0,0 0 0,24 25 0,-24-25 0,0 0 15,0 25-15,0-24 0,0-1 0,0 25 0,0-25 16,0 25-16,-24-25 0,24 25 0,0 0 0,0-25 15,0 25-15,-25 0 0,25 0 0,0-24 0,-25 24 0,25 0 16,-25 0-16,25 0 0,0 0 0,-25 0 0,25 0 16,-24 0-16,24-25 0,-25 25 0,25 0 0,0 0 15,0 0-15</inkml:trace>
  <inkml:trace contextRef="#ctx0" brushRef="#br0" timeOffset="137701.8761">20315 7937 0,'0'0'0,"0"0"15,0 0-15,0 0 0,0 0 0,0 0 0,0 0 16,0 0-16,0 0 0,0 0 0,0 0 0,0-24 0,0 24 16,0 0-16,0 0 0,0 0 0,25 0 0,-25 0 15,25 0-15,-25 0 0,24 0 0,-24 0 0,25 0 16,-25 0-16,25 0 0,-25 0 0,25 0 0,0 0 0,-25 0 15,24 0-15,-24 0 0,25 0 0,-25 0 0,25 0 16,-25 0-16,25 0 0,-25 0 0,0 0 0,25 0 0,-25 0 16,0 0-16,0 0 0,0 0 0,0 0 0,0 0 15,0 0-15,-25 0 0,25 0 0,0 24 0</inkml:trace>
  <inkml:trace contextRef="#ctx0" brushRef="#br0" timeOffset="137897.8873">20389 8037 0,'0'0'0,"0"0"0,0 0 0,0 0 0,0 0 15,0 0-15,0 0 0,25 0 0,-25 0 0,0 0 16,0 0-16,0 0 0,25 0 0,-25 0 0,0 0 0,25 0 16,-25 0-16,25 0 0,-25 0 0,24 0 0,1 0 15,-25 0-15,25 0 0,-25 0 0,25 0 0,-25 0 0,25 0 16,-25-25-16,24 25 0,-24 0 0,25 0 0,-25 0 15,25 0-15,-25 0 0,0 0 0,0 0 0,25 0 16,-25 0-16,0-25 0</inkml:trace>
  <inkml:trace contextRef="#ctx0" brushRef="#br0" timeOffset="138163.9025">20762 7764 0,'0'0'0,"0"0"0,0 0 0,0-25 0,0 25 15,0 0-15,0 0 0,0 0 0,24 0 0,-24 0 16,0 0-16,0 0 0,0 0 0,25 0 0,-25 0 0,25 0 15,-25 0-15,0 25 0,25-25 0,-25 0 0,25 0 0,-1 25 16,-24-25-16,0 0 0,25 24 0,-25-24 0,25 25 16,-25-25-16,0 0 0,0 25 0,0-25 0,0 25 15,0-25-15,0 25 0,0-25 0,0 24 0,0-24 16,-25 25-16,25-25 0,0 0 0,-25 25 0,25-25 0,-24 25 15,24-25-15,-25 0 0,25 25 0,-25-25 0,0 0 16,25 25-16,-25-25 0,1 0 0,-1 24 0,0-24 0,0 0 16,0 25-16,0-25 0,25 0 0,-24 0 0,-1 25 0,0-25 15,25 0-15</inkml:trace>
  <inkml:trace contextRef="#ctx0" brushRef="#br0" timeOffset="138670.9313">22051 7516 0,'0'0'0,"0"-25"0,0 25 0,0 0 15,0 0-15,0 0 0,0 0 0,0 0 0,0 0 16,0 0-16,0 0 0,0 0 0,0 0 0,0 0 15,0 0-15,0 0 0,0 0 0,0 0 0,0 0 0,0 25 16,0-25-16,0 25 0,0-25 0,0 0 0,25 24 16,-25-24-16,0 25 0,0 0 0,0-25 0,0 25 0,0-25 15,0 25-15,-25-1 0,25-24 0,0 25 0,0 0 16,0-25-16,0 25 0,0-25 0,0 25 0,0-25 0,0 24 15,0-24-15,0 25 0,-24-25 0,24 0 0,0 25 16,0-25-16,0 25 0,0-25 0,0 0 0,0 25 16,0-25-16,0 0 0,0 0 0,0 24 0,0-24 0,0 0 15,0 0-15,0 0 0,0 0 0,0 0 0,0 0 16,0 0-16,0 0 0,0 0 0,0 0 0,0 0 0,0 0 15,0 0-15,0-24 0,0 24 0,0 0 0</inkml:trace>
  <inkml:trace contextRef="#ctx0" brushRef="#br0" timeOffset="139118.9571">22126 7441 0,'25'0'0,"-25"-24"16,0 24-16,0 0 0,0 0 0,0 0 0,0 0 0,0 0 0,24 0 0,-24 0 0,0 0 0,25 0 0,-25 0 0,25 0 0,-25-25 0,25 25 0,-25 0 0,25 0 0,-25 0 0,24 25 0,1-25 0,-25 0 0,25 0 0,-25 0 0,0 0 0,25 24 0,-25-24 0,0 0 16,25 25-16,-25-25 0,0 0 0,0 25 0,-25-25 15,25 25-15,0-25 0,0 0 0,-25 25 0,25-25 16,0 24-16,-25-24 0,25 0 0,-25 25 0,25-25 0,-24 25 15,24-25-15,-25 0 0,25 25 0,0-25 0,-25 0 16,25 0-16,0 25 0,-25-25 0,25 0 0,0 0 16,0 0-16,0 24 0,0-24 0,0 0 0,0 0 0,0 0 15,0 0-15,0 0 0,0 25 0,0-25 0,25 0 16,-25 0-16,0 0 0,0 0 0,25 25 0,-25-25 0,0 0 15,25 25-15,-25-25 0,0 0 0,0 25 0,24-25 16,-24 0-16,0 24 0,25-24 0,-25 25 0,0-25 0,25 0 16,-25 25-16,0-25 0,0 0 0,0 25 0,0-25 15,0 0-15,0 0 0,0 25 0,0-25 0,-25 0 16,25 0-16,0 24 0,-25-24 0,25 0 0,-24 0 0,24 0 15,-25 0-15,25 25 0,-25-25 0,25 0 0,-25 0 16,25 0-16,-25 0 0,25 0 0,-24 0 0,24 0 0,-25 0 16,25 0-16,0 0 0,0 0 0,-25-25 0,25 25 15,0 0-15,0 0 0,25 0 0,-25 0 0,0-24 16,0 24-16,25 0 0,-25 0 0,24 0 0</inkml:trace>
  <inkml:trace contextRef="#ctx0" brushRef="#br0" timeOffset="139755.9933">23341 7888 0,'0'0'0,"0"-25"0,0 25 0,0 0 0,-25 0 0,25 0 15,0-25-15,0 25 0,0 0 0,0 0 0,0 0 16,0-25-16,25 25 0,-25 0 0,0 0 0,0-24 16,25 24-16,-25 0 0,25-25 0,-25 25 0,25 0 0,-25-25 15,24 25-15,1 0 0,0-25 0,-25 25 0,25-25 16,0 25-16,-1-24 0,1 24 0,0-25 0,0 0 15,-25 25-15,25-25 0,-1 25 0,1-25 0,-25 25 0,25-24 16,-25 24-16,25-25 0,-25 25 0,25-25 0,-25 0 16,0 25-16,24-25 0,-24 25 0,0-24 0,0 24 0,0-25 15,0 25-15,0-25 0,0 25 0,0-25 0,0 25 16,0-25-16,0 25 0,0 0 0,0-24 0,-24 24 0,24 0 15,0 0-15,0-25 0,-25 25 0,25 0 0,0 0 16,-25-25-16,25 25 0,0 0 0,0 0 0,0 0 16,-25 0-16,25 0 0,0 0 0,0 0 0,0 0 0,0 0 15,0 0-15,0 0 0,-25 0 0,25 25 0,0-25 16,0 0-16,0 25 0,0-25 0,0 24 0,0-24 0,0 25 15,0-25-15,0 25 0,0-25 0,0 25 0,0 0 16,0-25-16,-24 24 0,24 1 0,0 0 0,0 0 0,0-25 16,0 25-16,0-1 0,0 1 0,0 0 0,-25-25 15,25 25-15,0 0 0,0-1 0,0-24 0,0 25 16,-25 0-16,25-25 0,0 25 0,0-25 0,0 25 0,0-25 15,0 24-15,0-24 0,0 25 0,-25-25 0,25 0 16,0 25-16,0-25 0,0 25 0,0-25 0,0 0 16,0 0-16,0 25 0,0-25 0,0 0 0,25 0 0,-25 0 15,0 0-15,0 24 0,25-24 0,-25 0 0,25 0 16,-25 0-16,24-24 0,1 24 0,-25 0 0,25 0 0,0 0 15,-25 0-15,25-25 0</inkml:trace>
  <inkml:trace contextRef="#ctx0" brushRef="#br0" timeOffset="140148.016">23912 7863 0,'25'0'0,"-25"0"0,24-25 0,-24 25 0,0 0 15,25 0-15,-25 0 0,0-25 0,0 25 0,0 0 16,0 0-16,0-24 0,0 24 0,0 0 0,0 0 0,0-25 15,0 25-15,0 0 0,0 0 0,0 0 0,0 0 16,0-25-16,0 25 0,-25 0 0,25 0 0,0 0 0,0 0 16,0 0-16,0 0 0,-24 0 0,24 25 0,0-25 15,0 0-15,-25 0 0,25 0 0,0 25 0,-25-25 16,25 0-16,0 24 0,-25-24 0,25 25 0,0-25 0,0 0 15,-25 25-15,25-25 0,0 25 0,0-25 0,0 0 16,0 25-16,0-25 0,0 0 0,0 24 0,0-24 0,0 0 16,0 0-16,0 25 0,0-25 0,0 0 0,25 0 15,-25 0-15,0 25 0,0-25 0,0 0 0,0 0 16,0 0-16,0 0 0,0 0 0,0 0 0,0 0 0,0 0 15,25 0-15,-25 0 0,0-25 0,0 25 0,0 0 16,25 0-16,-25 0 0,0 0 0,0 0 0,0 0 0,25 0 16,-25-25-16,0 25 0,0 0 0,0 0 0,0 0 15,0 0-15,0 0 0,0 0 0,0 0 0,0 0 16,0 0-16,0 25 0,0-25 0,0 0 0,0 25 0,0-25 15,0 0-15,0 25 0,0-25 0,0 0 0,0 25 16,0-25-16,0 25 0,0-25 0,0 0 0,0 0 0,0 24 16,0-24-16,0 0 0,0 0 0,0 0 0,0 0 0,24 25 15,-24-25-15,0 0 0,0 0 0,0 0 0,0 0 16,0-25-16,25 25 0,-25 0 0,0 0 0,0 0 15,25-24-15,-25 24 0,0 0 0</inkml:trace>
  <inkml:trace contextRef="#ctx0" brushRef="#br0" timeOffset="140343.0271">24085 7565 0,'-24'0'0,"24"0"0,0 0 0,0 0 16,0 0-16,0 0 0,0 0 0,0 0 0,0 0 0,0 0 15,24 0-15,-24 0 0,0 0 0,0 0 0,25 0 16,-25 0-16,25 0 0,-25 0 0,25 0 0,-25 0 15,25 0-15,-1 0 0,-24 0 0,25 25 0,0-25 0,-25 0 16,25 0-16,0 0 0,-1 0 0,-24 0 0,25 0 16,0 25-16,-25-25 0,25 0 0,0 0 0,-25 0 15,24 0-15</inkml:trace>
  <inkml:trace contextRef="#ctx0" brushRef="#br0" timeOffset="141059.0681">25028 7615 0,'0'0'0,"0"0"0,0-25 0,0 25 0,0 0 0,0 0 16,0-25-16,-25 25 0,25 0 0,0 0 0,0-24 0,0 24 15,0 0-15,0 0 0,0 0 0,-25 0 0,25 0 16,0 0-16,0 0 0,0 0 0,0 0 0,0 0 15,0 0-15,0 0 0,0 24 0,-24-24 0,24 0 16,0 25-16,0-25 0,0 0 0,0 25 0,-25-25 0,25 25 16,0-25-16,0 25 0,0-25 0,0 24 0,0 1 0,0-25 15,0 25-15,0-25 0,25 25 0,-25-25 0,0 25 16,0-25-16,0 0 0,0 24 0,0-24 0,24 25 15,-24-25-15,0 0 0,0 0 0,0 25 0,25-25 0,-25 0 16,0 0-16,25 0 0,-25 0 0,0 0 0,25 0 16,-25 0-16,0 0 0,25 0 0,-25 0 0,24 0 0,-24 0 15,25 0-15,-25 0 0,25-25 0,-25 25 0,0 0 16,25-25-16,-25 25 0,25 0 0,-25-24 0,0 24 15,24-25-15,-24 25 0,0-25 0,25 25 0,-25-25 0,0 25 16,0-25-16,0 25 0,25-24 0,-25 24 0,0-25 16,0 25-16,0 0 0,0-25 0,0 25 0,0 0 0,0 0 15,0-25-15,0 25 0,0 0 0,0 0 0,0 0 16,-25 0-16,25 0 0,0 0 0,0 0 0,0 0 0,0 0 15,0 0-15,-25 25 0,25-25 0,0 0 0,0 25 16,0-25-16,-24 25 0,24-25 0,0 24 0,0 1 16,0-25-16,0 25 0,-25-25 0,25 25 0,0 0 0,0-25 15,0 24-15,0-24 0,0 25 0,0-25 0,0 0 16,25 25-16,-25-25 0,0 0 0,0 0 0,0 25 15,0-25-15,24 0 0,-24 0 0,0 0 0,0 0 0,25 0 16,-25 0-16,0 0 0,25 0 0,-25-25 0,25 25 16,-25 0-16,0-25 0,0 25 0,25 0 0,-25-25 0,0 25 15,0-24-15,24 24 0,-24-25 0,0 0 0,0 25 16,0-25-16,0 0 0,0 25 0,25-24 0,-25-1 0,0 25 15,0-25-15,0 25 0,0-25 0,0 25 0,0-25 16,0 25-16,0 0 0,0 0 0,0-24 0,0 24 16,0 0-16,0 0 0,0 0 0,0-25 0,-25 25 0,25 0 15,0 0-15,0 0 0,0 0 0,0-25 0,0 25 16</inkml:trace>
  <inkml:trace contextRef="#ctx0" brushRef="#br0" timeOffset="141279.0807">25499 7268 0,'0'0'0,"0"0"0,0 0 0,0 0 0,0 0 16,25-25-16,-25 25 0,0 0 0,0 0 0,25 0 16,-25 0-16,0 25 0,25-25 0,-25 0 0,0 0 0,24 0 15,-24 0-15,25 25 0,-25-25 0,0 0 0,0 0 16,25 0-16,-25 24 0,0-24 0,0 0 0,0 0 0,0 25 15,0-25-15,0 0 0,0 25 0,0-25 0,-25 0 16,25 0-16,-25 25 0,25-25 0,-24 0 0,-1 25 0,25-25 16,-25 0-16,0 0 0,0 24 0,25-24 0,-24 0 15</inkml:trace>
  <inkml:trace contextRef="#ctx0" brushRef="#br0" timeOffset="141768.1086">26615 7615 0,'0'0'0,"0"0"0,0-25 0,0 25 16,0 0-16,0-25 0,-24 25 0,24 0 0,0-24 0,0 24 15,-25 0-15,25 0 0,0-25 0,0 25 0,-25 0 16,25 0-16,0 0 0,0 0 0,-25 0 0,25-25 0,0 25 15,0 0-15,0 0 0,0 25 0,-25-25 0,25 0 16,0 0-16,0 0 0,0 0 0,0 25 0,0-25 0,0 24 16,0-24-16,0 25 0,0-25 0,0 25 15,25-25-15,-25 25 0,0 0 0,0-25 0,0 24 0,25 1 16,-25-25-16,0 25 0,25-25 0,-25 25 0,0-25 0,25 25 15,-25-25-15,0 24 0,24-24 0,-24 25 0,0-25 16,0 0-16,0 25 0,0-25 0,0 0 0,0 25 0,0-25 16,0 0-16,0 0 0,0 0 0,0 0 0,0 0 15,0 25-15,0-25 0,0 0 0,-24 0 0,24 0 16,0 0-16,0 0 0,-25 0 0,25 0 0,-25 0 0,25 0 15,0 0-15,0-25 0,-25 25 0,25 0 0,0 0 16,-25 0-16,25 0 0,0 0 0,0 0 0,0 0 0,0 0 16,-24 0-16,24 0 0,0-25 0,24 25 0,-24 0 15,0 0-15,0-25 0,25 25 0,-25 0 0,25 0 16,-25-25-16,25 25 0,-25 0 0</inkml:trace>
  <inkml:trace contextRef="#ctx0" brushRef="#br0" timeOffset="142126.1291">26938 7665 0,'0'0'0,"0"0"0,0-25 0,0 25 0,0 0 15,0 0-15,0-25 0,0 25 0,0 0 0,0 0 16,0-25-16,0 25 0,0 0 0,0 0 0,-25 0 0,25 0 16,0-25-16,0 25 0,-25 0 0,25 0 0,0 0 15,0 0-15,-25 0 0,25 25 0,0-25 0,-24 0 16,24 0-16,0 25 0,-25-25 0,25 25 0,0-25 0,0 25 15,-25-25-15,25 24 0,0 1 0,0-25 0,0 25 16,-25-25-16,25 25 0,0 0 0,0-25 0,0 24 0,0-24 16,0 25-16,0-25 0,0 25 0,25-25 0,-25 0 15,0 25-15,0-25 0,0 0 0,0 0 0,25 0 0,-25 0 16,0 0-16,0 0 0,25 0 0,-25 0 0,0 0 15,0 0-15,24 0 0,-24-25 0,0 25 0,0 0 16,25-25-16,-25 25 0,0 0 0,0-25 0,0 25 0,25-24 16,-25 24-16,0-25 0,0 25 0,0-25 0,0 25 15,25-25-15,-25 25 0,0-25 0,0 25 0,0-24 0,0 24 16,0-25-16,0 25 0,0 0 0,0-25 0,0 25 15,0 0-15,0 0 0,0 0 0,0 0 0,0-25 16,0 25-16,0 0 0,0 0 0,0 0 0,0 0 0,0-25 16,0 25-16,0 0 0</inkml:trace>
  <inkml:trace contextRef="#ctx0" brushRef="#br0" timeOffset="142393.1444">27087 7045 0,'0'0'0,"0"0"15,25 0-15,-25 0 0,0 0 0,24 0 0,-24 0 16,0 0-16,25 0 0,-25 0 0,0 0 0,0 0 0,25 0 15,-25 24-15,0-24 0,0 0 0,0 0 0,0 25 16,0-25-16,0 0 0,0 25 0,0-25 0,0 25 0,0-25 16,0 0-16,0 25 0,0-25 0,-25 0 0,25 0 15,0 24-15,0-24 0,-25 0 0,25 0 0,0 25 16,0-25-16,0 0 0,-24 0 0</inkml:trace>
  <inkml:trace contextRef="#ctx0" brushRef="#br0" timeOffset="142659.1593">27533 6672 0,'0'0'0,"25"0"0,-25 0 0,25 25 15,-25-25-15,0 0 0,25 0 0,-25 0 0,24 0 16,-24 0-16,25 0 0,-25 25 0,0-25 0,25 0 16,-25 0-16,0 25 0,25-25 0,-25 0 0,0 25 0,0-25 15,25 24-15,-25-24 0,0 0 0,0 25 0,-25-25 16,25 25-16,0-25 0,0 0 0,-25 25 0,25-25 0,-25 25 15,0-25-15,25 0 0,-24 25 0,-1-25 0,0 0 16,0 0-16,25 24 0,-25-24 0</inkml:trace>
  <inkml:trace contextRef="#ctx0" brushRef="#br0" timeOffset="143570.2117">28153 7516 0,'0'0'0,"0"-25"0,0 25 0,0 0 16,-24 0-16,24-25 0,0 25 0,0 0 0,0 0 0,0 0 16,0 0-16,0 0 0,0 0 0,-25 0 0,25 0 15,0 0-15,0 0 0,0 0 0,0 0 0,0 0 16,-25 0-16,25 25 0,0-25 0,0 0 0,-25 25 0,25-25 15,0 25-15,0-25 0,-25 24 0,25-24 0,0 25 16,0-25-16,0 25 0,-25-25 0,25 25 0,0-25 0,0 25 16,0-25-16,0 24 0,0 1 0,0-25 0,0 25 15,0-25-15,0 25 0,0-25 0,0 0 0,0 25 0,0-25 16,25 0-16,-25 24 0,0-24 0,0 0 0,25 0 15,-25 25-15,0-25 0,25 0 0,-25 0 0,25 0 16,-25 0-16,0 0 0,25 0 0,-25 0 0,24-25 0,-24 25 16,0 0-16,25 0 0,-25-24 0,25 24 0,-25 0 15,0-25-15,25 25 0,-25-25 0,0 25 0,25-25 16,-25 25-16,0-25 0,24 25 0,-24-24 0,0-1 0,0 25 15,0-25-15,0 25 0,0-25 0,25 25 0,-25-25 16,0 25-16,0-24 0,0 24 0,0 0 0,0 0 0,0 0 16,0-25-16,0 25 0,0 0 0,0 0 0,0 0 15,0 0-15,0 0 0,0 0 0,-25 25 0,25-25 16,0 0-16,0 0 0,0 24 0,0-24 0,0 25 0,-24-25 15,24 25-15,0-25 0,0 0 0,0 25 0,0 0 16,0-25-16,0 24 0,0-24 0,0 25 0,0-25 0,0 25 16,0-25-16,0 25 0,0-25 0,0 0 0,0 25 15,24-25-15,-24 24 0,0-24 0,0 0 0,25 0 0,-25 25 16,0-25-16,0 0 0,25 0 0,-25 0 0,25 0 15,-25 0-15,0 0 0,25 0 0,-25 0 0,24 0 16,-24 0-16,25 0 0,-25-25 0,25 25 0,-25 0 0,0-24 16,25 24-16,-25 0 0,0-25 0,0 0 0,25 25 15,-25-25-15,0 25 0,0-25 0,0 1 0,0 24 0,24-25 16,-24 0-16,0 25 0,0-25 0,0 25 0,0-25 15,0 25-15,0 0 0,0-24 0,0 24 0,0 0 16,0 0-16,0 0 0,0 0 0,0 0 0,0 0 0,0 0 16,0 0-16,0 24 0,0-24 0,0 0 0,0 0 15,0 25-15,-24-25 0,24 0 0,0 25 0,0-25 0,0 25 16,0-25-16,0 25 0,0-25 0,0 24 0,0-24 15,-25 25-15,25-25 0,0 25 0,0-25 0,0 25 0,0-25 16,0 25-16,0-25 0,25 0 0,-25 24 0,0-24 16,0 0-16,0 0 0,24 25 0,-24-25 0,25 0 15,-25 0-15,25 0 0,-25 0 0,25 0 0,-25 0 0,25 0 16,-1 0-16,-24 0 0,25 0 0,0 0 0,-25-25 15</inkml:trace>
  <inkml:trace contextRef="#ctx0" brushRef="#br0" timeOffset="143962.2341">28897 7590 0,'0'-25'0,"0"25"0,0 0 16,0-24-16,0 24 0,0 0 0,0-25 0,0 25 15,0 0-15,0 0 0,0 0 0,-24 0 0,24 0 0,0 0 16,0 0-16,-25 0 0,25 0 0,0 0 0,0 0 16,-25 25-16,25-25 0,0 24 0,-25-24 0,25 0 15,0 25-15,0-25 0,-25 25 0,25 0 0,0-25 0,0 25 16,-24-25-16,24 24 0,0-24 0,0 25 0,0 0 0,0-25 15,0 25-15,0-25 0,0 0 0,0 25 16,0-25-16,0 0 0,0 24 0,0-24 0,0 0 0,0 0 16,24 0-16,-24 0 0,0 0 0,0 0 0,25 25 15,-25-50-15,0 25 0,0 0 0,25 0 0,-25 0 0,0 0 16,25 0-16,-25-24 0,0 24 0,25 0 0,-25-25 15,0 25-15,0-25 0,24 25 0,-24-25 0,0 25 0,0 0 16,25-25-16,-25 25 0,0-24 0,0 24 0,0 0 16,0 0-16,0 0 0,0 0 0,0 0 0,0 0 15,0 0-15,0 0 0,0 0 0,0 24 0,0-24 0,0 25 16,0-25-16,-25 25 0,25-25 0,0 25 0,0-25 0,0 25 15,0-25-15,0 24 0,0-24 0,-24 25 0,24-25 16,0 0-16,0 25 0,0-25 0,0 0 0,0 25 16,0-25-16,0 0 0,0 0 0,0 0 0,0 25 0,0-25 15,0 0-15,0 0 0,0 0 0,0 0 0,0 0 16,0 0-16,0 0 0,0 0 0,24 0 0,-24-25 0,0 25 15</inkml:trace>
  <inkml:trace contextRef="#ctx0" brushRef="#br0" timeOffset="144264.2513">29294 6896 0,'0'25'0,"25"-25"0,-25 0 0,0 24 15,25-24-15,-25 0 0,25 25 0,-25-25 0,0 0 16,25 25-16,-25-25 0,24 25 0,-24-25 0,0 25 0,25-25 15,-25 24-15,0-24 0,0 25 0,0-25 0,0 25 16,0-25-16,0 0 0,0 25 0,0-25 0,-25 0 0,25 0 16,-24 25-16,24-25 0,-25 0 0,0 0 0,0 24 15,0-24-15,25 0 0,-24 25 0,-1-25 0,0 0 0,0 0 16,25 25-16,-25-25 0</inkml:trace>
  <inkml:trace contextRef="#ctx0" brushRef="#br0" timeOffset="144721.2776">30386 7417 0,'0'0'15,"0"0"-15,0 0 0,0-25 0,0 25 0,0 0 16,0 0-16,0 0 0,0 0 0,0 0 0,0 0 0,0 0 16,0 0-16,0 0 0,0 25 0,0-25 0,0 0 15,0 0-15,0 24 0,0-24 0,0 25 0,0 0 0,0-25 16,0 25-16,0 0 0,-25-25 0,25 24 0,0 1 15,0 0-15,0-25 0,0 25 0,0 0 0,0-1 16,0-24-16,0 25 0,0 0 0,0-25 0,0 25 0,0 0 16,-25-25-16,25 24 0,0-24 0,0 25 0,0-25 15,0 25-15,0-25 0,0 0 0,0 25 0,0-25 16,0 0-16,-25 0 0,25 25 0,0-25 0,0 0 0,0 0 15,0 0-15,0 0 0,0 0 0,0 0 0,0 0 16,0 0-16,0 0 0,0 0 0,0 0 0,0 0 0,0 0 16,0 0-16,0-25 0,0 25 0,-24 0 0,24-25 15,0 25-15,0 0 0,24-25 0,-24 25 0</inkml:trace>
  <inkml:trace contextRef="#ctx0" brushRef="#br0" timeOffset="145108.2997">30411 7441 0,'0'0'0,"0"0"0,24 0 0,-24-24 16,0 24-16,0 0 0,0 0 0,25 0 0,-25-25 15,0 25-15,0 0 0,25 0 0,-25 0 0,0 0 0,25 0 16,-25 0-16,25 0 0,-25 0 0,24 0 0,-24 0 16,0 0-16,25 0 0,-25 25 0,25-25 0,-25 0 0,25 24 15,-25-24-15,25 25 0,-25-25 0,0 25 0,24-25 16,-24 25-16,0-25 0,0 25 0,0-25 0,0 24 0,0-24 15,0 25-15,-24-25 0,24 25 0,0-25 0,-25 25 16,25-25-16,-25 25 0,25-25 0,-25 0 0,25 24 0,0-24 16,-25 25-16,25-25 0,-24 0 0,24 25 0,-25-25 15,25 0-15,0 0 0,-25 25 0,25-25 0,0 0 16,0 0-16,-25 25 0,25-25 0,0 0 0,0 0 0,0 0 15,0 0-15,0 24 0,0-24 0,0 0 0,0 0 16,0 0-16,0 0 0,25 0 0,-25 25 0,0-25 0,25 0 16,-25 0-16,0 25 0,25-25 0,-25 0 0,0 25 15,24-25-15,-24 0 0,25 25 0,-25-25 0,25 0 0,-25 24 16,0-24-16,25 25 0,-25-25 0,25 0 0,-25 25 15,24-25-15,-24 0 0,25 25 0,-25-25 0,0 0 0,0 0 16,25 25-16,-25-25 0,0 0 0,0 0 0,0 0 16,0 0-16,0 0 0,0 0 0,0 0 0,25 0 0,-25 0 15,0 0-15,0 0 0,25-25 0</inkml:trace>
  <inkml:trace contextRef="#ctx0" brushRef="#br0" timeOffset="145882.3439">31204 7020 0,'0'0'0,"0"-25"0,0 25 15,0 0-15,0 0 0,-25 0 0,25 0 0,0 0 0,0 0 16,0 0-16,0 0 0,0 0 0,0 0 0,0 0 15,0 0-15,0 0 0,-24 0 0,24 0 0,0 0 0,0 0 16,0-25-16,0 25 0,0 0 0,0 0 0,0 0 16,0 0-16,0 0 0,0 0 0,0 0 140,49-25-140,-49 1 0,25 24 0,-25 0 0,0 0 0,25 24 0,-25-24 0,0 0 0,25 0 0,-25 0 0,25 0 0,-25 0 0,0 0 0,24 25 0,-24-25 0,0 0 0,0 25 0,0-25 0,0 0 0,0 25 0,0-25 0,0 0 0,0 25 0,0-25 0,0 0 0,-24 24 0,24-24 0,0 25 0,-25-25 0,25 0 0,-25 25 0,25-25 0,-25 0 0,25 0 0,-25 25 31,0-25 0,25 0-31,-24 0 0,24 0 0,0 0 0,-25 0 0,25 0 0,-25 25 0,25-25 0,0 0 16,0 0-16,0 0 0,0 0 0,0 0 0,0 0 0,0 0 0,0 0 0,0 0 0,0 0 0,0 0 0,0 0 0,0 0 0,0 0 0,0 0 0,0 0 0,25 0 0,-25 0 0,0 0 0,0 0 0,25 24 0,-25-24 16,24 0-16,-24 0 0,0 0 0,25 0 0,-25 25 15,0-25-15,0 0 0,25 0 0,-25 25 0,0-25 0,0 0 16,0 25-16,25-25 0,-25 0 0,0 25 0,0-25 15,0 24-15,0-24 0,-25 0 0,25 25 0,0-25 0,0 0 16,0 25-16,-25-25 0,25 0 0,0 0 0,-25 0 16,25 0-16,0 0 0,-24 0 0,24 25 0,-25-25 0,25 0 15,0 0-15,-25 0 0,25 0 0,-25 0 0,25 0 16,-25 0-16,25 0 0,-24 0 0,24 0 0,0-25 0,0 25 15,-25 0-15,25 0 0,0 0 0,0 0 0,0 0 16,-25-25-16,25 25 0,0 0 0,0 0 0,0 0 0,0 0 16,0 0-16,0 0 0,0 0 0,0 0 0,0 0 15,0 0-15</inkml:trace>
  <inkml:trace contextRef="#ctx0" brushRef="#br0" timeOffset="149699.5623">1860 10567 0,'0'0'0,"0"0"0,0 0 16,0 0-16,0 0 0,0-25 0,0 25 0,0 0 16,0 0-16,0 0 0,0 0 0,0 0 0,0 0 0,25 0 15,-25 0-15,0 0 0,0 0 0,0 0 0,0 0 16,0 0-16,0 0 0,0 0 0,0 0 0,0 0 0,0 0 15,0 0-15,0 0 0,0 0 0,0 0 0,0-25 0,0 25 16,0 0-16,0 0 0,0 0 0,0 0 0,0 0 16,0 0-16,0 0 0,0 0 0,0 0 0,0 0 0,0 0 15,0 0-15,0 0 0,0 0 0,0 0 0,0 0 16,0 0-16,0 0 0,0 0 0,0 0 0,0-25 0,0 25 15,0 0-15,0 0 0,0 0 0,0 0 0,0 0 0,0 0 16,0 0-16,0 0 0,0 0 0,0 0 0,0 0 16,0 0-16,0 0 0,0 0 0,0 0 0,0 0 0,0 0 15,0 0-15,-25 25 0,25-25 0,0 0 0,0 0 16,0 0-16,0 25 0,0-25 0,0 0 0,0 0 0,-24 25 47,24-25-47,0 0 0,0 25 0,-25-25 0,25 24 0,0-24 0,-25 25 0,25-25 0,0 25 0,-25-25 0,25 25 0,0-25 0,-25 25 0,25-25 0,-24 24 0,24-24 0,-25 25 15,25 0-15,-25-25 0,25 25 0,0-25 78,-25 25-78,25-25 0,-25 24 0,25-24 0,0 25 0,0-25 0,0 0 0,-25 0 0,25 0 0,0 25 0,0-25 0,0 0 0,0 0 0,0 0 16,0 0-16,0 0 0,0 0 0,0 0 0,0 0 0,0 0 0,0-25 0,0 25 0,0 0 0,25 0 0,-25 0 0,0-25 0,0 25 0,0 0 0,0-24 0,25 24 0,-25 0 0,0-25 0,0 25 0</inkml:trace>
  <inkml:trace contextRef="#ctx0" brushRef="#br0" timeOffset="149955.5769">1860 10517 0,'0'0'0,"25"0"0,-25 0 0,0 0 0,0 0 0,0 0 0,0-25 0,25 25 0,-25 0 0,0 25 0,0-25 16,0 0-16,0 0 0,25 0 0,-25 0 0,0 0 0,0 0 0,25 0 0,-25 25 0,0-25 0,0 0 0,24 0 15,-24 25-15,0-25 0,0 0 0,25 0 0,-25 25 16,0-25-16,0 24 0,0-24 0,25 25 0,-25-25 15,0 25-15,0-25 0,0 25 0,0-25 0,0 25 0,0-25 16,0 24-16,0-24 0,0 25 0,0-25 0,0 25 0,0-25 16,0 0-16,0 25 0,0-25 0,0 25 0,0-25 0,0 0 15,0 24-15,0-24 0,0 0 0,0 25 0,-25-25 16,25 0-16,0 25 0,0-25 0,0 0 0,0 0 15,0 0-15,-25 0 0,25 0 0,0 0 0,0 0 0,0 0 16,-24 0-16</inkml:trace>
  <inkml:trace contextRef="#ctx0" brushRef="#br0" timeOffset="150138.5874">1761 10790 0,'0'0'0,"-25"0"0,25 0 0,0 0 0,0 0 16,0 0-16,0 0 0,0 0 0,25 0 0,-25 0 0,0 0 15,0 0-15,0 0 0,25 0 0,-25 0 0,25-25 0,-25 25 16,25 0-16,-25 0 0,24 0 0,1 0 0,-25 0 15,25 0-15,0 0 0,-25 0 0,25 0 0,-1 0 0,-24 0 16,25 0-16,-25 0 0,25 0 0,0 0 0,-25-25 0,25 25 16,-25 0-16,24 0 0,-24 0 0,25 0 0,-25-24 15</inkml:trace>
  <inkml:trace contextRef="#ctx0" brushRef="#br0" timeOffset="150413.6031">2257 10517 0,'0'0'16,"0"0"-16,0 0 0,0 0 0,0 0 0,0 0 15,0 0-15,0 0 0,0 0 0,0 0 0,0 0 0,0 0 16,0 0-16,0 0 0,0 25 0,0-25 0,0 0 0,0 25 16,0-25-16,0 0 0,0 25 0,0-25 0,0 24 15,0-24-15,-25 25 0,25-25 0,0 0 0,0 25 16,0-25-16,0 25 0,0-25 0,0 25 0,0-25 0,0 24 15,0-24-15,0 25 0,0-25 0,0 25 0,0-25 0,0 0 16,0 25-16,0-25 0,0 25 0,0-25 0,0 0 16,0 24-16,0-24 0,0 0 0,-24 0 0,24 0 0,0 25 15,0-25-15,0 0 0,0 0 0,0 0 0,0 0 16,0 0-16,0 0 0,0 0 0,0 0 0,0-25 0,0 25 15,0 0-15,0 0 0,0-24 0</inkml:trace>
  <inkml:trace contextRef="#ctx0" brushRef="#br0" timeOffset="150721.6208">2208 10492 0,'0'0'0,"24"0"16,-24 0-16,0-24 0,0 24 0,0 0 0,0 0 16,0 0-16,0 0 0,0 0 0,0 0 0,25-25 0,-25 25 15,0 0-15,25 0 0,-25 0 0,0 0 0,25 0 16,-25 0-16,25 0 0,-25 0 0,24 0 0,-24 0 0,25 25 15,0-25-15,-25 0 0,25 0 0,-25 24 0,25-24 0,-25 0 16,24 25-16,-24-25 0,0 25 0,0 0 0,25-25 16,-25 25-16,0-25 0,0 24 0,0-24 0,0 25 15,0-25-15,0 25 0,0-25 0,0 25 0,0 0 0,0-25 16,0 0-16,-25 24 0,25-24 0,0 25 0,-24-25 0,24 25 15,0-25-15,-25 25 0,25-25 0,-25 25 0,25-25 16,-25 0-16,25 24 0,-25-24 0,25 0 0,-24 25 16,24-25-16,-25 0 0,25 25 0,-25-25 0,25 0 0,0 25 15,-25-25-15,25 0 0,-25 0 0,25 25 0,0-25 0,0 0 16,-24 0-16,24 0 0,0 0 0,0 24 0,-25-24 15,25 0-15,0 0 0</inkml:trace>
  <inkml:trace contextRef="#ctx0" brushRef="#br0" timeOffset="151024.6381">1736 11162 0,'0'0'0,"0"0"0,0 0 16,0 0-16,0 0 0,0 0 0,0 0 0,0 0 0,0 0 15,0 0-15,0 0 0,0 0 0,0 0 0,0 0 0,0 0 16,25 0-16,-25 0 0,0 0 0,0 0 0,25 0 16,-25 0-16,25 0 0,-25 0 0,25 0 0,-1 0 0,-24 0 15,25 0-15,0 0 0,0 0 0,0 0 0,-1 0 16,1 0-16,-25 0 0,25 0 0,0 0 0,0 0 0,-1 0 15,1 0-15,25 0 0,-25 0 0,-1 0 0,1 0 16,0 0-16,0 0 0,0 0 0,-1 0 0,1 0 0,0 0 16,0 0-16,0 0 0,-25 0 0,24 0 0,1 0 0,-25 25 15,25-25-15,-25 0 0,25 0 0,-25 0 0,0 0 16,0 0-16,0 0 0,0 0 0,25 0 0</inkml:trace>
  <inkml:trace contextRef="#ctx0" brushRef="#br0" timeOffset="151233.65">3026 10740 0,'0'0'0,"0"0"0,0 0 0,0 0 16,0 0-16,0 0 0,0 0 0,0 0 0,0 0 0,0 0 15,0 0-15,0 0 0,0 0 0,0 0 0,0 0 16,0 0-16,0 0 0,0 0 0,0 0 0,25 0 0,-25 0 16,0 0-16,0 0 0,0 25 0,0-25 0,0 0 15,0 0-15</inkml:trace>
  <inkml:trace contextRef="#ctx0" brushRef="#br0" timeOffset="151375.6582">3051 10939 0,'0'0'0,"0"25"0,0-25 0,0 0 0,0 0 16,-25 0-16,25 0 0,0 0 0,0 0 0,0 0 0,0 0 15,0 0-15,0 0 0,0 0 0,0 0 0,0 0 16,0 0-16,0 0 0,25 0 0,-25 0 0,0-25 0,0 25 16,0 0-16</inkml:trace>
  <inkml:trace contextRef="#ctx0" brushRef="#br0" timeOffset="152601.7283">4614 10592 0,'0'0'0,"0"0"16,0 0-16,0 0 0,0 0 0,0 0 0,0 0 0,0 0 15,0 0-15,0-25 0,0 25 0,0 0 0,0 0 16,0 0-16,0 0 0,0 0 0,0 0 0,0 0 15,0 0-15,0 0 0,0 0 0,0 0 0,0 0 0,0 25 16,0-25-16,0 0 0,0 0 0,24 0 0,-24 24 16,0-24-16,0 25 0,-24-25 0,24 25 0,0-25 0,0 25 15,0 0-15,0-25 0,0 24 0,-25 1 0,25 0 16,0-25-16,0 25 0,0 0 0,0-25 0,-25 24 15,25 1-15,0-25 0,0 25 0,0-25 0,-25 25 0,25-25 16,0 25-16,0-25 0,0 0 0,0 24 0,0-24 16,0 0-16,0 25 0,-25-25 0,25 0 0,0 0 0,0 0 15,0 25-15,0-25 0,0 0 0,0 0 0,0 0 16,0 0-16,0 0 0,0-25 0,0 25 0,0 0 0,0 0 15,0 0-15,0-25 0,25 25 0,-25 0 0</inkml:trace>
  <inkml:trace contextRef="#ctx0" brushRef="#br0" timeOffset="153126.7583">4614 10542 0,'0'0'0,"0"0"15,0 0-15,0 0 0,0 0 0,24-25 0,-24 25 16,0 0-16,0 0 0,0 0 0,0 0 0,25-25 0,-25 25 15,0 0-15,25 0 0,-25 0 0,0 0 0,25 0 16,-25 0-16,0 0 0,25 0 0,-25 0 0,24 0 0,-24 0 16,25 0-16,-25 25 0,0-25 0,25 0 0,-25 25 15,0-25-15,0 0 0,25 25 0,-25-25 0,0 0 16,0 25-16,0-25 0,0 24 0,0-24 0,-25 25 0,25-25 15,0 25-15,0-25 0,0 25 0,-25-25 0,25 25 16,-25-25-16,25 24 0,0-24 0,-24 0 0,24 25 16,-25-25 108,-25 75-124,50-75 0,0 0 0,0 0 0,0 0 0,0 0 0,0 0 0,0 0 0,0 0 0,25 0 0,-25 0 0,0 0 0,0 0 0,25 0 0,-25 0 0,0 0 0,0 0 0,25 0 0,-25 24 0,0-24 0,0 0 0,24 0 0,-24 0 0,0 0 0,25 25 0,-25-25 0,0 0 0,0 0 16,0 25-16,25-25 0,-25 0 0,0 0 0,0 25 0,0-25 0,0 0 0,0 25 0,0-25 0,0 0 0,0 0 0,0 24 0,0-24 16,0 0-16,-25 0 0,25 25 0,0-25 0,0 0 0,-25 0 15,25 0-15,0 0 0,-24 25 0,24-25 0,0 0 16,-25 0-16,25 0 0,0 0 0,-25 0 0,25 25 15,0-25-15,0 0 0,-25 0 0,25 0 0,0 0 0,0 0 16,-25 0-16,25 0 0,0 0 0,0 0 0,0 0 0,0 0 16,0 0-16,0 0 0,0 0 0,0 0 0,0 0 15,0-25-15,0 25 0,25 0 0,-25 0 0,0 0 16,0 0-16,25-25 0,-25 25 0</inkml:trace>
  <inkml:trace contextRef="#ctx0" brushRef="#br0" timeOffset="153362.7718">5234 10790 0,'0'0'0,"0"0"0,0 0 0,0 0 16,0 0-16,0 0 0,0 0 0,0 0 0,25 0 0,-25 0 15,0-25-15,24 25 0,-24 0 0,0 0 0,25 0 16,-25 0-16,25 0 0,-25 0 0,25 0 0,-25 0 0,25 0 16,-25 0-16,24 0 0,-24 25 0,25-25 0,-25 0 15,0 0-15,25 0 0,-25 0 0,0 0 0,0 0 0,25 0 16,-25 25-16,0-25 0,0 0 0</inkml:trace>
  <inkml:trace contextRef="#ctx0" brushRef="#br0" timeOffset="153547.7824">5209 11038 0,'0'0'0,"0"0"0,-25 0 16,25 0-16,0 0 0,0 0 0,0 0 0,0 0 16,25 0-16,-25 0 0,0 0 0,0 0 0,0 0 0,25 0 15,-25 0-15,25 0 0,-25 0 0,24 0 0,1 0 0,-25 0 16,25 0-16,0 0 0,-25 0 0,25 0 0,-1 0 15,-24 0-15,25 0 0,0 0 0,0 0 0,-25 0 16,25 0-16,-1 0 0,-24 0 0</inkml:trace>
  <inkml:trace contextRef="#ctx0" brushRef="#br0" timeOffset="155188.8763">6474 10443 0,'0'0'0,"0"0"0,0-25 0,0 25 15,0 0-15,0 0 0,0 0 0,0 0 0,0 0 0,0 0 16,0 0-16,0 0 0,0 0 0,0-25 0,0 25 15,0 0-15,-25 0 0,25 0 0,0 0 0,0 0 0,0 0 16,0 0-16,0 0 0,0 0 0,0 0 0,0 0 16,0 0-16,0 0 0,0 0 0,0 0 0,0 0 0,0 0 15,0 0-15,0 0 0,0 0 0,0 0 0,0 0 16,0 0-16,-25 0 0,25 0 0,0 0 0,0 0 15,0 25-15,0-25 0,0 0 0,0 0 0,0 0 0,-24 25 16,24-25-16,0 0 0,0 0 0,0 25 0,0-25 16,0 0-16,0 0 0,0 24 0,0-24 0,0 0 0,0 0 15,0 25-15,24-25 0,-24 0 0,0 25 0,0-25 16,0 0-16,0 25 0,0-25 0,25 0 0,-25 25 0,0-25 15,0 0-15,0 24 0,0-24 0,25 0 0,-25 25 16,0-25-16,0 0 0,0 0 0,25 25 0,-25-25 16,0 0-16,0 0 0,0 25 0,0-25 0,0 0 0,0 0 15,0 25-15,0-25 0,0 0 0,0 0 0,0 0 16,0 24-16,0-24 0,0 0 0,0 0 0,0 0 15,0 0-15,-25 0 0,25 25 0,0-25 0,0 0 0,0 0 16,-25 0-16,25 0 0,0 0 0,-25 0 0,25 0 16,0 25-16,0-25 0,-24 0 0,24 0 0,0 0 0,0 0 15,0 0-15,0 0 0,0 0 0,-25 0 0,25 0 16,0 0-16,0 0 0,0 0 0,0 0 0,0 0 0,0 0 15,0 0-15,0 0 0,0 0 0,0 0 0,25 0 16,-25 0-16,0 0 0,0 0 0,0 0 0,0 0 16,0 25-16,0-25 0,0 0 0,24 0 0,-24 25 0,0-25 15,0 0-15,0 24 0,0-24 0,0 25 0,0-25 16,0 25-16,0-25 0,0 25 0,0-25 0,0 25 0,0-25 15,0 24-15,0-24 0,0 25 0,0-25 0,0 0 16,0 25-16,0-25 0,0 25 0,0-25 0,0 0 0,0 25 16,0-25-16,0 0 0,0 0 0,0 24 0,0-24 15,-24 0-15,24 0 0,0 0 0,0 0 0,0 25 16,0-25-16,0 0 0,0 0 0,0 0 0,0 0 0,0 0 15,0 0-15,0 0 0,0 0 0,0 0 0,0 0 16,0 0-16,0 0 0,0 0 0,0 0 0</inkml:trace>
  <inkml:trace contextRef="#ctx0" brushRef="#br0" timeOffset="156624.9583">7020 10641 0,'0'0'0,"0"-25"0,0 25 0,0 0 0,0 0 0,0 0 16,0 0-16,0 0 0,0 0 0,0 0 0,0 0 16,0 0-16,0 0 0,0-24 0,0 24 0,0 0 15,0 0-15,0 0 0,0 0 0,0 0 0,0 0 0,0 0 16,0 0-16,0 0 0,0 0 0,0 0 0,0 0 15,0 0-15,0 0 0,0 0 0,0 0 0,0 0 16,0 24-16,0-24 0,0 0 0,0 0 0,0 25 0,0-25 16,0 0-16,0 25 0,-25-25 0,25 0 0,0 25 0,0-25 15,0 25-15,0-25 0,-25 24 0,25-24 16,0 25-16,0-25 0,0 25 0,0-25 0,0 25 0,0-25 15,0 25-15,0-25 0,-25 0 0,25 24 0,0-24 0,0 0 16,25 25-16,-25-25 0,0 0 0,0 25 0,0-25 16,0 0-16,0 0 0,0 0 0,0 25 0,0-25 0,0 0 15,25 0-15,-25 0 0,0 0 0,0 0 0,0 0 16,0 0-16,0 0 0,25 0 0,-25 0 0,0 0 15,25 0-15,-25 0 0,0 0 0,24 0 0,-24-25 0,0 25 16,25 0-16,-25 0 0,25-25 0,-25 25 0,0 0 16,0-25-16,25 25 0,-25 0 0,25-24 0,-25 24 0,0-25 15,0 25-15,24-25 0,-24 25 0,0-25 0,25 25 16,-25-25-16,0 25 0,0-24 0,0 24 0,25-25 15,-25 25-15,0-25 0,0 25 0,0 0 0,0-25 0,0 25 16,0 0-16,0-25 0,0 25 0,0 0 0,0 0 16,25 0-16,-25-24 0,0 24 0,0 0 0,0 0 0,0 0 15,0 0-15,0 0 0,0 0 0,0 0 0,0 0 16,0 0-16,0 0 0,0 24 0,0-24 0,-25 0 0,25 0 15,0 25-15,0-25 0,0 25 0,0-25 0,0 25 16,0-25-16,0 25 0,0-25 0,0 24 0,0-24 16,0 25-16,0-25 0,0 25 0,-25 0 0,25-25 0,0 25 15,0-25-15,0 0 0,0 24 0,0-24 0,0 25 16,0-25-16,0 0 0,0 25 0,0-25 0,0 0 15,0 0-15,0 25 0,0-25 0,0 0 0,0 0 0,0 0 16,0 25-16,0-25 0,0 0 0,0 0 0,0 0 16,0 0-16,0 24 0,0-24 0,0 0 0,0 0 0,0 0 15,0 0-15,0 0 0,0 25 0,0-25 0</inkml:trace>
  <inkml:trace contextRef="#ctx0" brushRef="#br0" timeOffset="156901.9743">7541 10790 0,'0'0'0,"-25"0"16,25 0-16,0 0 0,0 0 0,0 0 0,0 0 0,0 0 15,0 0-15,0 0 0,0 0 0,0 0 0,0 0 16,0 0-16,0 0 0,25 0 0,-25 0 0,0 0 16,0 0-16,0 0 0,24 25 0,-24-25 0,0 0 0,25 0 15,-25 0-15,0 0 0,25 0 0,-25 0 0,25 0 16,-25 0-16,0 25 0,25-25 0,-25 0 0,0 0 15,0 0-15,24 0 0,-24 0 0,0 0 0,0 0 0,0 0 16,0 24-16,0-24 0,25 0 0</inkml:trace>
  <inkml:trace contextRef="#ctx0" brushRef="#br0" timeOffset="157102.9858">7516 10988 0,'0'0'0,"0"0"0,0 0 0,0 0 15,0 0-15,0 0 0,0 0 0,0 0 0,0 25 0,0-25 16,0 0-16,0 0 0,0 0 0,25 0 0,-25 0 15,0 0-15,24 0 0,-24 0 0,25 0 0,-25 0 16,25 0-16,-25 0 0,25 0 0,-25 0 0,25 0 0,-25 0 16,24 0-16,1 0 0,-25 0 0,25 0 0,-25-25 15,25 25-15,-25 0 0,25 0 0,-1 0 0,-24 0 16,25 0-16,-25 0 0,25 0 0</inkml:trace>
  <inkml:trace contextRef="#ctx0" brushRef="#br0" timeOffset="157397.0026">8409 10616 0,'0'0'0,"0"0"16,0-24-16,0 24 0,0 0 0,0 0 0,0 0 0,0 0 15,0 0-15,-25 0 0,25 0 0,0 0 0,0 0 16,0 0-16,0 0 0,0 0 0,0 0 0,0 0 0,0 0 16,-25 24-16,25-24 0,0 0 0,0 25 0,-25-25 15,25 25-15,0 0 0,-24 0 0,24-25 0,0 24 0,-25 1 16,25 0-16,0-25 0,0 25 0,-25 0 0,25-1 15,0-24-15,0 25 0,0 0 0,-25-25 0,25 25 16,0-25-16,0 25 0,0-1 0,0-24 0,25 25 0,-25-25 16,0 0-16,0 25 0,0-25 0,25 0 0,-25 25 15,0-25-15,25 0 0</inkml:trace>
  <inkml:trace contextRef="#ctx0" brushRef="#br0" timeOffset="161389.2309">8706 10939 0,'0'0'0,"0"0"16,0 0-16,0 0 0,0 0 0,0 0 0,25 0 0,-25 0 15,0 0-15,0 0 0,0-25 0,0 25 0,0 0 16,0 0-16,0 0 0,0 0 0,0 0 0,0 0 16,25 0-16,-25-25 0,0 25 0,0 0 0,0 0 0,0 0 15,25 0-15,-25 0 0,0-25 0,0 25 0,0 0 16,25 0-16,-25 0 0,0-24 0,0 24 0,24 0 15,-24-25-15,0 25 0,0 0 0,25-25 0,-25 25 0,0 0 16,0-25-16,0 25 0,0 0 0,25-25 0,-25 25 16,0-24-16,0 24 0,0 0 0,0-25 0,0 25 15,0 0-15,0 0 0,0-25 0,25 25 0,-25 0 0,0 0 16,0-25-16,0 25 0,0 0 0,0 0 0,0 0 15,0 0-15,0 0 0,0 0 0,0 0 0,0 0 0,0 0 16,0 0-16,0 0 0,0 0 0,0 0 0,0 0 16,0 0-16,0 0 0,0 25 0,0-25 0,0 25 0,0-25 15,0 25-15,0-25 0,0 24 0,0-24 0,0 25 16,0-25-16,0 25 0,0-25 0,0 25 0,0-25 15,0 25-15,0-25 0,0 24 0,0-24 0,0 25 0,0-25 16,0 0-16,0 25 0,0-25 0,0 0 0,0 25 0,0-25 16,0 0-16,0 25 0,-25-25 0,25 0 0,0 24 15,0-24-15,0 0 0,25 0 0,-25 0 0,0 0 16,0 0-16</inkml:trace>
  <inkml:trace contextRef="#ctx0" brushRef="#br0" timeOffset="161619.2441">9079 10988 0,'0'0'0,"24"0"0,-24 0 0,0 0 0,0 0 0,0 0 16,0 0-16,0 0 0,0 0 0,0 0 0,0 25 15,0-25-15,0 0 0,0 0 0,0 0 0,0 25 16,0-25-16,0 0 0,0 0 0,0 25 0,0-25 0,0 0 15,0 25-15,0-25 0,0 0 0,0 24 0,0-24 16,0 0-16,0 25 0,-24-25 0,24 0 0,0 25 16,0-25-16,0 0 0,0 0 0,-25 0 0,25 25 0,0-25 15,0 0-15,0 0 0,0 0 0,0 0 0,0 0 0</inkml:trace>
  <inkml:trace contextRef="#ctx0" brushRef="#br0" timeOffset="162029.2675">9376 11013 0,'0'0'16,"0"0"-16,0-25 0,0 25 0,25 0 0,-25 0 15,0 0-15,0 0 0,0 0 0,0-24 0,0 24 0,25 0 16,-25 0-16,0-25 0,0 25 0,25 0 0,-25 0 15,24-25-15,-24 25 0,0 0 0,25-25 0,-25 25 16,25 0-16,-25-25 0,25 25 0,-25-24 0,25 24 0,-25-25 16,24 25-16,-24-25 0,25 25 0,-25-25 0,25 25 15,-25-25-15,0 25 0,25 0 0,-25-24 0,0 24 0,0-25 16,0 25-16,0 0 0,0 0 0,0-25 0,0 25 15,25 0-15,-25 0 0,0 0 0,-25 0 0,25 0 0,0 0 16,0 0-16,0 0 0,0 0 0,0 0 0,0 0 16,0 0-16,0 0 0,0 0 0,0 25 0,0-25 15,0 0-15,0 25 0,0-25 0,0 0 0,0 24 0,0-24 16,0 25-16,0-25 0,0 0 0,0 25 0,0-25 15,0 25-15,0-25 0,0 0 0,0 25 0,0-25 16,0 0-16,0 24 0,0-24 0,0 0 0,0 25 0,0-25 16,0 0-16,0 25 0,0-25 0,0 0 0,0 25 15,0-25-15,0 0 0,0 0 0,-25 0 0,25 0 0,0 25 16,0-25-16,0 0 0,0 0 0,0 0 0,0 0 15,0 0-15</inkml:trace>
  <inkml:trace contextRef="#ctx0" brushRef="#br0" timeOffset="162265.281">9897 10889 0,'0'0'0,"0"0"0,0 0 15,0 0-15,0 0 0,0 0 0,0 0 0,25 25 0,-25-25 16,0 0-16,0 0 0,0 0 0,0 25 0,0-25 15,0 0-15,0 0 0,0 25 0,0-25 0,25 0 0,-25 24 16,-25-24-16,25 25 0,0-25 0,0 25 0,0-25 16,0 0-16,0 25 0,0-25 0,-25 25 0,25-25 15,0 24-15,0-24 0,0 0 0,0 25 0,0-25 0,-25 0 16,25 0-16,0 0 0,0 0 0,0 0 0,0 0 15,0 0-15,0 0 0</inkml:trace>
  <inkml:trace contextRef="#ctx0" brushRef="#br0" timeOffset="162726.3074">10443 10716 0,'0'-25'0,"0"25"0,0 0 15,0 0-15,0-25 0,0 25 0,-25 0 0,25 0 0,0 0 16,0-25-16,0 25 0,0 0 0,0 0 0,0 0 16,-25 0-16,25 0 0,0 0 0,0 0 0,0 0 0,0 0 15,0 0-15,0 0 0,0 0 0,-25 25 0,25-25 16,0 0-16,0 25 0,0-25 0,-24 0 0,24 25 15,0-25-15,0 24 0,-25 1 0,25-25 0,0 25 0,0-25 16,-25 25-16,25 0 0,0-25 0,0 24 0,0-24 0,0 25 16,0-25-16,-25 25 0,25-25 0,0 25 0,0-25 15,0 0-15,0 25 0,25-25 0,-25 0 0,0 24 16,0-24-16,0 0 0,0 0 0,0 0 0,0 25 0,25-25 15,-25 0-15,0 0 0,25 0 0,-25 0 0,0 0 16,24-25-16,-24 25 0,25 0 0,-25 0 0,0-24 16,25 24-16,-25 0 0,0-25 0,25 25 0,-25-25 0,0 25 15,25 0-15,-25-25 0,0 0 0,0 25 0,0-24 16,24 24-16,-24-25 0,0 0 0,0 25 0,0-25 15,0 25-15,0-25 0,0 25 0,0-24 0,0 24 0,-24 0 16,24 0-16,0-25 0,0 25 0,0 0 0,0 0 16,-25 0-16,25 0 0,0 0 0,0 0 0,0 0 0,-25 0 15,25 0-15,0 0 0,0 0 0,0 0 0,0 0 16,0 0-16,0 0 0,0 0 0,0 0 0,0 0 0</inkml:trace>
  <inkml:trace contextRef="#ctx0" brushRef="#br0" timeOffset="163078.3273">10790 10443 0,'0'0'0,"0"0"0,25 0 0,-25 0 15,0 0-15,0-25 0,0 25 0,25 25 0,-25-25 16,0 0-16,24 0 0,-24 0 0,0 0 0,25 0 0,-25 0 16,0 25-16,25-25 0,-25 0 0,25 24 0,-25-24 15,0 0-15,25 25 0,-25-25 0,24 25 0,-24-25 16,0 25-16,0-25 0,0 25 0,25-1 0,-25-24 0,0 25 15,0-25-15,0 25 0,-25 0 0,25 0 0,0-25 16,0 24-16,0 1 0,0-25 0,-24 25 0,24-25 16,0 25-16,-25-25 0,25 25 0,0-25 0,-25 24 0,25-24 15,-25 25-15,25-25 0,-25 25 0,25-25 0,0 25 16,-24-25-16,24 0 0,-25 25 0,25-25 0,0 0 15,-25 0-15,25 24 0,0-24 0,-25 0 0,25 0 0,0 0 16,0 0-16,0 0 0,0 0 0,0 0 0,0 0 0,0 0 16,0 0-16,25 0 0</inkml:trace>
  <inkml:trace contextRef="#ctx0" brushRef="#br0" timeOffset="163269.3383">11509 10716 0,'0'0'0,"0"0"0,0 0 16,0 0-16,0-25 0,0 25 0,0 0 0,0 0 0,0 0 16,0 0-16,0 0 0,0 0 0,0 0 0,0 0 15,0 0-15,0 0 0,0 0 0,0 25 0,0-25 0,25 0 16,-25 0-16,0 0 0,0 0 0</inkml:trace>
  <inkml:trace contextRef="#ctx0" brushRef="#br0" timeOffset="163477.3503">11584 10964 0,'0'0'0,"0"0"0,0 0 0,0 24 0,0-24 0,0 0 15,0 0-15,0 25 0,0-25 0,0 0 0,0 25 0,0-25 16,0 0-16,0 25 0,0-25 0,-25 0 0,25 25 15,0-25-15,0 0 0,-25 24 0,25-24 0,0 25 16,-25-25-16,25 0 0,-24 0 0,24 25 0,-25-25 0,25 0 16,-25 0-16,25 25 0,-25-25 0,25 0 0,-25 0 15</inkml:trace>
  <inkml:trace contextRef="#ctx0" brushRef="#br0" timeOffset="164096.3858">12229 10517 0,'0'0'15,"0"0"-15,0 0 0,0 0 0,0 0 0,0 25 0,0-25 16,0 0-16,0 25 0,0-25 0,0 0 0,0 25 16,0-25-16,0 24 0,0-24 0,0 25 0,25 0 15,-25-25-15,0 25 0,0-25 0,0 25 0,0-1 0,0-24 16,0 25-16,0-25 0,0 25 0,0-25 0,24 25 15,-24-25-15,0 25 0,0-25 0,0 0 0,0 24 0,25-24 16,-25 0-16,0 0 0,0 0 0,0 0 0,0 25 0,0-25 16,0 0-16,0 0 0,0 0 0,25 0 0,-25 0 15,0 0-15,0-25 0,0 25 0,0 0 0,25 0 16,-25 0-16,0-24 0,25 24 0,-25 0 0,0-25 0,24 25 15,-24-25-15,25 25 0,-25-25 0,0 25 16,25-25-16,-25 1 0,0 24 0,25-25 0,-25 25 0,0-25 0,25 0 16,-25 25-16,0-25 0,0 25 0,24-24 0,-24 24 15,0 0-15,0-25 0,0 25 0,0 0 0,0 0 16,0 0-16,0 0 0,0 0 0,0 0 0,0 0 15,0 0-15,0 0 0,0 25 0,-24-25 0,24 0 0,0 0 16,0 0-16,0 0 0,0 24 0,0-24 0,0 0 0,0 0 16,0 0-16,0 25 0,0-25 0</inkml:trace>
  <inkml:trace contextRef="#ctx0" brushRef="#br0" timeOffset="164332.3993">12874 10765 0,'0'0'0,"0"0"0,0 0 0,0 0 16,0 0-16,0 0 0,0 0 0,0 0 0,0 0 15,0 0-15,0 0 0,24 0 0,-24 0 0,0 0 16,25 0-16,-25 0 0,25 0 0,-25 0 0,25 0 0,-25 0 15,25 0-15,-25 25 0,24-25 0,-24 0 0,25 0 16,-25 0-16,25 0 0,-25 0 0,25 0 0,-25 25 0,0-25 16,25 0-16,-25 0 0,0 0 0,0 0 0</inkml:trace>
  <inkml:trace contextRef="#ctx0" brushRef="#br0" timeOffset="164523.4102">12898 10988 0,'0'25'0,"-24"-25"0,24 0 0,24 0 15,-24 0-15,0 0 0,0 0 0,0 0 0,0 0 16,0 0-16,0 0 0,25 0 0,-25 0 0,0 0 0,25 0 16,-25 0-16,25 0 0,-25 0 0,25 0 0,-25 0 15,24 0-15,1 0 0,-25 0 0,25 0 0,0 0 16,0 0-16,-1 0 0,-24-25 0,25 25 0,0 0 0,0 0 15</inkml:trace>
  <inkml:trace contextRef="#ctx0" brushRef="#br0" timeOffset="164828.4276">14039 10542 0,'0'0'0,"-24"0"16,24 25-16,0-25 0,-25 0 0,25 0 0,0 0 15,-25 0-15,25 25 0,0-25 0,-25 0 0,25 24 0,-25-24 16,25 25-16,0-25 0,-24 25 0,24 0 0,0 0 15,-25-25-15,25 24 0,0 1 0,-25 0 0,25 0 0,0 0 16,0-25-16,0 24 0,0 1 0,-25 0 0,25-25 16,25 25-16,-25 0 0,0-25 0,0 24 0,0 1 15,0-25-15,0 25 0,0-25 0,25 25 0,-25-25 0,0 0 16,0 25-16,25-25 0,-25 0 0</inkml:trace>
  <inkml:trace contextRef="#ctx0" brushRef="#br0" timeOffset="166925.5476">14287 10988 0,'0'0'0,"0"0"0,0 0 16,0 0-16,0 0 0,0 0 0,0 0 0,0 0 15,0 0-15,0 0 0,0 0 0,0 0 0,0-24 0,0 24 16,0 0-16,0 0 0,0 0 0,0 0 0,25 0 16,-25-25-16,0 25 0,0 0 0,25 0 0,-25 0 15,0 0-15,25-25 0,-25 25 0,0 0 0,25 0 0,-25-25 16,0 25-16,25 0 0,-25 0 0,0-25 0,24 25 15,-24 0-15,25-24 0,-25 24 0,25-25 0,-25 25 16,0-25-16,25 25 0,-25 0 0,25-25 0,-25 25 0,0-25 16,24 25-16,-24-24 0,0 24 0,0 0 0,25-25 15,-25 25-15,0 0 0,0 0 0,0-25 0,0 25 0,0 0 16,0 0-16,0 0 0,0 0 0,0 0 0,0-25 15,0 25-15,0 0 0,0 0 0,0 25 0,0-25 0,0 0 16,0 0-16,0 0 0,0 25 0,0-25 0,0 0 16,0 25-16,0-25 0,0 24 0,0-24 0,0 25 15,0-25-15,-25 25 0,25-25 0,0 25 0,0 0 0,0-25 16,-24 24-16,24-24 0,0 25 0,0-25 0,0 25 15,0-25-15,-25 25 0,25-25 0,0 25 0,0-25 0,0 0 16,0 24-16,0-24 0,0 25 0,-25-25 0,25 0 16,0 0-16,0 25 0,0-25 0,0 0 0,0 0 0,0 0 15,0 0-15,25 0 0,-25 25 0,0-25 0,0 0 16</inkml:trace>
  <inkml:trace contextRef="#ctx0" brushRef="#br0" timeOffset="167127.5589">14784 10988 0,'0'0'0,"0"0"0,0 0 0,0 0 0,0 0 16,0 0-16,0 25 0,0-25 0,0 0 0,-25 0 16,25 0-16,0 25 0,0-25 0,0 0 0,0 25 0,0-25 15,-25 0-15,25 25 0,0-25 0,0 0 0,0 24 16,-25-24-16,25 0 0,0 25 0,0-25 0,0 25 15,0-25-15,-25 0 0,25 0 0,0 25 0,0-25 0,0 0 16,0 0-16,0 0 0,0 0 0,0 0 0,0 0 16</inkml:trace>
  <inkml:trace contextRef="#ctx0" brushRef="#br0" timeOffset="167611.5868">15280 10691 0,'0'0'0,"0"0"15,0 0-15,0-25 0,24 25 0,-24 0 0,0 0 16,0-25-16,0 25 0,0 0 0,0 0 0,0 0 16,0 0-16,25-25 0,-25 25 0,0 0 0,0 0 0,25 0 15,-25 0-15,0 0 0,25 0 0,-25 0 0,0 0 16,25 0-16,-25 0 0,25 0 0,-25 0 0,0 0 15,0 0-15,24 25 0,-24-25 0,0 0 0,0 0 0,0 0 16,0 25-16,0-25 0,0 0 0,0 25 0,0-25 16,0 0-16,0 25 0,0-25 0,-24 24 0,24-24 0,0 25 15,-25-25-15,25 25 0,-25-25 0,25 25 0,0-25 16,-25 25-16,25-25 0,-25 24 0,25-24 0,-25 0 0,25 25 15,0-25-15,-24 25 0,24-25 0,0 0 0,0 25 16,-25-25-16,25 0 0,0 0 0,0 0 0,0 25 16,0-25-16,0 0 0,0 0 0,0 0 0,0 0 0,0 24 15,0-24-15,0 0 0,0 0 0,0 0 0,0 0 0,25 0 16,-25 0-16,24 0 0,-24 25 0,25-25 0,-25 0 15,25 0-15,-25 0 0,25 0 0,0 0 0,-25 0 16,25 0-16,-1 0 0,1 0 0,-25-25 0,25 25 0,0 0 16,-25 0-16,25 0 0,-1 0 0,-24 0 0,25 0 15</inkml:trace>
  <inkml:trace contextRef="#ctx0" brushRef="#br0" timeOffset="167876.602">15726 10914 0,'0'0'0,"0"0"0,0 0 0,0 0 0,0 0 15,0 0-15,0 0 0,0 0 0,0 0 0,0 0 0,0 25 16,0-25-16,0 0 0,0 0 0,0 0 0,0 0 15,0 0-15,0 25 0,0-25 0,-25 0 0,25 0 0,0 24 16,0-24-16,0 0 0,0 0 0,-24 25 16,24-25-16,0 0 0,0 25 0,-25-25 0,25 0 0,-25 0 15,25 25-15,0-25 0,-25 0 0,25 0 0,0 0 0,-25 25 16,25-25-16,0 0 0,-24 0 0,24 0 0,0 0 15</inkml:trace>
  <inkml:trace contextRef="#ctx0" brushRef="#br0" timeOffset="168897.6604">16073 10641 0,'0'0'0,"0"0"0,0 0 16,0 0-16,0 0 0,0 0 0,0 0 0,0 0 15,0 0-15,0 0 0,0 0 0,0 0 0,0-25 0,0 25 16,0 0-16,0 0 0,25 0 0,-25 0 0,0 0 15,0-24-15,0 24 0,25 0 0,-25 0 0,0 0 0,0 0 16,25-25-16,-25 25 0,0 0 0,0 0 0,25 0 16,-25 0-16,0 0 0,0 0 0,24 0 0,-24 0 15,0 0-15,0 0 0,0 0 0,25 0 0,-25 0 0,0 0 16,0 0-16,0 0 0,0 0 0,25 0 0,-25 0 15,0 0-15,0 0 0,0 0 0,0 25 0,0-25 0,0 0 16,25 0-16,-25 24 0,-25-24 0,25 0 0,0 25 16,0-25-16,0 0 0,0 25 0,-25-25 0,25 25 0,0-25 15,0 0-15,-25 25 0,25-25 0,0 0 0,-24 24 16,24-24-16,0 0 0,-25 25 0,25-25 0,-25 0 15,25 0-15,0 25 0,-25-25 0,25 0 0,0 0 0,0 0 16,-25 0-16,25 25 0,0-25 0,0 0 0,0 0 16,0 0-16,0 0 0,0 0 0,0 0 0,0 0 0,0 0 15,25 0-15,-25 0 0,0 0 0,0 0 0,0 0 16,0 0-16,25 0 0,-25 0 0,0 0 0,25 0 15,-25 0-15,0 0 0,25 25 0,-25-25 0,0 0 0,0 0 16,24 0-16,-24 0 0,0 24 0,0-24 0,0 0 16,0 25-16,0-25 0,0 0 0,0 0 0,0 25 0,0-25 15,0 0-15,0 0 0,0 25 0,0-25 0,0 0 16,0 0-16,0 0 0,0 25 0,-24-25 0,24 0 0,0 0 15,0 0-15,-25 0 0,25 0 0,0 24 0,0-24 16,-25 0-16,25 0 0,0 0 0,-25 0 0,25 0 16,0 0-16,0 0 0,-25 0 0,25 0 0,0 0 0,0 0 15,-24 0-15,24 0 0,0-24 0,0 24 0,0 0 0,0 0 16,0 0-16,0-25 0,0 25 0,0 0 0,0-25 15,24 25-15,-24 0 0</inkml:trace>
  <inkml:trace contextRef="#ctx0" brushRef="#br0" timeOffset="169255.6808">16619 10368 0,'0'0'156,"124"149"-141,-124-124-15,0-25 0,0 25 0,0 0 0,0-1 0,0-24 0,0 25 0,0 0 0,0 0 0,-25 0 0,25-25 0,0 24 0,0 1 0,0 0 0,-24-25 0,24 25 0,0 0 0,-25-25 0,25 24 0,0 1 0,-25-25 0,25 25 0,-25-25 0,25 25 0,-25-25 0,25 0 0,-24 25 0,24-25 0,-25 0 0,25 24 0,-25-24 0,25 0 0,-25 25 0,0-25 16,25 0-16,0 0 0,-24 0 0,24 25 0,0-25 0,-25 0 0,25 0 0,0 0 0,0 0 16,0 0-16,0 0 0,25-25 0,-25 25 0,0 0 15,0 0-15,24-25 0</inkml:trace>
  <inkml:trace contextRef="#ctx0" brushRef="#br0" timeOffset="169445.6917">16942 10815 0,'0'0'15,"0"0"-15,0 0 0,0 0 0,0 0 0,0 0 16,0 0-16,0 0 0,0-25 0,0 25 0,0 0 0,0 0 16,0 0-16,0 0 0,0 0 0,0 0 15,0 0-15,0 0 0,0 0 0,0 0 0,0 25 0,0-25 16,24 0-16,-24 0 0,0 0 0,0 0 0,0 0 0,0 0 15,0 0-15,0 25 0,-24-25 0</inkml:trace>
  <inkml:trace contextRef="#ctx0" brushRef="#br0" timeOffset="169663.7042">16892 11038 0,'0'0'0,"0"25"0,0-25 0,0 0 16,0 25-16,0-25 0,0 0 0,0 24 0,0-24 0,0 25 15,0-25-15,0 0 0,0 25 0,0-25 0,0 25 0,0-25 16,0 0-16,0 25 0,0-25 0,0 0 0,0 25 16,0-25-16,-25 0 0,25 24 0,0-24 0,0 0 15,-25 0-15,25 25 0,-24-25 0,24 0 0,-25 0 0,25 0 16,0 0-16,-25 25 0,25-25 0</inkml:trace>
  <inkml:trace contextRef="#ctx0" brushRef="#br0" timeOffset="170526.7535">17661 10592 0,'0'0'16,"0"0"-16,0 0 0,0 0 0,0 0 0,0 0 0,0 0 15,0 0-15,0 0 0,0 0 0,0 0 0,0 0 16,0 24-16,0-24 0,0 0 0,0 0 0,0 0 0,0 25 15,0-25-15,-25 25 0,25-25 0,0 25 0,0-25 16,0 25-16,0-25 0,0 24 0,0 1 0,0-25 16,0 25-16,0-25 0,0 25 0,0-25 0,0 25 0,0-25 15,0 24-15,0-24 0,0 25 0,0-25 0,0 0 16,0 25-16,0-25 0,0 0 0,0 0 0,0 0 15,0 25-15,0-25 0,0 0 0,0 0 0,0 0 0,0 0 16,0 0-16,0 0 0,0 0 0,25 0 0,-25 0 16,0 0-16,0 0 0,0 0 0,0 0 0,0 0 0,0 0 15,25-25-15,-25 25 0,0 0 0,25-25 0,-25 25 16,0 0-16,0-25 0,24 25 0,-24-24 0,25 24 0,-25-25 15,0 25-15,25-25 0,-25 25 0,0-25 0,25 25 16,-25-25-16,0 25 0,25 0 0,-25-24 0,0 24 16,0 0-16,0 0 0,24-25 0,-24 25 0,0 0 0,0 0 15,0 0-15,0 0 0,0 0 0,0 0 0,0 0 16,0 0-16,0 0 0,0 25 0,0-25 0,0 0 0,0 0 15,0 24-15,0-24 0,0 0 0,0 25 0,0-25 16,0 25-16,0-25 0,0 25 0,0-25 0,0 25 16,0-25-16,0 24 0,-24-24 0,24 25 0,0-25 0,0 25 15,0-25-15,0 25 0,0-25 0,0 0 0,0 0 16,0 25-16,0-25 0,0 0 0,24 0 0,-24 24 0,0-24 15,0 0-15,0 0 0,0 0 0,25 0 0,-25 0 16,0 0-16,0 0 0,25-24 0,-25 24 0,0 0 16,0 0-16,25-25 0,-25 25 0,0 0 0,25-25 0,-25 25 15,0 0-15,24-25 0,-24 25 0,0-25 0,25 25 16,-25-24-16,0 24 0,25 0 0,-25-25 0,0 25 15,0-25-15,25 25 0,-25-25 0,0 25 0,0 0 0,0 0 16,0-25-16,0 25 0,25 0 0,-25 0 0,0 0 0,0 0 16,0 0-16,0 0 0,0 0 0,0 0 0,0 25 15,0-25-15,0 0 0,0 0 0,0 0 0,0 0 16,0 25-16,0-25 0,0 0 0,0 0 0,24 0 0</inkml:trace>
  <inkml:trace contextRef="#ctx0" brushRef="#br0" timeOffset="170784.7683">18430 10840 0,'0'0'0,"-25"0"15,50 0-15,-25 0 0,0 0 0,0 0 0,0 0 0,0 0 16,0 0-16,0 0 0,25 0 0,-25 0 0,0 0 16,24 0-16,-24 0 0,0 0 0,25 0 0,-25 0 15,25 0-15,-25 0 0,25 0 0,-25 0 0,25 0 0,-25 0 16,0 0-16,25 0 0,-25 0 0,24 0 0,-24 0 15,0 24-15,25-24 0,-25 0 0,0 0 0,0 0 16,0 0-16,25 0 0,-25 0 0</inkml:trace>
  <inkml:trace contextRef="#ctx0" brushRef="#br0" timeOffset="170980.7795">18355 11112 0,'0'0'0,"0"0"0,0 0 0,0 0 0,0 0 0,0 0 16,0 0-16,25 0 0,-25 0 0,0 0 0,0 0 15,25 0-15,-25 0 0,25 0 0,-25 0 0,25 0 0,-25 0 16,24 0-16,-24 0 0,25 0 0,0 0 0,-25 0 16,25 0-16,0 0 0,-25 0 0,25 25 0,-1-25 0,1 0 15,-25 0-15,25 0 0,0 0 0,-25 0 0,25 0 16</inkml:trace>
  <inkml:trace contextRef="#ctx0" brushRef="#br0" timeOffset="171346.8003">19621 10542 0,'0'0'0,"0"0"0,-25 0 0,25 0 0,-25 25 15,25-25-15,0 0 0,-25 0 0,25 25 0,-25-25 16,0 0-16,25 24 0,-24-24 0,24 25 0,-25 0 0,25-25 16,-25 25-16,0 0 0,25-25 0,-25 24 0,25 1 15,0 0-15,-24 0 0,24-25 0,0 25 0,0-1 16,-25 1-16,25 0 0,0-25 0,0 25 0,0 0 0,0-1 15,0-24-15,0 25 0,0 0 0,0-25 0,0 25 16,25 0-16,-25-25 0,0 24 0,0-24 0,0 25 16,0-25-16,24 25 0,-24-25 0</inkml:trace>
  <inkml:trace contextRef="#ctx0" brushRef="#br0" timeOffset="173101.9008">19993 10790 0,'0'0'0,"0"-25"16,0 25-16,0 0 0,0 0 0,-25 0 0,25 0 16,0-25-16,0 25 0,0 0 0,0 0 0,0 0 15,0-24-15,0 24 0,0 0 0,0 0 0,0 0 16,0-25-16,0 25 0,0 0 0,0 0 0,0 0 0,0-25 15,0 25-15,0 0 0,0 0 0,0 0 0,0-25 16,0 25-16,0 0 0,0 0 0,0 0 0,0 0 0,25-25 16,-25 25-16,0 0 0,0 0 0,0 0 0,0 0 15,0-24-15,0 24 0,0 0 0,24 0 0,-24 0 16,0 0-16,0 0 0,25 0 0,-25 0 0,0 0 15,25 0-15,-25 0 0,0 0 0,0 0 0,25 0 0,-25 0 0,0 0 16,0 0-16,25 0 0,-25 24 0,0-24 0,0 0 16,0 25-16,0-25 0,0 0 0,0 25 0,0-25 15,0 0-15,-25 25 0,25-25 0,0 25 0,0-25 0,-25 24 16,25-24-16,0 25 0,-25-25 0,25 25 0,-25-25 15,25 25-15,-24-25 0,24 0 0,-25 25 0,25-25 16,-25 24-16,25-24 0,-25 0 0,25 25 0,-25-25 0,25 0 16,0 0-16,-24 25 0,24-25 0,0 0 0,0 0 15,-25 25-15,25-25 0,0 0 0,0 0 0,0 0 16,0 0-16,0 0 0,0 25 0,0-25 0,0 0 0,0 0 15,25 0-15,-25 0 0,0 0 0,0 0 0,24 0 16,-24 24-16,0-24 0,25 0 0,-25 0 0,0 0 0,25 0 16,-25 0-16,25 0 0,-25 0 0,25 0 0,-25 0 15,24 0-15,-24 0 0,25 0 0,-25 0 0,25 0 0,-25 0 16,0 0-16,25 0 0,-25 0 0,25 0 0,-25 0 15</inkml:trace>
  <inkml:trace contextRef="#ctx0" brushRef="#br0" timeOffset="173303.9124">20241 10939 0,'0'0'16,"0"0"-16,0 0 0,0 0 0,0 0 0,0 0 15,0 0-15,0 0 0,0 0 0,0 0 0,0 0 16,0 0-16,0 25 0,0-25 0,0 0 0,0 0 0,0 0 16,0 24-16,0-24 0,0 0 0,0 0 0,-25 25 15,25-25-15,0 0 0,0 25 0,-25-25 0,25 0 0,0 25 16,0-25-16,-25 25 0,25-25 0,0 0 0,-25 24 15,25-24-15,0 0 0,0 25 0,-24-25 0,24 0 16,0 0-16,0 25 0,-25-25 0,25 0 0,0 0 0,0 0 16,0 0-16,0 0 0,0 0 0,0 0 0,0 0 0</inkml:trace>
  <inkml:trace contextRef="#ctx0" brushRef="#br0" timeOffset="173868.9447">20712 10691 0,'0'-25'0,"25"25"0,-25 0 0,0 0 0,0-25 0,0 25 16,0 0-16,0 0 0,0-25 0,0 25 0,0 0 16,25 0-16,-25 0 0,0-24 0,0 24 0,0 0 0,24 0 15,-24 0-15,0 0 0,0 0 0,25 0 0,-25 0 16,0 0-16,25 0 0,-25 0 0,0 0 0,25 0 15,-25 0-15,0 0 0,0 0 0,25 0 0,-25 0 16,0 0-16,0 24 0,0-24 0,0 0 0,0 0 0,0 25 16,0-25-16,0 0 0,0 25 0,0-25 0,0 0 0,0 25 15,-25-25-15,25 25 0,0-25 0,-25 24 0,25-24 16,0 0-16,-25 25 0,25-25 0,-25 0 0,25 25 15,0-25-15,-24 0 0,24 25 0,0-25 0,-25 0 0,25 25 16,0-25-16,0 0 0,-25 0 0,25 0 0,0 0 16,0 0-16,0 0 0,0 0 0,0 24 0,0-24 0,0 0 15,0 0-15,0 0 0,25 0 0,-25 0 0,0 0 16,0 0-16,25 25 0,-25-25 0,0 0 0,0 0 0,24 0 15,-24 0-15,0 25 0,0-25 0,0 0 16,0 0-16,0 0 0,0 25 0,25-25 0,-25 0 0,0 0 16,0 25-16,-25-25 0,25 0 0,0 0 0,0 0 0,0 24 15,0-24-15,0 0 0,-24 0 0,24 0 0,0 25 16,0-25-16,-25 0 0,25 0 0,-25 0 0,25 0 15,0 0-15,-25 0 0,25 0 0,0 25 0,-25-25 0,25 0 16,0 0-16,-25 0 0,25 0 0,0 0 0,0 0 16,-24 0-16,24 0 0,0 0 0,0 0 0,0 0 0,0 0 15,0 0-15,0-25 0,0 25 0,0 0 0,24 0 16,-24 0-16</inkml:trace>
  <inkml:trace contextRef="#ctx0" brushRef="#br0" timeOffset="174098.9579">21010 11013 0,'0'25'0,"0"-25"0,0 0 0,0 0 16,24 0-16,-24 0 0,0 0 0,0 0 0,0 0 0,0 0 16,0 0-16,0 25 0,0-25 0,-24 0 0,24 0 15,0 0-15,0 0 0,0 25 0,0-25 0,0 0 16,0 0-16,0 24 0,-25-24 0,25 0 0,0 0 0,0 25 15,-25-25-15,25 0 0,0 0 0,0 25 0,-25-25 16,25 0-16,0 0 0,-25 0 0,25 25 0,0-25 16,0 0-16,0 0 0,-24 0 0,24 0 0,0 0 0,0 0 15,0 0-15,0 0 0,0 0 0,0 0 0,0 0 16</inkml:trace>
  <inkml:trace contextRef="#ctx0" brushRef="#br0" timeOffset="174561.9839">21630 10567 0,'24'0'0,"-24"0"0,0 0 15,0 0-15,0 0 0,0 0 0,25 0 0,-25 0 16,0 0-16,25 0 0,-25 0 0,0 0 0,25 0 0,-25 0 15,25 0-15,-25 0 0,25 0 0,-25 0 0,24 0 16,-24 0-16,0 0 0,25 0 0,-25 0 0,25 0 16,-25 0-16,0 0 0,0 25 0,25-25 0,-25 0 0,0 0 15,0 0-15,0 0 0,0 0 0,0 0 0,0 0 16,0 24-16,0-24 0,0 0 0,0 25 0,-25-25 0,25 0 15,0 25-15,0-25 0,-25 25 0,25-25 0,0 25 16,-25-1-16,25-24 0,0 25 0,0-25 0,-24 25 0,24-25 16,0 25-16,0-25 0,-25 25 0,25-25 0,0 24 15,0-24-15,0 25 0,0-25 0,-25 25 0,25-25 16,0 0-16,0 25 0,0-25 0,0 0 0,0 25 0,0-25 15,0 0-15,0 0 0,0 24 0,0-24 0,0 0 16,0 0-16,-25 0 0,25 25 0,0-25 0,0 0 0,0 0 16,0 0-16,0 0 0,-25 0 0,25 0 0,0 0 15,0 0-15,-25 0 0,25 0 0</inkml:trace>
  <inkml:trace contextRef="#ctx0" brushRef="#br0" timeOffset="174745.9949">21530 10939 0,'-24'0'0,"24"0"0,0 0 0,0 0 16,0 0-16,0 0 0,0 0 0,24 0 0,-24 0 0,0 0 15,0 0-15,0 0 0,25 0 0,-25 0 0,25 0 16,-25 0-16,25 0 0,-25 0 0,25 0 0,-25 0 0,24 0 16,1 0-16,0 0 0,-25 25 0,25-25 0,0 0 15,0 0-15,-25 0 0,24 0 0,1 0 0,0 0 0,-25 0 16,25 0-16,-25 0 0,25 0 0,-1 0 0,-24-25 15,25 25-15,0 0 0</inkml:trace>
  <inkml:trace contextRef="#ctx0" brushRef="#br0" timeOffset="175063.013">22324 10567 0,'0'0'0,"0"0"0,0 25 0,0-25 16,25 0-16,-25 0 0,0 0 0,0 24 0,0-24 0,0 0 16,25 25-16,-25-25 0,0 25 0,0-25 0,0 25 0,0-25 15,0 25-15,0-25 0,0 24 0,0 1 0,0 0 16,-25-25-16,25 25 0,0 0 0,0-25 0,0 24 15,0 1-15,-25-25 0,25 25 0,0-25 0,-25 25 0,25 0 16,0-25-16,0 24 0,-24-24 0,24 0 0,0 25 16,0-25-16,-25 25 0,25-25 0,0 0 0,-25 0 15,25 25-15,0-25 0,0 0 0,-25 0 0,25 0 0,0 25 16,-25-25-16,25 0 0,0 0 0,0 0 0,0-25 15,0 25-15,0 0 0,0 0 0,0 0 0</inkml:trace>
  <inkml:trace contextRef="#ctx0" brushRef="#br0" timeOffset="175941.0632">22969 10021 0,'0'0'0,"0"0"0,0 0 0,0 0 0,0 0 16,0 0-16,0 0 0,0 0 0,0 0 0,0-25 0,0 25 16,0 0-16,25 0 0,-25 0 0,0 0 0,0 0 15,0 0-15,0 0 0,0 0 0,0 25 0,0-25 16,25 0-16,-25 0 0,0 0 0,0 0 0,0 0 0,0 0 15,0 0-15,0 25 0,0-25 0,0 0 0,0 0 16,0 25-16,0-25 0,-25 0 0,25 25 0,0-25 0,0 24 16,0-24-16,-25 25 0,25-25 0,0 25 0,0-25 15,-25 25-15,25-25 0,0 25 0,0-25 0,-24 24 16,24-24-16,0 25 0,-25-25 0,25 25 0,0-25 0,0 25 15,0 0-15,0-25 0,0 0 0,-25 24 0,25-24 16,0 25-16,0-25 0,0 25 0,0-25 0,0 25 0,0-25 16,0 0-16,0 25 0,0-25 0,0 0 0,0 0 15,0 24-15,25-24 0,-25 0 0,0 0 0,0 0 0,0 0 16,0 25-16,0-25 0,0 0 0,0 0 0,0 0 15,0 0-15,0 0 0,0 0 0,0 0 0,0 0 16,0 0-16,0 0 0,0 0 0,0-25 0,0 25 0,0 0 16,0 0-16,0 0 0,0 0 0,0 0 0,0 0 15,0 0-15,0 0 0,0 0 0,0 0 0,0 0 16,0 0-16,0 0 0,-25 0 0,25 25 0,0-25 0,0 0 15,0 0-15,0 0 0,-25 25 0,25-25 0,0 0 16,0 25-16,0-25 0,-25 0 0,25 25 0,0-25 0,0 24 16,0-24-16,0 25 0,0-25 0,0 25 0,0-25 15,-24 25-15,24-25 0,0 25 0,0-1 0,0-24 0,0 25 16,0-25-16,0 25 0,0-25 0,0 25 0,0 0 15,0-25-15,-25 24 0,25-24 0,0 25 0,0-25 16,0 25-16,0-25 0,0 25 0,0-25 0,0 25 0,0-25 16,0 0-16,0 24 0,0-24 0,-25 0 0,25 25 15,0-25-15,0 0 0,0 0 0,0 25 0,-25-25 0,25 0 16,0 0-16,-25 0 0,25 25 0,-25-25 0,25 0 15,-24 0-15,-1 25 0,25-25 0,-25 0 0,0 0 16,0 0-16,1 0 0,24 24 0,-25-24 0,0 0 0,0 0 16</inkml:trace>
  <inkml:trace contextRef="#ctx0" brushRef="#br0" timeOffset="177375.1453">4713 12129 0,'0'0'0,"0"0"15,0 0-15,0 0 0,0 0 0,0 0 0,0-24 0,0 24 16,0 0-16,0 0 0,0 0 0,0 0 0,0 0 0,0 0 15,0 0-15,0 0 0,0-25 0,0 25 0,0 0 16,0 0-16,0 0 0,0 0 0,0 0 0,0 0 16,0 0-16,0 0 0,0 0 0,0 0 0,0 0 0,0 0 15,0 25-15,0-25 0,0 0 0,0 0 0,0 24 0,-25-24 16,25 0-16,0 25 0,0-25 0,0 25 0,0 0 15,-25-25-15,25 25 0,0-25 0,0 25 0,0-1 16,-25-24-16,25 25 0,0-25 0,0 25 0,0 0 0,0-25 16,0 25-16,-24-25 0,24 24 0,0-24 0,0 25 15,0-25-15,0 25 0,0-25 0,-25 25 0,25-25 16,0 0-16,0 25 0,0-25 0,0 0 0,0 24 0,0-24 15,0 0-15,-25 0 0,25 0 0,0 25 0,0-25 16,0 0-16,0 0 0,0 0 0,0 0 0,0 0 0,0 0 16,0 0-16,0 0 0,0 0 0,0 0 0,0 0 15,0-25-15,0 25 0,0 0 0,0 0 0,0-24 0</inkml:trace>
  <inkml:trace contextRef="#ctx0" brushRef="#br0" timeOffset="177883.1743">4688 12129 0,'0'-24'0,"0"24"0,0 0 16,0 0-16,0 0 0,0-25 0,25 25 0,-25 0 0,0 0 16,0 0-16,0 0 0,0 0 0,25 0 0,-25-25 15,0 25-15,24 0 0,-24 0 0,0 0 0,25 0 0,-25 0 16,0 0-16,25 25 0,-25-25 0,0 0 0,25 0 15,-25 0-15,0 25 0,0-25 0,0 0 0,0 24 16,25-24-16,-25 0 0,-25 25 0,25-25 0,0 25 0,0-25 16,0 25-16,0-25 0,-25 25 0,25-25 0,0 25 15,-25-25-15,25 24 0,0-24 0,-25 25 0,25-25 0,-24 25 16,24-25-16,0 0 0,-25 25 0,25-25 0,0 25 47,0-25-47,-25 0 0,25 0 0,0 24 0,0-24 0,0 0 0,0 0 0,0 0 0,0 0 0,0 0 0,0 0 0,0 0 0,0 0 0,0 0 0,0 0 0,0 0 15,25 0-15,-25 0 0,0 0 0,0 0 0,25 0 16,-25 0-16,0 0 0,24 0 0,-24 0 0,0 0 0,0 0 15,25 0-15,-25 0 0,0 25 0,0-25 0,25 0 16,-25 0-16,0 25 0,0-25 0,0 0 0,0 25 0,0-25 16,0 0-16,0 0 0,0 25 0,0-25 0,0 0 15,0 24-15,0-24 0,0 0 0,0 0 0,0 0 0,-25 25 16,25-25-16,0 0 0,0 0 0,-25 25 0,25-25 15,0 0-15,-24 0 0,24 0 0,0 0 0,-25 0 16,25 25-16,-25-25 0,25 0 0,0 0 0,-25 0 0,25 0 16,0 0-16,0 0 0,-25 0 0,25 0 0,0 0 15,0-25-15,-24 25 0,24 0 0,0 0 0,0 0 0,0 0 16,0-25-16,0 25 0,0 0 0,0 0 0,0-25 15,24 25-15,-24 0 0,0-24 0,0 24 0,0 0 16,25-25-16,-25 25 0,0 0 0</inkml:trace>
  <inkml:trace contextRef="#ctx0" brushRef="#br0" timeOffset="178201.1925">5184 11832 0,'0'0'0,"0"0"16,0 0-16,0 0 0,0-25 0,0 25 0,0 0 0,0 0 16,0 0-16,0 0 0,0 0 0,0 0 0,0 0 15,0 0-15,0 0 0,0 0 0,0 25 0,0-25 0,0 0 16,0 0-16,-25 25 0,25-25 0,0 24 0,-24-24 15,24 25-15,0-25 0,-25 25 0,25-25 0,0 25 0,-25-25 16,25 25-16,0-25 0,-25 24 0,25-24 0,0 25 0,0-25 16,-25 25-16,25-25 0,0 25 0,0-25 0,-24 0 15,24 25-15,0-25 0,0 0 0,0 0 0</inkml:trace>
  <inkml:trace contextRef="#ctx0" brushRef="#br0" timeOffset="178570.2136">5432 12278 0,'0'0'0,"0"0"0,0 0 0,0 0 0,0 0 0,0 0 16,0 0-16,25-24 0,-25 24 0,0 0 0,0 0 16,0 0-16,0 0 0,0 0 0,0 0 0,25 0 0,-25 0 15,0 0-15,25 0 0,-25 0 0,0 24 0,24-24 16,-24 0-16,25 0 0,-25 0 0,25 0 0,-25 0 15,25 0-15,-25 0 0,25 0 0,-25 25 0,0-25 0,24 0 16,-24 0-16,0 0 0,25 0 0,-25 25 0,0-25 0,0 0 16,0 0-16,0 25 0</inkml:trace>
  <inkml:trace contextRef="#ctx0" brushRef="#br0" timeOffset="178760.2243">5482 12502 0,'0'0'15,"0"0"-15,0 0 0,0 0 0,0 0 0,0 0 0,0 0 0,0 0 16,0 0-16,0 0 0,0 0 0,0 0 0,25 0 0,-25 0 15,0 0-15,24 0 0,-24 0 0,25 0 0,-25-25 16,25 25-16,-25 0 0,25 0 0,-25 0 0,25 25 16,-25-25-16,24 0 0,-24 0 0,25 0 0,-25 0 0,25 0 15,-25 0-15,25 0 0,-25 0 0,25 0 0,-25 0 16,24 0-16,-24 24 0,25-24 0,-25 0 0</inkml:trace>
  <inkml:trace contextRef="#ctx0" brushRef="#br0" timeOffset="179407.2615">6548 11931 0,'0'0'0,"0"0"0,-24 0 0,24-25 0,0 25 15,0 0-15,0 0 0,0 0 0,0 0 0,0-25 16,0 25-16,0 0 0,0 0 0,0 0 0,0 0 0,0 0 15,0 0-15,0 0 0,0 0 0,0 0 0,0 0 16,0 0-16,0 0 0,0 0 0,-25 0 0,25 0 0,0 0 16,0 25-16,0-25 0,0 0 0,0 0 0,0 25 15,-25-25-15,25 0 0,0 25 0,0-25 0,0 0 0,0 25 16,0-25-16,-25 24 0,25-24 0,0 25 0,0-25 15,0 0-15,0 25 0,0-25 0,0 25 0,0-25 16,0 0-16,0 25 0,0-25 0,25 0 0,-25 24 0,0-24 16,0 25-16,25-25 0,-25 0 0,25 25 0,-25-25 15,0 0-15,24 0 0,-24 25 0,25-25 0,-25 0 16,0 25-16,25-25 0,-25 0 0,0 0 0,0 25 0,0-25 15,0 0-15,25 24 0,-25-24 0,-25 0 0,25 0 16,0 0-16,0 25 0,0-25 0,0 0 0,-25 0 0,25 25 16,0-25-16,0 0 0,-25 0 0,25 0 0,0 0 15,-24 25-15,24-25 0,0 0 0,-25 0 0,25 0 16,0 0-16,0 0 0,-25 0 0,25 0 0,0 0 0,0 25 15,0-25-15,0 0 0,0 0 0,0 0 0,0 0 16,0 0-16,0 0 0,0 0 0,0 0 0,0 0 0,0 0 16,25 0-16,-25 0 0,0 0 0,0 0 0,25 0 15,-25 24-15,0-24 0,0 0 0,0 0 0,24 25 0,-24-25 16,0 25-16,0-25 0,0 0 0,25 25 0,-25-25 15,0 25-15,0-25 0,0 24 0,0-24 0,0 25 0,0-25 16,0 25-16,0-25 0,-25 25 0,25-25 0,0 25 16,0-25-16,0 24 0,0-24 0,-24 25 0,24-25 15,0 0-15,0 25 0,-25-25 0,25 0 0,0 25 0,-25-25 16,25 0-16,0 25 0,0-25 0,-25 0 0,25 0 15,0 0-15,0 24 0,-25-24 0,25 0 0,0 0 16,0 0-16</inkml:trace>
  <inkml:trace contextRef="#ctx0" brushRef="#br0" timeOffset="180110.3013">6970 12353 0,'0'0'0,"0"0"0,0-25 0,0 25 0,0 0 0,0 0 16,0 0-16,0-25 0,0 25 0,0 0 0,0 0 15,0 0-15,0 0 0,0 0 0,0-25 0,0 25 0,0 0 16,0 0-16,0 0 0,0 0 0,0 0 0,0 0 16,0 0-16,0 0 0,0 25 0,0-25 0,0 0 15,0 0-15,0 0 0,0 0 0,0 25 0,0-25 0,0 0 16,0 25-16,0-25 0,0 25 0,0-25 0,-25 24 15,25-24-15,0 25 0,0-25 0,0 25 0,0-25 0,-24 25 16,24-25-16,0 25 0,0-25 0,0 24 0,0-24 16,0 0-16,0 25 0,0-25 0,0 0 0,0 25 15,0-25-15,0 0 0,0 25 0,0-25 0,0 0 0,0 0 16,0 0-16,0 0 0,0 25 0,24-25 0,-24 0 15,0 0-15,0 0 0,25-25 0,-25 25 0,25 0 0,-25 0 16,0 0-16,25-25 0,-25 25 0,25 0 0,-25-25 16,24 25-16,-24-25 0,25 25 0,-25 0 0,25-24 0,-25 24 15,25-25-15,-25 0 0,25 25 0,-25-25 0,0 25 16,24-25-16,-24 25 0,0-24 0,25 24 0,-25-25 15,0 25-15,0-25 0,0 25 0,25 0 0,-25-25 0,0 25 16,0 0-16,0 0 0,0 0 0,0 0 0,0 0 0,0 0 16,0 0-16,0 0 0,0 0 0,0 0 0,0 0 15,0 0-15,0 25 0,0-25 0,-25 0 0,25 25 16,0-25-16,0 25 0,0-25 0,0 24 0,0-24 15,0 25-15,-25-25 0,25 25 0,0-25 0,0 25 0,0-25 16,0 25-16,-24-25 0,24 24 0,0-24 0,0 0 16,0 25-16,0-25 0,0 0 0,0 25 0,0-25 15,0 0-15,0 25 0,0-25 0,0 0 0,0 0 0,0 0 16,0 25-16,0-25 0,0 0 0,0 0 0,0 0 15,24 0-15,-24 0 0,0 0 0,0-25 0,25 25 0,-25 0 16,0 0-16</inkml:trace>
  <inkml:trace contextRef="#ctx0" brushRef="#br0" timeOffset="180388.3176">7516 12378 0,'0'0'0,"0"0"0,0 0 0,0 0 0,0 0 0,0 0 15,0 0-15,0 0 0,0 0 0,0 0 0,25 0 16,-25 0-16,0 0 0,0 0 0,24 0 0,-24 0 15,0 0-15,25 0 0,-25 0 0,25 0 0,-25 0 0,0 0 16,25 0-16,-25 24 0,25-24 0,-25 0 0,24 0 0,-24 0 78,25 0-78,0 25 47,0-25-47,-25 0 0,0 0 0,0 0 0,0 25 0</inkml:trace>
  <inkml:trace contextRef="#ctx0" brushRef="#br0" timeOffset="180496.3233">7565 12526 0,'-24'0'0,"24"0"0,0 25 0,0-25 0,0 0 0,0 0 0,0 0 0,0 0 16,0 0-16,0 0 0,0 0 0,24 0 0,-24 0 0,0 0 16,25 0-16,-25 0 0,25 0 0,-25 0 0,25 0 15,-25 0-15,25 0 0,-25 0 0,24 0 0,-24 0 16,0 0-16,25 0 0,-25 0 0,25 0 0,-25 0 0,0 0 15,25 25-15,-25-25 0,0 0 0,25 0 0,-25 0 16</inkml:trace>
  <inkml:trace contextRef="#ctx0" brushRef="#br0" timeOffset="180877.3456">8508 12229 0,'0'-25'0,"0"25"0,0-25 0,0 25 16,0 0-16,0-25 0,0 25 0,0 0 0,0-25 15,0 25-15,0 0 0,0 0 0,0-24 0,0 24 16,0 0-16,0 0 0,0 0 0,0 0 0,0 0 0,0 0 16,0 0-16,-25 0 0,25 0 0,0 0 0,0 0 15,0 24-15,-25-24 0,25 0 0,0 25 0,-24-25 0,24 25 16,-25-25-16,25 25 0,-25 0 0,25 0 0,0-25 15,-25 24-15,25 1 0,-25 0 0,25 0 0,0 0 0,0-25 16,-24 24-16,24 1 0,0 0 0,0-25 0,0 25 16,0 0-16,0-25 0,0 24 0,0-24 0,24 25 15,-24-25-15,0 25 0,25-25 0,-25 25 0,25-25 0,-25 0 16,25 0-16,-25 0 0,25 25 0,-1-25 0,-24 0 15,25 0-15,0 0 0</inkml:trace>
  <inkml:trace contextRef="#ctx0" brushRef="#br0" timeOffset="181332.3713">8979 12254 0,'0'0'0,"0"0"0,0-25 0,0 25 0,0 0 0,0-25 15,0 25-15,0 0 0,0 0 0,0-25 0,0 25 16,0 0-16,0 0 0,0 0 0,0 0 0,25 0 15,-25 0-15,0-25 0,0 25 0,25 0 0,-25 0 0,0 0 16,0 0-16,25 0 0,-25 0 0,0 0 0,0 25 16,0-25-16,25 0 0,-25 0 0,0 0 0,0 25 15,0-25-15,0 0 0,0 0 0,0 25 0,0-25 0,0 25 16,-25-25-16,25 24 0,0-24 0,-25 25 0,25-25 15,0 25-15,-25-25 0,25 25 0,-25 0 0,25-25 0,0 24 16,-25-24-16,25 25 0,-24-25 0,24 25 0,0-25 16,-25 0-16,25 25 0,0-25 0,-25 0 0,25 25 15,0-25-15,0 0 0,0 0 0,0 0 0,0 24 0,0-24 16,0 0-16,0 0 0,0 0 0,0 0 0,25 0 15,-25 0-15,0 0 0,0 25 0,25-25 0,-25 0 0,24 0 16,-24 0-16,25 0 0,-25 0 0,25 0 0,-25 0 16,25 0-16,-25 0 0,25 0 0,-25 0 0,25 25 15,-1-25-15,-24 0 0,25 0 0,-25-25 0,25 25 0,-25 0 16,25 0-16,-25 0 0,25 0 0</inkml:trace>
  <inkml:trace contextRef="#ctx0" brushRef="#br0" timeOffset="181523.3823">9302 12477 0,'0'0'16,"0"0"-16,0 0 0,0 0 0,0 0 0,0 0 15,0 0-15,0 25 0,0-25 0,0 0 0,0 0 0,0 0 16,0 0-16,0 24 0,0-24 0,0 0 0,0 0 16,0 25-16,-25-25 0,25 25 0,0-25 0,0 0 0,0 25 15,0-25-15,-25 25 0,25-25 0,0 0 0,0 24 16,0-24-16,0 25 0,0-25 0,-25 0 0,25 25 15,0-25-15,0 0 0,0 25 0,0-25 0,0 0 0,0 0 16,0 0-16,0 0 0,0 0 0,25 0 0</inkml:trace>
  <inkml:trace contextRef="#ctx0" brushRef="#br0" timeOffset="181995.4093">9947 12254 0,'0'-25'15,"0"25"-15,0 0 0,0 0 0,0-25 0,0 25 0,0 0 16,0 0-16,0 0 0,0 0 0,0 0 0,0 0 15,0 0-15,0 0 0,0 0 0,0 0 0,0 25 0,0-25 16,0 0-16,0 0 0,0 25 0,-25-25 0,25 0 16,0 24-16,0-24 0,0 25 0,0-25 0,0 25 15,0-25-15,-25 0 0,25 25 0,0-25 0,0 25 0,0-25 16,0 0-16,0 24 0,0-24 0,0 25 0,0-25 15,0 0-15,0 25 0,0-25 0,0 25 0,0-25 0,0 0 16,0 25-16,0-25 0,25 0 0,-25 24 0,0-24 16,0 0-16,0 25 0,0-25 0,25 0 0,-25 0 0,0 25 15,0-25-15,24 0 0,-24 25 0,0-25 0,0 0 0,25 0 16,-25 25-16,0-25 0,0 0 0,0 0 0,0 0 15,25 0-15,-25 24 0,0-24 0,0 0 0,0 0 16,0 0-16,0 0 0,0 0 0,0 0 0,0 0 0,0 0 16,0 0-16,0 0 0,0 0 0,-25 0 0,25 0 15,0 0-15,0 0 0,-25 0 0,25 0 0,0 0 16,-24 0-16,24 0 0,-25 0 0,25 0 0,0 0 0,-25 0 15,25 0-15,-25 0 0,25 0 0,0 0 0,-25 0 16,25-24-16,0 24 0,-24 0 0,24-25 0,0 25 16,0 0-16</inkml:trace>
  <inkml:trace contextRef="#ctx0" brushRef="#br0" timeOffset="182192.4208">10071 12229 0,'0'0'0,"0"0"0,0 0 15,0-25-15,0 25 0,0 0 0,0 0 0,0 0 16,0 0-16,0 0 0,0 0 0,0 0 0,25-25 0,-25 25 15,0 0-15,0 0 0,24 0 0,-24 0 0,0 0 16,25 0-16,-25 25 0,25-25 0,-25 0 0,25 0 16,-25 0-16,25 0 0,-25 25 0,24-25 0,1 0 0,-25 0 15,25 25-15,-25-25 0,25 0 0,-25 0 0,0 24 0,25-24 16,-25 0-16,24 0 0,-24 25 0</inkml:trace>
  <inkml:trace contextRef="#ctx0" brushRef="#br0" timeOffset="182411.4333">10418 12427 0,'0'0'16,"0"0"-16,0 0 0,0 25 0,0-25 0,0 0 15,0 0-15,0 0 0,0 25 0,0-25 0,0 0 0,0 25 16,0-25-16,-25 0 0,25 24 0,0-24 0,0 0 15,-25 25-15,25-25 0,0 25 0,0-25 0,-24 0 16,24 25-16,0-25 0,-25 25 0,25-25 0,0 24 0,0-24 16,-25 0-16,25 25 0,0-25 0,0 0 0,0 0 15,0 0-15,0 0 0,0 0 0,0 25 0</inkml:trace>
  <inkml:trace contextRef="#ctx0" brushRef="#br0" timeOffset="182832.4573">10939 12328 0,'-25'0'0,"25"-25"0,0 25 15,0-25-15,0 25 0,0-24 0,-25 24 0,25-25 0,0 25 16,0 0-16,0-25 0,0 25 0,-25 0 0,25 0 15,0 0-15,0 0 0,0 0 0,0 0 0,0 0 16,0 0-16,-24 0 0,24 25 0,0-25 0,0 0 16,0 25-16,-25-25 0,25 24 0,0 1 0,0-25 0,0 25 15,-25-25-15,25 25 0,0 0 0,0-25 0,0 24 0,0 1 16,0-25-16,0 25 0,0-25 0,0 25 0,0-25 15,0 25-15,0-25 0,0 0 0,0 24 0,0-24 16,25 0-16,-25 25 0,0-25 0,0 0 0,25 0 0,-25 0 16,0 0-16,24 0 0,-24 0 0,0 0 0,25 0 15,-25 0-15,0 0 0,25-25 0,-25 25 0,25 0 0,-25 0 16,0-24-16,0 24 0,25-25 0,-25 25 0,0 0 15,0-25-15,0 25 0,0-25 0,0 0 0,24 25 0,-24-24 16,0 24-16,0-25 0,0 25 0,0 0 0,0-25 16,0 25-16,0 0 0,-24 0 0,24-25 0,0 25 15,0 0-15,0 0 0,0 0 0,0 0 0,0 0 0,0 0 16,-25 0-16,25 0 0,0 25 0,0-25 0,0 0 15,0 0-15,0 0 0,0 0 0,0 0 0</inkml:trace>
  <inkml:trace contextRef="#ctx0" brushRef="#br0" timeOffset="183143.4752">11286 12030 0,'25'0'0,"-25"0"0,0 0 15,0 0-15,25 0 0,-25 0 0,0 0 0,25 0 0,-25 0 16,24 0-16,-24 0 0,0 0 0,25 25 0,-25-25 16,25 0-16,-25 25 0,25-25 0,-25 0 0,0 25 0,25-25 15,-25 24-15,0 1 0,24-25 0,-24 25 0,0-25 16,0 25-16,25 0 0,-25 0 0,0-25 0,0 24 15,0 1-15,0-25 0,-25 25 0,25-25 0,0 25 0,0 0 16,-24-25-16,24 24 0,-25-24 0,25 25 0,-25-25 16,25 25-16,0-25 0,-25 25 0,25-25 0,-25 0 0,25 25 15,-24-25-15,24 0 0,-25 24 0,25-24 0,-25 0 16,25 25-16,-25-25 0,25 0 0,0 0 0,0 0 15,0 0-15,-25 25 0,25-25 0,0 0 0</inkml:trace>
  <inkml:trace contextRef="#ctx0" brushRef="#br0" timeOffset="183347.4869">11881 12402 0,'0'-24'0,"0"24"16,0 0-16,0 0 0,0 0 0,0 0 0,0 0 0,0 0 15,0 0-15,0 0 0,0 0 0,0 0 0,0 0 16,0 0-16,0 0 0,0 0 0,0 0 0,0 0 16,0 0-16,0 0 0,0 24 0,0-24 0,0 0 0,0 0 15,0 0-15,0 0 0,0 25 0</inkml:trace>
  <inkml:trace contextRef="#ctx0" brushRef="#br0" timeOffset="183558.4989">11931 12551 0,'0'25'15,"0"-25"-15,0 0 0,0 0 0,0 25 0,0-25 0,0 0 16,0 0-16,0 25 0,0-25 0,25 0 0,-25 24 16,0-24-16,0 0 0,0 25 0,0-25 0,0 25 0,-25-25 15,25 0-15,0 25 0,0-25 0,-25 25 0,25-25 0,-25 0 16,25 24-16,0-24 0,-24 25 0,24-25 0,-25 0 15,0 25-15,25-25 0,-25 0 0,25 25 0,-25-25 16,25 0-16,-24 25 0,24-25 0,-25 0 0,0 0 0,25 0 16,-25 0-16</inkml:trace>
  <inkml:trace contextRef="#ctx0" brushRef="#br0" timeOffset="184079.5287">12626 12179 0,'0'0'16,"0"0"-16,0 25 0,0-25 0,0 0 0,0 0 15,0 0-15,-25 0 0,25 0 0,0 25 0,0-25 0,0 0 16,0 25-16,0-25 0,0 24 0,-25-24 0,25 25 16,0-25-16,0 25 0,0-25 0,0 25 0,0 0 0,0-25 15,-25 24-15,25-24 0,0 25 0,0-25 0,0 25 16,0-25-16,0 25 0,0 0 0,0-25 0,25 0 15,-25 24-15,0-24 0,0 25 0,0-25 0,0 0 0,0 0 16,0 25-16,25-25 0,-25 0 0,0 0 0,0 0 16,0 0-16,25 0 0,-25 0 0,0 0 0,0-25 0,24 25 15,-24 0-15,25-25 0,-25 25 0,0 0 0,25-24 16,-25 24-16,25-25 0,-25 0 0,0 25 0,25-25 15,-25 0-15,24 25 0,-24-24 0,0-1 0,25 25 0,-25-25 16,0 0-16,25 25 0,-25 0 0,0-25 0,0 25 16,0-24-16,0 24 0,0 0 0,0 0 0,0 0 0,0 0 15,0 0-15,0 0 0,0 0 0,0 0 0,0 0 16,0 0-16,0 0 0,0 0 0,0 24 0,0-24 0,-25 0 15,25 0-15,0 0 0,0 25 0</inkml:trace>
  <inkml:trace contextRef="#ctx0" brushRef="#br0" timeOffset="184310.5419">13370 12353 0,'0'-25'0,"0"25"0,0 0 0,0 0 0,0 0 15,0-25-15,0 25 0,0 0 0,0 0 0,0 0 0,0 0 16,25 0-16,-25 0 0,0 0 0,24 0 0,-24 0 16,25 0-16,0 0 0,-25 0 0,25 25 0,0-25 0,-1 0 15,-24 0-15,25 0 0,0 25 0,-25-25 0,25 0 16,-25 0-16,25 25 0,-25-25 0,0 0 0,24 0 0,-24 24 15,0-24-15,0 0 0</inkml:trace>
  <inkml:trace contextRef="#ctx0" brushRef="#br0" timeOffset="184476.5513">13370 12551 0,'-25'0'0,"25"0"0,0 0 16,0 0-16,0 0 0,0 0 0,0 0 0,0 0 16,0 0-16,25 0 0,-25 0 0,0 0 0,0 0 0,25 0 15,-25 0-15,24 0 0,-24 0 0,25 0 0,-25 0 0,25 0 16,-25 25-16,25-25 0,0 0 0,-25 0 15,24 0-15,-24 0 0,25 0 0,-25 0 0,25 0 0,-25 0 16,25 0-16</inkml:trace>
  <inkml:trace contextRef="#ctx0" brushRef="#br0" timeOffset="184828.5716">14511 12055 0,'0'0'0,"0"0"0,0 0 0,0 0 15,0 0-15,-25 0 0,25 0 0,0 25 0,-25-25 0,25 0 16,0 0-16,-25 25 0,25-25 0,-24 0 0,24 24 16,-25 1-16,25-25 0,-25 25 0,25 0 0,-25-25 15,25 25-15,-25 0 0,25-1 0,0-24 0,-25 25 0,25 0 16,0 0-16,0 0 0,-24-25 0,24 24 0,0 1 15,0-25-15,0 25 0,0 0 0,0-25 0,0 25 16,0-25-16,0 24 0,0-24 0,0 25 0,0-25 0,24 25 16,-24-25-16,0 0 0,0 0 0,25 25 0,-25-25 15,0 0-15,25 0 0,-25 0 0,0 0 0</inkml:trace>
  <inkml:trace contextRef="#ctx0" brushRef="#br0" timeOffset="185192.5924">14957 12303 0,'0'0'0,"0"0"0,0 0 0,0 0 0,0 0 0,0-25 16,0 25-16,0 0 0,0 0 0,0 0 0,0 0 15,0 0-15,0 0 0,0 0 0,25 0 0,-25 0 16,0 0-16,25 0 0,-25 0 0,0 0 0,25 0 0,-25 25 15,24-25-15,1 0 0,-25 0 0,25 0 0,-25 0 16,25 0-16,-25 0 0,25 0 0,-25 25 0,24-25 0,-24 0 16</inkml:trace>
  <inkml:trace contextRef="#ctx0" brushRef="#br0" timeOffset="185630.6174">15379 12353 0,'0'-25'0,"0"25"0,0 0 0,0 0 16,0 0-16,0-25 0,0 25 0,0 0 0,0 0 16,25 0-16,-25-25 0,0 25 0,0 0 0,0 0 15,0 0-15,0-24 0,25 24 0,-25 0 0,0 0 0,0-25 16,24 25-16,-24 0 0,0 0 0,0 0 0,25 0 15,-25 0-15,0 0 0,0 0 0,25 0 0,-25 0 0,0 0 16,0 0-16,25 0 0,-25 0 0,0 0 0,25 0 16,-25 0-16,0 0 0,0 0 0,0 25 0,0-25 0,24 0 15,-24 0-15,0 0 0,0 24 0,0-24 0,-24 0 16,24 25-16,0-25 0,0 0 0,0 25 0,-25-25 15,25 25-15,0-25 0,-25 25 0,25-25 0,-25 24 0,25-24 16,-25 25-16,1-25 0,24 25 0,-25-25 0,0 0 16,25 25-16,-25-25 0,25 25 0,-25-25 0,25 0 0,-25 24 15,25-24-15,0 0 0,-24 0 0,24 0 0,0 25 16,0-25-16,0 0 0,0 0 0,0 0 0,0 0 15,0 0-15,0 25 0,24-25 0,-24 0 0,0 0 0,0 0 16,25 0-16,-25 0 0,25 0 0,-25 0 0,25 25 16,0-25-16,-25 0 0,25 0 0,-1 0 0,-24 0 15,25 0-15,0 25 0,-25-25 0,25 0 0,0 0 0,-1 0 16,-24 0-16,25 0 0,-25 0 0,25 0 0,0 0 15,-25 0-15</inkml:trace>
  <inkml:trace contextRef="#ctx0" brushRef="#br0" timeOffset="185827.6287">15801 12576 0,'0'0'0,"0"0"16,0 0-16,0 0 0,0 0 0,0 0 0,0 0 0,0 0 15,0 0-15,0 0 0,0 0 0,0 0 0,0 25 16,0-25-16,0 0 0,0 0 0,0 25 0,0-25 0,-25 0 15,25 24-15,0-24 0,-25 0 0,25 25 0,0-25 16,-25 25-16,25-25 0,-25 0 0,25 25 0,-24-25 16,24 0-16,0 0 0,0 25 0,-25-25 0</inkml:trace>
  <inkml:trace contextRef="#ctx0" brushRef="#br0" timeOffset="186824.6857">16520 12328 0,'-25'124'0,"25"-99"0,-25-25 0,25 0 0,-24 0 31</inkml:trace>
  <inkml:trace contextRef="#ctx0" brushRef="#br0" timeOffset="188178.7632">16396 12204 0,'0'0'0,"0"0"0,0 0 0,0-25 15,0 25-15,0 0 0,0 0 0,0 0 0,0 0 16,0 0-16,0 0 0,0 0 0,0 0 0,0 0 0,0 0 15,0 0-15,0 0 0,0 0 0,0-25 0,0 25 0,0 0 16,0 0-16,0 0 0,0 0 0,25 0 0,-25 0 16,0 0-16,0 0 0,0 0 0,0 0 0,0-25 0,0 25 15,0 0-15,0 0 0,0 0 0,0 0 0,25 0 16,-25 0-16,0-24 0,0 24 0,0 0 0,24 0 15,-24 0-15,0 0 0,0-25 0,25 25 0,-25 0 0,0 0 16,25 0-16,-25 0 0,0 0 0,25-25 0,-25 25 16,0 0-16,25 0 0,-25 0 0,0 0 0,0 0 0,24 0 15,-24 0-15,0 0 0,25 0 0,-25 25 0,0-25 16,0 0-16,0 0 0,0 0 0,25 0 0,-25 25 15,0-25-15,0 0 0,0 0 0,0 24 0,0-24 0,0 25 16,0-25-16,0 0 0,-25 25 0,25-25 0,0 25 16,0-25-16,0 0 0,-25 25 0,25-25 0,0 25 0,-24-25 15,24 24-15,0-24 0,-25 25 0,25-25 0,-25 0 16,25 25-16,-25-25 0,25 0 0,-25 0 0,25 25 15,-24-25-15,24 0 0,0 0 0,-25 25 0,25-25 0,-25 0 16,25 0-16,0 0 0,-25 0 0,25 24 0,0-24 16,-25 0-16,25 0 0,0 0 0,0 0 0,0 0 0,0 0 15,0 0-15,0 0 0,0 0 0,0 0 0,0 0 16,0 0-16,0 0 0,0 0 0,0 0 0,0 0 0,0-24 15,0 24-15,25 0 0,-25 0 0,0 0 0,0 0 16,25 0-16,-25 0 0,0 0 0,0 0 0,25-25 16,-25 25-16,0 0 0,25 0 0,-25 0 0,24 0 0,-24 0 15,0 0-15,25 0 0,-25 0 0,0 0 0,0 0 16,25 25-16,-25-25 0,0 0 0,0 0 0,25 0 15,-25 24-15,0-24 0,0 0 0,0 0 0,0 25 0,0-25 16,0 0-16,0 25 0,0-25 0,0 0 0,-25 0 16,25 25-16,0-25 0,0 0 0,0 0 0,-25 25 0,25-25 15,0 0-15,0 0 0,0 24 0,-25-24 0,25 0 16,0 0-16,0 0 0,0 25 0,-24-25 0,24 0 0,0 0 15,0 0-15,-25 0 0,25 0 0,0 0 0,0 25 16,0-25-16,-25 0 0,25 0 0,0 0 0,-25 0 16,25 0-16,0 0 0,0-25 0,0 25 0,-25 0 0,25 0 15,0 0-15,0 0 0,0 0 0,0 0 0,0 0 16,0-25-16,0 25 0,0 0 0,0 0 0,-25 0 0,25 0 15,0 0-15,0 0 0,0 0 0,0-24 0,0 24 16,25 0-16,-25 0 0,0 0 0,0 0 0,0 0 0,0 0 16,0 0-16,25 0 0,-25 0 0,0 0 0,25 0 15,-25 0-15,25 0 0</inkml:trace>
  <inkml:trace contextRef="#ctx0" brushRef="#br0" timeOffset="188503.7818">16743 12824 0,'0'25'0,"0"-25"0,0 0 0,0 0 0,0 0 0,0 0 0,0 0 0,0 0 0</inkml:trace>
  <inkml:trace contextRef="#ctx0" brushRef="#br0" timeOffset="189019.8113">17462 12526 0,'0'0'0,"0"0"0,0 0 0,0 0 15,0 0-15,0 0 0,0 0 0,0 0 0,0 0 0,0 0 0,0 0 0,0 0 0,0 0 0,0 0 0,0 0 0,0 0 0,0 0 0,0 0 0,0 0 0,0 0 0,0 0 0,0 0 0,0 0 0,0 0 16,0 0-16,0 0 0,0 0 0,0 0 0,0 0 0,0 0 0,0 0 0,0 0 0,0 0 0,0 0 0,0 0 0,0 0 0,0 0 0,0 0 0,0 0 0,0 0 0,0 0 0,0 0 0,0 0 0,0 0 15,0 0-15,0 0 0,0 0 0,0 0 0,0 0 16,0 0-16,0 25 0,0-25 0,0 0 0,0 0 0,0 0 16,0 0-16,0 0 0,0 0 0,0 0 0,0 0 0,0 0 15,0 0-15,0 0 0,0 0 0,0 0 0,0 0 16,0 0-16,0 0 0,0 0 0,0 0 0,0 0 15,0 0-15,0 0 0,0 0 0,0 0 0,0 0 0,0 0 16,25 0-16,-25 0 0,0 0 0,0 0 0,0 0 16,0 0-16,0 0 0</inkml:trace>
  <inkml:trace contextRef="#ctx0" brushRef="#br0" timeOffset="189399.8329">17066 12477 0,'0'0'0,"0"0"0,0 0 0,0 0 0,0 0 0,24 0 16,-24 0-16,0 0 0,0 0 0,0 0 0,0 0 0,0 0 15,0 0-15,25 0 0,-25 0 0,0 0 0,0 25 16,0-25-16,0 0 0,0 0 0,0 24 0,0-24 15,0 0-15,0 0 0,0 25 0,0-25 0,0 25 0,0-25 16,0 0-16,0 25 0,0-25 0,0 25 0,0-25 16,-25 0-16,25 24 0,0-24 0,0 25 0,-24-25 0,24 0 15,0 25-15,-25-25 0,25 0 0,0 25 0,-25-25 16,25 0-16,-25 25 0,0-25 0,25 0 0,-24 0 0,24 0 15,-25 0-15,0 24 0,25-24 0,-25 0 0,25 0 16,-25 0-16,25 0 0,0 0 0,-24-24 0</inkml:trace>
  <inkml:trace contextRef="#ctx0" brushRef="#br0" timeOffset="190020.8683">17711 12576 0,'0'25'0,"0"-25"0,0 0 0,0 0 0,0 0 0,0 25 0,-25-25 0,25 0 0,0 0 0,0 0 16,0 0-16,0 0 0,0 0 0,0 0 0,0 0 0,0 0 0,0 0 0,0 0 0,25 0 0,-25 0 0</inkml:trace>
  <inkml:trace contextRef="#ctx0" brushRef="#br0" timeOffset="191618.96">17537 12452 0,'0'0'16,"0"0"-16,0 0 0,0 0 0,0 0 0,0 0 0,0 0 15,0 0-15,0 0 0,0 0 0,0 0 0,0 0 16,0 0-16,0 0 0,0 0 0,0 0 0,0 0 15,0 0-15,0 0 0,25 0 0,-25 0 0,0 0 16,0 0-16,0 0 0,0 0 0,0 0 0,25 0 0,-25-25 16,0 25-16,0 0 0,24 0 0,-24-25 0,0 25 0,25 0 15,-25-24-15,0 24 0,25 0 0,-25-25 0,25 25 16,-25 0-16,25-25 0,-25 25 0,24-25 0,-24 25 15,25-25-15,-25 25 0,25-24 0,-25 24 0,25-25 0,-25 25 16,0-25-16,25 25 0,-25-25 0,24 25 0,-24-25 16,25 25-16,-25-25 0,0 1 0,25 24 0,-25-25 0,0 25 15,0 0-15,25-25 0,-25 25 0,0-25 0,0 25 16,25 0-16,-25 0 0,0-25 0,0 25 0,0 0 0,0 0 15,0 0-15,0 0 0,0 0 0,0 0 0,0 0 16,0 0-16,0 0 0,0 0 0,0 0 0,0 0 16,0 0-16,0 0 0,0 0 0,0 25 0,0-25 0,0 0 15,0 25-15,0-25 0,-25 0 0,25 25 0,0-25 16,0 25-16,0-25 0,0 24 0,0 1 0,0-25 15,0 25-15,-25-25 0,25 25 0,0-25 0,0 25 0,0-25 16,0 25-16,0-25 0,0 24 0,-25-24 0,25 25 16,0-25-16,0 25 0,0-25 0,0 0 0,0 25 0,-25-25 15,25 25-15,0-25 0,0 0 0,0 24 0,0-24 16,0 0-16,0 0 0,0 25 0,0-25 0,0 0 0,0 0 15,0 0-15,0 0 0,0 25 0,0-25 0,0 0 16,0 0-16,0 0 0,0 0 0,0 0 0,0 0 16,0 0-16,0 0 0,0 0 0,0 0 0,0 0 0,0 0 15,0 0-15,0 0 0,25 0 0,-25-25 0,0 25 16</inkml:trace>
  <inkml:trace contextRef="#ctx0" brushRef="#br0" timeOffset="191981.9803">18405 11881 0,'0'0'15,"0"0"-15,0 0 0,0 0 0,0 0 0,0 0 16,0 0-16,0 0 0,0 0 0,0 0 0,0 0 0,0 0 16,0 0-16,0 0 0,0 25 0,25-25 0,-25 25 15,0-25-15,0 25 0,0-25 0,25 25 0,-25-25 16,0 24-16,0 1 0,0-25 0,0 25 0,0 0 0,0-25 15,0 25-15,0-1 0,0 1 0,0-25 0,0 25 16,0 0-16,0 0 0,-25-25 0,25 25 0,0-1 16,0-24-16,-25 25 0,25-25 0,-25 25 0,25-25 0,0 25 15,-25-25-15,25 25 0,-24-25 0,24 24 0,-25-24 16,0 0-16,25 25 0,-25-25 0,25 0 0,0 0 0,-25 25 15,25-25-15,-24 0 0,24 0 0,0 0 0,0 0 16,-25 25-16,25-25 0,0 0 0,0 0 0,0 0 0,0 0 16,25-25-16</inkml:trace>
  <inkml:trace contextRef="#ctx0" brushRef="#br0" timeOffset="192553.0134">18777 12328 0,'0'0'15,"0"-25"-15,0 25 0,0 0 0,25 0 0,-25 0 16,0 0-16,0 0 0,0 0 0,0 0 0,0 0 0,0 0 16,0 0-16,0 0 0,0 0 0,0 0 0,0 0 0,0 0 405</inkml:trace>
  <inkml:trace contextRef="#ctx0" brushRef="#br0" timeOffset="193244.0529">18827 12576 0,'0'0'0,"0"25"0,-25-25 0,25 0 0,0 0 0,0 25 0,0-25 0,-25 24 0,25-24 0,0 0 0,0 25 0,-25-25 15,25 25-15,0-25 0,-24 0 0,24 25 0,-25-25 0,25 0 0,0 25 0,-25-25 0,25 0 0,0 24 0,-25-24 0,25 0 0,0 0 0,0 0 0,-25 0 0,25 0 0,0 0 0,0 0 0,0 0 0,0 0 0,0 0 0</inkml:trace>
  <inkml:trace contextRef="#ctx0" brushRef="#br0" timeOffset="194245.1102">19571 12030 0,'0'0'0,"25"0"0,-25 0 0,0 0 16,0 0-16,0 0 0,0 0 0,0 0 0,0 0 0,0 0 16,0 0-16,0 0 0,0 0 0,0 0 0,0 0 0,0 0 15,0 25-15,0-25 0,0 0 0,0 0 0,0 25 16,0-25-16,0 25 0,0-25 0,0 24 0,0-24 0,0 25 15,0-25-15,0 25 0,0 0 0,0-25 0,0 25 16,-25-25-16,25 25 0,0-1 0,0-24 0,0 25 16,0-25-16,0 25 0,0-25 0,0 25 0,-25-25 0,25 25 15,0-25-15,0 0 0,0 24 0,0-24 0,0 0 16,0 25-16,0-25 0,0 0 0,0 0 0,0 0 0,0 25 15,0-25-15,0 0 0,0 0 0,0 0 0,0 0 16,0 0-16,0 0 0,0 0 0,0 0 0,0 0 16,0 0-16,25 0 0,-25 0 0,0 0 0,0 0 15,0 0-15,0 0 0,25 0 0,-25-25 0,0 25 0,25 0 16,-25-25-16,0 25 0,24 0 0,-24-24 0,0 24 0,25-25 15,-25 25-15,25-25 0,-25 25 0,0-25 0,25 25 16,-25-25-16,25 25 0,-25-24 0,0-1 0,24 25 16,-24-25-16,0 25 0,25-25 0,-25 25 0,0 0 0,25-25 15,-25 25-15,0 0 0,0 0 0,0 0 0,0 0 16,0 0-16,0 0 0,0 0 0,0 0 0,0 0 0,0 0 15,0 0-15,0 0 0,0 0 0,0 0 0,0 25 16,0-25-16,0 0 0,0 25 0,0-25 0,0 25 0,0-25 16,-25 25-16,25-25 0,0 24 0,0-24 0,0 25 15,0-25-15,0 25 0,0-25 0,0 25 0,0-25 16,0 25-16,0-25 0,-25 0 0,25 24 0,0-24 0,0 0 15,0 0-15,25 25 0,-25-25 0,0 0 0,0 0 16,0 0-16,0 0 0,0 0 0,0 0 0,0 0 16,0 0-16,25 0 0,-25 0 0,0 0 0,0 0 0,25 0 15,-25 0-15,0 0 0,25 0 0,-25-25 0,24 25 16,-24 0-16,25 0 0,-25-24 0,25 24 0,-25 0 0,0-25 15,25 25-15,-25 0 0,25-25 0,-25 25 0,24-25 16,-24 0-16,25 25 0,-25-24 0,0 24 0,25-25 0,-25 25 16,0-25-16,25 25 0,-25 0 0,0-25 0,0 25 15,0 0-15,25 0 0,-25 0 0,0 0 0,0 0 0,0 0 16,0 0-16,0 0 0,0 0 0,0 0 0,0 0 15,0 0-15,-25 0 0,25 0 0,0 0 0,0 0 16,0 0-16,0 0 0,0 0 0,0 25 0,25-25 0,-25 0 16,0 0-16</inkml:trace>
  <inkml:trace contextRef="#ctx0" brushRef="#br0" timeOffset="194475.1233">20315 12254 0,'0'0'0,"0"0"0,0 0 0,0 0 16,0 0-16,0 0 0,0 0 0,0 0 0,25 0 0,-25 0 16,0 0-16,25 0 0,-25 0 0,0 0 0,24 0 15,-24 0-15,25 0 0,-25 24 0,25-24 0,0 0 16,-25 0-16,25 0 0,-25 0 0,24 25 0,-24-25 0,25 0 15,-25 0-15,25 0 0,-25 25 0,0-25 0,25 0 16,-25 0-16,0 0 0,0 0 0,0 0 0,0 0 16,0 0-16</inkml:trace>
  <inkml:trace contextRef="#ctx0" brushRef="#br0" timeOffset="194654.1336">20315 12427 0,'-25'0'0,"25"0"0,0 0 15,0 0-15,0 0 0,0 0 0,0 0 0,0 0 0,0 0 16,0 0-16,0 0 0,25 25 0,-25-25 0,0 0 15,25 0-15,-25 0 0,25 0 0,-25 0 0,24 0 0,1 0 16,-25 0-16,25 0 0,0 0 0,0 0 0,-25 0 16,24 0-16,1 25 0,-25-25 0,25 0 0,0 0 15,-25 0-15,25 0 0,-1 0 0</inkml:trace>
  <inkml:trace contextRef="#ctx0" brushRef="#br0" timeOffset="196631.2466">21109 12477 0,'0'25'0,"0"-25"0,0 0 0,0 0 0,25 24 0,-25-24 0,0 0 0,0 25 0,0-25 0,0 0 0,0 0 0,24 0 0,-24 25 0,0-25 0,0 0 0,0 0 0,0 0 0,25 0 0,-25 0 0,0 0 0,0 0 0,25 0 0,-25 0 0,0-25 0,25 25 0,-25 0 0,0 0 0</inkml:trace>
  <inkml:trace contextRef="#ctx0" brushRef="#br0" timeOffset="197829.3152">21456 11981 0,'-25'0'0,"25"0"0,0 0 16,0 0-16,0 0 0,0 0 0,0 0 0,0 0 15,0 0-15,0 0 0,0 0 0,0 0 0,0 0 0,0 0 16,0 0-16,0 0 0,0 0 0,0 0 0,0 0 15,0 0-15,0 0 0,0 0 0,0 0 0,0 0 0,0 0 16,0 0-16,0 0 0,0 0 0,-25 0 0,25 0 16,0 0-16,0 0 0,0 0 0,-24 0 0,24 0 0,0 0 15,0 0-15,-25 0 0,25 0 0,0 24 0,0-24 16,-25 0-16,25 0 0,0 0 0,-25 25 0,25-25 15,0 0 282</inkml:trace>
  <inkml:trace contextRef="#ctx0" brushRef="#br0" timeOffset="199382.4039">21382 12080 0,'0'0'16,"0"0"-16,0 0 0,0 0 0,0 0 0,-25 0 0,25 0 15,0 0-15,0 0 0,0 0 0,0 0 0,0 0 16,0 0-16,0 0 0,0 0 0,0 0 0,0-25 0,0 25 16,0 0-16,0 0 0,0 0 0,0 0 0,0 0 15,0 0-15,0 0 0,0 0 0,0 0 0,0 0 16,0 0-16,0 0 0,0 0 0,0 0 0,0 0 15,0 0-15,0 0 0,0 0 0,0 0 0,0 0 0,0 0 16,0 0-16,0 0 0,0 0 0,0 0 0,-25 0 0,25 0 16,0 0-16,0 0 0,0 0 0,0 0 15,0 0-15,0 0 0,-25 25 0,25-25 0,0 0 0,0 0 0,0 0 16,0 0-16,0 0 0,-25 25 0,25-25 0,0 0 15,0 0-15,0 0 0,-24 24 0,24-24 0,0 0 16,0 0-16,-25 25 0,25-25 0,0 0 0,0 0 0,-25 25 16,25-25-16,0 0 0,0 25 0,-25-25 0,25 0 15,0 0-15,0 25 0,-25-25 0,25 0 0,0 25 0,0-25 16,0 0-16,-24 24 0,24-24 0,0 0 0,0 25 15,0-25-15,0 0 0,0 25 0,-25-25 0,25 0 16,0 25-16,0-25 0,0 0 0,0 25 0,-25-25 0,25 24 16,0-24-16,0 0 0,0 25 0,0-25 0,-25 0 15,25 0-15,0 25 0,0-25 0,0 0 0,0 0 0,0 25 16,0-25-16,-25 0 0,25 25 0,0-25 0,0 0 15,0 0-15,0 24 0,0-24 0,0 0 0,0 0 16,0 25-16,0-25 0,0 0 0,-24 0 0,24 0 0,0 25 16,0-25-16,0 0 0,0 0 0,0 0 0,0 25 15,0-25-15,0 0 0,0 0 0,0 0 0,0 0 0,0 0 16,0 0-16,0 0 0,24 25 0,-24-25 0,0 0 15,0 0-15,0 0 0,0 0 0,0 0 0,0 0 0,0 0 16,0 0-16,0 0 0,0 0 0,0 0 0,0 0 16,0 24-16,0-24 0,0 0 0,0 0 0,0 0 15,0 0-15,0 0 0,0 0 47,0 0-47,0 0 0,0 0 0,0 0 0,0 0 0,0 0 0,0 0 0,0 0 0,0 0 0,0 0 0,0 0 0,0 0 0,0 0 0,0 0 0,0 0 0,25 0 0,-25 0 0,0 25 0,0-25 16,0 0-16,0 0 0,0 0 0,0 0 0,0 0 15,0 0-15,0 0 0,0 0 0,0 0 0,0 0 0,0 0 16,0 0-16,0 0 0,0 0 0,0 0 0,0 0 15,0 0-15,0 0 0,25-25 0,-25 25 0,0 0 0,0 0 16,25-24-16,-25 24 0,0 0 0</inkml:trace>
  <inkml:trace contextRef="#ctx0" brushRef="#br0" timeOffset="200371.4606">21779 12080 0,'0'0'0,"0"0"15,0 0-15,0 0 0,0 0 0,0 0 0,0 0 16,0 0-16,0 0 0,0 0 0,0 0 0,0 0 0,0 0 16,0 0-16,0 0 0,0 0 0,0 0 0,0 0 15,0 0-15,0 0 0,0 0 0,0 0 0,0 0 0,0 0 16,0 0-16,0 0 0,0 0 0,0 0 0,0 0 15,0 25-15,0-25 78,0 0-78,0 0 0,0 24 0,-25-24 0,25 0 0,0 25 0,0-25 0,0 25 0,0-25 0,0 0 0,0 25 0,-25-25 0,25 0 0,0 25 0,0-25 0,0 0 0,0 0 0,0 25 0,0-25 0,0 0 0,0 0 0,0 24 0,-25-24 0,25 0 0,0 0 0,0 0 0,0 0 0,0 25 0,0-25 0,0 0 16,0 0-16,0 0 0,25 0 0,-25 0 0,0 0 0,0 0 16,0 0-16,0 0 0,0 0 0,0 0 0,0 0 15,0 0-15,0 0 0,25 0 0,-25 0 0,0 0 0,0 0 16,25 0-16,-25 0 0,0 0 0,0 0 0,24 0 15,-24 0-15,0 0 0,25 0 0,-25 0 0,0 0 16,0 0-16,25 0 0,-25 0 0,0 0 0,0 0 0,0 0 16,0 0-16,0 0 0,25 0 0,-25 0 0,0 25 15,0-25-15,0 0 0,0 0 0,0 0 0,0 0 0,0 0 16,0 25-16,0-25 0,0 0 0,0 0 0,0 25 15,0-25-15,0 0 0,0 0 0,0 0 0,0 24 16,0-24-16,0 0 0,0 0 0,0 25 0,0-25 0,0 0 16,0 0-16,0 25 0,0-25 0,0 0 0,0 0 15,0 25-15,0-25 0,0 0 0,-25 0 0,25 0 0,0 25 16,0-25-16,0 0 0,0 0 0,0 0 15,0 0-15,0 24 0,-25-24 0,25 0 0,0 0 0,0 0 16,0 0-16,0 0 0,0 0 0,0 0 0,-25 0 0,25 0 16,0 0-16,0 0 0,0 0 0,-24 0 0,24 0 15,0 0-15,0 0 0,0 25 0,-25-25 0,25 0 0,0 0 16,0-25-16,0 25 0,-25 0 0,25 0 0,0 0 15,0 0-15,0 0 0,-25 0 0,25 0 0,0 0 0,0 0 16,0 0-16,0 0 0,0 0 0,0-24 0,0 24 16,0 0-16,0 0 0,0 0 0,0-25 0,0 25 15,0 0-15,0 0 0,0-25 0,0 25 0,25 0 0,-25 0 16,0-25-16,0 25 0,0 0 0,25-25 0,-25 25 15</inkml:trace>
  <inkml:trace contextRef="#ctx0" brushRef="#br0" timeOffset="200653.4767">21903 12080 0,'0'0'0,"0"0"16,24 0-16,-24 0 0,0 0 0,0 0 0,0 0 15,0 0-15,0 0 0,0 0 0,0 0 0,0 0 16,25 0-16,-25 0 0,0 0 0,0 0 0,0 0 0,25 0 16,-25 0-16,0 0 0,25 0 0,-25 0 0,0 0 15,25 0-15,-25 0 0,0 0 0,24 0 0,-24 0 0,0 0 16,25 0-16,-25 0 0,0 0 0,25 0 0,-25 0 15,0 0-15,25 25 0,-25-25 0,0 0 0,0 0 16,25 0-16,-25 0 0,0 0 0,24 0 0,-24 0 16,0 0-16,0 0 0,25 24 0,-25-24 0,0 0 0,0 0 15,0 0-15</inkml:trace>
  <inkml:trace contextRef="#ctx0" brushRef="#br0" timeOffset="200964.4943">22200 12378 0,'0'0'0,"0"0"0,0 0 0,0 0 16,0 0-16,0 0 0,0 0 0,0 0 0,25 0 0,-25 0 15,0 0-15,0 0 0,0 0 0,0-25 0,0 25 16,0 0-16,0 0 0,0 0 0,0 0 0,0 25 15,0-25-15,0 0 0,0 0 0,0 0 0,0 0 0,0 0 16,0 0-16,0 0 0,0 0 0,0 0 0,0 24 16,0-24-16,0 0 0,-25 0 0,25 0 0,0 0 15,0 25-15</inkml:trace>
  <inkml:trace contextRef="#ctx0" brushRef="#br0" timeOffset="201167.5061">22200 12576 0,'0'0'0,"0"0"15,0 0-15,25 25 0,-25-25 0,0 0 0,0 0 16,0 0-16,0 25 0,25-25 0,-25 0 0,0 24 15,0-24-15,0 0 0,0 25 0,0-25 0,0 0 0,0 25 16,0-25-16,0 0 0,0 25 0,0-25 0,0 0 16,0 25-16,0-25 0,-25 0 0,25 24 0,0-24 0,0 0 15,-25 0-15,25 0 0,0 25 0,-25-25 0,25 0 16,-24 0-16,24 0 0,0 0 0,-25 0 0,25 0 0,-25 0 15,25 0-15,0 0 0,-25 0 0,25 0 0,0 0 16</inkml:trace>
  <inkml:trace contextRef="#ctx0" brushRef="#br0" timeOffset="201675.5352">22944 12179 0,'0'-25'16,"0"25"-16,-24 0 0,24 0 0,0 0 0,0 0 15,0 0-15,0 0 0,0 0 0,24 0 0,-24 0 0,0 0 16,0 0-16,0 0 0,0 0 0,0 0 0,0 0 16,0 0-16,0 0 0,0 0 0,0 25 0,-24-25 0,24 0 15,0 25-15,0-25 0,-25 0 0,25 25 0,0-25 16,0 0-16,-25 25 0,25-25 0,0 0 0,-25 24 0,25-24 15,0 25-15,-25-25 0,25 0 0,0 0 0,-24 25 16,24-25-16,0 0 0,0 0 0,0 25 0,0-25 16,0 0-16,-25 0 0,25 0 0,0 0 0,0 0 0,0 0 15,0 25-15,0-25 0,0 0 0,0 0 0,0 0 16,0 0-16,25 0 0,-25 0 0,0 0 0,0 0 0,0 0 15,0 0-15,24 0 0,-24 0 0,0 0 0,0 0 16,25 24-16,-25-24 0,0 0 0,25 0 0,-25 0 16,25 0-16,-25 0 0,25 0 0,-25 0 0,0 0 0,24 0 15,-24 25-15,25-25 0,-25 0 0,25 0 0,-25 0 16,0 0-16,25 0 0,-25 0 0,25 0 0,-25 0 0,0 0 15,24 0-15,-24 0 0,0 0 0,0 0 0,25 0 16,-25 0-16,0 0 0,0 0 0,0 0 0,0 0 16,0 0-16,0 0 0,0 0 0,0-25 0,0 25 0,0 0 15,0 0-15,0 0 0,0-24 0</inkml:trace>
  <inkml:trace contextRef="#ctx0" brushRef="#br0" timeOffset="201945.5503">23044 12204 0,'0'0'0,"0"0"0,0 0 0,0 0 0,24 0 16,-24 0-16,0 0 0,0 0 0,0 0 0,0 0 15,0 0-15,0 0 0,0 0 0,0 0 0,0 0 16,0 0-16,0 0 0,0 25 0,0-25 0,0 0 16,0 25-16,0-25 0,0 24 0,0-24 0,0 0 0,0 25 15,0-25-15,0 25 0,0-25 0,0 25 0,0 0 0,0-25 16,0 0-16,0 24 0,0-24 0,0 25 0,0-25 15,-24 25-15,24-25 0,0 0 0,0 25 0,0-25 16,0 25-16,0-25 0,-25 0 0,25 24 0,0-24 0,0 0 16,0 0-16,-25 25 0,25-25 0,0 0 0,0 0 15,0 25-15,-25-25 0,25 0 0,0 0 0,0 0 0,0 0 16,0 0-16,0 25 0,0-25 0,0 0 0,0 0 15,0 0-15,25 0 0,-25 0 0,0 0 0,0 0 0</inkml:trace>
  <inkml:trace contextRef="#ctx0" brushRef="#br0" timeOffset="202158.5628">23416 12353 0,'0'0'15,"0"-25"-15,0 25 0,0 0 0,24 0 0,-24 0 0,0 0 16,0-25-16,0 25 0,0 0 0,0 0 0,0 0 15,0 0-15,0 0 0,0 0 0,0 0 0,0 0 0,25 0 16,-25 0-16,0 0 0,0 0 0,0 0 0,0 0 16,0 25-16,0-25 0,0 0 0,0 0 0,0 0 15,0 0-15,0 25 0,-25-25 0,25 0 0,0 0 0,0 0 16,0 25-16,-24-25 0,24 0 0</inkml:trace>
  <inkml:trace contextRef="#ctx0" brushRef="#br0" timeOffset="202390.5761">23440 12502 0,'0'0'0,"0"0"0,0 0 0,0 0 0,0 0 0,0 0 16,0 0-16,0 24 0,25-24 0,-25 0 0,0 0 16,0 0-16,0 0 0,0 25 0,0-25 0,0 0 15,25 0-15,-25 25 0,0-25 0,0 0 0,0 25 0,0-25 16,0 0-16,0 25 0,0-25 0,0 0 0,0 24 15,0-24-15,0 25 0,0-25 0,0 0 0,0 0 0,-25 25 16,25-25-16,0 0 0,-25 0 0,25 25 0,0-25 16,-24 0-16,24 0 0,0 0 0,0 0 0,-25 0 0,25 0 15,0 25-15,0-25 0,-25 0 0,25 0 0,0 0 16,0 0-16,0 0 0</inkml:trace>
  <inkml:trace contextRef="#ctx0" brushRef="#br0" timeOffset="202926.6067">23986 12105 0,'25'0'0,"-25"0"0,0 0 0,0-25 16,0 25-16,0 0 0,0 0 0,0 0 0,0 0 15,0 0-15,25 0 0,-25 0 0,0 0 0,0 0 0,0 0 16,0 0-16,0 0 0,25 0 0,-25 0 0,0 0 16,0 0-16,24 0 0,-24 0 0,0 25 0,0-25 0,0 0 15,25 0-15,-25 24 0,0-24 0,0 0 0,0 25 16,0-25-16,0 0 0,0 25 0,0-25 0,0 25 15,0-25-15,-25 25 0,25-25 0,0 25 0,-24-25 0,24 24 16,0-24-16,-25 25 0,25-25 0,-25 25 0,25-25 16,-25 25-16,25-25 0,-25 25 0,25-25 0,-24 0 0,24 24 15,0-24-15,-25 0 0,25 25 0,0-25 0,-25 0 16,25 0-16,0 0 0,0 25 0,0-25 0,0 0 0,0 0 15,-25 0-15,25 0 0,0 25 0,0-25 0,0 0 16,0 0-16,25 0 0,-25 0 0,0 0 0,0 25 16,0-25-16,0 0 0,0 0 0,25 0 0,-25 0 0,0 0 15,0 0-15,25 24 0,-25-24 0,24 0 0,-24 0 16,0 0-16,25 0 0,-25 25 0,25-25 0,-25 0 15,25 0-15,-25 0 0,25 0 0,-25 0 0,24 0 0,-24 0 16,25 0-16,-25 0 0,25 0 0,-25 0 0,25 0 16,-25 0-16,0 0 0,25 0 0,-25 0 0,24 0 0,-24-25 15,0 25-15,25 0 0,-25-24 0,0 24 0</inkml:trace>
  <inkml:trace contextRef="#ctx0" brushRef="#br0" timeOffset="203433.6357">24557 11931 0,'0'0'0,"0"0"0,0 0 0,0 0 16,24 0-16,-24 0 0,0 0 0,0 0 0,0-25 0,0 25 15,0 0-15,0 0 0,0 0 0,0 0 0,0 0 0,0 0 16,0 0-16,0 0 0,25 0 0,-25 25 15,0-25-15,0 0 0,0 0 0,0 0 0,0 0 0,0 0 16,0 0-16,25 25 0,-25-25 0,0 0 0,0 0 16,0 25-16,0-25 0,0 0 0,25 24 0,-25-24 0,0 0 15,0 25-15,0-25 0,0 25 0,0 0 0,0-25 16,0 25-16,0-25 0,0 24 0,0 1 0,0-25 0,0 25 15,0 0-15,0-25 0,-25 25 0,25 0 0,0-25 16,0 24-16,0-24 0,-25 25 0,25 0 0,0-25 16,0 25-16,0-25 0,-25 25 0,25-25 0,0 24 0,0-24 15,-24 25-15,24-25 0,0 25 0,-25-25 0,25 0 16,0 25-16,0-25 0,-25 0 0,25 25 0,0-25 0,0 0 15,-25 24-15,25-24 0,0 0 0,-25 0 0,25 25 16,0-25-16,0 0 0,-24 0 0,24 0 0,0 0 0,0 25 16,-25-25-16,25 0 0,0 0 0,0 0 0,0 0 15,-25 0-15,25 0 0,0 0 0,0 0 0,0 0 0,0 0 16,-25 0-16,25 0 0,0 0 0,0 0 0,0-25 15,0 25-15,0 0 0,0 0 0,25 0 0,-25-25 16,0 25-16,25 0 0</inkml:trace>
  <inkml:trace contextRef="#ctx0" brushRef="#br0" timeOffset="204236.6813">25078 11633 0,'0'0'0,"0"0"0,0 0 0,0 0 0,0 0 15,0 0-15,0 0 0,0 0 0,0 0 0,0 0 16,0 0-16,0 0 0,0 0 0,0 0 0,0 0 0,0 0 15,0 0-15,0 0 0,0 0 0,0 0 0,0 25 16,0-25-16,0 0 0,0 0 0,0 0 0,0 25 16,0-25-16,0 0 0,0 0 0,0 0 0,0 25 0,0-25 15,-25 0-15,25 25 0,0-25 0,0 0 0,0 24 16,0-24-16,0 0 0,0 25 0,-25-25 0,25 0 15,0 25-15,0-25 0,0 0 0,0 25 0,0-25 0,0 0 16,0 25-16,0-25 0,0 24 0,0-24 0,0 0 16,0 25-16,0-25 0,0 0 0,0 25 0,0-25 0,0 0 15,0 0-15,0 25 0,0-25 0,0 0 0,0 0 16,0 25-16,0-25 0,25 0 0,-25 0 0,0 0 0,0 0 15,0 24-15,0-24 0,25 0 0,-25 0 0,0 0 16,0 0-16,0 0 0,0 0 0,0 0 0,0 0 16,0 0-16,0 0 0,0 0 0,0 0 0,0 0 0,0 0 15,0 0-15,0 0 0,0 0 0,0 0 0,0 0 16,0 0-16,0 0 0,0 0 0,0 0 0,0 0 0,0 0 15,-25 0-15,25 0 0,0 0 0,0 0 0,0 0 16,0 0-16,0 0 0,0 0 0,0 25 0,0-25 16,-25 0-16,25 0 0,0 0 0,0 0 0,0 25 0,0-25 15,0 0-15,0 0 0,0 25 0,0-25 0,-25 0 16,25 25-16,0-25 0,0 0 0,0 24 0,0-24 0,0 0 15,0 25-15,0-25 0,0 25 0,0-25 0,-25 25 16,25-25-16,0 0 0,0 25 0,0-25 0,0 25 16,0-25-16,0 24 0,0-24 0,0 25 0,0-25 0,25 0 15,-25 25-15,0-25 0,0 25 0,0-25 0,0 0 0,0 25 16,0-25-16,0 0 0,0 24 0,0-24 0,0 0 15,0 0-15,0 25 0,0-25 0,0 0 0,-25 25 16,25-25-16,0 0 0,0 0 0,0 25 0,0-25 0,0 0 16,-24 0-16,24 25 0,0-25 0,0 0 0,0 0 15,0 24-15,0-24 0,-25 0 0,25 0 0,0 0 0,0 25 16,0-25-16,0 0 0,0 0 0,-25 0 0,25 0 15,0 0-15,0 0 0,0 0 0,0 0 0,0 0 16,-25 0-16,25 0 0,0 0 0,0 0 0,-25 0 16,25 0-16,0 0 0,-25 0 0,25 0 0,0 0 0</inkml:trace>
  <inkml:trace contextRef="#ctx0" brushRef="#br0" timeOffset="205860.7745">4713 13643 0,'0'0'0,"0"0"0,0 0 15,0 0-15,0 0 0,0 0 0,0-25 0,0 25 16,0 0-16,0 0 0,0 0 0,0 0 0,0-25 0,0 25 15,0 0-15,0 0 0,0 0 0,0 0 0,0 0 16,0 0-16,0-25 0,0 25 0,0 0 0,0 0 16,0 0-16,0 0 0,0 0 0,0 0 0,0 0 0,0 0 15,0 0-15,0 0 0,0 0 0,0 0 0,0 0 16,0 0-16,0 0 0,0 0 0,0 0 0,0 0 15,0 0-15,0 25 0,0-25 0,0 0 0,0 25 0,0-25 16,0 0-16,-25 25 0,25-25 0,0 24 0,0-24 16,0 25-16,0-25 0,0 25 0,0-25 0,0 25 0,0-25 15,0 25-15,0-25 0,-25 24 0,25-24 0,0 25 16,0 0-16,0-25 0,0 25 0,0-25 0,0 25 0,0-25 15,0 24-15,-25-24 0,25 25 0,0-25 0,0 25 16,0-25-16,0 25 0,0-25 0,0 25 0,0-25 16,0 0-16,-24 24 0,24-24 0,0 0 0,0 0 0,0 25 15,0-25-15,0 0 0,0 0 0,0 0 0,0 0 16,0 0-16,0 0 0,0 0 0,0 0 0,0 25 0,0-25 15,0 0-15,-25-25 0,25 25 0,0 0 0,0 0 16,0 0-16,0 0 0,0 0 0,-25-25 0,25 25 16</inkml:trace>
  <inkml:trace contextRef="#ctx0" brushRef="#br0" timeOffset="206443.8079">4738 13593 0,'0'0'16,"24"0"-16,-24 0 0,0 0 0,0-25 0,0 25 0,0 0 15,25 0-15,-25 0 0,0 0 0,0-25 0,0 25 16,25 0-16,-25 0 0,0 0 0,25 0 0,-25 0 0,0 0 15,0 0-15,25 0 0,-25 0 0,0 0 0,0 0 16,0 0-16,25 0 0,-25 25 0,0-25 0,0 0 16,0 25-16,0-25 0,0 0 0,0 25 0,0-25 0,0 25 15,0-25-15,-25 24 0,25-24 0,0 0 0,0 25 16,0-25-16,0 25 0,0-25 0,-25 25 0,25-25 0,0 0 15,0 25-15,0-25 0,-25 24 0,25-24 0,0 0 16,0 25-16,-25-25 0,25 0 0,0 25 0,-25-25 16,25 0-16,0 25 0,0-25 0,-24 0 0,24 0 0,0 0 15,0 0-15,0 0 0,0 0 0,0 25 16,0-25-16,0 0 0,0 0 0,0 0 0,24 0 0,-24 0 0,0 0 15,0 0-15,25 0 0,-25 0 0,0 0 0,25 0 16,-25 0-16,25 0 0,-25 0 0,0 0 0,25 0 16,-25 0-16,0 0 0,0 24 0,25-24 0,-25 0 0,0 0 15,0 0-15,0 25 0,0-25 0,0 0 0,0 25 16,0-25-16,0 0 0,0 0 0,0 25 0,0-25 0,0 0 15,0 25-15,0-25 0,0 0 0,-25 24 0,25-24 16,0 0-16,0 25 0,0-25 0,-25 0 0,25 0 16,0 25-16,-25-25 0,25 0 0,0 0 0,0 25 0,-25-25 15,25 0-15,0 0 0,-25 0 0,25 25 0,0-25 16,0 0-16,-24 0 0,24 0 0,0 0 0,-25 0 0,25 0 15,0 0-15,0 0 0,-25 0 0,25 0 0,0 0 16,0 0-16,0-25 0,0 25 0,0 0 0,0 0 16,0-25-16,0 25 0,0 0 0,0-25 0,0 25 0,0 0 15,25-25-15,-25 25 0,0 0 0,0-24 0,0 24 16,0 0-16,25 0 0</inkml:trace>
  <inkml:trace contextRef="#ctx0" brushRef="#br0" timeOffset="207447.8653">5308 13271 0,'0'0'0,"0"0"0,0-25 16,0 25-16,25 0 0,-25 0 0,0 0 0,0 0 15,0 0-15,0 0 0,0 0 0,0 0 0,0 0 0,0 0 16,0 0-16,0 0 0,0 0 0,0 0 0,0 0 16,0 0-16,-25 0 0,25 0 0,0 0 0,0 25 15,0-25-15,0 0 0,0 0 0,-25 24 0,25-24 0,0 0 16,0 25-16,0-25 0,0 0 0,-24 25 0,24-25 15,0 0-15,0 25 0,0-25 0,-25 0 0,25 25 0,0-25 16,0 0-16,0 0 0,0 24 0,0-24 0,0 0 16,-25 0-16,25 0 0,0 0 0,0 25 0,0-25 0,0 0 15,0 0-15,0 0 0,0 0 0</inkml:trace>
  <inkml:trace contextRef="#ctx0" brushRef="#br0" timeOffset="207830.8872">5482 13221 0,'0'0'0,"0"0"0,0 0 0,0 0 0,0 0 0,0 0 0,0 0 0,0 0 0,0 25 0,0-25 0,0 0 0,0 0 0,0 0 0,0 25 0,0-25 0,-25 0 0,25 24 16,0-24-16,0 25 0,0-25 0</inkml:trace>
  <inkml:trace contextRef="#ctx0" brushRef="#br0" timeOffset="207989.8963">5680 13767 0,'0'0'0,"0"0"0,0 0 0,0 0 0,0 0 16,0 0-16,0 0 0,0 0 0,0 0 0,0 0 15,0 0-15,0 0 0,0 0 0,0 0 0,0 0 16,25 0-16,-25 0 0,0 0 0,25 0 0,-25 24 15,0-24-15,25 0 0,-25 0 0,24 0 0,-24 0 0,25 0 16,-25 0-16,25 0 0,-25 0 0,25 25 0,-25-25 16,25 0-16,-25 0 0,0 0 0,25 0 0,-25 0 0,0 25 15,0-25-15,24 0 0</inkml:trace>
  <inkml:trace contextRef="#ctx0" brushRef="#br0" timeOffset="208583.9303">5779 14039 0,'0'0'0,"0"0"0,0 0 16,0 0-16,0 0 0,0 0 0,0 0 0,0 0 15,0 0-15,0 0 0,0 0 0,0 0 0,0 0 0,0 0 16,25 0-16,-25 0 0,0 0 0,0 0 16,25 0-16,-25-24 0,25 24 0,-25 0 0,25 0 0,-25 0 15,25 0-15,-25 0 0,24 0 0,-24 0 0,25 0 16,-25 0-16,25 0 0,-25 0 0,25 0 0,-25 0 0,25 0 15,-1 0-15,-24 0 0,0 0 0,25 0 0,-25 0 16,25 0-16,-25 0 0,0 0 0</inkml:trace>
  <inkml:trace contextRef="#ctx0" brushRef="#br0" timeOffset="209620.989">6772 13370 0,'0'0'15,"0"0"-15,0 0 0,0 0 0,0 0 0,0-25 16,0 25-16,0 0 0,0 0 0,0 0 0,-25 0 0,25-25 16,0 25-16,0 0 0,0 0 0,0 0 0,0 0 15,0 0-15,0 0 0,0 0 0,0 0 0,0 0 0,0 0 16,0 0-16,0 0 0,0-25 0,0 25 0,0 0 15,-25 0-15,25 25 0,0-25 0,0 0 0,0 0 16,-25 0-16,25 0 0,0 0 0,0 0 0,0 0 0,-25 0 16,25 25-16,0-25 0,0 0 0,0 0 0,0 0 15,0 25-15,0-25 0,0 0 0,0 0 0,0 25 0,0-25 16,0 0-16,0 24 0,25-24 0,-25 0 0,0 0 15,0 25-15,25-25 0,-25 0 0,0 25 0,0-25 16,25 0-16,-25 25 0,0-25 0,25 25 0,-25-25 0,0 0 16,24 0-16,-24 24 0,0-24 0,25 0 0,-25 0 0,0 25 15,0-25-15,25 0 0,-25 0 0,0 25 0,0-25 16,0 0-16,0 0 0,25 25 0,-25-25 0,0 0 16,0 0-16,0 0 0,0 25 0,0-25 0,0 0 0,0 0 15,0 0-15,0 0 0,0 0 0,-25 24 0,25-24 16,0 0-16,0 0 0,0 0 0,-25 0 0,25 25 0,0-25 15,-25 0-15,25 0 0,0 0 0,-24 0 0,24 0 16,0 0-16,0 0 0,-25 0 0,25 25 0,0-25 16,0 0-16,0 0 0,-25 0 0,25 0 0,0 0 15,0 0-15,0 0 0,0 0 0,0 0 0,25 0 0,-25 0 16,0 0-16,0 0 0,0 0 0,0 0 0,0 0 0,25 0 15,-25 0-15,0 0 0,0 25 0,0-25 0,24 0 16,-24 0-16,0 0 0,0 0 0,25 25 0,-25-25 16,0 0-16,0 24 0,25-24 0,-25 0 0,0 25 15,0-25-15,0 0 0,0 25 0,25-25 0,-25 25 0,0-25 16,0 25-16,0-25 0,0 24 0,-25-24 0,25 25 0,0-25 15,0 25-15,0-25 0,0 25 0,0-25 0,0 0 16,0 25-16,0-25 0,0 24 0,0-24 0,-25 0 0,25 25 16,0-25-16,0 0 0,0 25 0,0-25 0,0 0 15,-25 0-15,25 25 0,0-25 0,0 0 0,0 0 16,0 25-16,-24-25 0,24 0 0,0 0 0,0 24 0,-25-24 15,25 0 63,0 0-78,0 25 0,0-25 0,0 0 0,-25 0 0,25 0 0,0 0 0,0 0 0,0 0 0,0 0 0,0 0 0,0 0 0</inkml:trace>
  <inkml:trace contextRef="#ctx0" brushRef="#br0" timeOffset="211385.0905">7342 13667 0,'0'0'0,"0"0"16,0-24-16,0 24 0,0 0 0,0 0 0,0 0 0,0 0 15,25 0-15,-25 0 0,0 0 0,0 0 0,0 0 16,0 0-16,0 0 0,0 0 0,0 0 0,0-25 16,0 25-16,0 0 0,0 0 0,0 0 0,0 0 0,0 0 15,0 0-15,0 0 0,0 0 0,0 0 0,0 0 16,0 0-16,0 0 0,0 0 0,0 0 0,0 0 15,0 0-15,0 0 0,0 0 0,0 0 0,0 0 0,0 0 16,0 0-16,0 0 0,0 0 0,0 0 0,0 0 16,0 0-16,0 0 0,0 0 0,0 0 0,0 25 0,0-25 15,0 0-15,0 0 0,0 24 0,-25-24 0,25 25 16,0-25-16,0 0 0,0 25 0,0-25 0,-25 25 0,25-25 15,0 25-15,0-25 0,0 24 0,0-24 0,-24 25 16,24-25-16,0 0 0,0 25 0,0-25 0,0 25 16,0-25-16,0 25 0,0-25 0,0 24 0,0-24 15,0 0-15,-25 25 0,25-25 0,0 0 0,0 25 0,25-25 16,-25 0-16,0 25 0,0-25 0,0 0 0,0 0 0,0 25 15,24-25-15,-24 0 0,0 0 0,0 0 0,25 0 16,-25 0-16,0 24 0,25-24 0,-25 0 0,25 0 0,-25 0 16,25 0-16,-25-24 0,24 24 0,-24 0 0,25 0 15,-25 0-15,0 0 0,25-25 0,-25 25 0,25 0 16,-25 0-16,0-25 0,25 25 0,-25 0 0,0-25 0,24 25 15,-24-25-15,0 25 0,0 0 0,0-24 0,25 24 16,-25-25-16,0 25 0,0-25 0,0 25 0,0-25 16,0 25-16,0-25 0,0 25 0,25-24 0,-25 24 0,0-25 15,0 25-15,0-25 0,0 25 0,0-25 0,0 25 16,0 0-16,0-25 0,0 25 0,0 0 0,0-24 0,25 24 15,-25 0-15,0 0 0,0-25 0,0 25 0,0 0 16,0 0-16,0 0 0,0 0 0,0 0 0,0 0 0,0 0 16,0 0-16,0 0 0,0 0 0,0 0 0,0 0 15,0 0-15,0 0 0,0 25 0,0-25 0,-25 0 16,25 24-16,0-24 0,0 25 0,0-25 0,0 25 0,0-25 15,-25 25-15,25-25 0,0 25 0,0-1 0,0-24 16,0 25-16,-25-25 0,25 25 0,0-25 0,0 25 0,0 0 16,0-25-16,0 24 0,0-24 0,-24 0 0,24 25 15,0-25-15,0 25 0,0-25 0,0 0 0,0 25 0,-25-25 16,25 0-16,0 0 0,0 25 0,0-25 0,0 0 15,0 0-15,0 0 0,0 0 0,0 0 0,0 24 16,25-24-16,-25 0 0,0 0 0,0 0 0,0 0 0,0 0 16,0 0-16,0 0 0,0 0 0,0 0 0,0 0 15</inkml:trace>
  <inkml:trace contextRef="#ctx0" brushRef="#br0" timeOffset="211696.1083">7962 13841 0,'0'0'0,"25"0"15,-25 0-15,0 0 0,0 0 0,0 0 0,0 0 16,0 0-16,0 0 0,0 0 0,0-25 0,0 25 0,0 0 16,0 0-16,25 0 0,-25 0 0,0 0 0,25 0 15,-25 0-15,0 0 0,25 25 0,-25-25 0,24 0 0,-24 0 16,25 0-16,-25 0 0,25 0 0,0 0 0,-25 0 15,25 0-15,-25 0 0,24 0 0,-24 0 0,25 25 16,-25-25-16,0 0 0,0 0 0,25 0 0,-25 0 0,0 0 16,0 0-16,0 0 0,0 0 0,0 0 0,-25 0 15</inkml:trace>
  <inkml:trace contextRef="#ctx0" brushRef="#br0" timeOffset="211910.1205">8037 14015 0,'0'0'0,"0"0"0,0 0 15,0 0-15,0 0 0,0 0 0,0 24 0,25-24 0,-25 0 16,0 0-16,0 0 0,24 0 0,-24 0 0,0 0 16,25 0-16,-25 0 0,25 0 0,-25 0 0,25 0 15,-25 0-15,25 0 0,-25 0 0,24 0 0,1 0 0,-25 0 16,25 0-16,-25 0 0,25 0 0,-25 0 0,0 0 15,25 0-15,-25 0 0,24 0 0,-24 0 0,0 0 0,25 0 16,-25 0-16,25 0 0,-25 0 0</inkml:trace>
  <inkml:trace contextRef="#ctx0" brushRef="#br0" timeOffset="212244.1396">8930 13692 0,'0'0'0,"0"-25"0,0 25 0,0 0 0,0 0 0,-25 0 16,25 0-16,0 0 0,0 0 0,0-24 0,0 24 0,0 0 15,-25 24-15,25-24 0,0 0 0,0 0 0,0 0 16,-25 0-16,25 25 0,0-25 0,0 0 0,-25 25 16,25-25-16,0 25 0,-24-25 0,24 25 0,0-25 0,-25 24 15,25-24-15,0 25 0,-25 0 0,25-25 0,0 25 16,0 0-16,0-25 0,0 24 0,0-24 0,0 25 0,0-25 15,0 25-15,0 0 0,0-25 0,0 25 0,0-25 16,0 24-16,0-24 0,0 0 0,0 25 0,0-25 0,25 25 16,-25-25-16,0 0 0,25 0 0,-25 25 15,0-25-15</inkml:trace>
  <inkml:trace contextRef="#ctx0" brushRef="#br0" timeOffset="213444.2083">9252 13717 0,'0'0'0,"0"0"16,0-25-16,0 25 0,0 0 0,0 0 0,0 0 0,0 0 16,0 0-16,0 0 0,0 0 0,0 0 0,0 0 0,0 0 15,0 0-15,0 0 0,0-25 0,0 25 0,0 0 16,0 0-16,0 0 0,0 0 0,0 0 0,0 0 15,0-24-15,0 24 0,0 0 0,0 0 0,0 0 0,0 0 16,0 0-16,25 0 0,-25 0 0,0 0 0,0 0 16,0 0-16,25-25 0,-25 25 0,0 0 0,0 0 0,0 0 15,25 0-15,-25 0 0,0 0 0,24 0 0,-24 0 16,0 0-16,0 25 0,25-25 0,-25 0 0,0 0 0,0 0 15,0 24-15,0-24 0,0 0 0,0 0 0,0 25 16,0-25-16,0 25 0,0-25 0,0 0 0,0 25 16,-25-25-16,25 25 0,0-25 0,0 24 0,-24-24 0,24 25 15,-25-25-15,25 0 0,-25 25 0,25-25 0,0 25 16,-25-25-16,25 0 0,-25 0 0,25 25 0,0-25 15,0 0-15,-24 0 0,24 0 0,0 0 0,0 24 0,0-24 16,0 0-16,0 0 0,0 0 0,0 0 0,0 0 0,0 0 16,0 0-16,0 0 0,0 0 0,0 0 0,0-24 15,0 24-15,24 0 0,-24 0 0,0 0 0,25 0 16,-25 0-16,25 0 0,-25 0 0,0 0 0,25 0 15,-25 0-15,0 0 0,25 0 0,-25 0 0,0 0 0,0 0 16,24 0-16,-24 0 0,0 0 0,0 0 0,0 24 0,0-24 16,25 0-16,-25 0 0,0 0 0,0 25 0,0-25 15,0 0-15,0 25 0,0-25 0,0 0 0,0 25 0,0-25 16,-25 0-16,25 25 0,0-25 0,0 0 0,0 0 15,0 24-15,-24-24 0,24 0 0,0 0 0,0 25 16,-25-25-16,25 0 0,0 0 0,0 0 0,-25 25 16,25-25-16,0 0 0,-25 0 0,25 0 0,0 0 0,-25 0 15,25 0-15,0 0 0,-24 0 0,24 0 0,0 0 16,0 0-16,0 0 0,-25-25 0,25 25 0,0 0 0,0 0 15,0 0-15,0 0 0,0-25 0,-25 25 0,25 0 16,0 0-16,0 0 0,0 0 0,0-24 0,0 24 0,25 0 16,-25 0-16,0 0 0,0 0 0,0 0 0,25 0 15,-25 0-15,0 0 0,24 0 0,-24 0 0,0 0 0,25 0 16,-25 0-16,25 0 0,-25 0 0,25-25 0,-25 25 15</inkml:trace>
  <inkml:trace contextRef="#ctx0" brushRef="#br0" timeOffset="213652.2202">9823 13866 0,'0'0'0,"24"0"15,-24 0-15,0 0 0,0 0 0,0-25 0,0 25 0,0 0 16,0 0-16,0 0 0,0 0 0,0 0 0,0 0 15,0 0-15,0 0 0,0 0 0,0 0 0,0 0 16,0 25-16,0-25 0,0 0 0,0 0 0,0 0 0,0 0 16,0 0-16,-24 25 0,24-25 0,0 0 0,0 0 15,0 0-15,0 0 0</inkml:trace>
  <inkml:trace contextRef="#ctx0" brushRef="#br0" timeOffset="213895.2341">9847 14039 0,'0'0'0,"0"0"0,25 0 0,-25 0 0,0 25 15,0-25-15,0 0 0,0 0 0,25 0 0,-25 0 16,0 0-16,0 0 0,0 25 0,25-25 0,-25 0 0,0 0 16,0 0-16,0 25 0,0-25 0,25 0 0,-25 0 15,0 25-15,0-25 0,0 0 0,0 0 0,0 24 16,0-24-16,0 0 0,0 25 0,-25-25 0,25 25 0,0-25 15,0 0-15,-25 25 0,25-25 0,0 0 0,-25 25 0,25-25 16,0 0-16,-25 24 0,25-24 0,0 0 0,-24 0 16,24 25-16,0-25 0,-25 0 0,25 0 0,0 0 15,0 0-15,0 0 0,0 0 0,0 0 0,0 0 0</inkml:trace>
  <inkml:trace contextRef="#ctx0" brushRef="#br0" timeOffset="214425.2643">10393 13692 0,'0'0'0,"0"0"16,0 0-16,0 0 0,0-25 0,0 25 0,0 0 0,0 0 15,-25 0-15,25 0 0,0 25 0,0-25 0,0 0 16,0 0-16,0 0 0,-24 0 0,24 0 0,0 0 15,0 0-15,0 25 0,-25-25 0,25 0 0,0 0 0,0 0 16,0 25-16,0-25 0,0 0 0,-25 0 0,25 25 16,0-25-16,0 0 0,0 0 0,0 0 0,0 24 15,0-24-15,0 0 0,0 0 0,0 25 0,0-25 0,0 0 16,0 0-16,25 25 0,-25-25 0,0 0 0,0 25 15,0-25-15,0 0 0,0 0 0,25 25 0,-25-25 0,0 0 16,0 0-16,0 24 0,24-24 0,-24 0 0,0 0 16,0 25-16,25-25 0,-25 0 0,0 0 0,0 25 0,25-25 15,-25 0-15,0 0 0,0 0 0,0 25 0,25-25 16,-25 0-16,0 0 0,0 0 0,0 0 0,0 25 15,0-25-15,0 0 0,25 0 0,-25 0 0,0 0 0,0 0 16,0 0-16,0 24 0,0-24 0,-25 0 0,25 0 0,0 0 16,0 0-16,0 0 0,0 0 0,0 0 0,-25 0 15,25 0-15,0 0 0,0 0 0,-25 0 0,25 0 16,0 0-16,-25 0 0,25 0 0,0 0 0,-24 0 0,24 0 15,0 0-15,0 0 0,-25 0 0,25 0 0,0 0 16,-25 0-16,25 0 0,0 0 0,0 0 0,-25-24 16,25 24-16,0 0 0,0 0 0,0-25 0,0 25 15</inkml:trace>
  <inkml:trace contextRef="#ctx0" brushRef="#br0" timeOffset="214627.276">10443 13667 0,'25'0'0,"-25"0"0,0 0 0,0 0 0,0 0 0,0 0 15,24-24-15,-24 24 0,0 0 0,0 0 0,25 0 16,-25 0-16,25 0 0,-25 0 0,25 0 0,0 0 0,-25 0 16,24 0-16,1 0 0,-25 0 0,25 0 0,0 0 15,0 0-15,-25 0 0,24 0 0,-24 0 0,25 0 16,0 0-16,-25 0 0,0 24 0,25-24 0,-25 0 0,0 0 15,25 0-15,-25 0 0,0 0 0,0 0 0</inkml:trace>
  <inkml:trace contextRef="#ctx0" brushRef="#br0" timeOffset="214811.2865">10815 13767 0,'0'0'0,"0"0"0,0 0 0,0 0 0,0 0 16,0 0-16,0 0 0,0 0 0,0 0 0,0 0 15,0 0-15,0 0 0,0 0 0,0 0 0,0 0 0,0 0 16,0 0-16,0 0 0,0 0 0,0 0 15,0 0-15,0 0 0,0 24 0,0-24 0,0 0 0,25 0 16,-25 0-16,0 0 0,0 0 0,0 25 0,0-25 0,0 0 16,0 0-16,0 0 0,0 0 0</inkml:trace>
  <inkml:trace contextRef="#ctx0" brushRef="#br0" timeOffset="215019.2984">10864 13965 0,'25'0'0,"-25"0"0,0 0 0,0 0 0,0 25 0,0-25 16,0 0-16,25 0 0,-25 0 0,0 0 0,0 25 15,0-25-15,0 0 0,25 0 0,-25 0 0,0 24 16,0-24-16,0 0 0,0 25 0,0-25 0,0 0 0,0 0 16,0 25-16,0-25 0,-25 0 0,25 25 0,0-25 15,0 0-15,-25 25 0,25-25 0,0 0 0,-25 24 16,25-24-16,-24 0 0,24 0 0,0 25 0,-25-25 0,25 0 15,-25 0-15,25 0 0,0 0 0,-25 0 0,25 0 16</inkml:trace>
  <inkml:trace contextRef="#ctx0" brushRef="#br0" timeOffset="215543.3283">11311 13742 0,'0'0'0,"0"0"0,0-25 0,0 25 0,0 0 0,0 0 16,0 0-16,0 0 0,0 0 0,25-25 0,-25 25 15,0 0-15,0 0 0,25 0 0,-25 0 0,0 0 16,24 0-16,-24 0 0,25 0 0,-25 0 0,0 0 0,25 0 15,-25 0-15,0 25 0,25-25 0,-25 0 0,0 0 0,25 0 16,-25 0-16,0 0 0,0 25 0,0-25 0,0 0 16,0 25-16,0-25 0,0 0 0,0 24 0,0-24 15,-25 0-15,25 25 0,0-25 0,-25 25 0,25-25 0,-25 0 16,25 25-16,-25-25 0,25 25 0,-24-25 0,24 0 15,-25 24-15,25-24 0,-25 0 0,25 0 0,-25 25 16,25-25-16,0 0 0,-25 0 0,25 25 0,0-25 0,0 0 16,0 0-16,-24 0 0,24 25 0,0-25 0,0 0 15,0 0-15,0 0 0,0 0 0,0 0 0,24 0 0,-24 25 16,0-25-16,0 0 0,25 0 0,-25 0 0,0 0 15,25 0-15,-25 0 0,25 0 0,-25 24 0,25-24 0,-25 0 16,24 0-16,-24 0 0,25 0 0,-25 0 0,25 0 16,0 0-16,-25 0 0,25 0 0,-25 0 0,24 0 15,1 0-15,-25 0 0,25 0 0,-25-24 0,25 24 0,-25 0 16,0 0-16,25 0 0,-25-25 0</inkml:trace>
  <inkml:trace contextRef="#ctx0" brushRef="#br0" timeOffset="215902.3489">11807 13618 0,'0'0'0,"0"0"0,25 0 0,-25 0 0,0 0 0,0 0 16,25 0-16,-25 0 0,0 0 0,24 0 0,-24 0 15,0 0-15,25 0 0,-25 0 0,0 0 0,25 25 0,-25-25 16,25 0-16,-25 0 0,0 24 0,25-24 0,-25 0 16,0 25-16,24-25 0,-24 25 0,0-25 0,0 25 0,0-25 15,0 25-15,0-25 0,0 24 0,0-24 0,0 25 16,0 0-16,-24-25 0,24 25 0,0 0 0,0-25 15,-25 24-15,25-24 0,-25 25 0,25-25 0,-25 25 0,25-25 16,-25 25-16,25-25 0,-24 25 0,24-25 0,-25 24 16,25-24-16,-25 0 0,0 25 0,25-25 0,-25 0 15,25 25-15,-24-25 0,24 0 0,0 0 0,-25 0 0,25 0 16,0 25-16,-25-25 0,25 0 0,0 0 0,0 0 15,0 0-15,0 0 0,0 0 0,0 0 0,0 0 0,0-25 16,0 25-16,0 0 0,0 0 0,0 0 0,25 0 16,-25-25-16,0 25 0,25 0 0</inkml:trace>
  <inkml:trace contextRef="#ctx0" brushRef="#br0" timeOffset="216155.3633">12427 13866 0,'0'0'0,"0"0"0,0 0 0,0 0 0,0 0 16,0 0-16,0 0 0,0 0 0,0 0 0,0 0 15,25 0-15,-25 0 0,0 0 0,0 0 0,0 0 0,0 0 16,0 0-16,0 0 0,0 0 0,0 0 0,0 0 0,0 0 16,0 0-16,0 0 0,0 25 0,0-25 0,0 0 15,0 0-15,0 0 0,-25 0 0,25 24 0</inkml:trace>
  <inkml:trace contextRef="#ctx0" brushRef="#br0" timeOffset="216357.3749">12402 13990 0,'0'0'0,"0"25"0,0-25 0,0 0 0,0 0 16,0 0-16,0 0 0,25 0 0,-25 0 0,0 0 15,0 24-15,0-24 0,25 0 0,-25 0 0,0 0 0,0 25 16,25-25-16,-25 0 0,0 0 0,0 25 0,0-25 16,25 0-16,-25 25 0,0-25 0,0 25 0,0-25 0,0 0 15,0 24-15,0-24 0,-25 25 0,25-25 0,0 0 16,0 25-16,-25-25 0,25 0 0,-25 25 0,0-25 0,25 0 15,-24 0-15,-1 25 0,0-25 0,0 0 0,25 0 16,-25 0-16,1 0 0,-1 24 0,25-24 0</inkml:trace>
  <inkml:trace contextRef="#ctx0" brushRef="#br0" timeOffset="217084.4165">12973 13717 0,'0'-25'0,"0"25"0,0 0 16,0 0-16,0-25 0,0 25 0,0 0 0,0 0 16,0-24-16,0 24 0,0 0 0,0 0 0,0 0 0,0 0 15,0 0-15,25 0 0,-25 0 0,0 0 0,0 0 16,0 0-16,0 0 0,0 0 0,0 0 0,0 0 15,0 0-15,0 0 0,0 0 0,0 0 0,0 0 0,0 24 16,0-24-16,0 0 0,0 25 0,0-25 0,0 25 16,0-25-16,0 25 0,0-25 0,0 25 0,0-25 15,0 24-15,0-24 0,0 25 0,0-25 0,0 25 0,0-25 16,0 25-16,0-25 0,0 25 0,0-25 0,0 24 15,0-24-15,0 0 0,0 25 0,0-25 0,0 0 0,0 25 16,0-25-16,0 0 0,0 0 0,0 25 0,0-25 16,0 0-16,0 0 0,0 0 0,24 0 0,-24 0 0,0 0 15,0 25-15,0-25 0,0 0 0,0 0 0,0 0 16,0 0-16,0 0 0,0 0 0,0 0 0,0-25 15,25 25-15,-25 0 0,0 0 0,0 0 0,25 0 0,-25-25 16,0 25-16,25 0 0,-25-25 0,0 25 0,25-25 16,-25 25-16,0-24 0,24 24 0,-24-25 0,0 25 0,25-25 15,-25 0-15,0 25 0,25-25 0,-25 25 0,0-24 16,0 24-16,25 0 0,-25-25 0,0 25 0,0 0 15,0-25-15,25 25 0,-25 0 0,0 0 0,0 0 0,0 0 16,0-25-16,0 25 0,0 0 0,0 0 0,25 0 16,-25 0-16,0 0 0,0 0 0,0 0 0,0 0 0,0 0 15,0 25-15,0-25 0,0 0 0,0 0 0,0 0 78,0 0-78,0 0 0,0 0 0,24 25 0,-24-25 0,0 0 0,0 0 0,0 0 0</inkml:trace>
  <inkml:trace contextRef="#ctx0" brushRef="#br0" timeOffset="217258.4263">13345 13891 0,'0'0'0,"0"0"0,0 0 0,0 0 15,0 0-15,0 0 0,0 0 0,0 0 0,0 0 16,0 0-16,25-25 0,-25 25 0,0 0 0,0 0 15,25 25-15,-25-25 0,24 0 0,-24 0 0,0 0 0,25 0 16,0 0-16,-25 0 0,25 0 0,-25 24 0,25-24 16,-25 0-16,24 0 0,-24 0 0,25 25 0,-25-25 0,25 0 15,-25 0-15,0 0 0,25 25 0,-25-25 0,0 0 16,0 0-16,0 0 0,0 0 0</inkml:trace>
  <inkml:trace contextRef="#ctx0" brushRef="#br0" timeOffset="217450.4374">13370 14114 0,'0'0'0,"0"0"16,0 0-16,0 0 0,0 0 0,0 0 0,0 0 16,0 0-16,25 0 0,-25 0 0,0 0 0,24 0 0,-24 25 15,0-25-15,25 0 0,-25 0 0,25 0 0,0 0 16,-25 0-16,25 0 0,-25 0 0,24 0 0,-24 0 15,25 0-15,0 24 0,-25-24 0,25 0 0,-25 0 0,25 0 16,-1 0-16,-24 0 0,25 0 0,-25 0 0</inkml:trace>
  <inkml:trace contextRef="#ctx0" brushRef="#br0" timeOffset="217795.4572">14461 13692 0,'0'-25'0,"-25"25"16,25 0-16,0 0 0,0 0 0,-24 0 0,24-24 15,0 24-15,0 0 0,-25 0 0,25 0 0,0 0 16,-25 0-16,25 0 0,0 0 0,-25 24 0,25-24 0,0 0 16,-25 0-16,25 0 0,0 25 0,-25-25 0,25 0 15,-24 25-15,24-25 0,-25 25 0,25-25 0,0 25 0,-25-1 16,25-24-16,0 25 0,0 0 0,-25-25 0,25 25 15,0 0-15,0-1 0,0-24 0,0 25 0,0 0 16,0-25-16,0 25 0,0 0 0,0-1 0,25-24 0,-25 25 16,0 0-16,25-25 0,-25 25 0,25 0 0,-25-25 15,24 24-15,-24-24 0,25 25 0,0-25 0,0 25 0</inkml:trace>
  <inkml:trace contextRef="#ctx0" brushRef="#br0" timeOffset="218633.5051">15056 13568 0,'0'0'0,"0"0"0,0 0 0,0 0 16,0 0-16,-24 0 0,24 0 0,0 0 0,0 0 15,0 0-15,0 0 0,0 0 0,-25 0 0,25 25 0,0-25 16,0 0-16,-25 0 0,25 0 0,0 0 0,0 25 16,0-25-16,-25 0 0,25 0 0,0 0 0,0 25 0,-25-25 15,25 0-15,0 0 0,0 24 0,-24-24 0,24 0 16,0 0-16,-25 25 0,25-25 0,0 0 0,-25 0 15,25 25-15,0-25 0,0 0 0,-25 0 0,25 25 0,0-25 16,-25 0-16,25 0 0,0 25 0,0-25 0,0 0 16,-24 0-16,24 0 0,0 24 0,0-24 0,0 0 0,0 0 15,0 0-15,0 0 0,0 0 0,0 0 0,0 0 16,24 0-16,-24 25 0,0-25 0,0 0 0,0 0 0,25 0 15,-25 0-15,0 0 0,0 0 0,25 0 0,-25 0 16,25 0-16,-25 0 0,25 0 0,-25 0 0,0 0 16,24 0-16,-24 0 0,25 0 0,-25 0 0,25 25 15,-25-25-15,25 0 0,-25 0 0,25 0 0,-25 0 0,0 0 16,24 0-16,-24 0 0,0 0 0,0 0 0,25 0 15,-25 0-15,0 0 0,0 25 0,25-25 0,-25 0 0,0 0 16,0 0-16,0 0 0,0 0 0,0 0 0,25 0 16,-25 0-16,0 0 0,0 0 0,0 0 0</inkml:trace>
  <inkml:trace contextRef="#ctx0" brushRef="#br0" timeOffset="218945.5229">15230 13667 0,'0'0'16,"0"0"-16,0 0 0,0-24 0,0 24 0,0 0 15,0 0-15,0 0 0,0 0 0,0 0 0,0 0 0,0 0 16,0 0-16,0 0 0,0 0 0,0 0 0,0 0 16,0 0-16,0 0 0,0 0 0,0 24 0,0-24 0,0 0 15,0 0-15,0 25 0,0-25 0,0 0 0,-25 25 16,25-25-16,0 25 0,0-25 0,0 25 0,0-25 0,0 24 15,0-24-15,-25 25 0,25-25 0,0 25 0,0-25 16,0 25-16,0-25 0,0 25 0,-24-25 0,24 24 16,0-24-16,0 25 0,0-25 0,-25 25 0,25-25 0,0 0 15,0 25-15,0-25 0,0 0 0,0 25 0,-25-25 16,25 0-16,0 24 0,0-24 0,0 0 0,0 0 15,0 0-15,0 0 0,0 0 0,0 0 0,0 0 0,0 0 16,0 0-16,0 0 0,0 0 0,0 0 0,0 0 16,0 0-16,25 0 0,-25 0 0,0-24 0</inkml:trace>
  <inkml:trace contextRef="#ctx0" brushRef="#br0" timeOffset="219119.5329">15453 13866 0,'0'0'0,"0"0"0,0 0 0,0 0 0,25 0 0,-25 0 16,0 0-16,0-25 0,0 25 0,0 0 15,0 0-15,0 0 0,0 0 0,0 0 0,0 0 0,0 0 16,25 0-16,-25 0 0,0 0 0,0 0 0,0 0 0,0 0 16,0 25-16,0-25 0,0 0 0,0 0 0,0 0 15,0 0-15,0 0 0,0 25 0,0-25 0</inkml:trace>
  <inkml:trace contextRef="#ctx0" brushRef="#br0" timeOffset="219331.545">15577 14039 0,'0'0'0,"0"0"0,0 0 0,0 0 0,25 0 15,-25 25-15,0-25 0,0 0 0,0 0 0,0 0 16,25 0-16,-25 25 0,0-25 0,0 0 0,0 0 0,0 0 16,0 25-16,0-25 0,0 0 0,0 0 0,0 25 15,0-25-15,0 0 0,0 0 0,-25 24 0,25-24 0,0 0 16,0 0-16,-25 25 0,25-25 0,0 0 0,-24 0 15,24 25-15,-25-25 0,25 0 0,0 0 0,0 0 0,-25 25 16,25-25-16,0 0 0,0 0 0,0 0 0,0 0 16,0 0-16,0 0 0</inkml:trace>
  <inkml:trace contextRef="#ctx0" brushRef="#br0" timeOffset="219846.5745">16073 13742 0,'0'0'0,"0"-25"0,0 25 0,0 0 16,25-25-16,-25 25 0,0 0 0,0-25 0,0 25 0,0 0 16,25 0-16,-25 0 0,0 0 0,0 0 0,0-24 15,25 24-15,-25 0 0,0 0 0,0 0 0,25 0 0,-25 0 16,0 0-16,24 0 0,-24 0 0,0 0 0,25 24 15,-25-24-15,0 0 0,0 0 0,0 0 0,25 0 0,-25 0 16,0 25-16,0-25 0,0 0 0,0 0 0,0 25 16,0-25-16,0 0 0,-25 25 0,25-25 0,0 0 15,0 25-15,-25-25 0,25 0 0,0 24 0,-24-24 0,24 25 16,-25-25-16,25 0 0,-25 25 0,0-25 0,25 25 15,-25-25-15,1 0 0,24 25 0,0-25 0,-25 0 16,25 0-16,0 24 0,-25-24 0,25 0 0,0 0 0,0 0 16,0 0-16,0 25 0,0-25 0,-25 0 0,25 0 0,0 0 15,0 0-15,0 0 0,25 0 0,-25 25 0,0-25 16,0 0-16,0 0 0,0 0 0,25 0 0,-25 0 15,0 25-15,0-25 0,25 0 0,-25 0 0,24 0 0,-24 0 16,0 0-16,25 25 0,-25-25 0,25 0 0,-25 0 16,25 0-16,0 0 0,-25 0 0,24 0 0,-24 0 15,25 0-15,0 0 0,-25 24 0,25-24 0,0 0 0,-25 0 16,24 0-16,-24-24 0,25 24 0,-25 0 0,25 0 15,0 0-15,-25 0 0</inkml:trace>
  <inkml:trace contextRef="#ctx0" brushRef="#br0" timeOffset="220023.5843">16495 13891 0,'0'0'0,"0"0"0,0 0 0,0 0 16,0 0-16,0 0 0,0 0 0,0 0 0,0 0 16,25 0-16,-25 0 0,0 0 0,0 0 0,0 0 0,0 0 15,0 0-15,0 0 0,0 0 0,0 0 0,0 0 16,0 0-16,0 0 0,0 0 0,0 0 0,0 0 15,0 0-15,0 24 0,0-24 0,0 0 0,0 0 0,0 0 16,0 0-16,0 25 0,0-25 0,0 0 0</inkml:trace>
  <inkml:trace contextRef="#ctx0" brushRef="#br0" timeOffset="220254.5978">16570 14089 0,'0'0'0,"0"0"0,0 0 16,24 0-16,-24 0 0,0 0 0,0 0 0,0 25 0,0-25 15,0 0-15,0 0 0,25 0 0,-25 0 0,0 25 16,0-25-16,0 0 0,0 0 0,0 0 0,0 24 0,0-24 15,0 0-15,0 25 0,0-25 0,0 0 0,0 25 16,0-25-16,0 0 0,0 25 0,0-25 0,-25 25 16,25-25-16,0 0 0,-24 24 0,24-24 0,-25 0 0,25 0 15,-25 25-15,25-25 0,-25 0 0,25 0 0,0 0 16,-25 25-16,25-25 0,-24 0 0,24 0 0,0 0 15,0 0-15,-25 0 0,25 0 0,0 0 0,0-25 0,0 25 16,0 0-16,0 0 0,0 0 0</inkml:trace>
  <inkml:trace contextRef="#ctx0" brushRef="#br0" timeOffset="220497.6117">17140 14015 0,'0'0'0,"25"0"0,-25 0 15,0 0-15,0-25 0,25 25 0,-25 0 0,0 0 16,0 0-16,0 0 0,24 0 0,-24 0 0,0 0 16,0 0-16,25 0 0,-25 0 0,0 0 0,0 0 0,25 0 15,-25 0-15,25 0 0,-25 0 0,0 0 0,25 0 16,-25 0-16,24 0 0,-24 0 0,25 0 0,0 0 0,-25 25 15,25-25-15,-25 0 0,25 0 0,-25 0 0,24 24 16,-24-24-16,25 0 0,-25 0 0,25 0 0,-25 25 16,0-25-16</inkml:trace>
  <inkml:trace contextRef="#ctx0" brushRef="#br0" timeOffset="220882.6337">17587 14114 0,'0'0'0,"0"0"0,0 0 16,0 0-16,0 0 0,0 0 0,0 0 0,0 0 0,0 0 15,0 0-15,24 0 0,-24 0 0,0 0 0,0-25 16,0 25-16,0 0 0,0 0 0,25 0 0,-25 0 0,0-25 15,0 25-15,25 0 0,-25 0 0,0 0 0,0 0 16,25-25-16,-25 25 0,0 0 0,25 0 0,-25 0 16,24-24-16,-24 24 0,0 0 0,25-25 0,-25 25 0,25 0 15,-25-25-15,25 25 0,-25 0 0,25-25 0,-25 25 16,0-25-16,24 25 0,-24-24 0,25 24 0,-25-25 0,0 25 15,25-25-15,-25 25 0,0 0 0,0-25 0,0 25 16,25 0-16,-25 0 0,0 0 0,0 0 0,0 0 0,0 0 16,0 0-16,0 0 0,0 0 0,0 0 0,0 0 15,0 0-15,0 0 0,0 0 0,0 0 0,0 0 16,0 0-16,0 0 0,0 0 0,0 25 0,0-25 0,0 0 15,-25 25-15,25-25 0,0 25 0,0-25 0,0 24 0,0-24 16,0 25-16,0-25 0,0 25 0,-25-25 16,25 25-16,0-25 0,0 0 0,0 25 0,0-25 0,0 24 15,-25-24-15,25 25 0,0-25 0,0 0 0,0 25 0,0-25 16,0 0-16,0 0 0,0 25 0,0-25 0,-24 0 15,24 0-15,0 0 0,0 0 0,0 0 0,0 0 0,0 0 16,0 0-16,24 0 0,-24 0 0,0 0 0</inkml:trace>
  <inkml:trace contextRef="#ctx0" brushRef="#br0" timeOffset="221257.6552">18529 13519 0,'0'0'0,"0"0"0,0 0 15,25 0-15,-25 0 0,0 0 0,0 0 0,25 0 0,-25 0 16,0 24-16,0-24 0,0 0 0,25 25 0,-25-25 15,0 0-15,0 25 0,0 0 0,24-25 0,-24 25 0,0-1 16,0-24-16,0 25 0,0 0 0,0-25 0,0 25 16,0 0-16,0-1 0,0 1 0,0-25 0,0 25 15,0 0-15,0 0 0,-24-25 0,24 24 0,0 1 0,0-25 16,0 25-16,-25 0 0,25-25 0,0 25 0,-25-25 15,25 0-15,0 24 0,-25-24 0,25 25 0,-25-25 0,25 0 16,0 0-16,-25 25 0,25-25 0,-24 0 0,24 0 16,-25 0-16,25 25 0,0-25 0,-25 0 0,25 0 15,0 0-15,-25 0 0,25 0 0,0 0 0,-25 0 0,25 0 16,0 0-16,0 0 0,0 0 0,-24 0 0,24 0 15,0 0-15,0 0 0,0 0 0,0 0 0,24 0 0</inkml:trace>
  <inkml:trace contextRef="#ctx0" brushRef="#br0" timeOffset="221472.6675">18926 13965 0,'0'0'0,"25"0"0,-25 0 0,0 0 0,0 0 0,0 0 15,0-25-15,0 25 0,0 0 0,0 0 0,0 0 16,25 0-16,-25 0 0,0 0 0,0 0 0,0 0 16,0 0-16,0 0 0,0 0 0,0 25 0,0-25 0,0 0 15,0 0-15,0 0 0,0 0 0,0 25 0,0-25 16,0 0-16,0 0 0,0 25 0,0-25 0</inkml:trace>
  <inkml:trace contextRef="#ctx0" brushRef="#br0" timeOffset="221639.677">18976 14139 0,'0'0'0,"0"24"0,0-24 0,0 0 0,0 0 0,0 25 15,0-25-15,0 0 0,0 25 0,0-25 0,0 25 0,0-25 16,0 0-16,-25 25 0,25-25 0,0 24 0,0-24 16,0 25-16,-25-25 0,25 25 0,0-25 0,-25 25 15,25-25-15,0 0 0,-25 25 0,25-25 0,-24 25 0,-1-25 16,25 24-16,-25-24 0,25 0 0,-25 25 0,25-25 15,-25 0-15,25 0 0</inkml:trace>
  <inkml:trace contextRef="#ctx0" brushRef="#br0" timeOffset="222586.7312">19968 13841 0,'0'-25'0,"0"25"15,0 0-15,0 0 0,0 0 0,25 0 0,-25 0 16,0 0-16,0 0 0,0 0 0,0 0 0,0 0 0,0 0 15,0 0-15,0 0 0,0 0 0,0 0 0,0 0 16,0 0-16,0 25 0,0-25 0,0 0 0,24 0 0,-24 25 16,0-25-16,0 25 0,0-25 0,0 0 0,0 24 15,0-24-15,0 25 0,0-25 0,-24 25 0,24-25 16,0 0-16,0 25 0,0-25 0,0 25 0,0-25 0,0 0 15,0 24-15,24-24 0,-24 0 0,0 0 0,0 25 16,0-25-16,0 0 0,0 0 0,0 0 0,0 0 0,0 0 16,0 0-16,0 0 0,0 0 0,0 0 0,0 0 15,0 0-15,0 0 0,0 0 0,25 0 0,-25 0 16,0 0-16,0 0 0,25 0 0,-25-25 0,0 25 0,25 0 15,-25-24-15,25 24 0,-25 0 0,24-25 0,-24 25 16,25 0-16,-25-25 0,0 25 0,25-25 0,-25 25 0,25-25 16,-25 25-16,25-24 0,-25 24 0,0-25 0,24 25 15,-24 0-15,0 0 0,0-25 0,25 25 0,-25 0 16,0 0-16,0 0 0,0 0 0,0-25 0,0 25 0,0 0 15,0 0-15,0 0 0,0 0 0,0 25 0,0-25 0,0 0 16,0 0-16,0 0 0,0 25 0,0-25 0,0 0 16,0 25-16,0-25 0,0 0 0,0 24 0,0-24 15,0 25-15,0-25 0,0 0 0,0 25 0,0-25 0,-25 25 16,25-25-16,0 25 0,0-25 0,0 0 0,0 24 15,0-24-15,0 0 0,0 25 0,25-25 0,-25 0 16,0 0-16,0 0 0,0 0 0,0 25 0,0-25 0,25 0 16,-25 0-16,0 0 0,0 0 0,0-25 0,25 25 15,-25 0-15,0 0 0,25 0 0,-25 0 0,0-25 16,24 25-16,-24 0 0,25-24 0,-25 24 0,0 0 0,25-25 15,-25 25-15,25-25 0,-25 25 0,0-25 0,25 25 0,-25-25 16,0 25-16,24 0 0,-24-24 0,0 24 16,0 0-16,0 0 0,0-25 0,25 25 0,-25 0 0,0 0 15,0 0-15,0 0 0,0 0 0,0 0 0,0 0 16,-25 0-16,25 25 0,0-25 0,0 0 0,0 0 0,0 0 15,0 0-15,0 24 0,0-24 0,0 0 0,0 0 0,0 0 16</inkml:trace>
  <inkml:trace contextRef="#ctx0" brushRef="#br0" timeOffset="222817.7444">20861 13990 0,'0'0'0,"0"0"0,0 0 0,25 0 0,-25 0 15,0 0-15,0 0 0,0 0 0,0 0 0,24 0 0,-24 0 16,0 0-16,25 0 0,-25 0 0,25 0 0,-25 0 16,0 0-16,25 0 0,-25 0 0,25 0 0,-25 25 0,24-25 15,-24 0-15,25 0 0,-25 0 0,25 24 0,-25-24 16,0 0-16,25 0 0,-25 0 0,0 25 0,0-25 15,0 0-15,0 0 0,0 0 0,0 0 0,0 0 0</inkml:trace>
  <inkml:trace contextRef="#ctx0" brushRef="#br0" timeOffset="222985.754">20935 14188 0,'-25'0'0,"25"0"0,0 0 0,-24 0 0,24 0 16,0 0-16,0 0 0,0 0 0,0 0 0,0 0 16,0 0-16,0 0 0,0 0 0,0 0 0,24 0 0,-24 0 15,0 0-15,25 0 0,-25 0 0,25 0 0,-25 0 16,25 25-16,-25-25 0,25 0 0,-1 0 0,1 0 15,-25 0-15,25 0 0,0 0 0,0 0 0,-1 0 0,1 25 16,0-25-16,0 0 0,0 0 0</inkml:trace>
  <inkml:trace contextRef="#ctx0" brushRef="#br0" timeOffset="223331.7738">22002 13841 0,'0'0'15,"0"-25"-15,0 25 0,0 0 0,0 0 0,0 0 0,0 0 16,-25 0-16,25-25 0,0 25 0,0 0 0,0 0 16,0 0-16,0 0 0,0 0 0,-25 25 0,25-25 0,0 0 15,-25 0-15,25 25 0,0-25 0,-24 25 0,24-25 16,-25 25-16,25-1 0,0-24 0,-25 25 0,25 0 15,-25 0-15,25-25 0,0 25 0,-25-1 0,25 1 0,0 0 16,0 0-16,0-25 0,0 25 0,-24-1 0,48 1 16,-24 0-16,0-25 0,0 25 0,0 0 0,0-25 0,25 24 15,-25-24-15,0 25 0,25-25 0,-25 25 0</inkml:trace>
  <inkml:trace contextRef="#ctx0" brushRef="#br0" timeOffset="224399.8349">22275 13717 0,'0'0'0,"0"0"0,0 0 15,24-25-15,-24 25 0,0 0 0,0 0 0,25 0 16,-25 0-16,0 0 0,25 0 0,-25 0 0,0 0 15,25 0-15,-25 0 0,25 0 0,-25 0 0,0 0 0,24 0 16,-24 0-16,0 0 0,0 0 0,25 0 0,-25 25 16,0-25-16,0 0 0,0 0 0,0 0 0,0 25 0,0-25 15,0 0-15,0 0 0,0 25 0,0-25 0,-25 0 78,25 24-78,0-24 0,-24 0 0,24 25 0,-25-25 0,25 25 0,-25-25 0,25 0 0,-25 25 0,25-25 0,-25 0 0,25 25 0,-24-25 0,-1 0 16,25 24-16,-25-24 0,25 0 0,-25 25 0,25-25 0,-25 0 0,25 0 0,0 25 0,0-25 0,-24 0 0,24 0 0,0 0 0,0 0 0,0 0 0,0 25 0,0-25 0,0 0 0,0 0 0,0 0 15,0 0-15,0 0 0,0 0 0,24 0 16,-24 25-16,0-25 0,25 0 0,-25 0 0,25 0 0,-25 0 16,25 0-16,-25 0 0,25 24 0,-25-24 0,24 0 0,-24 0 15,25 0-15,0 0 0,-25 0 0,25 25 0,-25-25 16,25 0-16,-25 0 0,0 0 0,24 0 0,-24 0 0,25 0 15,-25 0-15,0 25 0,0-25 0,25 0 0,-25 0 16,0 0-16,25 0 0,-25 0 0,0 0 0,0 0 0,0 0 16,25-25-16</inkml:trace>
  <inkml:trace contextRef="#ctx0" brushRef="#br0" timeOffset="224618.8474">22870 13866 0,'0'0'0,"0"0"0,0 0 0,0 0 16,0 0-16,0 0 0,25 0 0,-25 0 0,0 0 0,0 0 16,0 0-16,0 0 0,0 0 0,0 0 0,0 0 15,0 0-15,0 0 0,0 0 0,0 0 0,0 0 16,0 25-16,0-25 0,0 0 0,0 0 0,0 0 0,0 0 15,0 24-15,0-24 0,-25 0 0,25 0 0,0 0 16,0 25-16,0-25 0</inkml:trace>
  <inkml:trace contextRef="#ctx0" brushRef="#br0" timeOffset="224843.8603">22870 14064 0,'0'0'0,"0"0"16,25 0-16,-25 0 0,0 0 0,0 0 0,0 0 0,0 25 15,25-25-15,-25 0 0,0 0 0,0 0 0,0 25 16,0-25-16,24 0 0,-24 0 0,0 25 0,0-25 15,0 0-15,0 24 0,25-24 0,-25 0 0,0 25 0,-25-25 16,25 0-16,0 25 0,0-25 0,0 0 0,0 25 16,-24-25-16,24 25 0,-25-25 0,25 0 0,0 24 15,-25-24-15,25 0 0,-25 0 0,25 25 0,-25-25 0,25 0 16,0 0-16,-24 0 0,24 0 0,0 0 0,-25 0 15,25 0-15,0 0 0,0 0 0,0 0 0</inkml:trace>
  <inkml:trace contextRef="#ctx0" brushRef="#br0" timeOffset="225543.9003">23564 13742 0,'0'0'0,"0"-25"0,0 25 0,0 0 15,0 0-15,0 0 0,0-25 0,0 25 0,25 0 16,-25 0-16,0 0 0,0 0 0,0-25 0,0 25 0,0 0 15,0 0-15,0 0 0,25 0 0,-25 0 0,0 0 16,0 0-16,0-24 0,25 24 0,-25 0 0,0 0 0,25 0 16,-25 0-16,24 0 0,-24 24 0,0-24 0,25 0 15,-25 0 94,25 50-109,-25-50 0,0 0 0,-25 25 0,25-25 0,0 0 0,0 25 0,-25-25 0,25 24 0,0-24 0,-24 0 0,24 25 0,-25-25 0,25 0 0,-25 25 0,25-25 0,-25 0 0,25 0 16,0 0-16,-25 25 0,25-25 0,-24 0 0,24 0 0,0 0 31,-25 0-31,25 0 0,0 25 0,0-25 0,-25 0 0,25 0 16,0 0-16,0 0 0,0 0 0,0 0 0,0 0 0,0 0 0,25 0 0,-25 0 0,0 0 0,0 0 0,0 24 0,25-24 0,-25 0 0,0 0 0,0 0 0,24 0 0,-24 0 0,0 25 0,25-25 0,-25 0 0,0 0 0,25 25 0,-25-25 0,0 0 0,0 0 0,0 25 15,25-25-15,-25 0 0,0 25 0,0-25 0,0 0 16,0 24-16,0-24 0,0 0 0,-25 0 0,25 25 16,0-25-16,0 0 0,0 0 0,0 0 0,0 0 0,-25 0 15,25 25-15,0-25 0,0 0 0,0 0 0,-25 0 16,25 0-16,0 0 0,0 0 0,-24 0 0,24 0 0,0 0 15,-25 0-15,25 0 0,0 0 0,-25 0 0,25 0 16,0 0-16,-25-25 0,25 25 0,0 0 0,-25 0 0,25 0 16,0 0-16,0 0 0,-24 0 0,24-25 0,0 25 15,0 0-15,0 0 0,0 0 0,0 0 0,0-24 16,0 24-16,0 0 0,24 0 0,-24 0 0,0 0 0,25-25 15,-25 25-15,25 0 0,-25 0 0</inkml:trace>
  <inkml:trace contextRef="#ctx0" brushRef="#br0" timeOffset="225871.9191">24135 13990 0,'0'0'16,"25"0"-16,-25 0 0,0 0 0,0 0 0,0 0 0,0 0 15,0 0-15,0 0 0,0 0 0,0 0 0,0 0 16,0 0-16,0 0 0,0 0 0,0 0 0,0 0 0,0 0 16,0 0-16,0 0 0,0 0 0,0 0 0,0 0 0,0 0 15,0 0-15,0 0 0,0 0 0,0 0 16,0 0-16,0 0 0,0 0 0,0 25 0,0-25 0,0 0 15,-25 0-15,25 0 0,0 24 0,0-24 0,0 0 16,-25 0-16,25 0 0,0 0 0,0 25 0</inkml:trace>
  <inkml:trace contextRef="#ctx0" brushRef="#br0" timeOffset="226085.9313">24135 14213 0,'0'0'0,"0"0"0,0 0 0,0 25 15,0-25-15,0 0 0,0 0 0,0 0 0,0 25 16,25-25-16,-25 0 0,0 0 0,0 24 0,0-24 15,0 0-15,0 25 0,0-25 0,0 0 0,0 0 16,-25 25-16,25-25 0,0 0 0,0 25 0,0-25 0,-25 0 16,25 25-16,0-25 0,-25 0 0,25 25 0,0-25 0,-24 0 15,24 0-15,0 0 0,-25 24 0,25-24 0,0 0 16,-25 0-16,25 0 0,0 0 0,0 0 0,0 0 0,0 0 15,0 0-15</inkml:trace>
  <inkml:trace contextRef="#ctx0" brushRef="#br0" timeOffset="226934.9799">24557 13841 0,'0'0'16,"0"0"-16,0 0 0,0-25 0,0 25 0,0 0 0,0 0 16,0 0-16,0 0 0,0 0 0,0 0 0,0 0 15,0 0-15,0 0 0,0 0 0,0 0 0,0 0 0,24 0 16,-24 0-16,0 0 0,0 0 0,0 0 0,25 0 15,-25 0-15,0 0 0,25 0 0,-25 0 0,0 0 16,25 0-16,-25 0 0,25 0 0,-25 0 0,24 0 0,-24 25 16,0-25-16,25 0 0,-25 0 0,0 0 0,25 0 0,-25 0 15,25 0-15,-25 0 0,0 0 0,25 0 16,-25 0-16,24 0 0,-24 25 0,0-25 0,25 0 0</inkml:trace>
  <inkml:trace contextRef="#ctx0" brushRef="#br0" timeOffset="228372.0621">25202 13742 0,'0'0'0,"0"-25"0,0 25 0,0 0 0,0 0 15,0 0-15,0 0 0,0 0 0,0 0 0,0 0 16,0 0-16,0 0 0,0 0 0,0 0 0,0 0 0,0 0 15,0 0-15,0 0 0,0 0 0,0-25 0,0 25 16,0 0-16,0 0 0,0 0 0,0 0 0,0 0 16,0 0-16,0 0 0,0 0 0,0 0 0,0 0 0,0 0 15,0 0-15,0-25 0,0 25 0,0 0 0,0 0 16,0 0-16,0 0 0,0 0 0,0 0 0,0 0 0,0 0 15,24-24-15,-24 24 0,0 0 0,0 0 0,0 0 16,0 0-16,0 0 0,0 0 0,0-25 0,0 25 16,0 0 140,124 25-156,-124-25 0,0 0 0,0 0 0,0 24 0,0-24 0,25 0 0,-25 25 0,0-25 0,-25 0 0,25 25 0,0-25 0,0 0 0,0 25 0,0-25 0,0 0 0,-24 25 0,24-25 0,0 0 0,0 24 0,-25-24 0,25 0 0,0 0 0,-25 25 0,25-25 0,-25 0 0,25 0 0,0 0 15,-25 25-15,25-25 0,0 0 0,-24 0 0,24 0 0,0 0 0,-25 0 0,25 0 0,0 0 0,0 0 0,0 25 0,-25-25 0,25 0 0,0 0 0,0 0 16,0 0-16,0 0 0,0 0 0,0 0 0,0 0 15,0 0-15,0 0 0,0 0 0,0 0 0,0 0 0,0 0 16,25 0-16,-25 0 0,0 0 0,0 25 0,25-25 16,-25 0-16,24 0 0,-24 0 0,0 0 0,25 0 0,-25 24 15,25-24-15,-25 0 0,0 0 0,25 25 0,-25-25 16,0 0-16,25 25 0,-25-25 0,0 0 0,24 25 0,-24-25 15,0 0-15,0 25 0,0-25 0,0 0 0,0 24 16,0-24-16,0 25 0,0-25 0,0 0 0,-24 25 0,24-25 16,0 0-16,0 0 0,-25 25 0,25-25 15,0 0-15,-25 0 0,25 0 0,-25 25 0,25-25 0,-25 0 16,25 0-16,-24 0 0,24 0 0,0 0 0,-25 0 0,25 0 15,-25 0-15,25 0 0,0 0 0,-25 0 0,25 0 16,0 0-16,0 0 0,-25 0 0,25 0 0,0 0 0,0 0 16,0 0-16,0 0 0,-24 0 0,24 0 0,0 0 15,0 0-15,0 0 0,0-25 0,0 25 0,0 0 0,0 0 16,0 0-16,0 0 0,0-25 0,0 25 0,0 0 15,0 0-15,0 0 0,24 0 0,-24-25 0,0 25 16,0 0-16,0 0 0,25 0 0,-25 0 0,0 0 0</inkml:trace>
  <inkml:trace contextRef="#ctx0" brushRef="#br0" timeOffset="229195.1092">25797 13494 0,'0'0'0,"0"0"0,0 0 0,0 0 15,0 0-15,0-25 0,0 25 0,0 0 0,0 0 16,0 0-16,25 0 0,-25 0 0,0 0 0,0 0 0,0 0 16,0 0-16,0 0 0,0 0 0,0 0 0,0 0 15,0 0-15,0 0 0,24 0 0,-24 25 0,0-25 0,0 0 16,0 0-16,0 0 0,0 0 0,0 0 0,25 25 15,-25-25-15,0 0 0,0 0 0,0 24 0,0-24 16,0 0-16,0 25 0,0-25 0,0 0 0,0 25 0,25-25 16,-25 25-16,0-25 0,0 0 0,0 25 0,0-25 15,0 24-15,0-24 0,0 25 0,0-25 0,0 25 16,0-25-16,0 25 0,0-25 0,0 25 0,0-1 0,0-24 15,0 25-15,0-25 0,0 25 0,-25 0 0,25-25 16,0 25-16,0-25 0,0 24 0,-25-24 0,25 25 0,0-25 16,0 25-16,-24 0 0,24-25 0,0 25 0,-25-25 15,25 24-15,-25-24 0,25 0 0,0 25 0,0-25 0,-25 25 16,25-25-16,0 0 0,-25 25 0,25-25 0,0 0 15,-24 25-15,24-25 0,0 0 0,0 0 0,-25 24 16,25-24-16,0 0 0,-25 0 0,25 25 0,0-25 0,-25 0 16,25 0-16,0 0 0,0 0 0,0 25 0,-25-25 15,25 0-15,0 0 0,0 0 0,0 0 0,0 0 0,0 0 16,-24 0-16,24 0 0,0 0 0,0 0 156,24-50-156,-24 50 0,25 0 0,-25-24 0</inkml:trace>
  <inkml:trace contextRef="#ctx0" brushRef="#br0" timeOffset="230162.1645">26442 13295 0,'0'0'0,"0"0"15,0 0-15,0-24 0,0 24 0,0 0 0,0 0 16,0 0-16,0 0 0,0 0 0,0 0 0,0 0 0,25 0 15,-25 0-15,0 0 0,0 0 0,0 0 0,0 0 16,0 0-16,0 0 0,0 0 0,24 24 0,-24-24 0,0 0 16,0 0-16,0 0 0,0 0 0,0 0 0,0 0 15,0 0-15,0 25 0,0-25 47,-49 50 31,49-50-78,0 25 0,0-25 0,-25 0 0,25 0 0,0 24 0,0-24 0,0 0 0,-25 0 0,25 25 0,0-25 0,0 0 0,0 25 0,-25-25 0,25 0 0,0 0 0,0 25 0,0-25 0,0 0 0,-24 25 0,24-25 0,0 0 0,0 0 0,0 24 47,0-24-47,0 0 0,0 25 0,-25-25 0,25 0 0,0 25 0,0-25 0,0 0 0,0 25 0,0-25 0,0 0 0,0 25 0,0-25 0,0 24 0,0-24 0,0 0 0,0 25 0,0-25 0,0 0 0,25 25 0,-25-25 0,0 0 0,0 25 0,0-25 0,0 0 0,0 0 0,24 0 0,-24 25 15,0-25-15,0 0 0,0 0 0,0 0 0,25 0 16,-25 0-16,0 24 0,0-24 0,0 0 0,0 0 0,0 0 16,0 0-16,0 0 0,0 0 0,0 0 0,25 0 15,-25 0-15,0 0 0,0 0 0,0 0 0,0 0 0,0 0 16,0 0-16,0 0 0,0 0 0,0 0 0,0-24 15,0 24-15,0 0 0,0 0 0,0 0 0,0 0 16,0 0-16,0 0 0,0 0 0,-25 0 0,25 0 0,0 0 16,0-25-16,0 25 0,-25 0 0,25 0 0,0 0 15,-24 0-15,24 0 0,0 0 0,0 0 0,-25 0 0,25 0 16,0 0-16,-25 0 0,25 0 0,0 0 0,0 0 15,0 0-15,-25 0 0,25 0 0,0 0 0,0 25 16,0-25-16,0 0 0,0 0 0,-25 0 0,25 24 0,0-24 16,0 0-16,0 0 0,0 25 0,0-25 0,0 0 15,0 25-15,0-25 0,0 0 0,-24 25 0,24-25 0,0 0 16,0 25-16,0-25 0,0 0 0,0 0 0,0 24 15,0-24-15,0 0 0,0 25 0,0-25 0,0 0 16,0 0-16,0 25 0,0-25 0,0 0 0,0 25 0,0-25 16,0 0-16,-25 0 0,25 25 0,0-25 0,0 0 15,0 0-15,0 24 0,0-24 0,0 0 0,0 0 0,0 25 16,0-25-16,0 0 0,0 0 0,0 25 0,0-25 15,0 0-15,0 0 0,0 25 0,0-25 0,0 0 0,0 0 16,0 25-16,0-25 0,0 0 0,0 24 0,0-24 16,0 0-16,-25 0 0,25 0 0,0 25 0,0-25 15,0 0-15,0 0 0,0 0 0,-25 0 0,25 25 0,0-25 16,0 0-16,-25 0 0,25 0 0,0 0 0,-24 0 15,24 0-15,0 0 0,-25 0 0,25 0 0,-25 0 16,25 0-16,0 0 0,-25 0 0,25 0 0,-25 0 0,25 0 16,0 0-16,-24 0 0,24 0 0,0-25 0,0 25 15,0 0-15,0 0 0,-25 0 0,25 0 0,0 0 0,0 0 16,0 0-16,0 0 0,0-25 0,0 25 0,0 0 15,0 0-15,0 0 0,0 0 0,0-24 0,0 24 16,0 0-16,0 0 0,0 0 0,0-25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6T02:29:46.27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2059 1612 0,'0'0'0,"0"0"16,0 0-16,0 0 0,0-25 0,0 25 0,0 0 0,0 0 15,0 0-15,0 0 0,0 0 0,0 0 0,0-24 0,25 24 16,-25 0-16,0 0 0,0 0 0,0 0 0,0 0 15,0 0-15,0 0 0,0 0 0,0 0 0,0 0 0,0 0 16,0 0-16,0 0 0,0 0 0,0 0 0,0 0 16,0 0-16,0 0 0,0 0 0,0 0 0,0 0 0,0 0 15,0 0-15,0 0 0,0 0 0,0 0 0,-25 0 0,25 0 16,0 0-16,0 0 0,0 24 0,0-24 0,0 0 0,0 25 15,-25-25-15,25 25 0,0-25 0,0 25 0,0-25 0,0 25 16,-25-25-16,25 25 0,0-25 0,0 24 0,0-24 0,-25 25 16,25-25-16,0 25 0,0-25 0,-24 25 0,24-25 15,0 25-15,0-25 0,0 0 0,0 24 0,-25-24 0,25 25 16,0-25-16,0 0 0,0 25 0,0-25 0,-25 0 0,25 0 15,0 25-15,0-25 0,0 0 0,0 0 0,0 25 0,0-25 16,0 0-16,-25 0 0,25 0 0,0 0 0,0 0 0,0 0 16,0 0-16,0 0 0,0 0 0,0 0 0,0 0 15,0 0-15,0 0 0,0-25 0,0 25 0,0 0 0,0 0 16,0-25-16</inkml:trace>
  <inkml:trace contextRef="#ctx0" brushRef="#br0" timeOffset="264.015">1860 1712 0,'0'0'16,"0"0"-16,0 0 0,0 0 0,0-25 0,0 25 15,0 0-15,0 0 0,0 0 0,0 0 0,0 0 0,0 0 0,0 0 16,0 0-16,0 0 0,0 0 0,0 0 0,0 0 0,0 0 16,0 0-16,0 0 0,0 25 0,0-25 0,25 0 15,-25 0-15,0 0 0,0 24 0,0-24 0,25 0 0,-25 25 16,0-25-16,0 0 0,25 25 0,-25-25 0,0 0 0,0 25 15,0-25-15,25 0 0,-25 25 0,0-25 0,0 24 0,0-24 16,24 0-16,-24 25 0,0-25 0,0 0 0,0 25 0,0-25 16,0 0-16,0 25 0,0-25 0,0 0 0,0 0 15,0 0-15,25 25 0,-25-25 0,0 0 0,0 0 0,0 0 16,0 0-16,0 0 0,0 0 0,0 0 0,0 0 15,0 0-15,0 0 0,0 0 0,0 0 0,0 24 0,0-24 0,0 0 16</inkml:trace>
  <inkml:trace contextRef="#ctx0" brushRef="#br0" timeOffset="513.0294">1712 1910 0,'0'0'15,"0"0"-15,0-25 0,0 25 0,0 0 0,0 0 0,0 0 16,0 0-16,0 0 0,0 0 0,0 0 0,0 0 0,0 0 15,0 0-15,0 0 0,0 0 0,0 0 0,24 0 16,-24 0-16,0 0 0,25 0 0,-25 0 0,0 0 0,25-25 16,0 25-16,-25 0 0,25 0 0,-25 0 0,24 0 0,-24 0 15,25 0-15,0 0 0,-25 0 0,25 0 0,-25 0 0,25 0 16,-25 0-16,24 0 0,1 0 0,-25 0 0,25 0 0,-25 0 15,0 0-15,25 0 0,-25 0 0,0 0 0,25 0 0,-25 0 16,0 0-16,0 0 0,0 0 0,0 0 0,0 0 16</inkml:trace>
  <inkml:trace contextRef="#ctx0" brushRef="#br0" timeOffset="1253.0717">2034 1587 0,'0'-24'0,"0"24"0,0 0 0,0 0 0,-25-25 0,25 25 0,0 0 0,0-25 0,-25 25 0,25 0 0,0 0 0,0-25 0,-24 25 0,24 0 0,0 0 0,0 0 0,-25 0 0,25-25 0,0 25 0,-25 0 16,25 0-16,0 0 0,0 0 0,-25-24 0,25 24 0,0 0 0,0 0 0,-25 0 0,25 0 0,0 0 0,0 0 0,-24 0 0,24 0 0,0 0 16,0 0-16,-25 0 0,25-25 0,0 25 0,-25 0 0,25 0 15,0 25-15,-25-25 0,25 0 0,0 0 0,0 0 0,-25 24 16,25-24-16,0 0 0,-24 0 0,24 25 0,0-25 15,-25 0-15,25 0 0,-25 0 0,25 25 0,0-25 0,-25 0 16,25 0-16,0 25 0,-25-25 0,25 0 0,0 0 0,-25 25 16,25-25-16,0 0 0,0 0 0,0 24 0,-24-24 0,24 0 15,0 25-15,0-25 0,0 0 0,0 25 0,0-25 0,-25 0 16,25 25-16,0-25 0,0 25 0,0-25 0,0 25 0,0-25 15,0 0-15,0 24 0,0-24 0,0 25 0,-25-25 0,25 25 16,0-25-16,0 25 0,0-25 0,0 25 0,0-25 0,0 0 16,25 24-16,-25-24 0,0 25 0,0-25 0,0 0 0,0 25 15,0-25-15,0 0 0,0 25 0,25-25 0,-25 0 0,0 25 16,0-25-16,24 0 0,-24 24 0,0-24 0,0 0 0,25 25 15,-25-25-15,25 0 0,-25 0 0,0 25 0,25-25 0,-25 0 16,25 0-16,-25 25 0,25-25 0,-25 0 0,24 0 16,-24 0-16,25 0 0,-25 25 0,25-25 0,-25 0 0,25 0 15,0 0-15,-25 0 0,24 0 0,-24 0 0,25 0 0,0 0 16,-25 0-16,25 0 0,-25 0 0,25 0 0,-1 0 15,-24 0-15,25 0 0,-25 0 0,25 0 0,-25 0 0,25 0 16,-25-25-16,25 25 0,-25 0 0,24 0 0,-24-25 0,0 25 16,25 0-16,-25 0 0,0-25 0,25 25 0,-25 0 0,0-25 15,0 25-15,25 0 0,-25-24 0,0 24 0,0-25 0,0 25 16,25 0-16,-25-25 0,0 25 0,0-25 0,0 25 15,0-25-15,0 25 0,0-24 0,0 24 0,0-25 0,0 25 16,0-25-16,0 0 0,0 25 0,-25-25 0,25 25 0,0-24 16,0-1-16,0 25 0,0-25 0,0 25 0,0-25 0,0 25 15,-25-25-15,25 25 0,0 0 0,0-25 0,0 25 16,-25 0-16,25-24 0,0 24 0,0 0 0,0 0 0,-25-25 15,25 25-15,0 0 0,0 0 0,0 0 0,-24-25 0,24 25 16,0 0-16,0 0 0,-25 0 0,25 0 0,0 0 0,0 0 16,0 0-16,-25 0 0,25 0 0,0 0 0,0 0 0,0 0 15,-25 0-15,25 25 0,0-25 0,0 0 0,0 0 16,-25 0-16,25 0 0,0 0 0</inkml:trace>
  <inkml:trace contextRef="#ctx0" brushRef="#br0" timeOffset="1884.1078">3001 1538 0,'0'0'0,"0"0"0,0 0 16,0 0-16,0 0 0,0-25 0,0 25 0,0 0 15,0 0-15,0 0 0,-24 0 0,24 0 0,0-25 0,0 25 16,0 0-16,0 0 0,0 0 0,0 0 0,0 0 0,0 0 16,0 0-16,0 0 0,0 25 0,0-25 0,0 0 15,0 0-15,0 25 0,0-25 0,0 0 0,0 25 0,0-25 16,0 24-16,0-24 0,0 25 0,0 0 0,0-25 15,0 25-15,0 0 0,0 0 0,0-25 0,0 24 0,0 1 16,0-25-16,0 25 0,0-25 0,0 25 0,0-25 0,0 25 16,0-25-16,0 0 0,0 24 0,0-24 0,0 0 0,0 25 15,0-25-15,0 0 0,0 0 0,0 25 0,0-25 0,0 0 16,0 0-16,0 0 0,0 25 0,0-25 0,-25 0 15,25 0-15,0 0 0,0 0 0,0 0 0,0 25 0,0-25 16,0 0-16,0 0 0,0 0 0,0 0 0,0 0 0,0 0 16,0-25 30,0 25-46,0 0 0,0 0 0,0-25 0,0 25 0</inkml:trace>
  <inkml:trace contextRef="#ctx0" brushRef="#br0" timeOffset="2314.1324">2952 1612 0,'0'0'0,"0"-25"0,0 25 0,0 0 0,0 0 0,25-24 0,-25 24 0,0 0 0,0 0 0,0 0 0,24-25 0,-24 25 0,0 0 0,25 0 0,-25 0 0,0 0 0,25 0 0,-25 0 0,0 0 0,0 0 0,25 0 0,-25 0 0,0 0 0,25 0 0,-25 0 0,0 25 0,0-25 0,24 0 0,-24 24 0,0-24 0,0 25 0,0-25 0,0 25 0,0 0 0,0-25 0,0 25 16,0-25-16,0 25 0,-24-1 0,24-24 0,0 25 0,0-25 15,0 25-15,-25-25 0,25 25 0,0-25 0,0 25 0,0-25 16,-25 0-16,25 24 0,0-24 0,0 0 0,0 25 0,0-25 16,0 0-16,0 0 0,0 0 0,0 25 0,0-25 15,0 0-15,0 0 0,0 0 0,0 0 0,0 0 0,0 0 16,0 0-16,0 0 0,0 0 0,25 0 0,-25 0 0,0 0 15,0 0-15,0 0 0,0 0 0,25 0 0,-25 0 0,0 25 16,0-25-16,0 0 0,24 0 0,-24 0 0,0 0 16,0 0-16,25 0 0,-25 0 0,0 0 0,0 25 0,0-25 15,0 0-15,25 0 0,-25 0 0,0 24 0,0-24 0,0 0 16,0 0-16,0 25 0,0-25 0,0 0 0,-25 0 15,25 25-15,0-25 0,0 0 0,0 0 0,0 0 0,-25 25 16,25-25-16,0 0 0,0 0 0,-24 0 0,24 0 0,0 0 16,0 25-16,0-25 0,-25 0 0,25 0 0,0 0 15,0 0-15,0 0 0,0 0 0,-25 0 0,25 0 0,0 0 16,0 0-16,0 0 0,0 0 0,0-25 0,0 25 15,0 0-15,0 0 0,0 0 0,0 0 0,0 0 0,0-25 16,0 25-16,0 0 0,0-25 0,0 25 0,25 0 0,-25-25 16,0 25-16,0 0 0</inkml:trace>
  <inkml:trace contextRef="#ctx0" brushRef="#br0" timeOffset="3479.199">3349 1712 0,'0'0'0,"0"0"0,0-25 0,0 25 15,0 0-15,0 0 0,0 0 0,0 0 0,0 0 0,0 0 16,0 0-16,0 0 0,0 0 0,0 0 0,0 0 0,0 0 15,0 0-15,0 0 0,0 0 0,0 0 0,0 0 16,0 0-16,0 0 0,0 0 0,0 25 0,0-25 0,0 0 16,0 24-16,0-24 0,0 0 0,0 25 0,0-25 15,0 25-15,0-25 0,0 25 0,0-25 0,0 0 0,0 25 16,0-25-16,0 24 0,0-24 0,0 25 0,0-25 0,0 25 15,0-25-15,0 0 0,0 25 0,0-25 0,0 25 16,0-25-16,0 0 0,0 24 0,0-24 0,0 0 0,0 0 16,24 0-16,-24 25 0,0-25 0,0 0 0,0 0 15,0 0-15,25 0 0,-25 0 0,0-25 0,0 25 0,0 0 16,25 0-16,-25 0 0,0 0 0,0 0 0,25 0 0,-25 0 15,0 0-15,0 0 0,25 0 0,-25-24 0,0 24 16,24 0-16,-24 0 0,0 0 0,0-25 0,25 25 0,-25 0 16,0 0-16,0-25 0,25 25 0,-25 0 0,0 0 15,0-25-15,25 25 0,-25 0 0,0 0 0,0 0 0,0-25 16,0 25-16,0 0 0,0-24 0,25 24 0,-25 0 0,-25-25 15,25 25-15,0 0 0,0-25 0,0 25 0,0 0 16,0 0-16,0 0 0,0-25 0,0 25 0,0 0 0,0 0 16,-25 0-16,25 0 0,0 0 0,0 0 0,0 0 15,0-25-15,0 25 0,0 0 0,-25 0 0,25 0 0,0 0 16,0 0-16,0 0 0,0 0 0,0 0 0,0 0 0,0 0 15,-25 25 17,25-25-32,0 0 0,0 0 0,0 0 0,0 0 0,0 0 0,0 25 0,0-25 0,0 0 0,0 0 0,0 0 0,0 25 0,0-25 0,0 0 0,0 25 15,0-25-15,0 0 0,0 24 0,0-24 0,0 25 0,0-25 16,0 0-16,0 25 0,0-25 0,0 25 0,0-25 15,25 0-15,-25 25 0,0-25 0,0 0 0,0 24 0,0-24 16,25 0-16,-25 0 0,0 25 0,0-25 0,0 0 0,0 0 16,25 25-16,-25-25 0,0 0 0,0 0 0,25 0 15,-25 0-15,0 0 0,24 0 0,-24 0 0,0 0 0,25 0 16,-25 0-16,25-25 0,-25 25 0,25 0 0,-25 0 15,25-25-15,-25 25 0,25 0 0,-25-24 0,0 24 0,24 0 16,-24-25-16,0 25 0,25-25 0,-25 25 0,0 0 0,0-25 16,0 25-16,0 0 0,0-25 0,0 25 0,0-24 15,0 24-15,0 0 0,0-25 0,0 25 0,0 0 0,0-25 16,0 25-16,0 0 0,0-25 0,0 25 0,0 0 15,0-25-15,0 25 0,0 0 0,0 0 0,0 0 0,0 0 16,0 0-16,-25 0 0,25 0 0,0 0 0,0 0 0,0 0 16,0 0-16,0 0 0,0 0 0,0 0 0,0 0 15,0 0-15,0 0 0,0 25 0,0-25 0,0 0 0,0 0 16,0 25-16,0-25 0,0 0 0,0 25 0,0-25 15,0 0-15,0 25 0,0-25 0,0 0 0,0 24 0,0-24 16,0 25-16,0-25 0,0 0 0,0 25 0,0-25 0,0 25 16,0-25-16,0 0 0,0 25 0,0-25 0,0 24 15,0-24-15,0 0 0,0 25 0,25-25 0,-25 0 0,0 25 16,0-25-16,0 0 0,0 0 0,25 0 0,-25 0 15,0 0-15,0 0 0,0 0 0,25 0 0,-25 0 0,0 0 16,0 0-16,25-25 0,-25 25 0,0 0 0,24 0 0,-24-25 16,25 25-16,-25-24 0,0 24 0,0 0 0,25-25 15,-25 25-15,0-25 0,25 25 0,-25 0 0,0-25 0,0 25 16,0-25-16,25 25 0,-25-24 0,0 24 0,0 0 15,0 0-15,0-25 0,0 25 0,0 0 0,0 0 0,0-25 16,0 25-16,0 0 0,0 0 0,0 0 0,0 0 0,0 0 16,0 0-16,0 0 0,0 0 0,0 0 0,0 0 15,0 0-15,0 0 0,0 0 0,0 0 0,0 25 0,0-25 16,0 0-16,0 0 0,-25 25 0,25-25 0,0 24 15,0-24-15,0 0 0,0 25 0,0-25 0,0 25 0,0-25 16,0 25-16,0-25 0,25 25 0,-25-25 0,0 0 0,0 24 16,0-24-16,0 0 0,0 0 0,0 25 0,0-25 15,0 0-15,0 0 0,24 0 0,-24 0 0,0 0 0,0 0 16,0 0-16,25 0 0,-25 0 0,0 0 0,0 0 15,25 0-15,-25 0 0,0 0 0,0-25 0,0 25 0,0 0 16,0-24-16,25 24 0,-25 0 0,0-25 0,-25 25 16,25-25-16</inkml:trace>
  <inkml:trace contextRef="#ctx0" brushRef="#br0" timeOffset="3758.215">3671 1612 0,'0'0'0,"0"0"0,-25-25 15,25 25-15,0 0 0,0 0 0,0 0 0,-25-24 0,25 24 16,0 0-16,0 0 0,0-25 0,0 25 0,0 0 16,0 0-16,25 0 0,-25-25 0,0 25 0,0 0 0,0-25 15,25 25-15,-25 0 0,0 0 0,0-25 0,25 25 0,-25 0 16,0 0-16,25 0 0,-25-24 0,0 24 0,25 0 15,-25 0-15,0 0 0,24 0 0,-24 0 0,0 0 0,0 0 16,0 0-16,25 0 0,-25 0 0,0 0 0,0 0 16,0 24-16,0-24 0,0 0 0,25 0 0,-25 0 0,0 0 15,0 0-15,0 0 0,0 0 0,0 0 0,0 0 0,0 0 16,0 25-16,0-25 0,0 0 0,0 0 0,0 0 15</inkml:trace>
  <inkml:trace contextRef="#ctx0" brushRef="#br0" timeOffset="3937.2252">3894 1315 0,'0'0'15,"0"0"-15,25 0 0,-25 0 0,0 0 0,0 0 16,0 0-16,0 0 0,0 0 0,0 0 0,0 0 0,25 0 16,-25 0-16,0 0 0,0 24 0,25-24 0,-25 0 0,0 0 15,0 25-15,0-25 0,0 0 0,25 25 0,-25-25 16,0 25-16,0-25 0,0 0 0,0 25 0,0-25 0,-25 24 15,25-24-15,0 0 0,0 25 0,-25-25 0,25 25 16,0-25-16,-25 0 0,25 25 0</inkml:trace>
  <inkml:trace contextRef="#ctx0" brushRef="#br0" timeOffset="4120.2356">3522 1463 0,'0'0'15,"0"0"-15,0 0 0,0 0 0,0-24 0,25 24 0,-25 0 16,0 0-16,0 0 0,0 0 0,0 0 0,0-25 15,0 25-15,0 0 0,0 0 0,25 0 0,-25 0 0,0 0 16,0 0-16,0 0 0,25 0 0,-25 0 0,0 0 0,0 25 16,0-25-16,24 0 0,-24 0 0,0 0 0,0 0 15,25 0-15,-25 0 0</inkml:trace>
  <inkml:trace contextRef="#ctx0" brushRef="#br0" timeOffset="4623.2645">5432 1712 0,'0'0'0,"-25"0"16,25-25-16,0 25 0,0 0 0,0-25 0,0 25 0,-24 0 16,24 0-16,0-25 0,0 25 0,0 0 0,0 0 15,0 0-15,0 0 0,-25 0 0,25 0 0,0 0 0,0-25 16,0 25-16,-25 25 0,25-25 0,0 0 0,-25 0 15,25 0-15,0 0 0,-25 0 0,25 25 0,0-25 0,-24 0 16,24 0-16,0 25 0,-25-25 0,25 25 0,0-25 16,-25 0-16,25 24 0,0-24 0,-25 25 0,25-25 0,0 25 15,0-25-15,0 25 0,0-25 0,0 25 0,0-25 0,0 24 16,0-24-16,0 0 0,0 25 0,0-25 0,0 0 15,0 25-15,0-25 0,0 0 0,25 0 0,-25 0 0,0 25 16,0-25-16,25 0 0,-25 0 0,25 0 0,-25 0 0,0-25 16,24 25-16,-24 0 0,25 0 0,-25 0 0,25-25 15,-25 25-15,25 0 0,-25-25 0,25 25 0,-1 0 0,-24-24 16,25 24-16,-25 0 0,0-25 0,25 0 0,-25 25 15,0-25-15,25 25 0,-25-25 0</inkml:trace>
  <inkml:trace contextRef="#ctx0" brushRef="#br0" timeOffset="4884.2792">5457 1265 0,'0'0'0,"0"0"0,0-25 0,-25 25 0,25 0 0,0 0 16,0 0-16,0 0 0,0 0 0,0 0 0,0 0 0,-25 0 16,25 0-16,0 25 0,0-25 0,0 25 0,0-25 15,25 25-15,-25-25 0,0 24 0,0-24 0,0 25 0,0 0 16,0-25-16,0 25 0,25 0 0,-25-25 0,0 24 15,0 1-15,0 0 0,25 0 0,-25-25 0,0 25 0,0-1 16,0 1-16,0-25 0,0 25 0,0 0 0,25-25 0,-25 25 16,0 0-16,0-25 0,0 24 0,0-24 0,0 25 15,0-25-15,0 25 0,0-25 0,0 25 0,0-25 0,0 25 16,0-25-16,0 0 0,0 24 0,0-24 0,0 0 15,0 25-15,0-25 0,0 0 0,0 0 0,0 25 0,0-25 16,0 0-16,0 0 0,0 0 0,0 0 0,0 0 0,24 0 16,-24-25-16</inkml:trace>
  <inkml:trace contextRef="#ctx0" brushRef="#br0" timeOffset="5425.3103">5680 1637 0,'0'0'0,"-25"0"0,25 0 15,0 0-15,0 0 0,0 0 0,0 0 0,-24 0 0,24 0 16,0 0-16,0 0 0,0 0 0,0-25 0,0 25 15,0 0-15,-25 0 0,25 0 0,0 0 0,0 25 0,0-25 16,0 0-16,0 0 0,0 0 0,0 25 0,0-25 16,0 25-16,0-25 0,0 0 0,0 25 0,0-25 0,0 24 15,0-24-15,0 25 0,0-25 0,0 25 0,0-25 0,0 25 16,0-25-16,0 25 0,0-25 0,0 0 0,0 24 15,0-24-15,0 25 0,0-25 0,0 0 0,25 25 0,-25-25 16,0 0-16,0 25 0,0-25 0,24 0 0,-24 0 16,0 0-16,0 0 0,0 0 0,25 0 0,-25 0 0,0 0 15,25 0-15,-25 0 0,0 0 0,25 0 0,-25-25 0,25 25 16,-25 0-16,24 0 0,-24 0 0,25-25 0,-25 25 15,0 0-15,25-25 0,-25 25 0,25 0 0,-25-24 0,0 24 16,0-25-16,0 25 0,25-25 0,-25 25 0,0 0 16,0-25-16,0 25 0,0 0 0,0-25 0,0 25 0,0 0 15,0-24-15,0 24 0,0 0 0,0-25 0,-25 25 0,25 0 16,0 0-16,0-25 0,0 25 0,0 0 0,-25 0 15,25 0-15,0 0 0,0 0 0,0 0 0,0 0 0,-25 0 16,25 0-16,0 0 0,0 0 0,0 0 0,0 0 16,0 0-16,0 0 0,0 25 0,0-25 0,0 0 0,-25 0 15,25 25-15,0-25 0,0 0 0,0 24 0,0-24 0,0 0 16,0 25-16,0-25 0,0 25 0,0-25 0,0 25 15,0-25-15,0 0 0,25 25 0,-25-25 0,0 24 0,0-24 16,0 0-16,0 25 0,0-25 0,0 0 0,0 0 16,0 25-16,25-25 0,-25 0 0,0 0 0,0 25 0,25-25 15,-25 0-15,0 0 0,25 0 0,-25 0 0,0 0 0,25 0 16,-25 0-16,0 0 0,24-25 0,-24 25 0,25 0 15,-25-25-15,25 25 0,-25 0 0,0-25 0,25 25 0,-25-24 16,0 24-16,25 0 0,-25-25 0,0 0 0,0 25 16</inkml:trace>
  <inkml:trace contextRef="#ctx0" brushRef="#br0" timeOffset="5788.3311">6052 1687 0,'0'-25'0,"0"25"0,0 0 0,0 0 15,0 0-15,0-25 0,0 25 0,0 0 0,0 0 0,0 0 16,0 0-16,0 0 0,0 25 0,0-25 0,0 0 16,0 0-16,0 0 0,0 25 0,0-25 0,0 0 0,0 25 15,0-25-15,0 0 0,0 24 0,0-24 0,0 25 0,0-25 16,0 25-16,0-25 0,0 0 0,0 25 0,0-25 15,0 25-15,0-25 0,0 0 0,0 24 0,0-24 0,0 0 16,0 0-16,0 0 0,0 25 0,0-25 0,0 0 16,0 0-16,0 0 0,0 0 0,0 0 0,0 0 0,25 0 15,-25 0-15,0 0 0,0 0 0,0 0 0,0-25 0,25 25 16,-25 0-16,0 0 0,0-24 0,25 24 0,-25 0 15,0-25-15,25 25 0,-25 0 0,0-25 0,24 25 0,-24-25 16,0 25-16,0 0 0,25-25 0,-25 25 0,0 0 16,0 0-16,25 0 0,-25 0 0,0 0 0,0 0 0,0 0 15,0 0-15,0 25 0,0-25 0,0 0 0,0 0 16,0 0-16,0 25 0,0-25 0,0 25 0,0-25 0,0 0 15,0 25-15,0-25 0,0 24 0,0-24 0,0 25 0,-25-25 16,25 0-16,0 25 0,0-25 0,0 25 0,0-25 16,0 0-16,0 25 0,0-25 0,0 0 0,0 0 0,0 24 15,0-24-15,0 0 0,0 25 0,0-25 0,0 0 0,0 0 16,0 0-16,0 0 0,0 0 0,0 0 0,0 0 15,-25 0-15</inkml:trace>
  <inkml:trace contextRef="#ctx0" brushRef="#br0" timeOffset="6056.3464">5804 1563 0,'0'0'0,"-25"0"0,25 0 0,0 0 16,0 0-16,0-25 0,0 25 0,0 0 0,0 0 0,0-25 15,0 25-15,0 0 0,0-25 0,0 25 0,25 0 0,-25-25 16,0 25-16,25-24 0,-25 24 0,25-25 0,-25 25 16,25 0-16,-25 0 0,25 0 0,-25 0 0,24 0 0,-24 0 15,0 0-15,25 0 0,-25 0 0,25 0 0,-25 0 16,0 0-16,0 0 0,25 25 0,-25-25 0,0 0 0,0 0 15,25 24-15,-25-24 0,0 0 0,0 0 0,0 0 0,0 25 16,0-25-16,0 0 0,0 0 0,0 0 0,0 0 16,24 0-16,-24 0 0</inkml:trace>
  <inkml:trace contextRef="#ctx0" brushRef="#br0" timeOffset="6301.3604">6226 1339 0,'0'0'0,"0"0"0,0 0 0,0 0 0,0 0 0,0 0 15,0 0-15,0 25 0,0-25 0,0 0 0,25 0 16,-25 0-16,0 0 0,0 0 0,0 25 0,0-25 0,25 0 16,-25 0-16,0 0 0,0 0 0,24 0 0,-24 0 15,0 0-15,25 0 0,-25 0 0,0 0 0,0 0 0,25 0 16,-25 0-16,0 0 0,0-25 0,25 25 0,-25 0 0,0 0 15,0 0-15,25-25 0,-25 25 0,0 0 0,0 0 16,0-24-16,0 24 0,0 0 0,0 0 0,0-25 0,0 25 16,-25-25-16,25 25 0,0 0 0,0 0 0,-25-25 15,25 25-15</inkml:trace>
  <inkml:trace contextRef="#ctx0" brushRef="#br0" timeOffset="6490.3713">5779 1339 0,'0'0'0,"-24"0"15,24 25-15,0-25 0,0 0 0,0 0 0,0 0 0,0 0 16,0 0-16,0 0 0,0-25 0,0 25 0,0 0 16,24 0-16,-24 0 0,0 0 0,0 0 0,25 0 0,-25 0 15,0 0-15,0 0 0,25 0 0,-25 0 0,0 0 16,0 0-16,25 0 0,-25 25 0,0-25 0,0 0 0,0 0 15,25 0-15</inkml:trace>
  <inkml:trace contextRef="#ctx0" brushRef="#br0" timeOffset="6937.3968">7268 1935 0,'0'0'0,"0"0"0,-25 0 0,25-25 15,0 25-15,0 0 0,0 0 0,0 0 0,0 0 0,0 0 16,0-25-16,0 25 0,0 0 0,0-25 0,0 25 0,0 0 15,25-24-15,-25 24 0,0 0 0,25-25 0,-25 25 16,0-25-16,24 25 0,-24 0 0,25-25 0,-25 25 0,25 0 16,-25-25-16,25 25 0,-25-24 0,0 24 0,25-25 15,-25 0-15,0 25 0,0-25 0,24 25 0,-24-25 0,0 0 16,0 25-16,0-24 0,0 24 0,0 0 0,0-25 0,0 25 15,25 0-15,-25 0 0,0 0 0,0 0 0,0 0 0,0 0 16,0 0-16,0 0 0,0 0 0,0 0 0,0 25 16,0-25-16,0 0 0,0 24 0,0-24 0,0 25 15,0-25-15,0 25 0,0 0 0,0-25 0,0 25 0,-25 0 16,25-1-16,0-24 0,0 25 0,0 0 0,0-25 0,0 25 15,0 0-15,-24-25 0,24 24 0,0-24 0,0 25 16,0 0-16,0-25 0,0 25 0,0-25 0,0 25 0,0-25 16,0 0-16,0 24 0,0-24 0,0 0 0,0 25 15,0-25-15,24 0 0,-24 0 0,0 0 0,0 0 0</inkml:trace>
  <inkml:trace contextRef="#ctx0" brushRef="#br0" timeOffset="7339.4198">8111 1736 0,'0'0'0,"0"0"16,0 0-16,0 0 0,0-24 0,-25 24 0,25 0 0,0 0 15,0 0-15,0 0 0,0 0 0,0 0 0,0 0 16,0 0-16,0 0 0,0 0 0,0 0 0,0 0 0,0 0 16,0 0-16,0 0 0,0 0 0,25 24 0,-25-24 15,0 0-15,0 25 0,0-25 0,0 25 0,25-25 0,-25 25 16,0 0-16,0-25 0,0 24 0,0-24 0,0 25 15,25-25-15,-25 25 0,0-25 0,0 25 0,0-25 0,0 25 16,0-25-16,0 0 0,0 0 0,25 24 0,-25-24 16,0 0-16,0 0 0,0 0 0,0 0 0,0 0 0,0 0 15,0 0-15,0 0 0,0 0 0,24 0 0,-24 0 0,0 0 16,0-24-16,0 24 0,0 0 0,0 0 0,0-25 15,25 25-15,-25 0 0,0-25 0,0 25 0,0-25 0,25 25 16,-25-25-16,0 25 0,0-24 0,0 24 0,0-25 0,25 25 16,-25-25-16,0 25 0,0 0 0,0-25 0,0 25 15,0 0-15,0-25 0,25 25 0,-25 0 0,0 0 0,0 0 16,0 0-16,0 0 0,0 0 0</inkml:trace>
  <inkml:trace contextRef="#ctx0" brushRef="#br0" timeOffset="7740.4428">8384 1836 0,'0'0'0,"0"0"0,0 0 0,0 0 0,0 0 16,0 0-16,0 0 0,0 0 0,0 0 0,0 0 0,0 0 16,25 0-16,-25 0 0,0 0 0,0 0 0,0 0 15,0 0-15,25 0 0,-25-25 0,0 25 0,24 0 0,-24 0 16,25 0-16,-25-25 0,0 25 0,25 0 0,-25 0 15,25-25-15,-25 25 0,25 0 0,-25 0 0,0 0 0,0-25 16,24 25-16,-24 0 0,0-24 0,0 24 0,0 0 0,0 0 16,0-25-16,0 25 0,0 0 0,0-25 0,0 25 15,0 0-15,-24 0 0,24-25 0,0 25 0,0 0 16,-25 0-16,25 0 0,0 0 0,-25-25 0,25 25 0,0 0 15,-25 0-15,25 0 0,-25 0 0,25 0 0,0 0 0,-24 0 16,24 25-16,0-25 0,-25 0 0,25 0 0,0 25 0,0-25 16,-25 0-16,25 25 0,0-25 0,0 25 0,0-25 15,0 24-15,-25-24 0,25 0 0,0 25 0,0-25 0,0 25 16,0-25-16,0 0 0,0 25 0,0-25 0,0 25 0,0-25 15,0 24-15,0-24 0,25 0 0,-25 25 16,0-25-16,0 25 0,0-25 0,25 0 0,-25 25 0,0-25 0,25 0 16,-25 0-16,0 25 0,24-25 0,-24 0 0,25 0 15,-25 0-15,25 0 0,0 24 0,0-24 0,-25 0 0,24-24 16,1 24-16,-25 0 0,25 0 0,0 0 0,0 0 0,-1 0 15,1 0-15</inkml:trace>
  <inkml:trace contextRef="#ctx0" brushRef="#br0" timeOffset="8025.4591">9029 1761 0,'0'0'0,"0"0"0,0-25 15,0 25-15,0 0 0,0 0 0,0 0 0,0-24 0,0 24 16,0 0-16,0 0 0,-25 0 0,25 0 0,0 0 16,0 0-16,0-25 0,-25 25 0,25 0 0,0 0 0,0 0 15,-25 0-15,25 0 0,0 25 0,0-25 0,-24 0 0,24 0 16,0 0-16,0 24 0,-25-24 0,25 0 0,0 0 15,0 25-15,-25-25 0,25 0 0,0 25 0,0-25 0,-25 25 16,25-25-16,0 25 0,0-1 0,0-24 0,0 25 16,0-25-16,0 25 0,0-25 0,0 25 0,0-25 0,25 25 15,-25-25-15,0 0 0,0 24 0,25-24 0,-25 0 0,25 25 16,-25-25-16,24 0 0,-24 0 0,25 25 0,-25-25 15,25 0-15,0 0 0,0-25 0,0 25 0,-1 0 0,1 0 16,0 0-16,0-25 0,0 25 0,-1 0 0,-24-24 16,25 24-16,0 0 0,0-25 0,0 25 0,-1-25 0,-24 0 15,25 25-15,0-25 0,-25 1 0</inkml:trace>
  <inkml:trace contextRef="#ctx0" brushRef="#br0" timeOffset="8249.4718">9500 1513 0,'0'-25'0,"0"25"0,0 0 0,0-25 15,-25 25-15,25 0 0,0 0 0,0-24 0,0 24 16,0 0-16,0 0 0,0 24 0,-24-24 0,24 0 0,0 0 15,0 25-15,0-25 0,0 25 0,0 0 0,-25-25 16,25 25-16,0-1 0,0 1 0,0-25 0,0 25 0,0 0 16,0 0-16,0 0 0,0-1 0,0 1 0,0 0 0,0 0 15,0 0-15,0-1 0,0 1 0,0-25 0,0 25 16,0 0-16,0 0 0,0-25 0,0 24 0,0-24 0,0 0 15,0 25-15,0-25 0,0 0 0,0 0 0,0 25 16,0-25-16,0 0 0,0 0 0,0 0 0,0 0 0,0 0 16,0 0-16,0-25 0,0 25 0,0 0 0,-25 0 0</inkml:trace>
  <inkml:trace contextRef="#ctx0" brushRef="#br0" timeOffset="8635.4939">9351 1811 0,'0'-25'0,"0"25"16,0 0-16,0 0 0,0 0 0,0 0 0,0 0 0,0-25 15,0 25-15,0 0 0,0 0 0,25 0 0,-25 0 16,0 0-16,0 0 0,25 0 0,-25-25 0,0 25 0,25 0 15,-25 0-15,0 0 0,25 0 0,-25 0 0,0 0 0,24 0 16,-24 0-16,0 0 0,25 0 0,-25 25 0,0-25 16,0 0-16,25 0 0,-25 0 0,0 0 0,0 25 0,0-25 15,0 0-15,0 0 0,0 25 0,0-25 0,0 0 16,0 25-16,0-25 0,0 24 0,0-24 0,0 0 0,0 25 15,0-25-15,0 0 0,0 25 0,0-25 0,0 0 0,0 25 16,0-25-16,0 0 0,0 25 0,25-25 0,-25 0 16,0 0-16,0 0 0,0 24 0,0-24 0,0 0 0,25 0 15,-25 0-15,0 0 0,24 0 0,-24 0 0,25 0 16,-25 0-16,0 0 0,25 0 0,-25-24 0,25 24 0,-25 0 15,25-25-15,-25 25 0,24-25 0,-24 25 0,0 0 16,0-25-16,25 25 0,-25-25 0,0 25 0,0 0 0,0-24 16,0 24-16,0-25 0,0 25 0,0-25 0,0 25 0,-25-25 15,25 25-15,0 0 0,0-25 0,-24 25 0,24 0 16,0 0-16,0 0 0,-25 0 0,25 0 0,0 0 0,-25 0 15,25 0-15,0 0 0,0 0 0,-25 0 0,25 0 0,0 0 16,0 0-16,-25-24 0,25 24 0,0 0 0,0 0 16,-24 0-16,24 0 0,0 0 0</inkml:trace>
  <inkml:trace contextRef="#ctx0" brushRef="#br0" timeOffset="8829.5049">9649 1463 0,'0'0'0,"0"0"0,25 0 0,-25 0 15,0 0-15,25 0 0,-25 0 0,24 0 0,-24 0 0,25 0 16,-25 0-16,0 0 0,25 0 0,-25 0 0,0 25 0,0-25 16,0 0-16,25 0 0,-25 25 0,0-25 0,-25 25 15,25-25-15,0 25 0,-25-25 0,25 24 0,-25 1 0,25-25 16,-24 25-16,-1-25 0,0 25 0,25-25 0,-25 0 15,0 25-15</inkml:trace>
  <inkml:trace contextRef="#ctx0" brushRef="#br0" timeOffset="9919.5674">10988 1860 0,'0'0'0,"0"0"0,0 0 15,0 0-15,0-24 0,0 24 0,0 0 0,0 0 0,0 0 16,25-25-16,-25 25 0,0 0 0,0 0 0,0-25 15,0 25-15,0 0 0,0 0 0,0 0 0,0 0 0,0-25 16,0 25-16,0 0 0,0 0 0,0 0 0,0 0 0,0 0 16,0 0-16,-25 0 0,25 0 0,0 0 0,0 0 15,0 0-15,0 0 0,0 0 0,0 0 0,0 0 0,0 0 16,-24 0-16,24 0 0,0 0 0,0 0 0,-25 0 15,25 0-15,0 0 0,0 0 0,-25 0 0,25 0 0,0 0 16,-25 0-16,25 25 0,0-25 0,-25 0 0,25 0 0,0 0 16,-24 25-16,24-25 0,0 0 0,0 0 0,-25 25 15,25-25-15,0 0 0,0 0 0,0 24 0,0-24 0,0 0 16,0 0-16,0 25 0,0-25 0,0 0 0,25 0 15,-25 0-15,0 25 0,0-25 0,24 0 0,-24 0 0,0 0 16,25 0-16,-25 0 0,25 0 0,-25 0 0,0 0 0,25 0 16,-25 0-16,25 0 0,-25 0 0,24 0 0,-24-25 15,25 25-15,-25 0 0,25 0 0,-25 0 0,0-25 0,25 25 16,-25 0-16,0 0 0,0-24 0,25 24 0,-25 0 15,0-25-15,0 25 0,0 0 0,24-25 0,-24 25 0,0 0 16,0-25-16,0 25 0,0-25 0,0 25 0,0 0 16,0-24-16,0 24 0,0 0 0,0-25 0,0 25 0,0 0 15,0 0-15,0 0 0,0 0 0,0 0 0,0 0 0,0 0 16,0 0-16,0 0 0,0 25 0,0-25 0,0 0 15,0 24-15,0-24 0,0 0 0,0 25 0,0-25 0,0 25 16,0 0-16,0-25 0,0 25 0,0-25 0,0 24 0,0 1 16,0-25-16,0 25 0,0 0 0,-24-25 0,24 25 15,0-1-15,0-24 0,0 25 0,0 0 0,0-25 16,0 25-16,0 0 0,0-25 0,0 24 0,-25-24 0,25 25 15,0-25-15,0 25 0,0-25 0,0 0 0,0 25 16,0-25-16,0 0 0,0 0 0,0 25 0,0-25 0,0 0 16,0 0-16,0 0 0,0 0 0,0 0 0,0 0 0,0 0 15,0 0-15,0 0 0,25-25 0,-25 25 0,0 0 16,0 0-16,0-25 0,0 25 0,24-25 0,-24 25 15</inkml:trace>
  <inkml:trace contextRef="#ctx0" brushRef="#br0" timeOffset="10445.5975">11361 1687 0,'0'0'0,"0"0"0,0 0 0,0 0 0,0-25 0,0 25 15,0 0-15,0 0 0,0 0 0,0 0 0,0 0 16,0 0-16,0 0 0,0 0 0,0 0 0,0 0 0,0 25 0,0-25 15,0 0-15,0 0 0,0 0 0,0 25 0,0-25 16,0 0-16,0 0 0,0 24 0,0-24 0,0 0 0,0 25 16,0-25-16,-25 25 0,25-25 0,0 25 0,0-25 15,0 25-15,0-25 0,0 0 0,0 24 0,0-24 16,0 0-16,0 25 0,0-25 0,0 0 0,0 0 0,0 25 0,0-25 15,0 0-15,0 0 0,0 25 0,0-25 0,25 0 16,-25 0-16,0 0 0,0 0 0,0 0 0,24 0 16,-24 0-16,0 0 0,0 0 0,25 0 0,-25-25 0,0 25 15,25 0-15,-25 0 0,25-25 0,-25 25 0,0-25 0,25 25 16,-25-24-16,24 24 0,-24-25 0,0 25 0,0-25 15,25 25-15,-25-25 0,0 25 0,0-25 0,0 25 0,0-24 16,0 24-16,0 0 0,0-25 0,25 25 0,-25 0 16,0-25-16,0 25 0,0 0 0,-25 0 0,25 0 0,0 0 15,0 0-15,0 0 0,0 0 0,0 0 0,0 25 0,0-25 16,0 0-16,0 0 0,0 25 0,0-25 0,0 24 15,0-24-15,0 25 0,0-25 0,-25 25 0,25-25 0,0 0 16,0 25-16,0-25 0,0 25 0,0-25 0,0 24 16,0-24-16,-24 0 46,24 25-46,0-25 0,0 25 0,0-25 0,0 25 0,0-25 0,24 0 0,-24 0 0,0 25 0,0-25 0,0 0 0,0 0 0,0 24 0,25-24 0,-25 0 0,0 0 0,25 0 0,-25 0 0,25-24 0,-25 24 0,25 0 16,-25 0 15,24-25-31</inkml:trace>
  <inkml:trace contextRef="#ctx0" brushRef="#br0" timeOffset="10816.6187">11807 1736 0,'0'0'16,"0"0"-16,0 0 0,0 0 0,0-24 0,-25 24 16,25 0-16,0 0 0,0 0 0,0 0 0,-25 0 0,25 0 15,0-25-15,0 50 0,0-25 0,0 0 0,-24 0 16,24 0-16,0 0 0,0 0 0,0 0 0,-25 24 0,25-24 15,0 0-15,0 0 0,0 25 0,-25-25 0,25 25 0,0-25 16,0 25-16,0-25 0,0 0 0,-25 25 0,25-25 16,0 24-16,0-24 0,0 0 0,0 25 0,0-25 0,0 0 15,0 0-15,0 25 0,0-25 0,0 0 0,0 0 16,0 0-16,0 25 0,0-25 0,25 0 0,-25 0 0,0 0 15,0 0-15,0 0 0,25 0 0,-25 0 0,0 0 0,25 0 16,-25 0-16,0 0 0,24 0 0,-24-25 0,0 25 16,25 0-16,-25-25 0,0 25 0,25-25 0,-25 25 0,0 0 15,0-24-15,25 24 0,-25-25 0,0 25 0,0 0 16,0-25-16,25 25 0,-25 0 0,0 0 0,0-25 0,0 25 15,0 0-15,0 0 0,0 0 0,0 0 0,0 25 0,0-25 16,0 0-16,0 0 0,0 25 0,0-25 0,0 0 16,0 25-16,-25-25 0,25 0 0,0 24 0,0-24 0,0 0 15,0 25-15,0-25 0,0 0 0,0 25 0,0-25 16,25 0-16,-25 25 0,0-25 0,0 0 0,0 25 0,0-25 15,24 0-15,-24 0 0,0 0 0,0 0 0,25 0 0,-25 0 16,0 0-16,0 0 0,25 0 0,-25 0 0,25-25 16,-25 25-16,0 0 0,25 0 0</inkml:trace>
  <inkml:trace contextRef="#ctx0" brushRef="#br0" timeOffset="11269.6446">12725 1885 0,'0'25'0,"0"-25"0,-25 0 0,25 0 0,0 0 16,0 0-16,0 0 0,0 0 0,0 0 0,25 0 16,-25 0-16,0-25 0,0 25 0,0 0 0,0 0 0,25-25 15,-25 25-15,24 0 0,-24-24 0,0 24 0,25 0 16,-25-25-16,25 25 0,-25 0 0,0-25 0,25 25 0,-25 0 15,25-25-15,-25 25 0,0 0 0,0-25 0,24 25 0,-24-24 16,0 24-16,0-25 0,0 0 0,25 25 0,-25-25 16,0 25-16,0-25 0,0 25 0,0-25 0,0 25 0,0-24 15,0 24-15,0 0 0,0 0 0,0 0 0,0 0 16,0 0-16,0 0 0,0 0 0,0 0 0,0 0 0,0 0 15,0 24-15,0-24 0,0 0 0,0 25 0,0-25 0,0 25 16,25 0-16,-25-25 0,0 25 0,0 0 0,0-25 16,0 24-16,0-24 0,0 25 0,0 0 0,0-25 0,0 25 15,0 0-15,0-25 0,0 24 0,0 1 0,-25-25 16,25 25-16,0-25 0,0 25 0,0-25 0,0 0 0,-25 0 15,25 25-15,0-25 0,0 0 0,0 24 0,-24-24 0,24 0 16,0 25-16,0-25 0</inkml:trace>
  <inkml:trace contextRef="#ctx0" brushRef="#br0" timeOffset="12682.7254">13543 1935 0,'0'0'0,"-24"0"0,24 0 0,0 0 16,0 0-16,0 0 0,0 0 0,0 0 0,0 0 0,0 0 15,0 0-15,0 0 0,0-25 0,0 25 0,24 0 0,-24 0 16,0-25-16,0 25 0,25 0 0,-25 0 0,0-25 16,25 25-16,-25 0 0,25-24 0,0 24 0,-25 0 0,24-25 15,1 25-15,-25-25 0,25 25 0,0-25 0,0 25 16,-25-25-16,24 25 0,1-24 0,0 24 0,0-25 0,-25 0 15,25 25-15,-1-25 0,-24 0 0,25 0 0,0 25 0,-25-24 16,25-1-16,-25 25 0,25-25 0,-25 0 0,0 25 16,0-25-16,0 25 0,0-24 0,0 24 0,0-25 0,0 25 15,0 0-15,0 0 0,-25-25 0,25 25 0,0 0 16,-25 0-16,25 0 0,0 0 0,-25 0 0,25-25 0,0 25 15,-25 0-15,25 0 0,-24 0 0,24 0 0,0 0 16,-25 0-16,25 0 0,0 25 0,-25-25 0,25 0 0,0 0 16,-25 0-16,25 0 0,0 0 0,0 0 0,-25 0 0,25 25 15,0-25-15,0 0 0,0 25 0,0-25 0,0 24 16,0-24-16,-24 25 0,24-25 0,0 25 0,0-25 0,0 25 15,0-25-15,0 25 0,0-1 0,0-24 0,0 25 16,0 0-16,0-25 0,0 25 0,24 0 0,-24 0 0,-24-25 16,24 24-16,0 1 0,0 0 0,0-25 0,0 25 15,0-25-15,0 25 0,0-25 0,0 24 0,0-24 0,0 25 16,0-25-16,0 25 0,0-25 0,0 25 0,0-25 0,0 0 15,0 25-15,0-25 0,0 0 0,0 0 0,0 24 16,0-24-16,0 0 0,0 0 0,0 0 0,0 0 0,0 0 16,0 0-16,0 0 0,0 0 0,0 0 0,0 0 0,0 0 15,0 0 126,148-173-141,-148 173 0,0-25 0,0 25 0,25 0 0,-25 0 0,0 0 0,0 0 15,0 0-15,0 0 0,0 0 0,0 0 0,0 0 0,0 0 0,0 0 0,0 0 0,0 25 0,0-25 0,0 0 0,0 0 0,0 0 0,0 25 0,0-25 0,0 0 0,0 24 0,0-24 0,0 0 0,0 25 0,0-25 0,0 25 0,0-25 0,0 0 0,0 25 16,0-25-16,0 0 0,0 0 0,0 25 0,0-25 0,0 0 0,0 24 0,0-24 0,0 0 0,0 0 0,0 0 0,25 0 0,-25 25 15,0-25-15,0 0 0,0 0 0,25-25 0,-25 25 16,0 0-16,0 0 0,25 0 0,-25 0 0,24 0 16,-24-24-16,25 24 0,-25 0 0,25 0 0,-25-25 0,25 25 0,-25 0 15,25-25-15,-25 25 0,0 0 0,24-25 0,-24 25 16,0-25-16,25 25 0,-25 0 0,0-24 0,0 24 15,0 0-15,25-25 0,-25 25 0,0-25 0,0 25 0,0 0 16,0 0-16,0-25 0,0 25 0,0 0 0,0 0 0,0 0 16,0 0-16,0 0 0,0 0 0,0 0 0,0-25 15,0 25-15,0 0 0,0 0 0,0 0 0,-25 0 0,25 0 16,0 0-16,0 25 0,0-25 0,0 0 0,0 0 0,0 0 15,0 25-15,-25-25 0,25 0 0,0 0 0,0 25 16,0-25-16,0 25 0,0-25 0,0 0 0,0 24 0,0-24 16,0 0-16,-24 25 0,24-25 0,0 25 0,0-25 15,0 0-15,0 25 0,0-25 0,0 0 0,0 0 0,24 25 16,-24-25-16,0 0 0,0 24 0,0-24 0,0 0 0,0 0 15,0 0-15,25 0 0,-25 25 0,0-25 0,0 0 16,0 0-16,0 0 0,25 0 0,-25 0 0,0 0 16,0-25-16,0 25 0,25 0 0,-25 0 0,25 0 0,-25-24 0,0 24 15,24 0-15,-24-25 0,0 25 0,25 0 0,-25 0 16,0-25-16,0 25 0,0 0 0,25 0 0,-25 0 15,0 0-15,0 0 0,0 0 0,0 0 0,0 0 0,0 0 16,0-25-16,0 25 0,0 0 0,0 0 0,0-25 0,0 25 16,0 0-16,0 0 0,0 0 0,0 0 0,0-24 0,0 24 15,0 0-15,0 0 0,0 0 0,0 0 0,0-25 16,0 25-16,0 0 0,0 0 0,0-25 0,0 25 0,0 0 15,-25-25-15,25 25 0,0 0 0,0-25 0,0 25 16,0 0-16,0 0 0,0 0 0,0 0 0,0 0 0,0 0 16,0 0-16,0 0 0,0 0 0,0 0 0,0 0 15,0 0-15,0 0 0,0 0 0,0 0 0,0 0 0,0 0 16,0 0-16,0-24 0,0 24 0,0 0 0,0 0 0,-25 0 15,25 0-15,0 0 0,0 24 0,0-24 0,0 0 16,0 0-16,-24 0 0,24 0 0,0 0 0,0 0 0,0 0 16,0 0-16,0-24 0,0 24 0,0 0 0,-25 0 15,25 0-15,0 0 0,0 0 0,0 0 0,0 0 0,0 0 16,0 0-16,0 0 0,25 0 0,-25 0 0,0 0 0,0 0 15,0 24-15,0-24 0,0 0 0,0 0 0,0 0 16,0 0-16,0 25 0,0-25 0,0 0 0,0 0 0,0 25 16</inkml:trace>
  <inkml:trace contextRef="#ctx0" brushRef="#br0" timeOffset="12965.7416">14362 2381 0,'0'0'0,"0"0"0,0 0 16,0 0-16,25-25 0,-25 25 0,0 0 0,0 0 15,0 0-15,0 0 0,0 0 0,0 0 0,0 0 0,0 0 16,-25 0-16,25 0 0,0 0 0,0 0 0,0 0 16,0 0-16,0 0 0,0 0 0,0 0 0,0-24 0,0 24 15,25 0-15,-25 0 0,0 0 0,0 0 0,0 0 16,0-25-16,0 25 0,0 0 0,0 0 0,0 0 0,25-25 15,-25 25-15</inkml:trace>
  <inkml:trace contextRef="#ctx0" brushRef="#br0" timeOffset="13511.7729">14957 1662 0,'0'0'0,"0"0"0,0-25 0,0 25 0,0 0 0,0 0 16,0 0-16,0 0 0,0 0 0,0 0 0,0 0 0,0 0 15,0 0-15,0 0 0,0 0 0,0 0 0,0 0 16,25 0-16,-25 0 0,0 0 0,0 0 0,0 25 0,0-25 15,0 0-15,0 0 0,0 25 0,0-25 0,25 25 16,-25-25-16,0 24 0,0-24 0,0 25 0,0-25 0,0 25 16,0 0-16,0-25 0,0 25 0,0-1 0,25-24 0,-25 25 15,0 0-15,0-25 0,0 25 0,0-25 0,0 0 16,0 25-16,0-25 0,0 0 0,0 0 0,0 24 15,0-24-15,24 0 0,-24 0 0,0 0 0,0 0 0,0 0 16,0 0-16,0 0 0,0 0 0,0 0 0,0 0 0,0-24 16,0 24-16,0 0 0,25 0 0,-25 0 0,0 0 0,0 0 15,0-25-15,25 25 0,-25 0 0,0-25 0,0 25 16,25 0-16,-25-25 0,0 25 0,25-25 0,-25 25 0,0-24 15,0 24-15,0-25 0,0 25 0,24 0 0,-24-25 16,0 25-16,0 0 0,0 0 0,0 0 0,0-25 0,0 25 16,25 0-16,-25 0 0,0 0 0,0 0 0,0 0 0,0 0 15,0 0-15,0 0 0,0 0 0,0 0 0,0 0 16,0 25-16,0-25 0,0 0 0,25 0 0,-25 0 0,0 0 15</inkml:trace>
  <inkml:trace contextRef="#ctx0" brushRef="#br0" timeOffset="13943.7976">15304 1885 0,'0'25'0,"0"-25"0,0 0 0,0 0 16,0 0-16,0 0 0,0 0 0,0 0 0,0 0 0,0 0 16,0 0-16,0 0 0,0 0 0,0 0 0,0 0 0,25 0 15,-25 0-15,0 0 0,0 0 0,25 0 0,-25 0 16,0 0-16,25 0 0,-25-25 0,25 25 0,-25 0 0,25 0 15,-25 0-15,24-25 0,-24 25 0,25 0 0,-25-24 16,0 24-16,25 0 0,-25-25 0,0 25 0,0 0 0,0 0 16,0-25-16,25 25 0,-25 0 0,0 0 0,0 0 0,0 0 15,-25-25-15,25 25 0,0 0 0,0 0 0,0 0 16,0-25-16,0 25 0,-25 0 0,25 0 0,0-24 0,0 24 15,-25 0-15,25 0 0,0-25 0,0 25 0,-24 0 16,24 0-16,0 0 0,0 0 0,0 0 0,-25 0 0,25 0 16,0 0-16,0 25 0,-25-25 0,25 0 0,0 0 0,0 0 15,-25 0-15,25 24 0,0-24 0,0 0 0,-25 25 16,25-25-16,0 0 0,0 25 0,-25-25 0,25 25 15,0-25-15,0 25 0,0-25 0,0 24 0,-24-24 0,24 25 16,0-25-16,0 25 0,0-25 0,0 25 0,0-25 0,0 0 16,24 25-16,-24-25 0,0 0 0,0 0 0,0 24 0,25-24 15,-25 0-15,0 0 0,0 0 0,25 25 0,-25-25 16,0 0-16,0 0 0,25 0 0,-25 0 0,25 0 15,-25 0-15,25 0 0,-25 0 0,24 0 0,-24 0 0,25 0 16,0 0-16,-25 0 0,25 0 0,0 0 0,-1 0 0,-24 0 16,25 0-16,0-25 0,0 25 0,0 0 0,-25 0 15</inkml:trace>
  <inkml:trace contextRef="#ctx0" brushRef="#br0" timeOffset="14278.8167">16073 1712 0,'0'0'0,"0"0"16,0-25-16,0 25 0,0 0 0,0-25 0,0 25 0,0 0 15,-24-25-15,24 25 0,0 0 0,0 0 0,0-25 0,0 25 16,0 0-16,0 0 0,0-25 0,-25 25 0,25 0 16,0 0-16,0 0 0,0 0 0,0 0 0,0 0 0,0 0 15,0 0-15,-25 0 0,25 0 0,0 0 0,0 0 16,0 0-16,-25 25 0,25-25 0,0 25 0,-25-25 0,25 25 15,0-25-15,0 25 0,-24 0 0,24-25 0,0 24 16,-25-24-16,25 25 0,0 0 0,0-25 0,0 25 0,0-25 16,-25 25-16,25-25 0,0 24 0,0-24 0,0 25 0,25-25 15,-25 25-15,0-25 0,0 25 0,0-25 0,0 25 16,25-25-16,-25 24 0,0-24 0,24 0 0,-24 0 0,25 0 15,-25 0-15,25 0 0,0 0 0,-25 0 0,25 0 0,-1 0 16,-24 0-16,25 0 0,0 0 0,0 0 0,0-24 16,-1 24-16,1-25 0,-25 25 0,25 0 0,0-25 0,0 25 15,-25-25-15,24 25 0,1-25 0,-25 25 0,25-24 16,-25 24-16,25-25 0,-25 25 0</inkml:trace>
  <inkml:trace contextRef="#ctx0" brushRef="#br0" timeOffset="14513.8302">16446 1439 0,'0'-25'0,"0"25"0,-25 0 0,25 0 16,0 0-16,0 0 0,0 0 0,0 0 0,0 0 0,-25 0 15,25 0-15,0 0 0,0 25 0,0-25 0,0 0 0,0 24 16,0-24-16,0 25 0,0-25 0,0 25 0,0 0 16,0 0-16,0-1 0,0-24 0,0 25 0,0 0 0,0 0 15,0 0-15,0-25 0,-25 25 0,25-1 0,0-24 16,0 25-16,0 0 0,0-25 0,0 25 0,0 0 0,0-25 15,0 24-15,0-24 0,0 25 0,0-25 0,0 25 0,0-25 16,0 0-16,0 25 0,0-25 0,0 0 0,0 25 16,0-25-16,0 0 0,0 0 0,0 0 0,0 0 0,0 0 15,0 0-15,0 0 0,0 0 0,0 0 0,-25 0 16,25-25-16,0 25 0,0 0 0</inkml:trace>
  <inkml:trace contextRef="#ctx0" brushRef="#br0" timeOffset="14915.8532">16297 1786 0,'0'0'0,"0"-25"0,0 25 0,0 0 0,0 0 15,0-25-15,24 25 0,-24 0 0,0 0 0,0 0 16,0-24-16,25 24 0,-25 0 0,0 0 0,0 0 0,0 0 15,25 0-15,-25 0 0,0 0 0,25 0 0,-25 0 0,25 0 16,-25 0-16,0 0 0,25 0 0,-25 24 0,0-24 16,24 0-16,-24 0 0,0 0 0,0 0 0,25 25 0,-25-25 15,0 0-15,0 0 0,0 0 0,0 25 0,0-25 16,0 0-16,0 0 0,0 0 0,0 0 0,0 25 0,0-25 15,0 0-15,0 0 0,-25 25 0,25-25 0,0 24 16,0-24-16,0 0 0,0 25 0,-24-25 0,24 25 0,0-25 16,0 0-16,0 25 0,0-25 0,0 25 0,0-25 0,0 0 15,0 24-15,0-24 0,0 0 0,0 0 0,0 25 16,0-25-16,0 0 0,0 0 0,0 0 0,0 0 0,24 0 15,-24 0-15,0 0 0,25 0 0,-25 0 0,25 0 16,-25 0-16,0 0 0,25 0 0,0 0 0,-25 0 0,24-25 16,-24 25-16,0 0 0,25 0 0,-25-24 0,0 24 0,25-25 15,-25 25-15,0 0 0,0-25 0,25 25 0,-25-25 16,0 25-16,0-25 0,0 25 0,0-24 0,0 24 0,0-25 15,0 25-15,0-25 0,0 25 0,0-25 0,0 25 16,-25 0-16,25 0 0,0-25 0,0 25 0,0 0 0,0 0 16,0 0-16,0 0 0,0 0 0,0 0 0,0 0 0,0 0 15,0 0-15,0 0 0,0 0 0,0 0 0,0 0 16,0-24-16,0 24 0,-25 0 0,25 0 0,0 0 0,0-25 15,0 25-15</inkml:trace>
  <inkml:trace contextRef="#ctx0" brushRef="#br0" timeOffset="15128.8649">16669 1414 0,'25'0'16,"-25"0"-16,0 0 0,0 0 0,0 25 0,0-25 0,0 0 15,24 0-15,-24 0 0,0 0 0,0 0 0,25 0 16,-25 24-16,0-24 0,25 0 0,-25 0 0,0 0 0,0 0 15,25 25-15,-25-25 0,0 0 0,0 25 0,0-25 16,-25 25-16,25-25 0,0 0 0,-25 25 0,25-25 0,-25 24 16,25-24-16,-24 25 0,-1-25 0,0 25 0,0-25 15,0 25-15,1 0 0,-1-25 0,0 25 0,-25-25 16</inkml:trace>
  <inkml:trace contextRef="#ctx0" brushRef="#br0" timeOffset="18346.0494">4018 3200 0,'0'-25'0,"0"25"0,0 0 0,0 0 0,0 0 16,0 0-16,0 0 0,0 0 0,-24-25 0,24 25 15,0 0-15,0 0 0,0 0 0,0 0 0,0-25 0,0 25 16,0 0-16,0 0 0,0 0 0,0 0 0,0-24 16,0 24-16,0 0 0,0 0 0,0 0 0,0 0 15,0 0-15,0 0 0,0 0 0,0 0 0,-25-25 0,25 25 16,0 0-16,0 0 0,0 0 0,-25 0 0,25 0 15,0 0-15,0 0 0,-25 0 0,25 0 0,0 0 0,0-25 16,-25 25-16,25 0 0,0 0 0,0 0 0,-24 0 16,24 0-16,0 0 0,-25 0 0,25 0 0,0 0 0,0 0 15,-25 0-15,25 25 0,0-25 0,0 0 0,0 0 16,-25 0-16,25 0 0,0 0 0,0 0 0,0 25 0,-25-25 15,25 0-15,0 0 0,0 0 0,-24 24 0,24-24 16,0 0-16,0 25 0,0-25 0,0 25 0,-25-25 16,25 25-16,0 0 0,0-25 0,0 24 0,0 1 15,0-25-15,0 25 0,0-25 0,0 25 0,0 0 0,0-25 16,0 24-16,0-24 0,25 25 0,-25-25 0,0 25 0,0 0 15,0-25-15,24 0 0,-24 25 0,0-25 0,25 24 16,-25-24-16,0 0 0,25 0 0,-25 25 0,25-25 16,-25 0-16,0 0 0,25 0 0,-25 0 0,0 0 0,24 0 15,-24 0-15,25-25 0,-25 25 0,25 0 0,-25 0 16,0-24-16,25 24 0,-25 0 0,0 0 0,25-25 0,-25 25 15,0 0-15,0-25 0,0 25 0,24 0 0,-24 0 16,0 0-16,0-25 0,0 25 0,0 0 0,0 0 0,0 0 16,25 0-16,-25 0 0,0-25 0,0 25 0,0 0 15,0 0-15,0 0 0,0 0 0,0 0 0,0 0 16,0 0-16,0 0 0,0 0 0,0 0 0,0 0 0,0 0 15,0 25-15,0-25 0,0 0 0,0 0 0,0 0 16,0 25-16,0-25 0,0 0 0,0 0 0,0 0 16,0 25-16,0-25 0,0 0 0,0 0 0,0 0 0,0 0 15,0 25-15,0-25 0,0 0 0,0 0 0,0 0 16,0 0-16,0 0 0,0 0 0,0 0 0,0 0 0,0 24 15</inkml:trace>
  <inkml:trace contextRef="#ctx0" brushRef="#br0" timeOffset="18535.0602">3919 3398 0,'0'0'0,"-25"0"0,25 0 0,0 0 0,0 0 16,0 0-16,0 0 0,0 0 0,0 0 0,0 0 0,0 0 16,0 0-16,0 0 0,0 0 0,25 0 0,-25 0 15,0 0-15,25 0 0,-25 0 0,25 0 0,-25 0 16,25-25-16,-1 25 0,1 0 0,-25 0 0,25 0 0,0 0 15,0 0-15,-1 0 0,-24 0 0,25-24 0,0 24 16,0 0-16,0 0 0,-25 0 0,24-25 0,1 25 0,-25 0 16,25 0-16</inkml:trace>
  <inkml:trace contextRef="#ctx0" brushRef="#br0" timeOffset="18846.078">4514 2952 0,'0'0'0,"0"0"0,0 0 16,0 0-16,0 0 0,0 0 0,0 0 0,0 25 0,0-25 15,0 0-15,-24 0 0,24 0 0,0 24 0,0-24 16,0 25-16,-25-25 0,25 25 0,0-25 0,-25 25 0,25 0 15,0-25-15,0 24 0,-25 1 0,25 0 0,0 0 16,0-25-16,-25 25 0,25-1 0,0-24 0,0 25 0,0 0 16,-24 0-16,24-25 0,0 25 0,0-25 0,-25 24 15,25 1-15,0-25 0,0 25 0,0-25 0,-25 25 0,25-25 16,0 25-16,0-25 0,0 0 0,0 24 0,0-24 15,0 0-15,0 0 0,0 25 0,0-25 0,0 0 16,0 0-16,0 0 0,0 0 0,0 0 0,0 0 0,0 0 16,0 0-16</inkml:trace>
  <inkml:trace contextRef="#ctx0" brushRef="#br0" timeOffset="19624.1224">4589 3225 0,'0'-25'15,"0"25"-15,0 0 0,0 0 0,0 0 0,-25 0 16,25-25-16,0 25 0,0 0 0,0 0 0,-25 0 0,25 0 16,0 0-16,0 0 0,0 0 0,0 0 0,0 0 15,0 0-15,0 0 0,0 0 0,0 0 0,0 0 0,0 0 16,0 0-16,0 0 0,0 25 0,0-25 0,0 0 15,0 25-15,0-25 0,0 24 0,0-24 0,0 25 0,0-25 16,0 25-16,0-25 0,0 0 0,25 25 0,-25-25 16,0 25-16,0-25 0,25 24 0,-25-24 0,0 0 15,0 25-15,25-25 0,-25 0 0,0 25 0,24-25 0,-24 0 16,0 25-16,25-25 0,-25 0 0,0 0 0,0 25 15,25-25-15,-25 0 0,0 0 0,0 24 0,0-24 16,0 0-16,0 0 0,0 25 0,0-25 0,0 0 0,0 0 16,0 0-16,0 0 0,0 0 0,0 0 0,0 0 15,0 0-15,0 0 0,-25 0 0,25 0 0,0 0 0,0 0 16,-25 0-16,25 0 0,0 0 0,0 0 0,-24 0 15,24 0-15,0 0 0,0-25 0,0 25 0,0 0 0,0 0 16,0-24-16,0 24 0,0 0 0,0-25 0,0 25 16,0 0-16,0-25 0,24 25 0,-24 0 0,0-25 15,25 25-15,-25-25 0,0 25 0,25-24 0,-25 24 0,0 0 16,25-25-16,-25 25 0,0 0 0,25-25 0,-25 25 0,0 0 15,24 0-15,-24 0 0,0-25 0,0 25 0,25 0 16,-25 0-16,0 0 0,0 0 0,0 0 0,0 0 16,25 0-16,-25 0 0,0 25 0,0-25 0,0 0 0,0 0 15,0 0-15,0 25 0,0-25 0,0 0 0,0 25 16,0-25-16,0 0 0,0 24 0,0-24 0,0 25 15,25-25-15,-25 0 0,0 25 0,0-25 0,0 25 0,0-25 16,0 0-16,0 25 0,0-25 0,0 24 0,25-24 16,-25 0-16,0 25 0,0-25 0,0 0 0,0 0 15,25 0-15,-25 25 0,0-25 0,0 0 0,0 0 0,24 0 16,-24 0-16,0 0 0,25 0 0,-25 0 0,0 0 0,25 0 15,-25 0-15,0-25 0,25 25 0,-25 0 0,0 0 16,25-25-16,-25 25 0,0 0 0,0-24 0,24 24 16,-24-25-16,0 25 0,0-25 0,0 25 0,0 0 0,0-25 15,0 25-15,0 0 0,0-25 0,0 25 0,0 0 16,0-24-16,0 24 0,0 0 0,0 0 0,0 0 0,0-25 15,0 25-15,0 0 0,0 25 0,0-25 0,0 0 16,0 0-16,0 0 0,0 24 0,0-24 0,0 0 0,0 25 16,0-25-16,0 25 0,0-25 0,0 25 0,0-25 15,0 0-15,0 25 0,0-25 0,0 24 0,0-24 16,0 0-16,0 0 0,0 25 0,0-25 0,0 0 0,0 0 15,0 0-15,0 25 0,0-25 0,0 0 0,0 0 16,0 0-16,0 0 0,25 0 0,-25-25 0,0 25 0,0 0 16</inkml:trace>
  <inkml:trace contextRef="#ctx0" brushRef="#br0" timeOffset="19890.1377">5110 2853 0,'0'0'0,"25"24"0,-25-24 0,0 0 0,0 0 0,24 0 16,-24 0-16,0 0 0,0 0 0,0 25 15,0-25-15,25 0 0,-25 25 0,0-25 0,0 25 0,0-25 16,0 25-16,0-25 0,0 0 0,0 24 0,0-24 0,0 25 16,0-25-16,0 0 0,-25 0 0,25 25 0,0-25 15,0 0-15,0 0 0,-24 25 0,24-25 0,0 0 16,0 0-16</inkml:trace>
  <inkml:trace contextRef="#ctx0" brushRef="#br0" timeOffset="20097.1491">5259 2729 0,'0'0'0,"0"0"16,0 0-16,24 0 0,-24 0 0,0 0 0,25 24 0,-25-24 15,0 0-15,0 0 0,25 0 0,-25 25 0,0-25 16,0 0-16,0 25 0,0-25 0,0 0 0,0 25 15,0-25-15,0 25 0,0-25 0,0 24 0,-25-24 0,25 0 16,0 25-16,0-25 0,-25 25 0,25-25 0,0 25 0,-24-25 16,24 0-16</inkml:trace>
  <inkml:trace contextRef="#ctx0" brushRef="#br0" timeOffset="20828.1913">6300 3324 0,'0'-25'0,"0"25"0,0-25 0,0 25 0,-24 0 0,24-25 15,0 25-15,-25 0 0,25-24 0,0 24 0,0 0 16,-25 0-16,25-25 0,0 25 0,0 0 0,0 0 15,-25 0-15,25 0 0,0 0 0,0 0 0,0 0 0,0 0 16,0 0-16,0 0 0,-25 25 0,25-25 0,0 24 0,0-24 16,0 25-16,0-25 0,0 25 0,0-25 0,0 25 15,0-25-15,0 25 0,0-25 0,0 24 0,0 1 16,0-25-16,0 25 0,0-25 0,0 0 0,0 25 0,25-25 15,-25 0-15,0 25 0,0-25 0,0 0 0,25 0 16,-25 0-16,0 24 0,0-24 0,25 0 0,-25 0 0,0 0 16,25 0-16,-25 0 0,0 0 0,24 0 0,-24-24 15,25 24-15,-25 0 0,25 0 0,-25-25 0,25 25 0,-25 0 16,0-25-16,25 25 0,-25-25 0,24 25 0,-24 0 15,0-25-15,0 25 0,25-24 0,-25 24 0,0-25 16,25 25-16,-25 0 0,0-25 0,0 25 0,0 0 0,0-25 16,0 25-16,0 0 0,0 0 0,0 0 0,0 0 15,0 0-15,0 0 0,0 0 0,0 0 0,0 0 16,0 0-16,0 0 0,0 0 0,0 0 0,0 0 0,0 0 15,0 0-15,0 0 0,0 0 0,0 25 0,0-25 16,-25 0-16,25 0 0,0 25 0,0-25 0,0 0 16,0 25-16,0-25 0,0 24 0,0-24 0,0 25 0,0-25 15,0 0-15,0 25 0,0-25 0,0 25 0,25-25 0,-25 25 16,0-25-16,0 0 0,0 24 0,25-24 15,-25 0-15,0 0 0,25 25 0,-25-25 0,0 0 0,24 0 16,-24 0-16,0-25 0,25 25 0,-25 0 0,0 0 0,25-24 16,-25 24-16,25 0 0,-25-25 0,0 25 0,0-25 15,25 25-15,-25-25 0,0 25 0,0 0 0,0-25 0,0 25 16,0 0-16,0-24 0,0 24 0,0 0 0,0 0 15,-25-25-15,25 25 0,0 0 0,0 0 0,0-25 16,-25 25-16,25 0 0,0 0 0,0 0 0,-25 0 0,25 0 16,0 0-16,0 0 0,-25 0 0,25 0 0,0-25 15,0 25-15,0 0 0,-24 0 0,24 0 0,0 0 0,0 0 16,0 0-16</inkml:trace>
  <inkml:trace contextRef="#ctx0" brushRef="#br0" timeOffset="21030.2029">6821 2803 0,'25'0'0,"-25"0"0,0 0 0,0 0 0,0 0 16,0 0-16,0 0 0,0 0 0,0 0 0,0 0 15,0 0-15,0 0 0,0 25 0,0-25 0,0 0 0,0 0 16,0 25-16,0-25 0,0 24 0,-25-24 0,25 25 15,0 0-15,0-25 0,0 25 0,0 0 0,-25-25 16,25 24-16,0 1 0,0-25 0,0 25 0,0 0 0,0-25 16,0 25-16</inkml:trace>
  <inkml:trace contextRef="#ctx0" brushRef="#br0" timeOffset="21492.2293">7516 3274 0,'0'0'0,"0"0"0,0-25 0,0 25 0,0 0 0,0 0 16,0 0-16,0-24 0,0 24 0,0 0 0,0 0 16,0 0-16,0 0 0,0 0 0,0 0 0,0 0 15,0 0-15,0 0 0,0 0 0,0 0 0,0 0 0,0 0 16,0 0-16,25 24 0,-25-24 0,0 25 0,0-25 15,0 25-15,0-25 0,0 25 0,24-25 0,-24 25 0,0-25 16,0 24-16,0-24 0,0 25 0,0-25 0,25 25 16,-25-25-16,0 25 0,0-25 0,0 25 0,0-25 0,25 0 15,-25 24-15,0-24 0,0 0 0,0 0 0,0 0 16,0 25-16,0-25 0,0 0 0,25 0 0,-25 0 15,0 0-15,0 0 0,0 0 0,0 0 0,0-25 0,25 25 16,-25 0-16,0-24 0,0 24 0,24-25 0,-24 25 16,0-25-16,0 25 0,0-25 0,25 25 0,-25-25 0,0 25 15,0-24-15,0 24 0,25-25 0,-25 25 0,0-25 16,0 25-16,0-25 0,25 25 0,-25 0 0,0 0 0,0 0 15,0-25-15,0 25 0,25 0 0,-25 0 0,0 0 16,0 0-16,0 0 0,0 0 0,24 0 0</inkml:trace>
  <inkml:trace contextRef="#ctx0" brushRef="#br0" timeOffset="21900.2526">7937 3349 0,'0'24'0,"0"-24"0,0 0 15,0 0-15,0 0 0,0 0 0,0 0 0,0 0 16,0 0-16,25 0 0,-25 0 0,0-24 0,0 24 0,25 0 15,-25 0-15,0 0 0,25-25 0,-25 25 0,25 0 16,-25 0-16,25-25 0,-25 25 0,24 0 0,-24-25 0,25 25 16,-25 0-16,25 0 0,-25-25 0,0 25 0,0 0 15,0 0-15,25 0 0,-25-24 0,0 24 0,0 0 16,0 0-16,-25 0 0,25-25 0,0 25 0,0 0 0,0-25 15,0 25-15,-25 0 0,25 0 0,0-25 0,0 25 16,-25 0-16,25 0 0,0 0 0,0 0 0,-24 0 0,24 0 16,0 0-16,0 0 0,-25 0 0,25 0 0,0 0 15,0 25-15,-25-25 0,25 0 0,0 0 0,0 25 16,-25-25-16,25 0 0,0 25 0,0-25 0,-25 0 0,25 24 15,0-24-15,0 25 0,0-25 0,0 0 0,0 25 16,0-25-16,0 25 0,0-25 0,0 25 0,0-25 0,0 0 16,0 24-16,0-24 0,0 25 0,0-25 0,25 25 15,-25-25-15,0 0 0,25 25 0,-25-25 0,0 0 0,25 0 16,-25 25-16,25-25 0,-25 0 0,24 0 0,-24 0 15,25 0-15,0 0 0,-25 0 0,25 0 0,0 0 16,-1 0-16,1 0 0,0 0 0,0 0 0,-25 0 0,25 0 16,-1-25-16,1 25 0,0 0 0,0 0 0,0-25 15</inkml:trace>
  <inkml:trace contextRef="#ctx0" brushRef="#br0" timeOffset="22218.2708">8706 3349 0,'0'0'0,"0"0"15,0-25-15,-24 25 0,24 0 0,0 0 0,0-25 0,0 25 16,0 0-16,0-25 0,0 25 0,0 0 0,0-25 15,0 25-15,-25 0 0,25-24 0,0 24 0,0-25 16,0 25-16,0 0 0,-25 0 0,25 0 0,0-25 0,0 25 16,0 0-16,0 0 0,0 0 0,-25 0 0,25 25 15,0-25-15,0 0 0,0 0 0,-25 0 0,25 25 0,0-25 16,0 0-16,-24 24 0,24-24 0,0 25 0,0-25 15,-25 25-15,25-25 0,0 25 0,0-25 0,0 25 0,0-25 16,0 0-16,0 24 0,0-24 0,0 25 0,0-25 16,0 25-16,0-25 0,0 25 0,0-25 0,25 0 15,-25 25-15,0-25 0,24 24 0,-24-24 0,0 0 0,25 25 16,0-25-16,-25 0 0,25 0 0,0 0 0,-25 0 15,24 0-15,1 0 0,0 0 0,0 0 0,-25 0 0,25 0 16,-1-25-16,1 25 0,0 0 0,0-24 0,-25 24 16,25-25-16,-1 25 0,1 0 0,-25-25 0,25 25 0,-25-25 15,25 25-15</inkml:trace>
  <inkml:trace contextRef="#ctx0" brushRef="#br0" timeOffset="22454.2843">9153 3001 0,'0'0'0,"0"0"15,0 0-15,0 0 0,0 0 0,0 0 0,0-24 0,0 24 16,0 0-16,0 0 0,0 24 0,0-24 0,0 0 15,0 0-15,0 25 0,0-25 0,0 25 0,-25-25 0,25 25 16,0-25-16,0 25 0,0-1 0,0 1 0,0-25 16,0 25-16,0 0 0,0 0 0,0-25 0,0 24 15,-25 1-15,25 0 0,0-25 0,0 25 0,0 0 0,0-1 16,0-24-16,0 25 0,0 0 0,0 0 0,0-25 15,0 25-15,0-25 0,0 24 0,0-24 0,0 0 0,0 25 16,0-25-16,0 0 0,0 0 0,0 0 0,0 25 16,0-25-16,0 0 0,0 0 0,0-25 0,-24 25 15,24 0-15,0 0 0,0 0 0</inkml:trace>
  <inkml:trace contextRef="#ctx0" brushRef="#br0" timeOffset="22824.3055">9029 3398 0,'0'-25'16,"0"25"-16,0-24 0,0 24 0,0-25 0,0 25 16,0-25-16,0 25 0,0 0 0,0-25 0,0 25 0,0-25 15,0 25-15,0 0 0,25 0 0,-25 0 0,0-24 16,25 24-16,-25 0 0,0 0 0,24 0 0,-24 0 15,0 0-15,25 0 0,-25 0 0,0 0 0,25 0 0,-25 0 16,0 0-16,0 0 0,25 24 0,-25-24 0,0 0 16,0 0-16,0 25 0,25-25 0,-25 25 0,0-25 15,0 25-15,0-25 0,0 0 0,-25 25 0,25-25 0,0 24 16,0-24-16,0 25 0,0-25 0,0 25 0,0-25 15,0 0-15,0 25 0,0-25 0,0 25 0,0-25 0,25 0 16,-25 24-16,0-24 0,0 0 0,0 0 0,0 0 16,0 0-16,24 25 0,-24-25 0,0 0 0,0 0 0,25 0 15,-25-25-15,25 25 0,-25 0 0,25 0 0,-25-24 16,25 24-16,-25 0 0,0-25 0,24 25 0,-24 0 0,25-25 15,-25 25-15,0-25 0,0 25 0,25-25 0,-25 25 16,0-24-16,0 24 0,0-25 0,0 25 0,0-25 0,0 25 16,-25-25-16,25 25 0,0-25 0,0 25 0,0 0 15,0-24-15,-25 24 0,25 0 0,0 0 0,0 0 16,-24 0-16,24 0 0,0 0 0,0 0 0,-25 0 0,25 0 15,0 0-15,0 0 0,0 0 0,-25 0 0,25 0 16,0 0-16,0 0 0,0 0 0,0 0 0,0 0 16,0 0-16</inkml:trace>
  <inkml:trace contextRef="#ctx0" brushRef="#br0" timeOffset="23019.3167">9426 2977 0,'0'0'0,"0"0"0,0 0 16,0 0-16,0 0 0,0 0 0,25 0 0,-25 0 15,0 0-15,0 0 0,24 0 0,-24 0 0,0 0 16,25 24-16,-25-24 0,0 0 0,0 0 0,0 25 0,25-25 16,-25 0-16,0 25 0,-25-25 0,25 25 0,0-25 15,0 25-15,-25-25 0,25 24 0,-24 1 0,24-25 0,-25 25 16,0-25-16,25 25 0,-25-25 0</inkml:trace>
  <inkml:trace contextRef="#ctx0" brushRef="#br0" timeOffset="23838.3635">10368 3175 0,'0'0'0,"0"-25"0,0 25 0,0 0 16,0 0-16,0-25 0,0 25 0,0 0 0,0 0 15,0 0-15,0 0 0,0 0 0,0-24 0,0 24 16,0 0-16,0 0 0,0 0 0,0 0 0,25 0 0,-25 0 15,0 0-15,0 0 0,25 0 0,-25 0 0,0 0 16,0 0-16,25 0 0,-25 24 0,0-24 0,25 0 0,-25 25 16,0-25-16,0 0 0,24 25 0,-24-25 0,0 25 15,0-25-15,0 25 0,0-1 0,0-24 0,0 25 0,0-25 16,0 25-16,0-25 0,-24 25 0,24-25 0,0 25 15,0-1-15,-25-24 0,25 25 0,0-25 0,-25 0 16,25 25-16,0-25 0,-25 25 0,25-25 0,0 0 0,-25 25 16,25-25-16,0 0 0,0 0 0,-24 24 0,24-24 15,0 0-15,0 0 0,0 0 0,-25 0 0,25 0 0,0 0 16,0 0-16,0-24 0,0 24 0,0 0 0,0 0 15,25 0-15,-25 0 0,0 0 0,0-25 0,0 25 0,24 0 16,-24 0-16,0-25 0,25 25 0,-25-25 0,25 25 16,0 0-16,-25-25 0,25 25 0,-1-24 0,-24 24 15,25 0-15,-25-25 0,25 25 0,0-25 0,-25 25 0,25-25 16,-25 25-16,24 0 0,1-25 0,-25 25 0,0-24 15,25 24-15,-25 0 0,0-25 0,25 25 0,-25 0 16,0-25-16,0 25 0,0 0 0,0 0 0,0 0 0,0 0 16,0 0-16,0 0 0,0 0 0,0 0 0,0 0 15,0 0-15,0 0 0,0 0 0,0 0 0,0 0 0,0 0 16,0 0-16,0 0 0,0 0 0,-25 25 0,25-25 15,0 25-15,0-25 0,0 24 0,0-24 0,-25 25 0,25 0 16,0-25-16,0 25 0,0-25 0,0 25 0,0-25 16,0 24-16,0-24 0,0 25 0,0-25 0,25 25 15,-25-25-15,0 0 0,0 25 0,25-25 0,-25 0 0,0 0 16,25 0-16,-25 25 0,24-25 0,-24 0 0,25 0 0,-25 0 16,25 0-16,0 0 0,-25 0 0,25-25 0,-1 25 15,-24 0-15,25 0 0,0-25 0,-25 25 0,25 0 16,-25-25-16</inkml:trace>
  <inkml:trace contextRef="#ctx0" brushRef="#br0" timeOffset="24402.3958">12030 3299 0,'0'0'0,"0"0"16,0 0-16,0 0 0,0-25 0,0 25 0,0 0 15,0 0-15,0 0 0,0 0 0,0 0 0,0 0 16,0 0-16,0 0 0,0 0 0,0 0 0,0 25 0,0-25 15,0 0-15,0 0 0,0 0 0,0 25 0,25-25 16,-25 0-16,0 25 0,0-25 0,0 24 0,0-24 0,0 25 16,0-25-16,0 25 0,0-25 0,0 25 0,25 0 15,-25-25-15,0 24 0,0-24 0,0 25 0,0-25 16,0 25-16,0-25 0,0 0 0,0 25 0,0-25 0,0 25 15,0-25-15,25 0 0,-25 0 0,0 0 0,0 24 16,0-24-16,0 0 0,0 0 0,0 0 0,24 0 0,-24-24 16,0 24-16,0 0 0,0 0 0,25-25 0,-25 25 15,0 0-15,0-25 0,25 25 0,-25-25 0,0 0 16,25 25-16,-25-24 0,0 24 0,0-25 0,25 25 0,-25-25 15,0 25-15,0-25 0,0 25 0,0 0 0,0-25 0,0 25 16,0 0-16,0 0 0,25 0 0,-25 0 0,0 0 16,0-24-16,0 24 0,0 0 0,0 0 0,0 0 15,0 0-15,0 0 0,0 0 0,24 24 0,-24-24 0,0 0 16,0 0-16,0 0 0,25 0 0,-25 0 0,0 0 15,0 0-15,25 0 0</inkml:trace>
  <inkml:trace contextRef="#ctx0" brushRef="#br0" timeOffset="24865.4222">12675 3423 0,'0'0'0,"0"0"0,0 0 0,0 0 0,0 0 16,0-25-16,0 25 0,0 0 0,0 0 0,0 0 15,0-25-15,-25 25 0,25 0 0,0 0 0,0-24 0,0 24 16,0 0-16,-24-25 0,24 25 0,0 0 0,0-25 15,0 25-15,0 0 0,-25 0 0,25-25 0,0 25 16,0 0-16,0 0 0,-25 0 0,25 0 0,0 0 0,0 0 16,-25 0-16,25 0 0,0 0 0,0 0 0,-25 0 15,25 25-15,0-25 0,-24 0 0,24 25 0,0-25 0,-25 25 16,25-25-16,0 24 0,0-24 0,-25 0 0,25 25 15,0-25 173,174 75-188,-174-75 0,24 0 0,-24-25 0,0 25 0,0 0 0,0 0 0,25 0 0,-25 0 0,0-25 0,0 25 0,0 0 0,0 0 0,0 0 15,0 0-15,0 25 0,0-25 0,0 0 0,0 0 0,0 0 0,0 25 0,0-25 0,0 0 0,0 24 0,-25-24 0,25 0 0,0 25 0,0-25 0,0 0 0,0 25 0,0-25 0,0 0 0,0 25 0,0-25 0,0 0 16,25 0-16,-25 0 0,0 25 0,0-25 0,0 0 0,0 0 0,0 0 0,25 0 0,-25 0 0,0-25 0,0 25 0,25 0 15</inkml:trace>
  <inkml:trace contextRef="#ctx0" brushRef="#br0" timeOffset="25060.4334">12675 3125 0,'0'0'0,"0"0"0,0 0 16,0 0-16,0 0 0,0 0 0,25 0 0,-25 0 15,0 0-15,0 0 0,25 0 0,-25 0 0,25 0 0,-25 0 16,24 0-16,1 0 0,-25 0 0,25-24 0,0 24 0,-25 24 15,25-24-15,-1 0 0,-24 0 0,25 0 0,0 0 16,-25 0-16,25 0 0,0 0 0,-25 0 0,24 0 16,1 0-16,-25 0 0,25 0 0</inkml:trace>
  <inkml:trace contextRef="#ctx0" brushRef="#br0" timeOffset="26768.5311">14064 3373 0,'0'0'0,"0"0"15,0 0-15,0 0 0,0 0 0,0 0 0,0 0 0,0 0 16,0 0-16,0 0 0,0 0 0,0 0 16,0-24-16,0 24 0,25 0 0,-25 0 0,0 0 0,0 0 15,0-25-15,25 25 0,-25 0 0,0-25 0,25 25 16,-25 0-16,24-25 0,-24 25 0,25-25 0,-25 25 0,25 0 15,0-24-15,-25 24 0,25-25 0,-1 25 0,-24-25 16,25 25-16,0-25 0,-25 0 0,25 25 0,0-24 0,-25 24 16,25-25-16,-25 25 0,24-25 0,-24 25 0,25-25 15,-25 25-15,0-25 0,0 25 0,25-24 0,-25 24 16,0-25-16,0 25 0,-25 0 0,25-25 0,0 25 0,0 0 15,0-25-15,0 25 0,-25 0 0,25 0 0,0-25 0,-24 25 16,24 0-16,0-24 0,0 24 0,-25 0 0,25 0 16,0 0-16,-25-25 0,25 25 0,0 0 0,-25 0 15,25 0-15,0 0 0,0 0 0,-25 25 0,25-25 16,0 0-16,0 0 0,-25 0 0,25 0 0,0 0 0,0 24 15,0-24-15,0 0 0,0 25 0,-24-25 0,24 25 0,0-25 16,0 25-16,0-25 0,0 25 0,0-1 0,0-24 16,0 25-16,0 0 0,0-25 0,-25 25 0,25 0 15,0-1-15,0-24 0,0 25 0,0 0 0,0 0 16,0-25-16,0 25 0,0-1 0,0-24 0,0 25 0,-25 0 15,25-25-15,0 25 0,0-25 0,0 0 0,0 25 16,0-25-16,0 24 0,0-24 0,0 25 0,0-25 0,0 0 16,0 25-16,0-25 0,0 0 0,0 0 0,0 0 15,0 0-15,-25 25 0,25-25 0,0 0 0,0 0 0,0 0 16,0 0-16,0 0 0,25 0 0,-25 0 0,0 0 15,0 0-15,0-25 0,0 25 0,0 0 0,25 0 16,-25 0-16,0 0 0,0-25 0,25 25 0,-25 0 0,24 0 16,-24-25-16,0 25 0,25-24 0,-25 24 0,25 0 0,-25-25 15,25 25-15,-25-25 0,25 25 0,-25-25 16,25 25-16,-25 0 0,0 0 0,24-25 0,-24 25 0,0 0 15,0 0-15,0 0 0,0 0 0,0 0 0,0 0 0,0 0 16,0 0-16,0 0 0,0 0 0,0 0 0,0 0 16,0 0-16,0 0 0,0 0 0,0 0 0,0 0 0,0 0 15,0 25-15,0-25 0,-24 0 0,24 0 0,0 25 16,0-25-16,0 0 0,0 25 0,0-25 0,0 25 15,0-25-15,0 24 0,0-24 0,0 0 0,0 25 0,0-25 16,0 25-16,0-25 0,0 25 0,0-25 0,0 0 16,0 25-16,0-25 0,0 0 0,0 24 0,24-24 15,-24 0-15,0 0 0,0 0 0,0 0 0,0 0 0,25 0 16,-25 0-16,0 0 0,0 0 0,25 0 0,-25 0 15,0 0-15,25 0 0,-25 0 0,0-24 0,25 24 0,-25 0 16,24 0-16,-24-25 0,0 25 0,25 0 0,-25 0 16,0-25-16,25 25 0,-25 0 0,0 0 0,25-25 15,-25 25-15,0 0 0,0-25 0,25 25 0,-25 0 0,0-24 16,0 24-16,24 0 0,-24-25 0,0 25 0,0 0 0,0 0 15,0 0-15,0 0 0,0 0 0,0 0 0,0-25 16,0 25-16,0 0 0,0 0 0,0 0 0,0 0 16,0 0-16,0 0 0,0 0 0,0 0 0,0 25 0,0-25 15,-24 0-15,24 0 0,0 0 0,0 0 0,0 0 16,0 25-16,-25-25 0,25 0 0,0 0 0,0 24 0,0-24 15,0 0-15,0 25 0,0-25 0,0 0 0,0 25 16,0-25-16,0 25 0,0-25 0,0 0 0,0 25 0,0-1 16,0-24-16,0 0 0,0 25 0,25-25 0,-25 25 15,0-25-15,24 0 0,-24 0 0,0 0 0,25 0 16,-25 0-16,25 0 0,-25 0 0,25 0 0,-25 0 15,25 0-15,-25 0 0,24-25 0,-24 25 0,0 0 0,25-25 16,-25 25-16,25-24 0,-25 24 0,0 0 0,0-25 16,0 25-16,25 0 0,-25-25 0,0 25 0,0-25 0,0 25 15,0 0-15,-25-25 0,25 25 0,0-24 0,0 24 16,0-25-16,0 25 0,0-25 0,0 0 203</inkml:trace>
  <inkml:trace contextRef="#ctx0" brushRef="#br0" timeOffset="26830.5346">14684 3770 0,'0'0'15,"0"0"-15,0 0 0,0 0 0,0 25 0,0-25 0,0 0 0,0 0 0,0 0 0,0 0 0,0 0 0,0 0 0,0 0 0,0 0 0,0 0 0,0 0 0,0 0 0,0 0 16,0 0-16,0 0 0,0 0 0,0 0 0,0 0 0,25 0 15,-25 0-15,0-25 0,0 25 0,25 0 0,-25 0 16</inkml:trace>
  <inkml:trace contextRef="#ctx0" brushRef="#br0" timeOffset="27430.569">15801 3249 0,'0'0'0,"0"-24"0,0 24 0,-25 0 0,25 0 0,0-25 47,0 25-47,0 0 0,0 0 0,0-25 0,0 25 0,0 0 0,0 0 0,0 0 0,0 0 0,0 0 0,0 0 0,0 0 0,0 0 0,0 0 0,0 0 0,0 0 15,0 0-15,0 0 0,0 0 0,0 0 0,0 0 16,0 0-16,25 0 0,-25 25 0,0-25 0,0 0 0,0 25 15,0-25 48,0 272 15,0-272-78,0 0 15,24 0-15,-24 0 0,0 0 0,0 0 0,0 0 0,0 0 0,0 0 0,0 0 0,25 0 0,-25-24 0,0 24 0,0 0 0,0 0 0,25-25 0,-25 25 16,0-25-16,25 25 0,-25 0 0,0-25 0,0 25 0,25-25 0,-25 25 0,0-24 0,0 24 0,24-25 0,-24 25 0,0-25 0,0 25 0,0-25 0,25 25 0,-25 0 0,0-25 0,0 25 0,0 0 0,25 0 0,-25 0 0,0-24 0,0 24 0,0 0 0,0 0 0,0 0 16,0 24-16,0-24 0,0 0 0,0 0 0,0 0 0,0 0 0,25 0 15,-25 0-15,0 25 0,0-25 0,0 0 16,0 0-16,0 25 0,25-25 0</inkml:trace>
  <inkml:trace contextRef="#ctx0" brushRef="#br0" timeOffset="27874.5944">16098 3448 0,'0'0'0,"0"0"16,0 0-16,0 0 0,0 0 0,0 0 0,0 0 15,0 0-15,0 0 0,0 0 0,0 0 0,25 0 16,-25 0-16,0 0 0,0 0 0,0 0 0,0-25 0,25 25 16,-25 0-16,0 0 0,0-25 0,25 25 0,-25 0 15,0 0-15,24 0 0,-24 0 0,0-25 0,0 25 0,25 0 16,-25 0-16,0 0 0,0-24 0,25 24 0,-25 0 15,0 0-15,0 0 0,0-25 0,0 25 0,0 0 0,0 0 16,0 0-16,0 0 0,0 0 0,0 0 0,0-25 16,0 25-16,0 0 0,0 0 0,0 0 0,0 0 0,-25-25 15,25 25-15,0 0 0,0 0 0,0 0 0,0 0 16,0 0-16,0 0 0,-25-25 0,25 25 0,0 0 0,0 0 15,0 0-15,0 0 0,-24 0 0,24 0 16,0 0-16,0 0 0,0 0 0,-25 0 0,25-24 0,0 24 16,0 24-16,0-24 0,0 0 0,-25 0 0,25 0 0,0 0 15,0 0-15,0 0 0,0 25 0,-25-25 0,25 0 16,0 0-16,0 0 0,0 25 0,0-25 0,0 0 0,-25 25 15,25-25-15,0 25 0,0-25 0,0 24 0,0-24 16,0 25-16,0-25 0,0 25 0,0-25 0,0 25 16,0-25-16,0 25 0,0-25 0,0 24 0,0-24 15,0 25-15,0-25 0,0 25 0,25-25 0,-25 0 0,0 25 16,0-25-16,25 0 0,-25 0 0,25 0 0,-25 0 15,25 0-15,-25 0 0,24 0 0,-24 0 0,25 0 0,0 0 16,-25 0-16,25 0 0,0 0 0,-1 0 0,-24 0 16,25 0-16,0 0 0,0 0 0,-25 0 0,25-25 0</inkml:trace>
  <inkml:trace contextRef="#ctx0" brushRef="#br0" timeOffset="28294.6184">16743 3398 0,'0'-25'0,"0"25"0,0 0 16,0-24-16,0 24 0,0 0 0,0 0 0,0 0 0,0-25 15,-25 25-15,25 0 0,0 0 0,0 0 0,0 0 16,-24-25-16,24 25 0,0 0 0,0 0 0,-25 0 0,25 0 16,0 0-16,-25 0 0,25 0 0,0 0 0,-25 0 15,25 0-15,0 0 0,-25 0 0,25 0 0,0 0 16,-24 0-16,24 0 0,0 0 0,-25 0 0,25 25 0,0-25 15,-25 0-15,25 0 0,0 0 0,-25 25 0,25-25 16,0 0-16,0 24 0,-25-24 0,25 25 0,0-25 16,0 0-16,0 25 0,25-25 0,-25 25 0,0-25 0,0 25 15,0-25-15,25 24 0,-25-24 0,0 25 0,25-25 16,-25 0-16,0 25 0,25-25 0,-25 0 0,0 25 0,24-25 15,-24 0-15,25 0 0,-25 25 0,25-25 0,-25 0 16,25 0-16,-25 0 0,25 0 0,-1 0 0,-24 0 16,25-25-16,-25 25 0,25 0 0,0 0 0,-25-25 0,25 25 15,-1 0-15,-24-25 0,25 25 0,0-25 0,-25 25 16,25-24-16,0 24 0,-25-25 0,0 25 0,24-25 0</inkml:trace>
  <inkml:trace contextRef="#ctx0" brushRef="#br0" timeOffset="28571.6341">17140 2927 0,'0'0'0,"0"0"0,0 0 0,0 0 16,0 0-16,-25 0 0,25-25 0,0 25 0,0 0 0,0 0 16,0 0-16,0 0 0,0 25 0,0-25 0,0 0 15,0 0-15,0 0 0,0 0 0,0 25 0,0-25 16,0 25-16,-25-1 0,25-24 0,0 25 0,0 0 0,0 0 15,0 0-15,0-25 0,0 24 0,0 1 0,0 0 16,-24-25-16,24 25 0,0 0 0,0-1 62,0-24-62,0 25 0,0 0 0,0-25 0,-25 25 0,25 0 0,0-25 0,0 24 0,0-24 0,0 25 0,0-25 0,0 0 0,0 25 0,0-25 0,0 0 0,0 25 0,0-25 0,0 0 0,0 0 0,0 0 0,-25 25 16,25-25-16,0 0 0,0 0 0,0 0 0,0 0 0,0 0 0,0 0 0,0-25 16,0 25-16,0 0 0,0 0 0</inkml:trace>
  <inkml:trace contextRef="#ctx0" brushRef="#br0" timeOffset="29049.6616">16991 3249 0,'0'0'0,"25"-24"0,-25 24 0,0 0 15,0 0-15,0 0 0,0 0 0,25 0 0,-25 0 0,0 0 16,25 0-16,-25 0 0,0 0 0,24 0 0,-24 0 15,25 0-15,-25 0 0,25 0 0,0 0 0,-25 0 16,25 24-16,-25-24 0,24 0 0,-24 0 0,25 0 0,-25 0 16,0 25-16,0-25 0,25 0 0,-25 25 0,0-25 15,0 0-15,0 25 0,0-25 0,0 0 0,0 25 0,0-25 16,0 24-16,0-24 0,-25 0 0,25 25 0,0-25 15,0 25-15,-25-25 0,25 25 0,0-25 0,0 25 16,0-25-16,0 0 0,0 24 0,-24-24 0,24 25 0,0-25 16,0 0-16,0 0 0,0 25 0,24-25 0,-24 0 0,0 0 15,0 0-15,0 0 0,0 25 0,25-25 0,-25 0 16,0 0-16,25 0 0,-25 0 0,25 0 0,-25 0 15,25 0-15,-25 0 0,24 0 0,-24-25 0,25 25 0,-25 0 16,0 0-16,25-25 0,-25 25 0,0 0 0,0-25 16,25 25-16,-25-24 0,0 24 0,0-25 0,0 25 0,0-25 15,0 0-15,0 25 141,-50-99-141,50 99 0,0 0 15,0 0-15,0 0 0,0-25 0,0 25 0,0 0 0,0 0 0,0 0 0,0 0 0</inkml:trace>
  <inkml:trace contextRef="#ctx0" brushRef="#br0" timeOffset="29188.6694">17388 2977 0,'0'0'0,"0"24"0,25-24 16,-25 0-16,0 0 0,0 0 0,0 0 0,0 0 0,0 0 16,25 0-16,-25 0 0,0 0 0,24 0 0,-24 0 0,0 25 15,25-25-15,-25 0 0,0 0 0,25 25 0,-25-25 16,0 0-16,0 25 0,0-25 0,0 0 0,0 25 0,-25-25 15,25 24-15,0-24 0,-25 25 0,25-25 0,-24 0 16,-1 25-16,25-25 0,-25 25 0,0-25 0,0 0 16,25 0-16</inkml:trace>
  <inkml:trace contextRef="#ctx0" brushRef="#br0" timeOffset="30747.7587">18752 2877 0,'0'0'0,"0"0"0,0-24 0,0 24 16,0 0-16,0 0 0,0-25 0,0 25 0,0 0 0,0 0 15,0 0 16,0-25-31,0 25 0,0 0 16,0 0-16,0 0 0,0-25 0,0 25 0,0 0 0,0 0 0,0-25 0,0 25 0,0 0 0,0 0 0,0 0 0,0 0 0,-24 0 0,24 0 0,0 0 0,0 0 0,0 0 16,0 0-16,0 0 0,0 0 0,0 0 0,0-24 0,-25 24 15,25 24-15,0-24 0,-25 0 0,25 0 0,0 0 16,0 0-16,-25 0 0,25 0 0,0 0 0,-25 25 0,25-25 15,0 0-15,0 0 0,-24 25 0,24-25 0,0 0 16,0 25-16,-25-25 0,25 0 0,0 25 0,0-25 16,0 24-16,0-24 0,0 0 0,0 25 0,0-25 0,0 0 15,0 0-15,0 25 0,0-25 0,0 0 0,0 25 16,0-25-16,0 25 0,0-25 0,0 0 0,0 24 0,0-24 15,25 25-15,-25-25 0,0 0 0,24 25 0,-24-25 16,0 25-16,25-25 0,-25 0 0,25 25 0,-25-25 16,25 0-16,-25 0 0,0 24 0,25-24 0,-25 0 0,24 25 15,-24-25-15,0 0 0,25 0 0,-25 25 0,25-25 16,-25 0-16,0 25 0,0-25 0,0 0 0,25 0 0,-25 25 15,0-25-15,0 0 0,0 24 0,0-24 0,0 0 16,0 0-16,0 25 0,-25-25 0,25 0 0,0 0 0,0 25 16,0-25-16,0 0 0,-25 0 0,25 25 0,0-25 15,-25 0-15,25 0 0,0 0 0,-24 25 0,24-25 16,0 0-16,-25 0 0,25 0 0,-25 0 0,25 0 0,0 0 15,-25 24-15,25-24 0,-25 0 0,25 0 0,0 0 16,-24 0-16,24 0 0,0 0 0,0 0 0,-25 0 0,25 0 16,0 0-16,0 0 0,0 0 0,-25 0 0,25 0 15,0 0-15,0-24 0,0 24 0,0 0 0,0-25 16,25 25-16,-25 0 0,0-25 0,0 25 0,0 0 0,25-25 15,-25 25-15,0 0 0,0-25 0,24 25 0,-24 0 16,0 0-16,0 0 0,25 0 0,-25 0 0,0-24 0,0 24 16</inkml:trace>
  <inkml:trace contextRef="#ctx0" brushRef="#br0" timeOffset="31067.777">19174 3200 0,'0'0'0,"0"0"15,0 0-15,0 0 0,0 0 0,0 0 0,0 0 47,0-25-47,0 25 0,0 0 0,0 0 0,0 0 0,25 0 0,-25 0 0,0 0 0,25 0 0,-25 25 0,0-25 0,24 0 0,-24 0 0,25 0 78,-25 0-62,25 0-16,-25 25 0,25-25 0,0 0 0,-25 0 0,24 0 0,-24 24 0,25-24 0,-25 0 0,25 0 0,-25 25 0,25-25 0,-25 0 0,0 0 0,0 25 0,25-25 0,-25 0 0,0 25 0,0-25 0,-25 0 0,25 0 0</inkml:trace>
  <inkml:trace contextRef="#ctx0" brushRef="#br0" timeOffset="31208.7851">19124 3473 0,'-24'0'15,"24"0"-15,0 0 0,0 0 0,0 0 0,0 0 16,0 0-16,0 0 0,0 0 0,0 0 0,0 0 0,24 0 16,-24 0-16,0-25 0,25 25 0,-25 0 0,25 0 15,0 0-15,-25 25 0,25-25 0,-1 0 0,-24 0 0,25 0 16,0 0-16,-25 0 0,25 0 0,0 0 0,-25 0 15,24 0-15,-24 0 0,25 0 0,-25 24 0,0-24 0,25 0 16,-25 0-16,0 0 0,25 0 0</inkml:trace>
  <inkml:trace contextRef="#ctx0" brushRef="#br0" timeOffset="31907.825">20265 2877 0,'0'0'0,"0"0"0,0-24 0,0 24 0,0 0 16,0 0-16,0 0 0,-24 0 0,24 0 0,0 0 15,0 0-15,0 0 0,0 0 0,0 0 0,0 0 0,0 0 16,0 0-16,0 0 0,0 0 0,0 0 0,0 0 16,0 0-16,0 0 0,0 0 0,-25 0 0,25 24 15,0-24-15,0 0 0,0 25 0,-25-25 0,25 0 0,0 25 16,0-25-16,-25 25 0,25-25 0,0 0 0,0 25 15,0-25-15,0 24 0,0-24 0,0 25 0,0-25 0,0 25 16,0-25-16,0 25 0,25-25 0,-25 25 0,0-25 16,0 24-16,25 1 0,-25-25 0,0 25 0,0-25 15,25 25-15,-25-25 0,0 0 0,0 25 0,0-25 0,24 24 16,-24-24-16,0 0 0,0 25 0,0-25 0,0 0 15,0 25-15,0-25 0,0 0 0,0 0 0,0 25 0,0-25 16,-24 0-16,24 0 0,0 0 0,0 0 0,0 0 16,0 0-16,-25 0 0,25 0 0,0 0 0,0 0 15,0 0-15,0 0 0,0 0 0,0 0 0,-25 0 0,25 0 16,0 0-16,0 0 0,0 0 0,0 0 0,0 0 0,0 0 15,0 0-15,0 0 0,0-25 0,0 25 0,0 0 16,0 0-16,25 0 0,-25 0 0,0 0 0,0 0 16,0 0-16,0 0 0,25 0 0,-25 0 0,0 0 0,0 25 15,0-25-15,24 0 0,-24 0 0,0 25 0,0-25 16,0 0-16,0 24 0,0-24 0,0 0 0,25 25 15,-25-25-15,0 25 0,0-25 0,-25 25 0,25-25 0,0 25 16,0-25-16,0 0 0,0 24 0,0-24 0,0 0 16,-24 25-16,24-25 0,0 25 0,0-25 0,0 0 15,0 0-15,0 25 0,-25-25 0,25 0 0,0 0 0,0 25 16,0-25-16,0 0 0,0 0 0,-25 0 0,25 0 0,0 0 15,0 0-15,0 0 0,0 0 0,0 0 0,0 0 16,0 0-16,0 0 0</inkml:trace>
  <inkml:trace contextRef="#ctx0" brushRef="#br0" timeOffset="32680.8693">20985 3026 0,'0'0'0,"0"0"16,0 0-16,0 0 0,0 0 0,0 0 0,25-25 0,-25 25 15,0 0-15,0 0 0,0 0 0,0 0 0,0 0 16,0 0-16,0 0 0,0 0 0,0 0 0,0 25 16,0-25-16,0 0 0,0 25 0,-25-25 0,25 0 0,0 25 15,0-25-15,0 25 0,0-1 0,-25-24 0,25 25 16,0 0-16,0-25 0,-25 25 0,25-25 0,0 25 0,0-1 15,0-24-15,-25 25 0,25-25 0,0 25 0,0 0 16,0-25-16,0 25 0,0-25 0,0 24 0,0-24 0,0 0 16,0 25-16,0-25 0,0 0 0,0 25 0,0-25 15,25 0-15,-25 0 0,0 25 0,0-25 0,0 0 16,25 0-16,-25 0 0,0 0 0,0 0 0,25 0 0,-25 0 15,25 0-15,-25 0 0,0-25 0,24 25 0,-24 0 16,25 0-16,-25-25 0,0 25 0,25 0 0,-25-25 16,0 25-16,25-24 0,-25 24 0,0-25 0,25 25 0,-25-25 15,24 0-15,-24 25 0,0-25 0,25 25 0,-25-24 16,25-1-16,-25 25 0,0-25 0,0 25 0,0-25 0,25 25 15,-25-25-15,0 25 0,0-24 0,0 24 0,0 0 16,0 0-16,0 0 0,0-25 0,0 25 0,0 0 0,0 0 16,0 0-16,0 0 0,0 0 0,0 0 0,0 0 78,0 0-63,0 0-15,0 0 0,0 0 0,0 0 0,0 0 0,0 25 0,0-25 0,0 0 0,0 0 0,-25 24 0,25-24 0,0 0 0,0 25 0,0-25 0,0 25 0,-25-25 0,25 25 0,0 0 0,0-25 0,0 24 0,0-24 0,-25 25 0,25-25 0,0 25 0,0-25 0,0 25 0,0-25 0,0 0 0,0 25 0,0-25 0,0 24 0,0-24 16,0 0-16,0 25 0,0-25 0,0 0 15,0 25-15,0-25 0,0 0 0,0 25 0,0-25 78,0 0-78,0 0 0,0 0 0,25 0 0,-25 25 16,0-25-16,0 0 0,25 0 0</inkml:trace>
  <inkml:trace contextRef="#ctx0" brushRef="#br0" timeOffset="33030.8893">21332 3597 0,'0'0'0,"0"0"0,0 0 15,0 0-15,0 0 0,0 0 0,0 0 0,0 0 16,0 0-16,0 0 0,0 0 0,0 0 0,25-25 0,-25 25 16,0 0-16,0 0 0,25-25 0,-25 25 0,24 0 15,-24-25-15,25 25 0,-25 0 0,0-25 0,25 25 0,-25-24 16,25 24-16,-25 0 0,0-25 0,0 25 0,25 0 15,-25 0-15,0 0 0,0 0 0,0 0 0,0 0 0,0 0 16,0 0-16,0 0 0,0 0 0,0 0 0,0 0 16,0 0-16,0 0 0,0 0 0,0 0 0,0 0 15,0 0-15,0 0 0,0 25 0,0-25 0,0 0 0,0 0 16,0 24-16,0-24 0,0 0 0,-25 25 0,25-25 15,0 0-15,0 25 0,0-25 0,0 25 0,0-25 16,0 0-16,0 25 0,-25-25 0,25 24 0,0-24 0,0 0 16,0 0-16,0 25 0,0-25 0,0 0 0,0 0 15,0 25-15,0-25 0,0 0 0,0 0 0,0 25 0,0-25 16,0 0-16,0 0 0,0 25 0,-25-25 0,25 0 15,0 25-15,0-25 0,0 0 0,-25 0 0,25 24 0,0-24 16,0 0-16,0 0 0,0 0 0,0 25 0,0-25 16,0 0-16,0 0 0,0 0 0,0 0 0,0 0 15,25 0-15,-25 0 0,0 0 0</inkml:trace>
  <inkml:trace contextRef="#ctx0" brushRef="#br0" timeOffset="33400.9104">21952 3497 0,'0'0'0,"0"0"0,0 0 16,0 0-16,0 0 0,0 0 0,0-24 0,0 48 15,0-24-15,0 0 0,0 0 0,25 0 0,-25 0 16,0 25-16,0-25 0,25 0 0,-25 25 0,0-25 0,0 25 16,25-25-16,-25 0 0,0 25 0,0-25 0,0 24 15,0-24-15,0 25 0,-25-25 0,25 25 0,0-25 0,0 0 16,0 25-16,-25-25 0,25 0 0,0 25 0,-25-25 0,25 0 15,-25 0-15,25 25 0,0-25 0,-24 0 0,24 0 16,-25 0-16,25 0 0,0 0 0,-25 0 0,25 0 16,-25 0-16</inkml:trace>
  <inkml:trace contextRef="#ctx0" brushRef="#br0" timeOffset="34068.9487">22796 3001 0,'0'0'0,"0"-24"0,0 24 0,0 0 0,0 0 0,0-25 15,0 25-15,0 0 0,0 0 0,0-25 0,0 25 16,0 0-16,0 0 0,0 0 0,0 0 0,0 25 16,0-25-16,0 0 0,0 0 0,0 0 0,0 0 0,0 25 15,-25-25-15,25 24 0,0-24 0,0 25 0,0-25 16,-25 25-16,25-25 0,0 25 0,-25 0 0,25-1 0,0-24 15,-25 25-15,25 0 0,0 0 0,-25-25 0,25 25 16,0-1-16,0-24 0,0 25 0,-24 0 0,24-25 16,0 25-16,0-25 0,0 25 0,0-25 0,0 0 15,0 24-15,0-24 0,24 0 0,-24 25 0,0-25 0,0 0 16,25 0-16,-25 0 0,0 25 0,25-25 0,-25 0 0,0 0 15,25 0-15,-25 0 0,25-25 0,0 25 0,-25 0 16,24 0-16,-24-25 0,25 25 0,-25 0 0,25-24 16,-25 24-16,25-25 0,-25 25 0,25-25 0,-25 25 0,0-25 15,0 25-15,24-25 0,-24 25 0,0-24 0,0 24 16,25-25-16,-25 0 0,0 25 0,0-25 0,25 0 0,-25 25 15,0-24-15,0 24 0,0-25 0,0 25 0,0-25 16,25 25-16,-25 0 0,0 0 0,0 0 0,0 0 0,0 0 16,0 0-16,0 0 0,0 0 0,0 0 0,0 25 15,0-25-15,-25 0 0,25 25 0,0-25 0,0 24 16,0-24-16,0 25 0,0-25 0,0 25 0,-25 0 0,25-25 15,0 25-15,0-1 0,0-24 0,0 25 0,0-25 16,0 25-16,-25-25 0,25 25 0,0-25 0,0 25 0,0-25 16,0 24-16,0-24 0,0 25 0,0-25 0,0 0 15,0 25-15,0-25 0,0 0 0,0 25 0,0-25 16,25 0-16,-25 0 0,0 0 0,0 0 0,0 0 0,25 0 15</inkml:trace>
  <inkml:trace contextRef="#ctx0" brushRef="#br0" timeOffset="34403.9678">23044 3497 0,'0'0'0,"0"0"15,0 0-15,0 0 0,0 0 0,0 0 0,0 0 16,0 0-16,0 0 0,0 0 0,0 0 0,0 0 16,0 0-16,24 0 0,-24 0 0,0-24 0,0 24 0,25 0 15,-25 0-15,0 0 0,25 24 0,-25-24 0,0 0 0,25 0 16,-25 0-16,0 0 0,0 0 0,25 0 0,-25 0 15,0 25-15,0-25 0,0 0 0,0 0 0,0 25 16,0-25-16,0 0 0,0 25 0,0-25 0,0 0 0,-25 25 16,25-25-16,0 0 0,0 24 0,-25-24 0,25 0 15,0 0-15,-25 0 0,25 25 0,0-25 0,-25 0 0,25 0 16,0 0-16,0 0 0,0 25 0,-24-25 0,24 0 15,0 0-15,0 0 0,0 0 0,0 0 0,0 0 16,0 0-16,0 0 0,24 0 0,-24 0 0,0 25 0,0-25 16,25 0-16,-25 0 0,25 0 0,-25 0 0,25 0 15,-25 0-15,25 0 0,-1 0 0,-24 0 0,25 0 0,0 0 16,0 0-16,-25 0 0,25-25 0,-1 25 0,1 0 15,-25 0-15,25 0 0,0-25 0,-25 25 0,25 0 16,-25-25-16,24 25 0,-24 0 0</inkml:trace>
  <inkml:trace contextRef="#ctx0" brushRef="#br0" timeOffset="34610.9796">23614 3448 0,'0'0'0,"0"0"0,0 0 0,0 0 0,0 0 16,0 0-16,0 0 0,0 0 0,0 0 0,0 25 15,0-25-15,0 0 0,0 0 0,0 0 0,25 0 0,-25 0 16,0 24-16,0-24 0,0 0 0,0 0 0,0 25 15,0-25-15,-25 0 0,25 25 0,0-25 0,0 0 16,0 25-16,-25-25 0,25 25 0,0-25 0,0 0 0,-25 24 16,25-24-16,-24 0 0,24 25 0,0-25 0,-25 0 15,25 25-15,-25-25 0,25 0 0,0 0 0,0 0 0,-25 0 16,25 25-16,0-25 0,0 0 0,0 0 0</inkml:trace>
  <inkml:trace contextRef="#ctx0" brushRef="#br0" timeOffset="34829.9922">23912 3448 0,'0'0'15,"0"0"-15,0-25 0,25 25 0,-25 0 0,0 0 0,0 0 16,0 0-16,0 0 0,0 0 0,0 0 0,0 0 15,0 0-15,0 0 0,0 0 0,0 0 0,0 0 0,0 0 16,0 0-16,0 0 0,0 0 0,24 0 0,-24 0 16,0 0-16,25 0 0,-25 0 0,0 0 0,25 0 15,-25 0-15,0 0 0,25 0 0,-25 0 0,0 0 0</inkml:trace>
  <inkml:trace contextRef="#ctx0" brushRef="#br0" timeOffset="34992.0015">24160 3448 0,'0'0'16,"0"0"-16,0 0 0,0 0 0,0 0 0,0 0 15,0 0-15,0 0 0,0 0 0,0 0 0,0 0 0,0 0 16,0 0-16,0 0 0,0 0 0,0-25 0,0 25 16,0 0-16,25 0 0,-25 0 0,0 25 0,24-25 15,-24 0-15,25 0 0,-25 0 0,0 0 0,25 0 0,-25 0 16,25 0-16</inkml:trace>
  <inkml:trace contextRef="#ctx0" brushRef="#br0" timeOffset="35143.0101">24532 3497 0,'0'0'0,"-25"0"0,25 0 0,0-24 0,0 24 15,0 0-15,0 0 0,0 0 0,0 0 0,0 0 16,0 0-16,0 0 0,0 0 0,0 0 0,0 0 16,0 0-16,0 0 0,0 0 0,25 0 0,-25 0 15,0 0-15,0 0 0,0 0 0,0 0 0,0 0 0</inkml:trace>
  <inkml:trace contextRef="#ctx0" brushRef="#br0" timeOffset="35465.0285">25177 3497 0,'0'0'16,"0"0"-16,0 0 0,0 0 0,0 0 0,0 0 16,0 0-16,0 0 0,0 0 0,0 0 0,0 0 0,0 25 15,0-25-15,25 0 0,-25 25 0,0-25 0,0 0 16,0 25-16,0-25 0,0 0 0,0 25 0,0-25 15,0 0-15,0 24 0,0-24 0,0 0 0,0 25 0,0-25 16,-25 25-16,25-25 0,0 0 0,-25 25 0,25-25 16,-25 0-16,25 25 0,-25-25 0,25 0 0,-24 0 0,24 25 15,-25-25-15,25 0 0,-25 0 0,25 0 0,0 0 16,-25 0-16,25 0 0,0 0 0</inkml:trace>
  <inkml:trace contextRef="#ctx0" brushRef="#br0" timeOffset="36163.0683">25995 2902 0,'0'0'0,"0"0"0,0-25 0,0 25 0,0 0 0,0 0 0,0 0 0,0 0 0,0 0 0,0 0 0,0 0 0,0 25 0,0-25 0,0 0 0,0 0 0,0 25 0,0-25 0,-24 0 0,24 25 0,0-25 0,-25 25 0,25-1 0,0 1 0,-25-25 0,25 25 0,0 0 15,-25 0-15,25-1 0,0 1 0,-25 0 0,25 0 0,0 0 0,0-25 0,-25 24 0,25 1 0,0 0 0,0-25 0,0 25 0,0 0 0,0-25 0,0 24 16,0-24-16,0 25 0,0-25 0,0 25 0,0-25 15,0 0-15,0 25 0,0-25 0,25 0 0,-25 0 0,0 0 16,25 0-16,-25 0 0,0 0 0,25 25 0,-25-50 0,25 25 16,-25 0-16,25 0 0,-25 0 0,24-25 0,-24 25 15,0 0-15,25-25 0,-25 25 0,25-25 0,-25 25 16,0-24-16,25 24 0,-25-25 0,25 25 0,-25-25 0,24 25 15,-24-25-15,0 0 0,25 1 0,-25 24 0,25-25 16,-25 0-16,25 0 0,-25 25 0,25-25 0,-25 1 0,0 24 16,24-25-16,-24 25 0,0-25 0,0 25 0,0-25 15,0 25-15,0 0 0,25 0 0,-25 0 0,0-25 0,0 25 16,0 0-16,0 0 0,0 0 0,0 0 0,-25 0 15,25 0-15,0 0 0,0 0 0,0 0 0,0 25 16,0-25-16,0 0 0,0 0 0,0 25 0,-24-25 0,24 0 16,0 25-16,0 0 0,0-25 0,0 24 0,-25-24 15,25 25-15,0 0 0,0-25 0,0 25 0,-25-25 16,25 25-16,0-1 0,0-24 0,0 25 0,0-25 0,0 25 15,0-25-15,0 25 0,0-25 0,0 25 0,-25-25 16,25 0-16,0 24 0,25-24 0,-25 0 0,0 0 16,0 25-16,0-25 0,0 0 0,0 0 0,0 0 0,0 0 15,25 0-15,-25 0 0,0 25 0,25-25 0,-25 0 0,0-25 16,24 25-16</inkml:trace>
  <inkml:trace contextRef="#ctx0" brushRef="#br0" timeOffset="36578.0922">26318 3324 0,'0'0'0,"0"0"15,0 0-15,0 0 0,0 0 0,0 0 0,0 0 16,0 0-16,25 0 0,-25 0 0,0 0 0,0 0 0,0 25 16,0-25-16,0 0 0,0 24 0,0-24 0,0 0 15,-25 25-15,25-25 0,0 0 0,0 25 0,0-25 0,0 0 16,0 25-16,0-25 0,0 25 0,0-25 0,0 0 15,0 24-15,0-24 0,0 0 0,0 25 0,0-25 16,0 0-16,0 0 0,0 0 0,0 25 0,0-25 0,0 0 16,0 0-16,0 0 0,0 0 0,0 0 0,0 0 15,0 0-15,0 0 0,0 0 0,0 0 0,0 0 0,0 0 16,0-25-16,25 25 0,-25 0 0,0-25 0,24 25 15,-24 0-15,0-24 0,25 24 0,-25-25 0,25 25 0,-25 0 16,25-25-16,-25 25 0,25 0 0,-25 0 0,24-25 16,-24 25-16,25 0 0,-25 0 0,0 0 0,25 0 15,-25 0-15,0 0 0,0 0 0,0 0 0,0 0 0,0 0 16,0 25-16,0-25 0,0 0 0,0 25 0,0-25 15,0 0-15,0 25 0,-25-25 0,25 24 0,0-24 0,0 25 16,-25-25-16,25 0 0,0 25 0,0-25 0,0 25 16,-24-25-16,24 0 0,0 25 0,0-25 0,0 0 0,0 0 15,0 24-15,0-24 0,0 0 0,0 0 0,0 0 16,24 0-16,-24 0 0,0 0 0,0 0 0,0 0 15,25 0-15,-25-24 0,0 24 0,25 0 0,-25 0 16</inkml:trace>
  <inkml:trace contextRef="#ctx0" brushRef="#br0" timeOffset="37314.1343">27037 2629 0,'0'0'16,"0"0"-16,0 0 0,0 0 0,0 0 0,0 0 0,0 0 16,0 0-16,0 0 0,0 0 0,0 0 0,0 0 15,0 0-15,0 0 0,0 0 0,0 25 0,0-25 0,0 25 16,0-25-16,0 0 0,-25 25 0,25-25 0,0 25 15,0-25-15,0 24 0,0-24 0,0 25 0,0-25 0,0 25 16,0-25-16,-25 25 0,25 0 0,0-25 0,0 24 16,0 1-16,0-25 0,0 0 0,0 25 0,0-25 15,0 25-15,25-25 0,-25 0 0,0 25 0,0-25 0,0 0 16,25 24-16,-25-24 0,0 0 0,0 0 0,25 25 15,-25-25-15,0 0 0,0 0 0,25 0 0,-25 0 0,0 0 16,0 0-16,25 0 0,-25 0 0,0 0 0,0 0 16,0 0-16,24 0 0,-24 0 0,0 0 0,0-25 15,0 25-15,0 0 0,0 0 0,0 0 0,0 0 0,0 0 16,0 0-16,0-24 0,0 24 0,0 0 0,0 0 15,0 0-15,-24 0 0,24 0 0,0 0 0,0 0 0,0 0 16,0 0-16,-25 0 0,25 0 0,0 0 0,0 0 16,0 0-16,0 24 0,0-24 0,-25 0 0,25 25 0,0-25 15,0 25-15,0-25 0,0 25 0,0-25 0,-25 25 16,25-25-16,0 24 0,0 1 0,0-25 0,0 25 15,0 0-15,0-25 0,-25 25 0,25-25 0,0 24 0,0-24 16,0 25-16,0-25 0,0 25 0,0-25 0,0 25 16,0 0-16,0-25 0,0 24 0,0-24 0,0 25 15,0 0-15,0-25 0,0 25 0,0-25 0,0 25 0,0-25 16,0 24-16,0-24 0,0 25 0,0-25 0,0 0 15,0 25-15,0-25 0,0 0 0,0 0 0,-25 25 0,25-25 16,0 0-16,0 0 0,0 0 0,0 0 0,0 0 16,-24 25-16,24-25 0,0 0 0,-25 0 0,25 0 15,0 0-15,-25 0 0,25 0 0,0 0 0,-25 0 0,25 0 16,0 0-16,0 0 0,-25 0 0,25 0 0,0 0 15,0 0-15,0 0 0,0 0 0,0 0 0,0 0 0,0 0 16,0 0-16,0 0 0,0 0 0,0 0 0,0 0 16,0 0-16,0-25 0,0 25 0,0 0 0,0 0 15,0 0-15</inkml:trace>
  <inkml:trace contextRef="#ctx0" brushRef="#br0" timeOffset="38830.2204">3944 4440 0,'0'0'0,"0"0"0,0 0 0,0 0 0,0 0 16,0 0-16,0 0 0,0 0 0,0 0 0,0 0 15,0 0-15,0 0 0,0 0 0,0 0 0,0 0 0,0 0 16,25 25-16,-25-25 0,0 0 0,0 0 0,0 0 16,0 0-16,25 0 0,-25 0 0,0 0 0,0 25 15,24-25-15,-24 0 0,0 0 0,0 0 0,25 24 0,-25-24 16,0 0-16,25 0 0,-25 25 0,0-25 0,0 25 15,0-25-15,25 0 0,-25 25 0,0-25 0,0 25 16,0-25-16,25 24 0,-25-24 0,0 0 0,0 25 0,0-25 16,0 25-16,0-25 0,24 0 0,-24 0 0,0 25 15,0-25-15,0 0 0,0 25 0,0-25 0,0 0 0,0 0 16,0 0-16,0 0 0,25 0 0,-25-25 0,0 25 15,0 0-15</inkml:trace>
  <inkml:trace contextRef="#ctx0" brushRef="#br0" timeOffset="39196.2413">4390 4366 0,'0'0'0,"0"0"0,0 0 0,0 0 0,0 0 16,0 0-16,0 0 0,0 0 0,0 0 0,0 0 15,0 0-15,0 0 0,0 0 0,0 0 0,0 0 16,0 0-16,0 24 0,0-24 0,0 0 0,0 0 0,0 25 16,0-25-16,0 25 0,0-25 0,-24 25 0,24-25 15,0 25-15,0-1 0,-25-24 0,25 25 0,0 0 0,-25-25 16,25 25-16,0 0 0,-25-1 0,25-24 0,0 25 15,-25 0-15,25-25 0,0 25 0,-24 0 0,24-1 16,-25-24-16,25 25 0,0 0 0,-25-25 0,25 25 0,-25-25 16,25 25-16,0-25 0,-25 25 0,25-25 0,0 24 0,-24-24 15,24 25-15,0-25 0,0 0 0,0 0 0,-25 25 16,25-25-16,0 0 0,0 0 0,0 0 0,0 25 15,0-25-15,0 0 0,0 0 0,0 0 0,0 0 0,0 0 16,0 0-16,0-25 0,0 25 0,0 0 0,25 0 0,-25 0 16,0 0-16,24 0 0,-24-25 0,0 25 15,25 0-15,-25 0 0,0-25 0</inkml:trace>
  <inkml:trace contextRef="#ctx0" brushRef="#br0" timeOffset="39562.2625">4862 4341 0,'0'0'0,"-25"0"0,25 0 0,0 0 0,0 0 0,0 25 16,0-25-16,-25 0 0,25 0 0,0 0 0,0 24 15,0-24-15,-25 25 0,25-25 0,0 25 0,-25-25 0,25 25 16,-24 0-16,24-25 0,0 24 0,-25 1 0,25 0 15,-25-25-15,25 25 0,0 0 0,-25-1 0,25 1 16,0-25-16,-25 25 0,25 0 0,0 0 0,0-25 16,-24 24-16,24 1 0,0-25 0,0 25 0,0-25 0,0 25 15,-25-25-15,25 25 0,0-25 0,0 0 0,0 0 0,0 25 16,0-25-16,0 0 0,0 0 0,0 0 0,0 0 0,0 24 15,0-24-15,0 0 0,0 0 0,0 0 0,0-24 16,0 24-16,25 0 0,-25 0 0,0-25 0,0 25 16,24 0-16</inkml:trace>
  <inkml:trace contextRef="#ctx0" brushRef="#br0" timeOffset="40013.2887">5234 4564 0,'0'0'0,"0"0"0,0 0 0,0 0 0,0 0 16,0 0-16,-25-25 0,25 25 0,0 0 0,0 0 0,0 0 15,0 0-15,0 0 0,0-25 0,-25 25 0,25 0 16,0 0-16,0 0 0,-25 0 0,25 0 0,0 0 0,0 0 15,-24 0-15,24 0 0,0 0 0,0 0 0,-25 0 16,25 25-16,0-25 0,-25 0 0,25 25 0,-25-25 16,25 25-16,0-25 0,-25 25 0,25-25 0,-24 24 0,24 1 15,0-25-15,0 25 0,-25-25 0,25 25 0,0 0 16,0-25-16,0 24 0,0-24 0,0 25 0,0-25 15,0 25-15,25-25 0,-25 25 0,0-25 0,0 25 0,24-25 16,-24 0-16,0 25 0,25-25 0,-25 0 0,25 0 0,-25 24 16,0-24-16,25 0 0,0 0 0,-25 0 0,24 0 15,-24 0-15,25 0 0,-25-24 0,25 24 0,0 0 0,-25 0 16,25 0-16,-1 0 0,1 0 0,-25-25 0,25 25 15,0 0-15,-25 0 0,25 0 0,-1-25 0,-24 25 16</inkml:trace>
  <inkml:trace contextRef="#ctx0" brushRef="#br0" timeOffset="40980.344">5556 4787 0,'0'0'16,"0"0"-16,0 0 0,0-25 0,0 25 0,0 0 15,0 0-15,0 0 0,0 0 0,0-24 0,0 24 0,0 0 16,0 0-16,0 0 0,0-25 0,-25 25 0,25 0 16,0-25-16,0 25 0,0 0 0,0 0 0,0-25 0,-24 25 15,24 0-15,0-25 0,0 25 0,0 0 0,-25 0 16,25 0-16,0 0 0,0-24 0,-25 24 0,25 0 0,0 0 15,0 0-15,0 0 0,-25 0 0,25 0 0,0 24 16,0-24-16,-25 0 0,25 0 0,0 0 0,-24 25 0,24-25 16,0 0-16,0 25 0,-25-25 0,25 0 0,0 25 15,0-25-15,0 25 0,-25-25 0,25 24 0,0-24 0,0 25 16,0-25-16,0 25 0,0 0 0,0-25 0,0 0 15,0 25-15,25-25 0,-25 25 0,0-25 0,0 0 16,0 0-16,25 24 0,-25-24 0,0 0 0,0 0 16,24 0-16,-24 0 0,0 0 0,25 0 0,-25 0 0,0 0 15,25 0-15,-25 0 0,0 0 0,25 0 0,-25 0 16,0 0-16,0-24 0,25 24 0,-25 0 0,0 0 0,24-25 15,-24 25-15,0 0 0,0-25 0,0 25 0,25 0 0,-25-25 16,0 25-16,0 0 0,0-25 0,0 25 16,0-25-16,0 25 0,0 0 0,0-24 0,0 24 0,0-25 15,0 25-15,0 0 0,0 0 0,0 0 0,0-25 0,0 25 16,0 0-16,-25 0 0,25 0 0,0 0 0,0 0 15,0 0-15,0 0 0,0 0 0,0 0 0,0 0 0,0 0 16,0 0-16,0 25 0,0-25 0,0 0 0,0 0 16,0 0-16,0 25 0,0-25 0,0 0 0,0 24 15,0-24-15,0 25 0,0-25 0,0 0 0,0 25 0,0-25 16,0 25-16,0-25 0,0 0 0,0 25 0,25-25 15,-25 25-15,0-25 0,0 0 0,0 0 0,0 24 16,0-24-16,25 0 0,-25 0 0,0 0 0,0 0 0,0 25 16,0-25-16,25 0 0,-25 0 0,0 0 0,0 0 15,0 0-15,0 0 0,25 0 0,-25-25 0,0 25 0,0 0 16,24 0-16,-24 0 0,0-24 0,0 24 15,25-25-15,-25 25 0,0 0 0,0-25 0,25 25 0,-25-25 16,0 25-16,0 0 0,0-25 0,25 25 0,-25-25 0,0 25 16,0 0-16,0-24 0,0 24 0,0 0 0,0-25 0,0 25 15,0 0-15,0 0 0,0 0 0,0 0 0,0 0 16,0 0-16,0 0 0,0 0 0,0 0 0,0 0 15,0 0-15,0 0 0,0 0 0,0 0 0,0 0 0,0 0 16,0 0-16,0 0 0,0 25 0,0-25 0,0 0 16,-25 24-16,25-24 0,0 25 0,0-25 0,0 25 15,0-25-15,0 0 0,0 25 0,0-25 0,0 25 0,0-25 16,0 25-16,0-25 0,25 0 0,-25 24 0,0-24 15,0 0-15,0 25 0,0-25 0,0 0 0,0 0 0,0 25 16,25-25-16,-25 0 0,0 0 0,0 0 0,24 0 16,-24 0-16,0 0 0,25 0 0,-25 0 0,0 0 0,25-25 15,-25 25-15,25 0 0,-25 0 0,0-25 0,25 25 16,-25 0-16,25-24 0,-25 24 0,0 0 0,24-25 15,-24 25-15,0 0 0,0-25 0,0 25 0,25-25 0,-25 25 16,0 0-16,0-25 0,0 25 0,0-25 0,0 25 16,0 0-16,0-24 0,0 24 0,0 0 0,-25 0 15,25 0-15,0 0 0,0-25 0,0 25 0,0 0 0,0 0 16,0 25-16,0-25 0,0 0 0,0 0 0,0 0 0,0 0 15,0 24-15,0-24 0,0 0 0,0 25 0,0-25 16,0 0-16,0 25 0,-24-25 0,24 25 0,0-25 16,0 25-16,0-25 0,0 25 0,0-25 0,0 0 0,0 24 15,24-24-15,-24 25 0,0-25 0,0 0 0,0 25 16,0-25-16,0 0 0,0 0 0,25 25 0,-25-25 15,0 0-15,0 0 0,0 0 0,0 0 0,25 0 0,-25 0 16,0 0-16,0 0 0,0 0 0,25 0 0,-25-25 16,0 25-16,0 0 0,0-25 0,0 25 0,0-25 0,0 25 15</inkml:trace>
  <inkml:trace contextRef="#ctx0" brushRef="#br0" timeOffset="41408.3684">5407 4514 0,'0'0'0,"0"0"0,0-24 0,0 24 16,0 0-16,0 0 0,0 0 0,0 0 0,0-25 0,0 25 15,0 0-15,0 0 0,0 0 0,0-25 0,25 25 16,-25 0-16,0 0 0,0 0 0,25 0 0,-25-25 16,0 25-16,0 0 0,25 0 0,-25 0 0,0 0 0,25 0 15,-25 0-15,0 25 0,24-25 0,-24 0 0,0 0 0,0 0 16,25 25-16,-25-25 0,0 0 0,0 25 15,0-25-15,25 0 0,-25 0 0,0 24 0,0-24 156</inkml:trace>
  <inkml:trace contextRef="#ctx0" brushRef="#br0" timeOffset="41472.3721">5631 4366 0,'0'0'0,"0"0"0,0 0 0,0 0 0,0 0 0,0 0 0,0 0 0,0 0 0,0 0 0,0 0 0,0 0 0,0-25 0,0 25 0,24 0 0,-24 0 0,25 0 0,-25 0 0,25 0 0,-25 0 0,25 0 0,0 0 0,-25 25 16,24-25-16,-24 0 0,25 0 0,0 0 0,0 24 0,-25-24 0,25 0 15,0 0-15,-25 25 0,24-25 0,1 0 0,-25 25 16,25-25-16,0 0 0,-25 25 0</inkml:trace>
  <inkml:trace contextRef="#ctx0" brushRef="#br0" timeOffset="41640.3817">6400 4614 0,'0'0'0,"0"0"16,0 0-16,0 0 0,0 0 0,0 0 0,0 0 16,0 0-16,0 0 0,0 0 0,0 0 0,0 0 0,0 0 15,0 0-15,0 0 0,0 0 0,0 0 0,0 0 0,0 0 16,24 0-16,-24 24 0,0-24 0,0 0 0,0 0 15,0 0-15</inkml:trace>
  <inkml:trace contextRef="#ctx0" brushRef="#br0" timeOffset="41812.3915">6524 4936 0,'0'0'0,"0"0"0,0 0 0,0 0 0,-25 0 0,25 0 16,0 0-16,0 0 0,0 0 0,0 0 0,0 0 15,0 0-15,0 0 0,0 0 0,0 0 0,0 0 0,0 0 16,0 0-16,0 0 0,0 0 0,0 0 0,0-25 15,25 25-15,-25 0 0,0 0 0,0 0 0,0 0 0,0 0 16,0 0-16</inkml:trace>
  <inkml:trace contextRef="#ctx0" brushRef="#br0" timeOffset="42465.4289">7689 4490 0,'0'0'0,"-24"0"0,24 0 0,0 0 0,0 0 0,0 0 15,0 0-15,0 0 0,0 0 0,0 0 0,0 0 16,0 0-16,0 0 0,0 0 0,0 0 0,0 0 16,0 0-16,0 0 0,0 24 0,0-24 0,0 0 0,-25 25 15,25-25-15,0 25 0,0 0 0,0-25 0,0 25 16,0-1-16,-25 1 0,25 0 0,0 0 0,0-25 15,0 25-15,0-1 0,0 1 0,-25 0 0,25 0 0,0-25 16,0 25-16,0 0 0,0-25 0,0 24 0,0-24 16,0 25-16,0-25 0,0 25 0,0-25 0,0 25 0,0-25 15,0 0-15,0 0 0,0 25 0,0-25 0,0 0 16,0 0-16,0 24 0,0-24 0,0 0 0,0 0 0,0 0 15,0 0-15,0 0 0,0 0 0,0-24 0,0 24 16,0 0-16,0 0 0,25-25 0,-25 25 0,0 0 16,0-25-16,0 25 0,0-25 0,0 25 0,0-25 0,0 25 15,0-24-15</inkml:trace>
  <inkml:trace contextRef="#ctx0" brushRef="#br0" timeOffset="42892.4533">7689 4564 0,'0'-25'0,"0"25"0,0 0 0,0 0 0,0 0 0,0-25 0,25 25 0,-25 0 0,0 0 0,0 0 0,0 0 0,25 0 0,-25 0 15,0 0-15,0 0 0,25 0 0,-25 0 0,0 0 0,0 0 16,25 25-16,-25-25 0,0 0 0,24 25 0,-24-25 16,0 25-16,0-25 0,0 25 0,0-1 0,0-24 0,0 25 15,0-25-15,0 25 0,0-25 0,0 25 0,0 0 0,0-25 16,0 24-16,-24-24 0,24 25 0,0-25 0,0 25 15,-25-25-15,25 0 0,0 25 0,0-25 0,-25 0 16,25 25-16,0-25 0,0 0 0,0 0 0,0 0 0,0 0 16,0 0-16,0 0 0,0 0 0,0 0 0,0 0 15,0 0-15,25 0 0,-25 0 0,0 0 0,0 0 0,0 0 16,25 0-16,-25 0 0,0 0 0,24 0 0,-24 0 15,0 0-15,25 0 0,-25 0 0,0 25 0,25-25 16,-25 0-16,0 0 0,25 24 0,-25-24 0,0 0 0,0 25 16,0-25-16,0 0 0,25 25 0,-25-25 0,0 25 15,0-25-15,0 0 0,0 25 0,0-25 0,0 0 0,-25 24 16,25-24-16,0 0 0,0 25 0,0-25 0,-25 0 15,25 0-15,0 25 0,0-25 0,-25 0 0,25 0 0,0 0 16,-25 0-16,25 25 0,0-25 0,-24 0 0,24 0 16,0 0-16,0 0 0,-25 0 0,25 0 0,0 0 0,0-25 15,0 25-15,0 0 0,0 0 0,-25 0 0,25 0 16,0-25-16,0 25 0,0 0 0,25 0 0,-25-25 15,0 25-15,0 0 0,0-24 0</inkml:trace>
  <inkml:trace contextRef="#ctx0" brushRef="#br0" timeOffset="43887.5102">8111 4862 0,'0'0'0,"0"0"0,0 0 0,0-25 15,0 25-15,0 0 0,0 0 0,0 0 0,0 0 16,0 0-16,0 0 0,0 0 0,0 0 0,0 0 15,0 0-15,0 0 0,0 0 0,-25 0 0,25 0 0,0 0 16,0 0-16,0 0 0,0 25 0,0-25 0,0 0 16,0 0-16,0 25 0,0-25 0,0 24 0,0-24 15,0 25-15,0-25 0,-24 25 0,24-25 0,0 25 0,0-25 16,0 25-16,0-1 0,0-24 0,0 25 0,0-25 15,0 0-15,0 25 0,0-25 0,24 25 0,-24-25 0,0 0 16,0 0-16,0 0 0,25 0 0,-25 0 0,0 0 16,25 0-16,-25 0 0,0 0 0,25 0 0,-25 0 15,25 0-15,-25 0 0,0-25 0,24 25 0,-24 0 0,25 0 16,-25-25-16,25 25 0,-25 0 0,25-25 0,-25 25 15,25 0-15,-25-24 0,24 24 0,-24-25 0,0 25 0,25-25 16,-25 25-16,0 0 0,25-25 0,-25 25 0,0-25 16,0 25-16,0-24 0,0 24 0,0 0 0,0-25 0,0 25 15,0 0-15,0 0 0,0-25 0,0 25 0,-25 0 16,25 0-16,0-25 0,0 25 0,0 0 0,0 0 0,0 0 15,-25 0-15,25 0 0,0 0 0,0 0 0,0 0 16,0 0-16,-24 0 0,24 0 0,0 25 0,0-25 16,0 0-16,0 0 0,-25 0 0,25 25 0,0-25 0,0 0 15,0 25-15,0-25 0,0 0 0,0 24 0,0-24 16,0 25-16,0-25 0,0 0 0,0 25 0,0-25 15,0 25-15,0-25 0,0 0 0,0 25 0,0-25 0,25 24 16,-25-24-16,0 0 0,0 25 0,0-25 0,24 0 16,-24 25-16,0-25 0,0 0 0,25 0 0,-25 0 15,0 0-15,0 0 31,25 0-31,-25 0 0,0 0 0,25 0 0,-25 0 0,0 0 0,25-25 47,-25 25-47,24 0 0,-24 0 0,25 0 0,-25-25 0,25 25 0,-25 0 0,0-24 0,25 24 0,-25-25 0,0 25 0,25 0 0,-25-25 0,0 25 0,0-25 0,0 25 0,24 0 0,-24-25 0,0 25 0,0-24 0,0 24 0,0 0 0,0-25 0,0 25 16,0 0-16,0-25 0,0 25 0,0 0 0,0 0 15,0-25 63,0 25-78,0 0 0,0 0 0,0 0 0,0 0 0,0-25 0,0 25 0,0 0 0,0 0 0,0 0 0,0 0 0,-24 25 0,24-25 0,0 0 0,0 0 0,0 0 0,0 0 0,0 25 0,0-25 0,0 25 0,0-25 0,0 0 0,0 25 0,0-25 0,0 24 0,0-24 0,0 25 0,0-25 0,0 0 0,0 25 0,0-25 0,0 25 16,0-25-16,0 0 0,24 25 0,-24-25 0,0 0 0,0 0 16,0 0-16,0 24 0,25-24 0,-25 0 0,0 0 15,0 0-15,0 0 0,25 0 0,-25 0 0,0 0 16,25 0-16,-25 0 0,25 0 0,-25 0 0,24 0 0,-24-24 15,25 24-15,-25 0 0,25-25 0,-25 25 0,25 0 16,-25-25-16,0 25 0,25 0 0,-25-25 0,0 25 16,0-25-16,0 25 0,24 0 0,-24-24 0,0 24 0,0 0 15,0-25-15,0 25 0,0 0 0,0 0 0,0-25 16,0 25-16,0 0 0,-24 0 0,24 0 0,0 0 0,0 0 15,0-25-15,0 25 0,0 0 0,0 0 0,0 0 16,0 25-16,0-25 0,0 0 0,0 0 0,-25 0 16,25 25-16,0-25 0,0 0 0,0 25 0,0-25 0,0 24 15,0-24-15,0 0 0,0 25 0,0-25 0,0 25 0,0-25 16,0 25-16,0-25 0,0 25 0,0-25 0,0 24 15,0-24-15,0 0 0,25 25 0,-25-25 0,0 0 16,0 0-16,0 25 0,0-25 0,0 0 0,24 0 0,-24 0 16,0 0-16,0 0 0,0 0 0,0 0 0,25-25 15,-25 25-15,0 0 0,0 0 0,0-25 0,0 25 0,0 0 16,0-24-16,0 24 0</inkml:trace>
  <inkml:trace contextRef="#ctx0" brushRef="#br0" timeOffset="44239.5303">8533 4465 0,'0'0'0,"0"25"0,25-25 0,-25 0 0,0 0 0,24 24 0,-24-24 0,0 0 0,0 0 0,0 0 0,25 25 0,-25-25 0,0 0 16,0 0-16,0 0 0</inkml:trace>
  <inkml:trace contextRef="#ctx0" brushRef="#br0" timeOffset="44398.5395">8731 4366 0,'0'0'0,"0"0"0,25 0 16,-25 0-16,0 0 0,0 0 0,25 0 0,-25 0 16,0 0-16,25 0 0,-25 0 0,24 0 0,-24 24 15,0-24-15,25 0 0,-25 0 0,0 25 0,0-25 0,0 0 16,0 25-16,0-25 0,0 0 0,0 25 0,0-25 15,0 25-15,0-25 0,-25 24 0,25-24 0,-24 25 0,24-25 16,-25 25-16,25-25 0,-25 0 0,0 25 0,0-25 16</inkml:trace>
  <inkml:trace contextRef="#ctx0" brushRef="#br0" timeOffset="44582.55">8260 4614 0,'0'0'0,"0"0"0,0 0 16,0 0-16,0 0 0,0 0 0,0 0 0,0 0 15,0 0-15,0 0 0,0 0 0,0 0 0,0-25 0,25 25 16,-25 0-16,0 0 0,0 0 0,0 0 0,0 0 16,0 0-16,0 0 0,0 25 0,0-25 0,0 0 0,0 0 15,0 0-15,0 0 0,0 0 0,0 0 0</inkml:trace>
  <inkml:trace contextRef="#ctx0" brushRef="#br0" timeOffset="45551.6052">8632 4589 0,'0'0'0,"0"0"16,0 0-16,0 0 0,0 0 0,0 0 0,0 0 0,0 0 15,0 0-15,0 0 0,0 0 0,0 0 0,0 0 16,0 0-16,0 0 0,0-25 0,0 25 0,0 0 16,0 0-16,0 0 0,0 0 0,0 0 0,0 0 0,0 0 15,0 0-15,0 0 0,0 0 0,0 0 0,0 0 16,0 0-16,0 0 0,0 0 0,0 0 0,0 0 15,0 0-15,0 0 0,0 0 0,0 0 0,0 0 0,-25 0 16,25 0-16,0 0 0,0 0 0,0 0 0,0 25 16,-25-25-16,25 0 0,0 0 0,-24 0 0,24 0 15,0 25-15,-25-25 0,25 0 0,0 0 0,-25 24 0,25-24 16,0 25-16,-25-25 0,25 0 0,0 0 0,0 25 15,0-25-15,0 0 0,0 0 0,25 0 0,-25 0 0,0 0 16</inkml:trace>
  <inkml:trace contextRef="#ctx0" brushRef="#br0" timeOffset="46262.6461">10765 5011 0,'0'0'0,"0"0"0,-25 0 16,25 0-16,0 0 0,0-25 0,-24 25 0,24 0 16,0 0-16,0 0 0,-25-25 0,25 25 0,0 0 0,-25 0 15,25 0-15,0-25 0,-25 25 0,25 0 0,0 0 16,-25 0-16,25 0 0,0 0 0,0-25 0,-24 25 15,24 0-15,-25 0 0,25 0 0,0 0 0,-25 0 0,25 0 16,0 0-16,-25 0 0,25 0 0,0 0 0,-25 0 16,25 0-16,0 25 0,-24-25 0,24 0 0,-25 0 0,25 25 15,0-25-15,-25 0 0,25 25 0,0-25 0,0 25 16,-25-25-16,25 24 0,0-24 0,0 25 0,0-25 15,0 25-15,0-25 0,0 25 0,25-25 0,-25 25 16,0-25-16,0 0 0,25 24 0,-25-24 0,0 0 0,25 0 16,-25 0-16,24 0 0,-24 0 0,25 0 0,-25 0 15,25 0-15,-25 0 0,25 0 0,-25 0 0,25 0 0,-1-24 16,-24 24-16,25 0 0,-25 0 0,25-25 0,0 25 15,-25-25-15,25 25 0,-25-25 0,0 25 0,24-25 0,-24 25 16,25-24-16,-25-1 0,0 25 0</inkml:trace>
  <inkml:trace contextRef="#ctx0" brushRef="#br0" timeOffset="46516.6605">10864 4589 0,'0'0'0,"0"0"0,0-25 16,0 25-16,-24 0 0,24-25 0,0 25 0,0 0 16,0 0-16,0 0 0,0 0 0,0 0 0,0 0 0,0 0 15,0 0-15,0 0 0,0 25 0,0-25 0,0 0 16,0 25-16,0-25 0,0 25 0,-25-25 0,25 24 15,0 1-15,0 0 0,0-25 0,0 25 0,0 0 0,0-1 16,0 1-16,0 0 0,0-25 0,0 25 0,-25 0 16,25 0-16,0-25 0,0 24 0,0 1 0,0 0 15,0-25-15,0 25 0,0-25 0,0 25 0,0-1 0,0-24 16,0 25-16,0-25 0,0 0 0,0 25 0,0-25 0,0 0 15,0 0-15,0 25 0,0-25 0,0 0 0,0 0 16,0 0-16,0 0 0,25 0 0,-25 0 0,0 0 16,0-25-16,0 25 0,25 0 0,-25-25 0,0 25 0</inkml:trace>
  <inkml:trace contextRef="#ctx0" brushRef="#br0" timeOffset="47425.7126">11013 4837 0,'0'0'0,"0"0"0,0 0 15,0-25-15,0 25 0,0 0 0,0 0 0,0 0 16,0 0-16,0 0 0,0 0 0,0 0 0,0 0 0,0 0 15,0 0-15,0 0 0,-25 0 0,25 0 0,0 25 16,0-25-16,0 0 0,0 0 0,0 25 0,-24-25 16,24 0-16,0 25 0,0-25 0,0 24 0,0-24 0,0 25 15,0-25-15,24 25 0,-24-25 0,0 0 0,0 25 16,0-25-16,0 25 0,0-25 0,0 0 0,0 0 0,0 24 15,25-24-15,-25 0 0,0 25 0,0-25 0,0 0 16,25 0-16,-25 0 0,0 0 0,0 0 0,25 0 0,-25 0 16,25 0-16,-25 0 0,24 0 0,-24 0 0,25 0 15,-25-25-15,25 25 0,-25 0 0,25 0 0,0-24 16,-25 24-16,25 0 0,-25-25 0,24 25 0,-24-25 0,25 25 15,-25 0-15,25-25 0,-25 25 0,0-25 0,25 25 16,-25-24-16,0 24 0,0 0 0,0-25 0,0 25 16,0-25-16,0 25 0,0 0 0,0-25 0,0 25 0,0 0 15,0 0-15,0-25 0,0 25 0,-25 0 0,25 0 16,0-25-16,0 25 0,0 0 0,-25 0 0,25 0 0,0 0 15,-25 0-15,25 0 0,0 0 0,0 0 0,0 0 16,-24 0-16,24 0 0,0 0 0,0 25 0,0-25 0,-25 0 16,25 0-16,0 25 0,0-25 0,0 0 0,-25 25 15,25-25-15,0 0 0,0 25 0,0-25 0,0 25 16,0-25-16,0 24 0,0-24 0,25 25 0,-25-25 0,0 25 15,0-25-15,0 0 0,0 25 0,0-25 0,25 25 0,-25-25 16,0 0-16,24 0 0,-24 24 0,0-24 0,25 0 16,-25 0-16,0 0 0,25 0 0,-25 0 0,25 0 15,0 0-15,-25 0 0,24 0 0,-24 0 0,25-24 0,-25 24 16,25 0-16,-25 0 0,25-25 0,-25 25 0,25 0 15,-25-25-15,24 25 0,-24 0 0,0-25 0,25 25 16,-25-25-16,0 25 0,0-24 0,0 24 0,0 0 0,0-25 16,0 25-16,0-25 0,0 25 0,0 0 0,0-25 15,0 25-15,0 0 0,0-25 0,0 25 0,0 0 16,0 0-16,0-25 0,0 25 0,0 0 0,-25 0 0,25 0 15,0 0-15,0 0 0,0 0 0,0 0 0,0 0 0,0 0 16,0 0-16,0 25 0,0-25 0,0 0 0,0 25 16,0-25-16,0 0 0,0 25 0,0-25 0,0 25 15,0-25-15,0 0 0,0 25 0,0-25 0,0 24 0,0-24 16,0 25-16,0-25 0,-24 0 0,24 25 0,0-25 15,0 25-15,0-25 0,0 0 0,24 25 0,-24-25 16,0 0-16,0 0 0,0 0 0,0 24 0,0-24 0,0 0 16,0 0-16,0 0 0,0 0 0,0 0 0,25 0 0,-25-24 15,0 24-15,0 0 0,25 0 0,-25-25 0,0 25 16,25 0-16,-25-25 0,0 25 0,25-25 0,-25 25 15,0-25-15,24 25 0,-24 0 0,0-24 0,0 24 16,25 0-16,-25-25 0,0 25 0,0 0 0,25 0 0,-25-25 16,0 25-16,0 0 0,0 0 0,0 0 0,25 0 15,-25 0-15,0 0 0,0 0 0,0 0 0,0 0 16,0 0-16,0 25 0,0-25 0,0 0 0,0 25 0,0-25 15,0 0-15,0 24 0,0-24 0,0 0 0,0 25 16,-25-25-16,25 25 0,0-25 0,0 25 0,0-25 0,0 0 16,0 25-16,0-25 0,0 24 0,0-24 0,0 0 0,0 25 15,0-25-15,0 0 0,0 0 0,0 25 0,0-25 16,0 0-16,0 0 0,0 0 0,0 0 0,0 0 15,0-25-15,0 25 0,0 0 0,0 0 0,0 0 0,-25-25 16,25 25-16</inkml:trace>
  <inkml:trace contextRef="#ctx0" brushRef="#br0" timeOffset="47669.7265">11261 4638 0,'0'0'0,"0"-24"0,0 24 16,0 0-16,0 0 0,0-25 0,0 25 0,0 0 15,0-25-15,0 25 0,0 0 0,0-25 0,25 25 0,-25 0 16,0-25-16,0 25 0,25 0 0,-25-24 0,25 24 16,-25 0-16,25-25 0,-25 25 0,24 0 0,-24 0 0,25 0 15,-25 0-15,25 0 0,-25 0 0,0 0 0,25 0 16,-25 0-16,0 0 0,0 0 0,25 0 0,-25 0 15,0 25-15,0-25 0,0 0 0,0 0 0,24 0 16,-24 24-16,0-24 0,0 0 0,0 0 0,25 0 0</inkml:trace>
  <inkml:trace contextRef="#ctx0" brushRef="#br0" timeOffset="47963.7432">11683 4490 0,'0'0'0,"0"0"0,0 0 15,0 0-15,0 0 0,0 0 0,0 0 0,0 0 16,0 0-16,0 0 0,0 0 0,0 0 0,0 0 15,0 0-15,0 24 0,25-24 0,-25 0 0,0 0 16,25 0-16,-25 0 0,0 0 0,24 25 0,-24-25 0,25 0 16,-25-25-16,25 25 0,-25 0 0,25 0 0,-25 0 0,25 0 15,-25 0-15,24-24 0,-24 24 0,25 0 0,-25 0 16,0-25-16,0 25 0,25 0 0,-25 0 0,0-25 15,0 25-15,0 0 0,0-25 0,0 25 0,0 0 0,0-25 16,0 25-16,-25 0 0,25-24 0,0 24 0,0 0 16,0-25-16,-25 25 0,25 0 0,0 0 0,-24 0 15,24 0-15,0 0 0,0 0 0,-25 0 0,25 0 0,0 0 16,0 0-16,-25 25 0,25-25 0,0 0 0,0 0 15,0 24-15,-25-24 0,25 0 0,0 0 0</inkml:trace>
  <inkml:trace contextRef="#ctx0" brushRef="#br0" timeOffset="48822.7919">12998 4936 0,'0'0'15,"0"0"-15,0-25 0,0 25 0,-25 0 0,25 0 16,0 0-16,0-24 0,-25 24 0,25 0 0,0 0 0,0-25 16,0 25-16,0 0 0,0-25 0,0 25 0,0 0 15,-25-25-15,25 25 0,0 0 0,25-25 0,-25 25 16,0 0-16,0 0 0,0-25 0,0 25 0,0 0 0,0 0 15,25 0-15,-25-24 0,0 24 0,0 0 0,25 0 16,-25 0-16,0 0 0,24 0 0,-24-25 0,0 25 16,25 0-16,-25 0 0,25 0 0,-25 0 0,0 25 0,25-25 15,-25 0-15,0 0 0,25 0 0,-25 24 0,0-24 16,0 25-16,0-25 0,0 0 0,24 25 0,-24-25 0,0 25 15,0-25-15,-24 25 0,24 0 0,0-25 0,0 24 16,0-24-16,0 25 0,-25-25 0,25 25 0,0-25 0,0 25 16,-25-25-16,25 25 0,0-25 0,-25 24 0,25-24 15,0 0-15,-25 25 0,25-25 0,0 0 0,0 25 16,0-25-16,-24 0 0,24 0 0,0 0 0,0 0 0,0 0 15,0 0-15,0 0 0,0 0 0,0 0 0,0 0 16,24 0-16,-24 0 0,0-25 0,25 25 0,-25 0 0,0-25 16,25 25-16,-25 0 0,25-24 0,0-1 0,-25 25 15,24-25-15,-24 25 0,25-25 0,-25 25 0,25-25 16,-25 25-16,25-24 0,-25 24 0,25-25 0,-25 25 0,0-25 15,25 25-15,-25 0 0,0 0 0,0-25 0,0 25 16,0 0-16,0 0 0,0 0 0,0 0 0,0 0 0,0 0 16,0 0-16,0 0 0,0 0 0,0 0 0,0 0 15,0 0-15,-25 25 0,25-25 0,0 25 0,0-25 16,0 0-16,-25 25 0,25-1 0,0-24 0,0 25 0,0-25 15,0 25-15,0-25 0,0 25 0,0-25 0,0 25 16,25-25-16,-25 24 0,0-24 0,0 25 0,25-25 0,-25 0 16,24 25-16,-24-25 0,25 0 0,-25 0 0,25 0 15,0 0-15,0 0 0,-1 0 0,1-25 0,0 25 0,0 0 16,-25 0-16,25-25 0,-1 25 0,1 0 0,0-24 15,-25 24-15,25 0 0,-25 0 0,25-25 0</inkml:trace>
  <inkml:trace contextRef="#ctx0" brushRef="#br0" timeOffset="49682.8417">14684 4961 0,'0'0'0,"0"0"0,0 0 0,0-25 0,0 25 0,0 0 0,-24 0 0,24-25 0,0 25 16,0 0-16,0-24 0,0 24 0,0 0 0,0 0 0,-25-25 15,25 25-15,0 0 0,0 0 0,0-25 0,0 25 16,0 0-16,0 0 0,-25-25 0,25 25 0,0 0 15,0 0-15,0 0 0,0 0 0,0 0 0,-25 0 16,25 0-16,0 0 0,0 0 0,-25 0 0,25 25 0,0-25 16,-24 0-16,24 25 0,0-25 0,-25 0 0,25 25 0,0-25 15,0 0-15,-25 24 0,25-24 0,0 25 0,0-25 16,0 0-16,0 25 0,0-25 0,0 25 0,0-25 15,0 0-15,0 25 0,0-25 0,0 24 0,25-24 0,-25 0 16,0 25-16,25-25 0,-25 0 0,0 0 0,24 25 16,-24-25-16,25 0 0,-25 0 0,0 0 0,25 0 0,-25 0 15,25 0-15,-25 0 0,0 0 0,25-25 0,-25 25 16,24 0-16,-24 0 0,25 0 0,-25-25 0,0 25 0,25 0 15,-25-24-15,0 24 0,25-25 0,-25 25 0,0 0 16,0-25-16,25 25 0,-25-25 0,0 25 0,0-25 16,0 25-16,0-24 0,0 24 0,24 0 0,-24-25 0,0 25 15,0 0-15,0 0 0,0-25 0,0 25 0,0 0 16,0 0-16,0 0 0,0 0 0,0 0 0,0 0 0,0 0 15,-24 0-15,24 0 0,0 25 0,0-25 0,0 0 16,0 25-16,0-25 0,0 24 0,-25 1 0,25-25 16,0 25-16,0 0 0,0-25 0,0 25 0,0-1 0,-25 1 15,25-25-15,0 25 0,0 0 0,0-25 0,0 25 16,0-1-16,0-24 0,0 25 0,0 0 0,0-25 0,0 25 15,0-25-15,0 25 0,0-25 0,0 0 0,0 24 16,0-24-16,0 0 0,0 25 0,0-25 0,0 0 16,0 0-16,0 0 0,0 25 0,0-25 0,0 0 0,0 0 15,0 0-15,0 0 0,0 0 0,0 0 0,25 0 16,-25 0-16,0 0 0,0 0 0,0 0 0,0 0 15,0 0-15,0 0 0,0 0 0,0 0 0,25 0 0</inkml:trace>
  <inkml:trace contextRef="#ctx0" brushRef="#br0" timeOffset="50257.8746">15056 4713 0,'0'0'15,"0"0"-15,0 0 0,0 0 0,0-25 0,0 25 16,0 0-16,0 0 0,0 0 0,0 0 0,0 0 0,0 0 16,0-25-16,0 25 0,0 0 0,0 0 0,0 0 15,0 0-15,0 0 0,0 25 0,0-25 0,0 0 16,0 0-16,0 25 0,0-25 0,-24 25 0,24-25 0,0 24 15,0-24-15,0 25 0,0 0 0,0-25 0,0 25 16,0 0-16,0-25 0,-25 25 0,25-25 0,0 24 16,0 1-16,0-25 0,0 25 0,0-25 0,0 0 0,0 25 15,0-25-15,0 0 0,25 25 0,-25-25 0,0 0 16,0 24-16,0-24 0,0 0 0,0 0 0,24 0 0,-24 0 15,0 0-15,0 0 0,25 0 0,-25 0 0,25 0 16,-25-24-16,25 24 0,-25 0 0,25 0 0,-25-25 0,24 25 16,-24-25-16,25 25 0,-25-25 0,25 25 0,-25-25 15,0 25-15,25-24 0,-25 24 0,25-25 0,-25 25 16,0-25-16,0 25 0,24-25 0,-24 25 0,0-25 0,0 25 15,0-25-15,0 25 0,0 0 0,0-24 0,0 24 16,0 0-16,-24 0 0,24-25 0,0 25 0,0 0 0,0 0 16,0 0-16,0 0 0,0 0 0,0 0 0,0 0 15,0 0-15,0 0 0,0 25 0,0-25 0,0 0 0,-25 24 16,25-24-16,0 25 0,0-25 0,0 25 0,-25-25 15,25 25-15,0-25 0,0 25 0,0-25 0,0 25 16,0-25-16,-25 24 0,25-24 0,0 25 0,0-25 0,0 0 16,25 25-16,-25-25 0,0 25 0,0-25 0,0 25 15,0-25-15,0 0 0,0 0 0,25 24 0,-25-24 16,0 0-16,0 0 0,25 0 0,-25 0 0,0 0 0,24 0 15,-24 0-15,25 0 0,-25 0 0,25 0 0,-25-24 16,25 24-16,-25 0 0,25-25 0,-25 25 0,25-25 0,-25 25 16,24 0-16,-24-25 0,25 25 0,-25-25 0</inkml:trace>
  <inkml:trace contextRef="#ctx0" brushRef="#br0" timeOffset="50660.8975">15528 4837 0,'25'-25'0,"-25"25"0,0 0 0,0-25 0,0 25 15,0-25-15,0 25 0,0 0 0,0-24 0,0 24 16,0 0-16,0-25 0,0 25 0,0 0 0,0 0 0,0-25 16,0 25-16,0 0 0,0 0 0,-25 0 0,25 0 15,0 0-15,0 0 0,0 0 0,-25 0 0,25 25 0,0-25 16,0 0-16,0 25 0,-25-25 0,25 0 0,0 24 15,-25-24-15,25 0 0,0 25 0,0-25 0,0 25 0,-24 0 16,24-25-16,0 25 0,0-25 0,0 25 0,0-25 16,0 24-16,0-24 0,0 0 0,0 25 0,0-25 15,0 25-15,0-25 0,0 0 0,0 25 0,24-25 0,-24 0 16,0 0-16,0 0 0,0 0 0,25 25 0,-25-25 15,0 0-15,25-25 0,-25 25 0,0 0 0,25 0 16,-25 0-16,0 0 0,25-25 0,-25 25 0,24 0 0,-24-25 16,25 25-16,-25-25 0,25 25 0,-25 0 0,0-24 0,25 24 15,-25-25-15,0 25 0,0-25 0,25 0 0,-25 25 16,0-25-16,0 25 0,0-25 0,0 25 0,0 0 15,0 0-15,0-24 0,0 24 0,0 0 0,0 0 0,0 0 16,0 0-16,0 24 0,0-24 0,0 0 0,0 0 16,0 25-16,-25-25 0,25 25 0,0-25 0,0 25 15,0-25-15,0 25 0,0-25 0,0 0 0,-25 25 0,25-25 16,0 24-16,0-24 0,25 0 0,-25 25 0,0-25 0,0 0 15,0 25-15,0-25 0,0 0 0,0 0 0,25 25 16,-25-25-16,0 0 0,24 0 0,-24 0 0,0 0 16,25 0-16,-25 0 0,25 0 0,-25 0 0,25-25 0,-25 25 15,25 0-15,-1 0 0,-24 0 0</inkml:trace>
  <inkml:trace contextRef="#ctx0" brushRef="#br0" timeOffset="51191.928">16644 4663 0,'0'-25'0,"0"25"15,0-24-15,0 24 0,25-25 0,-25 25 0,0-25 0,0 25 16,0-25-16,0 25 0,0 0 0,0-25 0,0 25 16,0-24-16,0 24 0,0 0 0,-25 0 0,25-25 0,0 25 15,0 0-15,0 0 0,0 0 0,-25 0 0,25 0 16,0 0-16,-25 0 0,25-25 0,-24 50 0,24-25 0,0 0 15,-25 0-15,25 0 0,-25 0 0,25 0 0,-25 0 16,25 0-16,-25 25 0,25-25 0,-24 0 0,24 0 16,0 24-16,0-24 0,-25 0 0,25 25 0,0-25 0,0 0 15,0 25-15,0-25 0,25 25 0,-25-25 0,0 25 16,0-25-16,24 24 0,-24-24 0,0 25 0,25 0 0,-25-25 15,25 25-15,-25-25 0,25 25 0,0-25 0,-25 24 16,24-24-16,1 25 0,-25 0 0,25-25 0,-25 25 0,25-25 16,-25 0-16,25 25 0,-25-25 0,0 25 0,0-25 15,24 0-15,-24 24 0,0-24 0,0 0 0,0 0 16,0 25-16,0-25 0,0 0 0,0 0 0,0 0 0,0 0 15,0 0-15,-24 25 0,24-25 0,0 0 0,0 0 16,-25 0-16,25 0 0,0 0 0,-25 0 0,25 0 16,-25 0-16,25 0 0,-25 0 0,25 0 0,-24 0 0,24 0 15,0 0-15,-25 0 0,25-25 0,0 25 0,-25 0 16,25 0-16,0 0 0,0 0 0,0 0 0,0 0 0,0 0 15,0 0-15,0 0 0,0-25 0,0 25 0,0 0 16,0 0-16,0 0 0,0 0 0,0 0 0,25 0 0,-25 0 16,0 0-16,25 0 0,-25 0 0</inkml:trace>
  <inkml:trace contextRef="#ctx0" brushRef="#br0" timeOffset="53312.0493">12353 5953 0,'0'0'0,"0"0"16,0 0-16,0 0 0,0 0 0,0-25 0,0 25 15,0 0-15,0 0 0,0 0 0,0 0 0,0-24 16,0 24-16,0 0 0,0 0 0,0 0 0,0 0 0,0-25 15,0 25-15,0 0 0,0 0 0,0 0 0,0 0 16,0 0-16,0 0 0,0 0 0,0 0 0,-25 0 0,25 0 16,0 0-16,0 0 0,0 25 0,0-25 0,0 0 15,0 24-15,0-24 0,0 0 0,0 25 0,0-25 0,-25 25 16,25 0-16,0-25 0,0 25 0,0-1 0,0-24 15,-25 25-15,25 0 0,0 0 0,0-25 0,0 25 16,0-1-16,0-24 0,0 25 0,0 0 0,-24-25 0,24 25 16,0-25-16,0 25 0,0-25 0,0 0 0,0 24 15,0-24-15,0 25 0,0-25 0,0 0 0,0 25 16,0-25-16,0 0 0,0 25 0,0-25 0,0 0 0,0 0 15,0 0-15,-25 0 0,25 25 0,0-25 0,0 0 16,0 0-16,0 0 0,0 0 0,0 0 0,0 0 0,25 0 16,-25 0-16,0-25 0,0 25 0,0 0 0,0 0 15,0-25-15,24 25 0,-24-25 0</inkml:trace>
  <inkml:trace contextRef="#ctx0" brushRef="#br0" timeOffset="53825.0786">12402 5928 0,'0'0'16,"0"0"-16,0-24 0,0 24 0,0 0 0,0 0 0,0 0 16,0-25-16,0 25 0,0 0 0,0 0 0,25 0 15,-25 0-15,0 0 0,0 0 0,25-25 0,-25 25 0,0 0 16,25 0-16,-25 0 0,0 0 0,25 0 0,-25 25 15,0-25-15,24 0 0,-24 0 0,0 25 0,0-25 16,0 24-16,25-24 0,-25 0 0,0 25 0,0-25 0,0 25 16,-25-25-16,25 25 0,0-25 0,0 25 0,0-1 15,-24-24-15,24 25 0,0-25 0,-25 0 0,25 25 0,0-25 16,-25 25-16,25-25 0,0 0 0,-25 25 0,25-25 15,0 0-15,0 24 0,-25-24 0,25 0 0,0 0 16,0 0-16,0 0 0,0 25 0,0-25 0,-24 0 0,24 0 16,0 0-16,24 0 0,-24 0 0,0 0 0,0 0 15,0 0-15,0 0 0,0 0 0,25 0 0,-25 0 0,0 25 16,0-25-16,25 0 0,-25 0 0,0 0 0,25 0 0,-25 25 15,0-25-15,25 0 0,-25 25 0,0-25 16,0 24-16,24-24 0,-24 0 0,0 25 0,0-25 0,25 25 16,-25-25-16,0 25 0,0-25 0,0 0 0,0 25 0,0-25 15,0 0-15,0 24 0,0-24 0,-25 0 0,25 25 16,0-25-16,0 0 0,0 0 0,-24 0 0,24 0 0,0 25 15,-25-25-15,25 0 0,0 0 0,0 0 0,-25 0 16,25 0-16,0 0 0,-25 0 0,25 0 0,0 0 16,-25 0-16,25 0 0,0 0 0,0 0 0,0-25 15,-24 25-15,24 0 0,0 0 0,0 0 0,0-25 0,0 25 16,0 0-16,0 0 0,0 0 0,24 0 0,-24-24 15,0 24-15,0 0 0,0 0 0,0 0 0,25 0 16,-25 0-16,0-25 0,25 25 0</inkml:trace>
  <inkml:trace contextRef="#ctx0" brushRef="#br0" timeOffset="54517.1182">12849 6251 0,'0'-25'0,"0"25"16,0-25-16,0 25 0,0 0 0,-25-25 0,25 25 0,0 0 15,0-24-15,-25 24 0,25 0 0,0 0 0,-25 0 16,25-25-16,0 25 0,0 0 0,-24 0 0,24 0 16,0 0-16,-25 0 0,25 25 0,0-25 0,-25 0 15,25 0-15,0 24 0,-25-24 0,25 25 0,0-25 0,0 25 16,-25-25-16,25 25 0,0-25 0,0 0 0,0 25 0,0-1 15,0-24-15,0 0 0,0 25 0,0-25 0,0 25 16,0-25-16,0 25 0,0-25 0,0 0 0,0 25 0,0-25 16,0 0-16,0 0 0,25 24 0,-25-24 0,0 0 15,0 0-15,0 0 0,25 0 0,-25 0 0,0 0 16,25 0-16,-25 0 0,0 0 0,25 0 0,-25 0 0,0 0 15,24 0-15,-24 0 0,0-24 0,25 24 0,-25 0 16,0-25-16,25 25 0,-25 0 0,0-25 0,0 25 0,25-25 16,-25 25-16,0-25 0,25 25 0,-25-24 0,0 24 15,0 0-15,0-25 0,24 25 0,-24-25 0,0 25 0,0-25 16,0 25-16,0 0 0,0-25 0,0 25 0,0 0 15,0 0-15,0 0 0,0-24 0,0 24 0,0 0 16,0 0-16,0 0 0,0 0 0,0 0 0,0 24 0,0-24 16,0 0-16,0 0 0,0 25 0,-24-25 0,24 0 15,0 25-15,0-25 0,0 25 0,0-25 0,0 25 16,0-25-16,0 24 0,0 1 0,0-25 0,0 25 0,0-25 15,0 25-15,0-25 0,0 25 0,0-25 0,0 0 16,0 24-16,0-24 0,0 0 0,0 25 0,0-25 0,24 0 16,-24 0-16,0 0 0,0 25 0,0-25 0,0 0 15,25 0-15,-25 0 0,0-25 0,0 25 0,25 0 0,-25 0 16,0 0-16,25-25 0,-25 25 0,0 0 0,25 0 15,-25-24-15,0 24 0,0-25 0,24 25 0,-24 0 16,0-25-16,0 25 0,0-25 0,25 25 0,-25 0 0,0-25 16,0 25-16,0-24 0,25 24 0,-25 0 0,0-25 15,0 25-15,0 0 0,0 0 0,0 0 0,0-25 0,0 25 16,0 0-16,0 25 0,0-25 0,0 0 0,0 0 15,0 25-15,-25-25 0,25 0 0,0 24 0,0-24 0,0 25 16,0-25-16,0 25 0,0-25 0,0 25 0,0-25 16,0 0-16,-25 25 0,25-25 0,0 0 0,0 24 15,0-24-15,25 0 0,-25 0 0,0 25 0,0-25 0,0 0 16,0 0-16,0 0 0,0 0 0,0 0 0,0-25 15,0 25-15,0 0 0,0 0 0,25-24 0</inkml:trace>
  <inkml:trace contextRef="#ctx0" brushRef="#br0" timeOffset="54701.1286">13047 5978 0,'-25'0'16,"25"0"-16,0 0 0,0 0 0,0 0 0,0 0 15,0 0-15,0 0 0,0 0 0,0 0 0,0 0 0,0 0 16,0-25-16,25 25 0,-25 0 0,25 0 0,-25 0 15,25 0-15,0 0 0,-25 0 0,24 0 0,1 0 16,0 0-16,-25 0 0,25 0 0,0 0 0,0 0 0,-25 0 16,24 0-16,1 0 0,-25 0 0</inkml:trace>
  <inkml:trace contextRef="#ctx0" brushRef="#br0" timeOffset="55313.1638">13990 6474 0,'0'0'0,"-25"0"15,25 0-15,0 0 0,0 0 0,0 0 0,0-25 0,0 25 16,-25 0-16,25 0 0,25 0 0,-25 0 0,0-25 15,0 25-15,0 0 0,25 0 0,-25-24 0,0 24 16,25 0-16,-25-25 0,24 25 0,-24 0 0,25-25 0,0 25 16,0 0-16,-25-25 0,25 25 0,-1-25 0,1 25 0,0 0 15,0-24-15,0-1 0,-1 25 0,-24-25 0,25 0 16,0 25-16,0-25 0,0 1 0,0 24 0,-25-25 16,24 0-16,-24 0 0,25 25 0,-25-25 0,25 1 0,-25 24 15,0-25-15,0 25 0,0-25 0,0 25 0,0-25 16,0 25-16,0 0 0,0-25 0,-25 25 0,25-24 15,0 24-15,0 0 0,-25 0 0,25 0 0,0-25 0,-24 25 16,24 0-16,0 0 0,-25 0 0,25 0 0,0 0 16,-25 0-16,25 0 0,0 0 0,-25 0 0,25 0 15,0 0-15,-25 0 0,25 25 0,0-25 0,0 0 0,-25 0 16,25 24-16,0-24 0,0 0 0,0 25 0,-24-25 15,24 25-15,0-25 0,0 25 0,0 0 0,-25-25 0,25 24 16,0 1-16,0 0 0,0-25 0,0 25 0,0 0 16,0-1-16,0 1 0,0-25 0,0 25 0,0 0 0,0 0 15,0-25-15,0 24 0,0 1 0,0 0 0,0-25 0,0 25 16,0 0-16,0-25 0,0 24 0,0-24 0,0 25 15,0-25-15,0 25 0,0-25 0,0 25 0,0-25 16,0 0-16,0 0 0,0 25 0,0-25 0,25 0 16,-25 0-16,0 24 0,0-24 0,24 0 0,-24 0 0,25-24 15,-25 24-15,25 0 0,-25 0 0,25 0 0</inkml:trace>
  <inkml:trace contextRef="#ctx0" brushRef="#br0" timeOffset="55849.1943">14635 6375 0,'0'0'0,"0"-25"0,0 25 16,0 0-16,0 0 0,0-25 0,0 25 0,-25 0 15,25 0-15,0-25 0,0 25 0,0 0 0,-25 0 0,25-24 16,0 24-16,0 0 0,0 0 0,0 0 0,0-25 16,0 25-16,-25 0 0,25 0 0,0 0 0,0 0 0,0 0 15,0 0-15,-24 0 0,24 0 0,0 0 0,0 0 0,-25 25 16,25-25-16,-25 0 0,25 0 0,0 24 0,-25-24 15,25 25-15,0-25 0,-25 25 0,25-25 0,0 25 16,-24-25-16,24 0 0,0 25 0,0-25 0,0 24 0,0-24 16,0 25-16,0-25 0,0 25 0,0-25 0,0 0 15,0 25-15,0-25 0,0 25 0,24-25 0,-24 0 16,0 24-16,0-24 0,25 0 0,-25 0 0,0 25 0,0-25 15,25 0-15,-25 0 0,0 0 0,25 0 0,-25 0 16,0 0-16,25 0 0,-25-25 0,24 25 0,-24 0 0,0 0 16,25 0-16,-25-24 0,25 24 0,-25-25 0,0 25 15,25 0-15,-25-25 0,0 25 0,25-25 0,-25 25 0,0-25 16,0 25-16,24 0 0,-24-24 0,0 24 0,0-25 15,0 25-15,0-25 0,0 25 0,0 0 0,0-25 0,0 25 16,0 0-16,0 0 0,0-25 0,0 25 0,0 0 16,0 0-16,0 0 0,0 0 0,0 0 0,0 0 15,0 0-15,0 0 0,-24 0 0,24 0 0,0 0 0,0 25 16,0-25-16,0 0 0,0 25 0,-25-25 0,25 25 15,0-25-15,0 0 0,0 25 0,0-25 0,0 24 0,0-24 16,0 25-16,-25-25 0,25 25 0,0-25 0,0 0 16,0 25-16,0-25 0,25 0 0,-25 25 0,0-25 15,0 0-15,0 24 0,0-24 0,0 0 0,25 0 0,-25 0 16,0 25-16,0-25 0,24 0 0,-24 0 0,0 0 15,0 0-15,25-25 0,-25 25 0,25 0 0,-25 0 16,25 0-16,-25-24 0,0 24 0,25 0 0,-25-25 0,24 25 16,-24 0-16,0-25 0,25 25 0,-25-25 0,0 25 15,0-25-15</inkml:trace>
  <inkml:trace contextRef="#ctx0" brushRef="#br0" timeOffset="56425.2269">14883 6300 0,'0'0'0,"0"-24"0,25 24 0,-25 0 0,0 0 16,0 0-16,0 0 0,0 0 0,0 0 0,-25 24 16,25-24-16,0 0 0,0 0 0,0 25 0,0-25 15,0 0-15,0 25 0,0-25 0,0 25 0,0-25 0,0 0 16,0 25-16,0-25 0,0 24 0,0-24 0,0 25 15,-25-25-15,25 0 0,0 25 0,0-25 0,0 25 0,0-25 16,0 0-16,0 0 0,0 25 0,0-25 0,0 0 16,0 0-16,0 0 0,0 24 0,0-24 0,0 0 0,0 0 15,0 0-15,0 0 0,0 0 0,0 0 0,0 0 16,0 0-16,0 0 0,0-24 0,0 24 0,0 0 15,0 0-15,0-25 0,0 25 0,0 0 0,0-25 0,0 25 16,0-25-16,0 25 0,0-25 0,25 25 0,-25-24 16,0 24-16,0-25 0,0 25 0,0-25 0,25 25 0,-25-25 15,0 25-15,24 0 0,-24 0 0,0-25 0,0 25 16,25 0-16,-25 0 0,0 0 0,25 0 0,-25 0 15,0 0-15,0 25 0,25-25 0,-25 0 0,0 0 0,0 25 16,25-25-16,-25 0 0,0 25 0,0-25 0,0 0 16,24 25-16,-24-25 0,0 0 0,0 24 0,0-24 0,0 25 15,0-25-15,0 0 0,0 25 0,0-25 0,0 0 16,0 25-16,0-25 0,0 0 0,0 25 0,0-25 0,0 0 15,0 0-15,0 0 0,0 0 0,0 24 0,0-24 16,0 0-16,0 0 0,0 0 0,0 0 0,0 0 16,0 0-16,0 0 0,0 0 0,0 0 0,0-24 0,0 24 15,25 0-15,-25 0 0,0-25 0,0 25 0,0 0 16,25-25-16,-25 25 0,0-25 0,25 25 0,-25-25 15,25 25-15,-25 0 0,0-24 0,24 24 0,-24-25 0,0 25 16,25 0-16,-25 0 0,0-25 0,25 25 0,-25 0 16,0 0-16,0 0 0,0 0 0,25 0 0,-25 0 0,0 0 15,0 0-15,0 0 0,0 0 0,0 25 0,0-25 16,0 0-16,0 25 0,0-25 0,0 24 0,0-24 0,0 0 15,0 25-15,0-25 0,0 25 0,-25-25 0,25 25 16,0-25-16,0 0 0,0 25 0,0-25 0,-25 0 16,25 24-16,0-24 0,0 0 0,0 25 0,0-25 0,0 0 15,0 0-15,0 0 0,0 0 0,0 0 0,0 0 0,0 0 16,0 0-16,0 0 0,0 0 0,0-25 0,0 25 15</inkml:trace>
  <inkml:trace contextRef="#ctx0" brushRef="#br0" timeOffset="56652.2403">15007 5978 0,'0'0'0,"0"0"0,0 0 0,0 0 0,0 0 16,0 0-16,0 0 0,0 0 0,0 0 0,25 0 15,-25 0-15,0 0 0,24 0 0,-24 0 0,25 0 0,0 0 16,0 0-16,-25 0 0,25 0 0,-1 0 0,1 0 16,0 0-16,0 0 0,0 0 0,-1 0 0,-24 0 15,25 25-15,0-25 0,0 0 0,-25 0 0,25 0 0,-25 0 16,25 0-16,-25 0 0,24 25 0</inkml:trace>
  <inkml:trace contextRef="#ctx0" brushRef="#br0" timeOffset="58410.3409">2555 7789 0,'0'0'0,"0"0"0,0 0 0,0 0 0,0 0 0,0 0 16,0 0-16,0 0 0,0 0 0,0 0 0,0 0 16,0 0-16,0 0 0,0 0 0,0 0 0,0 0 0,0 0 15,0 0-15,0 0 0,0 0 0,0 0 0,0 0 0,0 0 16,0 0-16,0 0 0,0 0 0,0 0 0,0 0 15,0 0-15,0 0 0,0 0 0,0 0 0,0 0 0,0 0 16,0 0-16,0 0 0,0 0 0,0 0 0,0 0 16,0 0-16,0 0 0,0 0 0,0 0 0,0 0 15,0 0-15,0 0 0,0 0 0,0 0 0,0 0 0,0 0 16,0 0-16,0 0 0,0 0 0,0 0 0,0 0 15,0 0-15,0 0 0,0 0 0,0 0 0,0 0 0,0 0 16,0 0-16,0 0 0,0 0 0,0 0 0,0 0 16,0 0-16,0 0 0,0 0 0,0 0 0,0 0 0,0 0 15,0 0-15,0 0 0,0 0 0,0 0 0,0 0 0,0 0 16,0 0-16,0 0 0,0 0 0,0 0 0,0 0 15,0 0-15,0 0 0,0 0 0,0 0 0,0 0 16,0 0-16,25 0 0,-25 0 0,0 0 0,0 0 0,0 0 16,24 0-16,-24 0 0,0 0 0,25 0 0,-25 0 0,25 0 15,-25 0-15,25 0 0,-25 0 0,0 0 0,25 0 16,-25-25-16,0 25 0,25 0 0,-25 0 0,0 0 15,24 0-15,-24 0 0,0 0 0,0 0 0,0 0 0,0 0 16,0 0-16,0 0 0,0 0 0,0 0 0,0 25 16,0-25-16,0 0 0</inkml:trace>
  <inkml:trace contextRef="#ctx0" brushRef="#br0" timeOffset="58705.3578">2704 7640 0,'0'0'0,"0"0"0,0 0 0,0 0 15,0 0-15,0 0 0,0 0 0,0 0 0,0 0 0,0 0 16,0 0-16,0 0 0,0 0 0,0 0 0,0 0 15,0 0-15,0 0 0,0 0 0,0 25 0,-25-25 16,25 0-16,0 24 0,0-24 0,0 25 0,0-25 0,0 25 16,0 0-16,0-25 0,0 25 0,0-25 0,-25 24 0,25 1 15,0-25-15,0 25 0,0-25 0,0 25 0,0-25 16,0 25-16,0-25 0,0 0 0,0 24 0,0-24 15,0 0-15,0 0 0,0 25 0,0-25 0,0 0 0,0 0 16,25 0-16</inkml:trace>
  <inkml:trace contextRef="#ctx0" brushRef="#br0" timeOffset="59096.3801">2902 7541 0,'0'0'0,"0"0"0,0 0 0,0 0 0,0 0 16,0 0-16,0 0 0,0 0 0,0 0 0,0 0 16,0 0-16,0 0 0,0 0 0,0 0 0,0 0 0,0 0 15,0 0-15,0 0 0,0 0 0,0 0 0,0 0 0,25 0 16,-25 0-16,0 24 0,0-24 0,0 0 0,25 0 15,-25 25-15,0-25 0,25 0 0,-25 25 0,0-25 16,24 0-16,-24 25 0,0-25 0,25 25 0,-25-25 16,0 0-16,25 24 0,-25-24 0,0 0 0,0 25 0,25-25 15,-25 25-15,0-25 0,0 25 0,25-25 0,-25 25 0,0-25 16,0 24-16,0-24 0,0 0 0,0 25 0,0-25 15,0 25-15,0-25 0,0 0 0,0 25 0,0-25 0,0 0 16,-25 25 15,25-25-31,0 0 0,-25 24 0,25-24 0,0 0 0,-25 25 0,25-25 0,-25 0 0,25 25 0,-24-25 0,24 0 0,0 0 0,-25 25 0,25-25 0,-25 0 16,25 0-16,0 0 0,0 0 0,-25 25 0,25-25 0,0 0 15,0 0-15,0 0 0,0 0 0,0 0 0,0-25 0,0 25 16,25 0-16</inkml:trace>
  <inkml:trace contextRef="#ctx0" brushRef="#br0" timeOffset="60233.4452">4862 7441 0,'0'0'0,"0"-24"16,0 24-16,0 0 0,-25 0 0,25 0 0,0-25 0,0 25 15,0 0-15,0 0 0,-25 0 0,25 0 0,0-25 16,0 25-16,0 0 0,0 0 0,0 0 0,-25 0 16,25 0-16,0-25 0,0 25 0,0 0 0,0 0 0,0 0 15,0 0-15,0 0 0,0 0 0,0 0 0,-25 0 16,25 0-16,0 0 0,0 0 0,0 0 0,0 0 15,0 0-15,0 25 0,-24-25 0,24 0 0,0 0 0,0 0 16,0 0-16,-25 0 0,25 0 0,0 25 0,-25-25 16,25 0-16,0 25 0,-25-25 0,25 24 0,-25-24 0,25 25 15,-24 0-15,24 0 0,0-25 0,0 25 0,-25-1 16,25 1-16,0-25 0,0 25 0,0 0 0,-25 0 0,25-25 15,0 24-15,0 1 0,0 0 0,0-25 0,0 25 16,25 0-16,-25-25 0,0 24 0,0-24 0,0 25 16,0-25-16,25 0 0,-25 25 0,0-25 0,0 0 0,24 25 15,-24-25 126,174-50-141,-174 50 0,0 0 0,25 0 0,-25 0 0,0-25 0,0 25 0,0 0 0,0 0 15,0 0-15,0-24 0,0 24 0,25 0 0,-25-25 0,0 25 0,0 0 0,0-25 0,0 25 0,0 0 0,0 0 0,0 0 0,0-25 0,0 25 0,0 0 0,0 0 0,0 0 0,0 0 0,0 0 0,0 0 0,0 0 0,0 25 0,0-25 0,0 0 0,0 0 0,0 25 0,0-25 16,0 25-16,0-25 0,0 24 0,0 1 0,0-25 0,0 25 0,0 0 0,0-25 0,0 25 15,0-25-15,0 24 0,0-24 0,0 25 0,0-25 16,0 0-16,0 25 0,0-25 0,0 0 0,0 25 16,0-25-16,0 0 0,0 0 0,0 0 0,0 0 0,0 0 15,0 0-15,0 0 0,0 0 0,0 0 0,0 0 16,0 0-16</inkml:trace>
  <inkml:trace contextRef="#ctx0" brushRef="#br0" timeOffset="60423.456">4812 7689 0,'-25'0'0,"25"0"0,0 0 15,0 0-15,0 0 0,0 0 0,0 0 0,0 0 16,0 0-16,0 0 0,0 0 0,0 0 0,25 0 0,-25 0 16,0 0-16,25 0 0,-25 0 0,25 0 0,-25 0 15,25 0-15,-1 0 0,-24 0 0,25 0 0,0 0 16,-25-24-16,25 24 0,0 0 0,-1 0 0,-24 0 0,25 0 15,0 0-15,-25 0 0,25-25 0,-25 25 0,25 0 16,-25 0-16,24-25 0</inkml:trace>
  <inkml:trace contextRef="#ctx0" brushRef="#br0" timeOffset="61050.4918">5358 7243 0,'0'-25'0,"0"25"16,0 0-16,0 0 0,0 0 0,0 0 0,-25 0 15,25 0-15,0 0 0,0-25 0,0 25 0,0 0 0,0 0 16,0 0-16,0 0 0,0 0 0,0 25 0,0-25 16,0 0-16,0 0 0,-25 0 0,25 0 0,0 25 0,0-25 15,0 25-15,0-25 0,-25 25 0,25-25 0,0 24 16,0 1-16,-24 0 0,24-25 0,0 25 0,0 0 15,-25-1-15,25 1 0,0 0 0,-25 0 0,25 0 0,0-25 16,0 24-16,-25 1 0,25 0 0,0 0 0,0 0 16,-25-1-16,25-24 0,0 25 0,0 0 0,0 0 15,-24-25-15,24 25 0,0-1 0,0-24 0,0 25 0,0-25 16,0 25-16,0-25 0,0 25 0,0-25 0,0 0 15,-25 25-15,25-25 0,0 0 0,0 0 0,0 24 0,0-24 16,0 0-16,0 0 0,0 0 0,0 0 0,0 0 16,0 0-16,0 0 0,0 0 0,0 0 0,0 0 0,0 0 15,0 25-15,0-25 0,0 0 0,0 0 0,0 0 16,0-25-16,0 25 0,0 0 0,0 0 0,25 0 15,-25 0-15,0 0 0,0-24 0,0 24 0,24 0 0,-24-25 16,0 25-16,25 0 0,-25-25 0</inkml:trace>
  <inkml:trace contextRef="#ctx0" brushRef="#br0" timeOffset="61985.5454">5606 7491 0,'0'0'0,"0"0"0,0-25 16,-25 25-16,25 0 0,0 0 0,0 0 0,0 0 16,-25 0-16,25 0 0,0 0 0,0 0 0,0 0 0,-25 0 15,25 0-15,0 0 0,0 0 0,0 0 0,0 0 16,0 0-16,0 0 0,0 0 0,-24 0 0,24 0 15,0 25-15,0-25 0,0 0 0,0 0 0,0 0 0,0 25 16,0-25-16,0 0 0,0 25 0,0-25 0,0 0 16,0 24-16,0-24 0,0 25 0,0-25 0,24 25 0,-24 0 15,0-25-15,0 25 0,0-25 0,25 24 0,-25 1 16,0-25-16,25 25 0,-25-25 0,0 25 0,0-25 15,25 25-15,-25-25 0,0 24 0,25-24 0,-25 25 0,0-25 16,0 0-16,24 25 0,-24-25 0,0 0 0,0 25 16,0-25-16,0 0 0,0 0 0,0 25 0,0-25 0,0 0 15,0 0-15,0 0 0,0 0 0,0 0 0,0 0 16,0 24-16,0-24 0,0 0 0,-24 0 0,24 0 15,0 0-15,0 0 0,0 0 0,-25 0 0,25 0 0,0 0 16,0 0-16,0 0 0,-25 0 0,25 0 0,0 0 16,0 0-16,0 0 0,0-24 0,0 24 0,0 0 0,0 0 15,25-25-15,-25 25 0,0-25 0,0 25 0,0 0 16,25-25-16,-25 25 0,0-25 0,24 25 0,-24-24 15,25 24-15,-25-25 0,25 25 0,-25-25 0,25 25 0,-25 0 16,25-25-16,-25 25 0,24 0 0,-24-25 0,25 25 16,-25 0-16,25 0 0,-25 0 0,0 0 0,25 0 0,-25 0 15,0-24-15,25 24 0,-25 0 0,0 0 0,0 24 16,0-24-16,0 0 0,0 0 0,0 0 0,25 0 0,-25 0 15,0 0-15,0 25 0,0-25 0,0 0 0,0 25 16,-25-25-16,25 0 0,0 25 0,0-25 0,0 25 0,0-25 16,0 24-16,0-24 0,0 25 0,0-25 0,0 25 15,0-25-15,0 25 0,0-25 0,0 0 0,0 25 16,0-25-16,0 24 0,0-24 0,0 0 0,0 25 0,0-25 15,0 0-15,0 0 0,25 25 0,-25-25 0,0 0 16,0 0-16,24 0 0,-24 0 0,0 0 0,0 0 16,25 0-16,-25 0 0,0 0 0,25 0 0,-25 0 0,0 0 15,25-25-15,-25 25 0,25 0 0,-25 0 0,0-25 16,24 25-16,-24-24 0,0 24 0,25 0 0,-25-25 0,0 25 15,25-25-15,-25 25 0,0-25 0,0 25 0,25-25 16,-25 25-16,0-24 0,0 24 0,25-25 0,-25 25 0,0-25 16,0 25-16,0 0 0,0 0 0,0-25 0,0 25 15,0 0-15,0 0 0,0 0 0,0 0 0,0 0 16,0 0-16,0 25 0,0-25 0,0 0 0,0 25 0,0-25 15,0 0-15,0 25 0,-25-25 0,25 24 0,0-24 0,0 25 16,0-25-16,0 25 0,0-25 0,0 0 0,0 25 16,0-25-16,0 25 0,0-25 0,0 0 0,0 24 15,0-24-15,0 0 0,0 0 0,0 25 0,0-25 0,0 0 16,0 0-16,0 0 0,0 0 0,0 0 0,0 0 15,25 0-15,-25 0 0,0 0 0,0 0 0,0-25 16,0 25-16,24 0 0,-24 0 0</inkml:trace>
  <inkml:trace contextRef="#ctx0" brushRef="#br0" timeOffset="62233.5596">6276 7317 0,'0'0'0,"24"0"0,-24 0 16,0 0-16,0 0 0,25 0 0,-25 0 0,0 0 16,25 0-16,-25 0 0,0 25 0,25-25 0,-25 0 0,0 0 15,0 25-15,0-25 0,0 0 0,25 25 0,-25-25 16,0 0-16,0 25 0,-25-25 0,25 0 0,0 24 15,0-24-15,0 0 0,0 0 0,-25 25 0,25-25 0,0 0 16,-25 0-16,25 0 0,0 0 0,-25 25 0,25-25 16,0 0-16,-24 0 0</inkml:trace>
  <inkml:trace contextRef="#ctx0" brushRef="#br0" timeOffset="62447.5718">6375 7169 0,'0'0'0,"25"0"15,-25 0-15,0 0 0,24 0 0,-24 0 0,0 0 0,25 0 16,-25 0-16,0 0 0,25 24 0,-25-24 0,0 0 16,25 0-16,-25 0 0,0 25 0,0-25 0,25 0 15,-25 0-15,0 25 0,0-25 0,0 25 0,0-25 0,0 25 16,-25-25-16,25 0 0,-25 24 0,25-24 0,-25 25 15,25 0-15,-25-25 0,1 25 0,24-25 0,-25 25 0,0-25 16</inkml:trace>
  <inkml:trace contextRef="#ctx0" brushRef="#br0" timeOffset="63155.6123">7590 7813 0,'0'0'0,"0"0"0,0-24 0,0 24 16,-25-25-16,25 25 0,0 0 0,0-25 0,0 25 0,25-25 15,-25 25-15,0-25 0,0 25 0,0 0 0,0-24 16,0 24-16,25 0 0,-25 0 0,0-25 0,0 25 16,25 0-16,-25 0 0,0 0 0,25 0 0,-25 0 0,0 0 15,0 0-15,24 0 0,-24 0 0,0 25 0,0-25 16,25 0-16,-25 24 0,0-24 0,0 0 0,0 25 0,0-25 15,0 25-15,0 0 0,0-25 0,0 25 0,-25-25 16,25 24-16,0-24 0,0 25 0,0-25 0,0 25 16,0-25-16,-24 0 0,24 25 0,0-25 0,0 25 0,-25-25 15,25 0-15,0 24 0,0-24 0,-25 0 0,25 25 47,0-25-47,0 0 0,0 0 0,0 0 0,-25 0 0,25 0 0,0 0 0,0 0 0,0 0 0,0 0 0,0 0 0,0 0 0,25 0 0,-25 0 0,0 0 0,0-25 16,25 25-16,-25 0 0,0-24 0,25 24 0,-25-25 0,24 25 15,-24-25-15,0 25 0,25-25 0,-25 25 0,25-25 16,-25 1-16,25 24 0,-25-25 0,0 25 0,25-25 0,-25 25 15,24-25-15,-24 25 0,0-25 0,0 25 0,25-24 16,-25 24-16,0 0 0,0-25 0,0 25 0,0 0 0,0 0 16,0 0-16,0 0 0,0 0 0,0 0 0,0 0 15,0 0-15,0 0 0,0 0 0,0 0 0,0 25 16,0-25-16,0 24 0,0-24 0,0 25 0,0-25 0,-25 25 15,25-25-15,0 25 0,0 0 0,0-25 0,0 24 16,0-24-16,0 25 0,0 0 0,0-25 0,0 25 0,0-25 16,0 25-16,0-25 0,0 24 0,0-24 0,0 25 15,0-25-15,25 0 0,-25 25 0,0-25 0,25 0 16,-25 25-16,25-25 0,0 0 0,-25 0 0,24 0 0,1 0 15,0 0-15,0 0 0,-25-25 0,25 25 0,0 0 16,-1 0-16,1-25 0,-25 25 0</inkml:trace>
  <inkml:trace contextRef="#ctx0" brushRef="#br0" timeOffset="63373.6248">8558 7615 0,'0'0'16,"0"0"-16,0 0 0,0 0 0,0 0 0,0 0 0,0 0 15,0 0-15,24 0 0,-24 0 0,0 0 0,0 0 16,25 0-16,-25 0 0,0 0 0,25 0 0,-25 0 0,25 0 16,-25 0-16,25 25 0,-25-25 0,24 0 0,-24 0 15,25 0-15,-25 0 0,25 0 0,-25 25 0,25-25 16,-25 0-16,25 0 0,-25 0 0,0 0 0,24 24 0,-24-24 15,0 0-15,0 0 0,0 25 0</inkml:trace>
  <inkml:trace contextRef="#ctx0" brushRef="#br0" timeOffset="63582.6367">8458 7937 0,'0'0'0,"0"0"0,0 0 0,0 0 0,0 0 0,0 0 0,0 0 0,0 0 0,25 0 0,-25 0 0,0 0 0,25 0 0,-25 0 0,25 0 0,-25 0 0,25 0 0,-25 0 0,24 0 0,1 0 0,-25 0 0,25 0 0,0 0 0,0 0 0,-1 0 0,1 0 0,-25 0 0,25 0 0,0 25 0,0-25 0,-1 0 0,1 0 0,0 0 0,0 0 16,0 0-16,-1 0 0,1 25 0,0-25 0,0 0 15,-25 0-15,25 0 0,0 0 0,-1 0 0,-24 0 0</inkml:trace>
  <inkml:trace contextRef="#ctx0" brushRef="#br0" timeOffset="64077.6649">10145 7615 0,'0'-25'16,"-25"25"-16,25 0 0,0 0 0,0 0 0,0-25 0,0 25 15,0 0-15,-24-24 0,24 24 0,0 0 0,0 0 16,0-25-16,0 25 0,-25 0 0,25 0 0,0 0 15,0 0-15,0 0 0,-25-25 0,25 25 0,0 0 0,0 0 16,-25 0-16,25 25 0,0-25 0,-25 0 0,25 0 16,0 0-16,-25 0 0,25 25 0,0-25 0,-24 24 0,24-24 15,0 25-15,-25-25 0,25 25 0,0 0 0,0-25 16,0 25-16,0-1 0,-25-24 0,25 25 0,0 0 15,0 0-15,0-25 0,0 25 0,0-1 0,0-24 0,0 25 16,0 0-16,0-25 0,0 25 0,25-25 0,-25 25 16,0-25-16,0 24 0,25-24 0,-25 0 0,0 25 0,0-25 15,24 0-15,-24 0 0,25 25 0,-25-25 0,0 0 16,25 0-16,0 0 0,-25 0 0,25 0 0,-25 0 0,25 0 15,-1-25-15,-24 25 0,25 0 0</inkml:trace>
  <inkml:trace contextRef="#ctx0" brushRef="#br0" timeOffset="64411.6842">10269 8037 0,'-25'0'0,"25"25"0,0-25 0,0 0 16,0 0-16,0 0 0,0 0 0,0 0 0,0 0 15,0 0-15,0 0 0,0 0 0,0-25 0,0 25 16,25 0-16,-25 0 0,0 0 0,0-25 0,25 25 0,-25 0 15,0 0-15,25-25 0,-25 25 0,0 0 0,25-25 16,-25 25-16,0-25 0,24 25 0,-24 0 0,0-24 16,25 24-16,-25-25 0,0 25 0,25-25 0,-25 25 0,0-25 15,25 25-15,-25-25 0,0 25 0,0 0 0,0-24 16,0 24-16,25 0 0,-25-25 0,0 25 0,0 0 0,0 0 15,0 0-15,0 0 0,0 0 0,0 25 0,0-25 16,0 0-16,0 0 0,0 24 0,0-24 0,0 0 0,0 25 16,0-25-16,-25 25 0,25-25 0,0 25 0,0-25 15,0 25-15,0-25 0,0 24 0,0 1 0,0-25 16,0 25-16,0-25 0,-25 25 0,25-25 0,0 0 0,0 25 15,0-25-15,0 25 0,0-25 0,0 0 0,-25 24 16,25-24-16,0 0 0,0 0 0,0 0 0,0 0 0,0 0 16</inkml:trace>
  <inkml:trace contextRef="#ctx0" brushRef="#br0" timeOffset="66048.7778">11038 7590 0,'0'0'0,"0"0"0,0-25 15,0 25-15,0 0 0,0 0 0,0 0 0,0 0 16,0 0-16,0 0 0,0 0 0,0 0 0,0 0 0,0 0 15,0 0-15,0 0 0,0 0 0,0 0 0,0 0 16,0 0-16,0 0 0,0 0 0,0 0 0,0 0 16,0 0-16,0 0 0,0 0 0,0 0 0,0 0 0,0 0 15,0 0-15,0 0 0,0 0 0,0 0 0,0 0 16,0 0 62,0 0-78,0 0 0,0 0 0,0 0 0,0 0 0,0 0 0,0 0 0,0 0 0,0 0 0,0 0 0,0 0 0,0 0 0,0 0 0,0 0 0,0 0 0,0 0 0,0 0 0,0 0 0,0 0 0,0 0 0,0 0 0,0 0 0,0 0 0,0 0 0,0 0 0,0 0 0,0 0 0,0 0 0,0 0 0,0 0 0,0 0 0,0 0 15,0 0-15,0 0 0,0 0 0,0 0 16,0 0-16,0 0 0,0 0 0,0 0 0,0 0 0,0 0 16,0 0-16,0 0 0,0 0 0,0 0 0,0 0 0,0 0 15,0 0-15,0 0 0,0 0 0,0 0 0,0-24 16,0 24-16,0 0 0,0 0 0,0 0 0,0 0 0,0 0 15,0 0-15,0 0 0,0 0 0,0 0 0,0 0 16,0 0-16,0 0 0,0 0 0,0 0 0,0 0 0,0 0 16,0 0-16,0 0 0,0 0 0,0 0 0,0 0 15,0 0-15,0 0 0,0 0 0,0 0 0,0 0 16,0 0-16,0 0 0,0 0 0,0 0 0,0 0 0,0 0 15,0 0-15,0 0 0,0 0 0,0 0 0,0 0 16,0 0-16,0 0 0,0 0 0,0 0 0,0 0 16,0 0-16,0 0 0,25 0 0,-25 0 0,0 0 0,0 0 15,0 0-15,0 0 0,0 0 0,0 0 0,0 0 16,-25 0-16,25 0 0,0 0 0,0 0 0,0 0 0,0 0 15,0 0-15,0 0 0,0 0 0,0 0 0,0 0 16,0 0-16,0 0 0,0 0 0,0 0 0,0 0 0,0 0 16,0 0-16,0 0 0,0 0 0,25 0 0,-25 0 15,0 0-15,0 0 0,0 0 0,0 0 0,0 0 16,0 0-16,0 0 0,0 0 0,0 0 0,0 0 0,0 0 15,0 0-15,0 0 0,0 0 0,0 0 0,0 0 16,0 0-16,0 0 0,0 0 0,0 0 0,0 0 0,0 0 16,0 0-16,0 0 0,0 0 0,0 0 0,0 0 15,0 0-15,0 0 0,0 0 0,0 0 0,0 0 0,-25 0 16,25 0-16,0 0 0,0 0 0,0 0 0,0 0 15,0 0-15,0 0 0,0 0 0,0 0 0,0 0 16,0 0-16,0 24 0,0-24 0,0 0 0,0 25 0,0-25 16,0 0-16,0 25 0,0-25 0,-25 25 0,25-25 15,0 25-15,0-25 0,0 24 0,0 1 0,0-25 16,0 25-16,0-25 0,0 25 0,0-25 0,0 25 0,0-25 15,0 24-15,0-24 0,0 0 0,0 25 0,0-25 16,0 0-16,0 25 0,0-25 0,0 0 0,0 0 0,0 25 16,0-25-16,0 0 0,0 0 0,0 0 0,0 0 15,0 0-15,0 0 0,25 0 0,-25 0 0,0 0 0,0 0 16,0 0-16,25 0 0,-25 0 0,0 0 0,25 0 15,-25-25-15,0 25 0,24 0 0,-24-25 0,25 25 16,-25-25-16,25 25 0,-25-24 0,25 24 0,-25-25 0,0 25 16,25-25-16,-25 25 0,25-25 0,-25 25 0,24-25 0,-24 25 15,0-24-15,25-1 0,-25 25 0,25-25 0,-25 25 16,0-25-16,25 0 0,-25 25 0,0-24 0,25 24 15,-25-25-15,0 25 0,0-25 0,0 25 0,0 0 0,0-25 16,0 25-16,0 0 0,24 0 0,-24 0 0,0-25 16,0 25-16,0 0 0,-24 0 0,24 0 0,0 0 15,0 0-15,0 0 0,0 25 0,0-25 0,-25 0 0,25 25 16,0-25-16,0 25 0,0-25 0,-25 25 0,25-25 15,0 24-15,0 1 0,-25-25 0,25 25 0,0 0 16,0-25-16,-25 25 0,25-1 0,0-24 0,0 25 0,0 0 16,-24-25-16,24 25 0,0-25 0,0 25 0,0-1 0,0-24 15,0 25-15,0-25 0,0 0 0,0 25 0,0-25 16,24 25-16,-24-25 0,0 0 0,0 0 0,0 25 15,0-25-15,0 0 0,25 0 0,-25 0 0,0 24 0,25-24 16,-25 0-16,25 0 0,-25 0 0,25 0 0,-25 0 16</inkml:trace>
  <inkml:trace contextRef="#ctx0" brushRef="#br0" timeOffset="66359.7956">11460 8037 0,'0'0'0,"0"0"16,-25 25-16,25-25 0,0 0 0,0 0 0,0 0 0,0 0 15,0 0-15,0 0 0,0 0 0,0 0 0,0 0 16,0-25-16,25 25 0,-25 0 0,0 0 0,0 0 15,0 0-15,25 0 0,-25-25 0,0 25 0,0 0 0,24-25 16,-24 25-16,0 0 0,25-25 0,-25 25 0,0 0 16,0-25-16,25 25 0,-25-24 0,0 24 0,0 0 0,0-25 15,25 25-15,-25-25 0,0 25 0,0 0 0,0-25 16,0 25-16,0 0 0,0 0 0,25 0 0,-25 0 0,0 0 15,0 0-15,0 0 0,0 0 0,0 0 0,0 0 16,0 25-16,0-25 0,0 25 0,0-25 0,-25 25 16,25-25-16,0 24 0,0-24 0,0 25 0,0-25 0,0 25 15,-25-25-15,25 25 0,0-25 0,0 25 0,0-25 16,0 25-16,0-25 0,0 24 0,0-24 0,0 25 15,0-25-15,0 0 0,0 25 0,0-25 0,0 0 0,0 0 16,25 0-16,-25 0 0,25 0 0,-25 0 0,24 0 16</inkml:trace>
  <inkml:trace contextRef="#ctx0" brushRef="#br0" timeOffset="66579.8082">11956 7937 0,'0'0'0,"0"0"0,0 0 16,0 0-16,0 0 0,0 0 0,0 0 0,0 0 0,0 0 15,25 0-15,-25 0 0,0 0 0,0 0 0,24 0 16,-24 0-16,0 0 0,25 0 0,-25 0 0,25 0 0,-25 0 16,25 0-16,-25 0 0,25 0 0,-1 0 0,-24 0 15,25 0-15,-25 0 0,25 0 0,-25 0 0,25 0 16,-25 0-16,0 0 0,25 0 0,-25 0 0,0 0 0,0 0 15,0 0-15,0 0 0,0 0 0,0 0 0,0 0 16</inkml:trace>
  <inkml:trace contextRef="#ctx0" brushRef="#br0" timeOffset="66768.819">12154 7764 0,'0'-25'0,"-25"25"16,25 0-16,0 0 0,0 0 0,0 0 0,0 0 0,0 0 16,0 0-16,0 0 0,0 0 0,0 0 0,0 0 15,0 25-15,0-25 0,0 25 0,0-25 0,0 24 16,0-24-16,0 25 0,-24-25 0,24 25 0,0-25 0,0 25 15,0 0-15,0-25 0,0 24 0,-25-24 0,25 25 16,0-25-16,0 25 0,0-25 0,0 25 0,0 0 0,0-25 16,0 0-16,0 25 0,0-25 0,0 0 0,0 24 15,25-24-15</inkml:trace>
  <inkml:trace contextRef="#ctx0" brushRef="#br0" timeOffset="67247.8464">13196 7590 0,'0'0'0,"0"0"0,-25 0 16,25-25-16,0 25 0,-25 0 0,25 0 0,0-24 15,-24 24-15,24 0 0,0 0 0,-25 0 0,25-25 0,0 25 16,-25 0-16,25 0 0,0 0 0,0 0 0,-25 0 15,25 0-15,0 0 0,0 0 0,-25 0 0,25 0 16,0 0-16,-24 25 0,24-25 0,0 0 0,0 24 0,-25-24 16,25 0-16,0 25 0,0 0 0,-25-25 0,25 25 15,0 0-15,0-25 0,0 24 0,0 1 0,0 0 0,-25-25 16,25 25-16,0 0 0,0-1 0,25-24 0,-25 25 15,0-25-15,0 25 0,0 0 0,25-25 0,-25 0 16,0 25-16,25-25 0,-25 24 0,24-24 0,-24 0 0,25 0 16,-25 0-16,25 25 0,-25-25 0,25 0 0,-25 0 15,25 0-15,-25 0 0,24 0 0,1-25 0,-25 25 0</inkml:trace>
  <inkml:trace contextRef="#ctx0" brushRef="#br0" timeOffset="67558.8642">13295 7888 0,'0'0'16,"0"0"-16,0 0 0,0-25 0,0 25 0,0 0 15,0 0-15,0 0 0,0 0 0,0 0 0,0 0 0,0 0 16,25 0-16,-25 0 0,0 0 0,0-25 0,0 25 16,0 0-16,25 0 0,-25 0 0,0 25 0,0-25 15,0 0-15,25 0 0,-25 0 0,0 0 0,0 0 0,0 0 16,0 25-16,0-25 0,0 0 0,0 0 0,0 25 15,0-25-15,-25 0 0,25 0 0,0 24 0,0-24 16,-25 0-16,25 25 0,0-25 0,-25 0 0,25 25 0,0-25 16,-24 25-16,24-25 0,0 0 0,-25 25 0,25-25 15,0 0-15,0 0 0,0 25 0,0-25 0,0 0 0,0 0 16,0 0-16,0 0 0,0 24 0,0-24 0,0 0 15,0 0-15,25 0 0,-25 0 0,0 0 0,24 0 0,-24 0 16,25 0-16,0 0 0,0 0 0,-25 0 0,25 0 16,-1 0-16,1 0 0,0 0 0,0-24 0,0 24 15,-1 0-15,-24 0 0,25-25 0,0 25 0,0 0 0</inkml:trace>
  <inkml:trace contextRef="#ctx0" brushRef="#br0" timeOffset="68072.8936">13940 7565 0,'0'0'0,"0"0"0,0 0 0,0 0 15,0 0-15,0 0 0,0 0 0,0 0 0,0 0 0,0 0 16,0 0-16,0 0 0,0 0 0,0 25 0,0-25 0,-25 0 15,25 0-15,0 25 0,0-25 0,0 25 0,-24-25 16,24 25-16,0-25 0,0 24 0,0 1 0,-25-25 16,25 25-16,0 0 0,0-25 0,0 25 0,0-25 0,0 24 15,0 1-15,0-25 0,0 0 0,0 25 0,0-25 16,0 25-16,0-25 0,0 0 0,0 0 0,0 25 0,25-25 15,-25 0-15,0 0 0,0 0 0,0 0 0,24 0 16,-24 0-16,0 0 0,25 0 0,-25 0 0,25 0 16,-25 0-16,25 0 0,-25 0 0,25 0 0,-25-25 15,24 25-15,-24 0 0,25-25 0,-25 25 0,25-25 0,-25 25 16,25 0-16,-25-25 0,25 1 0,-25 24 0,0-25 0,24 0 15,-24 25-15,0-25 0,0 0 0,25 25 0,-25-24 16,0-1-16,0 25 0,0-25 0,0 25 0,0-25 16,25 25-16,-25-25 0,0 25 0,0-24 0,-25 24 0,25 0 15,0 0-15,0 0 0,0 0 0,0 0 0,0 0 16,0 0-16,0 0 0,0 0 0,0 0 0,0 24 0,0-24 15,0 0-15,0 25 0,0-25 0,0 25 0,-25-25 16,25 25-16,0 0 0,0-25 0,0 24 0,0 1 0,0-25 16,-24 25-16,24 0 0,0-25 0,0 25 0,0-1 15,0-24-15,0 25 0,0-25 0,0 25 0,0-25 16,-25 25-16,25-25 0,0 25 0,0-25 0,0 0 0,0 24 15,0-24-15,25 0 0,-25 25 0,0-25 0,0 0 16,0 0-16,24 0 0,-24 0 0,0 25 0</inkml:trace>
  <inkml:trace contextRef="#ctx0" brushRef="#br0" timeOffset="68395.9117">14263 7962 0,'0'0'0,"0"0"0,0 0 0,0 0 0,0 0 15,0 0-15,0 0 0,0 0 0,0 0 0,0 0 16,0 0-16,0 0 0,0 0 0,24 0 0,-24 0 0,0 0 15,0 0-15,0 0 0,0 0 0,25 0 0,-25 0 16,0 0-16,0 0 0,25 0 0,-25 0 0,0 0 0,0 0 16,0 0-16,0 25 0,0-25 0,0 0 0,0 0 15,0 0-15,0 25 0,0-25 0,0 0 0,0 0 16,0 0-16,0 25 0,0-25 0,-25 0 0,25 25 0,0-25 15,-25 0-15,25 0 0,0 24 0,-24-24 0,24 0 16,0 25-16,0-25 0,-25 0 0,25 25 0,0-25 0,0 0 16,0 0-16,0 0 0,0 25 0,0-25 0,0 0 15,0 0-15,0 0 0,25 0 0,-25 0 0,0 0 16,0 0-16,24 0 0,-24 0 0,25 0 0,0 0 0,-25 0 15,25 0-15,0 0 0,0 0 0,-1 0 0,1 0 16,0 0-16,0 0 0,-25 0 0,25 0 0,-1 0 0,1 0 16,0-25-16,0 25 0</inkml:trace>
  <inkml:trace contextRef="#ctx0" brushRef="#br0" timeOffset="68637.9259">15056 7813 0,'0'0'16,"0"0"-16,0 0 0,0 0 0,0 0 0,0 0 15,25 0-15,-25 0 0,0 0 0,25 0 0,-25 0 0,0 25 16,25-25-16,-25 0 0,25 0 0,-25 0 0,24 0 15,-24 0-15,25 0 0,-25 0 0,25 0 0,-25 0 16,0 0-16,0 0 0,25 25 0,-25-25 0,0 0 0,0-25 16,0 25-16,0 0 0,0 0 0,25 0 0,-25 0 15</inkml:trace>
  <inkml:trace contextRef="#ctx0" brushRef="#br0" timeOffset="68816.9359">15205 7739 0,'0'0'0,"0"0"0,-25 0 0,25 0 0,0 0 0,0 0 16,0 0-16,0 0 0,0 0 0,0 25 0,0-25 15,0 0-15,0 25 0,0-25 0,0 0 0,0 24 16,0-24-16,0 25 0,0-25 0,-24 0 0,24 25 0,0 0 16,0-25-16,0 25 0,-25-25 0,25 24 0,0-24 15,-25 25-15,25-25 0,-25 25 0,25-25 0,0 25 0,-25-25 16,25 25-16,0-25 0</inkml:trace>
  <inkml:trace contextRef="#ctx0" brushRef="#br0" timeOffset="69221.9593">16346 7888 0,'0'0'0,"0"0"0,0 0 0,0 0 0,0 0 16,0 0-16,0 0 0,0 0 0,0 0 0,0 0 15,25 0-15,-25 0 0,0 0 0,0 0 0,25 0 16,-25 0-16,0 0 0,25 0 0,-25 0 0,0 0 0,25 0 15,-25 0-15,0 0 0</inkml:trace>
  <inkml:trace contextRef="#ctx0" brushRef="#br0" timeOffset="69388.9687">16644 7937 0,'0'0'0,"0"0"0,0 0 0,0 0 0,0 0 16,0 0-16,0 0 0,0-24 0,0 24 0,0 0 15,0 0-15,0 0 0,0 0 0,0 0 0,0 0 0,0 0 16,0 0-16,0 0 0,25 0 0,-25 0 0,0 0 15,25 0-15,-25 0 0,24 0 0,-24 0 0,0 0 16,25 0-16</inkml:trace>
  <inkml:trace contextRef="#ctx0" brushRef="#br0" timeOffset="69550.9781">16991 7962 0,'0'0'0,"0"0"0,0 0 0,0 0 0,0 0 16,0 0-16,0 0 0,0 0 0,0 0 0,0 0 15,0 0-15,0 0 0,0-25 0,25 25 0,-25 0 0,0 0 16,0 0-16,0 0 0,25 0 0,-25 0 0,0 0 0,0 0 15,0 0-15,25 0 0,-25 0 0,0 0 0,0 0 16,0 0-16,24 0 0</inkml:trace>
  <inkml:trace contextRef="#ctx0" brushRef="#br0" timeOffset="69907.9984">18083 7987 0,'0'-25'0,"0"25"0,0 0 0,0 0 0,0 0 0,0 0 16,0 0-16,24 0 0,-24 0 0,0 0 0,25-25 0,-25 25 15,25 0-15,-25 0 0,25 0 0,-25 0 0,25 0 16,-25 0-16,24 0 0,1 0 0,-25 0 0,25 0 16,-25 0-16,25 0 0,-25 0 0,25 0 0,-25 0 0,24 0 15,-24 0-15,0 0 0,25 0 0,-25 0 0,0 0 16,0 0-16,0 0 0</inkml:trace>
  <inkml:trace contextRef="#ctx0" brushRef="#br0" timeOffset="70122.0107">18231 7838 0,'0'0'0,"0"0"0,0 0 0,0 0 0,0 0 16,0 0-16,0 0 0,0 0 0,0 0 0,0 0 0,0 0 16,0 0-16,0 0 0,0 0 0,0 0 0,0 25 15,0-25-15,0 0 0,0 25 0,0-25 0,0 25 16,0-25-16,0 24 0,-24 1 0,24-25 0,0 25 0,0 0 15,-25-25-15,25 25 0,0 0 0,0-25 0,0 24 16,-25 1-16,25-25 0,0 25 0,0-25 0,0 25 0,25-25 16,-25 25-16,0-25 0,25 0 0,-25 24 15,0-24-15</inkml:trace>
  <inkml:trace contextRef="#ctx0" brushRef="#br0" timeOffset="70710.0444">19819 7516 0,'0'0'0,"0"0"0,-25-25 0,25 25 15,0 0-15,0-25 0,0 25 0,0 0 0,-25-25 16,25 25-16,0 0 0,0-24 0,0 24 0,-24 0 16,24-25-16,0 25 0,-25 0 0,25 0 0,0 0 0,0-25 15,-25 25-15,25 0 0,0 0 0,-25 0 0,25 0 0,-25 0 16,25 0-16,0 25 0,-24-25 0,24 0 0,-25 0 15,25 25-15,-25-25 0,25 24 0,-25-24 0,25 25 16,-25-25-16,25 25 0,0-25 0,-25 25 0,25 0 0,0-1 16,-24-24-16,24 25 0,0 0 0,0 0 0,0 0 15,0-1-15,0-24 0,0 25 0,0 0 0,0 0 16,0-25-16,0 25 0,0-1 0,0-24 0,24 25 0,-24 0 15,0-25-15,0 25 0,0-25 0,25 0 0,-25 25 16,0-25-16,25 0 0,-25 24 0,25-24 0,-25 0 0,0 0 16,25 0-16,-25 0 0,25 0 0,-25 0 0,24 0 15,-24 0-15,25 0 0,-25 0 0,25 0 0,-25 0 0,25 0 16,-25 0-16,0-24 0,25 24 0,-25 0 0,24 0 15,-24-25-15,0 25 0,0 0 0,25-25 0</inkml:trace>
  <inkml:trace contextRef="#ctx0" brushRef="#br0" timeOffset="71096.0664">19844 7789 0,'0'0'0,"0"0"0,0 0 15,0-25-15,0 25 0,0 0 0,0 0 0,0 0 16,0 0-16,0 0 0,0 0 0,0 0 0,0 0 0,0 0 15,0 0-15,0 0 0,0 0 0,0 0 0,0 0 0,0 0 16,0 25-16,0-25 0,0 0 0,0 0 0,-25 24 16,25-24-16,0 25 0,0-25 0,0 0 0,0 25 15,0-25-15,-25 25 0,25-25 0,0 0 0,0 25 0,0-25 16,0 0-16,0 24 0,0-24 0,-25 0 0,25 25 15,0-25-15,0 0 78,0 0-78,0 0 0,0 25 0,0-25 0,0 0 0,0 0 0,0 0 0,0 0 0,0 0 0,0 0 0,0 0 0,0 0 0,0 0 0,25 0 0,-25 0 0,0 0 0,0 0 0,0 0 0,25 0 0,-25-25 0,0 25 0,25 0 0,-25-25 0,0 25 0,25 0 0,-25 0 0,24-24 0,-24 24 0,0 0 0,25-25 0,-25 25 16,0 0-16,25 0 0,-25 0 0,0-25 0,0 25 16,0 0-16,25 0 0,-25 0 0,0 0 0,0 0 15,0 0-15,0 25 78,0-25-78,0 0 0,0 0 0,0 25 0,0-25 0,-25 0 0,25 24 0,0-24 0,0 0 0,0 25 0,0-25 0,0 0 0,0 0 0,0 25 0,0-25 0,0 0 0,0 25 0,0-25 0,0 0 0,0 0 0,0 25 0,0-25 0,0 0 0,0 0 0,25 0 0,-25 0 0,0 25 0,0-25 0,25 0 0,-25 0 0,24 0 16,-24 0-16,25 0 0,-25 0 0,25 0 0,0-25 15,-25 25-15,25 0 0,-1 0 0</inkml:trace>
  <inkml:trace contextRef="#ctx0" brushRef="#br0" timeOffset="71701.1011">20637 7516 0,'0'0'0,"0"0"15,0 0-15,0-25 0,0 25 0,0 0 0,0 0 0,0 0 16,0 0-16,0 0 0,0 0 0,0 0 0,0 0 0,0 0 16,0 0-16,0 0 0,0 0 0,0 0 0,0 0 15,0 0-15,0 0 0,0 0 0,-24 25 0,24-25 16,0 25-16,0-25 0,0 24 0,0-24 0,-25 25 15,25 0-15,0 0 0,0 0 0,-25-25 0,25 24 0,0 1 16,0 0-16,-25 0 0,25-25 0,0 25 0,0-1 0,0-24 16,0 25-16,-25-25 0,25 25 0,0-25 0,0 25 15,0-25-15,0 25 0,0-25 0,0 0 0,0 24 0,0-24 16,0 0-16,25 25 0,-25-25 0,0 0 0,0 0 15,0 25-15,0-25 0,0 0 0,25 0 0,-25 0 16,0 0-16,0 0 0,25 0 0,-25 0 0,25 0 0,-25 0 16,0 0-16,24 0 0,-24 0 0,25 0 0,-25-25 15,25 25-15,-25 0 0,25 0 0,-25-25 0,0 25 16,25 0-16,-25-24 0,0 24 0,25-25 0,-25 25 0,0-25 15,24 25-15,-24-25 0,0 25 0,25-25 0,-25 25 16,25-24-16,-25-1 0,0 25 0,0-25 0,25 0 0,-25 25 16,0-25-16,0 25 0,25-24 0,-25 24 0,0-25 15,0 25-15,0 0 0,24-25 0,-24 25 0,0 0 0,0 0 16,0-25-16,0 25 0,0 0 0,0 0 15,0 0-15,25 0 0,-25 0 0,0 0 0,0 0 0,0 0 16,0 0-16,-25 0 0,25 0 0,0 0 0,0 0 0,0 25 16,0-25-16,0 25 0,0-25 0,0 25 0,-24-25 15,24 24-15,0-24 0,0 25 0,0 0 0,-25-25 0,25 25 16,0-25-16,0 25 0,-25-1 0,25-24 0,0 25 15,0-25-15,0 0 0,0 25 0,0-25 0,0 25 16,-25-25-16,25 0 0,0 25 0,0-25 0,0 0 0,0 24 16,0-24-16,0 0 0,0 25 0,0-25 0,0 0 15,0 0-15,0 0 0,0 0 0,0 0 0,25 0 0,-25 0 16,0 0-16</inkml:trace>
  <inkml:trace contextRef="#ctx0" brushRef="#br0" timeOffset="72128.1255">21034 7937 0,'0'0'0,"0"0"0,0 0 0,0 0 0,0 0 16,0 0-16,0 0 0,0 0 0,0 0 0,0 0 15,-24 25-15,24-25 0,0 0 0,0 0 0,0 0 0,0 25 16,0-25-16,0 0 0,0 0 0,0 25 0,0-25 15,0 0-15,0 0 0,0 25 0,0-25 0,0 0 16,0 0-16,0 0 0,0 0 0,0 0 0,0 25 0,0-25 16,0 0-16,0 0 0,0 0 0,0 0 0,0 0 15,0 0-15,24 0 0,-24 0 0,0 0 0,0 0 0,0 0 16,25 0-16,-25 0 0,0 0 0,25 0 0,-25 0 15,0 0-15,25 0 0,-25-25 0,0 25 0,25 0 0,-25 0 16,24 0-16,-24 0 0,25-25 0,-25 25 0,25 0 16,-25 0-16,25 0 0,-25-25 0,25 25 0,-25 0 15,0 0-15,24 0 0,-24 0 0,0 0 0,0 0 0,25 0 16,-25 0-16,0 0 0,0 0 0,0 0 0,0 0 15,0 0-15,0 25 0,0-25 0,0 0 0,-25 25 0,25-25 16,0 0-16,0 25 0,0-25 0,-24 24 0,24-24 16,0 0-16,0 25 0,0-25 0,0 0 0,0 25 15,0-25-15,0 0 0,0 0 0,0 0 0,0 25 0,24-25 16,-24 0-16,25 0 0,-25 0 0,25 0 0,-25 25 15,25-25-15,0 0 0,-1 0 0,1 0 0,0 0 0,0 0 16,0 0-16,-25 0 0,24 0 0</inkml:trace>
  <inkml:trace contextRef="#ctx0" brushRef="#br0" timeOffset="73675.2134">2530 9401 0,'0'0'0,"0"0"0,0 0 0,0-25 16,0 25-16,0 0 0,0 0 0,0 0 0,0 0 0,0 0 15,0 0-15,0 0 0,0 0 0,0 0 0,0 0 0,0 0 16,0 0-16,0 0 0,0 0 0,0 0 0,0 0 16,25 0-16,-25 0 0,0 0 0,0 0 0,0 0 15,25 0-15,-25 0 0,0 0 0,0 0 0,24 0 0,-24 0 16,0 0-16,0 0 0,25 0 0,-25 0 0,0 0 15,25 0-15,-25 0 0,0 0 0,0 0 0,25 0 0,-25 25 16,0-25-16,25 0 0,-25 0 0,0 0 0,25 0 0,-25 0 16,0 0-16,24-25 0,-24 25 0,0 0 15,0 0-15,0 0 0,0 0 0,0 0 109</inkml:trace>
  <inkml:trace contextRef="#ctx0" brushRef="#br0" timeOffset="73817.2221">2704 9203 0,'-25'0'0,"25"0"0,0 0 0,0 0 0,0 0 0,0 0 0,0 0 0,0 0 0,0 0 0,0 0 0,0 0 0,0 0 0,0 0 15,0 0-15,0 0 0,0 0 0,0 24 0,0-24 16,0 0-16,0 0 0,0 25 0,0-25 0,0 0 0,0 25 15,-25-25-15,25 25 0,0-25 0,0 25 0,0-25 16,0 24-16,0 1 0,0-25 0,0 25 0,0-25 0,0 25 16,0-25-16,0 0 0,0 25 0,0-25 0,-25 24 15,25-24-15,0 0 0,0 25 0,0-25 0,0 0 0,0 0 16,0 0-16,0 0 0,0 0 0,0 0 0,0 0 15</inkml:trace>
  <inkml:trace contextRef="#ctx0" brushRef="#br0" timeOffset="74250.2463">2778 9128 0,'0'0'0,"0"0"0,0 0 0,0 0 15,0 0-15,0 0 0,0 0 0,0 0 0,0 0 0,0 0 16,0 0-16,0 0 0,0 0 0,0 0 0,-25 0 16,25 0-16,0 0 0,0 0 0,0 0 0,0 0 15,0 0-15,0 0 0,25 0 0,-25 0 0,0 0 0,0 0 16,0 0-16,0 0 0,0 0 0,0 0 0,0 0 15,0 25-15,25-25 0,-25 0 0,0 0 0,0 25 0,0-25 16,25 0-16,-25 25 0,0-25 0,0 0 0,25 0 0,-25 24 16,0-24-16,0 0 0,24 0 0,-24 25 0,0-25 15,0 0-15,25 25 0,-25-25 0,0 0 0,0 25 0,0-25 16,0 0-16,25 0 0,-25 25 0,0-25 0,0 0 15,0 24-15,0-24 0,25 0 0,-25 25 0,0-25 0,0 0 16,0 0-16,0 25 0,0-25 0,0 0 0,0 0 16,0 25-16,0-25 0,0 0 0,0 0 0,-25 25 0,25-25 15,0 0-15,0 0 0,-25 24 0,25-24 0,-25 0 16,25 25-16,-24-25 0,24 25 0,-25-25 0,25 0 15,-25 25-15,25-25 0,-25 25 0,25-25 0,0 0 0,-25 0 16,25 24-16,0-24 0,-24 0 0,24 0 0,0 0 0,0 0 16,0 0-16,0 0 0,0 0 0</inkml:trace>
  <inkml:trace contextRef="#ctx0" brushRef="#br0" timeOffset="75161.299">4614 8979 0,'0'0'0,"0"0"0,0 0 0,0 0 16,0 0-16,0 0 0,0 0 0,0 0 0,0 0 15,0 0-15,0 0 0,0 0 0,0 0 0,0 0 0,0 0 16,0 0-16,0 0 0,0 0 0,0 0 0,0 0 16,0 25-16,-25-25 0,25 0 0,0 25 0,0-25 15,0 25-15,0-25 0,0 25 0,0-1 0,0-24 0,0 25 16,0 0-16,0-25 0,0 25 0,0 0 0,0-25 15,0 24-15,0-24 0,0 25 0,-25 0 0,25-25 0,0 25 16,0-25-16,0 25 0,0-25 0,0 24 16,0 1-16,0-25 0,0 25 0,0-25 0,0 0 0,0 25 15,0-25-15,-25 0 0,25 25 0,0-25 0,0 0 0,0 0 16,0 0-16,0 0 0,0 0 0,0 0 0,0 0 15,0 0-15,0 0 0,0 0 0,0 0 0,0-25 0,0 25 16</inkml:trace>
  <inkml:trace contextRef="#ctx0" brushRef="#br0" timeOffset="75536.3205">4837 9029 0,'0'0'0,"0"0"0,0-25 0,0 25 0,0 0 16,-25 0-16,25 0 0,0 0 0,0 0 0,0-25 16,0 25-16,0 0 0,0 0 0,-25 0 0,25 0 15,0 0-15,0 0 0,0 0 0,0 0 0,0 0 0,-25 0 16,25 0-16,0 0 0,0 0 0,0 0 0,-24 0 15,24 25-15,0-25 0,0 0 0,0 0 0,0 25 0,-25-25 16,25 0-16,0 0 0,0 25 0,0-25 0,0 25 16,0-25-16,0 0 0,0 24 0,0-24 0,0 25 15,0-25-15,0 25 0,0 0 0,0-25 0,-25 25 0,25-25 16,0 24-16,0-24 0,0 25 0,0 0 0,0-25 15,0 25-15,0-25 0,0 25 0,25-25 0,-25 24 16,0-24-16,0 25 0,0-25 0,0 0 0,0 0 0,0 25 16,25-25-16,-25 0 0,0 0 0,0 0 0,24 0 15,-24 0-15,0 0 0,25 0 0,-25 0 0,0 0 0,25 0 16,-25 0-16,0-25 0,25 25 0,-25 0 0,0 0 15,25-25-15</inkml:trace>
  <inkml:trace contextRef="#ctx0" brushRef="#br0" timeOffset="76187.3577">4887 9327 0,'0'0'0,"0"0"0,0 0 0,0 0 16,0 0-16,0 0 0,0 0 0,0-25 0,0 25 15,0 0-15,0 0 0,0 0 0,24-25 0,-24 25 0,0 0 16,25-25-16,-25 25 0,25 0 0,-25-25 0,25 25 15,-25-24-15,25 24 0,-25-25 0,24 25 0,-24-25 0,25 0 16,-25 25-16,25-25 0,-25 25 0,25-24 0,-25 24 16,25-25-16,-25 25 0,0-25 0,24 25 0,-24-25 15,0 25-15,0-25 0,0 25 0,0 0 0,0-25 0,0 25 16,0 0-16,0 0 0,0-24 0,-24 24 0,24 0 0,0 0 15,0-25-15,-25 25 0,25 0 0,0 0 0,0-25 16,-25 25-16,25 0 0,0 0 0,-25 0 0,25 0 16,0 0-16,0 0 0,-25 0 0,25 0 0,0 0 0,0 0 15,-24 0-15,24 0 0,0 0 0,0 0 0,0 0 16,0 0-16,0 0 0,0 25 0,-25-25 0,25 0 15,0 25-15,0-25 0,0 24 0,0-24 0,0 25 0,0-25 16,0 25-16,0 0 0,0-25 0,-25 25 0,25 0 16,0-1-16,0-24 0,0 25 0,0 0 0,0 0 15,0-25-15,0 25 0,0-1 0,0-24 0,0 25 0,0 0 16,0-25-16,0 25 0,0-25 0,0 25 0,0-25 0,0 24 15,0-24-15,0 25 0,0-25 0,0 25 0,0-25 16,-25 0-16,25 0 0,0 25 0,0-25 0,0 0 16,0 0-16,0 0 0,0 0 0,0 0 0,0 0 0,0 0 15,0 0-15,0 0 0,25 0 0,-25 0 0,0 0 16,0 0-16,0-25 0,0 25 0,25 0 0,-25 0 15,0-25-15,25 25 0,-25 0 0,24-25 0,-24 25 0,0-24 16,25 24-16,-25-25 0,0 25 0,25 0 0,-25-25 0,0 25 16,0 0-16,25 0 0,-25-25 0,0 25 0,0 0 15,0 0-15,0 0 0,0 0 0,0 25 0,25-25 0,-25 0 16,0 0-16,0 25 0,0-25 0,0 0 0,-25 25 15,25-25-15,0 24 0,0-24 0,0 25 0,0-25 16,0 0-16,25 25 0,-25-25 0,0 25 0,0-25 0,0 0 16,0 25-16,0-25 0,0 0 0,0 24 0,0-24 15,0 0-15,0 25 0,0-25 0,0 0 0,0 0 16,24 0-16,-24 25 0,0-25 0,0 0 0,0 0 0,25 0 15,-25 0-15,25 0 0,-25 0 0,25 0 0,-25 0 16,25 0-16,-25-25 0,24 25 0,1 0 0,-25-25 0</inkml:trace>
  <inkml:trace contextRef="#ctx0" brushRef="#br0" timeOffset="76851.3957">5556 9302 0,'0'0'0,"0"0"0,0 0 16,-25 0-16,25-25 0,0 25 0,0 0 0,0 0 15,0-25-15,-24 25 0,24 0 0,0 0 0,0 0 0,-25 0 16,25-25-16,0 25 0,0 0 0,0 0 0,-25 0 15,25 0-15,0 0 0,0 0 0,0 0 0,-25 0 16,25 0-16,0 0 0,0 0 0,-25 0 0,25 25 0,0-25 16,0 0-16,-24 0 0,24 25 0,0-25 0,0 0 15,-25 25-15,25-25 0,0 25 0,0-25 0,0 24 16,0-24-16,0 25 0,-25-25 0,25 0 0,0 25 0,25-25 15,-25 25-15,0-25 0,0 25 0,0-25 0,0 0 16,0 24-16,25-24 0,-25 0 0,0 0 0,0 0 0,24 25 16,-24-25-16,0 0 0,0 0 0,25 0 0,-25 0 15,0 0-15,0 0 0,25 0 0,-25 0 0,0 0 0,25 0 16,-25 0-16,0 0 0,0-25 0,25 25 0,-25 0 15,0 0-15,24-24 0,-24 24 0,0 0 0,0-25 0,0 25 16,25-25-16,-25 25 0,0-25 0,0 25 0,0-25 16,0 25-16,0 0 0,0-24 0,0 24 0,0-25 0,0 25 15,0 0-15,0 0 0,0 0 0,0-25 0,0 25 16,0 0-16,0 0 0,0 0 0,0 0 0,0 0 15,0 0-15,0 0 0,0 0 0,0 0 0,0 0 16,0 25-16,0-25 0,0 0 0,0 0 0,0 0 0,0 25 16,0-25-16,0 0 0,0 24 0,0-24 0,0 25 15,0-25-15,0 25 0,0-25 0,0 25 0,0-25 16,0 0-16,0 25 0,0-25 0,0 24 0,0-24 0,0 0 15,0 25-15,0-25 0,0 0 0,0 25 0,0-25 0,0 0 16,25 0-16,-25 0 0,0 0 0,0 25 0,0-25 16,0 0-16,0 0 0,0 0 0,25 0 0,-25 0 0,0-25 15,0 25-15,0 0 0,25 0 0,-25 0 0,0 0 16,0-25-16,0 25 0,24 0 0,-24 0 0,0-25 15,0 25-15,0 0 0,0-24 0,25 24 0,-25 0 0,0-25 16,0 25-16,0 0 0,0-25 0,0 25 0,0 0 16,0 0-16,0-25 0,0 25 0,0 0 0,0 0 15,0 0-15,0 0 0,0 0 0,0 0 0,0 0 0,0 25 16,0-25-16,0 0 0,0 0 0,0 25 0,0-25 15,0 0-15,0 25 0,0-25 0,0 24 0,0-24 0,0 0 16,0 25-16,0-25 0,0 0 0,0 25 0,0-25 16,0 0-16,0 0 0,0 25 0,0-25 0,0 0 0,0 0 15,0 0-15,0 0 0,0 0 0,25-25 0,-25 25 16,0 0-16,0 0 0</inkml:trace>
  <inkml:trace contextRef="#ctx0" brushRef="#br0" timeOffset="77002.4043">5829 9103 0,'0'0'0,"0"0"0,0 0 0,0 0 0,0 0 16,0 0-16,0 0 0,0 0 0,0 0 0,0 0 16,0 0-16,0 0 0,0 0 0,0 0 0,0 0 0,0 25 15,0-25-15,0 0 0,0 0 0,25 0 0,-25 0 16</inkml:trace>
  <inkml:trace contextRef="#ctx0" brushRef="#br0" timeOffset="77473.4313">6697 8979 0,'0'0'0,"0"0"0,0 0 0,0-25 0,-25 25 15,25 0-15,0 0 0,0 25 0,0-25 0,0 0 16,0 0-16,0 25 0,0-25 0,0 0 0,0 25 0,-24 0 16,24-25-16,0 25 0,0-1 0,0 1 0,0-25 15,0 25-15,0 0 0,0 0 0,0-1 0,0 1 16,0 0-16,0-25 0,0 25 0,0 0 0,0-1 0,0 1 15,0-25-15,0 25 0,0 0 0,0-25 0,0 25 16,0-25-16,0 24 0,0-24 0,0 25 0,0-25 16,0 25-16,0-25 0,0 0 0,0 0 0,0 0 0,0 0 15,0 0-15,0 0 0,0 0 0,0 0 0,-25 0 0,25 0 16,0 0-16</inkml:trace>
  <inkml:trace contextRef="#ctx0" brushRef="#br0" timeOffset="77663.4417">6524 9252 0,'0'0'0,"0"-25"0,0 25 0,0 0 16,0 0-16,0-24 0,0 24 0,0 0 0,0 0 0,0 0 15,24 0-15,-24 0 0,0 0 0,25 0 0,-25-25 16,0 25-16,25 0 0,0 0 0,-25 0 0,25-25 0,-25 25 16,24 0-16,1 0 0,0 0 0,-25 0 0,25 0 15,-25 0-15,25 0 0,-1 0 0,-24 25 0,25-25 0,-25 0 16,25 0-16,-25 25 0,25-25 0,-25 0 0,0 24 15,25-24-15,-25 25 0,0-25 0,0 0 0,25 25 16,-25-25-16,0 0 0,0 25 0</inkml:trace>
  <inkml:trace contextRef="#ctx0" brushRef="#br0" timeOffset="77910.4561">6871 9351 0,'0'0'16,"0"0"-16,0 0 0,0 0 0,0 0 0,0 0 15,0 0-15,0-24 0,0 24 0,0 0 0,0-25 16,0 25-16,0 0 0,0-25 0,25 25 0,-25-25 0,0 25 16,0 0-16,25 0 0,-25-25 0,0 25 0,24 0 15,-24 0-15,0 0 0,0 0 0,25 0 0,-25 0 0,0 0 16,0 0-16,25 0 0,-25 25 0,0-25 0,25 0 15,-25 25-15,0-25 0,0 0 0,0 25 0,25-25 0,-25 25 16,0-25-16,0 24 0,0-24 0,0 25 0,0-25 16,0 25-16,0-25 0,0 25 0,0-25 0,0 0 15,-25 25-15,25-25 0,0 0 0,0 24 0,0-24 0,0 0 16,0 25-16,0-25 0,0 0 0,0 0 0,0 0 15,0 25-15,25-25 0,-25 0 0,0 0 0,0 0 0,0 0 16,24 0-16,-24 0 0,0 0 0,25-25 0,-25 25 16,0 0-16,25 0 0</inkml:trace>
  <inkml:trace contextRef="#ctx0" brushRef="#br0" timeOffset="78436.4861">7268 9302 0,'0'0'0,"0"0"0,0 0 15,0 0-15,0 0 0,0 0 0,0 0 0,0 0 0,0 0 16,0 0-16,0 0 0,-25 0 0,25 0 0,0 0 15,0 0-15,0 0 0,0 0 0,0 25 0,0-25 0,0 0 16,0 24-16,0-24 0,0 0 0,0 25 0,0-25 16,0 25-16,0-25 0,-25 25 0,25-25 0,0 25 15,0-25-15,0 24 0,0-24 0,0 0 0,0 25 0,0-25 16,25 0-16,-25 25 0,0-25 0,0 0 0,0 25 15,0-25-15,0 0 0,0 0 0,0 0 0,25 0 0,-25 0 16,0 0-16,0 0 0,25 0 0,-25 0 0,0 0 16,24 0-16,-24 0 0,0 0 0,25 0 0,-25 0 0,25-25 15,-25 25-15,0 0 0,25-25 0,-25 25 0,25 0 16,-25-25-16,24 25 0,-24-24 0,0 24 0,0 0 15,25-25-15,-25 25 0,0-25 0,0 25 0,0 0 0,0 0 16,0-25-16,0 25 0,0 0 0,0-25 0,0 25 16,0 0-16,0 0 0,0 0 0,0-24 0,0 24 0,0 0 15,-25 0-15,25 0 0,0-25 0,0 25 0,0 0 16,0 0-16,0 0 0,-24 0 0,24 0 0,0 0 0,0 0 15,0 0-15,0 0 0,0 0 0,0 0 0,-25 0 16,25 25-16,0-25 0,0 0 0,0 0 0,0 24 16,0-24-16,0 25 0,-25-25 0,25 0 0,0 25 0,0-25 15,0 25-15,0-25 0,0 0 0,0 25 0,0-25 16,0 24-16,0-24 0,25 0 0,-25 25 0,0-25 15,0 0-15,0 25 0,0-25 0,0 0 0,25 25 0,-25-25 16,0 0-16,0 0 0,24 0 0,-24 0 0,0 0 16,25 25-16,-25-25 0,25 0 0,-25-25 0,25 25 0,-25 0 15,25 0-15,-1 0 0,-24 0 0,25-25 0,-25 25 16,25 0-16,-25 0 0,25-25 0,-25 25 0,25 0 0,-25-25 15,0 25-15,0-24 0,24 24 0,-24 0 0,0-25 16</inkml:trace>
  <inkml:trace contextRef="#ctx0" brushRef="#br0" timeOffset="78810.5077">7714 9227 0,'0'0'0,"0"0"16,0 0-16,-25 0 0,25 25 0,0-25 0,0 0 16,0 0-16,0 25 0,0-25 0,0 0 0,0 25 0,0-25 15,0 25-15,0-25 0,0 24 0,0-24 0,0 25 16,0-25-16,0 0 0,0 25 0,0-25 0,0 25 0,0-25 15,0 0-15,0 25 0,0-25 0,0 0 0,0 0 16,0 24-16,0-24 0,0 0 0,0 0 0,0 0 16,0 0-16,0 25 0,0-25 0,0 0 0,0 0 0,0 0 15,0 0-15,25 0 0,-25-25 0,0 25 0,0 0 0,0 0 16,25 0-16,-25-24 0,25 24 0,-25 0 15,25-25-15,-25 25 0,24-25 0,-24 25 0,0-25 0,25 25 16,-25 0-16,25-25 0,-25 25 0,0 0 0,25-24 0,-25 24 16,0 0-16,0 0 0,0 0 0,0 0 0,0 0 15,25 0-15,-25 0 0,0 0 0,0 24 0,0-24 16,0 0-16,0 0 0,0 25 0,0-25 0,0 25 0,0-25 15,0 0-15,0 25 0,0-25 0,0 0 0,0 25 16,0-25-16,0 0 0,0 24 0,0-24 0,0 0 16,0 0-16,0 25 0,0-25 0,0 0 0,0 0 0,0 0 15,0 0-15,0 0 0,24 0 0,-24 0 0,0 0 16,0 0-16,0 0 0,0 0 0,0 0 0,0 0 0,0 0 15</inkml:trace>
  <inkml:trace contextRef="#ctx0" brushRef="#br0" timeOffset="79076.5229">7491 9128 0,'0'-25'0,"0"25"0,0 0 0,0 0 16,0-24-16,0 24 0,0 0 0,0-25 0,0 25 15,0 0-15,0-25 0,0 25 0,0 0 0,25-25 16,-25 25-16,0 0 0,25-25 0,-25 25 0,0 0 0,24-25 16,-24 25-16,0 0 0,25 0 0,-25 0 0,0 0 15,25 0-15,-25 0 0,0 0 0,25 0 0,-25 0 16,0 0-16,25 0 0,-25 0 0,0 0 0,24 0 0,-24 0 15,0 25-15,0-25 0,0 0 0,0 0 0,25 25 0,-25-25 16,0 0-16,0 0 0,0 0 0,0 25 0,0-25 16</inkml:trace>
  <inkml:trace contextRef="#ctx0" brushRef="#br0" timeOffset="79271.5341">7838 8830 0,'0'0'0,"0"0"0,25 0 16,-25 0-16,0 0 0,0 0 0,0 0 0,0 0 15,25 0-15,-25 0 0,0 0 0,0 25 0,25-25 0,-25 0 16,0 0-16,0 25 0,24-25 0,-24 25 0,0-25 16,0 0-16,0 25 0,0-25 0,0 24 0,0-24 15,-24 25-15,24-25 0,0 25 0,-25-25 0,25 0 16,-25 25-16,25-25 0,-25 25 0,0-25 0</inkml:trace>
  <inkml:trace contextRef="#ctx0" brushRef="#br0" timeOffset="79438.5434">7342 9079 0,'0'0'0,"0"0"0,0 0 0,0 0 0,0 0 0,0-25 16,0 25-16,0 0 0,0 0 0,0 0 0,0 0 16,0 0-16,0 0 0,0 0 0,0 0 0,0 0 15,0 0-15,0 0 0,0 0 0,0 0 0,25 0 0,-25 0 16,0 0-16,0 0 0,0 0 0,25 0 0,-25 0 15,0 0-15,0 0 0</inkml:trace>
  <inkml:trace contextRef="#ctx0" brushRef="#br0" timeOffset="79889.5694">9203 9327 0,'-25'-25'0,"25"25"15,0-25-15,0 25 0,-25 0 0,25-25 0,0 25 0,-25-25 16,25 25-16,-25-24 0,25 24 0,0 0 0,-24-25 16,24 25-16,0-25 0,-25 25 0,25 0 0,0 0 0,-25-25 15,25 25-15,0 0 0,-25 0 0,25 0 0,0 0 16,-25 0-16,25 0 0,0 0 0,-25 0 0,25 25 15,-24-25-15,24 0 0,0 25 0,-25-25 0,25 25 0,0-25 16,-25 24-16,25 1 0,0-25 0,0 25 0,0-25 16,-25 25-16,25 0 0,0-25 0,0 24 0,0-24 0,25 25 15,-25-25-15,0 25 0,0-25 0,0 25 0,0-25 16,25 0-16,-25 25 0,0-25 0,25 0 0,-25 0 15,24 0-15,-24 0 0,25 24 0,-25-24 0,25-24 0,0 24 16,-25 0-16,25 0 0,0 0 0,-25 0 0,24-25 16,1 25-16,-25-25 0,25 25 0,-25-25 0,25 25 0,-25-25 15,25 25-15,-25-24 0,0-1 0,24 25 0,-24-25 16,0 0-16</inkml:trace>
  <inkml:trace contextRef="#ctx0" brushRef="#br0" timeOffset="80209.5877">9252 8830 0,'0'0'0,"0"0"0,0 0 16,0 0-16,0 0 0,0 0 0,0 0 0,-25 25 0,25-25 15,0 25-15,0-25 0,0 25 0,0 0 0,0-25 16,-24 24-16,24 1 0,0-25 0,0 25 0,0 0 0,0 0 16,0 0-16,0-1 0,0 1 0,0-25 0,0 25 15,0 0-15,0 0 0,-25-1 0,25 1 0,0 0 16,0 0-16,0-25 0,0 25 0,0-1 0,0 1 0,0-25 15,0 25-15,0-25 0,0 25 0,0-25 0,0 25 16,0-25-16,0 0 0,-25 24 0,25-24 0,0 0 16,0 0-16,0 0 0,0 0 0,0 0 0,-25-24 0,25 24 15,0 0-15</inkml:trace>
  <inkml:trace contextRef="#ctx0" brushRef="#br0" timeOffset="80271.5913">9054 9227 0,'0'0'0,"0"0"0,0-24 0,0 24 0,0 0 0,0 0 0,0 0 0,0-25 0,0 25 16,0 0-16,25 0 0,-25 0 0,0 0 0,24 0 0,-24 0 0,0 0 0,25 0 0,0 0 0,-25 25 0,25-25 0,0 0 0,-25 0 0,24 0 0,1 0 0,-25 0 0,25 24 0,0-24 0,0 0 0,-25 0 0,24 25 0,-24-25 16,25 0-16,0 0 0,-25 25 0,25-25 0,-25 0 15,25 0-15,-25 0 0,24 0 0</inkml:trace>
  <inkml:trace contextRef="#ctx0" brushRef="#br0" timeOffset="81180.6433">9550 9277 0,'0'-25'0,"0"25"0,0 0 0,0 0 16,0 0-16,0-25 0,0 25 0,0 0 0,0 0 15,-25-24-15,25 24 0,0 0 0,0-25 0,0 25 16,0 0-16,-25 0 0,25-25 0,0 25 0,0 0 0,0-25 15,-25 25-15,25 0 0,0 0 0,0-25 0,-24 25 0,24 0 16,0 0-16,0 0 0,-25 0 0,25 0 0,0 0 16,-25 0-16,25 0 0,0 0 0,-25 25 0,25-25 15,0 0-15,-25 25 0,25-25 0,0 25 0,0-25 0,-24 25 16,24-25-16,0 24 0,0-24 0,0 25 0,0-25 15,0 25-15,0-25 0,0 25 0,0 0 0,0-25 0,0 0 16,0 24-16,0-24 0,0 25 0,24-25 0,-24 25 16,0-25-16,0 0 0,0 25 0,25-25 0,-25 0 15,0 0-15,0 25 0,25-25 0,-25 0 0,0 0 16,0 0-16,25 0 0,-25 0 0,0 0 0,25 0 0,-25 0 15,0 0-15,24 0 0,-24 0 0,25 0 0,-25 0 16,0-25-16,25 25 0,-25 0 0,25-25 0,-25 25 0,0 0 16,25-25-16,-25 25 0,0-25 0,0 25 0,24-24 15,-24 24-15,0-25 0,0 25 0,0-25 0,0 25 0,0-25 16,0 25-16,25 0 0,-25-25 0,0 25 0,0 0 15,0-24-15,0 24 0,0 0 0,0 0 0,0-25 0,0 25 16,0 0-16,0 0 0,0 0 0,0 0 0,0 0 16,0 0-16,0 0 0,0 0 0,0 0 0,0 0 0,-25 0 15,25 0-15,0 0 0,0 0 0,0 25 0,0-25 16,0 0-16,0 0 0,-24 24 0,24-24 0,0 25 15,0-25-15,0 25 0,0-25 0,0 25 0,-25-25 0,25 0 16,0 25-16,0-25 0,0 24 0,0-24 0,0 0 16,0 25-16,0-25 0,0 0 0,0 25 0,25-25 15,-25 0-15,0 0 0,0 0 0,0 25 0,0-25 0,0 0 16,24 0-16,-24 0 0,0 0 0,0 0 0,25 0 15,-25 0-15,0 0 0,25 0 0,-25 0 0,0 0 0,25-25 16,-25 25-16,0 0 0,25 0 0,-25 0 0,0-25 16,0 25-16,24-25 0,-24 25 0,0 0 0,0-24 0,0 24 15,0-25-15,25 25 0,-25-25 0,0 25 0,0 0 16,0-25-16,0 25 0,0 0 0,0-25 0,0 25 15,0 0-15,0-24 0,0 24 0,0 0 0,0 0 0,0 0 16,0 0-16,0 0 0,0 0 0,0 0 0,0 0 16,0 0-16,0 0 0,0 24 0,0-24 0,0 0 0,0 0 15,0 25-15,0-25 0,0 0 0,0 25 0,0-25 16,0 25-16,0-25 0,0 25 0,0-25 0,0 0 15,0 24-15,0-24 0,0 25 0,0-25 0,-25 0 0,25 25 16,0-25-16,0 0 0,0 0 0,0 25 0,0-25 16,0 0-16,0 0 0,0 0 0,0 0 0,0 0 0,0 0 15,0 0-15,0 25 0,0-25 0,0-25 0,25 25 16,-25 0-16,0 0 0,0 0 0,0 0 0,0 0 15,25-25-15,-25 25 0,0 0 0,0-25 0,25 25 0,-25 0 16,0-25-16,25 25 0,-25-24 0,0 24 0,24-25 16,-24 25-16,25-25 0,-25 25 0,0 0 0,25-25 15,-25 25-15,0 0 0,25-25 0,-25 25 0,0 0 0,0 0 16,0 0-16,25 0 0,-25 0 0,0 25 0,0-25 0,0 0 15,0 0-15,0 25 0,0-25 0,0 0 0,0 0 16,0 25-16,0-25 0,0 25 0,0-25 0,0 0 16,0 24-16,0-24 0,0 0 0,0 25 0,0-25 0,0 0 15,0 0-15,0 25 0,0-25 0,0 0 0,24 0 16,-24 25-16,0-25 0,0 0 0,25 0 0,-25 0 15,25 0-15,-25 0 0,25 25 0,-25-25 0,25 0 0,0-25 16,-25 25-16,24 0 0,-24 0 0,25 0 0,0 0 16</inkml:trace>
  <inkml:trace contextRef="#ctx0" brushRef="#br0" timeOffset="81670.6713">10294 9203 0,'0'-25'0,"0"25"0,0 0 16,0 0-16,0 0 0,-25 0 0,25-25 0,0 25 0,-25 0 0,25 0 15,0 0-15,0 0 0,-24 25 0,24-25 0,0 0 16,0 0-16,0 0 0,0 25 0,-25-25 0,25 0 0,0 24 15,0-24-15,0 25 0,0-25 0,0 25 0,0-25 16,0 25-16,0-25 0,0 25 0,0-25 0,0 0 0,0 24 16,0-24-16,0 25 0,0-25 0,0 0 0,0 0 15,25 25-15,-25-25 0,0 0 0,0 0 0,24 0 16,-24 0-16,0 0 0,25 0 0,-25 0 0,0 0 0,25 0 15,-25 0-15,0 0 0,25 0 0,-25 0 0,0-25 16,25 25-16,-25 0 0,0-25 0,24 25 0,-24 0 16,0-24-16,0 24 0,0 0 0,0-25 0,25 25 0,-25-25 15,0 25-15,0 0 0,0-25 0,0 25 0,0 0 16,0-25-16,0 25 0,0 0 0,0 0 0,0 0 0,0 0 15,0 0-15,0 0 0,0 25 0,0-25 0,0 0 16,-25 25-16,25-25 0,0 25 0,0-25 0,0 25 0,0-25 16,0 24-16,0 1 0,0-25 0,0 25 0,0 0 15,0 0-15,0-25 0,-24 24 0,24 1 0,0-25 16,0 25-16,0 0 0,0-25 0,0 25 0,0-1 0,0-24 15,0 25-15,0 0 0,0-25 0,0 25 0,0-25 16,0 25-16,0-25 0,0 24 0,0-24 0,0 0 16,-25 25-16,25-25 0,0 0 0,0 0 0,0 25 0,-25-25 15,25 0-15,0 0 0,-25 0 0,25 25 0,-25-25 0,25 0 16,0 0-16,-24 0 0,24 0 0,-25 0 0,25 0 15,0 0-15,-25 0 0,25 0 0,-25 0 0,25 0 16,0 0-16,-25-25 0,25 25 0,0 0 0,-24 0 0,24-25 16,-25 25-16,25 0 0,0-25 0,-25 25 0,25-24 15,-25 24-15,25-25 0</inkml:trace>
  <inkml:trace contextRef="#ctx0" brushRef="#br0" timeOffset="81993.6898">9550 8855 0,'0'0'0,"0"0"0,0 0 0,0 0 16,-25 0-16,25 0 0,0 0 0,0 0 0,0 0 16,0 0-16,0 0 0,0 0 0,0 0 0,0 0 15,0 0-15,0 0 0,0 0 0,0 0 0,0 0 0,0 0 16,0 0-16,0 0 0,0 0 0,0 25 0,0-25 15,25 0-15,-25 0 0,0 0 0,0 0 0,25 0 0,-25 0 16,0 0-16,24 0 0,-24 0 0,0 0 0,25 0 16,-25 0-16,0 0 0,25 0 0,-25 0 0,25-25 0,-25 25 15,0 0-15,0 0 0,25-25 0,-25 25 0,0 0 16</inkml:trace>
  <inkml:trace contextRef="#ctx0" brushRef="#br0" timeOffset="82210.7021">9748 8682 0,'0'0'0,"25"0"16,-25 0-16,0 0 0,0 0 0,0 24 0,25-24 15,-25 0-15,0 0 0,0 0 0,25 0 0,-25 0 0,0 25 16,0-25-16,24 0 0,-24 0 0,0 25 0,0-25 16,0 25-16,0-25 0,0 0 0,0 25 0,0-25 0,0 0 15,0 24-15,-24-24 0,24 0 0,0 25 0,-25-25 16,25 0-16,0 25 0,-25-25 0,25 0 0,-25 25 47,0-25-32,25 0-15,-24 0 0,24 25 0,-25-25 0</inkml:trace>
  <inkml:trace contextRef="#ctx0" brushRef="#br0" timeOffset="82655.7277">11137 8905 0,'0'0'0,"0"-25"15,0 25-15,0 0 0,0-25 0,0 25 0,0 0 0,0-25 16,0 25-16,0 0 0,0 0 0,0 0 0,0 0 16,0 0-16,0 0 0,0 0 0,0 0 0,0 0 0,0 0 15,0 0-15,0 25 0,0-25 0,0 25 0,0 0 16,0-25-16,0 25 0,0-1 0,0 1 0,0 0 0,0 0 15,0-25-15,0 25 0,-25 0 0,25-1 0,0 1 16,0 0-16,0 0 0,0-25 0,0 25 0,0-1 16,0-24-16,0 25 0,0 0 0,0-25 0,0 25 0,0-25 15,0 25-15,0-25 0,0 24 0,0-24 0,0 0 16,0 25-16,0-25 0,0 0 0,0 0 0,0 0 0,0 0 15,0 0-15,0 0 0,-24 0 0,24 0 0,0 0 16,0 0-16,0 0 0,-25-25 0</inkml:trace>
  <inkml:trace contextRef="#ctx0" brushRef="#br0" timeOffset="82817.7364">11013 9153 0,'0'0'0,"0"-25"0,0 25 0,0 0 15,0 0-15,0 0 0,-25-25 0,25 25 0,0 0 16,0 0-16,25 0 0,-25 0 0,0 0 0,0 0 16,0 0-16,25-24 0,-25 24 0,25 0 0,-25 0 0,25 0 15,-1 0-15,1 0 0,0 0 0,-25 0 0,25-25 16,0 25-16,0 0 0,-1 0 0,1 0 0,0 0 0,-25 0 15,25-25-15,0 25 0,-1 0 0,-24 0 0,25-25 16,-25 25-16,25 0 0,-25 0 0,25-25 0,-25 25 0</inkml:trace>
  <inkml:trace contextRef="#ctx0" brushRef="#br0" timeOffset="83758.7907">11435 8781 0,'0'0'0,"-25"0"16,25 0-16,0 0 0,0 0 0,0 0 0,0 0 0,0 0 15,0 0-15,0 0 0,0 0 0,0 25 0,0-25 16,0 0-16,0 24 0,0-24 0,0 25 0,-25 0 0,25-25 15,0 25-15,0 0 0,0-25 0,0 24 0,0 1 16,0 0-16,0 0 0,0-25 0,0 25 0,0 0 0,0-1 16,0-24-16,0 25 0,0 0 0,0 0 0,0 0 15,0-25-15,0 24 0,0 1 0,-24-25 0,24 25 16,0-25-16,0 25 0,0-25 0,0 25 0,0-25 0,0 0 15,0 24-15,0-24 0,0 0 0,0 0 0,24 0 16,-24 25-16,0-25 0,0 0 0,0 0 0,0 0 0,0 0 16,0 0-16,0 0 0,0 0 0,0 0 0,25 0 15,-25-25-15,0 25 0,0 0 0,25 0 0,-25-24 0,0 24 16,25 0-16,-25-25 0,0 25 0,25-25 0,-25 25 15,0-25-15,24 25 0,-24-25 0,0 25 0,0-24 16,25 24-16,-25-25 0,0 25 0,0 0 0,0-25 0,0 25 16,25 0-16,-25 0 0,0 0 0,0 0 0,0 0 15,0 0-15,0 0 0,0 0 0,0 0 0,0 0 16,0 0-16,0 0 0,0 0 0,0 0 0,-25 0 0,25 0 15,0 25-15,0-25 0,0 0 0,0 0 0,0 25 16,0-25-16,0 24 0,0-24 0,0 0 0,0 25 0,0-25 16,0 25-16,0-25 0,0 25 0,0-25 0,0 0 15,0 25-15,0-25 0,0 24 0,0-24 0,0 0 0,0 25 16,0-25-16,25 0 0,-25 25 0,0-25 0,0 0 15,0 0-15,0 0 0,0 0 0,25 25 0,-25-25 16,0 0-16,0 0 0,0 0 0,0 0 0,25 0 0,-25-25 16,0 25-16,0 0 0,24 0 0,-24 0 0,0-25 15,25 25-15,-25 0 0,0-25 0,25 25 0,-25-24 16,0 24-16,25-25 0,-25 25 0,0-25 0,0 25 0,25-25 15,-25 25-15,0-25 0,0 1 0,0 24 0,0-25 16,24 25-16,-24-25 0,0 25 0,0-25 0,0 25 0,0 0 16,0 0-16,0 0 0,0-25 0,0 25 0,0 0 15,0 0-15,0 0 0,0 25 0,0-25 0,0 0 0,-24 0 16,24 0-16,0 25 0,0-25 0,0 0 0,0 25 15,0-25-15,0 25 0,-25-25 0,25 24 0,0-24 16,0 25-16,0-25 0,0 25 0,0-25 0,0 25 0,0-25 16,0 25-16,0-25 0,0 24 0,0-24 0,0 25 0,0-25 15,0 0-15,0 25 0,0-25 0,0 0 0,25 25 16,-25-25-16,0 0 0,0 0 0,0 0 0,0 25 15,24-25-15,-24 0 0,0 0 0,0 0 0,25 0 16,-25 0-16,0 0 0,0 0 0,25-25 0,-25 25 0,0 0 16,25 0-16,-25 0 0,0-25 78,25 25-78,-25 0 0,0-25 0,0 25 0,24-25 0,-24 25 0,0-24 0,0 24 0,25-25 0,-25 25 0,0-25 0,0 25 0,0-25 0,0 25 0,0-25 0,0 25 0,0-24 0,25 24 0,-25 0 0,0-25 0,0 25 0,0 0 0,0-25 0,0 25 0,0 0 0,-25 0 0,25 0 0,0 0 0,0 0 0,0 0 15,0 0-15,0 0 0,0 0 0,0 0 0,0 0 16,0 25-16,0-25 0,0 0 0,0 25 0,0-25 15,0 24-15,0-24 0,-25 25 0,25-25 0,0 25 78,0-25-78,0 25 0,0 0 0,0-25 0,0 24 0,0-24 0,0 0 0,0 25 0,0-25 0,0 25 0,0-25 0,0 0 0,0 25 0,0-25 0,0 0 0,0 0 0,0 25 0,25-25 0,-25 0 0,0 0 0,25 0 0,-25 24 0,25-24 0,-25 0 0,25 0 0,-25 0 0,24 0 0,1 0 16,0-24-16,-25 24 0,25 0 0,0 0 0,-1 0 16,-24-25-16</inkml:trace>
  <inkml:trace contextRef="#ctx0" brushRef="#br0" timeOffset="83999.8045">12353 9277 0,'0'0'0,"0"0"0,0 0 16,0 0-16,-25 0 0,25 0 0,0 0 0,0-25 0,0 25 15,0 0-15,0 0 0,0 0 0,0 0 0,-25 0 16,25 0-16,0 0 0,0 0 0,0 0 0,0 0 0,0 25 15,0-25-15,0 0 0,0 25 0,0-25 0,0 0 16,0 25-16,-25-25 0,25 24 0,0-24 0,0 25 16,0-25-16,0 25 0,0-25 0,0 0 0,0 25 0,0-25 15,0 25-15,0-25 0,0 0 0,0 24 0,0-24 16,0 0-16,25 0 0,-25 25 0,0-25 0,0 0 0,0 0 15,0 0-15,0 0 0,25 0 0,-25 25 0,0-25 16,0-25-16,25 25 0,-25 0 0,0 0 0,0 0 16,0 0-16,25-25 0,-25 25 0,0 0 0</inkml:trace>
  <inkml:trace contextRef="#ctx0" brushRef="#br0" timeOffset="84276.8204">12005 8855 0,'0'0'0,"0"0"0,0 0 15,0 0-15,0 0 0,25 0 0,-25 0 0,0 0 16,0 0-16,0 0 0,0 0 0,25 25 0,-25-25 0,0 0 15,0 0-15,25 25 0,-25-25 0,0 0 0,0 25 16,25-25-16,-25 0 0,0 24 0,0-24 0,0 0 16,0 25-16,0-25 0,0 0 0,0 25 0,0-25 0,0 0 15,0 0-15,0 25 0,0-25 0,0 0 0,-25 0 16,25 0-16,0 0 0,0 0 0,-25 0 0,25 0 0,0 0 15,0 0-15,0 0 0</inkml:trace>
  <inkml:trace contextRef="#ctx0" brushRef="#br0" timeOffset="84524.8346">12303 8731 0,'0'0'0,"0"0"0,0 0 16,0 0-16,0 0 0,0 0 0,0 25 0,0-25 15,0 0-15,0 0 0,0 25 0,0-25 0,0 0 0,0 25 16,-25-25-16,25 24 0,0-24 0,0 25 31,-24-25-31,24 25 0,0 0 0,0-25 0,-25 25 0,25-25 0,0 24 0,-25-24 0,25 25 0,0-25 0,-25 25 16,25-25 15,0 0 0</inkml:trace>
  <inkml:trace contextRef="#ctx0" brushRef="#br0" timeOffset="84996.8616">13196 9227 0,'0'0'16,"0"-24"-16,0 24 0,0 0 0,0 0 0,0 0 15,0 0-15,0 0 0,0 0 0,0 0 0,0 0 0,0 0 16,0 0-16,0 0 0,0 0 0,0 0 0,0 0 0,0 0 15,25 24-15,-25-24 0,0 0 0,0 0 16,0 25-16,25-25 0,-25 0 0,0 25 0,0-25 0,0 25 16,25-25-16,-25 0 0,0 25 0,0-25 0,0 24 0,0-24 15,0 25-15,0-25 0,0 0 0,0 25 0,0-25 16,0 0-16,0 25 0,24-25 0,-24 0 0,0 0 15,0 25-15,0-25 0,0 0 0,0 0 0,0 0 0,0 0 16,0 0-16,0 0 0,0 0 0,25 0 0,-25 0 16,0 0-16,0 0 0,0 0 0,0-25 0,25 25 0,-25 0 15,0 0-15,25-25 0,-25 25 0,0 0 0,25-25 16,-25 25-16,0-25 0,24 25 0,-24-24 0,0 24 15,0-25-15,25 0 0,-25 25 0,0-25 0,0 25 0,25-25 16,-25 25-16,0-24 0,0 24 0,0 0 0,25 0 16,-25-25-16,0 25 0,0 0 0,0 0 0,0 0 0,0 0 15,0-25-15,0 25 0,25 0 0,-25 0 0,0 0 16,0 0-16,0 0 0,0 0 0,0 25 0,0-25 0,0 0 15,24 0-15,-24 0 0,0 0 0,0 0 0,25 0 16,-25 0-16,0 25 0,0-25 0</inkml:trace>
  <inkml:trace contextRef="#ctx0" brushRef="#br0" timeOffset="85372.8831">13742 9327 0,'0'0'0,"0"0"15,0 0-15,0 0 0,0 0 0,0 0 0,0 0 16,0 0-16,0-25 0,0 25 0,0 0 0,0 0 0,0-25 15,0 25-15,0 0 0,0 0 0,25-25 0,-25 25 16,0 0-16,0 0 0,0-25 0,0 25 0,0 0 0,0 0 16,0-24-16,0 24 0,0 0 0,0 0 0,0-25 15,-25 25-15,25 0 0,0 0 0,0 0 0,0 0 16,-25 0-16,25-25 0,0 25 0,-25 0 0,25 0 0,-25 0 15,25 25-15,0-25 0,-24 0 0,24 0 0,0 0 16,-25 0-16,25 0 0,0 25 0,0-25 0,-25 0 16,25 24-16,0-24 0,0 0 0,0 25 0,0-25 0,-25 0 15,25 25-15,0-25 0,0 25 0,0-25 0,0 0 16,0 25-16,0-25 0,0 24 0,25-24 0,-25 0 15,0 25-15,0-25 0,0 25 0,25-25 0,-25 0 0,0 25 16,0-25-16,25 0 0,-25 25 0,0-25 0,24 0 0,-24 0 16,25 24-16,-25-24 0,25 0 0,-25 0 0,25 0 15,-25 0-15,25 25 0,-1-25 0,-24 0 0,25 0 16,0 0-16,-25 0 0,25 0 0,0 0 0,-1 0 0,1 0 15,-25 0-15,25 0 0,0-25 0</inkml:trace>
  <inkml:trace contextRef="#ctx0" brushRef="#br0" timeOffset="85688.9011">14263 9277 0,'0'-25'0,"-25"25"16,25 0-16,0-25 0,0 25 0,0 0 0,0-24 16,-25 24-16,25 0 0,0-25 0,0 25 0,0 0 0,-25 0 15,25 0-15,0-25 0,0 25 0,0 0 0,-25 0 16,25 0-16,0 0 0,0 0 0,0 0 0,0 0 15,-24 0-15,24 0 0,0 0 0,0 0 0,-25 0 0,25 25 16,0-25-16,0 0 0,-25 25 0,25-25 0,0 24 0,0-24 16,0 25-16,-25 0 0,25-25 0,0 25 0,0-25 15,0 25-15,0-25 0,0 24 0,25-24 0,-25 25 16,0-25-16,0 25 0,0-25 0,0 0 0,25 25 0,-25-25 15,0 25-15,0-25 0,25 0 0,-25 0 0,0 24 16,24-24-16,-24 0 0,25 0 0,-25 0 0,25 0 0,-25 0 16,25 0-16,-25 0 0,25 0 0,-25 0 0,24 0 15,1 0-15,-25 0 0,25-24 0,0 24 0,-25 0 16,25-25-16,0 25 0,-25 0 0,24-25 0,1 25 0,-25-25 15,25 25-15,-25-25 0,25 25 0,-25-24 0,25-1 16</inkml:trace>
  <inkml:trace contextRef="#ctx0" brushRef="#br0" timeOffset="85919.9144">14684 8905 0,'0'0'0,"0"0"0,-24 0 0,24 25 16,0-25-16,0 0 0,0 0 0,0 0 0,0 24 0,0-24 16,0 0-16,0 25 0,-25-25 0,25 25 0,0-25 0,0 25 15,0 0-15,0-25 0,0 25 0,0-1 16,0-24-16,-25 25 0,25 0 0,0 0 0,0-25 0,0 25 15,0-1-15,0 1 0,0-25 0,0 25 0,-25 0 0,25 0 16,0-25-16,0 24 0,0-24 0,0 25 0,0-25 16,0 25-16,0-25 0,0 25 0,-25-25 0,25 25 15,0-25-15,0 0 0,0 0 0,0 24 0,0-24 0,0 0 16,0 0-16,-24 0 0,24 0 0,0 0 0,0 0 15,0 0-15,-25 0 0,25-24 0,0 24 0</inkml:trace>
  <inkml:trace contextRef="#ctx0" brushRef="#br0" timeOffset="86276.9347">14511 9277 0,'25'0'0,"-25"-25"0,0 25 0,0 0 0,0-25 0,24 25 15,-24 0-15,0 0 0,25-24 0,-25 24 0,0 0 16,25 0-16,-25 0 0,0 0 0,25 0 0,-25 0 0,0 0 16,25 0-16,-25 0 0,24 0 0,-24 24 0,25-24 0,-25 0 15,0 0-15,25 0 0,-25 25 0,0-25 16,0 0-16,25 25 0,-25-25 0,0 0 0,0 25 0,0-25 0,0 0 15,0 25-15,-25-25 0,25 24 0,0-24 0,0 0 16,0 25-16,0-25 0,0 0 0,0 25 0,0-25 16,0 25-16,0-25 0,0 0 0,0 0 0,0 25 0,0-25 15,0 0-15,0 0 0,0 24 0,0-24 0,0 0 16,0 0-16,25 0 0,-25 0 0,0 0 0,25 0 15,-25 0-15,0 0 0,24 0 0,-24 0 0,25-24 0,0 24 16,-25 0-16,25 0 0,-25-25 0,0 25 0,25 0 16,-25-25-16,0 25 0,0-25 0,24 25 0,-24-25 0,0 25 15,0-24-15,0 24 0,0-25 0,0 25 0,0-25 16,0 25-16,0 0 0,0-25 0,0 25 0,-24-25 0,24 25 16,0 0-16,0 0 0,0-24 0,0 24 15,-25 0-15,25 0 0,0 0 0,0 0 0,0 0 0,-25 0 16,25 0-16,0 0 0,0 0 0,-25 0 0,25 0 0,0-25 15,0 25-15,-25 0 0,25 0 0</inkml:trace>
  <inkml:trace contextRef="#ctx0" brushRef="#br0" timeOffset="86472.9457">14957 8979 0,'0'0'0,"0"0"0,0 0 0,0 25 0,0-25 15,25 0-15,-25 0 0,0 0 0,0 0 0,25 25 16,-25-25-16,0 0 0,0 25 0,25-25 0,-25 0 0,0 25 15,0-25-15,0 24 0,0-24 0,0 0 0,0 25 16,0-25-16,0 25 0,0-25 0,-25 25 0,25-25 16,0 0-16,-25 25 0,25-25 0,-25 0 0,25 0 0,-25 24 15,25-24-15</inkml:trace>
  <inkml:trace contextRef="#ctx0" brushRef="#br0" timeOffset="87168.9858">16421 8954 0,'0'0'0,"0"0"0,0 0 0,0 0 0,0 0 15,0 0-15,-25 0 0,25 0 0,0 25 0,0-25 16,0 0-16,0 0 0,0 0 0,0 25 0,0-25 0,-25 25 15,25-25-15,0 25 0,0 0 0,0-25 0,0 24 16,0 1-16,0 0 0,0 0 0,0-25 0,0 25 16,-25-1-16,25 1 0,0-25 0,0 25 0,0 0 15,0 0-15,0-25 0,-25 24 0,25-24 0,0 25 0,0-25 16,0 25-16,0-25 0,0 25 0,0-25 0,0 25 15,0-25-15,-24 0 0,24 0 0,0 24 0,0-24 0,0 0 16,0 0-16,0 0 0,0 0 0,-25 0 0,25 0 0,0 0 16,0 0-16,-25 0 0,25 0 0</inkml:trace>
  <inkml:trace contextRef="#ctx0" brushRef="#br0" timeOffset="87334.9953">16272 9203 0,'25'0'0,"-25"0"0,0 0 0,0-25 0,0 25 0,0 0 15,0 0-15,0-25 0,0 25 0,24 0 0,-24 0 16,0 0-16,25-25 0,-25 25 0,25 0 0,0 0 15,-25 0-15,25 0 0,-25 0 0,25 0 0,-1 0 0,-24 0 16,25 0-16,0 0 0,-25 0 0,25 25 0,-25-25 16,25 0-16,-25 25 0,24-25 0,-24 25 0,25-25 15,-25 24-15,25-24 0,-25 25 0</inkml:trace>
  <inkml:trace contextRef="#ctx0" brushRef="#br0" timeOffset="87922.0289">16594 9426 0,'0'0'0,"0"0"0,0 0 0,0 0 16,0-25-16,0 25 0,0 0 0,0-25 15,0 25-15,0 0 0,0-25 0,0 25 0,0 0 0,0-24 16,0 24-16,25 0 0,-25-25 0,0 25 0,0 0 0,25 0 16,-25-25-16,0 25 0,25 0 0,-25 0 0,25 0 15,-25 0-15,0 0 0,24 0 0,-24 0 0,0 0 16,0 0-16,25 0 0,-25 0 0,0 0 0,0 0 0,0 0 15,0 25-15,25-25 0,-25 0 0,0 25 0,0-25 16,0 0-16,0 24 0,0-24 0,-25 0 0,25 25 0,0-25 16,0 25-16,0-25 0,0 0 0,-25 25 0,25-25 15,0 25-15,0-25 0,0 0 0,0 24 0,0-24 0,0 25 16,0-25-16,0 0 0,0 0 0,0 25 15,0-25-15,0 0 0,0 0 0,25 25 0,-25-25 0,0 0 16,0 0-16,25 0 0,-25 0 0,25 0 0,-25 0 0,0 0 16,25 0-16,-1 0 0,-24 0 0,25 0 0,0 0 15,-25 0-15,25 0 0,0 0 0,-1 0 0,-24-25 0,25 25 16,0 0-16,-25 0 0,25-25 0,0 25 0,-25 0 15,0-25-15,24 25 0,-24 0 0,25-24 0,-25 24 16,0-25-16,0 25 0,0 0 0,0-25 0,25 25 0,-25-25 16,0 25-16,-25 0 0,25-25 0,0 25 0,0 0 15,0-24-15,0 24 0,0 0 0,0-25 0,0 25 0,0 0 16,-25 0-16,25 0 0,0-25 0,0 25 0,0 0 15,0 0-15,-24 0 0,24 0 0,0 0 0,0 25 16,0-25-16,-25 0 0,25 0 0,0 25 0,0-25 0,0 0 16,-25 24-16,25-24 0,0 25 0,0-25 0,-25 25 15,25-25-15,0 25 0,0-25 0,0 25 0,0-25 0,0 24 16,0-24-16,0 0 0,0 25 0,0-25 0,0 25 15,0-25-15,0 0 0,0 25 0,0-25 0,0 0 0,25 0 16,-25 25-16,0-25 0,0 0 0,25 0 0,-25 0 16,0 0-16,25 0 0,-25 0 0,24 0 0,-24 0 15,25 0-15,0 0 0,-25 0 0,25 0 0,0-25 0,-1 25 16,-24 0-16,25 0 0,0-25 0,-25 25 0,25-25 15,-25 25-15,25 0 0,-25-25 0,24 25 0,-24-24 16,0-1-16</inkml:trace>
  <inkml:trace contextRef="#ctx0" brushRef="#br0" timeOffset="88251.0477">17388 9327 0,'0'0'0,"25"0"15,-25 0-15,0 0 0,0 0 0,0 0 0,25 0 16,-25 0-16,0 0 0,0 0 0,0 0 0,0 0 15,0 0-15,-25 0 0,25 24 0,0-24 0,0 0 0,0 25 16,0-25-16,0 0 0,0 25 0,0-25 0,0 25 16,0-25-16,-25 25 0,25-25 0,0 24 0,0-24 15,0 0-15,0 25 0,0-25 0,0 0 0,0 25 0,-25-25 16,25 0-16,0 25 0,0-25 0,0 0 0,0 0 15,0 0-15,25 0 0,-25 0 0,0 0 0,0 0 0,0 0 16,25 0-16,-25 0 0,0 0 0,25 0 0,-25 0 16,24 0-16,-24-25 0,25 25 0,0 0 0,-25 0 0,25-25 15,-25 25-15,25 0 0,-25-25 0,25 25 0,-1 0 16,-24-24-16,0 24 0,25 0 0,-25 0 0,0 0 15,0 0-15,25 0 0,-25 0 0,0 0 0,0 0 0,0 0 16,0 0-16,0 0 0,0 24 0,0-24 0,0 0 16,-25 25-16,25-25 0,0 0 0,0 25 0,0-25 0,0 0 15,0 25-15,0-25 0,0 0 0,-25 0 0,25 25 16,0-25-16,0 0 0,0 24 0,0-24 0,0 0 15,0 0-15,0 25 0,0-25 0,0 0 0,0 0 0,-24 0 16,24 0-16,0 0 0,0 0 0,0 0 0,0 0 16,-25 0-16</inkml:trace>
  <inkml:trace contextRef="#ctx0" brushRef="#br0" timeOffset="88487.0612">17165 9128 0,'0'-25'0,"0"25"0,0 0 0,0-24 0,0 24 0,0 0 15,0-25-15,0 25 0,0 0 0,25 0 0,-25-25 16,0 25-16,24 0 0,-24 0 0,25-25 0,-25 25 16,25 0-16,-25 0 0,25 0 0,0 0 0,-25 0 0,24 0 15,1 0-15,-25 0 0,25 0 0,-25 0 0,25 0 16,-25 25-16,0-25 0,25 0 0,-25 25 0,0-25 15,24 25-15,-24-25 0,0 0 0,0 24 0,0-24 0,0 25 16,0-25-16,25 25 0,-25-25 0,0 25 0,0-25 0,0 0 16,0 25-16</inkml:trace>
  <inkml:trace contextRef="#ctx0" brushRef="#br0" timeOffset="88806.0794">18504 9674 0,'0'0'0,"0"0"0,0 0 0,-25 0 0,25 0 0,0-25 16,0 25-16,0 0 0,0 0 0,0 0 0,0 0 0,25 0 0,-25 0 0,0 0 0,25-25 0,0 25 0,-25 0 0,25 0 0,0-25 0,-1 25 0,1 0 0,-25-24 0,25 24 0,0-25 0,0 25 0,-1 0 0,1-25 0,0 25 0,0-25 16,-25 25-16,25-25 0,-1 25 0,-24-24 0</inkml:trace>
  <inkml:trace contextRef="#ctx0" brushRef="#br0" timeOffset="89030.0921">19000 9103 0,'0'0'0,"0"-24"0,-24 24 16,24 0-16,0 0 0,0 0 0,0-25 0,0 25 15,0 0-15,0 0 0,0 25 0,-25-25 0,25 0 0,0 0 16,0 24-16,0 1 0,0-25 0,0 25 0,-25 0 15,25-25-15,0 25 0,0-1 0,0 1 0,-25 0 16,25 0-16,0 0 0,0-1 0,0 1 0,0 0 0,-25 0 16,25-25-16,0 25 0,0-1 0,0 1 0,-24-25 15,24 25-15,0 0 0,0 0 0,0-25 0,0 24 0,0-24 16,0 25-16,0-25 0,0 25 0,-25-25 0,25 0 15,0 25-15,0-25 0,0 0 0,0 0 0,0 0 16,0 0-16,-25 0 0,25-25 0,0 25 0,0 0 0,0 0 16</inkml:trace>
  <inkml:trace contextRef="#ctx0" brushRef="#br0" timeOffset="89191.1015">18777 9376 0,'0'0'0,"0"0"0,0-25 0,0 25 0,0 0 0,0 0 16,0 0-16,25-24 0,-25 24 0,0 0 0,25 0 15,-25 0-15,25 0 0,-25-25 0,24 25 0,1 0 0,-25 0 16,25 0-16,0 0 0,0 0 0,-1 0 0,1 0 15,-25 0-15,25 0 0,0 0 0,0 0 0,-25 0 0,24 0 16,-24 0-16,25 25 0,-25-25 0,0 0 0,25 0 16,-25 24-16,0-24 0</inkml:trace>
  <inkml:trace contextRef="#ctx0" brushRef="#br0" timeOffset="89750.1334">19100 9426 0,'0'0'0,"0"0"0,0 0 0,-25 0 16,25 0-16,0 0 0,0 0 0,0 0 0,0 0 0,25 0 16,-25 0-16,0 0 0,0 0 0,0 0 0,24 0 15,-24 0-15,0-25 0,25 25 0,-25 0 0,25 0 0,-25-25 16,25 25-16,-25 0 0,25-25 0,-1 25 0,-24 0 15,25-24-15,-25 24 0,25 0 0,0-25 0,-25 25 0,25-25 16,-25 25-16,24-25 0,1 25 0,-25-25 0,25 25 16,-25-24-16,0 24 0,25-25 0,-25 25 0,0 0 15,0-25-15,25 25 0,-25-25 0,0 25 0,0-25 0,-25 25 16,25 0-16,0-24 0,0 24 0,0-25 0,0 25 15,-25 0-15,25 0 0,0-25 0,-25 25 0,25 0 0,0 0 16,-25 0-16,25 0 0,0-25 0,-24 25 0,24 0 16,0 0-16,0 0 0,-25 25 0,25-25 0,0 0 15,0 0-15,-25 0 0,25 0 0,0 25 0,0-25 0,0 25 16,-25-25-16,25 24 0,0 1 0,0-25 0,0 25 15,0 0-15,-25 0 0,25-25 0,0 24 0,0 1 0,0 0 16,-24-25-16,24 25 0,0 0 0,0-1 0,0-24 16,-25 25-16,25-25 0,0 25 0,0 0 0,0-25 15,0 25-15,0-25 0,-25 0 0,25 24 0,0-24 0,0 0 16,0 25-16,0-25 0,0 0 0,0 0 0,0 0 15,0 0-15,0 0 0,0 0 0,0 0 0,0 0 0,0 0 16,0 0-16,0 0 0,0 0 0,25 0 0,-25 0 16,0 0-16,25 0 0,-25-25 0,0 25 0,24 0 0,-24 0 15,25-24-15,-25 24 0,25 0 0,-25-25 0,25 25 16,-25 0-16,0 0 0,25-25 0,-25 25 0,0 0 15,0 0-15,24 0 0,-24 0 0,0 0 0,0 0 0,0 0 16,0 0-16,0 0 0,0 0 0,0 25 0,0-25 16,0 0-16,0 25 0,0-25 0,0 0 0,0 24 15,0-24-15,0 0 0,0 25 0,0-25 0,0 25 0,0-25 16,0 0-16,0 25 0,0-25 0,0 0 0,0 25 15,0-25-15,0 0 0,0 24 0,0-24 0,0 0 0,0 25 16,25-25-16,-25 0 0,0 0 0,25 0 0,-25 25 16,25-25-16,-25 0 0,25 0 0,-25 0 0,24 0 0,1 0 15,-25-25-15</inkml:trace>
  <inkml:trace contextRef="#ctx0" brushRef="#br0" timeOffset="90251.1621">19769 9550 0,'0'0'0,"0"-25"0,0 25 0,0 0 0,0-25 15,0 25-15,0-25 0,0 25 0,0 0 0,0-24 16,0 24-16,-24 0 0,24-25 0,0 25 0,0 0 0,0-25 15,-25 25-15,25 0 0,0 0 0,0-25 0,-25 25 16,25 0-16,0 0 0,0 0 0,-25 0 0,25 0 16,0 0-16,0 0 0,0 0 0,-25 0 0,25 0 0,0 0 15,-24 0-15,24 0 0,0 0 0,0 0 0,-25 25 16,25-25-16,0 0 0,-25 25 0,25-25 0,0 25 15,-25-25-15,25 24 0,0-24 0,-25 0 0,25 25 0,0-25 16,0 25-16,0-25 0,-25 25 0,25-25 0,0 25 0,0-25 16,0 0-16,0 24 0,0-24 0,0 0 15,0 25-15,0-25 0,0 0 0,0 25 0,25-25 0,-25 0 16,0 0-16,0 0 0,25 0 0,-25 0 0,0 0 0,25 0 15,-25 0-15,25 0 0,-25 0 0,0 0 0,25 0 16,-25-25-16,24 25 0,-24 0 0,25-25 0,-25 25 0,25 0 16,-25-24-16,0 24 0,25-25 0,-25 25 0,0 0 15,25-25-15,-25 25 0,0-25 0,24 25 0,-24 0 16,0-25-16,0 25 0,0 0 0,0-24 0,0 24 15,0 0-15,0 0 0,0 0 0,0-25 0,0 25 0,0 0 16,0 0-16,0 0 0,0 0 0,0 0 0,0 25 0,0-25 16,0 0-16,0 0 0,0 0 0,0 24 0,-24-24 15,24 0-15,0 25 0,0-25 0,0 0 0,0 25 16,0-25-16,-25 25 0,25-25 0,0 0 0,0 25 0,0-25 15,0 24-15,0-24 0,0 0 0,0 25 0,0-25 16,0 0-16,0 0 0,0 25 0,0-25 0,25 0 0,-25 0 16,0 0-16,0 0 0,0 0 0,24 0 0,-24 0 15,0 0-15,0 0 0,25 0 0,-25 0 0,0 0 0,25-25 16,-25 25-16,25 0 0,-25 0 0,0-25 0,0 25 15,25-24-15,-25 24 0</inkml:trace>
  <inkml:trace contextRef="#ctx0" brushRef="#br0" timeOffset="90621.1833">19943 9426 0,'0'-25'15,"0"25"-15,0 0 0,25 0 0,-25-25 0,0 25 0,0 0 16,0 0-16,0 0 0,0 0 0,0 0 0,0 0 15,0 0-15,0 25 0,-25-25 0,25 0 0,0 0 0,0 25 16,0-25-16,0 25 0,0-25 0,0 0 0,0 24 16,0-24-16,0 0 0,0 25 0,-25-25 0,25 25 15,0-25-15,0 0 0,0 25 0,0-25 0,0 0 0,0 25 16,0-25-16,0 0 0,0 0 0,0 0 0,0 24 15,0-24-15,0 0 0,0 0 0,0 0 0,0 0 16,0 0-16,0 0 0,0 0 0,25 0 0,-25 0 0,0-24 16,25 24-16,-25 0 0,0 0 0,25 0 0,-25-25 15,24 25-15,-24 0 0,25-25 0,-25 25 0,25 0 0,-25-25 16,0 25-16,25 0 0,-25-25 0,0 25 0,25 0 15,-25 0-15,0 0 0,0 0 0,0 0 0,0 0 0,0 0 16,0 0-16,0 0 0,0 0 0,0 0 0,0 0 16,0 0-16,0 0 0,-25 25 0,25-25 0,0 0 15,0 25-15,0-25 0,0 0 0,0 25 0,0-25 0,0 0 16,0 25-16,0-25 0,0 0 0,0 24 0,0-24 15,0 0-15,25 0 0,-25 25 0,0-25 0,0 0 16,24 0-16,-24 0 0,25 0 0,-25 0 0,25 0 0,-25 0 16,25 0-16,0 0 0,-25 0 0,24 0 0,1-25 0,-25 25 15,25 0-15,0 0 0,-25-24 0,25 24 0,-1 0 16</inkml:trace>
  <inkml:trace contextRef="#ctx0" brushRef="#br0" timeOffset="91006.2053">20637 9079 0,'0'0'15,"0"0"-15,0 0 0,0 0 0,-24 0 0,24 0 0,0 0 16,0 24-16,0-24 0,0 0 0,0 0 0,0 25 16,0-25-16,0 25 0,-25-25 0,25 25 0,0-25 0,0 25 15,0-25-15,0 24 0,0 1 0,-25-25 0,25 25 16,0 0-16,0-25 0,0 25 0,-25-1 0,25-24 15,0 25-15,0-25 0,0 25 0,0-25 0,0 25 0,-25-25 16,25 25-16,0-25 0,0 24 0,0-24 0,0 0 16,-24 25-16,24-25 0,0 0 0,0 0 0,0 0 0,0 0 15,0 25-15,0-25 0,0 0 0,0 0 0,0 0 16,24 0-16,-24 0 0,0 0 0,0 0 0,25-25 15,-25 25-15,0 0 0,25 0 0,-25 0 0,0-25 0,25 25 16,-25 0-16,25 0 0,-25 0 0,0-24 0,24 24 16,-24 0-16,0 0 0,0 0 0,0 0 0,25 0 0,-25 0 15,0 0-15,0 0 0,0 24 0,-25-24 0,25 0 16,0 25-16,0-25 0,0 0 0,0 25 0,0-25 15,0 25-15,0-25 0,-24 0 0,24 25 0,0-25 0,0 24 16,0-24-16,-25 0 0,25 25 0,0-25 0,0 0 16,0 0-16,0 0 0,-25 0 0,25 25 0,0-50 0,0 25 15,0 0-15,-25 0 0,25 0 0,0 0 0</inkml:trace>
  <inkml:trace contextRef="#ctx0" brushRef="#br0" timeOffset="91191.2159">19993 9079 0,'0'0'0,"0"0"0,0 0 0,0 0 16,0 0-16,0 0 0,0 0 0,0 0 0,0 0 16,24 0-16,-24 0 0,0 0 0,25 0 0,-25 0 0,25 0 15,-25 0-15,25 0 0,0 0 0,-1 0 0,-24 24 16,25-24-16,0 0 0,0 0 0,0 0 0,-25 0 0,24 25 15,1-25-15,-25 0 0,25 0 0</inkml:trace>
  <inkml:trace contextRef="#ctx0" brushRef="#br0" timeOffset="92373.2834">21903 9575 0,'0'0'0,"0"0"16,0-25-16,24 25 0,-24 0 0,0 0 0,0 0 0,0-25 15,0 25-15,0 0 0,25 0 0,-25-25 0,0 25 0,25 0 16,-25-25-16,25 25 0,-25 0 0,25-24 0,-25 24 15,24 0-15,-24-25 0,25 25 0,0 0 0,-25-25 16,25 25-16,0-25 0,-1 25 0,-24 0 0,25-25 0,0 25 16,0-24-16,0 24 0,-1-25 0,1 25 0,0-25 15,0 0-15,-25 25 0,25-25 0,-1 25 0,1-24 0,-25-1 16,25 25-16,-25-25 0,25 25 0,-25-25 0,0 0 15,25 25-15,-25-24 0,0 24 0,0-25 0,0 25 16,0-25-16,0 25 0,0-25 0,-25 25 0,25 0 0,0-25 16,0 25-16,-25 0 0,25 0 0,0-25 0,-25 25 15,25 0-15,-25 0 0,25 0 0,-24 0 0,24-24 0,-25 24 16,25 0-16,-25 0 0,25 0 0,0 0 0,-25 0 15,25 0-15,0 0 0,-25 0 0,25 0 0,0 0 16,0 0-16,-24 24 0,24-24 0,0 0 0,0 25 0,-25-25 16,25 0-16,0 25 0,0 0 0,0-25 0,0 25 15,-25 0-15,25-25 0,0 24 0,0 1 0,0 0 0,0 0 16,0-25-16,-25 25 0,25-1 0,0 1 0,0 0 15,0 0-15,0-25 0,-25 25 0,25-1 0,0 1 0,0 0 16,-24-25-16,24 25 0,0 0 0,0-25 0,0 24 16,-25 1-16,25-25 0,0 25 0,0-25 0,0 25 15,0-25-15,0 0 0,0 25 0,-25-25 0,25 0 0,0 0 16,0 0-16,0 24 0,0-24 0,0 0 0,0 0 15,0 0-15,0 0 0,0 0 0,0 0 0,0 0 16,0 0-16,25 0 0,-25 0 0,0-24 0,25 24 0,-25 0 16,0 0-16,24-25 0,-24 25 0,25 0 0,-25 0 0,25-25 15,0 25-15,-25-25 0,25 25 0,-25 0 0,24 0 16,-24-25-16,25 25 0,-25 0 0,25 0 0,-25 0 15,0-24-15,0 24 0,25 0 0,-25 0 0,0 0 0,0 0 16,0 0-16,0 0 0,0 24 0,0-24 0,0 0 16,0 0-16,0 0 0,0 0 0,0 25 0,0-25 15,-25 0-15,25 0 0,0 25 0,0-25 0,0 0 0,0 25 16,0-25-16,0 25 0,0-25 0,0 0 0,0 24 15,0-24-15,0 0 0,0 25 0,0-25 0,0 25 0,0-25 16,0 0-16,25 0 0,-25 25 0,0-25 0,0 0 16,0 0-16,0 0 0,25 0 0,-25 0 0,0 0 0,24 0 15,-24 0-15,0 0 0,25 0 0,-25 0 0,25 0 16,-25-25-16,25 25 0,-25 0 0,25-25 0,-25 25 15,0 0-15,24-25 0,-24 25 0,0 0 0,25-24 0,-25 24 16,0 0-16,0-25 0,0 25 0,0-25 0,25 25 16,-25-25-16,0 25 0,0 0 0,0-25 0,0 25 15,0-24-15,25 24 0,-25 0 0,0 0 0,0-25 0,0 25 16,0 0-16,0 0 0,0 0 0,0 0 0,0 0 0,0 0 15,0 25-15,0-25 0,-25 0 0,25 24 0,0-24 16,0 0-16,-25 25 0,25-25 0,0 25 0,0 0 16,-25-25-16,25 25 0,0-1 0,0-24 0,0 25 0,-24 0 15,24 0-15,0 0 0,-25-25 0,25 24 0,0 1 16,-25 0-16,25-25 0,0 25 0,-25 0 0,25-1 15,0-24-15,-25 25 0,25 0 0,0-25 0,0 25 0,-24-25 16,24 25-16,0-1 0,0-24 0,0 25 0,0-25 16,-25 0-16,25 25 0,0-25 0,0 25 0,0-25 0,0 0 15,0 0-15,0 0 0,0 25 0,0-25 0,0 0 16,0 0-16,-25 0 0,25 0 0,0 0 0,0 0 0,0 0 15,0 0-15,0 0 0,0-25 0,0 25 0,0 0 16,25 0-16,-25-25 0</inkml:trace>
  <inkml:trace contextRef="#ctx0" brushRef="#br0" timeOffset="92678.3009">22721 9351 0,'0'0'0,"0"-24"0,25 24 0,-25 0 0,0 0 16,25-25-16,-25 25 0,0 0 0,0 0 0,25 0 16,-25 0-16,24 0 0,-24 0 0,0 25 0,25-25 0,-25 0 15,0 0-15,25 24 0,-25-24 0,0 0 0,0 25 0,25-25 16,-25 25-16,0-25 0,0 25 0,0-25 0,0 25 15,0-25 48,0 0-63,-25 24 0,25-24 0,0 25 0,-25-25 0,25 0 0,0 25 0,-25-25 0,25 0 0,-24 25 15,24-25-15,-25 0 0,25 0 0,-25 0 0,25 0 0,0 25 0,-25-25 0,25 0 0,-25 0 0,25 0 0,0 0 0,0-25 0,-25 25 0,25 0 0,0 0 0,0 0 0,0-25 0,0 25 0,0-25 0,0 25 0,0-25 16</inkml:trace>
  <inkml:trace contextRef="#ctx0" brushRef="#br0" timeOffset="92931.3154">23168 9004 0,'0'0'0,"0"0"0,0 0 16,0 0-16,0 0 0,0 0 0,0 0 0,0 0 15,0 0-15,0 25 0,0-25 0,0 0 0,0 25 16,0-25-16,0 25 0,-25-25 0,25 24 0,0 1 0,0 0 16,0-25-16,0 25 0,0 0 0,-25-1 0,25 1 15,0 0-15,0-25 0,-25 25 0,25 0 0,0-1 0,0-24 16,0 25-16,-25 0 0,25-25 0,0 25 0,0-25 15,0 25-15,-24-25 0,24 0 0,0 24 0,0-24 16,0 0-16,0 0 0,-25 0 0,25 0 0,0 0 0,0 0 16,0 0-16</inkml:trace>
  <inkml:trace contextRef="#ctx0" brushRef="#br0" timeOffset="93087.3243">22969 9327 0,'0'0'0,"0"0"0,0 0 0,0 0 0,0 0 16,0 0-16,0 0 0,0 0 0,0 0 0,0 0 15,25 0-15,-25 0 0,0 0 0,25 0 0,-25 0 0,25 0 16,-25 0-16,24 0 0,1 0 0,-25 0 0,25 24 15,0-24-15,0 0 0,-25 0 0,24 0 0,1 0 0,0 0 16,-25 0-16,25 25 0,0-25 0,-25 0 0,24 0 16,-24 0-16</inkml:trace>
  <inkml:trace contextRef="#ctx0" brushRef="#br0" timeOffset="93801.3652">24457 9351 0,'0'0'0,"0"-24"0,0 24 16,0 0-16,0-25 0,0 25 0,0 0 0,0 0 15,0-25-15,0 25 0,0 0 0,0 0 0,0 0 0,0-25 16,0 25-16,0 0 0,0 0 0,0 0 0,0 0 16,0 0-16,0 0 0,0 0 0,0 0 0,0 25 0,25-25 15,-25 0-15,0 0 0,0 0 0,0 25 0,0-25 16,0 25-16,0-25 0,0 24 0,0-24 0,-25 25 15,25-25-15,0 25 0,0-25 0,0 0 0,0 25 0,-24-25 16,24 25-16,0-25 0,0 24 0,-25-24 0,25 0 16,0 25-16,0-25 0,0 0 0,0 25 0,0-25 0,0 0 15,0 0-15,0 0 0,-25 25 0,25-25 0,0 0 16,0 0-16,0 0 0,0 0 0,25 0 0,-25 0 15,0 0-15,0-25 0,0 25 0,25 0 0,-25 0 0,0 0 16,24-25-16,-24 25 0,25 0 0,0-25 0,-25 25 16,25-24-16,0 24 0,-1-25 0,-24 25 0,25-25 0,0 25 15,-25-25-15,25 25 0,-25-25 0,25 25 0,-25 0 16,24 0-16,-24 0 0,0-24 0,25 24 0,-25 0 0,0 0 15,0 0-15,0 0 0,0 0 0,0 24 0,0-24 16,0 0-16,0 0 0,0 25 0,0-25 0,0 0 16,0 25-16,0-25 0,0 0 0,-25 25 0,25-25 0,0 25 15,0-25-15,0 24 0,-24-24 0,24 0 0,0 25 16,0-25-16,0 25 0,0-25 0,-25 0 0,25 25 0,0-25 15,0 0-15,0 25 0,0-25 0,0 24 0,0-24 16,0 0-16,0 0 0,0 25 0,0-25 0,0 0 16,25 0-16,-25 0 0,24 0 0,-24 0 0,25 0 0,-25 0 15</inkml:trace>
  <inkml:trace contextRef="#ctx0" brushRef="#br0" timeOffset="94505.4054">25574 9475 0,'0'0'0,"0"0"16,0 0-16,0-24 0,0 24 0,0 0 0,-25-25 0,25 25 15,0 0-15,0 0 0,0-25 0,0 25 0,-25 0 0,25 0 16,0-25-16,-25 25 0,25 0 0,0 0 0,0 0 15,-25 0-15,25-25 0,0 25 0,-24 0 0,24 0 16,-25 0-16,25 0 0,0 0 0,-25 0 0,25 0 0,-25 0 16,25 0-16,0 25 0,-25-25 0,25 0 0,-24 0 15,24 0-15,-25 25 0,25-25 0,0 0 0,-25 25 0,25-25 16,0 25-16,-25-25 0,25 24 0,0-24 0,0 25 15,-25-25-15,25 25 0,0-25 0,0 25 0,0-25 0,0 25 16,25-25-16,-25 0 0,0 24 0,0-24 0,0 0 16,25 25-16,-25-25 0,0 0 0,25 0 0,-25 0 15,0 0-15,25 0 0,-25 0 0,24 0 0,-24 0 0,25 0 16,-25 0-16,25 0 0,-25 0 0,25-25 0,-25 25 15,25 0-15,-25 0 0,0-24 0,24 24 0,-24 0 16,25-25-16,-25 25 0,0 0 0,25-25 0,-25 25 0,0-25 47,25 25-47,-25-25 0,0 25 0,25 0 0,-25-24 0,0 24 0,0-25 0,0 25 0,0 0 0,24-25 0,-24 25 0,0 0 0,0 0 0,0 0 0,0-25 0,0 25 15,0 0-15,0 0 0,0 0 0,0 0 0,0 0 0,0 0 16,0 0-16,0 25 0,0-25 0,0 0 0,-24 0 16,24 0 15,0 0-31,0 25 0,0-25 0,0 0 0,0 25 0,0-25 0,0 24 0,0-24 0,0 0 15,0 25-15,-25-25 0,25 0 0,0 25 0,0-25 0,0 25 0,0-25 0,0 0 0,0 25 0,0-25 0,25 0 0,-25 24 16,0-24-16,0 0 0,0 0 0,0 25 0,0-25 16,24 0-16,-24 0 0,0 0 0,0 0 0,25 0 15,-25 0 63,25 0-78,-25 0 0,0 0 0,25 0 0,-25-25 0,25 25 0,-25 0 0,0-24 0,24 24 0</inkml:trace>
  <inkml:trace contextRef="#ctx0" brushRef="#br0" timeOffset="94888.4273">25822 9401 0,'0'-25'0,"0"25"0,24 0 0,-24 0 0,0 0 0,0 0 16,0 0-16,0 0 0,0 0 0,-24 0 0,24 0 15,0 0-15,0 0 0,0 0 0,0 25 0,0-25 0,0 0 16,0 25-16,-25-25 0,25 0 0,0 25 0,0-25 16,0 24-16,0-24 0,0 25 0,-25-25 0,25 0 15,0 25-15,0-25 0,0 25 0,-25-25 0,25 0 0,0 25 16,0-25-16,0 24 0,0-24 0,0 0 0,0 0 15,0 0-15,0 25 0,0-25 0,0 0 0,0 0 0,0 0 16,0 0-16,0 0 0,0 0 0,0 0 0,0 0 16,0 0-16,25 0 0,-25 0 0,0-25 0,0 25 0,25 0 15,-25 0-15,0-24 0,25 24 0,-25 0 0,24-25 16,-24 25-16,25-25 0,-25 25 0,25 0 0,-25-25 0,25 25 15,-25 0-15,25 0 0,-25-25 0,0 25 0,25 0 16,-25 0-16,0 0 0,0 0 0,0 0 0,0 0 16,0 0-16,0 0 0,0 0 0,0 0 0,0 0 0,0 0 15,0 25-15,0-25 0,0 0 0,0 25 0,0-25 16,0 25-16,-25-25 0,25 0 0,0 25 0,0-25 15,0 24-15,-25-24 0,25 0 0,0 25 0,0-25 0,0 25 16,0-25-16,0 0 0,0 25 0,0-25 0,0 0 16,0 0-16,0 25 0,0-25 0,0 0 0,0 0 0,0 0 15,0 0-15,0 0 0,0 0 0,0 0 0,25 0 16,-25 0-16,0 0 0,0 0 0,0-25 0,0 25 0,25 0 15,-25-25-15</inkml:trace>
  <inkml:trace contextRef="#ctx0" brushRef="#br0" timeOffset="95133.4411">25574 9178 0,'0'-25'0,"-25"25"16,25 0-16,0 0 0,0 0 0,0-25 0,0 25 0,25 0 15,-25 0-15,0-25 0,0 25 0,0 0 0,0 0 16,24-24-16,-24 24 0,0 0 0,25-25 0,-25 25 16,0 0-16,25-25 0,-25 25 0,25 0 0,-25 0 0,0-25 15,25 25-15,-25 0 0,0 0 0,24 0 0,-24 0 16,0 0-16,25 0 0,-25 0 0,0 0 0,0 0 0,25 25 15,-25-25-15,0 0 0,0 0 0,0 0 0,25 0 16,-25 25-16,0-25 0,0 0 0,0 0 0,0 0 0,25 25 16,-25-25-16,0 0 0,0 0 0,0 0 0,0 0 15,24 0-15,-24 0 0</inkml:trace>
  <inkml:trace contextRef="#ctx0" brushRef="#br0" timeOffset="95360.4543">26119 8781 0,'0'0'0,"0"0"0,0 0 0,0 0 0,25 0 0,-25 0 0,0 0 0,25 25 0,-25-25 0,25 0 0,-25 0 0,25 0 0,-25 24 0,24-24 47,-24 0-47,25 25 0,-25-25 0,0 25 0,25-25 0,-25 0 0,0 25 0,0-25 0,0 25 0,0-25 0,-25 24 0,25-24 0,0 0 0,-25 25 0,25-25 0,-24 0 0,24 25 0,-25-25 0,0 0 0,25 0 15,-25 25-15,0-25 0,1 0 0</inkml:trace>
  <inkml:trace contextRef="#ctx0" brushRef="#br0" timeOffset="95877.4837">27037 9203 0,'0'-25'0,"0"25"0,0 0 0,25-25 15,-25 25-15,0-25 0,0 25 0,0 0 0,-25-25 16,25 25-16,0 0 0,0 0 0,0-24 0,0 24 0,0 0 15,0-25-15,0 25 0,-25 0 0,25 0 0,0-25 16,0 25-16,0 0 0,-25 0 0,25 0 0,0 0 0,-24 0 16,24 0-16,-25 0 0,25 0 0,0 25 0,-25-25 15,25 0-15,-25 25 0,25-25 0,-25 24 0,25 1 16,-24-25-16,24 25 0,-25 0 0,25 0 0,0-25 0,0 24 15,-25 1-15,25 0 0,0-25 0,0 25 0,0 0 0,0-25 16,0 24-16,0 1 0,0-25 0,0 25 0,0-25 16,0 25-16,0-25 0,0 0 0,25 25 0,-25-25 15,0 24-15,25-24 0,-25 0 0,0 25 0,24-25 0,-24 0 16,0 0-16,25 0 0,-25 25 0,25-25 0,-25 0 15,25 0-15,-25 0 0,0 0 0,25 0 0,-25 0 16,0 0-16</inkml:trace>
  <inkml:trace contextRef="#ctx0" brushRef="#br0" timeOffset="96184.5015">26963 9550 0,'0'0'0,"0"0"16,0 0-16,0 0 0,0 0 0,0 0 0,0 0 0,0 0 15,0 0-15,0 0 0,0 0 0,0 0 0,0 0 0,0 0 16,0 0-16,0 0 0,0 0 0,0 0 0,24 0 16,-24 0-16,0 0 0,0 0 0,0 0 0,25-25 15,-25 25-15,0 0 0,0 0 0,25 0 0,-25-25 0,0 25 16,25 0-16,-25-25 0,0 25 0,25 0 0,-25-24 15,25 24-15,-25 0 0,0-25 0,24 25 0,-24-25 0,25 25 16,-25 0-16,0-25 0,0 25 0,25 0 0,-25 0 16,0 0-16,0-25 0,0 25 0,0 0 0,0 0 15,0 0-15,0 0 0,0 25 0,0-25 0,0 0 0,0 0 16,0 0-16,0 25 0,0-25 0,0 0 0,-25 25 15,25-25-15,0 25 0,0-25 0,0 24 0,0-24 0,-25 0 16,25 25-16,0-25 0,0 25 0,-24-25 0,24 25 16,0-25-16,0 0 0,0 25 0,0-25 0,-25 24 15,25-24-15,0 0 0,0 25 0,0-25 0,0 0 0,0 25 16,0-25-16,0 0 0,0 25 0,0-25 0,0 0 15,0 0-15,25 0 0,-25 0 0,0 0 0</inkml:trace>
  <inkml:trace contextRef="#ctx0" brushRef="#br0" timeOffset="96414.5146">27360 9674 0,'24'0'16,"-24"0"-16,0 0 0,0 0 0,0 0 0,0 0 15,0 0-15,0 0 0,0 0 0,0 0 0,0 0 0,0 0 16,0 25-16,0-25 0,0 0 0,0 0 0,0 0 15,0 24-15,0-24 0,0 25 0,0-25 0,0 0 0,0 25 16,0-25-16,-24 0 0,24 25 0,0-25 0,0 0 16,-25 25-16,25-25 0,0 0 0,-25 24 0,25-24 15,0 0-15,-25 0 0,25 25 0,0-25 0,0 0 0,-25 0 16,25 0-16,0 0 0,0 0 0,0 0 0,0 0 15,0 0-15,0 0 0,0 0 0</inkml:trace>
  <inkml:trace contextRef="#ctx0" brushRef="#br0" timeOffset="96790.5361">28054 9128 0,'0'0'0,"0"-25"0,0 25 0,0 0 16,0-24-16,0 24 0,0 0 0,0 0 0,0 0 0,-25-25 15,25 25-15,0 0 0,0 25 0,-25-25 0,25 0 16,-24 0-16,24 0 0,0 0 0,-25 24 0,25-24 16,-25 25-16,25-25 0,-25 25 0,25-25 0,-25 25 0,25-25 15,-24 25-15,24-1 0,0-24 0,-25 25 0,25 0 16,0-25-16,0 25 0,0 0 0,-25-25 0,25 24 15,0-24-15,0 25 0,0 0 0,0-25 0,25 25 0,-25-25 16,0 25-16,0-25 0,0 24 0,0-24 0,25 0 16,-25 25-16,0-25 0,0 0 0,24 0 0,-24 25 0,0-25 15,25 0-15,-25 0 0,25 0 0,-25 0 0,0 0 16,25 0-16,-25 0 0,25 0 0</inkml:trace>
  <inkml:trace contextRef="#ctx0" brushRef="#br0" timeOffset="97090.5533">28029 9475 0,'0'0'0,"0"0"0,0 0 16,0 0-16,0-24 0,0 24 0,25 0 0,-25 0 0,0 0 15,0 0-15,0 0 0,0 0 0,25 0 0,-25 0 16,0 0-16,0 0 0,25 0 0,-25 0 0,0 0 16,0 0-16,25 0 0,-25 0 0,0 0 0,0 0 0,0 24 15,0-24-15,24 0 0,-24 0 0,0 0 0,0 25 16,0-25-16,0 0 0,-24 25 0,24-25 0,0 0 0,0 0 15,0 25-15,0-25 0,-25 0 0,25 25 0,0-25 16,0 0-16,0 24 0,-25-24 0,25 0 0,0 25 16,0-25-16,-25 0 0,25 25 0,0-25 0,0 0 0,-25 0 15,25 25-15,0-25 0,0 0 0,0 0 0,0 25 16,-25-25-16,25 0 0,0 0 0,25 0 0,-25 0 0,0 0 15,0 24-15,0-24 0,25 0 0,-25 0 0,25 0 16,-25 0-16,25 25 0,0-25 0,-25 0 0,24 0 0,1 0 16,-25 0-16,25 0 0,-25 0 0,25 0 0,0 0 15,-25 0-15,24-25 0,-24 25 0,25 0 0</inkml:trace>
  <inkml:trace contextRef="#ctx0" brushRef="#br0" timeOffset="97275.5637">28426 9599 0,'0'0'0,"0"0"0,0 0 0,0 0 0,0 0 16,0 0-16,0 25 0,0-25 0,-25 0 0,25 0 0,0 25 15,0-25-15,0 0 0,-24 0 0,24 25 0,0-25 16,0 0-16,-25 25 0,25-25 0,0 24 0,0-24 0,-25 0 16,25 25-16,0-25 0,0 0 0,0 25 0,0-25 15,0 0-15,-25 0 0,25 25 0,0-25 0,25 0 16,-25 0-16,0 0 0,0 0 0,0 25 0,25-25 0,-25 0 15,0 0-15,25 0 0,-1 0 0</inkml:trace>
  <inkml:trace contextRef="#ctx0" brushRef="#br0" timeOffset="97441.5734">28699 9624 0,'0'0'0,"0"0"0,0 0 0,0 0 0,0 0 0,0 0 16,0 0-16,0 0 0,0 0 0,0 0 0,0 0 15,25 0-15,-25 0 0,0 0 0,0 0 0,0 0 16,0 0-16,25 0 0,-25 0 0,0 0 0,24 0 0,-24 0 15,0 0-15,25 0 0,-25 0 0,25 0 0,-25 0 0,25 0 16,-25 0-16</inkml:trace>
  <inkml:trace contextRef="#ctx0" brushRef="#br0" timeOffset="97596.5821">28997 9649 0,'0'0'0,"0"0"16,0 0-16,0 0 0,0 0 0,0 0 0,0 0 0,0-25 16,0 25-16,0 0 0,0 0 0,0 0 0,0 0 15,0 0-15,0 0 0,0 0 0,0 0 0,0 0 16,0 0-16,0 0 0,0 0 0,0 0 0,0 0 0,0 0 15,24 0-15,-24 0 0,0-25 0,0 25 0,0 0 0,0 0 16,25 0-16</inkml:trace>
  <inkml:trace contextRef="#ctx0" brushRef="#br0" timeOffset="98034.6073">29691 9599 0,'0'0'0,"25"0"0,-25 0 0,0 0 15,0 0-15,0 0 0,0-24 0,0 24 16,0 0-16,25 0 0,-25 0 0,0 0 0,0 0 0,0 0 15,0 0-15,0-25 0,0 25 0,0 0 0,0 0 0,0 0 16,0 0-16,0 0 0,0 25 0,0-25 0,0 0 16,0 0-16,0 0 0,0 0 0,0 0 0,0 24 0,0-24 15,0 0-15,0 0 0,0 25 0,0-25 0,0 0 16,0 25-16,0-25 0,0 25 0,0-25 0,0 25 0,0-25 15,-25 24-15,25 1 0,0-25 0,0 25 0,-25-25 16,25 25-16,0-25 0,-25 25 0,25-25 0,-24 24 16,-1-24-16,25 25 0,-25-25 0,25 0 0,-25 25 0,0-25 15,25 0-15,-24 25 0,24-25 0,-25 0 0,25 0 16,0 0-16,-25 0 0</inkml:trace>
  <inkml:trace contextRef="#ctx0" brushRef="#br0" timeOffset="98523.6353">30634 9178 0,'0'0'0,"0"0"0,0 0 16,0-25-16,0 25 0,0 0 0,0-25 0,-25 25 15,25 0-15,0 0 0,0-25 0,0 25 0,-25 0 0,25 0 16,0 0-16,0 0 0,0 0 0,-25 0 0,25 0 15,0 0-15,0 0 0,-24 0 0,24 0 0,0 0 16,-25 25-16,25-25 0,-25 0 0,25 25 0,-25-25 0,25 25 16,-25-25-16,25 25 0,-24-25 0,24 24 0,-25 1 15,25-25-15,0 25 0,-25 0 0,25-25 0,0 25 16,-25-1-16,25 1 0,0-25 0,0 25 0,-25 0 0,25-25 15,0 25-15,0-1 0,0-24 0,0 25 0,0 0 16,0-25-16,25 25 0,-25-25 0,0 25 0,0-25 0,0 0 16,25 24-16,-25-24 0,0 25 0,0-25 0,25 0 15,-25 0-15,0 0 0,25 0 0,-25 0 0,0 25 0,24-25 16,-24-25-16,0 25 0,25 0 0,-25 0 0,0 0 15,25 0-15,-25-25 0,25 25 0,-25 0 0</inkml:trace>
  <inkml:trace contextRef="#ctx0" brushRef="#br0" timeOffset="98895.6565">30584 9475 0,'0'0'0,"0"0"15,0 0-15,0 0 0,0 0 0,0 0 0,0 0 0,0 0 16,0 0-16,0 0 0,0 0 0,0 0 0,0 25 16,-25-25-16,25 0 0,0 0 0,0 25 0,0-25 0,0 25 15,-24-25-15,24 25 0,0-25 0,0 24 0,0-24 16,0 25-16,0-25 0,-25 0 0,25 25 0,0-25 0,0 25 15,0-25-15,0 0 0,0 25 0,0-25 0,0 0 16,0 24-16,0-24 0,0 0 0,0 0 0,0 0 16,0 0-16,0 0 0,0 0 0,0 0 0,0 0 0,0 0 15,25 0-15,-25 0 0,0 0 0,24 0 0,-24 0 16,0 0-16,25 0 0,-25-24 0,25 24 0,-25 0 0,25 0 15,-25-25-15,25 25 0,-25 0 0,24 0 0,-24 0 16,0-25-16,0 25 0,25 0 0,-25 0 0,0 0 0,0 0 16,0 0-16,0 0 0,0 25 0,0-25 0,0 0 15,0 0-15,-25 25 0,25-25 0,0 0 0,0 24 0,-24-24 16,24 0-16,0 25 0,0-25 0,-25 25 0,25-25 15,0 0-15,0 25 0,0-25 0,0 0 0,0 25 0,-25-25 16,25 24-16,25-24 0,-25 0 0,0 25 0,0-25 16,25 0-16,-25 25 0,0-25 0,24 0 0,1 0 0,-25 25 15,25-25-15,0 0 0,0 0 0,-1 0 0,-24 0 16,25 0-16,0 0 0,0 0 0</inkml:trace>
  <inkml:trace contextRef="#ctx0" brushRef="#br0" timeOffset="100152.7284">2679 11013 0,'0'0'0,"0"-25"0,-25 25 16,25 0-16,0 0 0,0 0 0,-25 0 0,25-24 0,0 24 15,0 0-15,-25 0 0,25 0 0,0 0 0,0 0 16,0 0-16,0-25 0,0 25 0,-24 0 0,24 0 0,0 0 15,0 0-15,0 0 0,0 0 0,0 0 0,0 0 16,0 0-16,0 0 0,0 0 0,0 0 0,0 0 0,0-25 16,24 25-16,-24 0 0,0 0 0,0 0 0,0 0 15,25 0-15,-25 0 0,0 25 0,25-25 0,-25 0 0,25 0 16,-25 0-16,25 0 0,-25 0 0,25 0 0,-25 0 15,24 0 63,-24 0-78,25 0 0,-25 0 0,0 0 0,25 0 0,-25 0 0,0 0 0,25 0 0,-25 0 0,0 0 0,0 0 0,0 0 0,0 0 0,0 0 0,0 0 0,0 0 0,0 0 0,0-25 0,0 25 0</inkml:trace>
  <inkml:trace contextRef="#ctx0" brushRef="#br0" timeOffset="100327.7384">2704 10790 0,'0'-25'0,"0"25"0,0 0 15,0 0-15,0 0 0,-25 0 0,25 0 0,0 0 0,0 0 16,0 0-16,0 0 0,0 0 0,0 0 0,0 0 15,0 0-15,0 0 0,0 25 0,0-25 0,0 0 0,0 25 16,0-25-16,-25 25 0,25-25 0,0 24 0,0 1 0,0-25 16,0 25-16,0-25 0,0 25 0,0 0 0,0-25 15,0 24-15,0-24 0,0 25 0,0-25 0,0 0 16,0 25-16,0-25 0,0 25 0,0-25 0,0 0 0,0 0 15,0 25-15,0-25 0,0 0 0,0 0 0,0 0 16,0 0-16,0 0 0</inkml:trace>
  <inkml:trace contextRef="#ctx0" brushRef="#br0" timeOffset="100662.7576">2828 10716 0,'0'0'15,"0"0"-15,0 0 0,0 0 0,-25 0 0,25-25 0,0 25 16,0 0-16,0 0 0,0 0 0,0 0 0,0 0 0,0 0 15,0 0-15,25 0 0,-25 0 0,0 0 0,0 0 16,0 25-16,25-25 0,-25 0 0,0 0 0,24 0 16,-24 0-16,0 24 0,25-24 0,-25 0 0,0 25 0,25-25 15,-25 0-15,25 25 0,-25-25 0,0 0 0,25 25 16,-25-25-16,0 25 0,24-25 0,-24 24 0,0-24 0,0 25 15,25-25-15,-25 25 0,0-25 0,0 25 0,0-25 0,0 25 16,0-25-16,0 0 0,-25 24 0,25-24 0,0 25 16,0-25-16,-24 25 0,24-25 0,-25 25 0,25-25 0,-25 0 15,25 25-15,0-25 0,-25 24 0,25-24 0,-25 0 16,25 0-16,0 0 0,0 25 0,-24-25 0,24 0 0,0 0 15,0 0-15,0 0 0,0 0 0,-25 0 0,25 0 16,25 0-16,-25-25 0,0 25 0,0 0 0,0 0 0,24-24 16,-24 24-16,25-25 0,-25 25 0,25 0 0</inkml:trace>
  <inkml:trace contextRef="#ctx0" brushRef="#br0" timeOffset="101284.7931">4142 10468 0,'0'0'0,"-24"0"0,24-25 0,0 25 16,0 0-16,0-25 0,0 25 0,-25 0 0,25 0 0,0-25 16,0 25-16,-25 0 0,25 0 0,0 0 0,-25 0 0,25-25 15,0 25-15,-25 0 0,25 0 0,0 0 0,-24 0 16,24 0-16,0 0 0,-25 25 0,25-25 0,-25 0 15,25 0-15,-25 25 0,25-25 0,-25 0 0,25 25 0,-24 0 16,24-25-16,-25 24 0,25-24 0,-25 25 0,25 0 16,-25 0-16,25-25 0,-25 25 0,25-1 0,-24 1 0,24 0 15,-25 0-15,25 0 0,-25-1 0,25 1 0,0 0 16,0-25-16,-25 25 0,25 0 0,0-1 0,0-24 0,0 25 15,0 0-15,0-25 0,0 25 0,0-25 0,0 25 16,25-25-16,-25 24 0,0-24 0,0 0 0,25 0 16,-25 25-16,0-25 0,25 0 0,-25 0 0,0 0 0,24 0 15,-24 0-15,25 0 0,-25 0 0,25 0 0,-25 0 16,25 0-16,-25-25 0,0 25 0,25 0 0,-25 0 0,0-24 15,24 24-15,-24 0 0,0-25 0,0 25 0,25-25 16,-25 25-16,0 0 0,0-25 0,0 25 0,0-25 16,0 25-16,0 0 0,0-24 0,0 24 0,0 0 0,0 0 15,0-25-15,0 25 0,0 0 0,0 0 0,0-25 16,0 25-16,0 0 0,0 0 0,0 0 0,0 0 15,0 0-15,0 0 0,0 25 0,0-25 0,0 0 0,0 0 16,0 25-16,0-25 0,0 24 0,0-24 0,0 25 16,0-25-16,0 25 0,0-25 0,0 25 0,0 0 0,0-25 15,0 24-15,0-24 0,0 0 0,0 25 0,0-25 16,0 0-16,0 25 0,0-25 0,0 0 0,0 0 0,0 25 15,0-25-15,0 0 0,0 0 0,0 0 0,0 0 16,0 0-16,0 0 0,0 0 0,0-25 0,0 25 0,0 0 16,0-25-16,0 25 0,0 0 0</inkml:trace>
  <inkml:trace contextRef="#ctx0" brushRef="#br0" timeOffset="101492.8051">3994 10790 0,'0'0'0,"24"-25"16,-24 25-16,0-25 0,25 25 0,-25 0 0,0-24 0,25 24 16,-25 0-16,0 0 0,0 0 0,25 0 0,-25 0 0,0 0 15,0 0-15,0 0 0,0 0 0,25 24 0,-25-24 16,0 0-16,0 0 0,0 25 0,0-25 0,0 25 0,0-25 15,0 25-15,0-25 0,0 25 0,0-25 0,0 24 16,-25-24-16,25 25 0,0-25 0,0 0 0,0 25 16,0-25-16,0 25 0,0-25 0,0 0 0,0 25 0,-25-25 15,25 0-15,0 0 0,0 24 0,0-24 0,0 0 16,0 0-16,0 0 0,0 0 0,0 0 0,0 0 0,0 0 15,0 0-15,0 0 0,0-24 0,0 24 0,25 0 16</inkml:trace>
  <inkml:trace contextRef="#ctx0" brushRef="#br0" timeOffset="101637.8134">4217 10716 0,'0'0'0,"0"0"16,-25 0-16,25 0 0,0 24 0,0-24 0,0 0 0,0 0 16,0 0-16,0 25 0,0-25 0,0 0 0,0 0 15,0 0-15,25 25 0,-25-25 0,0 0 0,0 0 16,25 25-16,-25-25 0,24 0 0,-24 0 0,0 0 0,25 0 15,-25 25-15</inkml:trace>
  <inkml:trace contextRef="#ctx0" brushRef="#br0" timeOffset="102265.8493">4490 10790 0,'0'0'0,"0"0"16,0 0-16,0 0 0,-25 0 0,25-25 0,0 25 15,0 0-15,0 0 0,-25-25 0,25 25 0,0 0 16,0 0-16,-25 0 0,25-24 0,0 24 0,-25 0 0,25 0 16,0 0-16,-24 0 0,24 0 0,0 0 0,-25 0 15,25 0-15,0 0 0,0 0 0,-25 0 0,25 24 16,0-24-16,0 0 0,-25 25 0,25-25 0,0 25 0,0-25 15,0 25-15,-25-25 0,25 25 0,0-1 0,0-24 16,0 25-16,0-25 0,0 25 0,0 0 0,0-25 0,0 0 16,0 25-16,0-25 0,0 24 0,0-24 0,0 0 15,0 25-15,25-25 0,-25 0 0,0 0 0,0 0 0,0 25 16,0-25-16,25 0 0,-25 0 0,0 0 0,0 0 15,25 0-15,-25-25 0,0 25 0,25 0 0,-25 0 16,0-25-16,24 25 0,-24 0 0,25 0 0,-25-24 0,0 24 16,25-25-16,-25 25 0,0 0 0,25-25 0,-25 25 0,0-25 15,0 25-15,25-25 0,-25 25 0,0-24 0,0 24 16,0 0-16,0-25 0,0 25 0,0-25 0,0 25 15,0 0-15,0 0 0,0-25 0,0 25 0,0 0 0,0 0 16,0 0-16,0 0 0,0 0 0,0 0 0,0 0 16,0 0-16,0 0 0,0 0 0,0 0 0,0 0 15,0 0-15,0 25 0,0-25 0,-25 25 0,25-25 0,0 25 16,0-25-16,0 24 0,0 1 0,0-25 0,0 25 15,0-25-15,-25 25 0,25-25 0,0 25 0,0-25 0,0 24 16,25-24-16,-25 25 0,0-25 0,0 0 0,0 0 16,0 0-16,0 25 0,0-25 0,25 0 0,-25 0 0,0 0 15,0 0-15,0 0 0,0 0 0,24-25 0,-24 25 16,0 0-16,0 0 0,25 0 0,-25-25 0,0 25 15,0 0-15,0-24 0,25 24 0,-25-25 0,0 25 16,25 0-16,-25-25 0,0 25 0,0-25 0,0 25 0,25-25 16,-25 25-16,0-24 0,0 24 0,0-25 0,0 25 15,0 0-15,0 0 0,0 0 0,0 0 0,0 0 0,0 0 16,0 0-16,0 0 0,0 0 0,0 25 0,0-25 0,0 0 15,0 24-15,0-24 0,0 0 0,0 25 0,0-25 16,0 25-16,0-25 0,0 0 0,0 25 0,0-25 16,0 0-16,0 25 0,0-25 0,0 0 0,0 24 0,0-24 15,0 0-15,0 0 0,0 25 0,0-25 0,0 0 16,0 0-16,0 0 0,0 0 0,0 0 0,0 0 15,0 0-15,0 0 0,0 0 0</inkml:trace>
  <inkml:trace contextRef="#ctx0" brushRef="#br0" timeOffset="102501.8627">4738 10344 0,'0'0'0,"0"0"15,24 0-15,-24 0 0,0 0 0,25 0 0,-25 0 0,25 0 16,-25 0-16,0 0 0,25 0 0,-25 0 0,25 0 16,-25 24-16,0-24 0,25 0 0,-25 0 0,0 25 15,0-25-15,0 0 0,0 25 0,0-25 0,0 25 0,-25-25 16,25 0-16,0 25 0,-25-25 0,25 24 0,-25-24 0,0 25 15,25-25-15,-25 25 0,1-25 0</inkml:trace>
  <inkml:trace contextRef="#ctx0" brushRef="#br0" timeOffset="103671.9297">5829 10889 0,'0'0'0,"-25"0"16,25 0-16,0 0 0,0 0 0,0-25 0,-25 25 0,25 0 15,0 0-15,0 0 141,199-198-141,-174 173 0,0 0 0,-1 25 0,1-24 0,-25-1 0,25 25 0,0-25 0,0 0 0,-25 0 0,24 25 0,1-24 0,-25-1 0,0 25 0,25-25 0,-25 0 0,0 25 0,0-25 0,0 25 0,0-24 0,0 24 0,0-25 0,-25 25 0,25 0 0,0-25 0,-25 25 0,25 0 0,0-25 0,-24 25 0,24 0 0,0 0 0,-25-25 0,25 25 15,0 0-15,-25 0 0,25 0 0,0 0 0,0 0 0,-25 0 0,25 0 0,0 0 0,0 0 0,0 0 16,0 0-16,0 0 0,0 0 0,-25 25 0,25-25 0,0 0 16,0 25-16,0-25 0,0 25 0,0-25 0,0 25 15,0-1-15,0 1 0,0-25 0,0 25 0,0 0 0,0 0 16,0-1-16,0 1 0,0 0 0,-24-25 0,24 25 15,0 0-15,0-1 0,0 1 0,0 0 0,0-25 16,0 25-16,0 0 0,0-25 0,0 24 0,0 1 0,0-25 16,-25 25-16,25-25 0,0 25 0,0-25 0,0 25 15,0-25-15,0 0 0,0 24 0,0-24 0,0 0 16,0 0-16,0 0 0,0 0 0,0 0 0,0 0 0,0 0 15,0 0-15,0 0 0,25 0 0,-25 0 0,0 0 16,0-24-16,0 24 0,0 0 0,24-25 0,-24 25 0,0-25 16,25 25-16,-25 0 0,0-25 0,0 25 0,25-25 15,-25 25-15,0-24 0,25 24 0,-25 0 0,25-25 16,-25 25-16,0-25 0,24 25 0,-24 0 0,0-25 0,25 25 15,-25 0-15,0 0 0,25-25 0,-25 25 0,0 0 16,0 0-16,25 0 0,-25-24 0,0 24 0,0 0 0,0 0 16,0 0-16,0 0 0,0 0 0,0 0 0,0 0 15,0 24-15,0-24 0,0 0 0,0 0 0,0 0 0,0 25 16,0-25-16,0 0 0,0 25 0,0-25 0,0 25 15,0-25-15,0 25 0,0-25 0,0 24 0,0-24 0,0 25 16,0-25-16,0 25 0,0-25 0,0 25 0,0-25 16,0 25-16,0-25 0,25 24 0,-25-24 0,0 0 15,0 25-15,0-25 0,0 0 0,0 25 0,0-25 16,0 0-16,24 0 0,-24 0 0,0 25 0,0-25 0,0 0 15,0 0-15,0 0 0,0 0 0,25 0 0,-25 0 16,0 0-16,0 0 0,25 0 0,-25 0 0,0 0 0,25 0 16,-25 0-16,25 0 0,-25 0 0,24 0 0,-24-25 15,0 25-15,25 0 0,-25 0 0,25-25 0,-25 25 16,25 0-16,-25-25 0,25 25 0,-25 0 0,24-24 0,-24 24 15,0-25-15,25 25 0,-25-25 0,0 25 0,0 0 0,0-25 16,25 25-16,-25-25 0,0 25 0,0 0 0,0-24 16,0 24-16,-25 0 0,25-25 0,0 25 0,0 0 15,0 0-15,0-25 0,0 25 0,-25 0 0,25 0 0,0 0 16,0 0-16,0 0 0,0 0 0,0 0 0,-24 0 15,24 0-15,0 0 0,0 0 0,0 0 0,0 0 16,0 0-16,0 25 0,-25-25 0,25 0 0,0 25 0,0-25 16,0 0-16,-25 24 0,25-24 0,0 25 0,0-25 15,0 25-15,0-25 0,0 25 0,0-25 0,0 25 16,0-25-16,0 24 0,0-24 0,0 25 0,0-25 0,0 25 15,0-25-15,0 25 0,25-25 0,-25 0 0,0 0 0,0 25 16,0-25-16,25 0 0,-25 0 0,0 24 0,24-24 16,-24 0-16,25 0 0,-25 0 0,25 0 0,-25-24 15,25 24-15,-25 0 0,25 0 0,-25 0 0,24-25 0,-24 25 16,25 0-16,-25 0 0,25-25 0,-25 25 0,0 0 15,25-25-15,-25 25 0,0-25 0,0 25 0</inkml:trace>
  <inkml:trace contextRef="#ctx0" brushRef="#br0" timeOffset="103908.9427">6573 10567 0,'0'-25'0,"0"25"0,0 0 0,0 0 15,0 0-15,0 0 0,0 0 0,0 0 0,0-25 0,0 25 16,0 0-16,0 0 0,25-25 0,-25 25 0,0 0 15,0 0-15,25 0 0,-25-24 0,0 24 0,25 0 0,-25 0 16,24 0-16,-24 0 0,0 0 0,25-25 0,-25 50 16,25-25-16,-25 0 0,25 0 0,-25 0 0,0 0 0,25 24 15,-25-24-15,0 0 0,24 25 0,-24-25 0,0 0 16,25 25-16,-25-25 0,0 25 0,0 0 0,0-25 15,0 24-15,0 1 0,0 0 0,0-25 0,-25 25 0</inkml:trace>
  <inkml:trace contextRef="#ctx0" brushRef="#br0" timeOffset="104069.9524">6648 11336 0,'0'0'0,"0"0"0,0 0 0,0 0 0,0 0 0,0 0 16,0 0-16,0 0 0,0 0 0,0 0 0,0 0 0,0 0 15,0 0-15,0 0 0,0 0 0,0 0 0,0 0 16,0 0-16,0 0 0,0 0 0,0 0 0,0 0 15,0 0-15,0 0 0,0 0 0,0 0 0,0 0 0,0 0 16,0 0-16</inkml:trace>
  <inkml:trace contextRef="#ctx0" brushRef="#br0" timeOffset="105699.0457">8161 10964 0,'0'0'0,"0"0"0,0 0 15,25 0-15,-25-25 0,0 25 0,0 0 0,0 0 16,24-25-16,-24 25 0,0 0 0,25-25 0,-25 25 0,25-25 16,-25 25-16,25-24 0,-25 24 0,25-25 0,-25 25 15,24-25-15,-24 25 0,25-25 0,-25 25 0,25-25 16,-25 1-16,25 24 0,-25-25 0,25 25 0,-25-25 0,24 25 15,-24-25-15,0 0 0,25 25 0</inkml:trace>
  <inkml:trace contextRef="#ctx0" brushRef="#br0" timeOffset="105929.0588">8508 10492 0,'0'0'0,"0"-24"0,0 24 0,25-25 15,-25 25-15,0 0 0,0-25 0,0 25 0,0-25 0,0 25 16,0-25-16,0 25 0,0 0 0,0 0 0,0-24 15,0 24-15,0 0 0,0 0 0,0 0 0,0 0 16,0 0-16,0 0 0,0 0 0,0 24 0,0-24 0,0 0 16,-25 25-16,25-25 0,0 25 0,0-25 0,0 25 15,0 0-15,0-1 0,0 1 0,0 0 0,0 0 0,0 0 16,0-1-16,-25 1 0,25-25 0,0 25 0,0 0 15,0 0-15,0-1 0,0 1 0,-25 0 0,25 0 16,0 0-16,0-1 0,0-24 0,-24 25 0,24 0 0,0-25 16,0 25-16,0-25 0,0 25 0,-25-25 0,25 24 15,0-24-15,0 0 0,0 25 0,0-25 0,0 0 16,0 0-16,-25 0 0,25 0 0,0-25 0,0 25 0,0 0 15,0 0-15,0-24 0</inkml:trace>
  <inkml:trace contextRef="#ctx0" brushRef="#br0" timeOffset="106811.1093">8334 10740 0,'0'-24'16,"0"24"-16,0 0 0,0-25 0,0 25 0,0 0 15,0 0-15,0 0 0,0-25 0,0 25 0,0 0 0,0 0 16,25 0-16,-25 0 0,0 0 0,0 0 0,25 0 16,-25-25-16,25 25 0,0 0 0,-25 0 0,24 0 15,1 0-15,-25 0 0,25 0 0,0 0 0,0 0 0,-25 0 16,24 0-16,1 0 0,-25 0 0,25 0 0,-25 25 15,25-25-15,-25 0 0,0 25 0,0-25 0,0 0 16,25 25-16,-25-25 0,0 0 0,0 24 0,0-24 0,0 0 16,-25 25-16,25-25 0,0 25 0,0-25 0,0 0 15,0 25-15,0-25 0,0 0 0,-25 25 0,25-25 0,0 24 16,0-24-16,0 0 0,0 25 0,-25-25 0,25 0 15,0 25-15,0-25 0,0 0 0,0 25 0,0-25 16,0 0-16,0 0 0,0 0 0,0 25 0,0-25 0,0 0 16,0 0-16,25 0 0,-25 0 0,0 0 0,0 0 15,0 0-15,25 0 0,-25 0 0,25 0 0,-25 0 0,0 0 16,24 0-16,-24 0 0,25 0 0,-25 0 0,25-25 0,-25 25 15,25 0-15,-25-25 0,0 25 0,25 0 0,-25-25 16,24 25-16,-24 0 0,0-25 0,0 25 0,25-24 16,-25 24-16,0 0 0,0-25 0,0 25 0,0-25 0,0 0 15,0 25-15,0-25 0,0 25 0,0-24 0,0 24 16,0-25-16,0 25 0,0-25 0,0 25 0,0 0 15,0-25-15,0 25 0,0 0 0,0 0 0,0 0 0,0 0 16,0 0-16,0 0 0,0 0 0,0 0 0,0 0 16,0 25-16,0-25 0,0 0 0,0 25 0,0-25 15,0 0-15,0 25 0,0-25 0,0 24 0,0 1 0,0-25 16,0 25-16,0-25 0,0 25 0,0-25 0,0 25 15,0-25-15,0 24 0,0-24 0,0 25 0,0-25 0,0 0 16,0 25-16,0-25 0,0 25 0,0-25 0,0 0 16,0 0-16,0 25 0,0-25 0,0 0 0,0 0 0,0 0 15,0 0-15,0 0 0,0 0 0,0 0 0,0 0 16,0 0-16,0 0 0,0 0 0,0 0 0,0 0 15,0 0-15,0 0 0,0-25 0,0 25 0,0 0 0,25-25 16,-25 25-16,0-25 0,0 25 0,0-25 0,0 25 0,25-24 16,-25 24-16,0-25 0,0 25 0,25-25 0,-25 25 15,0-25-15,0 25 0,24 0 0,-24-25 0,0 25 16,0 0-16,25 0 0,-25 0 0,0 0 0,0 0 0,0 0 15,0 0-15,25 0 0,-25 0 0,0 25 0,0-25 16,0 0-16,0 25 0,0-25 0,0 25 0,0-25 16,0 25-16,0-25 0,0 24 0,0-24 0,0 25 0,0-25 15,0 0-15,0 25 0,0-25 0,0 25 0,0-25 16,0 0-16,0 25 0,0-25 0,0 0 0,0 0 15,0 24-15,0-24 0,0 0 0,0 0 0,0 0 0,25 0 16,-25 0-16,0 0 0,0 0 0,0 0 0,25-24 0,-25 24 16,0 0-16,0 0 0,25-25 0,-25 25 15,24-25-15,-24 25 0,25-25 0,-25 25 0,0-25 0,25 25 16,-25-24-16,25 24 0,-25 0 0,0-25 0,0 25 0,25 0 15,-25-25-15,0 25 0,0 0 0,0 0 0,0 0 16,0 0-16,0 0 0,0 0 0,0 0 0,0 25 16,0-25-16,0 0 0,0 25 0,0-25 0,0 24 0,0-24 15,0 25-15,0-25 0,0 25 0,0-25 0,0 0 0,0 25 16,0-25-16,0 25 0,-25-25 0,25 0 0,0 24 15,0-24-15,0 0 0,0 0 0,0 25 0,0-25 16,0 0-16,0 0 0,0 0 0,0 0 0,0 0 0</inkml:trace>
  <inkml:trace contextRef="#ctx0" brushRef="#br0" timeOffset="107001.1201">9079 10517 0,'0'0'0,"0"-25"0,0 25 0,0 0 16,0 0-16,0 0 0,0 0 0,0 0 0,0 0 15,0 0-15,0 0 0,24 0 0,-24 0 0,25 0 16,-25 0-16,25 0 0,0 0 0,-25 0 0,25 0 0,-1 0 16,1 0-16,0 0 0,-25 0 0,25 0 0,0-24 15,-1 24-15,-24 0 0,25 0 0,0 0 0,0 0 16,-25 0-16</inkml:trace>
  <inkml:trace contextRef="#ctx0" brushRef="#br0" timeOffset="107614.1552">10170 10666 0,'0'0'0,"0"0"0,0 0 0,0 0 16,0 0-16,0 0 0,0-25 0,0 25 0,0 0 0,0 0 16,0 0-16,0 0 0,0 0 0,0 0 0,0 0 15,0 0-15,0 0 0,0 25 0,0-25 0,25 0 16,-25 0-16,0 25 0,0-25 0,0 25 0,0-25 15,0 24-15,0-24 0,0 25 0,0 0 0,0-25 0,0 25 16,0 0-16,0-25 0,0 24 0,0-24 0,0 25 16,0-25-16,0 25 0,0-25 0,0 0 0,0 25 0,-25-25 15,25 0-15,0 0 0,0 25 0,0-25 0,0 0 16,0 0-16,0 0 0,0 0 0,0 0 0,0 0 15,0 0-15,0 0 0,0 0 0,0 0 0,25-25 0,-25 25 16,0 0-16,0 0 0,0-25 0,0 25 0,25 0 0,-25-25 16,0 25-16,24-25 0,-24 25 0,25-24 0,-25-1 15,25 25-15,-25-25 0,25 25 0,-25-25 0,25 25 16,-25-25-16,24 25 0,-24 0 0,0-24 0,25 24 15,-25 0-15,0 0 0,25 0 0,-25 0 0,0 0 0,0 0 16,25 0-16,-25 24 0,0-24 0,0 0 0,0 25 0,0-25 16,0 25-16,0-25 0,0 25 0,0-25 0,0 25 15,0-1-15,0-24 0,-25 0 0,25 25 0,0-25 16,0 25-16,0-25 0,0 25 0,0-25 0,0 25 0,0-25 15,0 0-15,0 24 0,0-24 0,0 0 0,0 0 16,0 25-16,0-25 0,0 0 0,0 0 0,25 0 0,-25 0 16,0 0-16,25 0 0,-25 0 0,24-25 0,-24 25 15,25 0-15,0 0 0</inkml:trace>
  <inkml:trace contextRef="#ctx0" brushRef="#br0" timeOffset="108098.1829">10740 10765 0,'0'-25'0,"0"25"0,-24-24 0,24 24 0,0 0 0,0 0 16,-25-25-16,25 25 0,0 0 0,0 0 0,-25 0 15,25 0-15,0 0 0,0 25 0,-25-25 0,25 0 16,0 24-16,-25-24 0,25 25 0,0-25 0,-24 25 0,24 0 16,0-25-16,0 25 0,0-1 0,0-24 0,-25 25 15,25-25-15,0 25 0,0-25 0,0 25 0,0-25 16,0 25-16,0-25 0,0 24 0,0-24 0,25 0 0,-25 25 15,0-25-15,0 0 0,0 0 0,0 25 0,0-25 16,0 0-16,24 0 0,-24 0 0,0 0 0,0 0 0,25 0 16,-25 0-16,0 0 0,0 0 0,25 0 0,-25-25 15,0 25-15,0 0 0,25 0 0,-25-25 0,0 25 0,0 0 16,0-24-16,25 24 0,-25 0 0,0-25 0,0 25 15,0-25-15,0 25 0,0 0 0,0-25 0,0 25 16,24 0-16,-24 0 0,0 0 0,0 0 0,0 0 0,0 0 16,0 0-16,0 25 0,0-25 0,0 25 0,0-25 15,0 25-15,-24-1 0,24-24 0,0 25 0,0 0 0,0 0 16,0 0-16,0-1 0,0 1 0,0-25 0,-25 25 15,25 0-15,0 0 0,0 0 0,0-1 0,0 1 0,0 0 16,-25-25-16,25 25 0,0 0 0,0-1 0,0-24 16,-25 25-16,25-25 0,0 25 0,0 0 0,-25-25 15,25 0-15,0 25 0,0-25 0,-24 0 0,24 24 0,0-24 16,-25 0-16,25 0 0,0 0 0,-25 0 0,25 0 15,0 0-15,-25 0 0,25 0 0,0 0 0,-25 0 16,25 0-16,0-24 0,0 24 0,-24 0 0,24-25 0,0 25 16,0-25-16,0 25 0,0-25 0,0 25 0,0-25 15,0 25-15,24-24 0,-24-1 0,0 25 0,0-25 0,25 0 16,-25 25-16,0-25 0</inkml:trace>
  <inkml:trace contextRef="#ctx0" brushRef="#br0" timeOffset="108738.2195">10815 10864 0,'0'-24'0,"0"24"0,0 0 0,0-25 0,0 25 15,0 0-15,0-25 0,25 25 0,-25 0 0,0-25 0,24 25 16,-24 0-16,0-25 0,25 25 0,0-24 0,-25 24 15,25-25-15,0 25 0,-25-25 0,24 25 0,1-25 0,0 25 16,0-25-16,-25 25 0,25-24 0,-1 24 0,1-25 16,-25 25-16,25-25 0,-25 0 0,25 25 0,-25-25 15,25 25-15,-25-24 78,0 24-78,0-25 0,25 0 0,-25 25 0,0-25 0,0 25 0,-25-25 0,25 25 0,0 0 0,0-24 0,0 24 0,0-25 0,0 25 0,-25 0 0,25 0 0,0 0 0,0-25 0,-25 25 0,25 0 0,0 0 0,0 0 0,0 0 0,-25 0 0,25 0 0,0 0 0,0 0 0,0 0 0,0 0 0,0 0 0,-25 25 0,25-25 16,0 0-16,0 0 0,0 25 0,0-25 0,0 24 15,0-24-15,-24 25 0,24-25 0,0 25 0,0 0 0,0-25 16,0 25-16,0-1 0,0 1 0,0 0 0,0 0 16,0-25-16,0 25 0,-25-1 0,25 1 0,0 0 15,0 0-15,0 0 0,0-1 0,0 1 0,0-25 0,0 25 16,0 0-16,0 0 0,0-25 0,0 24 0,0 1 15,0-25 17,-25 25-32,25-25 0,0 0 0,0 25 0,0-25 0,0 25 0,0-25 0,0 0 0,0 0 0,0 0 0,0 24 0,0-24 0,0 0 0,0 0 0,0 0 15,0 0-15,0 0 0,0 0 0,0 0 0,0 0 0,0 0 16,0 0-16,0 0 0,0 0 0,0-24 0,0 24 15,0 0-15,0 0 0,0-25 0,0 25 0,25 0 0,-25 0 47,0-25-47,0 25 0,0 0 0,25 0 0,-25 0 0,0-25 0,0 25 0,0 0 0,24 0 0,-24 0 0,0 0 0,0 0 0,0 25 0,25-25 0,-25 0 0,0 0 16,0 0-16,0 25 0,0-25 0,0 25 0,0-25 15,25 0-15,-25 24 0,0-24 0,0 25 0,0-25 0,0 0 16,0 25-16,0-25 0,-25 25 0,25-25 0,25 0 16,-25 0-16,0 25 0,0-25 0,0 0 0,0 0 0,0 0 15,0 24-15,0-24 0,0 0 0,0 0 0,0 0 16,0 0-16,0-24 0,0 24 0,25 0 0,-25 0 15,0 0-15,0 0 0,25-25 0</inkml:trace>
  <inkml:trace contextRef="#ctx0" brushRef="#br0" timeOffset="109325.2531">11460 10790 0,'0'0'16,"0"0"-16,0 0 0,0 0 0,0 0 0,0 0 15,0 0-15,0 0 0,0 0 0,0 0 0,0 0 16,0 0-16,0 0 0,-25 0 0,25 0 0,0 25 0,0-25 15,0 0-15,0 25 0,0-25 0,0 0 0,0 24 16,0-24-16,0 25 0,0-25 0,0 25 0,0-25 0,0 25 16,0-25-16,0 25 0,0-25 0,0 24 0,0-24 15,0 25-15,0-25 0,0 0 0,0 25 0,0-25 16,0 0-16,0 25 0,25-25 0,-25 0 0,0 0 0,0 0 15,0 0-15,25 0 0,-25 25 0,0-25 0,24 0 16,-24 0-16,0 0 0,25 0 0,-25 0 0,25 0 16,-25-25-16,25 25 0,-25 0 0,0 0 0,25 0 0,-25-25 15,24 25-15,-24 0 0,25 0 0,-25-25 0,25 25 0,-25 0 16,0-25-16,25 25 0,-25 0 0,0-24 0,25 24 15,-25 0-15,0-25 0,0 25 0,0 0 0,0-25 16,24 25-16,-24 0 0,0-25 0,0 25 0,0 0 0,0-25 16,0 25-16,0 0 0,0-24 0,0 24 0,0 0 15,0 0-15,0-25 0,0 25 0,-24 0 0,24 0 16,0 0-16,0 0 0,0 0 0,0 0 0,0 0 0,-25-25 15,25 25-15,0 0 0,0 0 0,0 0 0,0 0 16,-25 0-16,25 0 0,0 0 0,0 0 0,0 0 0,0 0 16,0 0-16,0 0 0,-25 25 0,25-25 0,0 0 15,0 0-15,0 25 0,0-25 0,0 0 0,0 24 0,0-24 16,0 25-16,-25-25 0,25 25 0,0-25 0,0 25 15,25-25-15,-25 25 0,0-25 0,0 24 0,0-24 16,0 0-16,0 25 0,0-25 0,25 0 0,-25 25 0,0-25 16,0 0-16,0 25 0,0-25 0,25 0 0,-25 0 15,0 25-15,0-25 0,25 0 0,-25 0 0,0 0 0,24 0 16,-24 0-16,0 0 0,25 0 0,-25 0 0,25 0 15,-25-25-15,25 25 0,-25 0 0,25 0 0,-25-25 16,24 25-16,-24 0 0,25-25 0,-25 25 0,0-25 0,25 25 16,-25-24-16,0 24 0,0-25 0,25 25 0,-25-25 15,0 25-15</inkml:trace>
  <inkml:trace contextRef="#ctx0" brushRef="#br0" timeOffset="109891.2854">11956 10815 0,'25'-25'15,"-25"25"-15,0 0 0,0 0 0,0 0 0,0 0 16,0 0-16,0 0 0,0 0 0,0 0 0,0 0 0,0 0 16,0 0-16,0 0 0,0 0 0,0 25 0,0-25 15,0 0-15,0 25 0,0-25 0,0 0 0,0 24 0,0-24 16,0 25-16,0-25 0,0 25 0,0-25 0,0 25 15,0-25-15,0 25 0,0-25 0,0 0 0,0 24 0,0-24 16,0 0-16,0 25 0,0-25 0,0 0 0,0 25 16,0-25-16,0 0 0,0 0 0,0 0 0,0 0 15,0 25-15,0-25 0,0 0 0,0 0 0,0 0 0,0 0 16,0 0-16,0-25 0,0 25 0,0 0 0,0 0 15,0 0-15,0 0 0,0-25 0,0 25 0,0 0 0,0-25 16,0 25-16,0 0 0,0-24 0,24 24 0,-24-25 16,0 25-16,0-25 0,0 0 0,25 25 0,-25-25 0,0 25 15,0-24-15,25 24 0,-25 0 0,0-25 0,0 25 16,25 0-16,-25-25 0,0 25 0,0 0 0,25 0 15,-25 0-15,0 0 0,0 25 0,0-25 0,0 0 0,24 0 16,-24 25-16,0-25 0,0 24 0,0-24 0,0 0 16,0 25-16,0-25 0,25 25 0,-25-25 0,0 25 15,0-25-15,0 0 0,-25 25 0,25-25 0,0 24 0,0-24 16,0 0-16,0 25 0,0-25 0,0 0 0,0 25 15,0-25-15,0 0 0,0 0 0,0 0 0,0 0 0,0 0 16,0 0-16,0 0 0,0 0 0,0 0 0,0 0 16,0 0-16,0 0 0,0 0 0,0 0 0,0 0 0,25-25 15,-25 25-15,0 0 0,0 0 0,25-25 0,-25 25 16,25-24-16,-25 24 0,0-25 0,25 25 0,-25-25 15,0 25-15,25-25 0,-25 25 0,0 0 0,24-25 0,-24 25 16,0 0-16,25-24 0,-25 24 0,0 0 0,0 0 0,25 0 16,-25 0-16,0 0 0,0 0 0,0 0 0,0 0 15,25 0-15,-25 0 0,0 0 0,0 24 0,0-24 16,0 0-16,0 25 0,0-25 0,0 0 0,0 25 15,0-25-15,0 0 0,25 25 0,-25-25 0,0 0 0,0 25 16,0-25-16,0 0 0,0 24 0,0-24 0,0 0 16,0 25-16,0-25 0,0 0 0,0 25 0,0-25 15,0 0-15,0 0 0,0 0 0,0 0 0,0 0 0,0 0 16,0 0-16,0 0 0</inkml:trace>
  <inkml:trace contextRef="#ctx0" brushRef="#br0" timeOffset="110186.3023">11683 10616 0,'0'-24'0,"0"24"0,25 0 0,-25 0 0,0-25 0,0 25 0,0 0 0,0 0 0,25-25 0,-25 25 0,0 0 0,24 0 0,-24-25 0,0 25 0,25 0 0,-25 0 0,25 0 0,-25 0 0,0 0 0,25 0 0,-25 0 0,25 0 0,-25 0 0,0 0 0,24 0 0,-24 25 0,25-25 15,-25 0-15,0 0 0,25 0 0,-25 0 0,0 25 16,0-25-16,0 0 0,0 0 0,0 25 0,0-25 0,0 0 16,0 24-16,0-24 0,0 0 0,0 25 0,0-25 15,0 25-15,-25-25 0</inkml:trace>
  <inkml:trace contextRef="#ctx0" brushRef="#br0" timeOffset="110425.316">11683 11460 0,'-25'0'0,"25"0"0,0 0 0,0 25 0,0-25 15,0 0-15,0 0 0,0 0 0,0 0 0,0 0 0,0 0 16,0 0-16,0 0 0,0 0 0,0 0 0,0 0 15,0 0-15,0 0 0,0 0 0,0 0 0,0 0 0,0-25 16,0 25-16,25 0 0,-25 0 0,0 0 0,0 0 16,0-25-16,0 25 0,0 0 0,0-25 0,0 25 15,0 0-15,0-25 0,0 25 0</inkml:trace>
  <inkml:trace contextRef="#ctx0" brushRef="#br0" timeOffset="110615.3269">11633 10592 0,'0'0'0,"-24"0"0,24 0 0,0 0 16,0 0-16,0 0 0,0 0 0,0 0 0,0 0 0,0 0 15,0-25-15,0 25 0,24 0 0,-24 0 0,0 0 0,0 0 16,0 0-16,0 0 0,25 0 0,-25 0 0,0 0 15,0 0-15,0 0 0,0 0 0,0 0 0</inkml:trace>
  <inkml:trace contextRef="#ctx0" brushRef="#br0" timeOffset="111350.3689">13990 10691 0,'-25'0'0,"25"-25"0,0 25 0,0 0 0,0 0 15,0 0-15,0-25 0,0 25 0,0 0 0,-25 0 0,25 0 16,0-25-16,0 25 0,0 0 0,-25 0 0,25 0 16,0-24-16,0 24 0,0 0 0,-24 0 0,24 0 0,0 0 15,-25 0-15,25 0 0,0 0 0,-25 0 0,25 0 16,0 0-16,-25 0 0,25 0 0,-25 24 0,25-24 15,-24 0-15,24 0 0,-25 25 0,25-25 0,-25 25 0,25-25 16,0 0-16,-25 25 0,25-25 0,0 25 0,0-25 16,-25 24-16,25-24 0,0 25 0,0-25 0,0 25 0,0-25 15,0 25-15,0-25 0,25 25 0,-25-25 0,0 24 16,0-24-16,25 0 0,-25 25 0,0-25 0,25 0 0,-25 25 15,25-25-15,-25 0 0,24 25 0,1-25 0,-25 0 16,25 0-16,0 0 0,0 0 0,-25 0 0,24 0 16,1 0-16,0 0 0,-25 0 0,25 0 0,0 0 0</inkml:trace>
  <inkml:trace contextRef="#ctx0" brushRef="#br0" timeOffset="111666.387">14139 11112 0,'0'0'0,"0"0"0,0 0 0,0 0 0,0 0 0,0 0 15,0-24-15,0 24 0,0 0 0,0 0 0,24 0 16,-24-25-16,0 25 0,0 0 0,25 0 0,-25-25 16,0 25-16,25 0 0,-25-25 0,0 25 0,25 0 0,-25-25 15,25 25-15,-25 0 0,0-24 0,0 24 0,24-25 0,-24 25 16,0 0-16,0 0 0,0-25 0,0 25 0,0 0 15,25 0-15,-25-25 0,0 25 0,0 0 0,0 0 16,0 0-16,0 0 0,0 0 0,0 0 0,0 0 16,0 0-16,0 0 0,0 0 0,0 25 0,0-25 0,0 0 15,0 25-15,0-25 0,0 25 0,-25-25 0,25 24 16,0-24-16,0 25 0,0-25 0,0 25 0,0 0 0,0-25 15,0 25-15,0-25 0,0 24 0,0-24 0,0 25 16,0-25-16,0 0 0,-24 25 0,24-25 0,0 0 16,0 25-16,0-25 0,0 0 0,0 0 0,0 25 0,24-25 15,-24 0-15</inkml:trace>
  <inkml:trace contextRef="#ctx0" brushRef="#br0" timeOffset="111902.4005">14660 11137 0,'0'0'0,"0"0"0,0 0 0,0 0 16,0 0-16,0 0 0,0 0 0,24 0 0,-24 25 0,0-25 15,0 0-15,0 0 0,0 25 0,0-25 0,0 0 0,0 25 16,0-25-16,0 25 0,-24-25 0,24 0 0,0 24 15,0-24-15,-25 25 0,25-25 0,0 0 0,0 25 16,-25-25-16,25 25 0,0-25 0,-25 0 0,25 0 0,0 25 16,0-25-16,-25 0 0,25 0 0,0 0 0,0 24 15,0-24-15,0 0 0</inkml:trace>
  <inkml:trace contextRef="#ctx0" brushRef="#br0" timeOffset="112277.4219">15329 10716 0,'0'0'0,"0"-25"0,0 25 0,-25-25 0,25 25 0,0 0 16,0 0-16,0-25 0,-24 25 0,24 0 0,0 0 16,-25-25-16,25 25 0,0 0 0,0 0 0,0 0 15,0 0-15,-25 0 0,25 0 0,0 0 0,0 0 0,-25 0 16,25 25-16,-25-25 0,25 0 0,-24 0 0,24 25 15,-25-25-15,25 25 0,-25 0 0,25-25 0,0 24 16,-25 1-16,25-25 0,-25 25 0,25 0 0,0 0 0,0-1 16,0-24-16,0 25 0,0 0 0,0-25 0,0 25 15,0 0-15,0-25 0,0 24 0,0-24 0,25 25 0,-25-25 16,0 25-16,0-25 0,25 0 0,-25 25 0,0-25 15,25 0-15,-25 0 0,0 25 0,25-25 0,-25 0 0,24 0 16,-24 0-16,25 0 0,-25 0 0,25 0 0,-25 0 16,25-25-16,-25 25 0</inkml:trace>
  <inkml:trace contextRef="#ctx0" brushRef="#br0" timeOffset="112589.4398">15354 11038 0,'0'0'0,"0"0"0,0 0 0,0 0 15,25 0-15,-25 0 0,0 0 0,0 0 0,0 0 0,0-25 0,25 25 16,-25 0-16,0 0 0,0 0 0,0 0 0,25 0 15,-25 0-15,0 0 0,0 0 0,24 0 0,-24 0 0,0 0 16,0 0-16,0 0 0,0 0 0,0 0 0,0 0 16,0 25-16,0-25 0,0 0 0,0 0 0,0 0 15,0 25-15,0-25 0,0 0 0,0 0 0,-24 25 0,24-25 16,0 0-16,0 0 0,0 24 0,-25-24 0,25 0 15,0 25-15,0-25 0,-25 0 0,25 25 0,0-25 0,0 0 16,0 25-16,-25-25 0,25 0 0,0 0 0,0 25 16,0-25-16,0 0 0,0 0 0,0 25 0,0-25 0,0 0 15,0 0-15,0 0 0,0 0 0,0 0 0,25 0 16,-25 0-16,0 0 0,25 0 0,-25 0 0,25 0 15,-25 0-15,24 0 0,1 0 0,-25 0 0,25 0 0,0 0 16,-25 0-16,25 0 0,-1-25 0,-24 25 0,25 0 16,0 0-16,0 0 0</inkml:trace>
  <inkml:trace contextRef="#ctx0" brushRef="#br0" timeOffset="112756.4493">15801 11137 0,'0'0'0,"0"0"0,0 0 0,0 0 16,0 0-16,0 0 0,0 25 0,0-25 0,0 0 0,-25 0 15,25 0-15,0 0 0,0 0 0,0 25 0,0-25 16,0 0-16,0 25 0,0-25 0,0 0 0,-25 0 15,25 25-15,0-25 0,0 0 0,0 24 0,0-24 0,0 0 16,0 0-16,0 0 0,0 25 0,0-25 0,0 0 16,25 0-16,-25 0 0,0 0 0,0 0 0,25 0 0,-25 0 15</inkml:trace>
  <inkml:trace contextRef="#ctx0" brushRef="#br0" timeOffset="112917.4585">16222 11112 0,'0'0'16,"0"0"-16,0 0 0,0 0 0,0 0 0,0 0 15,0 0-15,0 0 0,-25 0 0,25 0 0,0 0 0,0 0 16,0-24-16,25 24 0,-25 0 0,0 0 0,0 0 16,0 0-16,0 0 0,0 0 0,0 0 0,25 0 0,-25 0 15,0 0-15,25 0 0</inkml:trace>
  <inkml:trace contextRef="#ctx0" brushRef="#br0" timeOffset="113079.4677">16421 11038 0,'0'-25'0,"0"25"16,0 0-16,0 0 0,0 0 0,0 0 0,0 0 15,0 0-15,0 0 0,0 0 0,0 0 0,0 0 16,0 0-16,0 0 0,0 0 0,0 0 0,0 0 0,0 0 16,0 0-16,0 0 0,0 0 0,0 0 0,25 0 15,-25 0-15,0 0 0,0 0 0,0 0 0</inkml:trace>
  <inkml:trace contextRef="#ctx0" brushRef="#br0" timeOffset="113402.4863">16867 10988 0,'0'0'0,"0"0"0,0 0 16,0 0-16,0-24 0,0 24 0,0 0 0,0 0 16,0 24-16,0-24 0,0 0 0,25 0 0,-25 0 0,0 0 15,0 25-15,0-25 0,25 0 0,-25 0 0,0 25 0,0-25 16,0 25-16,0-25 0,0 0 0,0 25 0,0-25 15,0 0-15,0 24 0,0-24 0,-25 25 0,25-25 16,0 25-16,-25-25 0,25 25 0,-25-25 0,25 0 0,-24 25 16,24-25-16,-25 0 0,25 25 0,-25-25 0,25 0 15,-25 0-15,25 24 0,-25-24 0,25 0 0,-24 0 0,24 0 16,0 0-16,0 0 0</inkml:trace>
  <inkml:trace contextRef="#ctx0" brushRef="#br0" timeOffset="113841.5114">17884 10641 0,'0'-25'0,"0"25"0,0-24 0,0 24 0,0-25 0,0 25 0,0-25 0,0 25 0,-25 0 16,25-25-16,0 25 0,0 0 0,0-25 0,0 25 0,0 0 15,0 0-15,0 0 0,0 0 0,-24 0 0,24 0 16,0 0-16,0 0 0,0 0 0,0 0 0,-25 0 0,25 0 16,0 0-16,-25 25 0,25-25 0,0 0 0,-25 25 15,25-25-15,-25 0 0,25 25 0,-24 0 0,24-25 0,0 24 16,-25-24-16,25 25 0,-25 0 0,25 0 0,0-25 15,-25 25-15,25-1 0,0 1 0,0-25 0,0 25 0,-25-25 16,25 25-16,0 0 0,0-25 0,0 24 0,0-24 16,25 0-16,-25 25 0,0-25 0,0 25 0,0-25 15,25 0-15,-25 25 0,0-25 0,25 0 0,-25 0 0,0 0 16,25 0-16,-25 25 0,24-25 0,-24 0 0,25 0 15,0 0-15,-25 0 0,25 0 0,-25-25 0,25 25 0,-25 0 16,24 0-16,-24 0 0,25 0 0,-25-25 0,25 25 16,-25 0-16,0 0 0,25-25 0</inkml:trace>
  <inkml:trace contextRef="#ctx0" brushRef="#br0" timeOffset="114232.5338">17959 10840 0,'0'0'0,"0"0"0,0-25 0,0 25 15,0 0-15,0 0 0,0 0 0,0 0 0,0-25 0,0 25 16,0 0-16,0 0 0,0 0 0,0 0 0,0 0 16,0 0-16,0 0 0,0 0 0,0 25 0,0-25 15,0 0-15,0 0 0,0 0 0,0 25 0,0-25 0,0 0 16,0 24-16,0-24 0,0 25 0,0-25 0,-25 25 15,25-25-15,0 25 0,0-25 0,0 25 0,0-25 0,0 24 16,0-24-16,0 0 0,0 25 0,-25-25 0,25 0 16,0 25-16,0-25 0,0 0 0,0 0 0,0 0 0,0 0 15,0 0-15,0 0 0,0 0 0,0 0 0,0 0 16,0 0-16,25 0 0,-25 0 0,0 0 0,0 0 15,0 0-15,25 0 0,-25 0 0,0-25 0,24 25 0,-24 0 16,25 0-16,-25-25 0,0 25 0,25 0 0,-25 0 16,25-24-16,-25 24 0,0 0 0,25 0 0,-25-25 0,0 25 15,24 0-15,-24 0 0,0 0 0,0 0 0,0 0 16,0 0-16,25 0 0,-25 0 0,0 0 0,-25 0 0,25 0 15,0 0-15,0 25 0,0-25 0,0 0 0,0 0 16,-24 24-16,24-24 0,0 25 0,0-25 0,-25 0 16,25 25-16,0-25 0,0 0 0,0 25 0,0-25 0,-25 0 15,25 25-15,0-25 0,0 0 0,25 0 0,-25 24 16,0-24-16,0 0 0,0 0 0,25 0 0,-25 0 15,24 25-15,-24-25 0,25 0 0,0 0 0,0 0 0,-25 0 16,25 0-16,-1 0 0,1-25 0,0 25 0,0 0 16,0 0-16,-1 0 0,1 0 0,-25-24 0</inkml:trace>
  <inkml:trace contextRef="#ctx0" brushRef="#br0" timeOffset="115631.6138">2704 12328 0,'0'0'0,"0"0"0,0 0 0,0 0 16,-25 0-16,25 0 0,0 0 0,0 0 0,0 0 16,0 0-16,0 0 0,0 0 0,0 0 0,0 0 0,25 0 15,-25 0-15,0 0 0,0 0 0,25 0 0,-25 0 16,24 0-16,-24 0 0,25 0 0,-25 0 0,0 0 0,25 0 15,-25 0-15,0 0 0,25 0 0,-25-25 0,0 25 0,25 0 16,-25 0-16,0 0 0,0 0 0,0 0 0,24 0 16,-24 0-16,0 0 0</inkml:trace>
  <inkml:trace contextRef="#ctx0" brushRef="#br0" timeOffset="115849.6262">2853 12204 0,'0'0'0,"0"0"0,0 0 0,0 0 16,0 0-16,0 0 0,0 0 0,0 0 0,0 0 15,0 0-15,0 0 0,0 0 0,0 0 0,0 0 16,0 25-16,0-25 0,0 0 0,0 25 0,0-25 0,0 24 16,0-24-16,0 25 0,0-25 0,0 25 0,0-25 15,0 25-15,0-25 0,0 25 0,0-1 0,0-24 0,0 25 16,-25-25-16,25 0 0,0 25 0,0-25 0,0 25 15,0-25-15,0 0 0,0 25 0,0-25 0,0 0 0,0 0 16,0 0-16</inkml:trace>
  <inkml:trace contextRef="#ctx0" brushRef="#br0" timeOffset="116216.6472">2952 12179 0,'0'0'0,"0"0"0,0-25 0,0 25 0,0 0 16,0 0-16,0 0 0,0 0 0,0 0 0,0 0 16,0 0-16,0 0 0,0 0 0,0 0 0,0 0 0,0 0 15,0 0-15,0 0 0,25 0 0,-25 25 0,0-25 16,0 0-16,0 0 0,24 0 0,-24 25 0,0-25 0,25 0 15,-25 25-15,0-25 0,0 0 0,25 25 0,-25-25 0,0 24 16,25-24-16,-25 25 0,0-25 0,25 25 0,-25-25 16,0 25-16,0 0 0,0-25 0,0 24 0,0-24 0,24 25 15,-24-25-15,0 25 0,-24-25 0,24 25 16,0-25-16,0 25 0,0-25 0,-25 24 0,25-24 0,0 25 15,-25-25-15,25 0 0,0 25 0,-25-25 0,25 0 0,-25 0 16,25 0-16,0 25 0,-24-25 0,24 0 0,0 0 0,-25 0 16,25 0-16,0 0 0,0 0 0,-25-25 0,25 25 15,0 0-15,0 0 0,0 0 0,0 0 0,0-25 16,0 25-16,25 0 0,-25 0 0,0 0 0,25-25 0</inkml:trace>
  <inkml:trace contextRef="#ctx0" brushRef="#br0" timeOffset="116573.6677">3572 12129 0,'0'0'0,"0"0"0,0-24 16,-25 24-16,25 0 0,0 0 0,0 0 0,0 0 15,0 0-15,0 0 0,0 24 0,0-24 0,0 0 0,0 0 16,0 25-16,0-25 0,0 25 0,0-25 0,0 25 15,0-25-15,0 25 0,0 0 0,0-25 0,0 24 0,0 1 16,-25-25-16,25 25 0,0 0 0,0-25 0,0 25 16,0-1-16,0-24 0,0 25 0,0-25 0,0 25 15,0-25-15,0 25 0,0-25 0,-25 25 0,25-25 0,0 24 16,0-24-16,0 0 0,0 25 0,0-25 0,0 0 15,0 25-15,0-25 0,0 0 0,0 0 0,0 0 0,0 0 16,0 0-16,0 0 0,0 0 0,0 0 0,0 0 16,0 0-16,0 0 0,0 0 0,0 0 0</inkml:trace>
  <inkml:trace contextRef="#ctx0" brushRef="#br0" timeOffset="116879.6852">3770 12204 0,'0'0'16,"0"0"-16,0-25 0,0 25 0,0 0 0,0 0 15,0 0-15,-24 0 0,24 0 0,0 0 0,0 0 0,0 0 16,-25 0-16,25 0 0,0 0 0,0 0 0,0 0 16,-25 0-16,25 0 0,0 0 0,0 0 0,-25 25 0,25-25 15,0 0-15,-25 0 0,25 25 0,0-25 0,0 0 16,-25 0-16,25 25 0,0-25 0,0 24 0,0-24 15,0 25-15,-24-25 0,24 25 0,0-25 0,0 25 0,0-25 16,0 25-16,0-1 0,0-24 0,-25 25 0,25-25 16,0 25-16,0-25 0,0 25 0,0-25 0,0 25 0,0-25 15,25 24-15,-25-24 0,0 0 0,0 25 0,24-25 16,-24 0-16,0 0 0,25 0 0,-25 25 0,0-25 0,25 0 15,-25 0-15,25-25 0,-25 25 0,25 0 0,-25 0 16,25 0-16,-25 0 0,24-25 0,-24 25 0,25 0 16,0 0-16,-25-24 0</inkml:trace>
  <inkml:trace contextRef="#ctx0" brushRef="#br0" timeOffset="117225.705">4167 12129 0,'0'-24'0,"0"24"0,0 0 0,0 0 0,0 0 0,0 0 16,0 0-16,-25-25 0,25 25 0,0 0 0,0 0 0,0 25 16,0-25-16,0 0 0,0 0 0,0 0 0,0 24 15,0-24-15,-24 0 0,24 25 0,0-25 0,0 25 16,0 0-16,-25-25 0,25 25 0,0 0 0,0-1 0,-25-24 15,25 25-15,0 0 0,0 0 0,-25-25 0,25 25 16,0-1-16,0 1 0,-25-25 0,25 25 0,0-25 16,0 25-16,0 0 0,0-25 0,0 24 0,0-24 0,0 0 15,0 25-15,0-25 0,0 0 0,0 25 0,0-25 16,0 0-16,25 0 0,-25 25 0,0-25 0,25 0 0,-25 0 15,0 0-15,25 0 0,-25 0 0,0 0 0,25 0 16,-25 0-16,0 0 0,24 0 0,-24 0 0,25 0 0,-25 0 16,25 0-16,-25 0 0,25 0 0,-25 0 0,25 0 15,-25 0-15,24 0 0,-24 0 0,25 0 0,-25 0 16,25-25-16,-25 25 0,25 0 0</inkml:trace>
  <inkml:trace contextRef="#ctx0" brushRef="#br0" timeOffset="117393.7146">4638 12254 0,'0'0'0,"0"0"0,0 0 0,0-25 0,0 25 0,0 0 16,0 0-16,0 0 0,0 0 0,0 0 0,0 0 15,0 0-15,0 0 0,0 25 0,0-25 0,0 0 16,0 0-16,0 24 0,0-24 0,0 0 0,0 25 0,0-25 15,25 25-15</inkml:trace>
  <inkml:trace contextRef="#ctx0" brushRef="#br0" timeOffset="117525.7221">4663 12526 0,'0'0'0,"0"0"0,0 0 0,0 0 0,0 0 16,0 0-16,0 0 0,0 0 0,0 0 0,0 0 15,0 0-15,0 0 0,0 0 0,0 0 0,0 0 0,0 0 16,0 0-16,0 0 0,0 0 0,25 0 0,-25 0 15,0 0-15,0 0 0,25 0 0,-25 0 0</inkml:trace>
  <inkml:trace contextRef="#ctx0" brushRef="#br0" timeOffset="118004.7495">5705 12030 0,'0'0'0,"0"0"0,0 0 0,0 0 16,0-25-16,0 25 0,0 0 0,0 0 0,0 0 0,0 0 16,0 0-16,0 0 0,0 0 0,0 0 0,0 0 0,0 0 15,0 25-15,0-25 0,0 0 0,0 25 0,-25-25 16,25 25-16,0 0 0,0-25 0,0 24 0,0 1 15,0 0-15,0-25 0,-25 25 0,25 0 0,0 0 16,0-25-16,0 24 0,0 1 0,-24 0 0,24-25 0,0 25 16,0 0-16,0-25 0,0 24 0,0-24 0,-25 25 15,25-25-15,0 25 0,0-25 0,0 0 0,0 25 0,0-25 16,-25 0-16,25 0 0,0 0 0,0 0 0,0 0 15,0 0-15,-25 0 0,25 0 0,0 0 0,0 0 16,-25 0-16,25-25 0,0 25 0</inkml:trace>
  <inkml:trace contextRef="#ctx0" brushRef="#br0" timeOffset="118183.7597">5556 12030 0,'0'0'0,"0"0"0,0-25 0,0 25 0,0 0 0,25-24 0,-25 24 0,0 0 0,0 0 16,25-25-16,-25 25 0,0 0 0,25 0 0,-25 0 0,24-25 0,-24 25 0,25 0 0,-25 0 0,25 0 0,0 0 0,-25 0 15,25 0-15,-1 0 0,-24 0 0,25 0 0,-25 0 0,25 0 16,0 0-16,-25 25 0,25-25 0,-25 0 0,25 25 16,-25-25-16,24 24 0,-24-24 0,0 25 0,25-25 0</inkml:trace>
  <inkml:trace contextRef="#ctx0" brushRef="#br0" timeOffset="118679.7881">6102 12328 0,'0'0'0,"0"0"0,0 0 16,0-25-16,0 25 0,0 0 0,0 0 0,0 0 0,0-25 15,0 25-15,0 0 0,0 0 0,-25-24 0,25 24 16,0 0-16,0 0 0,0-25 0,0 25 0,0 0 16,0 0-16,-25 0 0,25 0 0,0 0 78,0 0-78,0-25 0,0 25 0,-24 0 0,24 0 0,0 0 0,0 0 0,0 0 0,-25 0 0,25 0 0,0 0 0,0 0 0,0 0 0,-25 25 0,25-25 0,0 0 0,0 0 0,0 25 0,-25-25 0,25 0 0,0 24 0,0-24 0,0 25 0,0-25 0,0 25 0,0 0 0,0-25 0,0 25 0,0-25 15,0 24-15,0-24 0,0 25 78,0-25-78,0 25 0,0-25 0,25 25 0,-25-25 0,0 0 0,0 0 0,0 25 0,25-25 0,-25 0 0,0 0 0,0 0 0,25 0 0,-25 0 0,0 0 0,24 0 0,-24 0 0,0-25 0,25 25 0,-25-25 0,0 25 0,25 0 0,-25-25 0,0 0 0,25 25 0,-25-24 0,0 24 0,0-25 0,25 25 16,-25-25-16,0 0 0,0 25 0,0 0 0,0-25 0,0 25 15,0-24-15,0 24 0,0 0 0,0-25 0,0 25 16,0 0-16,0 0 0,0 0 0,0-25 0,0 25 16,0 0-16,0 0 0,0 0 0,0 0 0,0 0 0,0 0 15,0 25-15,0-25 0,0 0 0,0 0 0,0 0 16,0 0-16,0 25 0,0-25 0,0 0 0</inkml:trace>
  <inkml:trace contextRef="#ctx0" brushRef="#br0" timeOffset="119146.8148">6474 12254 0,'0'0'0,"0"-25"0,0 25 0,-25 0 15,25 0-15,0-25 0,0 25 0,0 0 0,0 0 0,0 0 16,-25-25-16,25 25 0,0 0 0,0 0 0,0-25 15,0 25-15,0 0 0,0 0 0,0 0 0,-24-25 16,24 25-16,0 0 0,0 0 0,0 0 0,0 0 0,0 25 16,0-25-16,0 0 0,0 0 0,-25 25 0,25-25 15,0 0-15,0 25 0,0-25 0,-25 25 0,25-25 16,0 25-16,0-25 0,0 24 0,-25 1 0,25-25 0,0 25 15,0-25-15,0 25 0,0-25 0,-25 25 0,25-25 16,0 0-16,0 24 0,0-24 0,0 25 0,0-25 0,25 0 16,-25 25-16,0-25 0,0 0 0,0 0 0,0 0 15,0 25-15,25-25 0,-25 0 0,0 0 0,0 0 0,25 0 16,-25 0-16,0 0 0,25-25 0,-25 25 0,0 0 15,24 0-15,-24 0 0,0-25 0,25 25 0,-25 0 16,0 0-16,0-25 0,25 25 0,-25 0 0,0-24 0,0 24 16,0 0-16,0 0 0,0-25 0,0 25 0,0 0 15,0 0-15,0 0 0,0 0 0,0 0 0,0 0 16,0 0-16,0 0 0,0 0 0,0 25 0,0-25 0,0 0 15,0 0-15,0 0 0,0 24 0,0-24 0,0 25 16,0-25-16,0 0 0,0 25 0,0-25 0,0 25 0,0-25 16,0 25-16,0-25 0,0 24 0,0-24 0,0 25 15,0-25-15,0 25 0,-25 0 0,25-25 0,0 0 0,0 25 16,0-25-16,0 24 0,0-24 0</inkml:trace>
  <inkml:trace contextRef="#ctx0" brushRef="#br0" timeOffset="119333.8255">6375 12824 0,'0'0'0,"0"0"0,0 0 0,0 0 0,0 0 0,0 0 0,0 0 0,0 0 0,0 0 0,0 0 0,0 0 0,0 0 0,0 0 0,0 0 0,0 0 0,0 0 0</inkml:trace>
  <inkml:trace contextRef="#ctx0" brushRef="#br0" timeOffset="119763.8501">7789 12378 0,'0'0'0,"0"-25"0,-25 25 0,25 0 0,0-25 16,0 25-16,-25 0 0,25-25 0,0 25 0,-25 0 0,25 0 16,0-25-16,-25 25 0,25 0 0,0 0 0,-24 0 15,24 0-15,0 0 0,-25 0 0,25 0 0,0 25 0,0-25 16,-25 0-16,25 0 0,0 25 0,-25-25 0,25 0 15,0 25-15,0-25 0,-25 0 0,25 25 0,0-25 0,-24 24 16,24-24-16,0 25 0,0-25 0,0 25 0,-25-25 16,25 25-16,0 0 0,0-25 0,0 24 0,0-24 15,0 0-15,25 25 0,-25-25 0,0 25 0,0-25 0,0 0 16,0 0-16,24 25 0,-24-25 0,0 0 0,0 0 0,25 0 15,-25 0-15,25 0 0,-25 0 0,25 0 0,-25 0 16,25 0-16,-25-25 0,24 25 0,1 0 0,-25-25 16,25 25-16,-25-25 0,25 25 0,0-24 0,-25 24 15,24-25-15,-24 0 0,0 25 0,25-25 0,-25 0 0,25 25 16,-25-24-16</inkml:trace>
  <inkml:trace contextRef="#ctx0" brushRef="#br0" timeOffset="120028.8653">8062 11881 0,'0'0'16,"0"0"-16,0-24 0,0 24 0,0 0 0,0 0 0,-25 0 15,25 0-15,0 0 0,0 0 0,0 24 0,0-24 16,-25 0-16,25 0 0,0 25 0,0-25 0,0 25 0,0 0 16,-25-25-16,25 25 0,0-1 0,0 1 0,0-25 15,-25 25-15,25 0 0,0 0 0,0-1 0,-25 1 16,25 0-16,0 0 0,0 0 0,0 0 0,-24-1 15,24 1-15,0 0 0,0-25 0,0 25 0,-25 0 0,25-1 16,0 1-16,0-25 0,0 25 0,-25 0 0,25-25 16,0 25-16,0-25 0,0 24 0,0-24 0,0 25 0,0-25 15,0 25-15,0-25 0,0 0 0,0 0 0,0 0 16,0 25-16,25-25 0,-25 0 0,0 0 0,0-25 0,25 25 15,-25 0-15,0 0 0,24 0 0,-24-25 0,25 25 16,-25 0-16</inkml:trace>
  <inkml:trace contextRef="#ctx0" brushRef="#br0" timeOffset="120512.893">8186 12303 0,'0'0'0,"0"0"0,0-25 0,0 25 0,0 0 0,-25 0 0,25 0 0,0-24 0,0 24 0,0 0 0,-25 0 0,25 0 0,0 0 0,0 0 16,-25 0-16,25 0 0,0 24 0,0-24 0,-25 0 0,25 25 0,0-25 0,-24 25 0,24-25 0,0 25 0,0-25 0,0 25 0,-25-25 0,25 24 0,0-24 0,0 25 0,0 0 0,0-25 0,0 25 0,0-25 15,0 0-15,0 25 0,0-25 0,0 24 0,0-24 0,25 0 16,-25 25-16,0-25 0,0 0 0,0 25 0,24-25 0,-24 0 15,0 0-15,25 0 0,-25 0 0,0 0 0,0 0 16,25 0-16,-25-25 0,0 25 0,25 0 0,-25 0 16,0-25-16,0 25 0,25 0 0,-25-24 0,0 24 0,24-25 15,-24 25-15,0-25 0,0 25 0,0-25 0,0 25 0,0-25 16,0 25-16,0-24 0,0-1 0,0 25 0,0-25 15,0 25-15,0-25 0,0 0 0,0 25 0,0-24 16,0 24-16,0 0 0,0-25 0,-24 25 0,24 0 16,0-25-16,0 25 0,0 0 0,0 0 0,0 0 0,0-25 15,0 25-15,0 0 0,0 0 0,0 0 0,0 0 16,0 0-16,0-25 0,0 25 0,0 0 0,0 0 0,0 0 15,24 0-15,-24-25 0,0 25 0,0 0 0,25 0 16,-25 0-16,0 0 0,25 0 0,-25-24 0,0 24 0,25 0 16,-25 0-16,0 24 0,25-24 0,-25 0 0,24 0 15,-24 0-15,0 0 0,25 0 0,-25 25 0,0-25 0,25 0 16,-25 25-16,0-25 0,0 0 0,25 0 0,-25 25 15,0-25-15,0 25 0,0-25 0,0 0 0,0 25 16,0-25-16,0 24 0,0-24 0,0 25 0,0-25 0,0 25 16,0-25-16</inkml:trace>
  <inkml:trace contextRef="#ctx0" brushRef="#br0" timeOffset="120691.9031">8310 12799 0,'0'25'0,"0"-25"0,0 0 0,0 25 0,0-25 16,0 0-16,-25 0 0,25 25 0,0-25 0,0 0 0,0 0 15,0 0-15,0 0 0,0 0 0,0 0 0,0 0 16,0 0-16,0 0 0,0 0 0,0 0 0,0 0 0,0 0 16,0 0-16,0 0 0,0 0 0,0 0 0,0 0 15,0-25-15,-25 25 0,25 0 0,0-25 0</inkml:trace>
  <inkml:trace contextRef="#ctx0" brushRef="#br0" timeOffset="120889.9144">7937 12154 0,'0'0'0,"0"0"16,0-25-16,0 25 0,0 0 0,0 0 0,0 0 16,0 0-16,0 0 0,0 0 0,25-24 0,-25 24 0,25 0 15,-25 0-15,25 0 0,-25 0 0,25 0 0,0 0 16,-25-25-16,24 25 0,1 0 0,-25 0 0,25 0 0,0 0 15,-25 0-15,25 0 0,-25 0 0,24 0 0,1 0 16,-25 25-16,25-25 0</inkml:trace>
  <inkml:trace contextRef="#ctx0" brushRef="#br0" timeOffset="121842.969">9451 12254 0,'0'0'15,"0"0"-15,0 0 0,-25 0 0,25-25 0,0 25 0,-25 0 16,25 0-16,0 0 0,-25 0 0,25 0 0,0 0 15,-25 0-15,25 0 0,0 0 0,0 25 0,0-25 0,0 0 16,0 0-16,0 0 0,0 24 0,-24-24 0,24 25 16,0-25-16,0 25 0,0-25 0,0 25 0,0-25 15,0 25-15,0-1 0,0-24 0,0 25 0,0-25 0,24 25 16,-24-25-16,0 25 0,0-25 0,0 25 0,0-25 0,25 24 15,-25-24-15,0 0 0,0 25 0,0-25 0,25 0 16,-25 0-16,0 0 0,25 0 0,-25 0 0,25 0 16,-25 0-16,0 0 0,24 0 0,-24 0 0,25 0 0,-25 0 15,25 0-15,0-25 0,-25 25 0,25 0 0,-25 0 16,24-24-16,-24 24 0,25 0 0,-25-25 0,0 25 0,25-25 15,-25 25-15,0-25 0,25 25 0,-25 0 0,0-25 16,0 25-16,0-24 0,0 24 0,0-25 0,0 25 16,25 0-16,-25-25 0,0 25 0,0-25 0,0 25 15,-25-25-15,25 25 0,0 0 0,0-24 0,0 24 0,0 0 16,0 0-16,0 0 0,0-25 0,0 25 0,0 0 0,0 0 15,0 0-15,0 0 0,0 0 0,0 0 0,0 0 16,0 25-16,-25-25 0,25 0 0,0 0 0,0 24 16,0-24-16,0 25 0,0-25 0,0 25 0,0-25 15,0 25-15,0-25 0,0 25 0,0-1 0,-25-24 0,25 25 16,25-25-16,-25 25 0,0-25 0,0 25 0,0-25 0,0 25 15,0-25-15,0 0 0,0 0 0,0 24 0,25-24 16,-25 0-16,0 0 0,0 25 0,0-25 0,0 0 0,25 0 16,-25 0-16,0 0 0,24 0 0,-24 0 0,25 0 15,-25 0-15,0-25 0,25 25 0,-25 0 0,25 0 16,-25-24-16,25 24 0,-25 0 0,0-25 0,24 25 0,-24 0 15,25-25-15,-25 25 0,0-25 0,25 25 0,-25-25 16,0 25-16,0-24 0,0-1 0,25 25 0,-25-25 16,0 25-16,0-25 0,0 25 0,0 0 0,0-25 15,0 25-15,0 0 0,0-24 0,0 24 0,0 0 0,0 0 16,0 0-16,0 0 0,0 0 0,0 0 0,0 24 15,-25-24-15,25 0 0,0 25 0,0-25 0,0 0 0,0 25 16,0-25-16,-25 25 0,25-25 0,0 25 0,0-25 0,0 24 16,0-24-16,0 0 0,0 25 0,0-25 15,0 25-15,0-25 0,0 0 0,0 25 0,0-25 0,0 0 16,0 25-16,0-25 0,0 0 0,25 0 0,-25 24 0,0-24 15,0 0-15,25 0 0,-25 0 0,0 0 0,25 25 16,-25-25-16,24 0 0,-24 0 0,25 0 0,0 0 0,-25 0 16,25-25-16,-25 25 0</inkml:trace>
  <inkml:trace contextRef="#ctx0" brushRef="#br0" timeOffset="122256.9924">10344 12427 0,'0'0'0,"-25"0"0,25-25 0,0 25 0,0 0 15,0 0-15,0-24 0,-25 24 0,25 0 0,0 0 16,0 0-16,-25 0 0,25 0 0,0-25 0,0 25 0,0 0 15,-25 0-15,25 0 0,0 0 0,0 0 0,0 0 16,-24 0-16,24 0 0,0 0 0,0 0 0,0 25 0,0-25 16,0 0-16,-25 0 0,25 24 0,0-24 0,0 0 15,0 25-15,0-25 0,-25 0 0,25 25 0,0-25 16,0 25-16,0-25 0,0 25 0,0-25 0,-25 24 15,25-24-15,0 0 0,0 25 0,0-25 0,0 25 0,25-25 16,-25 0-16,0 0 0,0 25 0,0-25 0,0 0 0,25 0 16,-25 0-16,0 0 0,0 0 0,25 0 0,-25 0 15,0 0-15,24 0 0,-24 0 0,25 0 0,-25 0 0,0 0 16,25 0-16,-25-25 0,25 25 0,-25 0 0,0-25 15,25 25-15,-25 0 0,0-25 0,24 25 0,-24-24 16,0 24-16,0 0 0,25-25 0,-25 25 0,0 0 0,0 0 16,0-25-16,0 25 0,0 0 0,0 0 0,0 0 15,0 0-15,0 0 0,0 25 0,0-25 0,0 0 0,0 0 16,0 0-16,0 25 0,0-25 0,0 0 15,-25 24-15,25-24 0,0 0 0,0 25 0,0-25 0,0 0 16,0 25-16,0-25 0,25 0 0,-25 0 0,0 25 0,0-25 16,0 0-16,0 0 0,0 0 0,0 0 0,0 0 15,0 0-15,0 0 0,0 0 0,0-25 0,0 25 0,0 0 16</inkml:trace>
  <inkml:trace contextRef="#ctx0" brushRef="#br0" timeOffset="122511.0073">10145 11807 0,'0'0'15,"0"0"-15,0 0 0,0-25 0,25 25 0,-25 0 0,0 0 16,0 0-16,0 0 0,25 0 0,-25 0 0,0 25 15,0-25-15,25 0 0,-25 0 0,24 0 0,-24 25 0,0-25 16,25 0-16,-25 25 0,0-25 0,0 0 0,0 24 16,0-24-16,25 0 0,-50 25 0,25-25 0,0 0 15,0 25-15,0-25 0,-25 25 0,25-25 0,-24 25 0,24-25 16,-25 24-16,0-24 0,0 0 0,0 25 0,1-25 15,-1 25-15,0-25 0</inkml:trace>
  <inkml:trace contextRef="#ctx0" brushRef="#br0" timeOffset="126036.2089">18157 1290 0,'0'0'0,"0"0"0,0 0 0,0 0 0,0 0 0,-25 0 15,25 0-15,0-25 0,0 25 0,0 0 0,0 0 0,0 0 16,0 0-16,0 0 0,0 0 0,0 0 0,0 0 16,0 0-16,0 0 0,0 0 0,0 0 0,0 0 0,0 0 15,0 0-15,0 0 0,0 0 0,0 0 0,0 0 16,0 0-16,0 0 0,0 0 0,0 0 0,0 0 0,0 0 15,0 0-15,0 0 0,0 0 0,0 0 0,0 0 0,0 0 16,0 0-16,0 0 0,0 0 0,0 0 0,-25 0 0,25 0 16,0 0-16,0 0 0,0 0 0,0 0 0,-24 0 15,24 25-15,0-25 0,-25 0 0,25 25 0,0-25 0,0 0 16,-25 0-16,25 0 0,0 0 0,-25 24 0,25-24 15,0 0-15,-25 25 0,25-25 0,0 0 0,-24 25 16,24-25-16,0 25 0,0-25 0,-25 25 0,25-25 0,0 0 0,0 24 16,-25-24-16,25 25 0,0 0 0,0-25 0,0 25 15,-25 0-15,25-25 0,0 24 0,0 1 0,0 0 0,0 0 16,0 0-16,0-25 0,0 25 0,0-1 0,0 1 15,0 0-15,0-25 0,0 25 0,0 0 0,0-25 16,0 24-16,0 1 0,0-25 0,0 25 0,0 0 0,0-25 16,0 25-16,0-25 0,0 24 0,0-24 0,0 25 0,25-25 15,-25 0-15,0 25 0,0-25 0,0 0 0,25 0 16,-25 0-16,0 0 0,0 0 0,0 0 0,25 0 0,-25 0 15,24 0-15,-24-25 0,25 25 0,-25 0 0,0-25 16,25 25-16,-25-24 0</inkml:trace>
  <inkml:trace contextRef="#ctx0" brushRef="#br0" timeOffset="126539.2377">19075 1563 0,'0'0'0,"0"0"16,0 0-16,0 0 0,0 0 0,0 0 0,0 0 0,0 0 16,0 0 140,-50 124-156,50-99 0,-25-1 0,25-24 0,0 25 0,0 0 0,-24-25 0,24 25 0,0-25 0,0 25 0,0-1 0,-25-24 0,25 25 0,0-25 0,0 25 0,0 0 0,0-25 0,0 25 0,0-25 15,0 0-15,0 24 0,0-24 0,0 0 0,0 25 0,-25-25 0,25 0 0,0 0 0,0 25 0,0-25 0,0 0 0,0 0 0,0 0 0,0 0 0,0 0 0,0 0 0,-25-25 0,25 25 0,0 0 0,0 0 0</inkml:trace>
  <inkml:trace contextRef="#ctx0" brushRef="#br0" timeOffset="126742.2493">18926 1587 0,'0'-24'0,"0"24"0,0 0 16,0-25-16,0 25 0,0 0 0,0 0 0,0-25 15,0 25-15,25 0 0,-25 0 0,0 0 0,25-25 0,-25 25 16,24 0-16,-24 0 0,25 0 0,-25 0 0,25 0 0,0 0 16,-25 0-16,25 0 0,-25 0 0,24 0 0,1 0 15,-25 0-15,25 0 0,-25 0 0,25 0 0,-25 0 0,0 25 16,25-25-16,-25 0 0,0 25 0,24-25 0,-24 25 15,0-25-15,0 24 0,0-24 0,0 25 0,0-25 0,0 25 16,0-25-16,0 25 0,0-25 0</inkml:trace>
  <inkml:trace contextRef="#ctx0" brushRef="#br0" timeOffset="127257.2787">19323 1836 0,'0'0'0,"0"0"0,0 0 0,0 0 16,-25-25-16,25 25 0,0 0 0,0 0 0,0 0 0,0 0 15,0-25-15,0 25 0,0 0 0,0 0 0,0 0 0,0 0 16,0 0-16,0 0 0,0 0 0,0 0 0,0 0 16,0 0-16,0 25 0,0-25 0,0 0 0,0 0 0,-25 0 15,25 25-15,0-25 0,0 0 0,0 0 0,0 0 0,0 0 16,0 0-16,-25 24 0,25-24 0,0 25 0,0-25 15,0 0-15,0 25 0,0 0 0,0-25 0,-24 25 0,24-25 16,0 24-16,0-24 0,0 25 0,0-25 0,0 0 16,0 25-16,0-25 0,0 0 0,0 25 0,0-25 0,0 0 15,0 0-15,0 25 0,24-25 0,-24 0 0,0 0 16,0 0-16,0 0 0,25 0 0,-25 0 0,0 0 0,0 0 15,25-25-15,-25 25 0,0 0 0,25 0 0,-25-25 16,0 25-16,25 0 0,-25-25 0,0 25 0,0-25 16,0 25-16,0-24 0,24 24 0,-24-25 0,0 25 0,0 0 15,0-25-15,0 25 0,0-25 0,0 25 0,0-25 0,0 25 16,0-24-16,0 24 0,0 0 0,0 0 0,0-25 15,0 25-15,0 0 0,0 0 0,0 0 0,0 0 0,0 0 16,0 0-16,0 0 0,-24 0 0,24 0 0,0 0 16,0 0-16,0 0 0,0 0 0,0 0 0,0 0 0,0 0 15,0 0-15,0 25 0,0-25 0,0 0 0,0 0 0,0 0 16,0 0-16,0 0 0,24 0 0</inkml:trace>
  <inkml:trace contextRef="#ctx0" brushRef="#br0" timeOffset="127766.3078">19695 1885 0,'0'0'0,"0"0"0,0 0 0,0-25 0,-25 25 0,25 0 15,0 0-15,0 0 0,0 0 0,0-24 0,0 24 0,0 0 16,0 0-16,0-25 0,0 25 0,0 0 0,0 0 15,0 0-15,0 0 0,0 0 0,0-25 0,0 25 0,-25 0 16,25 25-16,0-25 0,0 0 0,0 0 0,0 0 16,0 0-16,-24 0 0,24 0 0,0 0 0,0 0 0,0 25 15,0-25-15,0 0 0,0 0 0,-25 0 0,25 0 0,0 0 16,0 0-16,-25 0 0,25 24 0,0-24 0,0 0 15,0 0-15,-25 0 0,25 0 0,0 25 0,0-25 0,0 25 16,0-25-16,0 0 0,0 25 0,0-25 0,0 25 16,-25-25-16,25 0 0,0 24 0,0-24 0,0 0 0,0 0 15,0 25-15,25-25 0,-25 0 0,0 0 0,0 0 0,0 0 16,0 0-16,0 0 0,25 25 0,-25-25 0,0 0 15,0 0-15,25-25 0,-25 25 0,0 0 0,25 0 0,-25 0 16,0-25-16,24 25 0,-24 0 0,25-24 0,-25 24 16,0 0-16,25-25 0,-25 25 0,0 0 0,0 0 0,25-25 15,-25 25-15,0 0 0,0 0 0,0 0 0,25 0 0,-25-25 16,0 25-16,0 0 0,0 0 0,0 0 0,0 0 15,0 0-15,0 0 0,0 0 0,0 0 0,0 0 0,0 0 16,0 0-16,0 0 0,0 0 0,0 25 0,0-25 16,-25 0-16,25 0 0,0 25 0,0-25 0,0 25 0,0-25 15,-25 24-15,25-24 0,0 25 0,0-25 0,0 25 0,0-25 16,0 25-16,0-25 0,0 0 0,0 25 0,0-25 15,0 0-15,0 24 0,0-24 0,0 0 0,0 0 0,0 0 16,0 0-16,0 0 0,0 0 0,0 0 0,0 0 16,0 0-16</inkml:trace>
  <inkml:trace contextRef="#ctx0" brushRef="#br0" timeOffset="127930.3172">19496 2332 0,'0'0'0,"0"0"0,0 0 0,0 0 0,0 0 16,0 0-16,0 0 0,25 0 0,-25 0 0,0 0 15,0-25-15,0 25 0,25 0 0,-25 0 0,0 0 0,0 0 16,25 0-16,-25-25 0,0 25 0,25 0 16,-25 0-16,0 0 0,0 0 0,25 0 0,-25-25 0</inkml:trace>
  <inkml:trace contextRef="#ctx0" brushRef="#br0" timeOffset="128453.3471">21010 1910 0,'0'0'0,"0"0"0,0-25 16,0 25-16,0 0 0,0-25 0,0 25 0,0-24 15,0 24-15,0 0 0,0 0 0,0-25 0,-25 25 0,25 0 16,0-25-16,0 25 0,0 0 0,0-25 0,0 25 0,-25 0 16,25-25-16,0 25 0,0 0 0,0 0 0,0-24 15,-25 24-15,25 0 0,0 0 0,-25 0 0,25-25 0,0 25 16,-24 25-16,24-25 0,0 0 0,-25 0 0,25 0 15,-25 0-15,25 0 0,0 0 0,-25 0 0,25 0 0,-25 0 16,25 0-16,0 0 0,-24 0 0,24 24 0,-25-24 16,25 25-16,0-25 0,0 25 0,-25 0 0,25-25 0,0 25 15,0-25-15,0 0 0,0 24 0,0-24 0,0 25 0,0-25 16,0 25-16,0-25 0,0 25 0,0-25 0,0 25 15,0-25-15,25 0 0,-25 24 0,0-24 0,0 0 0,25 25 16,-25-25-16,0 0 0,24 0 0,-24 0 0,0 0 16,25 0-16,-25 0 0,25 0 0,-25 0 0,25 0 0,-25 0 15,25 0-15,-25 0 0,0-25 0,24 25 0,-24 0 0,25-24 16,-25 24-16,0-25 0,25 25 0,-25 0 0,0-25 15,25 0-15,-25 25 0,0-25 0,25 25 0,-25-24 0,24-1 16,-24 0-16</inkml:trace>
  <inkml:trace contextRef="#ctx0" brushRef="#br0" timeOffset="129151.3871">21134 1513 0,'0'0'0,"0"-25"0,0 25 16,0-25-16,0 25 0,0 0 0,24 0 0,-24 0 15,-24-24-15,24 24 0,0 0 0,0 0 0,0 0 0,0 0 16,0 0-16,0 0 0,0 0 0,0 0 0,0 24 16,0-24-16,0 0 0,0 0 0,0 25 0,0-25 0,0 25 15,0 0-15,0-25 0,0 25 0,0-1 0,-25-24 0,25 25 16,0 0-16,0-25 0,0 25 0,0 0 0,0 0 15,-25-25-15,25 24 0,0 1 0,0-25 0,0 25 0,0 0 16,0-25-16,0 25 0,-25-1 0,25-24 0,0 25 16,0-25-16,0 25 0,0-25 0,0 0 0,0 25 0,0-25 15,0 25-15,0-25 0,0 0 0,0 0 0,0 24 0,0-24 16,0 0-16,0 0 0,0 0 0,0 0 0,0 0 15,25 0-15,-25 0 0,0 0 0,0 0 0,25 0 16,-25 0-16,25 0 0,-25 0 0,0-24 0,24 24 0,-24 0 16,0 0-16,25 0 0,-25-25 0,25 25 0,-25 0 0,25 0 15,-25-25-15,0 25 0,25 0 0,-25 0 0,24-25 0,-24 25 16,0 0-16,0-25 0,0 25 0,25 0 0,-25 0 15,0 0-15,0 0 0,0-24 0,0 24 0,0 0 0,0 0 16,0 0-16,0-25 0,0 25 0,0 0 0,0 0 16,0 0-16,0-25 0,0 25 0,-25 0 0,25 0 0,0 0 15,0 0-15,0 0 0,0 0 0,0 0 0,0 0 0,-24 0 16,24 0-16,0 0 0,0 25 0,-25-25 0,25 0 15,0 25-15,0-25 0,-25 24 0,25-24 0,0 25 0,0-25 16,0 0-16,-25 25 0,25-25 0,0 25 0,0-25 16,0 0-16,0 25 0,0-25 0,0 24 0,0-24 0,0 0 15,0 25-15,0-25 0,25 25 0,-25-25 0,0 0 16,0 25-16,0-25 0,0 0 0,0 0 0,25 0 0,-25 0 15,0 0-15,0 0 0,0 0 0,25 0 0,-25-25 16,0 25-16,24 0 0,-24 0 0,0 0 0,0-25 0,0 25 16,25 0-16,-25-25 0,0 25 0,0 0 0,0-24 15,0 24-15,0-25 0,25 25 0,-25 0 0,0-25 0,0 25 16,0-25-16,0 0 0,25 25 0,-25-24 0,0 24 0,0-25 15,0 0-15,0 25 0,0-25 0,-25 25 0,25 0 0,0-25 16,0 25-16,0 0 0,25-24 0,-25 24 0,0 0 16,0 0-16,0-25 0,0 25 0,0 0 0,0 0 15,0-25-15,0 25 0,0 0 0,0 0 0,0-25 0,25 25 16,-25 0-16,0 0 0,0 0 0,0-25 0,24 25 15,-24 0-15,0 0 0,0 0 0,25 0 0,-25 0 0,0 0 16,0 0-16,25 0 0,-25 0 0,0 0 0,25 0 0,-25 0 16,0 0-16,0 0 0,25 0 0,-25 0 0,0 0 15,0 25-15,24-25 0,-24 0 0,0 0 0,0 25 0,0-25 16,25 0-16,-25 25 0,0-25 0,0 25 0,0-25 0,0 24 15,0 1-15,-25-25 0,25 25 0,0-25 0,0 25 16</inkml:trace>
  <inkml:trace contextRef="#ctx0" brushRef="#br0" timeOffset="129333.3975">21332 2356 0,'-25'25'0,"25"-25"0,0 0 0,0 0 15,0 0-15,0 0 0,0 0 0,0 0 0,0 0 0,0 0 16,0 0-16,0 0 0,0 0 0,0 0 0,0 0 15,0 0-15,0 0 0,0 0 0,0 0 0,0 0 16,0 0-16,0 0 0,0 0 0,0 0 0,0-25 0,0 25 16,0 0-16,0-24 0,0 24 0</inkml:trace>
  <inkml:trace contextRef="#ctx0" brushRef="#br0" timeOffset="129835.4261">21059 1538 0,'0'0'0,"0"25"0,0-25 0,0 0 0,0 0 0,0 0 15,0 0-15,25-25 0,-25 25 0,0 0 0,0 0 0,25 0 16,-25 0-16,0 0 0,25 0 0,-25 0 0,24 0 16,1 0-16,-25 0 0,25 0 0,0 0 0,-25 0 0,25 0 15,-1 0-15,1 0 0,-25 0 0,25 0 0,0 0 16,0 0-16,-1 0 0,-24 0 0,25 0 0,0 0 0</inkml:trace>
  <inkml:trace contextRef="#ctx0" brushRef="#br0" timeOffset="131134.5005">22523 1712 0,'0'0'0,"24"-25"0,-24 25 0,-24 0 0,24 0 15,0 0-15,0 0 0,0-25 0,0 25 0,0 0 16,0 0-16,0 0 0,0 0 0,0-25 0,0 25 0,0 0 15,-25 0-15,25 0 0,0 0 0,0 0 0,0 0 0,-25 0 16,25 0-16,0 0 0,0 0 0,0 0 0,-25 25 16,25-25-16,0 0 0,0 0 0,-25 0 0,25 0 0,0 0 15,0 25-15,-24-25 0,24 0 0,0 25 0,-25-25 16,25 24-16,0-24 0,0 25 0,-25-25 0,25 25 0,0-25 15,0 25-15,0 0 0,-25-25 0,25 24 0,0 1 0,0-25 16,0 25-16,0-25 0,0 25 0,25-25 0,-25 25 16,0-25-16,0 24 0,0-24 0,25 25 0,-25-25 0,0 0 15,25 0-15,-25 25 0,0-25 0,24 0 0,-24 0 16,0 0-16,25 0 0,-25 0 0,25 0 0,-25 0 0,25 0 15,-25 0-15,25 0 0,-25-25 0,24 25 0,1 0 0,-25-25 16,25 25-16,-25 0 0,25-24 0,-25 24 0,0-25 16,25 25-16,-25-25 0,24 25 0,-24-25 0,0 25 0,25-25 15,-25 25-15,25 0 0,-25-24 0,0 24 0,0-25 16,25 25-16,-25-25 0,0 25 0,0 0 0,0-25 0,0 25 15,0 0-15,0-25 0,25 25 0,-25 0 0,0-24 0,0 24 16,0 0-16,0 0 0,0 0 0,0 0 0,0 0 16,0 0-16,0 0 0,0-25 0,0 25 0,0 0 0,-25 25 15,25-25-15,0 0 0,0 0 0,0 0 0,0 0 16,0 24-16,0-24 0,-25 0 0,25 25 0,0-25 0,0 25 15,0-25-15,0 25 0,0 0 0,0-25 0,-25 24 0,25 1 16,0-25-16,0 25 0,0-25 0,0 25 0,0 0 16,0-25-16,0 0 0,0 24 0,0-24 0,25 0 15,-25 25-15,0-25 0,0 0 0,0 0 0,0 0 0,25 0 16,-25 0-16,0 0 0,0 0 0,0 0 0,25 0 0,-25 0 15,0 0-15,0 0 0,25 0 0,-25 0 0,24 0 0,-24-25 16,25 25-16,-25 0 0,0-24 0,25 24 0,-25-25 16,25 25-16,-25-25 0,25 25 0,-25-25 0,0 25 0,24-25 15,-24 25-15,0-24 0,0 24 0,0-25 0,25 25 16,-25-25-16,0 25 0,0-25 0,0 25 0,0-25 0,0 25 15,0 0-15,0-24 0,0 24 0,0 0 0,0 0 0,0 0 16,0 0-16,0 0 0,0 24 0,0-24 0,0 0 16,0 0-16,0 0 0,-25 25 0,25-25 0,0 0 0,0 25 15,0-25-15,-24 25 0,24 0 0,0-25 0,0 24 16,-25-24-16,25 25 0,0-25 0,0 25 0,0-25 0,0 25 15,0-25-15,0 0 0,0 25 0,0-25 0,0 24 16,0-24-16,0 25 0,0-25 0,25 0 0,-25 0 0,0 0 16,24 0-16,-24 0 0,25 0 0,-25-25 0,25 25 15,-25 0-15</inkml:trace>
  <inkml:trace contextRef="#ctx0" brushRef="#br0" timeOffset="131518.5225">23267 1786 0,'0'0'0,"0"-25"0,0 25 0,0 0 0,-25-25 0,25 25 16,0 0-16,0-24 0,-25 24 0,25 0 0,0 0 0,0 0 15,-25 0-15,25 0 0,0-25 0,0 25 0,0 0 0,0 0 16,-24 25-16,24-25 0,0 0 0,0 0 0,0 0 16,-25 0-16,25 24 0,0-24 0,0 0 0,-25 25 0,25-25 15,0 25-15,0-25 0,0 25 0,-25 0 0,25-25 16,0 24-16,0-24 0,0 25 0,0-25 0,0 0 15,0 25-15,0-25 0,0 25 0,0-25 0,0 0 0,0 0 16,0 0-16,0 0 0,0 25 0,0-25 0,0 0 0,0 0 16,25 0-16,-25 0 0,0 0 0,0 0 0,0 0 15,25 0-15,-25-25 0,0 25 0,25 0 0,-25 0 0,24-25 16,-24 25-16,0 0 0,25 0 0,-25-25 0,25 25 15,-25 0-15,0 0 0,25 0 0,-25-25 0,0 25 0,0 0 16,25 0-16,-25-24 0,0 24 0,0 0 0,0 0 16,0 0-16,0-25 0,0 25 0,0 0 0,0 0 0,0 0 0,0 25 15,0-25-15,0 0 0,0 24 0,0-24 0,-25 0 16,25 25-16,0-25 0,0 25 0,0-25 0,0 25 15,0-25-15,0 0 0,0 25 0,0-25 0,0 0 0,-25 0 0,25 24 16,0-24-16,0 0 0,0 0 0,0 0 16,0 0-16,0 0 0,0 0 0,0 0 0,0 0 0</inkml:trace>
  <inkml:trace contextRef="#ctx0" brushRef="#br0" timeOffset="131752.5358">23391 1240 0,'0'0'16,"0"0"-16,25 0 0,-25 0 0,0 0 0,0 0 0,24 0 16,-24 0-16,0 25 0,25-25 0,-25 0 0,25 0 0,-25 0 15,25 0-15,-25 25 0,0-25 0,25 0 0,-25 25 16,0-25-16,24 0 0,-24 0 0,0 24 0,0-24 0,0 25 15,-24-25-15,24 0 0,0 25 0,-25-25 0,25 0 16,0 25-16,-25-25 0,25 0 0,-25 25 0,25-25 16,0 0-16,-25 24 0,25-24 0,-24 0 0,24 0 0</inkml:trace>
  <inkml:trace contextRef="#ctx0" brushRef="#br0" timeOffset="132221.5627">23961 1860 0,'0'0'0,"0"0"16,0 0-16,0 0 0,0 0 0,0 0 0,0 0 0,0 0 15,0 0-15,25-24 0,-25 24 0,0 0 0,0 0 0,25-25 16,-25 25-16,0 0 0,25-25 0,-25 25 0,25 0 0,-25-25 15,24 25-15,1-25 0,-25 25 0,25-24 0,-25 24 16,25-25-16,-25 25 0,25-25 0,-25 25 0,0-25 0,24 0 16,-24 25-16,25-25 0,-25 1 0,0 24 0,25-25 15,-25 25-15,0-25 0,0 25 0,0 0 0,0 0 0,25 0 16,-25-25-16,0 25 0,0 0 0,0 0 0,0 0 0,0 0 15,0 0-15,0 0 0,0 0 0,0 0 0,0 25 16,0-25-16,0 25 0,-25-25 0,25 25 0,0-1 16,0 1-16,-25-25 0,25 25 0,0 0 0,0 0 0,-25 0 15,25-25-15,0 24 0,0 1 0,-24 0 0,24-25 16,0 25-16,0-25 0,0 25 0,-25-25 0,25 24 0,0 1 15,0-25-15,0 25 0,0-25 0,0 25 0,0-25 0,0 0 16,0 25-16,0-25 0,0 0 0,0 0 0,0 0 16,0 0-16,0 0 0,25 0 0,-25 0 0,0 0 0</inkml:trace>
  <inkml:trace contextRef="#ctx0" brushRef="#br0" timeOffset="132629.5859">24681 1761 0,'0'-25'0,"24"25"0,-24 0 0,0-24 16,0 24-16,0 0 0,0 0 0,0-25 0,0 25 0,0 0 15,0 0-15,0 0 0,0 0 0,0 0 0,0 0 0,0 0 16,0 25-16,0-25 0,0 0 0,0 0 0,0 24 15,0-24-15,0 0 0,0 25 0,0-25 0,0 25 0,0-25 16,0 25-16,-24-25 0,24 25 0,0-1 0,0-24 16,0 25-16,0-25 0,0 25 0,0-25 0,0 25 0,0-25 15,24 25-15,-24-25 0,0 0 0,0 24 31,0-24-31,0 0 0,0 25 0,0-25 0,0 0 16,0 0-16,0 0 0,0 0 0,0 0 0,0 0 0,25 0 0,-25 0 0,0 0 0,0 0 0,0 0 0,25 0 0,-25-25 0,0 25 16,0 0-16,25-24 0,-25 24 0,0-25 0,0 25 0,25 0 15,-25-25-15,0 0 0,24 25 0,-24-25 0,0 25 0,25-24 16,-25 24-16,0-25 0,25 25 0,-25-25 0,0 25 15,25 0-15,-25-25 0,0 25 0,0 0 0,0 0 0,0 0 16,0 0-16,0 0 0,0 0 0,0 0 0,0 0 16,0 25-16,0-25 0,0 0 0,0 0 0,0 0 0,25 25 15,-25-25-15,0 0 0,0 0 0,25 0 0,-25 0 0</inkml:trace>
  <inkml:trace contextRef="#ctx0" brushRef="#br0" timeOffset="133037.6093">25028 1860 0,'0'0'0,"0"0"0,0 0 0,0 0 0,0 0 0,0 0 16,0 0-16,0 0 0,0 0 0,0 0 0,0 0 15,25 0-15,-25 0 0,0-24 0,0 24 0,25 0 0,-25 0 16,24 0-16,-24 0 0,0 0 0,25-25 0,-25 25 16,25 0-16,-25 0 0,25 0 0,-25 0 0,0-25 0,25 25 15,-25 0-15,0 0 0,0 0 0,24-25 0,-24 25 0,0 0 16,0 0-16,0 0 0,0-25 0,0 25 0,0 0 15,0 0-15,0 0 0,0-24 0,0 24 0,0 0 0,0 0 16,0 0-16,0 0 0,0-25 0,0 25 0,-24 0 16,24 0-16,0 0 0,0 0 0,0 0 0,0 0 0,-25 0 15,25 0-15,0 0 0,0 0 0,-25 0 0,25 0 16,-25 0-16,25 0 0,0 0 0,-25 0 0,25 0 0,0 0 15,-24 0-15,24 0 0,0 25 0,-25-25 0,25 0 16,0 24-16,-25-24 0,25 0 0,0 25 0,0-25 0,-25 0 16,25 25-16,0-25 0,0 25 0,0-25 0,0 0 0,0 25 15,0-25-15,0 24 0,0-24 0,0 0 0,0 25 16,0-25-16,0 0 0,0 25 0,25-25 0,-25 0 0,0 0 15,0 25-15,25-25 0,-25 0 0,0 0 0,25 25 0,-25-25 16,0 0-16,24 0 0,-24 0 0,0 24 0,25-24 16,-25 0-16,25 0 0,-25 0 0,25 0 0,-25 0 0,25 0 15,-25 0-15,24 0 0,1 0 0,-25 0 0,25 0 16,0 0-16,0 0 0,-25 0 0,24 0 0,1 0 0,0 0 15</inkml:trace>
  <inkml:trace contextRef="#ctx0" brushRef="#br0" timeOffset="133349.6272">25673 1860 0,'0'0'0,"0"0"0,0-24 15,0 24-15,0-25 0,0 25 0,-25 0 0,25-25 0,0 25 16,0 0-16,0-25 0,0 25 0,0 0 0,-25 0 16,25-25-16,0 25 0,0 0 0,0 0 0,0 0 0,0 0 15,-25 0-15,25 0 0,0 0 0,0 0 0,-24 0 16,24 0-16,0 0 0,0 25 0,-25-25 0,25 0 0,0 0 15,0 25-15,0-25 0,-25 0 0,25 25 0,0-25 0,0 0 16,0 25-16,0-25 0,0 24 0,0-24 0,0 25 16,0-25-16,0 0 0,0 25 0,0 0 0,0-25 0,0 25 15,0-25-15,0 24 0,0-24 0,0 25 0,0-25 16,0 25-16,0-25 0,0 0 0,25 25 0,-25-25 0,0 0 15,0 0-15,0 0 0,25 0 0,-25 0 0,0 0 16,24 0-16,-24 0 0,25 0 0,-25 0 0,25 0 0,-25 0 16,25 0-16,0 0 0,-25 0 0,24-25 0,1 25 0,0 0 15,-25-25-15,25 25 0,0-25 0,-25 25 0,24-24 16,1 24-16,0-25 0,-25 0 0,25 25 0,0-25 15,-25 0-15</inkml:trace>
  <inkml:trace contextRef="#ctx0" brushRef="#br0" timeOffset="133590.641">26169 1439 0,'-25'0'0,"25"0"15,0 0-15,0-25 0,0 25 0,0 0 0,0 0 0,0 0 16,0 0-16,0 0 0,0 0 0,0 25 0,0-25 0,0 0 16,0 24-16,0-24 0,0 25 0,0-25 0,0 25 15,-25 0-15,25-25 0,0 25 0,0-1 0,0 1 16,0-25-16,0 25 0,0 0 0,-24 0 0,24-25 0,0 25 15,0-1-15,0 1 0,0 0 0,0-25 0,0 25 16,0-25-16,0 25 0,-25-1 0,25-24 0,0 25 0,0-25 16,0 25-16,0-25 0,0 25 0,0-25 0,0 25 0,0-25 15,0 0-15,0 0 0,0 0 0,0 0 0,0 0 0,0 0 16,0 0-16,0 0 0,0 0 0,0 0 0,0 0 15,-25 0-15,25 0 0,0 0 0</inkml:trace>
  <inkml:trace contextRef="#ctx0" brushRef="#br0" timeOffset="133992.664">26020 1811 0,'0'0'0,"0"0"0,0 0 0,0 0 0,0 0 0,0 0 15,0-25-15,0 25 0,0 0 0,0 0 0,0 0 0,0 0 16,0 0-16,25 0 0,-25 0 0,0 0 0,0 0 16,25 0-16,-25 0 0,25 0 0,-25 0 0,24 0 0,-24 0 15,0 0-15,25 0 0,-25 0 0,25 0 0,-25 0 0,0 0 16,25 0-16,-25 0 0,0 0 0,0 25 0,25-25 15,-25 0-15,0 0 0,0 25 0,0-25 0,0 0 0,0 0 16,24 24-16,-24-24 0,-24 0 0,24 0 0,0 25 16,0-25-16,0 0 0,0 25 0,0-25 0,-25 0 0,25 25 15,0-25-15,0 25 0,0-25 0,0 0 0,0 24 16,0-24-16,0 0 0,0 25 0,0-25 0,0 25 0,0-25 15,0 0-15,0 0 0,0 25 0,0-25 0,25 0 16,-25 25-16,0-25 0,0 0 0,24 0 0,-24 0 0,0 0 16,25 0-16,-25 0 0,25 0 0,-25 0 0,25 0 0,0 0 15,-25 0-15,24 0 0,1 0 0,-25 0 0,25-25 16,0 25-16,-25 0 0,25-25 0,-25 25 0,24-25 0,-24 25 15,0-25-15,25 25 0,-25-24 0,0 24 0,0-25 16,0 25-16,0-25 0,0 25 0,0-25 0,0 25 0,0-25 16,0 25-16,0 0 0,-25-24 0,25 24 0,0 0 0,0 0 15,0 0-15,0-25 0,-24 25 0,24 0 0,0 0 16,0 0-16,0 0 0,0 0 0,-25 0 0,25 0 0,0 0 15,0 0-15,0 0 0,-25 0 0,25 0 0,0 0 16,0 0-16,-25 0 0</inkml:trace>
  <inkml:trace contextRef="#ctx0" brushRef="#br0" timeOffset="134193.6755">26516 1513 0,'0'0'0,"0"0"15,0 0-15,0 0 0,25 0 0,-25 0 0,0 0 0,0 0 16,0 0-16,0 0 0,25 0 0,-25 0 0,0 25 15,0-25-15,25 0 0,-25 0 0,0 25 0,0-25 0,0 0 16,0 24-16,0-24 0,-25 25 0,25-25 0,0 0 16,0 25-16,-25-25 0,25 0 0,-25 25 0,25-25 0,-25 25 15,25-25-15,-24 0 0,24 0 0,-25 25 0,0-25 0,25 0 16,-25 0-16</inkml:trace>
  <inkml:trace contextRef="#ctx0" brushRef="#br0" timeOffset="134769.7084">27781 1860 0,'0'0'0,"0"-24"16,-25 24-16,25 0 0,0-25 0,0 25 0,-24-25 0,24 25 15,0 0-15,0-25 0,-25 25 0,25 0 0,0-25 16,0 25-16,-25 0 0,25 0 0,0-24 0,-25 24 15,25 0-15,-25 0 0,25 0 0,0 0 0,-24 0 0,24 0 16,-25 0-16,25 24 0,0-24 0,-25 0 0,25 0 0,0 0 16,-25 25-16,25-25 0,0 0 0,-25 25 0,25-25 0,0 0 15,-24 25-15,24-25 0,0 25 0,-25-25 0,25 24 16,0-24-16,0 25 0,0-25 0,0 25 0,0-25 0,0 0 15,0 25-15,0-25 0,0 0 0,0 25 0,0-25 16,0 0-16,25 24 0,-25-24 0,0 0 0,0 25 0,24-25 16,-24 0-16,25 0 0,-25 0 0,25 0 0,-25 0 0,25 0 15,-25 0-15,25 0 0,-1-25 0,-24 25 0,25-24 16,-25 24-16,25-25 0,0 25 0,-25-25 0,25 25 0,-25-25 15,24 25-15,-24-25 0,0 1 0,25 24 0,-25-25 16,25 0-16</inkml:trace>
  <inkml:trace contextRef="#ctx0" brushRef="#br0" timeOffset="135021.7228">27955 1364 0,'0'0'0,"0"0"0,0 0 15,0-25-15,0 25 0,0 0 0,0 0 0,0 0 16,0 0-16,0 0 0,0 0 0,0 0 0,0 25 0,-25-25 16,25 0-16,0 0 0,0 25 0,0-25 0,0 25 0,0-25 15,0 25-15,-25-25 0,25 24 0,0 1 0,0 0 16,0-25-16,0 25 0,-25 0 0,25-1 0,0 1 0,0 0 15,0 0-15,-24 0 0,24 0 0,0-25 0,0 24 16,0 1-16,-25 0 0,25 0 0,0-25 0,0 25 0,-25-1 16,25-24-16,0 25 0,0 0 0,0-25 0,-25 25 15,25-25-15,0 0 0,0 25 0,0-25 0,0 24 0,0-24 16,0 0-16,0 25 0,0-25 0,0 0 0,0 0 15,0 25-15,0-25 0,0 0 0,0 0 0,0 0 0,0 0 16,25 0-16,-25 0 0,25 0 0,-25 0 0,0-25 0,25 25 16,-25 0-16</inkml:trace>
  <inkml:trace contextRef="#ctx0" brushRef="#br0" timeOffset="135502.7503">28029 1836 0,'0'0'0,"0"-25"0,0 25 0,25 0 0,-25 0 0,0-25 16,0 25-16,0 0 0,0-25 0,0 25 0,0 0 0,0 0 16,0 0-16,0 0 0,0-25 0,0 25 0,0 0 15,0 0-15,0 0 0,0 0 0,0 0 0,0 0 16,0 0-16,0 0 0,0 0 0,0 0 15,0 0-15,0 0 0,0 25 0,-25-25 0,25 0 0,0 25 0,0-25 16,-25 0-16,25 25 0,0 0 0,0-25 0,0 24 0,0-24 0,0 25 16,-24-25-16,24 25 0,0-25 0,0 25 0,0-25 15,24 25-15,-24-25 0,0 24 0,0-24 0,0 25 16,0-25-16,0 0 0,25 0 0,-25 0 0,0 25 0,0-25 15,25-25-15,-25 25 0,0 0 0,0 0 0,0 0 16,0 0-16,25 0 0,-25 0 0,0-25 0,0 25 0,0 0 16,25 0-16,-25 0 0,0-24 0,0 24 0,0 0 0,0-25 15,0 25-15,0 0 0,0-25 0,0 25 0,25-25 16,-25 25-16,0 0 0,0-25 0,0 25 0,0-24 0,0 24 15,24-25-15,-24 25 0,0-25 0,0 25 0,25-25 0,-25 25 16,0 0-16,0 0 0,0-25 0,25 25 0,-25 0 16,0 0-16,0 0 0,0 0 0,25 0 0,-25 0 0,0 0 15,0 0-15,0 0 0,25 0 0,-25 0 0,0 0 16,0 25-16,24-25 0,-24 0 0,0 25 0,0-25 0,25 0 15,-25 25-15,0-25 0,0 25 0,25-25 0,-25 24 0,0-24 16,0 25-16,0-25 0,0 0 0,0 25 0,0-25 16,0 25-16,0-25 0,0 25 0,0-25 0,0 24 0,0-24 15,0 0-15,0 25 0,0-25 0,0 0 0,0 25 16,0-25-16,0 0 0,0 0 0,0 25 0,0-25 0,0 0 15,0 0-15,0 25 0,0-25 0,0 0 0,0 0 16,0 0-16,0 0 0,0 0 0,-25 0 0,25 0 0,0 0 16,0-25-16,0 25 0,0 0 0,0 0 0,0-25 15,0 25-15</inkml:trace>
  <inkml:trace contextRef="#ctx0" brushRef="#br0" timeOffset="135697.7615">28228 1563 0,'0'0'0,"0"0"0,0-25 0,0 25 16,0 0-16,0-25 0,0 25 0,25 0 0,-25 0 0,0 0 15,0-25-15,24 25 0,-24 0 0,25 0 0,-25 0 16,0 0-16,25 0 0,-25 0 0,25 0 0,-25 0 0,25 0 16,-25 0-16,0 0 0,24 0 0,-24 25 0,0-25 15,0 0-15,25 0 0,-25 0 0,0 25 0,0-25 0,0 0 16,0 0-16,0 25 0,25-25 0,-25 0 0,0 0 0,0 0 15,0 0-15,0 24 0,0-24 0</inkml:trace>
  <inkml:trace contextRef="#ctx0" brushRef="#br0" timeOffset="135843.7698">28649 1439 0,'0'-25'0,"25"25"0,-25 0 16,0 0-16,0-25 0,0 25 0,0 0 0,0 0 16,0 0-16,0 0 0,-25 0 0,25 25 0,0-25 0,0 0 15,-24 0-15,24 25 0,-25-25 0,25 24 0,-25-24 0,0 25 16,25-25-16,-25 25 0,1 0 0,-1-25 0,0 0 15</inkml:trace>
  <inkml:trace contextRef="#ctx0" brushRef="#br0" timeOffset="136016.7797">27930 1538 0,'0'0'15,"0"0"-15,0 0 0,0-25 0,0 25 0,0 0 0,0 0 16,0 0-16,0 0 0,0 0 0,25-25 0,-25 25 16,25 0-16,-25 0 0,24 0 0,-24 0 0,25 0 0,-25 0 15,25 0-15,0 0 0,-25 0 0,25 0 0,0 0 16,-25 25-16,24-25 0,1 25 0,0-25 0,-25 0 0,25 25 15,0-25-15,-1 0 0,1 24 0,-25-24 0,25 25 0,0-25 16</inkml:trace>
  <inkml:trace contextRef="#ctx0" brushRef="#br0" timeOffset="136395.8013">28972 1687 0,'0'0'16,"0"-25"-16,0 25 0,0 0 0,0-25 0,0 25 0,0 0 15,0-25-15,0 25 0,0 0 0,0 0 16,0 0-16,0 0 0,0 0 0,0 0 0,0 0 0,0 0 0,0 25 16,0-25-16,0 0 0,0 25 0,0-25 0,0 25 0,0 0 15,0-25-15,0 24 0,0-24 0,0 25 0,-25 0 0,25-25 16,0 25-16,0 0 0,0-25 0,25 0 0,-25 24 15,0-24-15,0 25 0,0-25 0,0 0 0,0 25 16,0-25-16,0 0 0,0 0 0,0 0 0,0 25 0,0-25 16,0 0-16,0 0 0,0 0 0,0 0 0,25 0 0,-25 0 15,0 0-15,0 0 0,0 0 0,24-25 0,-24 25 0,0 0 16,0 0-16,25-25 0,-25 25 0,0 0 0,25-25 15,-25 25-15,0-24 0,0 24 0,25-25 0,-25 25 16,0-25-16,25 25 0,-25-25 0,0 25 0,25-25 0,-25 25 16,0 0-16,0-24 0,0 24 0,0 0 0,0 0 0,0 0 15,0 0-15,0 0 0,0 0 0,24 0 0,-24 0 16,0 24-16,0-24 0,0 0 0,0 0 0,25 0 0,-25 25 15,0-25-15,25 0 0</inkml:trace>
  <inkml:trace contextRef="#ctx0" brushRef="#br0" timeOffset="136903.8303">29443 1811 0,'0'0'0,"0"-25"0,0 25 0,0 0 16,0 0-16,0-25 0,0 25 0,0 0 0,0-25 0,0 25 16,-25-24-16,25 24 0,0 0 0,0-25 0,0 25 15,0 0-15,0-25 0,0 25 0,-24 0 0,24 0 0,0 0 16,0-25-16,0 25 0,0 25 0,-25-25 0,25 0 0,0 0 15,-25 0-15,25 25 0,0-25 0,-25 25 0,25-25 16,0 24-16,-25-24 0,25 25 0,-24-25 0,24 25 0,0 0 16,0-25-16,-25 25 0,25-1 0,0-24 0,0 25 0,0-25 15,-25 25-15,25 0 0,0-25 0,0 25 0,0-25 16,0 0-16,25 24 0,-25-24 0,0 0 0,0 0 0,0 0 15,0 0-15,0 0 0,25 0 0,-25 25 0,0-25 16,0-25-16,0 25 0,24 0 0,-24 0 0,0 0 0,25 0 16,-25 0-16,0-24 0,0 24 0,25 0 0,-25-25 0,0 25 15,25 0-15,-25-25 0,0 25 0,0-25 0,0 25 16,25 0-16,-25-25 0,0 25 0,0-24 0,0 24 0,24 0 15,-24-25-15,0 25 0,25-25 0,-25 25 0,0-25 16,0 25-16,25-25 0,-25 25 0,0-24 0,0 24 0,25 0 16,-25 0-16,0 0 0,0 0 0,25 0 0,-25 0 15,0 0-15,0 0 0,24 0 0,-24 0 0,0 0 0,0 0 16,25 24-16,-25-24 0,0 0 0,0 0 0,25 25 15,-25-25-15,0 0 0,25 25 0,-25-25 0,0 0 0,25 25 16,-25-25-16,0 25 0,0-25 0,24 0 0,-24 24 16,0-24-16,0 0 0,0 25 0,0-25 0,25 0 0,-25 25 0,0-25 15,0 25-15,0-25 0,0 0 0,0 25 0,0-25 16,0 0-16,-25 24 0,25-24 0,0 0 0,0 0 0,0 0 15,0 25-15,-24-25 0,24 0 0,0 0 0,0 0 16,0-25-16,-25 25 0,25 0 0,0 0 0,-25 0 0,25 0 16,0 0-16,0-24 0,-25 24 0,25 0 0,0 0 0</inkml:trace>
  <inkml:trace contextRef="#ctx0" brushRef="#br0" timeOffset="137126.8432">29518 1488 0,'0'0'0,"24"-25"15,-24 25-15,0 0 0,0 0 0,0 0 0,25 0 0,-25 0 16,0-24-16,0 24 0,25 0 0,-25 0 0,0 0 0,25 24 16,-25-24-16,0 0 0,0 0 0,25 0 0,-25 0 0,0 0 15,0 0-15,0 25 0,0-25 0,0 0 0,0 0 16,0 0-16,0 25 0,0-25 0,-25 0 0,25 25 0,0-25 15,-25 0-15,25 25 0,0-25 0,-25 0 0,25 24 16,-25-24-16,25 0 0,-24 0 0,24 0 0,-25 0 0,25 0 16,0 0-16</inkml:trace>
  <inkml:trace contextRef="#ctx0" brushRef="#br0" timeOffset="137326.8541">29865 1141 0,'0'0'16,"0"0"-16,25 0 0,-25 0 0,0 0 0,0 0 0,0 0 15,0 0-15,0 0 0,0 0 0,0 0 0,0 25 16,0-25-16,0 0 0,0 0 0,0 0 0,0 0 0,0 25 16,0-25-16,0 0 0,-25 24 0,25-24 0,0 25 0,-25-25 15,25 25-15,-25-25 0,25 25 0,0-25 0,0 25 16,-25-25-16,25 24 0,0-24 0,0 25 0,0-25 0,0 0 15</inkml:trace>
  <inkml:trace contextRef="#ctx0" brushRef="#br0" timeOffset="138305.9107">30659 1315 0,'0'0'16,"0"0"-16,0-25 0,24 25 0,-24 0 0,0 0 15,0 0-15,0 0 0,0 0 0,-24 0 0,24 0 0,0 0 16,0 25-16,0-25 0,0 0 0,0 0 0,0 24 0,0-24 15,0 25-15,-25-25 0,25 25 0,0 0 0,0-25 16,-25 25-16,25-1 0,0-24 0,0 25 0,-25 0 0,25 0 16,0 0-16,-25-1 0,25 1 0,0-25 0,-24 25 0,24 0 15,0 0-15,0 0 0,-25-1 0,25 1 0,0-25 16,0 25-16,0 0 0,-25-25 0,25 25 0,0-25 0,0 24 15,-25-24-15,25 0 0,0 25 0,0-25 0,0 0 0,0 25 16,0-25-16,0 0 0,0 0 0,0 0 0,0 0 16,0 25-16,0-25 0,0 0 0,0 0 0,0 0 0,0 0 15,0 0-15,0 0 0,0 0 0,0-25 0,0 25 16,0 0-16,0-25 0,25 25 0,-25 0 0,0-25 0,0 25 15,25-24-15,-25 24 0,0-25 0,25 25 0,-25 0 0,24-25 16,-24 25-16,25 0 0,-25 0 0,25-25 0,0 25 0,-25 0 16,25 0-16,-25 0 0,0-25 0,24 25 0,-24 0 15,0 0-15,25 0 0,-25 0 0,0 0 0,0 0 0,25 0 16,-25 0-16,0 0 0,0 0 0,0 25 0,0-25 0,0 0 15,0 25-15,0-25 0,-25 0 0,25 25 0,0-25 16,0 25-16,0-25 0,0 0 0,0 24 0,-25-24 0,25 25 16,0-25-16,0 0 0,0 25 0,0-25 0,-24 0 15,24 0-15,0 25 0,0-25 0,0 0 0,0 0 0,0 25 0,0-25 16,0 0-16,0 0 0,24 0 0,-24 0 0,0 24 15,0-24-15,0 0 0,0 0 0,25 0 0,-25 0 16,0-24-16,25 24 0,-25 0 0,25 0 0,-25 0 0,25 0 0,-25 0 16,24 0-16,-24 0 0,25 0 0,-25-25 0,25 25 15,-25 0-15,25-25 0,-25 25 0,25 0 0,-25-25 0,0 25 16,24-25-16,-24 25 0,25-24 0,-25 24 0,0-25 0,25 25 15,-25 0-15,0 0 0,0-25 0,0 25 0,0 0 16,0 0-16,0 0 0,0 0 78,0 0-78,0 0 0,0 0 0,0 0 0,0 0 0,0 0 0,0 0 0,0 25 0,0-25 0,-25 0 0,25 0 0,0 0 0,0 25 0,-25-25 0,25 0 0,0 24 0,-24-24 0,24 25 0,0-25 0,-25 25 0,25-25 0,0 25 0,-25-25 0,25 25 0,0-25 0,0 24 0,0-24 0,-25 0 0,25 25 0,0-25 0,0 25 16,0-25-16,0 0 0,0 25 0,0-25 0,0 0 0,0 25 15,25-25-15,-25 0 0,0 0 0,0 0 0,25 0 0,-25 0 16,25 0-16,-25 0 0,24 0 0,-24 0 0,25 0 0,-25 0 15,25 0-15,0 0 0,-25 0 0,25-25 0,-25 25 16,24 0-16,-24-25 0,25 25 0,-25-25 0,25 25 0,-25-25 16,0 1-16,25 24 0,-25-25 0,0 0 0,0 25 15,0-25-15,25 25 0,-25-25 0,0 25 0,0-24 0,0 24 16,0 0-16,0-25 0,0 25 0,0 0 0,0 0 0,0 0 15,0 0-15,0 0 0,0 0 0,0 0 0,0 0 0,0 0 16,-25 0-16,25 0 0,0 0 0,0 0 0,-25 0 16,25 25-16,0-25 0,-25 0 0,25 0 0,0 0 0</inkml:trace>
  <inkml:trace contextRef="#ctx0" brushRef="#br0" timeOffset="138483.9209">30857 2332 0,'0'0'0,"0"0"0,0 24 0,0-24 16,0 0-16,0 0 0,0 0 0,0 0 0,0 0 0,0 0 15,0 0-15,0 0 0,0 0 0,0 0 16,0 0-16,0 0 0,0 0 0,0 0 0,0 0 0,25 0 16,-25 0-16,0 0 0,25 0 0,-25 0 0,0 0 0,24 0 15,-24 0-15,25-24 0,0 24 0,-25 0 0,25 0 0,-25 0 16,25 0-16</inkml:trace>
  <inkml:trace contextRef="#ctx0" brushRef="#br0" timeOffset="139004.9503">31651 1612 0,'0'0'0,"0"0"0,0 0 0,0 0 0,0-25 15,0 25-15,0 0 0,0 0 0,0 0 0,0 0 0,0 0 16,0 0-16,0 0 0,0 0 0,0 0 0,0 0 16,0 0-16,0 25 0,0-25 0,0 0 0,0 0 0,0 25 15,0-25-15,0 25 0,0 0 0,-25-25 0,25 25 0,0-1 16,0-24-16,0 25 0,0 0 0,-25 0 0,25-25 0,0 25 15,0-1-15,0 1 0,0-25 0,0 25 0,0 0 0,-25 0 16,25-25-16,0 24 0,0 1 0,0-25 0,0 25 0,0-25 16,0 25-16,0-25 0,25 0 0,-25 0 0,0 0 15,0 0-15,0 0 0,0 0 0,0 0 0,0 0 0,0 0 16,25 0-16,-25 0 0,0 0 0,0-25 0,0 25 0,25 0 15,-25-25-15,0 25 0,25 0 0,-25-25 0,0 25 0,24-24 16,-24 24-16,0-25 0,25 0 0,-25 25 0,0-25 0,25 25 16,-25-25-16,0 25 0,25-24 0,-25 24 0,0 0 15,25-25-15,-25 25 0,0 0 0,0-25 0,0 25 0,24 0 16,-24 0-16,0 0 0,0 0 0,0 0 0,0 0 0,0 0 15,0 0-15,0 0 0,0 0 0,0 0 0,0 0 0,0 0 16,0 0-16,0 0 0,0 0 0,25 25 0,-25-25 0,0 0 16,0 0-16,0 0 0,0 0 0</inkml:trace>
  <inkml:trace contextRef="#ctx0" brushRef="#br0" timeOffset="139589.9839">31800 1935 0,'0'0'0,"0"0"0,0 0 0,0 0 0,0 0 0,0 0 15,0 0-15,0 0 0,0-25 0,24 25 0,-24 0 16,0 0-16,0 0 0,25 0 0,-25 0 0,0 0 0,25 0 0,-25 0 16,25 0-16,-25 0 0,25 0 0,-25 0 0,24 0 15,-24 0-15,25 0 0,-25 0 0,25 0 0,-25-25 0,25 25 16,0 0-16,-25 0 0,24 0 0,-24 0 0,25-25 0,-25 25 15,0 0-15,25 0 0,-25-24 0,0 24 0,0 0 0,25-25 16,-25 25-16,0 0 0,0-25 0,0 25 0,0 0 0,0-25 16,0 25-16,0 0 0,0-25 0,-25 25 0,25 0 15,0 0-15,0 0 0,0 0 0,-25-24 0,25 24 0,0 0 16,0 0-16,0-25 0,-25 25 0,25 0 0,0 0 0,0 0 15,-24-25-15,24 25 0,0 25 0,0-25 0,-25 0 0,25 0 16,0 0-16,0 0 0,-25 0 0,25 25 0,0-25 0,0 0 16,0 24-16,-25-24 0,25 0 0,0 25 0,0-25 15,0 25-15,0-25 0,0 25 0,-25-25 0,25 25 0,0-25 16,0 24-16,0-24 0,0 25 0,0-25 0,0 0 0,0 25 15,0-25-15,0 25 0,0-25 0,0 0 0,0 25 0,0-25 16,0 0-16,25 0 0,-25 24 0,0-24 0,25 0 0,-25 25 16,0-25-16,25 0 0,-25 0 0,25 25 0,-25-25 15,24 0-15,-24 0 0,25 0 0,-25-25 0,25 25 0,-25 0 16,25 0-16,0 0 0,-25-25 0,24 25 0,-24 0 0,25 0 15,-25-24-15</inkml:trace>
  <inkml:trace contextRef="#ctx0" brushRef="#br0" timeOffset="139843.9986">32395 1736 0,'0'0'0,"0"0"16,0-24-16,0 24 0,0 0 0,0 0 0,0-25 0,0 25 15,0 0-15,0 0 0,0-25 0,0 25 0,0 0 0,0 0 16,0 0-16,-25 0 0,25 0 0,0 0 0,0 0 0,0 0 16,0 0-16,0 0 0,0 0 0,-25 0 0,25 0 15,0 25-15,0-25 0,-24 0 0,24 25 0,0-25 0,-25 24 16,25 1-16,0-25 0,-25 25 0,25-25 0,0 25 0,0-25 15,-25 25-15,25-25 0,0 24 0,0-24 0,0 0 0,0 25 16,0-25-16,0 25 0,0-25 0,0 25 0,25-25 0,-25 0 16,0 25-16,0-25 0,0 0 0,0 24 0,25-24 0,-25 0 15,0 0-15,25 0 0,-25 0 0,24 0 0,-24 0 0,25 0 16,-25 0-16,25 0 0,-25 0 0,25 0 0,-25 0 0,25 0 15,-1 0-15,-24 0 0,25 0 0,-25-24 0,25 24 16,-25 0-16,25-25 0,-25 25 0</inkml:trace>
  <inkml:trace contextRef="#ctx0" brushRef="#br0" timeOffset="140050.0104">32742 1488 0,'0'-25'0,"0"25"16,0 0-16,0 0 0,0 25 0,0-25 0,0 0 0,0 0 15,0 0-15,0 25 0,0-25 0,-25 25 0,25-25 0,0 25 16,0-25-16,0 24 0,0-24 0,-24 25 0,24-25 0,0 25 15,0 0-15,-25 0 0,25-25 0,0 25 0,0-1 0,-25 1 16,25-25-16,0 25 0,0 0 0,-25-25 0,25 25 0,0-1 16,0-24-16,0 25 0,-25-25 0,25 25 0,0-25 15,0 25-15,0-25 0,0 0 0,-24 25 0,24-25 0,0 0 16,0-25-16,0 25 0,0 0 0,0 0 0</inkml:trace>
  <inkml:trace contextRef="#ctx0" brushRef="#br0" timeOffset="140400.0304">32569 1786 0,'0'-25'0,"0"25"0,24 0 16,-24 0-16,0 0 0,0 0 0,0-25 0,25 25 0,-25 0 15,0 0-15,0 0 0,25 0 0,-25 25 0,0-25 0,0 0 16,25 0-16,-25 0 0,0 0 0,0 0 0,25 25 0,-25-25 16,0 0-16,0 0 0,24 25 0,-24-25 0,0 0 15,0 25-15,0-25 0,0 0 0,0 24 0,25-24 0,-25 0 16,0 25-16,0-25 0,-25 0 0,25 25 0,0-25 0,0 0 15,0 25-15,0-25 0,0 0 0,0 25 0,0-25 0,-24 0 16,24 24-16,0-24 0,0 0 0,0 25 0,0-25 0,0 0 16,0 25-16,0-25 0,0 0 0,0 0 0,0 0 0,0 0 15,0 25-15,0-25 0,24 0 0,-24 0 0,0 0 0,0 0 16,25 0-16,-25 0 0,0 0 0,25 0 0,-25 0 0,0 0 15,25 0-15,-25 0 0,25 0 0,-25-25 0,0 25 16,24 0-16,-24-25 0,0 25 0,25-25 0,-25 25 0,0-24 16,25 24-16,-25-25 0,0 25 0,25-25 0,-25 25 0,0-25 15,0 25-15,0-25 0,0 25 0,25-24 0,-25 24 0,0-25 16,0 25-16,-25 0 0,25 0 0,0-25 0,0 25 0,0 0 15,0 0-15,-25 0 0,25 0 0,0-25 0,0 25 0,-25 0 16,25 0-16,0 0 0,-25-25 0,25 25 0,0 0 0,0 0 16</inkml:trace>
  <inkml:trace contextRef="#ctx0" brushRef="#br0" timeOffset="140616.0428">32916 1563 0,'0'0'0,"0"0"0,0 0 0,0 0 15,0 0-15,0 0 0,0 0 0,0 0 0,0 0 0,25 0 16,-25 0-16,0 0 0,0 0 0,0 24 0,0-24 0,0 0 16,24 0-16,-24 0 0,0 25 0,0-25 0,0 0 0,0 25 15,0-25-15,0 25 0,0-25 0,0 0 0,0 25 0,-24-25 16,24 25-16,-25-25 0,0 24 0,25-24 0,-25 25 0,0-25 15,-24 0-15,24 25 0,0-25 0,-24 0 0,24 0 16</inkml:trace>
  <inkml:trace contextRef="#ctx0" brushRef="#br0" timeOffset="142866.1715">11559 12278 0,'0'0'0,"0"0"0,0 0 0,0-24 0,0 24 15,0 0-15,-25 0 0,25 0 0,0 0 0,0 0 16,0 0-16,0 0 0,0 0 0,-25 0 0,25 0 0,0 0 15,0-25-15,0 25 0,0 0 0,0 0 0,0 0 16,0 0-16,0 0 0,0 0 0,0 0 0,0 0 0,0-25 16,0 25-16,0 0 0,0 0 0,0 0 0,0 0 15,0 0-15,0 0 0,0 0 0,0 0 0,0 0 0,0 0 16,0 0-16,0 0 0,0-25 0,25 25 0,-25 0 15,0 0-15,0 0 0,0 0 0,25 0 0,-25-25 16,0 25-16,0 0 0,25 0 0,-25 0 0,0 0 0,25 0 16,-25 25-16,0-25 0,24 0 0,-24 0 0,0 25 15,0-25-15,25 0 0,-25 25 0,0-25 0,0 25 16,0-25-16,0 24 0,0-24 0,0 25 0,0 0 0,0-25 15,0 25-15,0-25 0,0 25 0,-25-25 0,25 24 16,0 1-16,0-25 0,-24 25 0,24-25 0,0 25 0,-25-25 16,25 25-16,-25-25 0,25 24 0,0-24 0,-25 0 15,25 25-15,0-25 0,0 0 0,-25 25 0,25-25 0,0 0 16,0 0-16,0 0 0,0 0 0,0 0 0,0 0 15,0 0-15,0 0 0,0 0 0,0 0 0,0 0 16,0 0-16,25 0 0,-25-25 0,0 25 0,25 0 0,-25-25 16,25 25-16,-25-24 0,25 24 0,-25-25 0,24 0 15,-24 25-15,25-25 0,-25 0 0,25 25 0,-25-24 0,25 24 16,-25-25-16,25 0 0,-25 25 0,24-25 0,-24 0 15,0 25-15,25-24 0,-25 24 0,0-25 0,0 25 16,0-25-16,0 25 0,0 0 0,0-25 0,0 25 0,0 0 16,0 0-16,25 0 0,-25 0 0,0 0 0,-25 0 15,25 0-15,0 0 0,0 0 0,0 25 0,0-25 0,-25 0 16,25 25-16,0-25 0,0 25 0,0-1 0,-24-24 15,24 25-15,0 0 0,0 0 0,0-25 0,-25 25 16,25-1-16,0-24 0,0 25 0,0-25 0,0 25 0,0-25 16,0 25-16,0-25 0,25 0 0,-25 25 0,0-25 15,24 0-15,-24 0 0,25 0 0,-25 0 0,25 0 0,0 0 16,-25 0-16,25 0 0,-1 0 0,1-25 0,-25 25 15,25 0-15</inkml:trace>
  <inkml:trace contextRef="#ctx0" brushRef="#br0" timeOffset="143427.2036">13221 12353 0,'0'0'16,"0"0"-16,-25 0 0,25 0 0,0 0 0,0-25 15,0 25-15,0 0 0,0-25 0,-25 25 0,25 0 0,0-25 16,0 25-16,-25 0 0,25-24 0,0 24 15,-24 0-15,24-25 0,0 25 0,0 0 0,-25-25 0,25 25 16,-25 0-16,25 0 0,0-25 0,-25 25 0,25 0 0,-25 0 16,25 0-16,-24 0 0,24 0 0,0 0 0,-25 25 15,25-25-15,-25 0 0,25 25 0,-25-25 0,25 25 16,-25-25-16,25 24 0,0-24 0,-24 25 0,24 0 0,0-25 15,0 25-15,0 0 0,0-25 0,0 24 0,0-24 16,0 25-16,0-25 0,0 25 0,24-25 0,-24 0 0,0 25 16,25-25-16,-25 0 0,25 0 0,-25 0 0,25 25 15,-25-25-15,25 0 0,-1 0 0,-24 0 0,25-25 16,-25 25-16,25 0 0,0 0 0,-25 0 0,25-25 0,-1 25 15,-24-25-15,25 25 0,-25 0 0,25-25 0,-25 25 16,25-24-16</inkml:trace>
  <inkml:trace contextRef="#ctx0" brushRef="#br0" timeOffset="143711.2198">13469 11906 0,'0'0'0,"0"0"0,0 0 0,0 0 0,0 0 16,0 0-16,-25 0 0,25 0 0,0 0 0,0 0 15,0 0-15,-25 25 0,25-25 0,0 25 0,-24-25 0,24 25 16,0-25-16,-25 24 0,25 1 0,0 0 0,-25 0 15,25-25-15,0 25 0,-25-1 0,25 1 0,0 0 16,-25 0-16,25 0 0,0 0 0,-24-1 0,24 1 0,0 0 78,-25 0-78,25 0 0,0-1 0,-25 1 0,25-25 0,0 25 0,0 0 0,-25-25 0,25 25 0,0-25 0,0 24 0,0-24 0,0 25 0,0-25 0,0 25 0,0-25 0,0 0 0,0 25 0,0-25 0,0 0 0,0 0 0,0 0 0,0 0 0,25 0 0,-25 0 0,0 0 0,25-25 47,-25 25-47,25 0 0,-25-25 0,24 25 0</inkml:trace>
  <inkml:trace contextRef="#ctx0" brushRef="#br0" timeOffset="144183.2468">13543 12328 0,'0'0'15,"0"0"-15,0 0 0,0 0 0,0-25 0,0 25 0,-24 0 16,24 0-16,0 0 0,0 0 0,0 0 0,-25 0 15,25 0-15,0 0 0,0 0 0,-25 0 0,25 0 0,0 0 16,-25 0-16,25 25 0,0-25 0,-25 25 0,25-25 16,-24 25-16,24-25 0,0 24 0,0-24 0,-25 25 15,25 0-15,0-25 0,0 25 0,0-25 0,0 25 0,0-1 16,0-24-16,0 25 0,0-25 0,0 25 0,0-25 15,0 0-15,0 25 0,0-25 0,0 0 0,0 25 0,0-25 16,25 0-16,-25 0 0,0 0 0,0 0 0,24 0 16,-24 0-16,0 0 0,0 0 0,0 0 0,25 0 15,-25 0-15,0-25 0,0 25 0,0 0 0,25 0 0,-25-25 16,0 25-16,0-25 0,0 25 0,0 0 0,0-25 15,0 25-15,0-24 0,0 24 0,0 0 0,0-25 0,0 25 16,0-25-16,0 25 0,0 0 0,0-25 0,0 25 16,0 0-16,25-25 0,-25 25 0,0 0 0,0-24 15,0 24-15,0 0 0,0 0 0,25-25 0,-25 25 0,0 0 16,0 0-16,24 0 0,-24 0 0,0 0 0,0 0 15,25 0-15,-25 0 0,0 0 0,0 0 0,25 0 0,-25 0 16,0 0-16,0 25 0,0-25 0,25 0 0,-25 0 16,0 24-16,0-24 0,0 0 0,25 25 0,-25-25 0,0 0 15,0 25-15,0-25 0,0 0 0,0 25 0,0-25 16,0 0-16,0 25 0,0-25 0,0 24 0,0-24 15,0 0-15,0 25 0,0-25 0,0 0 0,-25 0 0,25 25 16,0-25-16,0 0 0,0 0 0,0 0 0,0 25 16,-25-25-16,25 0 0,0 0 0,0 0 0,0 0 0,0 0 15,0 0-15,0 0 0,0 0 0,0 0 0,-25 0 16,25 0-16,0-25 0,0 25 0</inkml:trace>
  <inkml:trace contextRef="#ctx0" brushRef="#br0" timeOffset="144396.259">13494 12179 0,'0'-25'0,"0"25"0,0 0 0,0-25 16,0 25-16,0 0 0,0-24 0,0 24 0,0 0 0,0 0 16,25-25-16,-25 25 0,0 0 0,24 0 0,-24 0 15,25 0-15,-25 0 0,25-25 0,-25 25 0,25 0 16,-25 0-16,25 25 0,-25-25 0,24 0 0,-24 0 0,0 0 15,25 0-15,-25 25 0,0-25 0,25 0 0,-25 0 16,0 24-16,0-24 0,0 0 0,0 25 0,25-25 0,-25 0 16,0 0-16,0 0 0,0 25 0,0-25 0,0 0 15,0 0-15</inkml:trace>
  <inkml:trace contextRef="#ctx0" brushRef="#br0" timeOffset="144551.2679">14039 11956 0,'0'0'0,"-24"0"0,24 0 0,0 25 0,0-25 0,-25 0 15,25 0-15,-25 24 0,25-24 0,-25 25 0,25-25 16,-25 25-16,25-25 0,-24 25 0,-1-25 0,25 25 0,-25-25 16,0 24-16,0-24 0,25 0 0,-24 25 0,-1-25 15,0 25-15</inkml:trace>
  <inkml:trace contextRef="#ctx0" brushRef="#br0" timeOffset="144725.2778">13246 12105 0,'0'-25'0,"0"25"0,0 0 0,0-25 16,0 25-16,0-25 0,0 25 0,0 0 0,0 0 0,25-25 15,-25 25-15,0 0 0,0 0 0,24 0 0,-24 0 16,0 0-16,25 0 0,-25 0 0,25 0 0,-25 0 0,25 0 16,-25 0-16,25 25 0,-25-25 0,24 0 0,-24 0 15,25 25-15,-25-25 0,25 0 0,-25 25 0,25-25 0,-25 0 16,0 25-16</inkml:trace>
  <inkml:trace contextRef="#ctx0" brushRef="#br0" timeOffset="145134.3009">14213 12254 0,'0'0'0,"0"0"0,0 0 0,0 0 0,0-25 15,0 25-15,0 0 0,0 0 0,0 0 0,0 0 16,0 0-16,0 0 0,0 0 0,0 0 0,0 0 0,25 0 16,-25 0-16,0 25 0,0-25 0,0 0 0,25 24 15,-25-24-15,0 25 0,0-25 0,0 25 0,0-25 16,24 25-16,-24 0 0,0-25 0,0 24 0,0-24 0,0 25 15,0-25-15,25 0 0,-25 25 0,0-25 0,0 0 16,0 0-16,0 25 0,0-25 0,0 0 0,0 0 0,0 0 16,0 0-16,25 0 0,-25 0 0,0-25 0,0 25 15,0 0-15,25 0 0,-25-25 0,0 25 0,25-25 0,-25 25 16,0 0-16,0-24 0,25-1 0,-25 25 0,0-25 15,0 25-15,24-25 0,-24 0 0,0 25 0,25-24 16,-25 24-16,0-25 0,0 25 0,0-25 0,25 25 0,-25 0 16,0-25-16,0 25 0,0 0 0,0 0 0,0 0 15,0 0-15,0 0 0,0 0 0,0 0 0,0 0 0,0 0 16,0 25-16,0-25 0,0 0 0,0 0 0,25 25 15,-25-25-15,0 0 0,0 0 0</inkml:trace>
  <inkml:trace contextRef="#ctx0" brushRef="#br0" timeOffset="145615.3283">14784 12328 0,'24'-25'0,"-24"25"16,0 0-16,0 0 0,0-25 0,0 25 0,0 0 0,-24-24 16,24 24-16,0 0 0,0-25 0,0 25 0,0 0 15,-25 0-15,25-25 0,0 25 0,0 0 0,-25 0 0,25 0 16,0 0-16,0 0 0,-25 0 0,25 0 0,0 0 15,-25 25-15,25-25 0,0 0 0,-24 25 0,24-25 0,-25 24 16,25-24-16,0 25 0,0-25 0,-25 25 0,25-25 16,0 25-16,0-25 0,0 25 0,0-25 0,0 24 15,-25-24-15,25 25 47,0-25-47,0 25 0,0-25 0,25 0 0,-25 25 0,0-25 0,0 0 0,0 25 0,0-25 0,0 0 0,25 0 0,-25 0 16,0 0-16,0 0 0,25 0 0,-25 0 0,0 0 0,24 0 0,-24 0 0,0-25 0,0 25 0,25 0 0,-25 0 0,0-25 0,25 25 78,-25-25-78,0 25 0,0 0 0,0-25 0,25 25 0,-25-24 0,0 24 0,0-25 0,0 25 0,0-25 0,25 25 0,-25-25 0,0 25 0,0 0 0,0-25 0,24 25 0,-24-24 0,0 24 0,0 0 0,25-25 0,-25 25 15,0 0-15,0 0 0,0 0 0,25 0 0,-25 0 0,0 0 0,0 0 0,25 0 0,-25 0 0,0 0 0,0 0 0,25 25 16,-25-25-16,0 0 0,0 0 0,0 24 0,0-24 15,0 25-15,24-25 0,-24 0 0,0 25 0,0-25 0,0 25 16,0-25-16,0 25 0,0-25 0,-24 24 0,24-24 16,0 25-16,0-25 0,0 0 0,0 25 0,0-25 0,0 0 15,-25 25-15,25-25 0,0 0 0,0 0 0,0 25 16,-25-25-16,25 0 0,0 0 0,0 0 0,-25 0 15,25 0-15,0 0 0,0-25 0,-25 25 0,25 0 0,0 0 16,0-25-16</inkml:trace>
  <inkml:trace contextRef="#ctx0" brushRef="#br0" timeOffset="145820.3405">14784 12005 0,'0'0'0,"0"0"16,0 0-16,0 0 0,0 0 0,0 0 0,24-24 0,-24 24 15,0 24-15,0-24 0,0 0 0,25 0 16,-25 0-16,25 0 0,-25 0 0,0 0 0,25 0 0,-25 25 15,0-25-15,25 0 0,-25 25 0,0-25 0,0 0 0,0 25 16,0-25-16,0 0 0,0 25 0,0-25 0,0 0 16,0 24-16,0-24 0,-25 25 0,25-25 0,0 0 15,-25 0-15,25 25 0,0-25 0,-25 0 0,25 0 0,0 0 16,0 0-16,0 0 0,0 0 0</inkml:trace>
  <inkml:trace contextRef="#ctx0" brushRef="#br0" timeOffset="145988.3499">15106 11857 0,'0'0'0,"0"0"16,0 0-16,0 0 0,0 0 0,0 0 0,-25 0 16,25 24-16,0-24 0,0 0 0,-25 25 0,25-25 0,0 25 15,-24-25-15,24 25 0,-25-25 0,25 25 0,0-25 16,-25 24-16,25-24 0,0 25 0,0-25 0,-25 25 15,25-25-15,0 25 0</inkml:trace>
  <inkml:trace contextRef="#ctx0" brushRef="#br0" timeOffset="146531.3809">16247 12254 0,'25'-25'16,"-25"25"-16,0-25 0,0 25 0,0-25 0,0 25 15,0-25-15,0 0 0,0 25 0,0-24 0,0-1 0,0 25 16,0-25-16,0 25 0,-25-25 0,25 25 0,0-25 15,0 25-15,-25 0 0,25-24 0,0 24 0,0 0 16,-25 0-16,25 0 0,0-25 0,-24 25 0,24 0 0,0 0 16,0 0-16,-25 0 0,25 0 0,0 25 0,0-25 15,-25 0-15,25 0 0,0 24 0,0-24 0,0 25 0,0-25 16,0 25-16,0 0 0,0-25 0,0 25 0,0-1 15,0 1-15,25 0 0,-25-25 0,0 25 0,0 0 0,25 0 16,-25-1-16,24 1 0,-24-25 0,0 25 0,25 0 16,-25-25-16,25 25 0,-25-1 0,25-24 0,-25 25 15,0-25-15,25 0 0,-25 25 0,0-25 0,0 0 0,0 25 16,0-25-16,0 0 0,0 0 0,0 0 0,0 0 0,0 0 15,-25 0-15,25 0 0,0 0 0,-25 0 0,25 0 16,0 0-16,-25 0 0,25 0 0,-25 0 0,1 0 16,24 0-16,-25-25 0,25 25 0,-25 0 0,25 0 0,0 0 15,-25 0-15,25 0 0,0 0 0,-25 0 0,25 0 16,0 0-16,0 0 0,25 0 0,-25 0 0,0-25 15,0 25-15</inkml:trace>
  <inkml:trace contextRef="#ctx0" brushRef="#br0" timeOffset="147465.4343">17438 12402 0,'0'0'0,"0"0"15,-25 0-15,25 0 0,0 25 0,0-25 0,0 0 0,0 0 16,0 0-16,0 0 0,0 0 0,0 0 0,0 0 15,25-25-15,-25 25 0,0 0 0,24 0 0,-24 0 0,25 0 16,0 0-16,-25-24 0,25 24 0,0 0 0,0 0 16,-1-25-16,1 25 0,0-25 0,0 25 0,0-25 0,-1 25 15,1-25-15,0 25 0,0-24 0,0 24 0,-1-25 0,1 0 16,0 25-16,0-25 0,-25 0 0,25 25 0,-25-25 15,24 25-15,-24-24 0,0-1 0,0 25 0,25-25 16,-25 25-16,0-25 0,0 0 0,0 25 0,0-24 16,-25 24-16,25-25 0,0 25 0,0-25 0,-24 25 0,24-25 15,0 25-15,0-25 0,-25 25 0,25 0 0,0 0 0,0-24 16,0 24-16,-25 0 0,25 0 0,0 0 0,0-25 15,0 25-15,0 0 0,-25 0 0,25 0 0,0 0 16,0 0-16,0 0 0,0 0 0,0 25 0,0-25 16,0 0-16,0 0 0,0 24 0,0-24 0,-25 25 0,25-25 15,0 25-15,0 0 0,0-25 0,-24 25 0,24-1 16,0 1-16,0 0 0,0 0 0,-25 0 0,25-25 15,0 24-15,0 1 0,0 0 0,-25 0 0,25 0 0,0 0 16,0-1-16,0 1 0,-25 0 0,25-25 0,0 25 0,0 0 16,0-25-16,0 24 0,0 1 0,0-25 0,0 25 15,0-25-15,0 25 0,0-25 0,0 0 0,0 25 16,0-25-16,0 0 0,0 0 0,25 24 0,-25-24 0,0 0 15,0 0-15,25 0 0,-25 0 0,0 0 0,25 0 16,-25 0-16,24 0 0,-24-24 0,0 24 0,25 0 16,-25 0-16,25-25 0,0 25 0,-25 0 0,25-25 0,-25 25 15,0 0-15,24-25 0,-24 25 0,25-25 0,-25 25 0,0 0 16,25-24-16,-25 24 0,0 0 0,25-25 0,-25 25 15,0-25-15,0 25 0,0 0 0,25-25 0,-25 25 16,0 0-16,0-25 0,0 25 0,0 0 0,0 0 0,0 0 16,0-24-16,0 24 0,0 0 0,0 0 0,0 0 15,0 0-15,0 0 0,0 0 0,0 0 0,0 0 16,0 0-16,0 24 0,0-24 0,-25 0 0,25 0 0,0 0 15,0 25-15,-25-25 0,25 25 0,0-25 0,0 0 0,-25 25 16,25-25-16,0 25 0,0-25 0,-25 0 0,25 24 16,0-24-16,0 0 0,0 25 0,0-25 0,0 0 15,0 0-15,0 25 0,0-25 0,0 0 0,0 0 0,0 0 16,0 0-16,0 0 0,0 0 0,25 0 0,-25 0 15,0 0-15,0 0 0,0 0 0,25 0 0,-25 0 16,0 0-16,25 0 0,-25 0 0,0-25 0,25 25 0,-25 0 16,0 0-16,24-25 0,-24 25 0,0 0 0,0 0 15,25-24-15,-25 24 0,0 0 0,0 0 0,0 0 0,0 0 16,0 0-16,0 0 0,0 0 0,0 0 0,0 0 15,0 0-15,0 0 0,0 0 0,0 24 0,0-24 0,0 0 16,0 25-16,0-25 0,0 0 0,0 25 0,0-25 16,0 0-16,0 25 0,0-25 0,0 0 0,0 0 15,0 25-15,0-25 0,0 0 0,0 0 0,0 0 0,0 0 16,0 0-16,0 0 0,0 0 0,0 0 0,25 0 15</inkml:trace>
  <inkml:trace contextRef="#ctx0" brushRef="#br0" timeOffset="147635.4443">18231 12105 0,'0'-25'0,"0"25"0,0 0 0,0 0 16,0 0-16,0 0 0,0 0 0,25 0 0,-25 0 16,0 0-16,0 0 0,25 0 0,-25 0 0,25 0 0,0 0 15,-25 0-15,24 25 0,1-25 0,0 0 0,0 0 16,0 24-16,-1-24 0,26 0 0,-25 0 0,0 25 15,0-25-15,-1 0 0</inkml:trace>
  <inkml:trace contextRef="#ctx0" brushRef="#br0" timeOffset="149307.5399">7764 14436 0,'0'0'16,"0"-24"-16,-25 24 0,25 0 0,0 0 0,0 0 16,0 0-16,0-25 0,0 25 0,0 0 0,0 0 0,0 0 15,0 0-15,0 0 0,0-25 0,0 25 0,0 0 16,0 0-16,0 0 0,0 0 0,0 0 0,0 0 0,0-25 15,0 25-15,0 0 0,0 0 0,0 0 0,0 0 16,0 0-16,25 0 0,-25 0 0,0-25 0,0 25 0,25 0 16,-25 0-16,0 0 0,24 0 0,-24 0 0,0 0 46,0 0-46,25 0 0,-25 0 0,0 0 0,25 25 0,-25-25 0,0 0 0,25 0 0,-25 0 0,0 25 0,25-25 0,-25 0 0,0 25 0,0-25 0,0 0 0,0 25 16,0-25-16,0 24 0,0-24 0,0 25 0,0-25 16,0 25-16,0-25 0,0 25 0,0-25 0,-25 25 0,25-25 15,0 24-15,0-24 0,0 0 0,-25 25 0,25-25 16,0 25-16,0-25 0,-25 0 0,25 25 0,0-25 0,0 0 15,-25 0-15,25 25 0,0-25 0,0 0 0,0 0 16,0 0-16,0 0 0,0 0 0,0 0 0,0 0 0,0 0 16,0 0-16,0 0 0,0 0 0,0 0 0,0 0 15,0 0-15,25 0 0,-25 0 0,0-25 0,25 25 16,-25 0-16,25-25 0,-25 25 0,25-25 0,-25 25 0,24-25 15,1 25-15,-25-24 0,25 24 0,-25-25 0,25 0 16,0 25-16,-25-25 0,25 25 0,-25-25 0,24 25 0,-24-24 16,25 24-16,-25-25 0,25 25 0,-25 0 0,0-25 15,25 25-15,-25 0 0,0-25 0,0 25 0,0 0 16,0 0-16,0 0 0,0 0 0,0 0 0,0-25 0,0 25 15,0 0-15,0 0 0,0 0 0,0 0 0,0 0 16,0 0-16,0 0 0,0 0 0,0 0 0,0 25 0,0-25 16,-25 0-16,25 0 0,0 25 0,0-25 0,-25 25 15,25-25-15,0 25 0,0-25 0,-25 24 0,25 1 16,0-25-16,0 25 0,-24 0 0,24-25 0,0 25 0,0-25 15,0 24-15,0 1 0,0-25 0,0 25 0,0-25 16,0 25-16,24-25 0,-24 0 0,0 25 0,0-25 0,25 24 16,-25-24-16,0 0 0,25 0 0,-25 25 0,25-25 15,-25 0-15,0 0 0,25 0 0,-25 0 0,24 0 0,-24 0 16,25 0-16,-25 0 0,0 0 0,25 0 0,-25-25 15</inkml:trace>
  <inkml:trace contextRef="#ctx0" brushRef="#br0" timeOffset="149915.5747">7714 13692 0,'0'0'0,"0"0"0,0 0 0,-25 0 16,25 0-16,0 0 0,0 0 0,0 0 0,-24 0 0,24 0 15,0 0-15,-25 0 0,25 0 0,0 0 16,0 0-16,-25 0 0,25 0 0,0 0 0,0 0 0,-25 0 16,25 25-16,0-25 0,-25 0 0,25 0 0,0 0 0,0 25 15,-24-25-15,24 0 0,-25 25 0,25-25 0,0 24 16,-25-24-16,25 25 0,-25 0 0,25-25 0,-25 25 15,25 0-15,-24-25 0,24 24 0,-25 1 0,25 0 0,-25 0 16,25 0-16,0-1 0,-25 1 0,25-25 0,0 25 16,-25 0-16,25 24 0,0-24 0,0 0 0,-24 0 0,24 0 15,0-1-15,0 1 0,0 0 0,0 0 0,0 0 16,0 0-16,0-1 0,0 1 0,0 0 0,24 0 0,-24 0 15,0-25-15,0 24 0,25 1 0,-25 0 0,0-25 16,0 25-16,25 0 0,-25-25 0,25 24 0,-25 1 16,25-25-16,-25 25 0,24-25 0,-24 25 0,25-25 0,-25 0 15,25 25-15,0-25 0,-25 0 0,25 0 0,-25 0 16</inkml:trace>
  <inkml:trace contextRef="#ctx0" brushRef="#br0" timeOffset="150487.6074">8706 13767 0,'0'0'0,"0"-25"0,0 25 16,25 0-16,-25 0 0,0 0 0,0 0 0,0 0 0,0 0 15,25 25-15,-25-25 0,0 0 0,25 0 0,-25 0 16,0 24-16,25-24 0,-25 0 0,24 25 0,-24-25 15,25 25-15,-25 0 0,25-25 0,-25 25 0,25-1 16,-25-24-16,25 25 0,-25 0 0,24 0 0,-24-25 0,25 25 16,-25-1-16,0 1 0,25 0 0,-25 0 0,0 0 0,0-1 15,0-24-15,25 25 0,-25 0 0,0 0 0,0 0 16,0-1-16,0 1 0,-25 0 0,25 0 0,0 0 15,0 0-15,-25-1 0,25 1 0,0 0 0,-25 0 0,1 0 16,24-1-16,-25 1 0,0 0 0,25-25 0,-25 25 16,0 0-16,1-1 0,-1-24 0,25 25 0,-25 0 0,0-25 15,0 25-15,25-25 0,-24 0 0,-1 25 0,25-25 16,-25 0-16,25 0 0,-25 0 0,25 0 0,0 0 0,0 0 15,0 0-15,0 0 0,0 0 0</inkml:trace>
  <inkml:trace contextRef="#ctx0" brushRef="#br0" timeOffset="151321.6551">9252 14982 0,'0'0'0,"0"0"15,0 0-15,0 0 0,0 0 0,25 0 0,-25 0 0,0-25 16,0 25-16,0 0 0,0 0 0,0 0 0,0-25 15,0 25-15,0 0 0,25 0 0,-25 0 0,0 0 16,0-24-16,0 24 0,0 0 0,-25 0 0,25 0 0,0 0 16,0-25-16,0 25 0,0 0 0,0 0 0,0 0 0,0 0 15,-25 0-15,25 0 0,0 0 0,0-25 0,0 25 16,-25 0-16,25 0 0,0 0 0,-24 0 0,24 0 15,0 0-15,0 0 0,-25 0 0,25 25 0,0-25 0,0 0 16,-25 0-16,25 0 0,0 0 0,0 0 0,0 25 16,0-25-16,0 0 0,0 0 0,0 0 0,0 24 0,0-24 15,0 0-15,0 0 0,0 25 0,0-25 0,0 0 16,25 25-16,-25-25 0,0 25 0,0-25 0,25 25 15,-25-25-15,0 24 0,24-24 0,-24 0 0,0 25 0,25-25 16,-25 25-16,25-25 0,-25 25 0,25-25 0,-25 25 16,0-25-16,25 0 0,-25 24 0,0-24 0,24 25 0,-24-25 15,0 25-15,0-25 0,25 0 0,-25 25 0,0-25 16,0 0-16,0 0 0,0 25 0,0-25 0,0 0 15,0 0-15,0 0 0,0 0 0,-25 24 0,25-24 0,0 0 16,0 0-16,-24 0 0,24 0 0,0 0 0,-25 0 16,25 0-16,-25 0 0,25 0 0,0 0 0,-25 0 15,25 0-15,-25 0 0,25 0 0,0-24 0,-24 24 0,24 0 16,0 0-16,0 0 0,-25 0 0,25 0 0,0 0 0,0 0 15,0-25-15,0 25 0,0 0 0,0 0 0,0 0 16,0 0-16,0 0 0,0 0 0,0 0 0,0 0 16,0 0-16,0 0 0,25 0 0,-25 0 0,0 0 0,24 0 15,-24 0-15,25 0 0,-25 0 0,25 0 0,-25 0 16</inkml:trace>
  <inkml:trace contextRef="#ctx0" brushRef="#br0" timeOffset="151933.6901">10864 14238 0,'0'0'0,"0"0"0,0 0 16,0 0-16,0 0 0,0 0 0,0 0 0,0 0 15,0 0-15,25 0 0,-25 0 0,0 0 0,0 0 16,25 0-16,-25 0 0,25 0 0,-25 0 0,25 0 0,-1 0 15,-24 0-15,25 0 0,-25 0 0,25 0 0,0 0 16,0 0-16,-25 25 0,24-25 0,1 0 0,-25 0 0,25 0 16,-25 0-16,25 24 0,-25-24 0,0 0 0,25 0 15,-25 0-15,0 0 0</inkml:trace>
  <inkml:trace contextRef="#ctx0" brushRef="#br0" timeOffset="152129.7013">10815 14560 0,'0'0'15,"0"0"-15,0 0 0,0 0 0,0 0 0,0 0 16,25 0-16,-25 0 0,0 0 0,0 0 0,24 0 0,-24 0 16,25 0-16,0 0 0,-25 0 0,25 0 0,0 0 0,-1 25 15,-24-25-15,25 0 0,0 0 0,0 0 0,-25 0 16,25 25-16,-1-25 0,1 0 0,0 0 0,0 0 15,-25 0-15,25 25 0,0-25 0,-1 0 0,1 0 16</inkml:trace>
  <inkml:trace contextRef="#ctx0" brushRef="#br0" timeOffset="153364.772">13345 13271 0,'0'0'0,"0"0"16,0 0-16,0 0 0,0 0 0,0 0 0,0 0 0,0 0 15,-25 0-15,25 0 0,0 0 0,0 0 0,0-25 16,0 25-16,0 0 0,0 0 0,0 0 0,0 0 0,0 0 15,0 0-15,0 0 0,0 0 0,0 0 0,0 0 16,0 0-16,0 0 0,0 0 0,0 0 0,0 0 0,0 0 16,0 0-16,0 0 0,0 0 0,0 0 0,0 0 15,0 0-15,0 0 0,0 25 0,-25-25 0,25 0 16,0 0-16,0 0 0,0 0 0,0 0 0,0 0 0,-24 0 15,24 0-15,0 24 0,0-24 0,0 0 0,-25 0 16,25 25-16,0-25 0,0 0 0,-25 25 0,25-25 16,0 25-16,0-25 0,-25 0 0,25 25 0,0-25 0,0 24 15,0-24-15,-25 25 0,25-25 0,0 25 0,-25-25 16,25 25-16,0-25 0,0 25 0,-24-25 0,24 24 0,0-24 15,-25 25-15,25 0 0,0-25 0,0 25 0,-25-25 16,25 25-16,0-1 0,0-24 0,-25 25 0,25 0 0,0-25 16,0 25-16,-25 0 0,25-25 0,0 24 0,0 1 15,-24-25-15,24 25 0,0 0 0,0-25 16,-25 25-16,25-1 0,0-24 0,0 25 0,0 0 0,-25-25 0,25 25 15,0 0-15,0-25 0,0 24 0,-25-24 0,25 25 16,0 0-16,0 0 0,0-25 0,-25 25 0,25-1 0,0-24 16,0 25-16,-24 0 0,24-25 0,0 25 0,0 0 15,0-25-15,0 24 0,-25-24 0,25 25 0,0 0 0,0-25 16,0 25-16,-25 0 0,25-25 0,0 25 0,0-1 15,0-24-15,0 25 0,0 0 0,-25-25 0,25 25 16,0 0-16,0-25 0,0 24 0,0 1 0,0 0 0,0-25 16,0 25-16,0 0 0,0-25 0,0 24 0,0 1 15,0-25-15,0 25 0,0 0 0,0-25 0,0 25 0,-25-1 16,25-24-16,0 25 0,0 0 0,0-25 0,0 25 15,0 0-15,0-1 0,0-24 0,25 25 0,-25 0 0,0-25 16,0 25-16,0 0 0,0-1 0,0-24 0,0 25 16,0 0-16,0 0 0,0-25 0,0 25 0,0-1 0,0 1 15,25 0-15,-25-25 0,0 25 0,0 0 0,0-1 16,0-24-16,0 25 0,0 0 0,0 0 0,25 0 0,-25-25 15,0 25-15,0-1 0,25 1 0,-25 0 16,0-25-16,0 25 0,24 0 0,-24-25 0,0 24 0,25 1 16,-25-25-16,0 25 0,0-25 0,0 25 0,25-25 0,-25 0 15,0 25-15,0-25 0,0 0 0,0 0 0,0 0 16,0 0-16,0 0 0,0 0 0,0 0 0,0 0 15,0 0-15</inkml:trace>
  <inkml:trace contextRef="#ctx0" brushRef="#br0" timeOffset="154350.8283">14312 13271 0,'0'-25'0,"0"25"0,0 0 0,0 0 15,0 0-15,0 0 0,0 0 0,0 0 0,0 0 16,0 0-16,0 0 0,0-25 0,0 25 0,0 0 0,0 0 16,0 0-16,0 0 0,0 0 0,0-25 0,0 25 15,0 0-15,25 0 0,-25 0 0,0 0 0,0-25 0,0 25 16,0 0-16,0 0 0,0 0 0,-25 0 0,25 0 15,0 0-15,0-25 0,0 25 0,0 0 0,0 0 16,0 0-16,-25 0 0,25 0 0,0 0 0,0 0 0,0 0 16,-24 0-16,24 0 0,0 0 0,0 0 0,-25 0 15,25 0-15,0 0 0,0 25 0,-25-25 0,25 0 0,0 0 16,-25 25-16,25-25 0,0 25 0,-25-25 0,25 25 15,0-25-15,-24 25 0,24-25 0,0 24 0,-25-24 16,25 25-16,0 0 0,0-25 0,0 25 0,0-25 0,0 25 16,0-25-16,0 0 0,0 24 0,0-24 0,0 25 15,0-25-15,0 25 0,0-25 0,0 0 0,25 25 0,-25-25 16,0 0 124</inkml:trace>
  <inkml:trace contextRef="#ctx0" brushRef="#br0" timeOffset="154601.8427">14461 13543 0,'0'25'0,"0"-25"0,0 0 0,0 0 0,0 0 0,0 0 0,0 0 0,0 0 16,0 0-16,0-25 0,25 25 0,-25 0 0,0 0 15,0 0-15,25 0 0,-25 0 0,0 0 0,25-24 16,-25 24-16,0 0 0,24 0 0,-24 0 0,0-25 0,25 25 16,-25 0-16,0 0 0,25-25 0,-25 25 0,0 0 15,0-25-15,25 25 0,-25-25 0,0 25 0,25 0 0,-25-24 16,0 24-16,0 0 0,0-25 0,24 25 0,-24 0 31,0-25-31,0 25 0,0 0 0,0 0 0,0 0 0,0-25 0,0 25 0,0 0 0,0 0 0,0 0 0,0 0 16,0 0-16,0 25 0,0-25 0,0 0 0,0 0 15,0 25-15,0-25 0,0 0 0,0 25 0,0-25 0,0 24 47,0 1-47,0-25 0,0 25 0,-24-25 0,24 25 0,0 0 0,0-25 0,0 24 0,0 1 0,0-25 0,0 25 0,0-25 0,0 25 0,0 0 0,0-25 0,0 24 47,0-24-47,0 0 0,0 25 0,0-25 0,0 0 0,-25 0 0,25 25 0</inkml:trace>
  <inkml:trace contextRef="#ctx0" brushRef="#br0" timeOffset="155276.8809">14089 14188 0,'0'0'0,"0"0"16,0 0-16,0 0 0,0-25 0,0 25 0,0 0 15,0 0-15,25-24 0,-25 24 0,0 0 0,0 0 0,0-25 16,0 25-16,0 0 0,0-25 0,-25 25 0,25 0 0,0 0 15,0-25-15,0 25 0,0 0 0,0 0 0,0-25 16,0 25-16,0 0 0,-25 0 0,25 0 0,0 0 0,0 0 16,0 0-16,-25 0 0,25 0 0,0 0 0,0 0 15,0 0-15,-24 0 0,24 0 0,0 0 0,-25 0 16,25 0-16,0 0 0,-25 25 0,25-25 0,0 0 0,-25 25 15,25-25-15,0 25 0,0-25 0,-25 25 0,25-25 16,0 24-16,0-24 0,-24 25 0,24-25 0,0 25 16,0-25-16,0 25 0,0-25 0,0 25 0,0-25 0,24 24 15,-24-24-15,0 25 0,0-25 0,0 25 0,25-25 16,-25 0-16,0 25 0,25-25 0,-25 0 0,25 25 0,-25-25 15,25 0-15,-25 0 0,24 0 0,-24 25 0,25-25 16,-25 0-16,25 0 0,-25 0 0,25 0 0,-25-25 0,25 25 16,-25 0-16,24 0 0,-24 0 0</inkml:trace>
  <inkml:trace contextRef="#ctx0" brushRef="#br0" timeOffset="155697.9054">14337 14263 0,'0'0'15,"0"0"-15,0 0 0,0 0 0,0-25 0,0 25 16,0 0-16,0 0 0,0 0 0,25 0 0,-25 0 0,0 0 15,0 0-15,0 0 0,0 0 0,0 0 0,0-25 16,25 25-16,-25 0 0,0 0 0,0 25 0,0-25 0,0 0 16,0 0-16,0 0 0,0 0 0,25 0 0,-25 0 15,0 0-15,0 0 0,0 0 0,0 25 0,0-25 16,0 0-16,0 0 0,0 24 0,0-24 0,0 0 0,0 0 15,0 25-15,0-25 0,0 0 0,-25 25 0,25-25 16,0 25-16,-25-25 0,25 0 0,0 25 0,-25-25 0,25 0 16,0 25-16,0-25 0,-25 0 0,25 0 0,0 24 15,0-24-15,0 0 0,0 0 0,0 0 0,0 25 16,-25-25-16,25 0 0,0 0 0,25 0 0,-25 0 0,0 0 15,0 0-15,0 0 0,0 25 0,25-25 0,-25 0 16,0 0-16,25 0 0,-25 0 0,25 0 0,-25 0 0,25 0 16,-25 0-16,24 0 0,-24 0 0,25 0 0,-25 25 15,25-25-15,-25 0 0,25 0 0,-25 0 0,0 0 0,0 0 16,0 0-16,25 0 0,-25 25 0</inkml:trace>
  <inkml:trace contextRef="#ctx0" brushRef="#br0" timeOffset="155997.9226">14039 14808 0,'0'0'0,"0"0"0,0 0 0,0 0 16,0-24-16,0 24 0,0 0 0,0 0 0,0 0 0,0 0 15,0 0-15,0 0 0,0 0 0,0 0 0,0 0 16,0 0-16,0 0 0,0 0 0,0 0 0,0 0 0,0 24 16,0-24-16,0 0 0,0 0 0,0 0 0,0 0 15,0 25-15,0-25 0,0 0 0,0 0 0,0 0 0</inkml:trace>
  <inkml:trace contextRef="#ctx0" brushRef="#br0" timeOffset="156197.9339">13940 15007 0,'0'0'16,"0"25"-16,-25-25 0,25 0 0,0 0 0,0 0 15,0 0-15,0 0 0,0 0 0,0 0 0,0 0 16,0 0-16,0 0 0,0 0 0,0 0 0,0 0 0,0 0 16,0 24 46,0-24-62,0 0 0,0 0 0,0 0 0,0 25 0,0-25 0,0 0 0,0 0 0,0 0 0,0 25 0,0-25 0</inkml:trace>
  <inkml:trace contextRef="#ctx0" brushRef="#br0" timeOffset="156315.9408">13915 15280 0,'0'0'0,"0"0"0,0 0 0,0 0 15,0 0-15,-24 0 0,24 0 0,0 0 0,0 0 0,0 0 16,0 0-16,0 0 0,0 0 0,0 0 0,0 0 16,0 0-16,0 24 0,0-24 0,0 0 0,0 0 15,0 0-15,0 0 0,0 0 0,24 0 0,-24 0 16,0 0-16,0 25 0</inkml:trace>
  <inkml:trace contextRef="#ctx0" brushRef="#br0" timeOffset="156453.9487">13915 15453 0,'-24'0'16,"24"0"-16,0 0 0,0 0 0,0 0 0,0 0 15,-25 0-15,25 0 0,0 0 0,0 0 0,0 0 0,0 0 16,0 0-16,0 0 0,0 0 0,0 0 0,0 0 16,0 0-16,0 0 0,0 0 0,0 0 15,0 0-15,0 0 0</inkml:trace>
  <inkml:trace contextRef="#ctx0" brushRef="#br0" timeOffset="157181.9903">13791 15751 0,'0'-25'0,"0"25"16,0 0-16,0 0 0,0 0 0,0 0 0,0 0 15,25-25-15,-25 25 0,0 0 0,0 0 0,0 0 16,0 0-16,25-24 0,-25 24 0,0 0 0,0 0 0,0-25 16,0 25-16,25 0 0,-25 0 0,0-25 0,0 25 15,0 0-15,0 0 0,0-25 0,0 25 0,0 0 16,0 0-16,0 0 0,0-25 0,0 25 0,0 0 0,-25 0 15,25 0-15,0 0 0,0 0 0,-25-24 0,25 24 0,0 0 16,-25 0-16,25 0 0,0 0 0,-24 0 0,24 0 16,0 0-16,-25-25 0,25 25 0,-25 0 0,25 0 15,0 0-15,-25 0 0,25 25 0,0-25 0,-25 0 0,25 0 16,0 0-16,-24 0 0,24 0 0,0 24 0,-25-24 15,25 0-15,0 0 0,-25 25 0,25-25 0,0 0 16,0 25-16,-25-25 0,25 25 0,0-25 0,0 25 0,0-25 16,-25 24-16,25-24 0,0 25 0,0-25 0,0 25 0,0 0 15,0-25-15,25 25 0,-25-25 0,0 24 0,0-24 16,0 25-16,25-25 0,-25 25 0,0-25 0,0 0 15,25 25-15,-25-25 0,0 0 0,25 25 0,-25-25 0,24 0 16,-24 24-16,25-24 0,-25 0 0,25 0 0,-25 25 16,25-25-16,0 0 0,-25 0 0,24 0 0,-24 0 0,25 0 15,0 0-15,-25 0 0,25 0 0,0 0 0,-25-25 16,24 25-16,1 0 0,-25 0 0,25 0 0,-25-24 0</inkml:trace>
  <inkml:trace contextRef="#ctx0" brushRef="#br0" timeOffset="157704.0202">14163 15875 0,'0'0'0,"0"0"0,0 0 0,0 0 15,0 0-15,0 0 0,0 0 0,0 0 0,0 0 0,0 0 16,0 0-16,0 0 0,0 0 0,0 0 0,0 0 15,0 0-15,0 0 0,0 0 0,0 0 0,0 0 16,0 0-16,0 0 0,0 0 0,0 0 0,0 0 0,0 0 16,0 0-16,0 0 0,0 25 0,0-25 0,0 0 15,0 0-15,-24 0 0,24 25 0,0-25 0,0 0 0,0 24 16,0-24-16,0 0 0,0 25 0,0-25 0,0 0 15,-25 25-15,25-25 0,0 0 0,0 25 0,0-25 0,0 0 16,0 25-16,0-25 0,0 0 0,0 0 0,0 0 0,0 24 16,0-24-16,0 0 0,0 0 0,0 0 0,0 0 15,0 0-15,0 0 0,0 0 0,25 0 0,-25 0 16,0 0-16,0 0 0,0 0 0,0 0 0,0 0 0,0 0 15,0 0-15,24 0 0,-24 0 0,0-24 0,25 24 16,-25 0-16,25 0 0,-25-25 0,0 25 0,25 0 0,-25-25 16,25 25-16,-25 0 0,24 0 0,-24-25 0,25 25 15,-25 0-15,0 0 0,0 0 0,25 0 0,-25 0 0,0-25 16,0 25-16,0 0 0,25 0 0,-25 0 0,0 0 15,0 25-15,0-25 0,0 0 0,0 0 0,0 0 0,0 0 16,0 0-16,-25 0 0,25 25 0,0-25 0,0 0 16,0 0-16,0 0 0,0 25 0,0-25 0,0 0 0,0 0 15,0 0-15,0 25 0,0-25 0,25 0 0,-25 0 16,0 0-16,0 24 0,0-24 0,25 0 0,-25 0 0,0 0 15,25 0-15,-25 0 0,0 0 0,24 0 0,-24 0 16,25 0-16,-25 0 0,25 0 0,0 0 0,-25 0 0,25-24 16,-1 24-16,-24 0 0,25 0 0,0-25 0,-25 25 15,25 0-15,0-25 0</inkml:trace>
  <inkml:trace contextRef="#ctx0" brushRef="#br0" timeOffset="158956.0918">15577 13444 0,'0'0'0,"0"0"0,0 0 16,0 0-16,0 0 0,0 0 0,0 0 0,0 0 0,0 0 16,0 25-16,0-25 0,0 0 0,0 0 0,0 0 15,0 0-15,0 0 0,0 0 0,0 0 0,0 0 0,0 0 16,0 0-16,0 0 0,0 0 0,0 0 0,0 0 15,0 0-15,0 0 0,0 0 0,0 0 0,0 0 16,0 0-16,0 0 0,0 0 0,0 0 0,0 0 0,0 0 16,0 25-16,0-25 0,0 0 0,0 0 0,0 0 15,0 25-15,0-25 0,0 0 0,0 0 0,0 24 0,0-24 16,0 0-16,0 25 0,0-25 0,0 0 0,0 25 15,0-25-15,0 0 0,25 0 0,-25 25 0,0-25 16,0 0-16,0 25 0,0-25 0,0 24 0,0-24 0,0 0 16,0 25-16,0-25 0,0 25 0,0-25 0,0 0 15,0 25-15,0-25 0,0 25 0,0-25 0,0 24 0,0-24 16,0 0-16,0 25 0,0-25 0,0 25 0,0-25 15,0 25-15,0-25 0,0 25 0,0-25 0,0 0 16,0 24-16,0-24 0,0 25 0,0-25 0,0 25 0,0-25 16,0 25-16,0-25 0,0 0 0,0 25 0,0-25 15,0 24-15,0-24 0,0 25 0,0-25 0,-25 25 0,25-25 16,0 25-16,0-25 0,0 25 0,0-25 0,0 24 15,0 1-15,0-25 0,0 25 0,0-25 0,0 25 0,0-25 16,0 25-16,0-25 0,0 24 0,0-24 0,0 25 16,0-25-16,0 25 0,0-25 0,0 25 0,0-25 15,0 25-15,0-25 0,0 25 0,0-25 0,0 24 0,0-24 16,0 25-16,0-25 0,0 25 0,0-25 0,0 25 15,0-25 110,-49 223-109,49-223-16,0 25 0,0-25 0,0 25 0,-25-25 0,25 24 0,0-24 0,0 25 0,0-25 0,0 25 0,0-25 0,0 25 0,0-25 0,0 25 0,-25-25 0,25 24 0,0-24 0,0 25 0,0-25 0,0 25 0,0-25 15,-25 25-15,25-25 0,0 25 0,0-1 0,0-24 0,-24 25 0,24-25 0,0 25 0,0-25 0,-25 25 0,25 0 0,0-25 0,0 24 0,-25-24 0,25 25 0,0-25 0,0 25 16,0 0-16,-25-25 0,25 25 0,0-25 0,0 24 0,0-24 0,-25 25 0,25-25 0,0 25 0,0-25 16,0 25-16,0-25 0,-25 25 0,25-25 0,0 25 0,0-25 15,0 0-15,-24 24 0,24-24 0,0 25 0,0-25 16,0 25-16,-25-25 0,25 0 0,0 25 0,0-25 15,-25 25-15,25-25 0,0 24 0,0-24 0,-25 25 0,25-25 16,0 0-16,0 25 0,-25-25 0,25 0 0,0 25 16,0-25-16,-24 0 0,24 25 0,0-25 0,0 0 15,-25 24-15,25-24 0,0 0 0,0 0 0,-25 25 0,25-25 16,0 0-16,0 0 0,-25 25 0,25-25 0,0 0 0,0 0 15,-25 25-15,25-25 0,0 0 0,0 0 0,-24 0 16,24 0-16,0 0 0,-25 25 0,25-25 0,-25 0 0,25 0 16,0 0-16,-25 0 0,25 0 0,0 0 0,0 0 15,-25 0-15,25-25 0,0 25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9T01:10:54.82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1191 14660 0</inkml:trace>
  <inkml:trace contextRef="#ctx0" brushRef="#br1" timeOffset="35220.0144">2456 1637 0,'0'0'0,"0"0"0,0 0 0,0 0 0,0 0 0,0 0 16,0 0-16,0 0 0,0 0 0,0 0 0,0 0 0,0 0 15,0 0-15,24 0 0,-24 0 0,0 0 0,0 0 0,0 0 16,0 0-16,0 0 0,0 0 0,0 0 0,0 0 16,0-25-16,0 25 0,0 0 0,0 0 0,25 0 0,-25 0 15,0 0-15,0 0 234,-49 273-234,49-273 0,0 25 0,0-25 0,0 0 0,0 25 0,0-25 0,0 0 0,-25 0 0,25 25 0,0-25 0,0 0 0,0 0 0,0 0 0,0 24 16,0-24-16,0 0 0,0 0 0,0 0 0,0 0 0,0 0 0,0 0 0,0 0 0,0 0 0,0 0 0,0 0 0,0 0 0,0 0 0,0 0 0,0 0 0,0 0 0,0 0 0,0 0 0,0 0 0,0 0 0,-25 0 0,25 25 0,0-25 0,0 0 0,0 0 0,0 0 0,0 0 0,0 0 15,0 0-15,0 0 0,0 0 0,0 0 0,0-25 0,0 25 16,0 0-16,0 0 0</inkml:trace>
  <inkml:trace contextRef="#ctx0" brushRef="#br1" timeOffset="35885.0525">2307 1761 0,'0'0'0,"-25"0"0,25 0 0,0 0 0,0 0 0,0 0 16,0 0-16,0 0 0,0 0 0,0 0 0,25 0 15,-25 0-15,0 0 0,0 0 0,0 0 0,0 0 0,0 0 16,0 0-16,0 0 0,0 0 0,0 0 0,0 0 0,0 0 16,0 0-16,0 0 0,0 0 0,0 0 0,0 0 0,0 0 15,0 0-15,0 0 0,0 0 0,0 0 0,0 0 0,0 0 16,0 0-16,0 0 0,0 0 0,0 25 0,0-25 15,0 0 17,0 0-32,25 0 0,-25 25 0,0-25 0,0 0 0,24 0 0,-24 0 0,0 25 0,0-25 15,25 0-15,-25 0 0,0 0 0,0 24 0,0-24 0,25 0 0,-25 0 0,0 0 0,25 25 0,-25-25 0,0 0 0,0 0 0,25 0 0,-25 0 16,0 25-16,0-25 0,24 0 0,-24 0 0,0 0 15,0 0-15,25 0 0,-25 0 0,0 0 0,0 0 0,25 0 16,-25 0-16,0 25 0,0-25 0,25 0 0,-25 0 16,0 0-16,0 0 0,0 0 0,0 0 0,0 0 0,0 0 15,25 0-15,-25 0 0,0 0 0,0 0 0,0 0 0,0 0 16,0 0-16,0 0 0,0 0 0,0 0 0,0 0 0,0 0 15,0 0-15,0 0 0,0 0 0,0 0 0,0 0 0,0 0 16,0 0-16,0 0 0,0 0 0,0 0 0,0 0 16,0 0-16,-25 0 0,25 0 0,0 0 0,0 0 0,0 0 15,0 0-15,0 0 0,0-25 0,0 25 0,0 0 0,0 0 16</inkml:trace>
  <inkml:trace contextRef="#ctx0" brushRef="#br1" timeOffset="36878.1092">2133 1984 0,'0'0'0,"0"0"0,0 0 0,0 0 15,0 0-15,0 0 0,0 0 0,0 0 0,0 0 0,0 0 0,0 0 16,0 0-16,0 0 0,0 0 0,0 0 0,0 0 16,0 0-16,0 0 0,0 0 0,0 0 0,0 0 0,0 0 15,0 0-15,0 0 0,0 0 0,0 0 0,0 0 0,0 0 16,0 0-16,0 0 0,0 0 0,0 0 0,0 0 0,0 0 15,25 0-15,-25 0 0,0 0 0,0 0 0,0 0 0,25 0 16,-25 0-16,0 0 0,0 0 0,25 0 0,-25 0 16,0 0-16,0 0 0,24 0 0,-24 0 0,25 0 0,-25 0 15,0 0-15,25 0 0,-25-24 609</inkml:trace>
  <inkml:trace contextRef="#ctx0" brushRef="#br1" timeOffset="38026.1749">3497 1712 0,'0'0'15,"0"0"-15,0-25 0,0 25 0,0 0 0,0 0 0,0 0 16,0 0-16,0 0 0,0 0 0,0 0 0,0 0 15,0 0-15,0 0 0,0 0 0,0 0 0,0 0 0,0 0 16,0 0-16,0 0 0,0 0 0,0 0 0,0 0 0,0 0 16,0 0-16,0 0 0,0 0 0,0 0 0,0 0 15,0 0-15,0 0 0,0 0 0,0 0 0,0 0 0,0 0 16,0 0-16,0 0 0,0 0 0,0 0 0,0 0 15,0 0-15,0 0 0,0 0 0,0 0 0,0 0 0,0 0 16,0 0-16,0 0 0,0 0 0,0 0 0,0 0 0,0 0 16,0 0-16,0 0 0,0 0 0,0 0 0,0 0 15,0 0-15,0 0 0,0 0 0,0 0 0,0 0 0,25 0 16,-25 0-16,0 25 0,0-25 0,0 0 0,0 24 15,0-24-15,0 0 0,25 25 0,-25-25 0,0 25 281,199-50-281,-199 25 0,0-25 0,24 25 0,-24-24 0,0 24 16,0-25-16,0 25 0,0 0 0,0-25 0,0 25 0,0 0 0,0-25 0,0 25 0,0 0 0,0 0 15,0-25-15,0 25 0,0 0 0,0 0 0,0-25 0,25 25 0,-25 0 0,0 0 16,0 0-16,0 0 0,0 0 0,0 0 0,0 0 0,0 0 0,0 0 0,0 0 16,0 0-16,0 0 0,0 0 0,0 0 0,0 0 0,0 0 0,0 0 0,0 0 0,0 0 0,0 0 15,0 0-15,0 0 0,0 0 0,0 0 0,0 0 0,0 0 0,0 0 0,0 0 0,0 0 16,0 0-16,0 0 0,0 0 0,0 0 0,0 0 0,0 0 0,0 0 0,0 0 0,0 0 15,0 0-15,0 0 0,0 0 0,0 0 0,-25 0 0,25 0 0,0-24 0,0 24 0,0 0 16,0 0-16,0 0 0</inkml:trace>
  <inkml:trace contextRef="#ctx0" brushRef="#br1" timeOffset="39353.2508">3373 1488 0,'0'0'0,"0"0"0,0 0 0,0 0 0,0 0 15,0 0-15,0 0 0,0 0 0,0 0 0,0 0 16,0 0-16,0 0 0,0 0 0,0 0 0,0 0 0,0 0 15,0 0-15,0 0 0,0 0 0,0 0 0,0 0 16,0 0-16,0 0 0,0 0 0,0 0 0,0 0 0,0 0 16,0 0-16,0 0 0,0 0 0,0 0 0,0 0 15,0 0-15,0 0 0,0 0 0,0 0 0,0 0 0,0 0 16,0 0-16,0 0 0,0 0 0,0 25 0,25-25 15,-25 0-15,0 0 0,0 0 0,0 25 0,0-25 0,0 0 16,25 0-16,-25 25 0,0-25 0,0 0 0,25 24 0,-25-24 16,0 0-16,0 25 0,0-25 0,25 0 0,-25 25 0,0-25 15,0 25-15,24-25 0,-24 25 0,0-25 0,25 25 16,-25-25-16,0 24 0,0-24 0,25 0 0,-25 25 0,0-25 15,25 25-15,-25-25 0,0 0 0,0 25 0,25-25 0,-25 0 16,0 25-16,0-25 0,0 0 0,24 24 0,-24-24 16,0 0-16,0 25 0,0-25 0,25 0 0,-25 25 15,0-25-15,0 0 0,50 25 187,-50-25-187,0 0 0,0 0 0,0 0 0,0 0 0,-25 0 0,25-25 0,0 25 0,0 0 16,0 0-16,0 0 0,0-25 0,0 25 0,0 0 0</inkml:trace>
  <inkml:trace contextRef="#ctx0" brushRef="#br1" timeOffset="40078.2919">3870 1414 0,'0'0'0,"0"0"15,0 0-15,0 0 0,0 0 0,0 0 0,0 0 16,0 0-16,0 0 0,0 0 0,0 0 0,0 0 0,0 0 16,0 0-16,0 0 0,0-25 0,0 25 0,0 0 15,0 0-15,0 0 0,0 0 0,0 0 0,0 0 0,0 0 16,0 0-16,0 0 0,0 0 0,0 0 0,0 0 15,0 0-15,0 0 0,0 0 0,0 0 0,0 0 0,0 0 16,0 0-16,0 0 0,0 0 0,0 0 0,0 0 16,0 0-16,0 0 0,0 0 0,-25 0 0,25 0 0,0 0 15,0 0-15,0 0 0,0 0 0,0 25 0,0-25 16,0 0-16,0 0 0,0 0 0,0 25 0,0-25 0,0 0 15,0 24-15,0-24 0,-25 0 0,25 25 0,0-25 0,0 25 16,0-25-16,-25 25 0,25-25 0,0 0 0,0 25 16,0-25-16,-25 24 0,25-24 0,0 25 0,0-25 0,0 25 15,0-25-15,-24 25 0,24-25 0,0 0 0,0 25 0,0-25 16,0 25-16,0-25 0,0 0 0,0 24 0,0-24 15,0 25-15,-25-25 0,25 0 0,0 25 0,0-25 0,0 0 16,0 25-16,0-25 0,0 0 0,0 0 0,-25 25 16,25-25-16,0 0 0,0 0 0,0 24 0,0-24 0,0 0 15,0 0-15,0 0 0,0 25 0,0-25 0,0 0 0,0 0 16,-25 0-16,25 0 0,0 0 0,0 0 0,0 25 15,0-25-15,0 0 0,0 0 0,0 0 0,0 0 0,0 0 16,0 0-16,0 0 0,0 0 0,0-25 0,0 25 16,0 0-16,0 0 0,0 0 0,0 0 0,0 0 0,0 0 15,0 0-15,0 0 0,0 0 0,0 0 0,0 0 16,25 0-16,-25 25 0,0-25 0,0 0 0,0 0 0,0 0 15,0 0-15,0 0 0,0 0 0,0 0 0,0 0 0,0 0 16,0 0-16,0 0 0,0 0 0,0 0 0,0 0 16,0-25-16,0 25 0,0 0 0,0 0 0,0 0 0</inkml:trace>
  <inkml:trace contextRef="#ctx0" brushRef="#br1" timeOffset="40733.3298">4043 1687 0,'0'0'0,"0"0"0,0 0 0,0 0 0,0 0 0,0-25 0,0 25 0,0 0 0,0 0 0,0 0 0,0 0 0,0 0 0,0 0 0,0 0 0,-25 0 0,25 0 0,0 0 16,0 0-16,0 0 0,0 0 0,0 0 0,0 0 0,0 0 0,0 0 0,0 0 0,0 0 0,0 0 0,0 0 0,0 0 0,0 0 0,0 0 15,0 0-15,0 0 0,0 0 0,0 0 0,0 0 0,0 0 16,0 0-16,0 0 0,0 0 0,0 25 0,0-25 0,0 0 15,0 25-15,0-25 0,0 0 0,0 24 0,0-24 0,0 0 16,0 25-16,0-25 0,0 25 0,0-25 0,0 0 16,0 25-16,0-25 0,0 0 0,0 25 0,0-25 0,0 24 15,0-24-15,0 0 0,0 25 0,0-25 0,0 0 16,0 0-16,0 25 0,0-25 0,0 0 0,0 25 0,0-25 15,0 0-15,0 0 0,0 25 0,0-25 0,0 0 0,0 0 16,0 0-16,0 0 0,0 24 0,0-24 0,0 0 16,0 0-16,0 0 0,0 0 0,0 0 0,0 0 15,0 0-15,0 0 0,25 0 0,-25-24 0,0 24 0,0 0 16,0 0-16,0 0 0,0 0 0,0 0 0,0 0 15,0 0-15,0 0 0,0 0 0,0 0 0,0 0 0,0 0 0,0 0 16,0 0-16,0 0 0,0 0 0,0 0 0,0 0 16,0 0-16,0 0 0,0 0 0,0 0 0,0 0 0,0-25 15,0 25-15,0 0 0,0 0 0,0 0 0,0-25 16,0 25-16,0 0 0,0-25 0,0 25 0</inkml:trace>
  <inkml:trace contextRef="#ctx0" brushRef="#br1" timeOffset="41027.3466">4068 1414 0,'-25'0'0,"25"0"16,0 0-16,0 0 0,0 0 0,0 0 0,0 0 0,0 0 16,0 0-16,0 0 0,0 0 0,0 0 0,0 0 15,0-25-15,0 25 0,0 0 0,0 0 0,0 0 16,0 0-16,0 0 0,0 0 0,0 0 0,0 0 0,0 0 0,0 0 15,0 0-15,0 0 0,0 0 0,0 0 0,0 0 16,0 0-16,0 0 0,0 0 0,0 0 0,0 0 16,0 0-16,0 0 0,0 0 0,0 0 0,0 0 0,0 0 0,0 0 15,25 0-15,-25 0 0,0 0 0</inkml:trace>
  <inkml:trace contextRef="#ctx0" brushRef="#br1" timeOffset="41522.3749">4490 1141 0,'0'0'0,"0"0"0,0 25 0,0-25 0,0 25 15,0-25-15,0 0 0,-25 24 0,25-24 0,0 0 0,0 25 0,0-25 0,0 25 0,-25-25 16,25 0-16,0 25 0,0-25 0,0 25 0,-25-25 0,25 0 0,0 24 0,0-24 15,0 0-15,0 25 0,0-25 0,0 0 0,0 0 0,0 0 0</inkml:trace>
  <inkml:trace contextRef="#ctx0" brushRef="#br1" timeOffset="45105.5798">5110 1811 0,'0'0'0,"0"0"0,0 0 0,0 0 0,0 0 0,0 0 15,0 0-15,0 0 0,0 0 0,0 0 0,0 0 16,0 0-16,0 0 0,0 0 0,0 0 0,0 0 15,0 0-15,0 0 0,0 0 0,0 0 0,0 0 0,0 0 16,0 0-16,0 0 0,0 0 0,0 0 0,0 0 16,0 0-16,0 0 0,0 0 0,0 0 0,0 0 390,-248 0-390,248 0 0,0 25 0,0-25 0,0 0 0,0 0 15,0 0-15,0 0 0,0 0 0,0 24 0,0-24 0,0 0 0,-25 0 0,25 0 0,0 0 16,0 0-16,0 25 0,0-25 0,0 0 0,0 0 0,0 0 0,0 0 0,0 0 15,0 25-15,25-25 0,-25 0 0,0 0 0,0 0 0,0 0 0,0 25 0,0-25 0,0 0 16,0 0-16,0 0 0,0 0 0,0 0 0,0 25 0,0-25 0,0 0 0,25 0 16,-25 0-16,0 0 0,0 0 0,0 0 0,0 24 0,0-24 0,0 0 15,24 0-15,-24 0 0,0 0 0,0 0 0,0 0 0,0 0 0,25 0 16,-25 0-16,0 25 0,0-25 0,0 0 0,0 0 0,25 0 0,-25 0 0,0 0 15,0 0-15,0 0 0,0 0 0,0 0 0,0 0 0,0 0 0,0 0 0,25 0 16,-25 0-16,0 0 0,0 0 0,0 0 0,0 0 0,0 0 0,0 0 0,0 0 0,25 0 0,-25 0 16,0 0-16,0 0 0,0 0 0,0-25 0,0 25 0,24 0 0,-24 0 0,0 0 0,0 0 0,0-24 0,0 24 0,0 0 15,0 0-15,25 0 0,-25 0 0,0 0 0,0 0 16,0 0-16,0 0 343,0-497-343,0 497 16,0 0-16,0-24 0,0 24 0,0 0 0,0-25 0,0 25 0,0 0 15,0 0-15,0 0 0,0-25 0,0 25 0,0 0 0,0 0 0,0 0 0,0 0 16,0-25-16,0 25 0,0 0 0,0 0 0,0 0 0,0 0 0,0 0 0,0 0 0,0 0 0,0 0 0,0 0 15,0 0-15,0 0 0,0 0 0,0 0 0,0 0 0,0 0 0,0 0 0,0 0 0,0 0 16,0 0-16,0 0 0,0 0 0,0 0 0,0-25 0,0 25 0,0 0 0,0 0 0,0 0 16,0 0-16,0 0 0,0 0 0,0 0 0,0 0 0,0 0 0,0 0 0,0 0 0,0 0 0,0 0 0,0 0 15,0 0-15,0 0 0,0 0 0,0 0 0,0 0 0,0 0 0,0 0 0,0 0 16,0 0-16,0 0 0,0 0 0,0 0 0,0 0 0,0 0 0,0 0 0,0 0 0,0 0 0,0 0 15,0 0-15,0 0 0,0 0 0,0 0 0,0 0 0,0 0 0,0 0 0,0 0 0,0 0 16,0 0-16,0 0 0,0 0 0,0 0 0,0 0 0,0 0 16,0 0-16,0 0 0,0 0 0,0 0 0,0 0 15,0 0-15,0 0 0,0 0 0,0 0 0,0 0 0,0 0 16,0 0-16,0 0 0,0 0 0,0 0 0,0 0 0,0 0 15,0 0-15,0 0 0,0 0 0,0-24 0,0 24 16,0 0-16,0 0 0,0 0 0,0 0 0,0 0 0,0 0 16,0 0-16,0 0 0,0 0 0,0 0 0,0 0 265,-25 322-265,25-322 15,0 25-15,0-25 0,0 0 0,25 25 0,-25-25 0,0 0 0,0 25 0,0-25 0,0 24 0,0-24 0,0 0 0,0 0 0,0 25 0,0-25 0,0 0 0,0 25 0,0-25 0,0 0 0,0 25 0,0-25 0,0 0 0,0 0 0,0 25 0,0-25 0,0 0 0,0 24 0,0-24 0,0 0 0,0 25 0,0-25 0,0 0 16,0 0-16,0 25 0,25-25 0,-25 0 0,0 0 0,0 25 0,0-25 0,0 0 0,0 0 0,0 0 0,0 0 16,0 25-16,0-25 0,0 0 0,0 0 0,0 0 0,0 0 15,0 0-15,0 24 0,0-24 0,0 0 0,0 0 16,0 0-16,0 0 0,0 25 0,0-25 0,0 0 0,0 0 15,0 0-15,0 0 0,0 25 0,0-25 0,0 0 0,0 0 16,0 0-16,0 0 0,0 0 0,0 25 0,0-25 16,0 0-16,0 0 0,0 0 0,0 0 0,0 0 0,0 0 15,0 0-15,0 0 0,0 0 0,0 0 0,0 0 16,0 0-16,0 0 0,0 0 0,0 0 0,0 0 0,0 0 15,0 0-15,0 0 0,0 0 0,0 0 0,0 0 16,0 0-16,0 0 0,0 0 0,0 0 0,0 0 0,0 0 16,0 0-16,0 0 0,0 0 0,0 0 0,0 0 0,0 0 15,0 0-15,0 0 0,0 0 0,0 0 0,0 0 16,0 0-16,0 0 0,0 0 0,0 0 0,0 0 0,0 0 15,0 0-15,0 0 0,0 0 0,0 0 0,0 0 0,0 0 16,0 0-16,0-25 0,0 25 0,0 0 0,0 0 16,0 0-16,0 0 0,0-25 0,0 25 0,0 0 0,0 0 15,0-25-15,0 25 0,0 0 0,0-24 0,0 24 16,0 0-16,0-25 0,0 25 0,0-25 0,0 25 0,0 0 15,0-25-15</inkml:trace>
  <inkml:trace contextRef="#ctx0" brushRef="#br1" timeOffset="46954.6856">5407 1637 0,'0'0'0,"0"0"0,0 0 0,0 0 16,0 0-16,0 0 0,0 0 0,0-25 0,0 25 0,0 0 15,0 0-15,0 0 0,0 0 0,0 0 0,0 0 16,0 0-16,0 0 0,0 0 0,0 0 452,149 348-202,25-472-250,-174 124 0,0 0 0,0 0 0,0 0 15,0 0-15,0 0 0,0 0 0,0 0 0,0 0 0,0 0 0,0 0 0,0 0 0,0-25 0,0 25 16,0 0-16,0 0 0,0 0 0,0 0 0,0 0 0,0 0 0,0 0 0,0 0 0,0 0 0,0 0 0,0 0 0,0 0 16,0 0-16,0 0 0,0 0 0,0 0 0,0 0 0,0 0 0,-25 0 0,25 0 0,0 0 0,0 0 15,0 0-15,0-25 0,0 25 0,0 0 0,0 0 0,0 0 0,0 0 0,0 0 0,0 0 0</inkml:trace>
  <inkml:trace contextRef="#ctx0" brushRef="#br1" timeOffset="47871.738">5606 1612 0,'0'0'0,"0"0"0,0 0 0,0 0 0,0 0 0,0 0 16,0 0-16,0 0 0,0 0 0,0 0 0,0 0 16,0 0-16,0 0 0,0 0 0,0 0 0,0 0 0,0 0 15,0 0-15,0 0 0,0 0 0,0 0 0,0 0 16,0 0-16,0 0 0,0 0 0,0 0 0,0 0 0,0 0 15,0 0-15,0 0 0,0 0 0,0 0 0,0 0 0,0 0 16,0 0-16,0 0 0,0 0 0,0 0 0,0 0 16,0 0-16,0 0 0,0 0 0,0 0 0,0 0 0,0 0 15,0 0-15,0 0 0,0 0 0,0 0 0,0 0 16,0 0-16,0 0 0,0 0 0,0 25 0,0-25 0,0 0 15,0 0-15,0 0 0,25 0 0,-25 0 0,0 0 0,0 0 16,0 25-16,0-25 0,0 0 0,0 0 0,0 0 16,0 0-16,0 0 0,0 0 0,0 0 0,0 0 0,0 0 15,0 0-15,0 0 0,0 0 0,0 0 0,0 0 16,0 0-16,0 0 0,0 0 0,0 0 0,0 0 0,0 0 187,0-25-187,0 0 16,0 25-16,0 0 0,0 0 0,0 0 0,0 0 0</inkml:trace>
  <inkml:trace contextRef="#ctx0" brushRef="#br1" timeOffset="48998.8025">5779 1563 0,'0'24'16,"0"-24"-16,0 0 0,0 0 0,0 0 0,0 25 0,0-25 0,0 0 0,0 0 0,0 0 0,0 25 0,0-25 0,0 0 0,0 0 0,0 0 0,0 0 0,0 25 0,0-25 0,0 0 0,0 0 0,0 0 0,0 25 0,0-25 0,0 0 0,0 0 0,0 0 0,0 0 0,0 25 0,0-25 0,0 0 0,0 0 16,0 0-16,0 0 0,0 0 0,0 24 0,0-24 0,0 0 0,0 0 0,0 0 0,0 0 0,0 0 0,0 0 0,0 25 0,0-25 15,0 0-15,0 0 0,0 0 0,0 0 0,0 0 0,0 0 16,0 0-16,0 0 0,0 0 0,0 0 0,0 25 15,0-25-15,0 0 0,0 0 0,0 0 0,0 0 0,0 0 16,0 0-16,0 25 0,0-25 0,0 0 0,0 0 16,0 0-16,0 0 0,0 0 0,0 0 0,0 0 0,0 0 15,0 25-15,0-25 0,0 0 0,0 0 0,0 0 0,0 0 16,0 0-16,-24 0 0,24 0 0,0 0 0,0 0 15,0 0-15,0 24 0,0-24 0,0 0 0,0 0 0,0 0 16,0 0-16,0 0 0,0 0 0,0 0 0,0 0 16,0 0-16,0 0 265</inkml:trace>
  <inkml:trace contextRef="#ctx0" brushRef="#br1" timeOffset="50035.8618">5655 2257 0,'0'0'15,"0"0"-15,0 0 0,0 0 0,0 0 0,0 0 0,0 25 16,0-25-16,0 0 234,-24 0-234,24 0 15,0 0-15,0 0 0,0 0 0,0 0 0,0 0 0,0 0 0,0 0 0,0 0 0,0 0 0,0 0 0,0 0 0,0 0 0,0 0 0,0 0 0,0 0 0,24 0 0,-24 0 0,0 0 0,0 0 0,0 0 0,0 0 0,0 0 0,0 0 0,0 0 0,0 0 0,0 0 0,0 0 0,0 0 0,0-25 0,0 25 0,0 0 0,0 0 16,0 0-16,0 0 0,0 0 0,0 0 0,0 0 0,0 0 0,0 0 0,0 0 0,0 0 0,0 0 0,0 0 16,0-25-16,0 25 0,0 0 0,0 0 0,0 0 15,0 0-15,0 0 0,0 0 0,0 0 0,0 0 0,0 0 16,0 0-16,0 0 0,0 0 0,0 0 0,0 0 15,0 0-15,0 0 0,0 0 0,0 0 0,0 0 0,0 0 16,0 0-16,0 0 0,0 0 0,0 0 0,0 0 16,0 0-16,0 0 0,0 0 0,0 0 0,0 0 15,0 0-15,0 0 0,0 0 0,0 0 0,0 0 0,0 0 16,0 0-16,0 0 0,0 25 0,0-25 0,0 0 15,0 0-15,0 0 0,0 0 0,0 0 0,0 0 0,0 0 16,0 0-16,0 0 0,0 0 0,0 0 0,0 0 16,0 0-16,0 0 0,0 0 0,0 0 0,0 0 0,0 0 15,0 0-15,0 0 0,0 0 0,0 0 0,0 0 0,0 0 16,0 0-16,0 0 0,0 0 0,25 0 0,-25 0 15,0 0-15,0 0 0,0 0 0,0 0 0,0-25 0,0 25 16,0 0-16,0 0 0,0 0 0,0 0 0,0 0 16,0 0-16,-25 0 0,25 0 0,0 0 0,0 0 0,0 0 15,0 0-15,0 0 0,0 0 0,0 0 0,0 0 16,0 0-16,0 0 0,0 0 0,0 0 0,0 0 0,0 0 15,0 0-15,0 0 0,0 0 0,0 0 0,0 0 16,0 0-16</inkml:trace>
  <inkml:trace contextRef="#ctx0" brushRef="#br1" timeOffset="52988.0306">5482 2977 0,'0'0'0,"0"0"16,0 0-16,0 0 0,0-25 0,0 25 0,0 0 0,0 0 16,0 0-16,-25 0 0,25 0 0,0 0 0,0 0 15,0 0-15,0 0 0,0 0 0,0 0 0,0 0 16,0 0-16,0-25 0,0 25 0,0 0 0,0 0 0,0 0 15,0 0-15,0 0 0,0 0 0,0 0 0,0 0 16,0 0-16,0 0 0,0 0 0,0 0 0,0 0 0,0 0 16,-25 0-16,25 0 0,0 0 0,0 0 0,0 0 15,0 0-15,0 0 0,0 0 0,0 0 0,0 0 0,0 0 16,-25 0-16,25 0 0,0 0 0,0 0 0,0 0 15,0 0-15,-24 0 0,24 0 0,0 0 0,0 0 16,0 0-16,0 0 0,-25 0 0,25 0 0,0 0 0,0 0 16,0 0-16,0 0 0,0 0 0,0 0 0,-25 0 15,25 0-15,0 0 0,0 0 0,0 0 0,0 0 16,-25 0-16,25 0 0,0 25 0,0-25 0,0 0 0,0 0 15,0 0-15,-25 0 0,25 0 0,0 25 0,0-25 16,0 0-16,0 0 0,0 0 0,-24 0 0,24 0 0,0 0 16,0 24-16,0-24 0,0 0 0,0 0 15,0 0-15,0 0 0,0 0 0,0 0 0,0 25 0,0-25 16,0 0-16,0 0 0,0 0 0,0 0 0,0 25 0,0-25 15,0 0-15,0 0 0,0 0 0,0 0 0,0 25 16,0-25-16,0 0 0,24 0 0,-24 0 0,0 0 0,0 0 16,0 25-16,0-25 0,0 0 0,25 0 0,-25 0 15,0 0-15,0 24 0,0-24 0,25 0 0,-25 0 0,0 0 16,25 0-16,-25 0 0,0 25 0,25-25 0,-25 0 15,0 0-15,24 0 0,-24 0 0,0 0 0,25 25 16,-25-25-16,0 0 0,0 0 0,25 0 0,-25 0 0,0 0 16,0 25-16,0-25 0,25 0 0,-25 0 0,0 0 15,0 25-15,0-25 0,25 0 0,-25 0 0,0 0 0,0 24 16,0-24-16,0 0 0,24 0 0,-24 0 0,0 25 15,0-25-15,0 0 0,0 0 0,25 0 0,-25 25 16,0-25-16,0 0 0,0 0 0,0 0 0,0 25 0,25-25 16,-25 0-16,0 0 0,0 0 0,0 0 0,0 25 15,0-25-15,0 0 0,0 0 0,0 24 0,0-24 0,0 0 16,0 0-16,0 0 0,0 25 0,0-25 0,0 0 15,0 0-15,0 25 0,0-25 0,0 0 0,0 0 0,0 0 16,-25 0-16,25 25 0,0-25 0,0 0 0,0 0 16,0 0-16,-25 0 0,25 0 0,0 0 0,0 0 15,0 0-15,-24 0 0,24 0 0,0 0 0,-25 0 0,25 0 16,0 0-16,0 0 0,-25 0 0,25 0 0,0 0 15,0 0-15,-25 0 0,25 0 16,0 0-16,0 0 0,0 0 0,0 0 0,-25 0 0,25 0 0,0 0 0,0 0 16,0 0-16,0 0 0,0 0 0,0 0 0,0 0 15,-24 0-15,24 0 0,0-25 0,0 25 0,0 0 0,0 0 16,0 0-16,0 0 0,-25 0 0,25 0 0,0 0 15,0 0-15,0 0 0,0 0 0,0 0 0,0 0 0,0 0 16,0 0-16,0 0 0,0 0 0,0 0 0,0 0 16,0 0-16,0 0 0,0 0 0,0 0 0,0-25 15,0 25-15,0 0 0,0 0 0,0 0 0,0 0 0,0 0 16,0 0-16,0 0 0,25 0 0,-25 0 0,0 0 15,0 0-15,24 0 0</inkml:trace>
  <inkml:trace contextRef="#ctx0" brushRef="#br1" timeOffset="53512.0606">6350 3274 0,'0'0'0,"0"0"0,0 0 15,0 0-15,-25 0 0,25 0 0,0 0 0,0 0 0,0 0 16,0 0-16,0 0 0,0 0 0,0 0 0,0 0 16,0 0-16,0 0 0,0 0 0,0 0 0,0 0 0,0 0 15,0 0-15,0 0 0,0 0 0,0 0 0,0 0 16,0 0-16,0 0 0,0 0 0,25 0 0,-25 0 15,0 0-15,0 0 0,0 0 0,0 0 0,25 0 0,-25 0 16,0 0-16,0-25 0,25 25 0,-25 0 0,0 0 0,24 0 16,-24 0-16,25 0 0,-25 0 0,0 0 0,25 0 15,-25 0-15,25-24 0,-25 24 0,25 0 0,-25 0 16,0 0-16,24 0 0,-24 0 0,0 0 0,0 0 0,25 0 15,-25 0-15,0 0 0,0 0 0,0 0 0,25 0 16,-25-25-16,0 25 0,0 0 0,0 0 0,0 0 16,0 0-16,0 0 0,0 0 0,0 0 0,25 0 0,-25 0 15,0 0-15,0 0 0,0 0 0,0 0 0,0 0 16</inkml:trace>
  <inkml:trace contextRef="#ctx0" brushRef="#br1" timeOffset="53967.0867">6400 3547 0,'0'0'0,"0"0"0,0 0 0,0 0 0,0 0 16,0 0-16,0 0 0,0 0 0,0 0 0,0 0 15,0 0-15,0 0 0,0 0 0,0 0 0,0 0 0,0 0 16,24 0-16,-24 0 0,0 0 0,0 0 0,0 0 15,0 0-15,25 0 0,-25 0 0,0 0 0,0 0 16,25 0-16,-25 0 0,0 0 0,25 0 0,-25 0 0,0-25 16,25 25-16,-25 0 0,0 0 0,24 0 0,-24 0 15,25 0-15,-25 0 0,0 0 0,25 0 0,-25 0 16,0 0-16,25 0 0,-25 0 0,25-25 0,-25 25 0,0 0 15,24 0-15,-24 0 0,0 0 0,0 0 0,25 0 16,-25 0-16,0-24 0,25 24 0,-25 0 0,0 0 0,0 0 16,25-25-16,-25 25 0,0 0 0,25 0 0,-25 0 15,24 0-15</inkml:trace>
  <inkml:trace contextRef="#ctx0" brushRef="#br1" timeOffset="55671.1842">7293 3150 0,'0'0'0,"-25"0"0,25 0 16,0 25-16,0-25 0,0 0 0,0 0 0,0 0 0,0 0 0,0 0 0,0 0 0,0 0 16,0 0-16,0 0 0,0 0 0,0 0 0,0 0 0,-25 0 0,25 0 0,0 0 0,0 0 0,0 0 15,0 0-15,0 0 0,0 0 0,0-25 0,0 25 0,0 0 0,0 0 16,0 0-16,0 0 0,0 0 0,0 0 0,0 0 0,0 0 0,0 0 15,0 0-15,0 0 0,0 0 0,0 0 0,0 0 0,0 0 0,0 0 16,0 0-16,0 0 0,0 0 0,0 0 0,0 0 0,0 0 0,0 0 16,0 0-16,0 0 0,0 0 0,0 0 0,0 0 0,0 0 0,0 0 0,0 0 0,0 0 15,0 0-15,0 0 0,0 0 0,0 0 0,0 0 0,0 0 0,0 0 0,0 0 16,0 0-16,0 0 0,0 0 0,0 0 0,0 0 0,0 0 0,0 0 0,0 0 0,0 0 0,0 0 0,0 0 0,0 0 0,0 0 0,0 0 0,0 0 0,0 0 15,0 0-15,0 0 0,0 0 0,0 0 0,0 0 0,0 0 16,0 0-16,0 0 0,0 0 0,25 0 0,-25 0 16,0 0-16,0 0 0,0 0 0,0 0 0,0 0 15,0 0-15,0 0 0,0 0 0,0 0 0,0 0 0,0 0 16,0 0-16,0 0 0,0 0 0,0 0 0,0 0 15,0 0-15,0 0 0,25 0 0,-25 0 0,0 0 16,0 0-16,0 0 0,0 0 0,0 0 0,0 0 0,0 0 16,0 0-16,0 0 0,0 0 0,24 0 0,-24 0 15,0 0-15,0 0 0,0 0 0,0 0 234,50 99-234,-50-99 0,0 0 0,0 0 0,0 0 0,0 25 0,0-25 0,0 0 16,0 0-16,-25 25 0,25-25 0,0 0 0,0 0 0,0 0 0,0 25 0,0-25 0,0 0 15,0 0-15,0 0 0,0 25 0,0-25 0,0 0 0,0 0 0,0 0 0,0 24 0,0-24 16,0 0-16,0 0 0,0 0 0,0 0 0,0 0 0,0 0 0,0 25 0,0-25 0,0 0 16,0 0-16,0 0 0,0 0 0,0 0 0,0 0 0,0 0 0,0 0 15,0 0-15,0 0 0,0 25 0,0-25 0,0 0 0,0 0 0,0 0 0,0 0 16,0 0-16,0 0 0,0 0 0,0 0 0,0 0 0,0 0 0,0 0 0,0 0 0,0 0 0,0 0 0,0 0 0,0 25 15,0-25-15,0 0 0,25 0 0,-25 0 0,0 0 0,0 0 0,0 0 0,0 0 0,0 0 0,0 25 0,0-25 16,0 0-16,0 0 0,0 0 0,0 0 0,0 0 0,0 0 0,0 0 16,0 0-16,0 0 0,0 0 0,0 0 0,0 24 15,0-24-15,0 0 0,0 0 0,0 0 0,0 0 0,0 0 16,0 0-16,0 0 0,0 0 0,0 0 0,0 0 15,0 0-15,0 0 0,0 0 0,0 0 0,0 0 0,0 0 16,0 0-16,0 0 0,0 0 0,0-24 0,0 24 16,0 0-16,0 0 0,0 0 0,0 0 0,0 0 15,0-25-15,0 25 0,0 0 0,0 0 0,0 0 0,0 0 16,0-25-16,0 25 0</inkml:trace>
  <inkml:trace contextRef="#ctx0" brushRef="#br1" timeOffset="57248.2744">7466 2778 0,'0'0'0,"0"0"0,0 0 0,0-25 0,0 25 16,0 0-16,0 0 0,0 0 0,0 0 0,0 0 686,-124 348-686,124-348 0,0 0 0,0 0 16,0 0-16,0 0 0,0 0 0,0 0 0,0 0 0,0 0 0,0 0 0,0 0 0,0 24 15,0-24-15,0 0 0,0 0 0,0 0 0,0 0 0,0 0 0,0 0 0,0 0 16,0 0-16,0 0 0,0 0 0,0 0 0,0 0 0,0 0 0,0 0 0,0 0 0,0 0 15,-25 0-15,25 0 0,0 0 0,0 0 0,0 0 0,0 0 0,0 0 0,0 25 0,0-25 0,0 0 16,0 0-16,0 0 0,0 0 0,0 0 0,-24 0 0,24 0 0,0 0 0,0 0 0,0 25 16,0-25-16,0 0 0,0 0 0,0 0 0,0 0 0,0 0 0,0 0 0,0 0 0,0 0 0,0 0 0,0 0 0,0 0 15,0 0-15,0 0 0,0 0 0,0 0 0,0 0 0,0 0 0,0 0 0,0 0 0,0 0 0,0 0 16,0 0-16,0 0 0,0 0 0,0 0 0,0 0 0,0 0 0,0 0 15,0 0-15,0 0 0,0 0 0,0 0 0,0 0 16,0 0-16,0 0 0,0 0 0,0 0 0,0 0 16,0 0-16,0 0 0,0 0 0,0 0 0,0 0 0,0 0 15,0 0-15,0 0 0,0 0 0,0 0 0,0 0 16,24 0-16,-24 0 0,0 0 0,0 0 0,0-25 0,0 25 15,0 0-15,0 0 0</inkml:trace>
  <inkml:trace contextRef="#ctx0" brushRef="#br1" timeOffset="64038.6628">8235 3200 0,'0'0'0,"0"0"0,0 0 0,0 0 0,0 0 0,0 0 0,0 0 0,0 0 16,0 0-16,0 0 0,0 0 0,0 0 0,0 0 0,0 0 0,0 0 0,0 0 0,0 0 0,0 0 15,0 0-15,0 0 0,0 0 0,0 0 0,0 0 0,0 0 0,0 0 0,0 0 0,0 0 16,0 0-16,0 0 0,0 0 0,0 0 0,0 0 0,0 0 0,0 0 0,0 0 0,0 0 0,0 0 15,0 0-15,0 0 0,0 0 0,0 0 0,0 0 0,0 0 0,0 0 0,0 0 0,0 0 0,0 0 16,0 0-16,0 0 0,0 0 0,0 0 0,0 0 0,0 0 0,0 0 0,0 0 0,0 0 16,0 0-16,0 0 0,-25 0 0,25 0 0,0 0 0,0 0 0,0 0 0,0 25 0,0-25 0,0 0 15,0 0-15,0 0 0,0 0 0,25 0 0,-25 0 0,0 24 0,0-24 0,0 0 16,0 0-16,0 0 0,0 25 0,0-25 0,0 0 15,0 0-15,0 25 0,0-25 0,0 0 0,0 0 16,0 25-16,0-25 0,0 0 0,0 0 0,0 25 0,0-25 16,0 0-16,0 24 0,0-24 0,0 0 0,0 0 15,0 25-15,0-25 0,0 0 0,0 0 0,0 25 0,0-25 16,0 0-16,0 0 0,0 25 0,0-25 0,0 0 15,0 0-15,0 0 0,0 25 0,0-25 0,0 0 16,0 0-16,0 0 0,0 24 0,0-24 0,0 0 0,0 0 16,0 0-16,0 25 0,25-25 0,-25 0 0,0 0 15,0 0-15,0 25 0,0-25 0,0 0 0,0 0 0,0 0 16,0 0-16,0 25 0,0-25 0,0 0 0,0 0 15,0 0-15,0 0 0,0 25 0,0-25 0,0 0 0,0 0 16,0 0-16,0 0 390,223-348-390,-223 348 0,0 0 0,0 0 0,0 0 0,0 0 16,0 0-16,0 0 0,0 0 0,0 0 0,0 0 0,0 0 0,0 0 15,0 0-15,0 0 0,0 0 0,0 0 0,0 0 0,0 0 0,0 0 0,0 0 16,0-24-16,0 24 0,0 0 0,0 0 0,0 0 0,0 0 0,0 0 15,0 0-15,0 0 0,0 0 0,0 0 0,0 0 0,0-25 16,0 25-16,0 0 0,0 0 0,0 0 0,0 0 0,0 0 0,0 0 16,25 0-16,-25-25 0,0 25 0,0 0 0,0 0 0,0 0 0,0 0 15,0 0-15,0 0 0,0 0 0,0 0 0,0 0 0,0 0 0,0 0 16,0 0-16,0 0 0,0 0 0,0 0 0,0 0 0,0 0 0,0 0 0,0 0 0,0 0 15,0 0-15,0 0 0,0 0 0,0 0 0,0 0 0,0 0 0,0 0 16,0 0-16,0 0 0,0 0 0,0 0 0,0 0 0,0 0 0,0 0 0,0 0 0,0 0 16,0 0-16,0 0 0,0 0 0,0 0 0,0 0 0,0 0 0,0 0 15,0 0-15,0 0 0,0 0 0,0 0 0,0 0 0,0 0 0,0 0 0,0 0 16,0 0-16,0 0 0,0 0 0,0 0 0,0 0 0,0 0 0,0 0 0,0 0 15,0 0-15,0 0 0,0 0 0,0 0 0,0 0 0,0 0 0,0 0 0,0 0 0,0 0 16,0 0-16,0 0 0,0 0 0,0 0 0,0 0 0,0 0 16,0 0-16,0 0 0,0 0 0,0 0 0,0 0 15,0 0-15,0 0 0,0 0 0,0 0 0,0 0 16,0 0-16,0 0 390,25 298-343,-25-298-47,0 0 0,0 0 15,0 0-15,0 0 0,0 24 0,0-24 0,0 0 0,25 0 0,-25 0 0,0 0 0,0 0 0,0 0 16,0 0-16,0 0 0,0 0 0,0 0 0,0 0 0,0 0 0,0 0 0,0 0 0,0 0 0,0 0 0,0 0 0,0 0 15,0 0-15,0 0 0,0 0 0,0 0 0,0 0 0,0 0 0,0 0 0,0 0 0,0 0 0,0 0 16,0 0-16,0 0 0,0 0 0,0 0 0,0 0 0,0 0 0,0 0 0,0 0 0,0 0 0,0 0 16,0 0-16,0 0 0,0 0 0,0 0 0,0 0 0,0 0 0,0 0 0,0 0 0,0 0 0,0 0 15,0 0-15,0 0 0,0 0 0,0 0 0,0 0 0,0 0 0,0 0 0,0 0 0,0 0 0,0 0 16,0 0-16,0 0 0,0 0 0,0 0 0,0 0 0,0 0 0,0 0 15,0 0-15,0 0 0,0 0 0,0 0 0,0 0 0,0 0 16,0 0-16,0 0 0,0 0 0,0 0 0,0 0 16,0 0-16,0 0 0,0 0 0,0 0 0,0 0 0,0 0 15,0 0-15,0 0 0,0 0 0,0 0 0,0 0 16,0 0-16,0 0 0,0 0 0,0 0 0,0 0 0,0 0 15,0 0-15,0 0 0,0 0 0,0 0 0,0 0 16,0 0-16,0 0 0,0 0 0,0 0 0,0 0 0,0 0 16,0 0-16,0 0 0,-25 0 0,25 0 0,0 0 15,0 0-15,0 0 0,0 0 0,0 0 0,0 0 16,0-24-16,-25 24 0,25 0 0,0 0 0,0 0 0,0-25 15,0 25-15,-25 0 0,25 0 0</inkml:trace>
  <inkml:trace contextRef="#ctx0" brushRef="#br1" timeOffset="65275.7335">8682 3746 0,'0'0'0,"0"0"0,0 24 15,0-24-15,0 0 0,0 0 0,0 0 0,0 0 16,0 0-16,0 0 0,0 0 0,0 0 0,0 0 16,0 0-16,0 0 0,0 0 0,0 0 0,0 0 15,0 0-15,0 0 0,0 0 0,0 0 0,0 0 0,0 0 16,0 0-16,0 0 0,0 0 0,0 0 0,0 0 0,0 0 15,0 0-15,0 0 0,0 0 0,0 0 0,0 0 16,0 0-16,24 0 0,-24 0 0,0-24 0,0 24 16,0 0-16,0 0 0,0 0 0,0 0 0,0 0 0,0 0 15,0-25-15,25 25 0,-25 0 0,0 0 0,0 0 16,0-25-16,0 25 0,0 0 0,0 0 0,25-25 0,-25 25 15,0 0-15,0 0 0,0 0 0,0-25 0,0 25 16,25 0-16,-25-25 0,0 25 0,0 0 0,0 0 16,0-24-16,0 24 0,0 0 265,74 74-265,-74-49 0,0-25 0,0 0 0,0 25 0,0-25 0,0 0 0,0 0 15,0 25-15,0-25 0,25 0 0,-25 0 0,0 24 0,0-24 0,0 0 0,0 0 16,0 0-16,0 25 0,0-25 0,0 0 0,0 0 0,0 0 0,0 0 0,0 0 0,0 0 0,0 0 0,0 0 16,0 0-16,0 0 0,0 0 0,0 0 0,0 0 0,0 0 0,0 0 0,0 0 15,0 0-15,0 0 0,0 0 0,0 0 0,0 0 0,0 0 0,0 0 0,0 0 0,0 0 0,0 0 0,0 0 16,0 0-16,-25 0 0,25 0 0,0-25 0,0 25 0,0 0 0,0 0 0,0 0 0,0-24 0,0 24 15,0 0-15,0 0 0</inkml:trace>
  <inkml:trace contextRef="#ctx0" brushRef="#br1" timeOffset="66794.8204">9227 2877 0,'0'0'0,"0"0"0,0 0 0,0 0 0,0 25 0,0-25 0,0 0 0,0 0 0,0 0 0,0 0 15,0 0-15,0 0 0,0 0 0,0 0 0,0 0 0,0 0 16,0 0-16,0 0 0,0 0 0,0 0 0,0 0 15,0 0-15,0 0 0,0 0 0,0 0 0,0 0 0,0 0 16,0 0-16,0 0 0,0 0 0,0 0 0,0 0 16,0 0-16,0 0 0,0 0 0,0 0 0,0 0 0,0 0 15,0 0-15,0 0 0,0 0 359,-74 298-359,74-273 0,0-25 0,0 0 0,0 24 0,0-24 0,0 0 0,0 0 0,0 25 0,25-25 0,-25 0 0,0 25 0,0-25 16,0 0-16,0 0 0,0 25 0,0-25 0,0 0 0,25 25 0,-25-25 0,0 0 0,0 0 0,0 24 0,0-24 15,0 0-15,24 25 0,-24-25 0,0 0 0,0 0 0,0 25 0,0-25 0,0 0 0,0 0 0,25 25 0,-25-25 0,0 0 0,0 0 0,0 25 0,0-25 0,0 0 16,0 0-16,25 24 0,-25-24 0,0 0 0,0 0 0,0 25 0,0-25 0,0 0 0,25 0 0,-25 0 0,0 25 0,0-25 15,0 0-15,0 0 0,0 0 0,0 25 0,0-25 0,0 0 16,0 0-16,25 0 0,-25 25 0,0-25 0,0 0 16,0 0-16,0 0 0,0 0 0,0 24 0,0-24 0,0 0 15,0 0-15,0 0 0,24 0 0,-24 0 0,0 25 16,0-25-16,0 0 0,0 0 0,0 0 0,0 0 15,0 0-15,0 0 0,0 0 0,0 0 0,0 0 0,0 0 16,0 0-16,0 0 0,0 0 0,0 0 0,0 0 0,0 0 16,0 0-16,0 0 0,0 0 0,0 0 15,0 0-15,0 0 0,0 0 0,0 0 0,0 0 0,0 0 16,0 0-16,0 0 0,0 0 0,0 0 0,0 0 0,0 0 15,0-25-15,0 25 0,0 0 0,0 0 0,0-24 16,-24 24-16,24 0 0,0-25 0,0 25 0,0 0 0,0-25 16,0 25-16,0 0 0</inkml:trace>
  <inkml:trace contextRef="#ctx0" brushRef="#br1" timeOffset="71050.0637">9599 3473 0,'0'24'0,"0"-24"16,0 0-16,0 0 0,0 0 0,0 0 0,0 0 0,0 0 15,0 0-15,0 0 0,0 0 0,0 0 0,0 0 0,0 0 16,0 0 202,0-74-218,0 49 0,25 25 0,-25 0 0,0 0 0,0-25 16,0 25-16,0 0 0,0-24 0,0 24 0,0-25 0,0 25 0,0 0 0,0-25 0,25 25 0,-25 0 0,0-25 0,0 25 0,0 0 0,0-25 0,0 25 0,0 0 0,0 0 0,0-24 0,0 24 0,0 0 0,0 0 0,0 0 0,0 0 0,0 0 0,0 0 0,0 0 0,0 0 0,0 0 0,0-25 0,0 25 15,0 0-15,0 0 0,0 0 0,0 0 0,0 0 0,25 0 0,-25 0 0,0 0 0,0 0 16,0 0-16,0 0 0,0 0 0,0-25 0,0 25 16,0 0-16,0 0 0,0 0 0,0 0 0,0 0 0,0 0 15,0-25-15,0 25 0,0 0 0,0 0 0,0 0 0,0 0 16,0 0-16,0 0 0,0 0 0,0 0 0,0 0 15,0 0-15,0 0 0,0 0 0,0 0 0,0-25 16,0 25-16,0 0 0,0 0 0,0 0 0,0 0 0,0 0 16,0 0-16,0 0 0,0-24 0,0 24 0,0 0 15,0 0-15,0 0 0,0 0 0,0 0 0,0 0 0,0 0 16,0 0-16,0 0 0,0 0 0,0 0 0,0 0 15,0 0-15,0 0 0,0 0 0,0 0 0,0 0 16,0 0-16,0 0 0,0 0 0,0 0 0,0 0 0,0 0 16,0 0-16,0 0 0,0 0 0,0 0 0,0 0 15,0 0-15,0 0 0,0 0 0,0 0 0,0 0 0,0 0 390,49 446-374,-49-446-16,0 0 0,0 0 0,0 0 0,0 0 0,0 0 15,0 0-15,0 0 0,0 0 0,0 0 0,0 0 0,0 0 0,0 0 16,0 0-16,0 0 0,0 0 0,0 0 0,0 0 0,0 0 0,0 0 16,0 0-16,0 0 0,0 0 0,0 0 0,0 0 15,0 0-15,0 0 0,0 0 0,0 0 0,0 0 0,0 0 0,0 0 16,0 0-16,0 0 0,0 0 0,0 0 0,0 0 0,0 0 15,0 0-15,0 0 0,0 0 0,0 0 0,0 0 0,0 0 0,0 25 16,0-25-16,0 0 0,0 0 0,0 0 0,0 0 0,0 0 0,0 0 16,0 0-16,0 0 0,0 0 0,0 0 0,0 0 0,0 0 0,0 0 0,0 0 15,0 0-15,0 0 0,0 0 0,0 0 0,0 0 0,0 0 0,0 0 16,0 0-16,0 0 0,0 0 0,0 0 0,0 0 0,0 0 15,0 0-15,0 0 0,0 0 0,0 0 0,0 0 0,0 0 0,0 0 0,0 0 16,0 0-16,0 0 0,0 0 0,0 0 0,0 0 0,0 0 16,0 0-16,0-25 0,0 25 0,0 0 0,0 0 0,0 0 0,0 0 15,0 0-15,0 0 0,0-25 0,0 25 0,0 0 0,0 0 0,0 0 0,0 0 16,0-25-16,0 25 0,0 0 0,0 0 0,-24 0 0,24 0 15,0-24-15,0 24 0,0 0 0</inkml:trace>
  <inkml:trace contextRef="#ctx0" brushRef="#br1" timeOffset="71891.1119">10120 3423 0,'0'0'0,"0"0"0,0 0 16,0 0-16,0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0,0 0 0,0 0 0,0 0 15,0 0-15,0 0 0,0 0 0,0 0 0,0 0 0,0 0 16,0 0-16,0 0 0,0 0 0,0 0 0,0 0 15,0 0-15,0 0 0,0 0 0,0 0 0,0 0 16,0-25-16,0 25 0,0 0 0,25 0 0,-25 0 0,0 0 16,0 0-16,0 0 0,0 0 0,0 0 0,0 0 15,0 0-15,0-25 0,0 25 0,0 0 0,0 0 0,0 0 16</inkml:trace>
  <inkml:trace contextRef="#ctx0" brushRef="#br1" timeOffset="72843.1664">10145 3621 0,'0'0'16,"0"0"-16,0 0 0,0 0 0,0 0 0,0 0 0,0 0 15,0 0-15,0 0 0,0 0 0,0 0 0,0 0 16,0 0-16,0 0 0,0 0 0,0 0 0,0 25 0,0-25 15,0 0-15,0 0 0,0 0 0,0 0 0,0 0 16,0 0-16,0 0 0,0 0 0,0 0 0,0 0 16,0 0-16,0 0 0,0 0 0,0 0 0,0 0 0,25 0 15,-25 0-15,0 0 0,0 0 0,0 0 0,0 25 0,0-25 16,0 0-16,0 0 0,0 0 0,0 0 15,0 25-15,0-25 0,25 0 0,-25 0 0,0 0 0,0 25 16,0-25-16,0 0 0,0 0 0,0 0 0,0 25 16,0-25-16,0 0 0,0 0 0,0 0 0,0 24 0,0-24 15,0 0-15,-25 0 0,25 0 0,0 25 0,0-25 0,0 0 16,0 0-16,0 25 0,0-25 0,-25 0 0,25 0 15,0 0-15,0 0 312</inkml:trace>
  <inkml:trace contextRef="#ctx0" brushRef="#br1" timeOffset="74085.2374">10691 3448 0,'0'0'0,"0"0"0,0 0 0,0 0 0,0 0 15,0 0-15,0 0 0,-25 0 0,25 0 0,0 0 0,0 0 16,0 0-16,0 0 0,0 0 0,0 0 0,0 0 0,0 0 16,0 0-16,0 0 0,0 0 0,0 0 0,0 0 15,0 0-15,0 0 0,0 0 0,0 0 0,0 0 0,0 0 16,0 0-16,0 0 0,25 0 0,-25 0 0,0 0 15,0 0-15,0 0 0,0 0 0,0 0 0,0 0 16,0 0-16,0 0 0,0 0 0,0 0 0,0 0 16,0 0-16,0-25 0,0 25 0,0 0 0,0 0 0,0 0 15,0-25-15,0 25 0,25 0 0,-25-25 0,0 25 16,0 0-16,0 0 0,0-24 0,24 24 0,-24-25 0,0 25 15,0 0-15,0-25 0,0 25 0,0-25 0,0 25 16,25-25-16,-25 25 0,0-24 0,0 24 0,0-25 0,0 25 16,0-25-16,0 25 0,0 0 0,0-25 0,0 25 15,0 0-15,0-25 0,0 25 0,0 0 0,25 0 0,-25-24 16,0 24-16,0 0 0,0 0 0,0 0 0,0 0 15,0-25-15,0 25 0,0 0 0,0 0 0,0 0 16,0 0-16,0 0 0,0 0 0,0 0 0,0 0 0,0 0 16,0 0-16,0 0 0,0 0 0,0 0 0,0 0 15,0 0-15,0 0 0,0 0 0,0 0 0,0 0 0,0 0 16,0 0-16,0 0 0,0 0 0,0 0 0,0 0 15,0 0-15,0 0 0,0 0 0,0 0 0,0 0 0,0 0 16,0 0-16,0 0 0,0 0 0,0 0 16,0 0-16,0 0 0,0 0 0,0 0 0,0 0 0,0 0 15,0 0-15,0 0 0,0 0 0,0 0 0,0 0 0,0 0 16,0 0-16,0 0 0,0 0 0,0 0 0,0 0 15,0 0-15,0 0 0,0 25 0,0-25 0,0 0 0,0 0 16,0 0-16,0 0 0,0 0 0,0 0 0,0 0 16,0 0-16,0 0 0,0 0 0,0 0 0,0 0 15,0 0-15,25 24 0,-25-24 0,0 0 0,0 0 0,0 0 16,0 0-16,0 0 0,0 0 0,0 0 0,0 25 15,0-25-15,0 0 0,0 0 0,0 0 0,25 25 0,-25-25 16,0 0-16,0 0 0,0 25 0,0-25 0,0 0 16,0 25-16,0-25 0,0 24 0,0-24 0,0 0 15,0 25-15,24-25 0,-24 25 0,0-25 0,0 0 0,0 25 16,0-25-16,0 0 0,0 25 0,0-25 0,0 24 15,0-24-15,0 0 0,0 25 0,0-25 0,0 0 0,0 25 16,0-25-16,0 0 0,0 25 0,0-25 0,0 0 16,0 0-16,0 25 0,0-25 0,0 0 0,0 0 0,0 0 15,0 0-15,0 24 0,0-24 0,0 0 16,0 0-16,0 0 0,0 0 0,0 0 0,0 0 0,0 0 15,0 0-15,0 0 0,0 0 0,0 0 0,-24 0 0,24 0 16,0 0-16,0 0 0,24 0 0,-24 0 0,0 0 16,0 0-16,0 0 0,0 0 0,0 0 0,0 0 0,0 0 15,0 0-15,0 0 0,0 0 0,0 0 0,0 0 16,0 0-16,0 0 0,0 0 0,0 0 0,0 0 0,0 0 15,0 0-15,0 0 0,0 0 0,0 0 0,0 0 16,0 0-16,0 0 0,0 0 0,0-24 0,0 24 16,0 0-16,0 0 0,0 0 0,-24-25 0,24 25 0,0 0 15,0 0-15,0 0 0,0-25 0,24 25 0,-24 0 16,0 0-16,0 0 0,0-25 0,0 25 0</inkml:trace>
  <inkml:trace contextRef="#ctx0" brushRef="#br1" timeOffset="74801.2783">11286 3249 0,'0'25'0,"0"-25"0,0 0 15,0 0-15,0 0 0,0 0 0,0 0 0,0 0 0,0 0 16,0 0-16,0 0 0,0 0 0,0 0 0,0 0 16,0 0-16,0 0 0,0 0 0,0 0 0,0 0 15,0 0-15,0 0 0,0 0 0,0 0 0,0 0 0,0 0 16,0 0-16,0 0 0,0 0 0,0 0 0,0 0 15,0 0-15,0 0 0,0 0 0,0 0 0,0 0 234</inkml:trace>
  <inkml:trace contextRef="#ctx0" brushRef="#br1" timeOffset="75326.3084">11311 3746 0,'-25'0'0,"25"0"16,0 0-16,0 0 0,0 24 0,-25-24 0,25 0 0,0 0 0,0-24 15,0 24-15,0 0 0,0 0 0,0 0 0,0 0 0,0-25 0,0 25 0,0 0 0,0 0 16,0-25-16,0 25 0,0 0 0,25-25 0</inkml:trace>
  <inkml:trace contextRef="#ctx0" brushRef="#br1" timeOffset="76865.3964">11708 3349 0,'0'0'16,"25"-25"-16,-25 25 0,0 0 0,0 0 0,0-25 0,0 25 0,0 0 0,0 0 0,24-25 0,-24 25 0,0-25 15,0 25-15,0 0 0,0-24 0,0 24 0,0 0 0,0-25 0,0 25 0,0 0 0,25-25 0,-25 25 16,0 0-16,0-25 0,0 25 0,0 0 0,0-25 0,0 25 0,0 0 0,0 0 0,0 0 0,0-24 15,0 24-15,0 0 0,0 0 0,0 0 0,0 0 0,0 0 0,0 0 0,0 0 0,0 0 0,0 0 0,0 0 16,0 0-16,0 0 0,0 0 0,0 0 0,0 0 0,0 0 0,0 0 16,0 0-16,0 0 0,0 0 0,0 0 0,0 0 0,0 0 0,0 0 0,0 0 15,0 0-15,0 0 0,0 0 0,0 0 0,0 0 0,0 0 0,0 0 0,0 0 16,0 0-16,0 0 0,0 0 0,0 0 0,0 0 0,0 0 0,0 0 0,0 0 0,0 0 0,0-25 15,0 25-15,0 0 0,0 0 0,0 0 0,0 0 0,0 0 16,0 0-16,0 0 0,0 0 0,0 0 0,0-25 16,25 25-16,-25 0 0,0 0 0,0 0 0,0 0 0,0 0 15,0 0-15,0-25 0,0 25 0,0 0 0,0 0 16,0 0-16,0 0 0,0 0 0,0 0 0,0 0 15,0 0-15,0 0 0,0 0 0,0 0 0,0 0 0,0 0 671,74 471-671,-74-471 0,0 0 0,0 0 0,0 0 0,0 0 0,0 0 0,0 0 0,0 0 0,0 0 16,0 0-16,0 0 0,0 0 0,0 25 0,0-25 0,0 0 0,0 0 0,0 0 0,0 0 0,0 0 0,0 0 15,0 0-15,0 0 0,0 0 0,0 0 0,0 0 0,0-25 0,0 25 16,0 0-16,0 0 0,0 0 0,0 0 0,0 0 0,0 0 0,0 0 16,0 0-16,0 0 0,0 0 0,-24 0 0,24 0 0,0 0 0,0 0 15</inkml:trace>
  <inkml:trace contextRef="#ctx0" brushRef="#br1" timeOffset="78414.485">12055 3001 0,'0'0'0,"0"0"0,0 0 0,0 0 0,0 0 0,0 0 15,0 0-15,0 0 0,0 0 0,25 25 0,-25-25 0,0 0 0,0 0 0,0 0 0,0 0 0,0 0 16,0 0-16,0 0 0,25 0 0,-25 0 0,0 0 0,0 0 0,0 0 16,0 25-16,24 421 280,-24-446-280,0 0 16,0 25-16,0-25 0,0 0 0,0 0 0,0 0 0,0 0 0,-24 0 16,24 0-16,0 0 0,0 0 0,0 0 0,0 25 0,0-25 15,0 0-15,0 0 0,0 0 0,0 0 0,0 0 0,0 0 16,0 0-16,-25 0 0,25 0 0,0 0 0,0 0 0,0 0 0,0 0 0,0 0 15,0 25-15,0-25 0,0 0 0,0 0 0,0 0 0,0 0 0,0 0 16,0 0-16,0 0 0,0 0 0,0 0 0,0 0 0,0 0 0,0 0 0,0 0 0,0 0 16,0 0-16,0 0 0,-25 0 0,25 0 0,0 0 0,0 0 0,0 0 15,0 0-15,0 0 0,0 0 0,0 0 0,0 0 0,0 0 0,0 0 16,0 0-16,0 0 0,0 0 0,0 0 0,0 0 0,0 0 0,0 0 0,0 0 15,0 0-15,0 0 0,0 0 0,0 0 0,0 0 0,0-25 0,0 25 16,0 0-16,0 0 0,0 0 0,0 0 0,0 0 0,0-25 0,0 25 0,0 0 16,0 0-16,0-25 0,0 25 0</inkml:trace>
  <inkml:trace contextRef="#ctx0" brushRef="#br1" timeOffset="79518.5481">12700 3299 0,'0'0'0,"0"0"16,0 0-16,0 0 0,0 0 0,0 0 0,0 0 0,0 0 15,0 0-15,0 0 0,0 0 0,0 0 0,0 0 16,0 0-16,0 0 0,0 0 0,0 0 0,0 0 0,0 0 15,0 0-15,0 0 0,0 0 0,0 0 0,0 0 16,0 0-16,0 0 0,0 0 0,0 0 0,0 0 16,0 0-16,0 0 0,0 0 0,0 0 0,0 0 0,0 0 15,0 0-15,0 0 0,0 0 0,0 0 0,0 0 16,0 0-16,0 0 0,0 0 0,0 0 0,0 0 0,0-25 15,0 25-15,0 0 0,0 0 0,0 0 0,0 0 16,25 0-16,-25 0 0,0-25 0,0 25 0,0 0 0,0 0 16,0 0-16,0 0 0</inkml:trace>
  <inkml:trace contextRef="#ctx0" brushRef="#br1" timeOffset="80394.5983">12774 3547 0,'0'0'0,"0"0"0,0 0 0,0 0 0,0 0 16,0 0-16,0 0 0,0 0 0,0 0 0,0 0 0,0 0 0,0 0 0,0 0 15,0 0-15,0 0 0,0 0 0,0 0 0,0 0 0,0 0 0,0 0 0,0 0 0,0 0 16,0 0-16,0 0 0,0 0 0,0 0 0,0 0 0,0 0 0,0 0 0,0 0 0,0 0 15,0 0-15,0 0 0,0 0 0,0 0 0,0 0 0,0 0 0,0 0 0,0 0 0,0 0 16,0 0-16,0 0 0,0 0 0,0 0 0,0 0 0,0 0 0,0 0 0,0 0 0,0 0 16,0 0-16,0 0 0,0 0 0,0 0 0,0 0 0,0 25 0,25-25 0,-25 0 0,0 0 15,0 0-15,0 0 0,0 0 0,0 25 0,0-25 0,0 0 0,0 0 0,0 0 16,0 24-16,25-24 0,-25 0 0,0 0 0,0 0 0,0 25 0,0-25 0,0 0 0,0 0 0,0 25 15,25-25-15,-25 0 0,0 25 0,0-25 0,0 0 0,-25 0 0,25 25 0,0-25 16,0 0-16,0 25 0,0-25 0,0 0 0,0 0 16,-25 24-16,25-24 0,0 0 0,0 0 0,-25 25 0,25-25 15,0 0-15,-24 0 0,24 0 0,0 25 0,-25-25 16,25 0-16,0 0 0,0 0 0,-25 0 0,25 0 0,0 0 15,0 0-15,-25 25 0,25-25 0,0 0 0,0 0 16,0 0-16,0 0 0,0 0 0,0 0 0,0 0 0,0 0 16,0 0-16,0 0 0,0 0 0,0 0 0,0 0 15,0 0-15,0 0 0,0 0 0,0 0 0,0 0 16,0 0-16,0 0 0,0-25 0,0 25 0,0 0 0,0 0 15,0 0-15,-25 0 0,25 0 0,0 0 0,0 0 16,0 0-16,0 0 0,0 0 0,0 0 0,0 0 0,0 0 16,0 0-16,0 0 0,0 0 0,0-25 0,25 25 15,-25 0-15,0 0 0,0 0 0,0 0 0,0-25 0,0 25 16,25 0-16</inkml:trace>
  <inkml:trace contextRef="#ctx0" brushRef="#br1" timeOffset="84950.8589">13370 3150 0,'0'0'0,"0"0"0,0 0 0,0 0 16,0 0-16,0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0,0 0 0,0 0 0,0 0 0,0 0 16,0 0 280,25 199-280,-25-199-16,0 0 0,0 0 0,0 0 0,0 0 0,0 0 0,0 24 0,0-24 15,0 0-15,0 0 0,0 0 0,0 0 0,0 0 0,0 0 0,0 25 16,0-25-16,0 0 0,0 0 0,0 0 0,0 0 0,0 0 0,0 0 15,0 0-15,0 25 0,0-25 0,0 0 0,0 0 0,0 0 16,0 0-16,0 0 0,0 25 0,0-25 0,0 0 0,0 0 0,0 0 16,24 0-16,-24 0 0,0 0 0,0 25 0,0-25 0,0 0 0,0 0 15,0 0-15,0 0 0,0 0 0,0 0 0,0 0 0,0 0 0,0 24 16,0-24-16,0 0 0,0 0 0,0 0 0,0 0 0,0 0 0,0 0 15,0 0-15,0 0 0,0 0 0,0 0 0,0 0 0,25 25 0,-25-25 16,0 0-16,0 0 0,0 0 0,0 0 16,0 0-16,0 0 0,0 0 0,0 0 0,0 0 0,0 0 0,0 0 15,0 0-15,0 0 0,0 0 0,0 0 0,0 0 0,25 0 0,-25 0 16,0 0-16,0 0 0,0 0 0,0 25 0,0-25 0,0 0 15,0 0-15,0 0 0,0 0 0,0 0 0,0 0 0,0 0 0,0 0 0,0 0 16,0 0-16,0 0 0,0 0 0,0 0 0,0 0 0,0 0 0,0 0 16,0 0-16,0 0 0,0 0 0,0 0 0,0 0 0,0 0 0,0 0 15,0 0-15,0 0 0,25 0 0,-25 0 0,0 0 0,0 0 0,0 0 0,0 0 16,0 0-16,0 0 0,0 0 0,0 0 0,0 0 0,0 0 0,25 0 15,-25 0-15,0 0 0,0 0 0,0 0 0,0-25 0,0 25 16,0 0-16,0 0 0,0 0 0,0 0 0,0 0 0,24 0 0,-24 0 16,0 0-16,0 0 0,0 0 0,0 0 0,0 0 0,25 0 15,-25 0-15,0 0 0,0 0 0,0-25 0,0 25 0,0 0 0,0 0 16,25 0-16,-25 0 0,0 0 0,0 0 0,0 0 0,0 0 0,0-24 15,0 24-15,0 0 0,0 0 0,0 0 0,0 0 16,0 0-16,0 0 0,25 0 0,-25 0 406,-25-323 904,124-24-436,-24 322-344</inkml:trace>
  <inkml:trace contextRef="#ctx0" brushRef="#br1" timeOffset="97148.5564">14015 3646 0,'0'0'0,"0"0"31,0 0-16,0 0-15,0 0 0,0 0 0,0 0 0,0 0 0,0 0 0,0 0 0,0 0 0,0 0 0,0 0 0,0 0 0,0 0 0,0 0 0,0 0 0,0 0 0,0 0 0,0 0 0,0 0 0,0 0 0,0 0 0,0 0 0,0 0 16,0 0 202,-25 0-218,25 0 0,0 0 0,0 0 0,0 0 0,0 0 0,-25 0 0,25 0 16,0 0-16,0 0 0,0 0 0,0 0 0,0 0 0,0 0 0,0 0 0,0 0 0,0 0 0,0 0 16,0 0-16,0 0 0,0 0 0,0 0 0,0 0 0,0 0 0,0 0 0,0 0 0,0 0 15,0 0-15,0 0 0,0 0 0,0-25 0,0 25 0,0 0 16,0 0-16,0 0 0,0 0 0,0 0 0,0 0 0,0 0 0,0 0 0,0 0 0,0 0 15,0 0-15,0 0 0,0 0 0,0 0 0,0 0 0,0 0 0,0 0 0,0 0 0,0-24 0,0 24 16,0 0-16,0 0 0,0 0 0,25 0 0,-25 0 0,0 0 0,0 0 0,0 0 0,0 0 0,0 0 16,0 0-16,0 0 0,0 0 0,25 0 0,-25 0 0,0-25 0,0 25 0,0 0 15,0 0-15,24 0 0,-24 0 0,0 0 0,0 0 0,0 0 0,0 0 0,25 0 0,-25 0 0,0 0 16,0 0-16,0 0 0,0 0 0,0 0 0,0 0 0,0 0 15,0 0-15,25 0 0,-25 0 0,0 0 0,0 0 16,0 0-16,0 0 0,0 0 0,0 0 0,0 0 16,0 0-16,0 0 0,0 0 0,25 0 0,-25 0 0,0 0 15,0 0-15,0 0 0,0 0 0,0 0 0,0 0 16,0 25-16,25-25 0,-25 0 0,0 0 0,0 0 0,0 0 15,0 0-15,0 0 0,0 0 0,0 0 0,0 0 16,0 0-16,0 0 0,0 0 0,0 0 0,0 0 0,0 0 16,0 24-16,0-24 0,0 0 0,0 0 0,0 0 15,0 0-15,24 0 0,-24 0 0,0 0 0,0 25 16,0-25-16,0 0 0,0 0 0,0 0 0,0 0 0,0 0 15,0 0-15,0 0 0,0 0 0,0 0 0,0 0 16,-24 0-16,24 25 0,0-25 0,0 0 0,0 0 16,0 0-16,0 0 0,0 0 0,0 0 0,0 25 0,0-25 15,-25 0-15,25 0 0,0 0 0,0 0 0,0 25 16,0-25-16,0 0 0,0 0 0,0 0 0,-25 0 0,25 0 15,0 25-15,0-25 0,0 0 0,0 0 0,0 0 16,-25 0-16,25 0 0,0 24 0,0-24 0,0 0 0,0 0 16,0 0-16,0 0 0,-25 0 0,25 0 0,0 25 15,0-25-15,0 0 0,0 0 0,0 0 0,0 0 16,-24 0 233,48 75-249,-24-75 0,0 0 0,25 0 0,-25 0 0,0 0 16,25 0-16,-25 0 0,25 0 0,-25 0 0,0 0 0,25 0 0,-25 0 16,24 0-16,-24 0 0,0-25 0,25 25 0,-25 0 0,0 0 0,0 0 0,25 0 0,-25 0 0,0 0 15,0 0-15,0 0 0,0 0 0,25 0 0,-25 0 0,0 0 16,0 0-16,0 0 0,0 0 0,0 0 0,0 0 0,0 0 0,0 0 0,0 0 0,0 0 15,0 0-15,0 0 0,25 0 0,-25 0 0,0 0 0,0 0 0,0 0 16,0 0-16,0 0 0,0 0 0,0 0 0,0 0 0,0 0 0,0 0 0,0 0 0,0 0 16,0 0-16,0 0 0,0 0 0,0 0 0,0 0 0,0 0 0,0 0 0,0 0 15,0 0-15,0 0 0,0-25 0,0 25 0,0 0 0,0 0 0,0 0 0,0 0 16,0 0-16,0-25 0,0 25 0,0 0 0,0 0 0,0-25 0,0 25 0,0 0 0,0 0 0,0-24 15,0 24-15,0 0 0</inkml:trace>
  <inkml:trace contextRef="#ctx0" brushRef="#br1" timeOffset="98056.6085">14461 3299 0,'0'0'0,"0"0"0,0 0 0,0 0 0,0 0 0,0 0 0,0 0 0,0 0 0,0 0 0,0 0 0,0 0 0,0 0 16,0 0-16,0 0 0,0 0 0,0 0 0,0 0 0,0 0 0,0 0 0,0 0 0,0 0 0,0 0 0,0 0 0,0 0 0,0 0 0,0 0 0,0 0 0,0 0 0,0 0 0,0 25 0,0-25 16,0 0-16,0 0 0,0 0 0,0 0 0,0 0 15,0 0-15,0 0 0,0 0 0,0 0 0,0 0 0,0 0 16,0 0-16,0 0 0,0 0 0,0 0 0,0 0 15,0 0-15,0 0 0,0 0 0,0 0 0,0 0 16,0 0-16,0 0 0,0 0 0,25 0 0,-25 0 0,0 0 16,0 0-16,0 0 0,0-25 0,0 25 0,25 0 15,-25 0-15,0 0 0,0 0 0,0 0 0,25 0 0,-25 0 16,0 0-16,0 0 0,24 0 0,-24 0 0,0 0 15,0 0-15,25 0 0,-25 0 0,0 0 0,0 0 0,25 0 16,-25 0-16,0 0 0,0 0 0,0 0 0,25 0 16,-25 0-16,0 0 0,0 0 0,0 0 0,25 0 15,-25 0-15,0 0 0,0 0 0,0 0 0,0 0 0,24 0 16,-24 0-16,0 0 0,0 0 0,0 0 0,25 0 0,-25-25 15,0 25-15,0 0 0,0 0 0,0 0 0,25 0 16,-25 0-16,0 0 0,0 0 0,0 0 0,0 0 16,0 0-16,25 0 0,-25 0 0,0 0 0,0 0 15,0 0-15,0 0 0,0 0 0,0 0 0,0 0 0,0 0 16,0 0-16,0 0 0,0 0 0,0 0 0,0 0 0,0 0 15,0 0-15,0 0 0,0 0 0,0 0 0,0 0 16,0 0-16,0 0 0,0 0 0,-25-25 0,25 25 0,0 0 16,0 0-16,0 0 0,0 0 0,0 0 0,0-24 15,0 24-15,0 0 0</inkml:trace>
  <inkml:trace contextRef="#ctx0" brushRef="#br1" timeOffset="98804.6513">14511 3572 0,'0'0'0,"0"0"0,0 0 0,0 0 0,0 0 16,0 0-16,0 0 0,0 0 0,0 0 0,0 0 15,0 0-15,0 0 0,0 0 0,0 0 0,0 0 0,0 0 16,0 0-16,0 0 0,0 0 0,0 0 0,0 0 16,0 0-16,0 0 0,0 0 0,0 0 0,0 0 15,0 0-15,0 0 0,0 0 0,0 0 0,0 0 0,25 0 16,-25 0-16,0 0 0,0 0 0,0 0 0,0 0 15,24 0-15,-24 0 0,0 0 0,0 0 0,25-25 16,-25 25-16,0 0 0,0 0 0,25 0 0,-25 0 0,0 0 16,0 0-16,25 0 0,-25 0 0,0 0 0,25-25 15,-25 25-15,24 0 0,-24 0 0,0 0 0,25 0 0,-25 0 16,25 0-16,-25 0 0,0 0 0,25 0 0,-25 0 15,0 0-15,0 0 0,25 0 0,-25 0 0,0 0 0,0 0 16,0 0-16,0 0 0,0 0 0,0 0 0,0 0 16,24 0-16,-24 0 0,0 0 0,0 0 0,0 0 15,0 0-15,0 0 0,0-25 0,0 25 0,0 0 0,0 0 16,0 0-16,0 0 0,25 0 0,-25 0 0,0-24 0,0 24 15,0 0-15,0 0 0,0 0 0,0 0 0,0 0 16,0-25-16,0 25 0</inkml:trace>
  <inkml:trace contextRef="#ctx0" brushRef="#br1" timeOffset="100046.7221">15131 2902 0,'0'0'16,"0"0"-16,0 0 0,0 0 0,0 0 0,0 0 16,0 0-16,0 0 0,0 0 0,0 25 0,0-25 0,0 0 15,0 0-15,0 0 0,0 0 0,0 0 0,0 0 16,0 0-16,0 0 0,-25 0 0,25 0 0,0 0 0,0 0 15,0 0-15,0 0 0,0 0 0,0 0 0,0 0 16,0 0-16,0 0 0,0 0 0,0 0 0,0 0 0,0 0 16,0 0-16,0 0 0,0 0 0,-25 0 0,25 0 15,0 0-15,0 0 0,0 0 0,0 0 0,0 0 16,0 0-16,0 0 0,0 0 0,0 0 0,-25 0 0,25 0 15,0 0-15,0 0 0,0 0 0,0 0 0,0 0 16,0 0-16,0 0 0,0 0 0,0 0 0,0 0 16,0 0-16,0 0 0,0 0 0,0 0 0,0 0 0,0 0 15,0 0-15,0 0 0,0 0 0,0 0 0,0 0 16,-24 0-16,24 25 0,0-25 0,0 0 0,0 0 0,0 0 15,0 0-15,0 0 0,0 0 0,0 0 0,0 0 16,0 25-16,0-25 0,0 0 0,0 0 0,0 0 16,-25 0-16,25 24 0,0-24 0,0 0 0,0 0 0,0 0 15,0 0-15,0 25 0,0-25 0,0 0 0,0 0 16,0 0-16,0 25 0,-25-25 0,25 0 0,0 0 0,0 0 15,0 25-15,0-25 0,0 0 0,0 0 0,0 25 16,0-25-16,0 0 0,0 0 0,0 24 0,0-24 0,0 0 16,0 25-16,0-25 0,-25 0 187,50 199-187,-25-199 0,0 24 0,0-24 15,0 0-15,0 0 0,0 0 0,0 25 0,0-25 0,0 0 0,0 0 0,0 0 16,0 25-16,0-25 0,0 0 0,25 0 0,-25 0 0,0 25 0,0-25 0,0 0 0,0 0 16,0 0-16,0 25 0,0-25 0,0 0 0,0 0 0,0 0 0,25 24 15,-25-24-15,0 0 0,0 0 0,0 0 0,0 25 0,0-25 0,0 0 0,0 0 0,0 0 0,0 0 16,0 25-16,0-25 0,24 0 0,-24 0 0,0 0 0,0 0 0,0 0 0,0 25 15,0-25-15,0 0 0,0 0 0,0 0 0,25 25 0,-25-25 0,0 0 16,0 0-16,0 0 0,0 0 0,0 24 0,0-24 0,0 0 0,25 0 0,-25 0 0,0 0 16,0 25-16,0-25 0,0 0 0,0 0 0,0 0 0,0 0 0,0 0 0,25 0 0,-25 25 15,0-25-15,0 0 0,0 0 0,0 0 0,0 0 0,0 0 0,0 0 0,0 0 0,0 0 0,0 0 16,0 0-16,0 0 0,0 0 0,0 0 0,0 0 0,0 0 15,0 0-15,0 0 0,0 0 0,0 0 0,0 0 16,0 0-16,0 0 0,0 0 0,0 0 0,0 0 0,0 0 16,0 0-16,0 0 0,0 0 0,0 0 0,0 0 15,0-25-15,0 25 0,0 0 0,-25 0 0,25 0 16,0 0-16,0 0 0,0-25 0,0 25 0,0 0 0,0 0 15,0-24-15,-25 24 0,25 0 0,25 0 0,-25-25 16</inkml:trace>
  <inkml:trace contextRef="#ctx0" brushRef="#br1" timeOffset="103582.9246">15503 3646 0,'0'0'0,"0"0"0,0 0 0,25 0 16,-25 0-16,0 0 0,0 0 0,0 0 0,0 0 15,0 0-15,0 0 0,0 0 0,0 0 0,0 0 16,0 0-16,0 0 0,0 0 0,0 0 0,0 0 0,0 0 15,0 0-15,0 0 0,0 0 0,0 0 0,0 0 16,0 0-16,0 0 0,0 0 0,0 0 0,0 0 16,0 0-16,0 0 0,0 0 0,0 0 0,0 0 15,0 0-15,0 0 0,0 0 0,0 0 0,0 0 0,0 0 16,0 0-16,0-25 0,0 25 0,0 0 0,0 0 15,0 0-15,0 0 0,0 0 0,0 0 0,0-24 0,0 24 16,25 0-16,-25 0 0,0 0 0,0 0 0,0-25 0,0 25 16,24 0-16,-24 0 0,0-25 0,0 25 0,25 0 15,-25-25-15,0 25 0,0 0 0,0 0 0,25-25 16,-25 25-16,0 0 0,0-24 0,0 24 0,0-25 15,25 25-15,-25 0 0,0-25 0,0 25 0,0 0 0,0-25 16,0 25-16,0 0 0,25-25 0,-25 25 0,0 0 16,0-24-16,0 24 0,0 0 0,0 0 0,0-25 0,0 25 15,0 0-15,0 0 0,0-25 0,0 25 0,0 0 16,0 0-16,0 0 0,0 0 0,0-25 0,0 25 0,0 0 15,0 0-15,0 0 0,0 0 0,0 0 16,0 0-16,0 0 0,0 0 0,0 0 0,0 0 0,0 0 16,0 0-16,0 0 0,0 0 0,0 0 0,0 0 0,0 0 15,0 0-15,0 0 0,0 0 0,0 0 0,0 0 16,0 0-16,0 0 0,0 0 0,0 0 0,0 0 0,0 25 15,0-25-15,0 0 0,0 0 0,0 0 0,0 0 16,0 25-16,0-25 0,0 0 0,0 0 0,0 25 0,0-25 16,0 0-16,24 24 0,-24-24 0,0 0 0,0 25 15,0-25-15,0 25 0,0-25 0,0 0 0,0 25 0,0-25 16,0 25-16,0-25 0,0 24 0,0-24 0,0 0 15,0 25-15,0-25 0,0 25 0,0-25 0,0 0 16,0 25-16,0-25 0,0 0 0,0 25 0,0-25 0,0 24 16,0-24-16,0 0 0,0 25 0,0-25 0,0 0 15,0 25-15,0-25 0,0 0 0,0 0 0,0 25 16,0-25-16,0 0 0,0 0 0,0 0 0,0 25 0,0-25 15,0 0-15,0 0 0,0 0 0,0 0 0,0 0 0,0 0 16,0 0-16,0 0 0,0 0 0,0 0 0,0 0 16,0 0-16,0 0 0,0 0 0,0 0 0,0 0 15,0 0-15,0 0 0,0 0 0,0 0 0,-24 0 0,24 0 16,0 0-16,0 0 0,0 0 0,0 0 0,0 0 15,0-25-15,0 25 0,0 0 0,0 0 0,0 0 16,0-25-16,24 25 0,-24 0 0,0 0 0,0 0 0,0 0 16,0-25-16,0 25 0,0 0 0</inkml:trace>
  <inkml:trace contextRef="#ctx0" brushRef="#br1" timeOffset="104120.9553">16123 3572 0,'0'0'0,"0"0"0,0 0 15,0 0-15,0 0 0,0 25 0,0-25 0,0 0 16,0 0-16,0 0 0,0 0 0,0 0 0,0 0 0,0 0 15,0 0-15,0 0 0,0 0 0,0 0 0,0 0 16,0 0-16,0 0 0,0 0 0,0 0 0,0 0 0,0 0 16,0 0-16,0 0 0,0 0 0,0 0 0,0 0 15,25 0-15,-25 0 0,0 0 0,0 0 0,0 24 16,0-24-16,0 0 0,0 0 0,0 0 0,0 0 0,0 25 15,0-25-15,0 0 0,0 0 0,0 25 0,0-25 16,25 0-16,-25 25 0,0-25 0,0 0 0,0 0 0,0 25 16,0-25-16,0 0 0,0 0 0,-25 0 0,25 25 15,0-25-15,0 0 0,0 0 0,0 0 0,0 24 16,-25-24-16,25 0 0,0 0 0,0 0 0,-25 0 0,25 0 15,0 25-15,0-25 0,0 0 0,-25 0 0,25 0 16,0 0-16,0 0 0,0-25 0,0 25 0,0 0 0,0 0 16</inkml:trace>
  <inkml:trace contextRef="#ctx0" brushRef="#br1" timeOffset="105285.0219">16669 3175 0,'0'0'0,"0"0"0,0 0 0,0 0 0,0 0 16,0 0-16,0 0 0,0 0 0,0 0 0,0 0 0,0 0 15,0 0-15,0 0 0,0 0 0,0 0 0,0 0 16,0 0-16,0 0 0,0 0 0,0 0 0,0 0 0,0 0 16,0 0-16,0 0 0,0 0 0,0 0 0,0 0 15,0 0-15,0 0 0,0 0 0,0 0 0,-25 0 0,25 0 16,0 0-16,0 0 0,0 0 0,0 0 0,0 0 15,0 0-15,0 0 0,0 25 0,0-25 0,0 0 0,0 0 16,0 0-16,0 25 0,0-25 0,-25 0 0,25 0 16,0 24-16,0-24 0,0 0 0,0 25 0,0-25 15,0 0-15,0 25 0,0-25 0,-25 0 0,25 25 0,0-25 16,0 0-16,0 25 0,0-25 0,0 0 0,0 24 15,0-24-15,0 25 0,0-25 0,0 0 0,0 25 0,0-25 16,0 0-16,0 25 0,0-25 0,0 0 0,0 25 16,0-25-16,0 0 0,0 24 0,0-24 0,0 0 15,0 0-15,25 25 0,-25-25 0,0 0 0,0 0 0,0 25 16,0-25-16,0 0 0,0 0 0,25 0 0,-25 0 15,0 0-15,0 25 0,0-25 0,0 0 0,0 0 16,25 0-16,-25 0 0,0 0 0,0 0 0,0 0 0,25 0 16,-25 0-16,0 0 0,0 0 0,0 0 0,24-25 15,-24 25-15,0 0 0,0 0 0,25 0 0,-25 0 0,0 0 16,25-25-16,-25 25 0,0 0 0,0 0 0,25 0 15,-25 0-15,0-25 0,0 25 0,0 0 0,25 0 0,-25 0 16,0 0-16,0-24 0,0 24 0,0 0 0,24 0 16,-24 0-16,0 0 0,0-25 0,0 25 0,0 0 0,0 0 15,0 0-15,25-25 0,-25 25 0,0 0 0,0 0 16,0-25-16,0 25 0,0 0 0,0-25 0,0 25 15,0 0-15,0-24 0,-25 24 0,25-25 0,0 25 0,0 0 16,0-25-16,0 25 0,0 0 0,0-25 0,0 25 16,0 0-16,0-25 0,0 25 0,0 0 0,0 0 15,-24-24-15,24 24 0,0 0 0,0 0 359</inkml:trace>
  <inkml:trace contextRef="#ctx0" brushRef="#br1" timeOffset="105713.046">17090 3497 0,'0'0'16,"0"0"-16,0 0 0,0 0 0,0 0 0,0 0 0,0 0 0,0 0 0,0 0 0,0 0 15,0 0-15,0 0 0,0 0 0,0 0 0,25 0 0,-25 0 0,0 0 0,0 0 16,0 0-16,0 0 0,0 0 0,0 0 0,0 0 0,0 0 16,0 0-16,0 25 0,0-25 0,25 0 0,-25 0 0,0 0 0,0 0 0,0 0 0,0 0 15,0 0-15,0 0 0,0 0 0,0 0 0,0 0 0,0 0 0,0 0 16,0 0-16,0 0 0,0 0 0,0 0 0,0 0 0,0 0 0,0 0 0,0 0 15,0 0-15,0 0 0,0 0 0,0 0 0,0 0 0,0 0 0,0 0 16,0 0-16,0 0 0,0 0 0,0 0 0,0 0 0,0 0 0,0 0 16,0 0-16,0 0 0,0 0 0,0 0 0,0 0 0,0 0 15,0 0-15,0 0 0,0 0 0,0 0 0,0 0 16,0 0-16,0 0 0,0 0 0,0 0 0,0 0 15,0 0-15,0 0 0,0 0 0,0 0 0,0 0 0,0 0 16,0 0-16,0 0 0,0 0 0,0 0 0,0 0 16,0 0-16,0 0 0,0 0 0,0 0 0,0 0 15,0 0-15,0 0 0,0 0 0,0 0 0,0 0 0,0 0 16,0 0-16,0 0 0,0 0 0,0 0 0,0 0 15,0 0-15,0 0 0,0 0 0,0 0 0,0 0 0,0 0 16,0 0-16,0 0 0,0 0 0,0 0 0,0 0 16,0 0-16,0 0 0,0 0 0,0 0 0,0 25 0,0-25 15,-25 0-15,25 0 0,0 25 0,0-25 0,0 0 16,0 0-16,0 25 0,0-25 0,-25 0 0,25 24 15,0-24-15,0 0 0,0 0 0,-24 25 0,24-25 16,0 0-16,0 0 0,-25 0 0,25 25 0,0-25 0,-25 0 16,25 0-16,0 0 0,0 0 0,-25 0 0,25 0 15,0 0-15,0 0 0,0 0 0,0 0 0,-25 0 0,25-25 16,0 25-16</inkml:trace>
  <inkml:trace contextRef="#ctx0" brushRef="#br1" timeOffset="106563.095">17562 3398 0,'0'0'0,"0"0"16,0 0-16,0 0 0,0 0 0,0 0 0,0 0 15,0 0-15,0 0 0,0 0 0,0 0 0,0 0 0,0 0 16,0 0-16,0 0 0,0 0 0,0 0 0,0 0 16,0-25-16,0 25 0,0 0 0,0 0 0,0 0 0,0 0 15,0 0-15,0 0 0,25-24 0,-25 24 0,0 0 16,0 0-16,0 0 0,0-25 0,24 25 0,-24 0 15,0 0-15,0-25 0,0 25 0,0 0 0,25-25 0,-25 25 16,0-25-16,0 25 0,0 0 0,25-24 0,-25 24 16,0 0-16,0 0 0,0-25 0,0 25 0,0 0 15,0 0-15,0 0 0,0-25 0,0 25 0,0 0 0,0 0 16,0 0-16,0 0 0,0 0 0,0 0 0,0 0 15,0 0-15,25 0 0,-25 0 0,0 0 0,0 0 0,0 0 16,0 0-16,0 0 0,0 0 0,0 0 0,0-25 16,0 25-16,0 0 0,0 0 0,0 0 0,0 0 0,0 0 15,0 0-15,0 0 0,0 0 0,0 0 16,0 0-16,0 0 0,0 0 0,0 0 0,0 0 0,0 0 15,0 0-15,0 0 0,0 0 0,0 0 0,0 0 0,0 0 16,0 0-16,0 0 0,0 0 0,0 0 0,0 0 16,0 0-16,0 0 0,0 0 0,0 25 0,0-25 0,0 0 15,0 0-15,0 25 0,0-25 0,0 0 0,0 25 16,0-25-16,0 0 0,0 24 0,0-24 0,0 0 15,0 25-15,0-25 0,0 25 0,0-25 0,0 0 0,0 25 16,0-25-16,0 0 0,0 25 0,0-25 0,0 24 16,0-24-16,0 0 0,0 25 0,0-25 0,0 0 15,0 25-15,0-25 0,0 0 0,0 25 0,0-25 0,0 0 16,0 0-16,0 25 0,0-25 0,0 0 0,0 0 15,0 24-15,0-24 0,0 0 0,0 0 0,0 0 0,0 25 16,0-25-16,0 0 0,0 0 0,0 0 0,0 0 16,0 0-16,0 0 0,0 0 0,0 0 0,0 25 0,0-25 15,0 0-15,0 0 0,0 0 0,0 0 0,0 0 16,0 0-16,0 0 0,0 0 0,0 0 0,0 0 0,0 0 15,0 0-15,0 0 0,0 0 0,0 0 0,0 0 16,0 0-16,0-25 0,0 25 0,0 0 0,0 0 16,0 0-16,0 0 0,0-25 0,0 25 0,0 0 0,0-24 15,0 24-15,0 0 0,0-25 0</inkml:trace>
  <inkml:trace contextRef="#ctx0" brushRef="#br1" timeOffset="107527.1502">18033 2927 0,'0'0'0,"0"0"0,0 0 0,0 0 0,0 0 0,0 0 0,0 0 0,0 0 0,0 0 0,0 0 0,0 0 0,0 0 0,0 0 16,0 0-16,0 0 0,0 0 0,0 0 0,0 0 0,0 0 0,0 0 0,0 0 0,0 0 0,0 0 15,0 0-15,0 0 0,0 0 0,0 25 0,0-25 0,0 0 16,0 0-16,0 0 0,0 0 0,0 0 0,0 0 16,0 0-16,0 0 0,0 0 0,0 0 0,0 0 0,0 0 15,0 0-15,0 0 0,0 0 0,0 0 0,0 0 16,0 0-16,0 0 0,0 0 0,0 0 0,0 0 15,0 0-15,25 0 0,-25 0 0,0 0 0,0 0 0,0 0 16,0 0-16,0 25 0,0-25 0,0 0 0,0 0 16,0 0-16,0 0 0,0 0 0,25 0 0,-25 0 0,0 0 15,0 0-15,0 24 0,0-24 0,0 0 0,0 0 16,0 0-16,24 0 0,-24 0 0,0 25 296,25 322-296,-25-322 0,0-25 0,0 0 0,-25 0 0,25 25 0,0-25 16,0 0-16,0 0 0,0 25 0,0-25 0,-24 0 0,24 0 0,0 0 15,0 0-15,0 25 0,0-25 0,-25 0 0,25 0 0,0 0 0,0 0 0,0 24 0,0-24 0,0 0 0,0 0 16,0 0-16,-25 0 0,25 0 0,0 0 0,0 0 0,0 0 0,0 25 0,0-25 16,0 0-16,0 0 0,0 0 0,0 0 0,0 0 0,0 0 0,0 0 0,0 0 0,0 0 15,0 0-15,-25 0 0,25 0 0,0 0 0,0 0 0,0 0 0,0 0 0,0 0 16,0 0-16,0 0 0,0 0 0,0 0 0,-25 0 0,25-25 0,0 25 0,0 0 15,0 0-15,0 0 0,0 0 0,25-24 0,-25 24 0</inkml:trace>
  <inkml:trace contextRef="#ctx0" brushRef="#br1" timeOffset="108942.2311">18777 3299 0,'0'0'0,"0"0"0,0 0 0,0 0 0,0 25 16,0-25-16,0 0 0,0 0 0,0 0 0,0 0 15,0 0-15,0 0 0,0 0 0,0 0 0,0 0 0,0 0 16,0 0-16,0 0 0,0 0 0,0 0 0,0 0 15,25 0-15,-25 0 0,0 0 0,0 0 0,0 0 0,0 0 16,0 0-16,0 0 0,0 0 0,0 0 0,0 0 16,0 0-16,0 0 0,0 0 0,0 0 0,0 0 0,0 0 15,0 0-15,0 0 0,0 0 0,0 0 0,0 0 16,0 0 249</inkml:trace>
  <inkml:trace contextRef="#ctx0" brushRef="#br1" timeOffset="109970.2899">18827 3547 0,'0'0'0,"25"0"0,-25 0 16,0 0-16,0 0 0,0 0 0,0 0 0,0 0 0,0 0 0,0 0 0,0 0 15,0 0-15,0 0 0,0 0 0,0 0 0,0 0 0,0 0 0,0 0 16,0 0-16,0 0 0,0 0 0,0 0 0,0 0 0,0 0 0,0 0 15,0 0-15,0 0 0,0 0 0,0 0 0,0 0 0,0 0 0,0 0 0,0 0 16,0 0-16,0 0 0,0 0 0,0 0 0,0 0 0,0 0 16,0 0-16,0 0 0,0 25 0,0-25 0,0 0 15,24 0-15,-24 0 0,0 0 0,0 0 0,0 0 0,0 0 16,0 25-16,25-25 0,-25 0 0,0 0 0,0 0 15,0 24-15,0-24 0,25 0 0,-25 0 0,0 0 0,0 25 16,0-25-16,0 0 0,0 25 0,0-25 0,0 0 16,0 0-16,0 25 0,0-25 0,0 0 0,0 0 0,0 0 15,0 25-15,0-25 0,0 0 0,0 0 0,0 0 16,0 25-16,-25-25 0,25 0 0,0 0 0,0 0 15,0 24-15,-25-24 0,25 0 0,0 0 0,0 0 0,0 0 16,-24 25-16,24-25 0,0 0 0,0 0 0,-25 0 16,25 0-16,0 0 0,0 25 0,-25-25 0,25 0 15,0 0-15,0 0 0,-25 0 0,25 0 0,0 0 0,0 0 16,0 0-16,0 0 0,0 0 0,0 0 0,0 0 15,0 0-15,0 0 0,0 0 0,0 0 0,0 0 0,0 0 16,0 0-16,0 0 0,0 0 0,0-25 0,0 25 16,0 0-16,0 0 0,0-25 0,25 25 312</inkml:trace>
  <inkml:trace contextRef="#ctx0" brushRef="#br1" timeOffset="111631.3849">19645 3125 0,'0'0'0,"0"0"16,0 0-16,0 0 0,0 0 0,0 0 0,0 0 0,0 0 16,0 0-16,0 0 0,0-24 0,0 24 0,0 0 15,0 0-15,0 0 0,0 0 0,0 0 0,0 0 16,0 0-16,0 0 0,0 0 0,0 0 0,0 0 0,0 0 15,0 0-15,0 0 0,0 0 0,0 0 0,0 0 16,0 0-16,0 0 0,0 0 0,0 0 0,0 0 0,0 0 16,0 0-16,0 0 0,0 0 0,0 0 0,0 0 15,0 0-15,0 0 0,0 0 0,0 0 0,0 0 16,0 0-16,0 0 0,0 0 0,0 0 0,0 0 0,0-25 15,0 25-15,0 0 0,0 0 0,0 0 0,0 0 16,0 0-16,0 0 0,0 0 0,0 0 0,0 0 0,0 0 16,0 0-16,0 0 0,0 0 0,0 0 0,0 0 15,0 0-15,0 0 0,0 0 0,0 0 0,0 0 16,0 0-16,0 0 0,0 0 0,0 0 0,0 0 0,0 0 15,0 0-15,0 0 0,0 0 0,0 0 0,0 0 0,0 0 16,0 0-16,0 0 0,0 0 0,0 0 0,0 0 16,0 0-16,0 0 0,0 0 0,25 0 0,-25 25 15,0-25-15,0 0 0,0 0 0,0 0 0,0 0 16,0 0-16,0 24 0,0-24 0,0 0 0,0 0 0,0 25 15,0-25-15,0 0 0,0 0 0,0 25 0,0-25 16,0 0-16,0 0 0,0 25 0,0-25 0,0 0 0,0 25 16,0-25-16,0 0 0,0 0 0,0 24 0,0-24 15,0 0-15,0 0 0,0 25 0,0-25 0,0 0 0,0 0 16,0 25-16,0-25 0,0 0 0,0 0 0,0 0 15,0 25-15,0-25 0,0 0 0,0 0 0,0 0 0,0 25 16,0-25-16,0 0 0,0 0 0,0 0 0,0 0 16,0 24-16,0-24 0,0 0 0,0 0 0,0 0 15,0 0-15,0 0 0,0 25 0,0-25 0,0 0 0,0 0 16,0 0-16,0 0 0,25 0 0,-25 0 0,0 0 15,0 0-15,0 0 0,0 0 0,0 25 0,0-25 0,0 0 16,0 0-16,25 0 0,-25 0 0,0 0 0,223-198 296,-223 173-296,0 25 0,0 0 0,0 0 0,25-25 0,-25 25 0,0 0 0,0-25 0,0 25 0,0 0 0,0-25 16,0 25-16,0 0 0,0 0 0,0-24 0,0 24 0,0 0 0,0 0 0,0-25 0,0 25 0,0 0 0,0 0 0,0 0 0,0 0 0,0-25 0,0 25 0,0 0 0,0 0 0,0 0 0,0 0 0,0 0 0,0 0 0,0 0 0,0 0 0,0 0 0,0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15,0 0-15,0 0 0,0 0 0,0 0 0,0 0 0,0 0 16,0 0-16,0 0 0,0 0 0,0 0 0,0 0 16,0 0-16,0 0 0,-25 25 0,25-25 0,0 0 0,0 0 15,0 0-15,0 0 0,0 0 0</inkml:trace>
  <inkml:trace contextRef="#ctx0" brushRef="#br1" timeOffset="112507.435">19943 3076 0,'0'0'0,"0"0"0,0 0 0,0 0 16,0 0-16,0 0 0,0 0 0,0 0 0,0 0 0,0 0 15,0 0-15,0 0 0,0 0 0,0 0 0,0 0 16,0 0-16,0 0 0,0 0 0,0 0 0,0 0 0,0 0 15,0 0-15,0 0 0,0 25 0,0-25 0,0 0 16,0 0-16,0 0 0,0 0 0,0 0 0,0 0 0,0 0 16,0 0-16,0 0 0,25 0 0,-25 0 0,0 0 15,0 24-15,0-24 0,0 0 0,0 0 0,0 0 16,0 25-16,0-25 0,0 0 0,0 25 0,0-25 0,0 0 15,0 0-15,0 25 0,0-25 0,0 0 0,0 25 0,0-25 16,0 0-16,0 24 0,0-24 0,0 0 0,0 25 16,0-25-16,0 0 0,0 25 0,0-25 0,0 0 15,0 25-15,0-25 0,0 0 0,0 0 0,0 25 16,0-25-16,0 0 0,0 24 0,0-24 0,0 0 0,0 0 15,0 25-15,0-25 0,0 0 0,0 0 0,0 25 16,0-25-16,0 0 0,0 0 0,0 25 0,0-25 0,0 0 16,0 0-16,0 0 0,0 0 0,0 25 0,0-25 15,0 0-15,-25 0 0,25 0 0,0 0 0,0 0 16,0 0-16,0 0 0,0 0 0,0 0 0,0 0 312</inkml:trace>
  <inkml:trace contextRef="#ctx0" brushRef="#br1" timeOffset="113765.507">20117 3547 0,'0'0'0,"0"0"0,0 0 0,0 0 0,0 0 0,0 0 0,0 0 0,0 0 0,0 0 16,0 0-16,0 0 0,0 0 0,0 0 0,0 0 0,0 0 0,0 0 0,0 0 0,0 0 0,0 0 0,0 0 0,0 0 0,0 0 0,0 0 0,0 0 0,0 0 0,0 0 0,0 0 0,0 0 0,0 0 0,0 0 0,0 0 0,0 0 0,0 0 0,0 0 0,0 0 0,0 0 0,0-25 0,0 25 15,0 0-15,0 0 0,0 0 0,0 0 0,24 0 0,-24 0 16,0 0-16,0 0 0,0 0 0,0 0 0,0 0 0,0 0 15,0 0-15,0 0 0,0 0 0,0 0 0,0 0 16,0 0-16,0 0 0,25 0 0,-25-25 0,0 25 0,0 0 16,0 0-16,0 0 0,0 0 0,0 0 0,0 0 15,0 0-15,25 0 0,-25 0 0,0 0 0,0 0 16,0 0-16,0 0 0,0 25 0,0-25 0,25 0 0,-25 0 15,0 0-15,0 0 0,0 0 0,0 0 0,0 0 16,0 0-16,0 0 0,0 0 0,0 0 0,0 0 16,0 0-16,0 0 0,0 0 0,25 0 0,-25 0 0,0 0 15,0 0-15,0 0 0,0 0 0,0 0 0,0 0 16,0 25-16,0-25 0,0 0 0,0 0 0,0 0 0,0 0 15,0 0-15,0 25 0,0-25 0,0 0 0,-25 0 16,25 0-16,0 0 0,0 25 0,0-25 0,0 0 0,0 0 16,0 0-16,0 0 0,0 0 0,0 0 0,0 0 15,-25 0-15,25 24 0,0-24 0,0 0 0,0 0 16,0 0-16,0 0 0,0 0 0,0 0 0,-25 0 0,25 0 15,0 0-15,0 25 0,0-25 0,0 0 0,0 0 16,0 0-16,0 0 0,-25 0 0,25 0 0,0 0 0,0 0 16,0 0-16,0 0 0,0 0 0,0 0 0,0 0 15,0 0-15,0 0 0,0 0 0,0 0 0,0 0 16,0 0-16,0 0 0,0 0 0,0 0 0,0 0 0,0 0 15,0 0-15,0 0 0,0 0 0,0 0 0,0 0 16,0 0-16,0 0 0,0 0 0,0 0 0,0 0 0,0 0 16,0 0-16,0 0 0,0 0 0,0 0 0,0 0 15,0 0-15,0 0 0,0 0 0,0 0 0,0 0 16,0 0-16,0 0 0,0 0 0,0 0 0,0 0 0,0 0 15,0 0-15,25 0 0,-25 0 0,0 0 0,0 0 16,0 0-16,0 0 0,25 0 0,-25 0 0,0-25 0,0 25 16,0 0-16,25 0 0,-25 0 0,0 0 0,0 0 15,25 0-15,-25 0 0,0 0 0,0 0 0,24 0 16,-24 0-16,0 0 0,0 0 0,0 0 0,25 0 0,-25 0 15,0 0-15,0 25 0,0-25 0,0 0 0,25 0 16,-25 0-16,0 0 0,0 0 0,0 0 0,0 0 0,0 0 16,0 0-16,0 25 0,0-25 0,0 0 0,0 0 15,0 0-15,0 0 0,0 0 0,0 0 0,0 0 16,0 25-16,0-25 0,0 0 0,0 0 0,0 0 0,0 25 15,0-25-15,0 0 0,0 0 0,0 0 0,-25 25 16,25-25-16,0 0 0,0 0 0,0 24 0,0-24 0,0 0 16,0 0-16,-25 0 0,25 25 0,0-25 0,0 0 15,0 0-15,0 0 0,-24 0 0,24 25 0,0-25 16,0 0-16,0 0 0,0 0 0,-25 0 0,25 0 0,0 0 15,0 0-15,0 0 0,0 0 0,-25 0 0,25 0 16,0 0-16,0 25 0,-25-25 0,25 0 0,0 0 0,0 0 16,0 0-16,-25 0 0,25 0 0,0 0 0,0 0 15,0 0-15,0 0 0,-24 0 0,24 0 0,0 0 16,0 0-16,0 0 0,0 0 0,0 0 0,0 0 0,0 0 15,0 0-15,0-25 0,0 25 0,-25 0 0,25 0 16,0 0-16,0 0 0,0 0 0,0 0 0,0 0 0,0 0 16,0 0-16,0 0 0,0 0 0,0 0 0,0 0 15,0-25-15,0 25 0,25 0 0,-25 0 0,0 0 0,0 0 16,0-25-16,0 25 0,24 0 0,-24 0 0,0-24 15,0 24-15,25 0 0</inkml:trace>
  <inkml:trace contextRef="#ctx0" brushRef="#br1" timeOffset="114744.563">20637 3026 0,'0'0'0,"0"0"15,-24 0-15,24 25 0,0-25 0,0 0 0,0 0 0,0 0 0,0 25 0,0-25 16,0 0-16,0 0 0,0 0 0,0 25 0,0-25 0,-25 0 0,25 0 0,0 0 16,0 24-16,0-24 0,0 0 0,0 25 0,0-25 0,0 0 0,0 0 0,0 25 0,0-25 15,0 0-15,0 25 0,0-25 0,0 0 0,0 25 0,0-25 0,0 0 16,0 24-16,-25-24 0,25 0 0,0 0 0,0 25 0,0-25 0,0 0 0,0 25 0,0-25 0,0 0 15,0 25-15,0-25 0,0 0 0,0 25 0,0-25 0,0 0 0,0 0 0,0 24 16,0-24-16,0 0 0,0 25 0,0-25 0,0 0 0,0 0 0,0 25 0,0-25 16,0 0-16,0 25 0,0-25 0,0 0 0,0 0 0,0 25 0,0-25 0,0 0 0,0 24 0,0-24 15,0 0-15,0 25 0,0-25 0,0 0 0,0 0 0,0 25 0,0-25 0,0 0 16,0 0-16,25 25 0,-25-25 0,0 0 0,0 0 0,0 0 0,0 25 0,0-25 0,0 0 15,0 0-15,0 24 0,0-24 0,0 0 0,0 0 0,0 0 16,0 0-16,0 0 0,25 0 0,-25 0 0,0 0 0,0 25 16,0-25-16,0 0 0,0 0 0,0 0 0,0 0 15,0 0-15,0 0 0,0 0 0,0 0 0,0 0 16,0 0-16,0 0 0,0 0 0,0 0 0,0 0 0,0 0 15,0 0-15,0 0 0,0 0 0,0 0 0,24 0 16,-24 0-16,0 0 0,0 0 0,0 0 0,0-25 0,0 25 16,25 0-16,-25 0 0,0 0 0,0 0 0,0 0 15,25-24-15</inkml:trace>
  <inkml:trace contextRef="#ctx0" brushRef="#br1" timeOffset="119492.8346">20985 3547 0,'0'0'0,"0"0"0,0 0 0,0 0 0,0 0 0,0 0 0,0 0 0,0 0 16,0 0-16,0 0 0,0 0 0,0 0 0,0 0 0,0 0 0,0 0 0,0 0 0,0 0 15,0 0-15,0 0 0,0 0 0,0 0 0,0 0 0,0 0 0,0 0 0,0 0 0,0 0 0,0 0 16,0 0-16,0 0 0,0 0 0,0 0 0,0 0 0,0 0 0,0 0 15,0 0-15,0 0 0,0 0 0,0 0 0,0 0 0,0 0 0,0 0 0,0 0 0,0 0 0,0 0 0,0 0 0,0 0 0,0 0 16,0 0-16,0 0 0,0 0 0,0 0 0,0 0 0,0 0 0,0 0 0,0 0 0,0 0 0,0 0 16,0 0-16,0 0 0,0 0 0,0 0 0,0 0 0,0 0 0,0 0 0,0 0 0,0 0 15,0 0-15,0 0 0,0 0 0,0 0 0,0 0 0,0 0 0,0 0 0,25 0 16,-25 0-16,0 0 0,0 0 0,0 0 0,0 0 15,0 0-15,0 0 0,0 0 0,0 0 0,0 0 0,0 0 16,0 0-16,0-25 0,0 25 0,0 0 0,0 0 16,0 0-16,0 0 0,0 0 0,0 0 0,0 0 0,0 0 15,0 0-15,0 0 0,0 0 0,0 0 0,0 0 16,0 0-16,0-25 0,0 25 0,0 0 0,0 0 15,0 0-15,0 0 0,24-24 0,-24 24 0,0 0 0,0 0 16,0 0-16,0 0 0,0-25 0,25 25 0,-25 0 265,75-199-265,-75 199 0,0 0 0,0 0 0,0 0 16,0 0-16,0-24 0,0 24 0,0 0 0,0 0 0,0 0 0,0 0 0,0 0 0,0 0 15,0 0-15,0 0 0,0 0 0,0 0 0,0 0 0,0 0 0,0 0 0,0 0 16,0 0-16,0 0 0,0 0 0,0 0 0,0 0 0,0 0 0,0 0 0,0 0 0,0 0 16,0 0-16,0 0 0,0 0 0,0 0 0,0 0 0,0 0 0,0 0 0,0 0 15,0 0-15,0 0 0,0 0 0,0 0 0,0 0 0,0 0 0,0 0 16,0 0-16,0 0 0,0 0 0,0 0 0,0 0 0,0 0 0,0 0 15,0 0-15,0 0 0,0 0 0,0 0 0,0 0 0,0 0 0,0 0 0,0 0 16,0 0-16,0 0 0,0 0 0,0 0 0,0 0 0,0 0 0,0 0 0,0-25 16,0 25-16,0 0 0,24 0 0,-24-25 0,0 25 0,0 0 0,0 0 0,0 0 0,0-25 0,0 25 15,0 0-15,0 0 0,0 0 0,0-25 0,0 25 0,25 0 0,-25 0 0,0 0 0,0 0 16,0-24-16,0 24 0,0 0 0,0 0 0,0 0 0,0 0 0,0 0 15,0 0-15,0 0 0,0 0 0,0 0 0,0 0 16,0 0-16,0 0 0,0 0 0,0 0 0,0 0 0,0 0 16,0 0-16,0 0 0,0 0 0,0 0 0,0 0 15,0 0-15,0 0 0,0 0 0,0 0 0,0 0 0,0 24 16,0-24-16,0 0 0,0 0 0,0 0 0,0 0 327,-49 496 48,49-496-375,0 0 0,0 0 15,0 0-15,0 0 0,0 0 0,0 0 0,0 0 0,0 0 0,0 0 0,0 0 0,0 0 16,0 0-16,0 0 0,0 0 0,0 0 0,0 0 0,0 0 0,0 0 16,0 0-16,0 25 0,0-25 0,0 0 0,0 0 0,0 0 0,0 0 0,0 0 15,0 0-15,0 0 0,0 0 0,0 0 0,0 0 0,0 0 0,0 0 0,0 0 0,0 0 16,0 0-16,0 0 0,0 0 0,0 0 0,0 0 0,0 0 0,0 0 0,0 0 15,0 0-15,0 0 0,0 0 0,0 0 0,0 0 0,0 0 0,0 0 0,0 0 0,0 0 16,0 0-16,0 0 0,0 0 0,0 0 0,0 0 0,0 25 0,0-25 0,0 0 16,0 0-16,0 0 0,0 0 0,0 0 0,0 0 0,0 0 0,0 0 0,0 0 0,0 0 15,0 0-15,0 0 0,0 0 0,0 0 0,0 0 0,0 0 0,0 0 16,0 0-16,0 25 0,0-25 0,0 0 0,0 0 0,0 0 0,0 0 0,0 0 0,0 0 15,0 0-15,0 0 0,0 0 0,0 0 0,0 0 0,0 0 0,0 0 0,0 0 16,0 0-16,0 0 0,0 0 0,0 0 0,0 0 16,0 0-16,0 0 0,0 0 0,0 0 0,0 0 15,0 0-15,0 0 0,0 0 0,0 0 0,0 0 0,0 0 16,0 0 15,0 0-31,0 0 0,0 0 0,0 0 0,0 0 0,0 0 0,0 0 0,0 0 0,0 0 0,0 0 0,0 0 0,0 0 0,0-25 16,0 25-16,0 0 0,0 0 0,0-25 0,0 25 0,24 0 0,-24-25 15,0 25-15,0 0 0,0-24 0,0 24 0,0 0 0,0-25 16,25 25-16,-25-25 0</inkml:trace>
  <inkml:trace contextRef="#ctx0" brushRef="#br1" timeOffset="120588.8973">21506 3547 0,'0'0'0,"0"0"0,0 25 0,0-25 0,0 0 0,0 0 0,0 0 16,0 0-16,0 0 0,0 0 0,0 0 0,0 0 15,0 0-15,0 0 0,0 0 0,0 0 0,0 0 0,0 0 16,0 0-16,0 0 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15,24 0-15,-24 0 0,0 0 0,0 0 0,0 0 0,0 0 16,0 0-16,0 25 0,0-25 0,0 0 0,25 0 0,-25 0 16,0 0-16,0 0 0,0 0 0,0 0 0,0 24 15,0-24-15,0 0 0,0 0 0,0 0 0,0 0 16,0 0-16,0 0 0,0 25 0,0-25 0,0 0 0,0 0 15,0 0-15,0 0 0,0 0 0,0 25 0,-25-25 16,25 0-16,0 0 0,-24 0 0,24 0 0,-25 25 16,25-25-16,-25 0 0,0 0 0,25 25 0,-25-25 0,1 0 15,24 0-15,-25 0 0,0 25 0,25-25 0,-25 0 0,25 0 16,-25 0-16,25 0 0,0 0 0</inkml:trace>
  <inkml:trace contextRef="#ctx0" brushRef="#br1" timeOffset="122509.0071">22027 3125 0,'0'0'15,"0"0"-15,0 0 0,0 0 0,0 0 0,0 0 0,0 0 16,0 0-16,0 0 0,0 0 0,0 0 0,0 0 15,0 0-15,0 0 0,0 0 0,0 0 0,0 0 0,0 0 16,0 0-16,-25 0 0,25 0 0,0 0 0,0 0 16,0 0-16,0 0 0,0 0 0,0 0 0,0 0 15,0 0-15,0 0 0,0 0 0,0 0 0,0 0 0,0 0 16,0 0-16,0 0 0,0 0 0,0 0 0,0 0 15,0 0-15,0 0 0,0 0 0,0 0 0,0 0 16,0 0-16,0 0 0,0 0 0,0 0 0,0 0 0,0 0 16,0 0-16,0 0 0,0 0 0,0 0 0,0 0 15,0 0-15,0 0 0,0 0 0,0 0 0,0 0 0,0 0 16,0 25-16,0-25 0,0 0 0,0 0 0,-25 0 15,25 0-15,0 0 0,0 25 0,0-25 0,0 0 16,0 0-16,0 0 0,-25 25 0,25-25 0,0 0 0,0 0 16,0 25-16,0-25 0,0 0 0,0 0 0,0 24 15,0-24-15,0 0 0,-25 25 0,25-25 0,0 0 0,0 0 16,0 25-16,0-25 0,0 0 0,0 25 0,0-25 15,0 0-15,0 0 0,0 25 0,0-25 0,0 0 16,0 0-16,0 24 0,0-24 0,0 0 0,0 0 0,0 0 16,25 25-16,-25-25 0,0 0 0,0 0 0,0 25 15,0-25-15,0 0 0,0 0 0,0 0 0,0 25 0,0-25 16,0 0-16,0 0 0,0 0 0,0 0 0,0 25 15,0-25-15,0 0 0,0 0 0,0 0 0,25 0 0,-25 24 16,0-24-16,0 0 0,0 0 0,0 0 0,0 0 16,0 0-16,0 0 0,0 0 0,0 0 0,0 0 15,25 0-15,-25 0 0,0 0 0,0 25 0,0-25 0,0 0 16,0 0-16,0 0 0,25 0 0,-25 0 0,0 0 15,0 0-15,0 0 0,0 0 0,0 0 0,24 0 0,-24 0 16,0 0-16,0 0 0,0 0 0,0 0 0,25 0 16,-25 0-16,0 0 0,0 0 0,0 0 0,0 0 15,0 0-15,25 0 0,-25 0 0,0 0 0,0 0 0,0 0 16,0 0-16,0 0 0,0 0 0,25 0 0,-25 0 15,0 0-15,0 0 0,0 0 0,0 0 0,0 0 0,25-25 16,-25 25-16,0 0 0,0 0 0,0 0 0,0 0 16,24 0-16,-24 0 0,0 0 0,0 0 0,0 0 15,0 0-15,0-24 0,25 24 0,-25 0 0,0 0 0,0 0 16,0 0-16,0 0 0,0 0 0,25 0 0,-25-25 15,0 25-15,0 0 0,0 0 0,0 0 0,0 0 0,0 0 16,25-25-16,-25 25 0,0 0 0,0 0 0,0 0 16,0 0-16,0-25 0,0 25 0,0 0 0,0 0 0,0 0 15,0 0-15,0 0 0,0-25 0,0 25 0,25 0 16,-25 0-16,0 0 0,0-24 0,0 24 0,0 0 15,0 0-15,0 0 0,0-25 0,0 25 0,0 0 0,0 0 16,0 0-16,0-25 0,0 25 0,0 0 0,0 0 16,0 0-16,0-25 0,0 25 0,0 0 0,0 0 0,0 0 15,0 0-15,0-25 0,-25 25 0,25 0 0,0 0 16,0 0-16,0 0 0,0-24 0,0 24 0,0 0 0,0 0 15,0 0-15,-25 0 0,25 0 0,0-25 0,0 25 16,0 0-16,0 0 0,-25 0 0,25 0 0,0 0 16,0 0-16,0 0 0,0-25 0,0 25 0,0 0 0,-25 0 15,25 0-15,0 0 0,0 0 0,0-25 0,0 25 16,0 0-16,0 0 0,-24 0 0,24 0 0,0 0 15,0 0-15,0-25 0,0 25 0,0 0 0,0 0 0,0 0 16,0 0-16,-25 0 0,25 0 0,0 0 0,0 0 16,0 0-16,0 0 0,0 0 0,0 0 0,-25 0 0,25 0 15,0 0-15,0 0 0,0 0 0,0 0 0,0 0 16,-25 0-16,25 0 0,0 0 0,0 0 0,0 0 15,0 0-15,0 0 0,0 0 0,0 0 0,0 0 0,0 0 16,0 0-16,0 0 0,0 0 0,0 0 0,0 0 16,0 0-16,0 0 0,0 0 0,0 0 0,0 0 0</inkml:trace>
  <inkml:trace contextRef="#ctx0" brushRef="#br1" timeOffset="123097.0407">22920 3398 0,'0'0'0,"0"0"0,0 0 0,0 0 16,0 0-16,0-25 0,0 25 0,0 0 0,-25 0 15,25 0-15,0 0 0,0 0 0,0 0 0,0 0 0,0 0 16,0 0-16,0 0 0,0 0 0,0 0 0,0 0 16,0 0-16,0 0 0,0 0 0,0 0 0,0 0 0,0 0 15,0 0-15,0 0 0,0 0 0,0 0 0,0 0 16,0 0-16,0 0 0,0 0 0,0 0 0,0 0 0,0 0 15,0 0-15,0 0 0,0 0 0,0 0 0,0 0 16,0 0-16,0 0 0,0 0 0,0 0 0,0 0 16,0 0-16,0 0 0,0 0 0,0 0 0,0 0 0,0 0 15,0 0-15,0 0 0,0 0 0,0 0 0,0 0 16,0 0-16,0 0 0,0 0 0,0 0 0,0 0 0,0 0 15,0 25-15,0-25 0,0 0 0</inkml:trace>
  <inkml:trace contextRef="#ctx0" brushRef="#br1" timeOffset="123574.068">22944 3746 0,'0'24'16,"0"-24"-16,0 0 0,0 0 0,0 25 0,0-25 0,0 0 0,0 0 16,-24 0-16,24 25 0,0-25 0,0 0 0,0 0 0,-25 0 0,25 0 0,0 0 15,0 25-15,-25-25 0,25 0 0,0 0 0,-25 0 0,25 0 0,0 0 0,0 0 0,-25 0 16,25 0-16,0 0 0,0 0 0,-24 0 0,24 0 0,0 0 0,0 0 0,0 0 0,0 0 0,0 0 15,0 0-15,-25 0 0,25 0 0,0 0 0,0 0 0,0 0 0,0 0 16,0 0-16</inkml:trace>
  <inkml:trace contextRef="#ctx0" brushRef="#br1" timeOffset="126073.2109">23316 3398 0,'0'0'0,"0"0"0,0 0 0,0 0 0,0 0 0,0 0 0,0 0 0,0 0 0,0 0 0,0 0 0,0 0 0,0 25 16,0-25-16,0 0 0,0 0 0,0 0 0,0 0 0,0 0 0,0 0 0,0 0 0,0 0 0,0 0 0,0 0 0,0 0 0,0 0 0,0 0 0,0 0 0,25 0 0,-25 0 0,0 0 0,0-25 0,25 25 0,-25 0 0,0 0 0,25 0 0,-25 0 0,0 0 0,25 0 0,-25 0 0,24 0 16,-24 0-16,25 0 0,-25 0 0,0 0 0,25 0 0,-25 0 15,25 0-15,-25 0 0,0 0 0,25 0 0,-25 0 16,0 0-16,24 0 0,-24 0 0,0 0 0,0 0 0,0 0 15,25 0-15,-25 0 0,0 0 0,0 0 0,0 0 16,0 0-16,0 0 0,0 0 0,0 0 0,0 0 0,0 0 16,0 0-16,0 0 0,0 0 0,0 0 0,0 0 15,0 0-15,0 0 0,0 0 0,0 0 0,0 0 16,0 0-16,0 0 0,0 0 0,0 0 0,25 0 0,-25-25 15,0 25-15,0 0 0,0 0 0,0 0 0,25 0 16,-25 0-16,0 0 0</inkml:trace>
  <inkml:trace contextRef="#ctx0" brushRef="#br1" timeOffset="127731.3058">23961 3448 0,'0'0'0,"0"0"0,0 0 0,0 0 15,0 0-15,0 0 0,0 0 0,0 0 0,0 0 0,0 0 16,0 0-16,0 0 0,0 0 0,0 0 0,0 0 16,0 0-16,0 0 0,0 0 0,0 0 0,0 0 0,0 0 15,0 0-15,0 0 172,25-50-172,0 50 15,-25-25-15,0 25 0,0 0 0,0 0 0,0-24 0,25 24 0,-25 0 0,0 0 0,0-25 0,0 25 0,25 0 0,-25-25 0,0 25 0,0 0 0,0 0 0,24-25 0,-24 25 0,0 0 0,0 0 0,0-25 0,0 25 0,0 0 0,0 0 0,0 0 0,0-24 0,0 24 0,25 0 0,-25 0 0,0 0 0,0 0 0,0 0 0,0 0 0,0 0 0,0-25 0,0 25 16,0 0-16,0 0 0,0 0 0,0 0 0,0 0 0,0 0 16,0 0-16,0 0 0,0 0 0,0 0 0,0 0 0,0 0 15,0 0-15,0 0 0,0 0 0,0 0 0,0 0 16,0 0-16,0 0 0,0-25 0,0 25 0,0 0 0,0 0 15,0 0-15,0 0 0,0 0 0,0 0 0,0 0 16,0 0-16,0 0 0,0 0 0,0 0 0,0 0 0,0 0 16,0 0-16,0 0 0,0 0 0,0 0 0,0 0 15,0 0-15,0 0 0,0 0 0,0 0 0,0 0 16,0 0-16,0 0 0,0 0 0,0 0 0,0 0 0,0 0 15,0 0-15,0 0 0,0 0 0,0 0 0,0 0 16,0 0-16,0 0 0,0 0 0,0 0 0,0 0 16,0 0-16,0 0 0,0 0 0,0 0 327,25 298-327,-25-298 0,0 24 0,0-24 0,0 0 16,0 0-16,-25 0 0,25 25 0,0-25 0,0 0 0,0 0 0,0 0 0,0 0 15,0 25-15,0-25 0,0 0 0,0 0 0,0 0 0,0 0 0,0 0 0,0 0 0,0 25 0,0-25 0,0 0 0,0 0 16,0 0-16,0 0 0,0 0 0,0 0 0,0 0 0,0 0 0,0 0 0,0 0 16,0 0-16,0 0 0,0 0 0,0 0 0,0 0 0,0 0 0,0 0 0,0 0 15,0 0-15,0 0 0,0 0 0,0 0 0,0 25 0,0-25 0,0 0 0,0 0 0,0 0 0,0 0 0,0 0 16,0 0-16,0 0 0,0 0 0,0 0 0,0 0 0,0 0 0,0 0 15,0 0-15,0 0 0,0 0 0,0 0 0,0 0 0,0 0 0,0 0 0,0 0 0,0 0 16,0 0-16,0 0 0,0 0 0,0 0 0,0 0 0,0 0 0,0 0 0,0 0 0,0 0 16,0 24-16,0-24 0,0 0 0,0 0 0,0 0 0,0 0 0,0 0 15,0 0-15,0 0 0,0 0 0,0 0 0,0 0 16,0 0-16,0 0 0,0 0 0,0 0 0,0 0 0,0 0 15,0 0-15,0 0 0,0 0 0,0 0 0,0 0 16,0 0-16,0 0 0,0 0 0,0 0 0,0 0 16,0 0-16,0 0 0,0 0 0,0 0 0,0 0 0,0 0 15,0 0-15,0 0 0,0 0 0,0 0 0,0 0 16,25 0-16,-25 0 0,0 0 0,0-24 0,0 24 0,0 0 15,0 0-15,0-25 0,0 25 0,0 0 0,0 0 16,0-25-16,0 25 0,0 0 0,0-25 0,0 25 0,25 0 16,-25 0-16,0-25 0,0 25 0</inkml:trace>
  <inkml:trace contextRef="#ctx0" brushRef="#br1" timeOffset="128926.3741">24383 3051 0,'0'0'0,"0"0"0,0 0 0,0 0 0,0 0 0,0 0 15,0 0-15,0 0 0,0 0 0,0 0 0,0 0 16,0 0-16,0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0,0 0 15,25 0-15,-25 0 0,0 0 0,0 0 0,0 0 16,0 0-16,0 25 0,0-25 0,0 0 0,0 0 16,0 0-16,25 0 0,-25 0 0,0 0 0,0 0 0,0 0 15,0 0-15,0 0 0,0 0 0,0 0 0,0 25 16,0-25-16,24 0 0,-24 0 0,0 0 0,0 0 15,0 0-15,0 0 0,0 0 0,0 24 0,0-24 0,0 0 16,0 0-16,0 0 0,0 0 0,0 0 0,0 0 16,0 0-16,0 0 0,0 0 0,0 0 0,0 25 0,25-25 15,-25 0-15,0 0 0,0 0 0,0 0 0,0 0 16,0 25-16,0-25 0,0 0 0,0 0 0,0 25 15,0-25-15,0 0 0,0 0 0,0 0 0,0 25 0,0-25 16,0 0-16,0 0 0,0 24 0,0-24 0,0 0 16,0 0-16,0 0 0,0 25 0,0-25 0,0 0 0,0 0 15,0 0-15,0 25 0,0-25 0,0 0 0,0 0 16,0 0-16,0 25 0,0-25 0,0 0 0,0 0 0,0 0 15,0 25-15,0-25 0,0 0 0,0 0 0,0 24 16,-25-24-16,25 0 0,0 0 0,0 0 0,0 0 16,0 25-16,0-25 0,0 0 0,0 0 0,0 0 0,0 25 15,0-25-15,0 0 0,0 0 0,0 0 0,0 0 16,-24 25-16,24-25 0,0 0 0,0 0 0,0 0 0,0 0 15,0 25-15,0-25 0,0 0 0,0 0 0,0 0 16,-25 0-16,25 0 0,0 24 0,0-24 0,0 0 16,0 0-16,0 0 0,0 0 0,0 25 0,0-25 0,-25 0 15,25 0-15,0 0 0,0 0 0,0 25 0,0-25 16,0 0-16,0 0 0,-25 0 0,25 25 0,0-25 15,0 0-15,0 0 0,0 0 0,0 0 0,0 0 0,0 0 16,-25 0-16,25 25 0,0-25 0,0 0 0,0 0 0,0 0 16,0 0-16,0 0 0,0 0 0,0 0 0,0 0 15,0 0-15,0 0 0,0 0 0,0 0 0,0 0 16,0 0-16,0 0 0,0 0 0,0 0 0,0 0 0,0 0 15,0 0-15,0 0 0,0 0 0,0 0 0,0-25 0,0 25 16,0 0-16,0 0 0,0 0 0,0 0 0,0 0 16,0 0-16,0 0 0,0-25 0,0 25 0,0 0 15,0 0-15,0 0 0,0-25 0,0 25 0,0 0 0,0 0 16,0-25-16</inkml:trace>
  <inkml:trace contextRef="#ctx0" brushRef="#br1" timeOffset="130955.4901">24780 2629 0,'0'0'16,"0"0"-16,0 0 0,0 0 0,0 0 0,0 0 0,0 0 15,0 0-15,0 0 0,0 0 0,0 0 0,0 0 16,25 0-16,-25 0 0,0 0 0,0 0 0,0 0 0,0 0 16,0 0-16,0 0 0,0 0 0,0 0 0,0 0 0,0 0 15,0 0-15,0 0 0,0 0 0,0 0 0,0 0 16,0 0-16,0 0 0,0 0 0,0 0 0,0 0 15,0 0-15,0 0 0,0 0 0,0 0 0,0 0 0,0 0 16,0 0-16,0 0 0,0 0 0,99 50 218,-99-50-218,0 0 0,0 0 0,0 25 0,0-25 0,0 0 0,0 0 0,0 0 0,0 0 0,0 25 0,0-25 0,0 0 0,0 0 0,0 0 0,0 24 0,-25-24 16,25 0-16,0 0 0,0 0 0,0 0 0,0 25 0,0-25 0,0 0 0,0 0 0,0 0 0,0 25 0,0-25 0,0 0 0,0 0 0,0 0 0,-25 25 16,25-25-16,0 0 0,0 0 0,0 0 0,0 0 0,0 25 0,0-25 0,0 0 0,0 0 0,0 0 0,0 24 0,0-24 0,0 0 0,0 0 15,0 0-15,0 0 0,0 0 0,0 25 0,0-25 16,0 0-16,-25 0 0,25 0 0,0 0 0,0 0 0,0 0 15,0 25-15,0-25 0,0 0 0,0 0 0,0 0 16,0 0-16,0 0 0,0 0 0,0 0 0,0 25 0,0-25 16,0 0-16,0 0 0,0 0 0,0 0 0,0 0 15,0 0-15,0 0 0,0 0 0,0 0 0,0 0 0,0 25 16,0-25-16,0 0 0,0 0 0,0 0 0,0 0 15,0 0-15,0 0 0,0 0 0,0 0 0,0 0 16,0 0-16,0 0 0,0 0 0,0 0 0,0 0 0,0 24 16,0-24-16,0 0 0,0 0 0,0 0 0,0 0 15,0 0-15,0 0 0,0 0 0,0 0 0,0 0 16,0 0-16,0 0 0,25 0 31,-25 0-31,0 0 0,0 0 0,0 0 0,0 0 0,0 0 0,0 0 0,0 0 0,0 0 0,0 0 16,0 25-16,0-25 0,0 0 0,0 0 0,0 0 499,75 174-437,-75-174-46,0 0-16,0 0 0,0 25 0,0-25 0,0 0 0,0 0 0,0 0 0,0 0 0,0 24 0,25-24 15,-25 0-15,0 0 0,0 0 0,0 0 0,0 0 0,0 0 0,0 25 0,0-25 0,0 0 0,0 0 0,0 0 0,0 0 16,0 0-16,0 0 0,0 25 0,0-25 0,0 0 0,0 0 0,0 0 0,0 0 0,0 25 16,0-25-16,0 0 0,0 0 0,0 0 0,0 0 0,0 0 0,0 25 0,0-25 0,0 0 0,0 0 0,0 0 0,0 24 15,0-24-15,0 0 0,0 0 0,0 0 0,24 25 0,-24-25 0,0 0 0,0 0 0,0 0 16,0 0-16,0 0 0,0 0 0,0 25 0,0-25 0,0 0 0,0 0 15,0 0-15,0 0 0,0 0 0,0 0 0,0 0 0,0 0 0,0 0 0,-24 0 0,24 0 0,0 25 16,0-25-16,0 0 0,0 0 0,0 0 0,0 0 16,0 0-16,0 0 0,0 0 0,0 25 0,0-25 0,0 0 15,0 0-15,-25 0 0,25 0 0,0 0 0,0 0 16,0 0-16,0 0 0,0 0 0,0 0 0,0 24 0,-25-24 15,25 0-15,0 0 0,0 0 0,0 0 0,0 0 16,0 0-16,-25 0 0,25 0 0,0 0 0,0-24 16,0 24-16,0 0 0,-25 0 0,25 0 0,0 0 0,0 0 15,0 0-15,0 0 0,0 0 0,0 0 0,-25-25 16,25 25-16,0 0 0,0 0 0,0 0 0,0 0 0,0 0 15,0 0-15,-24 0 0,24 0 0,0 0 0,0-25 16,0 25-16,0 0 0,0 0 0,0 0 0,0 0 16,0 0-16,0 0 0,0 0 0,0 0 0,0 0 187</inkml:trace>
  <inkml:trace contextRef="#ctx0" brushRef="#br1" timeOffset="134751.7073">4564 4787 0,'0'-25'0,"0"25"0,-25 0 16,25 0-16,0 0 0,0 0 0,0 0 0,0 0 0,0 0 16,0 0-16,0 0 0,0 0 0,0 0 0,0 0 15,0 0-15,0 0 0,0 0 0,0 0 0,0 0 0,0-24 16,0 24-16,0 0 0,0 0 0,0 0 0,0 0 15,0 0-15,0 0 0,0 0 0,0 0 0,0 0 16,0 0-16,0 0 0,0 0 0,0 0 0,0 0 0,0 0 16,0 0-16,0-25 0,0 25 0,0 0 0,0 0 15,0 0-15,0 0 0,0 0 0,0 0 0,0 0 16,0 0-16,0 0 0,0 0 0,0 0 0,0 0 0,0 0 15,0-25-15,0 25 0,0 0 0,0 0 0,0 0 16,25 0-16,-25 0 0,0 0 0,0 0 0,0 0 0,0 0 16,0 0-16,0 0 0,0 0 0,25 0 0,-25 0 15,0-25-15,0 25 0,0 0 0,0 0 0,0 0 0,25 0 16,-25 0-16,0 0 0,0 0 0,0 0 0,0 0 15,0 0-15,0 0 0,0 0 0,24 0 0,-24 0 16,0 0-16,0 25 0,0-25 0,0 0 0,0 0 0,0 0 16,0 0-16,0 0 0,0 25 0,0-25 0,0 0 15,25 0-15,-25 25 0,0-25 0,0 0 0,0 0 0,0 24 16,0-24-16,0 0 0,0 25 0,0-25 0,0 0 15,0 0-15,0 25 0,0-25 0,0 0 0,0 0 16,0 25-16,0-25 0,-25 0 0,25 0 0,0 25 0,0-25 16,0 0-16,0 0 0,0 25 0,0-25 15,0 0-15,0 0 0,0 0 0,0 0 0,0 24 0,0-24 16,0 0-16,-24 0 0,24 0 0,0 0 0,0 0 0,0 0 15,0 0-15,0 0 0,0 0 0,-25 0 0,25 25 16,0-25-16,0 0 0,0 0 0,0 0 0,0 0 0,-25 0 16,25 0-16,0 0 0,0 0 0,0 0 0,0 0 15,-25 0-15,25 0 0,0 0 0,0 0 0,0 25 0,0-25 16,0 0-16,0 0 0,0 0 0,0 0 0,0 0 15,0 0-15,0 0 0,0 0 0,0 0 0,-25 0 0,25 0 16,0 0-16,0 0 0,0 0 0,0 0 0,0 0 16,0 0-16,0 0 0,0 0 0,0 0 0,0 0 15,0 0-15,0 0 0,25 0 0,-25 0 0,0 0 0,0 0 16,0 0-16,0 0 0,0 0 0,0 0 0,0 0 15,0 0-15,0 0 0,0 0 0,0-25 0,0 25 16,25 0-16,-25 0 0,0 0 0,0 0 0,0 0 0,25 0 16,-25 0-16,0 0 0,0-25 0</inkml:trace>
  <inkml:trace contextRef="#ctx0" brushRef="#br1" timeOffset="135984.7778">4936 4688 0,'0'0'0,"0"0"0,0 0 0,0 0 0,0-25 0,0 25 0,0 0 15,0 0-15,0 0 0,0 0 0,0 0 0,0 0 0,0 0 0,-25 0 0,25 0 0,0 0 0,0 0 0,0 0 0,0 0 0,0 0 0,0 0 0,0 0 0,0 0 0,0 0 0,0 0 0,0 0 0,-24 0 0,24 0 0,0-25 0,0 25 0,0 0 0,0 0 0,0 0 0,0 0 0,0 0 0,-25 0 0,25 0 0,0 0 0,0 0 0,0 0 0,0 0 16,0 0-16,0 0 0,-25 0 0,25 0 0,0 0 0,0 0 15,0 0-15,0 0 0,0 0 0,0 0 16,-25 0-16,25 0 0,0 0 0,0 25 0,0-25 0,0 0 16,0 0-16,0 0 0,0 0 0,0 0 0,0 0 15,0 0-15,0 0 0,0 0 0,0 0 0,-25 0 0,25 0 16,0 0-16,0 25 0,0-25 0,0 0 0,0 0 0,0 0 15,0 0-15,0 25 0,0-25 0,0 0 0,0 0 16,0 0-16,0 25 0,0-25 0,0 0 0,-25 0 16,25 0-16,0 24 0,0-24 0,0 0 0,0 0 0,0 0 15,0 25-15,0-25 0,0 0 0,25 0 0,-25 0 16,0 25-16,0-25 0,0 0 0,0 0 0,0 0 0,0 25 15,0-25-15,0 0 0,0 0 0,0 0 0,0 25 16,0-25-16,0 0 0,0 0 0,25 0 0,-25 0 0,0 25 16,0-25-16,0 0 0,0 0 0,0 0 15,0 24-15,25-24 0,-25 0 0,0 0 0,0 0 0,0 25 16,0-25-16,0 0 0,25 0 0,-25 0 0,0 25 0,0-25 15,0 0-15,25 0 0,-25 0 0,0 0 0,0 25 16,0-25-16,0 0 0,0 0 0,24 0 0,-24 0 16,0 0-16,0 0 0,0 0 0,0 0 0,25 0 0,-25 0 15,0 0-15,0 0 0,0 0 0,0 0 0,25 0 16,-25 0-16,0 0 0,0 0 0,0 0 0,25 0 0,-25-25 15,0 25-15,0 0 0,0 0 0,0 0 0,0 0 16,25 0-16,-25-25 0,0 25 0,0 0 0,0 0 16,0 0-16,0 0 0,0 0 0,0 0 0,0 0 0,0 0 15,0 0-15,0 0 0,0 0 0,0 0 0,0 0 16,0 0-16,0 0 0,0 0 0,0-25 0,-25 25 0</inkml:trace>
  <inkml:trace contextRef="#ctx0" brushRef="#br1" timeOffset="136537.8093">5928 4862 0,'0'0'0,"0"0"0,0 0 0,0 0 16,0 0-16,0 0 0,0 0 0,0 0 0,0 0 0,25 0 16,-25 0-16,0 0 0,0 0 0,0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0,-25 0 0,25 0 0,0 0 16,0 0-16,0 0 0,0 0 0,0 0 0,0 0 15,0 0-15,0 0 0,0 0 0,0 0 0,0 0 16,0 0-16,0 0 0,0 0 0,0 0 0,0 0 0,0 0 15,0 0-15,0 0 0,25 0 0,-25 0 0,0 0 16,0 0-16,0 0 0,0 0 0,0 0 0,0 0 0,0 0 16,0 0-16,0 0 0,0 0 0,0 0 0,0 0 15,0 0-15,0 0 0,0 0 0,0 0 0,0 0 0,0 0 16,0 0-16,0 0 0,0 0 0,0 0 0,0 0 15,0 0-15,0 0 0,0 0 0,0 0 0,0 0 16,0 0-16,0 0 0,0 0 0,0 0 0,0 0 0,25 0 16,-25 0-16,0 0 0,25 0 0,-25 0 0,25 0 15,-25-25-15,24 25 0,-24 0 0,25 0 0,-25 0 0,0 0 16,25 0-16,-25 0 0,25 0 0,-25 0 0,25 0 15,-25 0-15,0 0 0,24 0 0,-24 0 0,0 0 0,25-25 16,-25 25-16,0 0 0,0 0 0,0 0 0,0 0 16,25 0-16,-25 0 0,0 0 0,0 0 0,0 0 15,0 0-15,0 0 0,0 0 0,0 0 0,0 0 0,0 0 16,0 0-16,0 0 0,0 0 0,0 0 0,0 0 0,0 0 15,0 0-15,0 0 0,0 0 0,0-25 0,25 25 16,-25 0-16,0 0 0,0 0 0,0 0 0,0 0 16,0 0-16</inkml:trace>
  <inkml:trace contextRef="#ctx0" brushRef="#br1" timeOffset="137157.8449">6102 5085 0,'0'0'0,"0"0"0,0-25 0,25 25 0,-25 0 0,0 0 0,0 0 0,0 0 0,25 0 16,-25 0-16,0 0 0,24 0 0,-24 0 0,0 0 0,25 0 16,-25 0-16,0 0 0,25 0 0,-25 0 0,25 0 0,-25 0 15,25 0-15,-25-25 0,24 25 0,-24 0 0,25 0 0,0 0 0,-25 0 0,25 0 0,-25 0 16,0 0-16,25 0 0,-25 0 0,0 0 0,0 0 0,0 0 0,0 0 15,0 0-15,0 0 0,0 0 0,0 0 0,0 0 0,0 0 0,0 0 0,0 0 16,0 0-16,0 0 0,0 0 0,0 0 0,0 0 0,0 0 0,0-24 0,0 24 0,0 0 16</inkml:trace>
  <inkml:trace contextRef="#ctx0" brushRef="#br1" timeOffset="141755.1079">7293 4911 0,'0'0'0,"0"0"0,0 0 0,0 0 0,0 25 0,0-25 15,0 0-15,0 0 0,0 25 0,0-25 0,0 0 0,0 0 0,0 25 0,0-25 16,0 0-16,24 0 0,-24 0 0,0 25 0,0-25 0,0 0 15,0 0-15,0 0 0,0 24 0,0-24 0,0 0 0,0 0 0,0 0 0,0 0 16,25 25-16,-25-25 0,0 0 0,0 0 0,0 0 16,0 0-16,0 25 0,0-25 0,0 0 0,0 0 0,0 0 0,0 25 15,0-25-15,0 0 0,0 0 0,0 0 0,0 0 0,25 25 0,-25-25 0,0 0 0,0 0 0,0 0 16,0 0-16,0 0 0,0 0 0,0 0 0,0 24 0,0-24 15,0 0-15,0 0 0,0 0 0,0 0 0,0 0 0,0 0 0,0 0 0,0 0 16,0 0-16,25 0 0,-25 0 0,0 0 0,0 0 0,0 0 0,0 0 16,0 0-16,0 0 0,0 0 0,0 25 0,0-25 0,0 0 0,0 0 0,0 0 0,0 0 15,0 0-15,0 0 0,0 0 0,0 0 0,0 0 0,0 0 0,0 0 16,0 0-16,0 0 0,0 0 0,0 0 0,0 0 0,0 0 0,0 25 15,0-25-15,0 0 0,0 0 0,0 0 0,0 0 0,0 0 0,0 0 0,0 0 16,0 0-16,0 0 0,0 0 0,0 0 0,0 0 0,0 0 0,0 0 16,0 0-16,0 0 0,0 0 0,0 0 0,0 0 0,0 0 15,0-25-15,0 25 0,0 0 0,0 0 0,0 0 16,0 0-16,0 0 0,0-25 0,0 25 0,0 0 0,0 0 15,0-24-15,0 24 0,0 0 0,0 0 0,0-25 16,0 25-16,0 0 0,0-25 0</inkml:trace>
  <inkml:trace contextRef="#ctx0" brushRef="#br1" timeOffset="143309.1968">7417 4465 0,'0'0'0,"0"0"15,0 0-15,0 0 0,0 0 0,0 0 0,0 0 16,0 0-16,0 0 0,0 0 0,-25 0 0,25 0 16,0 0-16,0 0 0,0 0 0,0 0 0,0 0 0,0 0 15,0 0-15,0 0 0,0 0 0,0 0 0,0 0 16,0 0-16,0 0 0,0 0 0,0 0 0,0 0 15,0 0-15,0 0 0,0 0 0,0 0 0,0 0 0,0 0 16,0 0-16,0 0 0,0 0 0,0 0 0,0 0 16,0 0-16,0 0 0,0 0 0,0 0 0,0 0 0,0 0 15,0 0-15,0 0 0,0 0 0,0 0 0,0 0 16,0 0-16,0 0 0,0 0 0,0 0 0,0 0 0,0 0 15,0 0-15,0 0 0,0 0 0,0 0 0,0 0 16,0 0-16,0 0 0,0 0 0,0 0 0,0 0 16,0 0-16,0 0 0,0 0 0,0 25 0,0-25 0,0 0 15,0 0-15,0 0 0,-25 0 0,25 0 0,0 24 16,0-24-16,0 0 0,0 0 0,0 0 0,0 0 15,0 25-15,0-25 0,0 0 0,0 0 0,0 0 0,0 0 16,0 25-16,0-25 0,-25 0 0,25 0 0,0 0 16,0 25-16,0-25 0,0 0 0,0 0 0,0 0 0,0 0 15,0 25-15,0-25 0,0 0 0,0 0 0,0 0 16,0 24-16,0-24 0,0 0 0,0 0 0,0 0 0,0 25 15,0-25-15,0 0 0,0 0 0,0 25 0,0-25 16,0 0-16,-25 0 0,25 0 0,0 25 0,0-25 16,0 0-16,0 0 0,0 25 0,0-25 0,0 0 0,0 0 15,0 24-15,0-24 0,0 0 0,0 0 0,0 25 16,0-25-16,0 0 0,0 0 0,0 25 0,0-25 0,0 0 15,0 0-15,0 0 0,0 25 0,0-25 0,0 0 16,0 0-16,0 0 0,0 25 0,0-25 0,0 0 0,0 0 16,0 0-16,0 0 0,0 25 0,0-25 0,0 0 15,0 0-15,0 0 0,0 0 0,0 24 0,0-24 16,25 0-16,-25 0 0,0 0 0,0 0 0,0 0 0,0 25 15,0-25-15,0 0 0,0 0 0,0 0 0,0 0 16,0 0-16,0 0 0,0 0 0,0 0 0,0 0 16,0 0-16,0 25 0,0-25 0,0 0 0,0 0 0,0 0 15,0 0-15,0 0 0,0 0 0,0 0 0,0 0 0,0 0 16,0 0-16,0 0 0,0 0 0,0 0 15,25 0-15,-25 0 0,0-25 0,0 25 0,0 0 0,0 0 16,0 0-16</inkml:trace>
  <inkml:trace contextRef="#ctx0" brushRef="#br1" timeOffset="145045.2961">7937 4787 0,'0'0'0,"0"0"0,0 0 0,0 0 0,0 0 15,0 0-15,0 0 0,0 0 0,0 0 0,0 0 0,0 0 0,0-25 0,0 25 16,0 0-16,-24 0 0,24 0 0,0 0 0,0 0 0,0 0 0,0 0 0,0-24 0,0 24 16,0 0-16,0 0 0,0 0 0,-25 0 0,25-25 0,0 25 0,0 0 0,0 0 0,0 0 15,0 0-15,0 0 0,0 0 0,0-25 0,0 25 0,0 0 0,0 0 0,0 0 0,0 0 0,0 0 16,0 0-16,0 0 0,0 0 0,0 0 0,0 0 0,0 0 0,0 0 15,0 0-15,0 0 0,0 0 0,0 0 0,0 0 0,0 0 0,0-25 0,25 25 16,-25 0-16,0 0 0,0 0 0,0 0 0,0 0 0,0 0 0,24 0 16,-24-25-16,0 25 0,0 0 0,0 0 0,25 0 0,-25 0 0,0 0 0,0 0 0,0 0 15,0 0-15,25 0 0,-25 0 0,0-24 0,0 24 0,0 0 0,0 0 0,0 0 16,25 0-16,-25 0 0,0 0 0,0 0 0,0 0 0,0 0 0,0 0 0,25 0 15,-25 0-15,0 0 0,0 0 0,0 0 0,0 0 0,0 0 16,0 0-16,0 0 0,0 0 0,0 0 0,0 0 0,0 0 16,0 0-16,0 0 0,0 0 0,25 24 0,-25-24 15,0 0-15,0 0 0,0 0 0,0 0 0,0 0 16,0 0-16,0 25 0,0-25 0,0 0 0,0 0 0,0 0 15,0 0-15,0 0 0,0 25 0,0-25 0,0 0 16,0 0-16,0 0 0,24 0 0,-24 25 0,0-25 16,0 0-16,0 0 0,0 0 0,-24 0 0,24 25 0,0-25 15,0 0-15,0 0 0,0 0 0,0 24 0,0-24 0,0 0 16,0 0-16,0 0 0,0 25 0,-25-25 0,25 0 15,0 0-15,0 0 0,0 25 0,0-25 0,-25 0 16,25 0-16,0 25 0,0-25 0,0 0 0,0 0 0,-25 25 16,25-25-16,0 0 0,0 0 0,0 0 0,0 25 15,-25-25-15,25 0 0,0 0 0,0 0 0,0 24 0,0-24 16,-25 0-16,25 0 0,0 0 0,0 0 0,0 25 15,0-25-15,0 0 0,0 0 0,-24 0 0,24 0 0,0 0 16,0 25-16,0-25 0,0 0 0,0 0 0,0 0 16,0 0-16,0 0 0,0 0 0,0 0 0,0 0 15,0 0-15,0 0 0,0 0 0,0 25 0,0-25 0,0 0 16,0 0-16,0 0 0,0 0 0,0 0 0,0 0 15,0 0-15,0 0 0,0 0 0,0 0 0,0 0 16,0 0-16,0 0 0,0 0 0,0 0 0,0 0 0,0 0 16,0 0-16,0 0 0,0 0 0,0 0 0,0 0 15,0 0-15,0 0 0,0 0 0,24 0 0,-24 0 0,0 0 16,0 0-16,0 0 0,0 0 0,0 0 15,0 0-15,0 0 0,0 0 0,0 0 0,0 0 0,0 0 0,0 0 16,25 0-16,-25 0 0,0 0 0,0 0 0,0 0 16,0 0-16,25 0 0,-25 0 0,0 0 0,0 0 15,25 0-15,-25 0 0,0 0 0,0 0 0,0 0 0,25 0 16,-25 0-16,0 0 0,25 0 0,-25 0 0,0 0 15,24 0-15,-24 0 0,0-25 0,25 25 0,-25 0 0,0 0 16,25 0-16,-25 0 0,0 0 0,25 0 0,-25 0 16,25 0-16,-25 0 0,0 0 0,24 0 0,-24 0 0,0 0 15,0-25-15,25 25 0,-25 0 0,0 0 0,0 0 16,0 0-16,0 0 0,25 0 0,-25 0 0,0 0 15,0 0-15,0 0 0,0 0 0,0 0 0,0 0 0,0 0 16,0 0-16,0 0 0,0 0 0,0 0 0,0 0 16,0 0-16,0 0 0,0 0 0,0 0 0,0 0 15,0 0-15,0 0 0,0 0 0,0 0 0,0 0 0,0 0 16,0 0-16,0 0 0,0 0 0,0 0 0,0 0 0,0 0 15,0 0-15,0 0 0,0 0 0,0 0 0,0 0 16,0 0-16,0 0 0,0 0 0,0 0 0,0 0 328</inkml:trace>
  <inkml:trace contextRef="#ctx0" brushRef="#br1" timeOffset="145528.3233">8657 4713 0,'0'0'16,"0"0"-16,0 0 0,0 25 0,0-25 0,0 0 15,0 0-15,0 0 0,0 0 0,0 0 0,0 0 16,0 0-16,0 0 0,0 0 0,0 0 0,0 0 0,0 0 15,0 0-15,0 0 0,0 0 0,0 0 0,0 0 0,0 0 16,0 0-16,0 0 0,0 0 0,0 0 0,0 0 16,0 0-16,0 0 0,0 0 0,0 0 0,0 0 15,0 0-15,0 0 0,0 0 0,0 0 0,0 0 16,0 0-16,0 0 0,0 0 0,0 0 0,0 0 0,0 0 15,0 0-15,0 0 0,0 0 0,0 0 0,0-25 0,0 25 16,0 0-16,0 0 0,0 0 0,0 0 0,0 0 16,0 0-16,0 0 0,25 0 0,-25 0 0,0 0 15,0 0-15,0 0 0,0 0 0</inkml:trace>
  <inkml:trace contextRef="#ctx0" brushRef="#br1" timeOffset="146025.3521">8855 5035 0,'0'25'47,"-25"74"-47,25-74 0,0-25 0,0 0 0,-24 0 0,24 25 0,0-25 0,0 0 0,-25 0 0,25 0 0,0 25 0,-25-25 0,25 0 0,0 0 0,0 0 0,-25 0 0,25 0 15,0 0-15,0 0 0,0 0 0,0 0 0,-25 0 0,25 0 0,0 0 0,0 0 0,0 0 0,0 0 0,0 0 0,0 0 0,0-25 0,-24 25 0,24 0 0,24 0 0,-24-25 0</inkml:trace>
  <inkml:trace contextRef="#ctx0" brushRef="#br1" timeOffset="147662.4458">9376 4490 0,'0'-25'31,"0"25"-31,0 0 16,0 0-16,0 0 0,0 0 0,0 0 0,0 0 0,0 0 0,0 0 0,0 0 0,0 0 16,0 0-16,0 0 0,0 0 0,0 0 0,0 0 0,0 0 0,0 0 0,0 0 0,0 0 0,0 0 15,0 0-15,0 0 0,0 0 0,0 0 0,0 0 0,0 0 0,0 0 0,0 0 0,0 0 16,0 0-16,0 0 0,0 0 0,0 0 0,0 0 0,0 0 0,0 0 15,0 0-15,0 0 0,0 0 0,0 0 0,0 0 0,0 0 0,0 0 0,0 0 0,0 0 0,0 0 0,0 0 16,0 0-16,0 0 0,0 0 0,0 0 0,0 0 0,0 0 0,0 0 0,0 0 0,0 0 16,0 25-16,0-25 0,0 0 0,0 0 0,0 0 0,0 0 0,0 0 0,0 0 0,0 24 0,0-24 15,0 0-15,0 0 0,0 0 0,0 0 0,0 25 0,0-25 0,25 0 16,-25 0-16,0 0 0,0 25 0,0-25 0,0 0 0,0 0 0,0 0 15,0 25-15,0-25 0,0 0 0,0 0 0,0 25 0,0-25 16,0 0-16,0 24 0,0-24 0,0 0 0,0 0 16,0 25-16,0-25 0,0 0 0,0 25 0,0-25 0,0 0 15,0 0-15,0 25 0,0-25 0,0 0 0,25 0 16,-25 25-16,0-25 0,0 0 0,0 0 0,0 24 0,0-24 15,0 0-15,0 0 0,0 0 0,0 25 0,0-25 16,0 0-16,0 0 0,0 25 0,0-25 0,25 0 16,-25 0-16,0 25 0,0-25 0,0 0 0,0 0 0,0 0 15,0 25-15,0-25 0,0 0 0,24 0 0,-24 0 16,0 25-16,0-25 0,0 0 0,0 0 0,25 0 0,-25 0 15,0 24-15,0-24 0,0 0 0,0 0 0,25 0 16,-25 0-16,0 0 0,0 0 0,0 0 0,25 0 0,-25 0 16,0 0-16,0 25 0,0-25 0,25 0 0,-25 0 15,0 0-15,0 0 0,0 0 0,0 0 0,24 0 16,-24 0-16,0 0 0,0 0 0,0 0 0,25 0 0,-25 0 15,0-25-15,0 25 0,0 0 0,25 0 0,-25 0 16,0 0-16,0 0 0,25 0 0,-25 0 0,0 0 16,0-24-16,25 24 0,-25 0 0,0 0 0,0 0 0,0 0 15,0-25-15,24 25 0,-24 0 0,0 0 0,0 0 16,0 0-16,0 0 0,0-25 0,0 25 0,25 0 0,-25 0 15,0 0-15,0 0 0,0-25 0,0 25 0,0 0 16,0 0-16,0 0 0,0-25 0,0 25 0,0 0 0,0 0 16,0 0-16,0-25 0,0 25 0,0 0 0,0-24 15,0 24-15,0 0 0,0 0 0,0-25 0,0 25 16,0 0-16,0 0 0,-25-25 0,25 25 0,0 0 0,0 0 15,0-25-15,0 25 0,0 0 0,0-25 0,-24 25 0,24 0 16,0 0-16,0 0 0,0-24 0,-25 24 0,25 0 16,0 0-16,0 0 0,0-25 0,-25 25 0,25 0 15,0 0-15,0 0 0,0 0 0,-25-25 0,25 25 16,0 0-16,0 0 0,0 0 0,-25 0 0,25 0 0,0 0 15,0 0-15,0 0 0,-24 0 0,24 0 0,0 0 16,0 0-16,-25 0 0,25 0 0,0-25 0,0 25 0,-25 0 16,25 0-16,0 0 0,0 25 0,-25-25 0,25 0 15,0 0-15,0 0 0,-25 0 0,25 0 0,0 0 16,0 0-16,0 0 0,-24 0 0,24 0 0,0 0 0,0 0 15,0 0-15,0 0 0,-25 0 0,25 0 0,0 0 0,0 0 16,0 0-16,0 0 0,0 0 0,0 0 0,0 0 16,0 0-16,0 0 0,0 0 0,0 0 0,0 0 15,0 0-15,0 0 0,0 0 0,0 0 0,0 0 0,0 0 16,0 0-16,0 0 0,0 0 0,0 0 0,0 0 15,0 0-15,0 0 0,0 0 0,25 0 0</inkml:trace>
  <inkml:trace contextRef="#ctx0" brushRef="#br1" timeOffset="149068.5262">10418 4564 0,'0'0'0,"0"0"0,0 0 0,0 0 16,0 0-16,0 0 0,0 0 0,0 0 0,0 0 16,0 0-16,0 0 0,0 0 0,0 0 0,0 0 15,0 0-15,0 0 0,0 0 0,0 0 0,0 0 0,0 0 16,0 0-16,0 0 0,0 0 0,0 0 0,0 0 0,0 0 15,0 0-15,0 0 0,0 0 0,0 0 0,0 0 16,0 0-16,0 0 0,0 0 0,0 0 0,0 0 16,0 0-16,0 0 0,0 0 0,0 0 0,0 0 0,0 0 15,0 0-15,0 0 0,0 0 0,0 0 0,0 0 16,0 0-16,0 0 0,0 0 0,0 0 0,0 0 0,0 0 15,0 0-15,0 0 0,0 0 0,0 0 0,0 0 344</inkml:trace>
  <inkml:trace contextRef="#ctx0" brushRef="#br1" timeOffset="149350.5423">10616 5011 0,'0'0'0,"0"0"0,0 0 0,0 0 0,0 0 0,0 0 0,0 0 0,0 0 0,0 0 0,0 0 16,0 0-16,0 0 0,0 0 0,0 0 0,0 0 0,0 0 15,0 0-15,0 0 0,0 0 0,0 0 0,0 24 16,0-24-16,25 0 0,-25 0 0,0 0 0,0 0 16,0 0-16,0 0 0,0 25 0,0-25 0,0 0 0,0 0 15,0 0-15,25 0 0,-25 0 0,0 25 0,0-25 0,0 0 16,0 0-16,0 0 0,0 25 0,0-25 0,0 0 15,0 0-15,0 0 0,25 0 0,-25 25 0,0-25 16,0 0-16,0 0 0,0 0 0,0 24 0,0-24 0,0 0 16,0 0-16,0 0 0,0 25 0,0-25 0,0 0 15,0 0-15,0 25 0,0-25 0,0 0 0,0 0 16,-25 0-16,25 25 0,0-25 0,0 0 0,0 0 0,0 0 15,0 25-15,-25-25 0,25 0 0,0 0 0,0 0 16,-25 0-16,25 0 0,0 24 0,0-24 0,-24 0 0,24 0 16,0 0-16,-25 0 0,25 0 0,-25 0 0,25 0 15,0 0-15,-25 0 0,25 0 0,0 0 0,0 0 0,0 0 16,-25 0-16,25 0 0,0 0 0,0-24 0,0 24 15,0 0-15,0 0 0</inkml:trace>
  <inkml:trace contextRef="#ctx0" brushRef="#br1" timeOffset="150836.6273">11013 4614 0,'0'0'0,"0"0"0,0 0 0,0 0 0,0 0 16,0 0-16,0 0 0,0 0 0,0 0 0,0 0 15,0 0-15,0 0 0,0 0 0,0 0 0,0 0 16,0 0-16,0-25 0,0 25 0,0 0 0,0 0 0,0 0 15,0 0-15,0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25 0,0-25 0,0 0 0,0 0 16,0 0-16,0 0 0,0 0 0,0 0 0,0 0 15,25 0-15,-25 24 0,0-24 0,0 0 0,0 0 16,0 0-16,0 25 0,0-25 0,0 0 0,0 0 0,0 0 15,0 25-15,0-25 0,0 0 0,0 0 0,0 25 0,0-25 16,0 0-16,0 0 0,0 0 0,0 25 0,0-25 16,0 0-16,0 0 0,0 24 0,0-24 0,0 0 15,0 0-15,0 0 0,0 0 0,0 0 0,0 0 0,0 25 16,0-25-16,0 0 0,0 0 0,0 0 0,0 0 15,0 0-15,0 0 0,0 0 0,0 0 0,0 0 0,0 0 16,0 0-16,0 0 0,0 0 0,0 0 0,0 0 16,0 0-16,0 0 0,0 0 0,0 0 0,0 0 15,0 0-15,0 0 0,25 0 0,-25 0 0,0 0 0,0 0 16,0 0-16,0 0 0,0 0 0,0 0 0,0-25 15,0 25-15,25 0 0,-25 0 0,0 0 0,0 0 0,0 0 16,0 0-16,24 0 0,-24 0 0,0 0 0,0 0 16,0-24-16,25 24 0,-25 0 0,0 0 0,0 0 15,0 0-15,0 0 0,25 0 0,-25 0 0,0 0 16,0 0-16,0 0 0,0 0 0,25 0 0,-25 0 0,0 0 15,0 0-15,0 0 0,0 0 0,0 0 0,0 0 0,25 0 16,-25 0-16,0 0 0,0 0 0,0 0 0,0 0 16,0 0-16,25 0 0,-25 0 0,0 0 0,0 0 15,0 24-15,0-24 0,0 0 0,24 0 0,-24 0 0,0 0 16,0 0-16,0 0 0,0 25 0,0-25 0,0 0 15,25 0-15,-25 0 0,0 0 0,0 25 0,0-25 0,0 0 16,0 0-16,0 0 0,0 0 0,0 25 0,0-25 16,0 0-16,0 0 0,0 0 0,0 25 0,0-25 0,0 0 15,0 0-15,0 0 0,0 25 0,0-25 0,0 0 16,0 0-16,0 0 0,0 24 0,0-24 0,0 0 0,0 0 15,0 0-15,0 25 0,0-25 0,0 0 0,0 0 16,0 0-16,-25 25 0,25-25 0,0 0 0,0 0 16,0 0-16,0 0 0,0 25 0,-24-25 0,24 0 0,0 0 15,0 0-15,0 25 0,-25-25 0,25 0 0,0 0 16,0 0-16,0 0 0,0 24 0,-25-24 0,25 0 15,0 0-15,0 0 0,0 0 0,-25 0 0,25 0 0,0 0 16,0 0-16,0 0 0,0 0 0,0 0 0,0 0 0,-25 0 16,25 0-16,0 0 0,0 0 0,0 0 15,0 0-15,0 0 0,0 0 0,0 0 0,-25 0 0,25 0 16,0-24-16,0 24 0,0 0 0,0 0 0,0 0 0,0 0 15,0 0-15,0 0 0,0 0 0,0 0 0,0 0 16,0 0-16,0 0 0,0 0 0,0 0 0,0-25 0,0 25 16,0 0-16,0 0 0,0 0 0,0 0 0,0 0 15,0 0-15,0-25 0,0 25 0,0 0 0,0 0 16,25 0-16,-25 0 0,0-25 0,0 25 0,0 0 0,0 0 15,0-25-15,0 25 0,0 0 0,0 0 0</inkml:trace>
  <inkml:trace contextRef="#ctx0" brushRef="#br1" timeOffset="151522.6666">11112 4589 0,'0'0'0,"0"0"0,0 0 0,0 0 15,0 0-15,0 0 0,0 0 0,0 0 0,0 0 0,0 0 16,0 0-16,0 0 0,0 0 0,0 0 0,0 0 15,0 0-15,0 0 0,0 0 0,0 0 0,0 0 16,0 0-16,0 0 0,0 0 0,0 0 0,0 0 0,0 0 16,0 0-16,0 0 0,0 0 0,0 0 0,0 0 15,0 0-15,0 0 0,0 0 0,0 0 0,0 0 0,0 0 16,0 0-16,0 0 0,0 0 0,0 0 0,0 0 15,0 0-15,0 0 0,0 0 0,0 0 0,0 0 0,0 0 16,0 0-16,0 0 0,0 0 0,0 0 0,0 0 16,0 0-16,0 0 0,0 0 0,0 0 0,0 0 15,0 0-15,0 0 0,0 0 0,0 0 0,0 0 0,0 0 16,0 0-16,0 0 0,0 0 0,0 0 0,0 0 0,0 0 15,0 0-15,0 0 0,0 0 0,0 0 0,0 0 16,0 0-16,0 0 0,25 0 0,-25 0 0,0 0 16,0 0-16,25 0 0,-25-25 0,0 25 0,25 0 0,-25 0 15,0 0-15,25 0 0,-25 0 0,25 0 0,-25 0 16,24 0-16,-24 0 0,25 0 0,-25 0 0,25 0 0,-25 0 15,25-25-15,-25 25 0,25 0 0,-25 0 16,24 0-16,-24 0 0,0 0 0,25 0 0,-25 0 0,0 0 16,25 0-16,-25 0 0,0 0 0,0 0 0,0 0 0,0 0 15,0 0-15,0 0 0,0 0 0,0 0 0,0 0 16,0 0-16,0 0 0,0 0 0,0 0 0,0 0 0,0 0 15,0 0-15,0 0 0,0 0 0,0 0 0,0-25 16,25 25-16,-25 0 0,0 0 0,0 0 0,0 0 16,0 0-16,0 0 0,0 0 0,0 0 0,0 0 0,0 0 15,0 0-15,0 0 0,0 0 0,0-24 0,0 24 16,0 0-16,0 0 0,0 0 0,25 0 0</inkml:trace>
  <inkml:trace contextRef="#ctx0" brushRef="#br1" timeOffset="152815.7405">11807 4415 0,'0'0'0,"0"0"15,0 0-15,0 0 0,0 0 0,0 0 0,0 0 0,0 0 0,0 0 0,0 25 0,0-25 16,0 0-16,0 0 0,0 0 0,-25 0 0,25 25 0,0-25 0,0 0 0,0 0 0,0 0 0,0 25 16,0-25-16,0 0 0,0 0 0,0 0 0,0 24 0,0-24 0,0 0 15,0 0-15,0 0 0,0 0 0,0 25 0,0-25 0,0 0 0,0 0 0,0 0 0,0 0 0,0 0 0,0 25 0,0-25 16,0 0-16,0 0 0,0 0 0,0 0 0,0 0 0,0 25 0,0-25 0,0 0 0,0 0 0,0 0 0,0 0 15,0 25-15,0-25 0,0 0 0,0 0 0,0 0 0,0 0 0,0 0 0,0 0 0,0 0 16,0 24-16,0-24 0,0 0 0,0 0 0,0 0 0,0 0 0,0 0 0,0 0 0,0 25 0,0-25 16,25 0-16,-25 0 0,0 0 0,0 0 0,0 0 0,0 0 15,0 25-15,0-25 0,0 0 0,0 0 0,0 0 16,25 0-16,-25 0 0,0 0 0,0 0 0,0 0 0,0 0 15,0 25-15,0-25 0,0 0 0,25 0 0,-25 0 16,0 0-16,0 0 0,0 0 0,0 0 0,0 0 0,0 0 16,0 0-16,0 0 0,0 0 0,0 0 0,0 0 15,0 0-15,0 0 0,24 0 0,-24 0 0,0 0 0,0 0 16,0 0-16,0 0 0,0 0 0,0 0 0,0 0 15,0 0-15,0 0 0,25 0 0,-25 0 0,0 0 16,0 0-16,0 0 0,0 0 0,0-25 0,0 25 0,25 0 16,-25 0-16,0 0 0,0 0 0,0 0 0,0 0 15,0 0-15,0 0 0,0 0 0,0 0 0,0 0 16,0 0-16,0 0 0,0 0 0,0 0 0,0 0 0,0 0 15,0 0-15,0 0 0,0 0 0,0 0 0,0 0 16,0 0-16,0 0 0,0 0 0,0 0 0,0 0 0,0 0 16,0 0-16,0 0 0,0 0 0,0 0 0,0 0 15,0 0-15,0 0 0,0 0 0,0 0 0,0 0 0,0 0 16,0 0-16,-25 0 0,25 0 0,0 25 15,0-25-15,0 0 0,0 0 0,0 0 0,0 0 0,0 0 16,0 0-16,0 0 0,0 0 0,-25 0 0,25 0 16,0 0-16,0 0 0,0 0 0,0 0 0,0 0 0,0 25 15,0-25-15,0 0 0,0 0 0,0 0 0,-24 0 0,24 0 16,0 0 15,0 24-31,0-24 0,0 0 0,0 0 0,0 0 0,0 0 0,0 0 0,0 25 0,0-25 0,0 0 0,0 0 0,0 0 0,0 0 0,0 25 0,0-25 16,0 0-16,0 0 0,0 0 0,0 25 0,0-25 15,0 0-15,0 0 0,0 0 0,0 25 0,0-25 16,0 0-16,0 0 0,0 0 0,0 25 0,0-25 0,0 0 15,0 0-15,0 0 0,0 24 0,0-24 0,24 0 16,-24 0-16,0 0 0,0 25 0,0-25 0,0 0 0,0 0 16,0 25-16,0-25 0,0 0 0,0 0 0,0 0 15,0 0-15,0 0 0,0 25 0,0-25 0,0 0 0,25 0 16,-25 0-16,0 0 0,0 0 0,0 0 0,0 0 15,0 0-15,-25 0 0,25 25 0,0-25 0,0 0 0,0 0 16,0 0-16,0 0 0,0 0 0,0 0 0,0 0 16,-24 0-16,24 0 0,0 0 0,0 24 0,0-24 15,-25 0-15,25 0 0,0 0 0,0 0 0,0 0 0,-25 0 16,25 0-16,0 0 0,0 0 0,0 0 0,0 0 15,0 0-15,0 0 0,0 0 0,0 0 0,0 0 0,0 0 16,0-24-16,0 24 0,0 0 0,0 0 0,0 0 16,25-25-16,-25 25 0,0 0 0</inkml:trace>
  <inkml:trace contextRef="#ctx0" brushRef="#br1" timeOffset="153396.7738">12626 4887 0,'0'0'0,"0"0"0,0 0 0,0 0 0,0 0 0,0 0 16,0 0-16,0 0 0,0 0 0,0 0 0,0 0 0,0-25 0,0 25 0,0 0 15</inkml:trace>
  <inkml:trace contextRef="#ctx0" brushRef="#br1" timeOffset="154369.829">13568 4465 0,'0'0'0,"0"0"0,0 25 0,0-25 0,0 0 15,0 0-15,0 0 0,0 0 0,0 0 0,0 0 16,0 0-16,0 0 0,0 0 0,0 0 0,0 0 0,0 0 16,0 0-16,0 0 0,0 0 0,0 0 0,0 0 15,0 0-15,0 0 0,0 0 0,0 0 0,0 0 0,0 0 16,0 0-16,0 0 0,0 0 0,0 0 0,0 0 15,0 0-15,0 0 0,0 0 0,0 0 0,0 0 0,0 0 16,0 0-16,0 24 0,0-24 0,0 0 0,0 0 16,0 25-16,0-25 0,0 0 0,0 25 0,0-25 15,25 0-15,-25 25 0,0-25 0,0 0 0,0 25 0,0-25 16,-25 0-16,25 24 0,0-24 0,0 25 0,0-25 15,0 25-15,0-25 0,0 0 0,0 25 0,0-25 0,0 25 16,0-25-16,0 0 0,0 24 0,0-24 0,0 25 16,0-25-16,0 0 0,0 25 0,0-25 0,0 0 0,0 25 15,0-25-15,0 0 0,0 25 0,0-25 0,0 0 16,0 0-16,0 25 0,0-25 0,0 0 0,0 0 15,0 0-15,0 0 0,0 0 0,0 24 0,0-24 0,0 0 16,0 0-16,0 0 0,0 0 0,0 0 0,0 0 16,0 0-16,0 0 0,0 0 0,0 0 0,0 0 0,0 0 15,0 0-15,0 0 0,25 0 0,-25 0 0,0 0 16,0 0-16,0-24 0,0 24 0,0 0 0,0 0 15,0 0-15,0 0 0,0-25 0,0 25 0,0 0 0,0-25 16,0 25-16,0 0 0,0-25 0,0 25 0,0 0 16,0-25-16</inkml:trace>
  <inkml:trace contextRef="#ctx0" brushRef="#br1" timeOffset="154633.8443">13519 4514 0,'-25'0'0,"25"0"0,0 0 0,0 0 15,0 0-15,0 0 0,0 0 0,0 0 0,0 0 16,0 0-16,0 0 0,0 0 0,0 0 0,0 0 0,0 0 16,0-24-16,0 24 0,0 0 0,0 0 0,0 0 15,25 0-15,-25 0 0,0 0 0,24 0 0,-24 0 16,25 0-16,-25 0 0,25-25 0,-25 25 0,25 0 15,-25 0-15,25 0 0,-25 0 0,24 0 0,-24 0 0,25 0 16,-25 0-16,25 0 0,-25 0 0,25 0 0,-25 0 0,25 0 16,-25 0-16,0 0 0,24 0 0,-24 0 0,0 0 15,0 0-15,0 0 0,25 0 0,-25 0 0,0 25 16,0-25-16</inkml:trace>
  <inkml:trace contextRef="#ctx0" brushRef="#br1" timeOffset="155875.9156">13965 4688 0,'0'0'0,"0"0"0,0 0 0,0-25 0,0 25 0,0 0 16,0 0-16,0 0 0,0 0 0,0-25 0,0 25 15,0 0-15,0 0 0,0 0 0,0 0 0,0 0 0,0 0 16,0 0-16,0 0 0,0 0 0,0 0 0,0 0 15,0 0-15,0 0 0,0 0 0,0 0 0,0 0 16,0 0-16,0 25 0,0-25 0,0 0 0,0 0 0,0 0 16,0 0-16,0 25 0,0-25 0,0 0 0,0 25 15,0-25-15,0 0 0,0 25 0,0-25 0,0 24 0,0-24 16,0 0-16,0 25 0,0-25 0,0 25 0,0-25 15,0 0-15,0 25 0,0-25 0,0 0 0,0 25 16,0-25-16,0 0 0,0 25 0,0-25 0,0 0 0,0 24 16,0-24-16,0 0 0,0 0 0,25 0 0,-25 0 15,0 0-15,0 0 0,0 0 0,0 0 0,0 0 0,25 0 16,-25 0-16,0 0 0,0 0 0,24 0 0,-24 0 15,0 0-15,0 0 0,25 0 0,-25 0 0,0-24 0,0 24 16,25 0-16,-25 0 0,0-25 0,0 25 0,25 0 16,-25 0-16,0-25 0,0 25 0,0 0 0,0-25 15,25 25-15,-25 0 0,0-25 0,0 25 0,0-25 0,0 25 16,0-24-16,0 24 0,0 0 0,0-25 0,0 25 15,0-25-15,24 25 0,-24 0 0,0-25 0,0 25 16,0 0-16,0 0 0,0 0 0,0-25 0,0 25 0,0 0 16,0 0-16,0 0 0,0 0 0,0 0 0,0 0 15,0 0-15,0 0 0,0 0 0,0 0 0,0 0 0,0 0 16,0 0-16,0 0 0,0 0 0,0 0 0,0 0 15,0 25-15,0-25 0,0 0 0,0 0 0,0 0 16,0 25-16,0-25 0,0 0 0,0 25 0,0-25 0,0 25 16,0-25-16,0 0 0,0 24 0,0-24 0,0 0 15,0 25-15,0-25 0,25 0 0,-25 25 0,0-25 0,0 0 16,0 0-16,0 25 0,0-25 0,0 0 0,0 0 15,0 0-15,0 0 0,0 25 0,0-25 0,0 0 0,0 0 16,0 0-16,0 0 0,0 0 0,0 0 0,0 0 16,0 0-16,0 0 0,0 0 0,0 0 0,0 0 15,0 0-15,0 0 0,0 0 0,0 0 0,0 0 0,0 0 16,0 0-16,0 0 0,0 0 0,0 0 0,0-25 15,0 25-15,0 0 0,0 0 0,0-25 0,0 25 0,0 0 16,0-25-16,0 25 0,0 0 0,0-25 0,0 25 16,0-24-16,25 24 0,-25-25 0,0 25 0,0 0 15,0-25-15,0 25 0,25 0 0,-25 0 0,0-25 0,0 25 16,0 0-16,25 0 0,-25 0 0,0 0 0,0 0 15,0 0-15,24 0 0,-24 0 0,0 0 0,0 0 16,0 0-16,25 0 0,-25 0 0,0 0 0,0 0 0,0 0 16,25 0-16,-25 25 0,0-25 0,0 0 0,0 25 15,0-25-15,0 0 0,0 25 0,25-25 0,-25 0 0,0 24 16,0-24-16,0 0 0,0 25 0,0-25 0,0 0 15,-25 25-15,25-25 0,0 0 0,0 0 0,0 25 0,0-25 16,0 0-16,0 0 0,0 0 0,0 25 0,0-25 16,0 0-16,0 0 0,0 0 0,0 0 0,0 0 15,0 0-15,0 0 0,0 0 0,0 0 0,0 0 0,0 0 16,0 0-16,0 0 0,0 0 0,0 0 0,0 0 15,0 0-15,0 0 0,0 0 0,0 0 0,0 0 0,0-25 16,0 25-16,0 0 0,0-25 0,25 25 0,-25 0 16,0-25-16,0 25 0,0-25 0,25 25 0,-25-24 0,0 24 15,25 0-15,-25-25 0,0 25 0,0 0 0,24 0 16,-24-25-16,0 25 0,0 0 0,0 0 0,25 0 15,-25 0-15,0 0 0,0 0 0,0 0 0,0 0 0,0 0 16,0 0-16,25 25 0,-25-25 0,0 0 0,0 0 0,0 0 16,0 25-16,0-25 0,0 0 0,0 24 0,0-24 15,0 0-15,0 25 0,25-25 0,-25 0 0,0 25 16,0-25-16,0 25 0,0-25 0,0 0 0,0 25 15,0-25-15,0 0 0,0 0 0,0 25 0,0-25 0,0 0 16,0 0-16,0 24 0,0-24 0,0 0 0,-25 0 16,25 0-16,0 0 0,0 0 0,0 0 0,-25 0 0,25 0 15,0 0-15,0 0 0,0 0 0</inkml:trace>
  <inkml:trace contextRef="#ctx0" brushRef="#br1" timeOffset="156098.9283">14114 4539 0,'0'0'0,"0"0"0,0 0 0,0 0 0,0 0 16,0 0-16,0 0 0,0 0 0,0-25 0,0 25 15,25 0-15,-25 0 0,0 0 0,24 0 0,-24 0 16,0-24-16,25 24 0,0 0 0,-25 0 0,25 0 15,-25 0-15,25 0 0,-1 0 0,1 0 0,-25 0 0,25 0 16,0 0-16,0 0 0,0 0 0,-25-25 0,24 25 0,1 0 16,0 0-16,0 0 0,-25 0 0,25 0 0,-1 0 15</inkml:trace>
  <inkml:trace contextRef="#ctx0" brushRef="#br1" timeOffset="156976.9785">15478 4738 0,'0'0'0,"0"0"0,0 0 0,0-25 0,-25 25 0,25 0 16,0 0-16,0 0 0,0-25 0,0 25 0,0 0 15,0 0-15,0 0 0,25-25 0,-25 25 0,0 0 16,0 0-16,0 0 0,0-25 0,0 25 0,0 0 0,0 0 16,25 0-16,-25 0 0,0 0 0,0 0 0,25-24 0,-25 24 234,0 297-234,0-297 0,0 0 0,0 0 0,0 0 0,0 0 0,0 0 15,0 0-15,0 0 0,0 0 0,0 0 0,0 0 0,0 0 0,0 0 0,0 0 0,0 0 16,0 0-16,0 0 0,0 0 0,0 0 0,0 0 0,25-24 0,-25 24 15,0 0-15,0 0 0,24-25 0,-24 25 0,25 0 0,-25-25 0,0 25 0,25-25 0,-25 25 0,0-25 16,25 25-16,-25 0 0,25-25 0,-25 25 0,0 0 0,24-24 0,-24 24 16,0-25-16,0 25 0,25 0 0,-25 0 0,0-25 0,0 25 0,0 0 0,25 0 15,-25 0-15,0 0 0,0-25 0,0 25 0,0 0 0,0 0 0,0 0 0,0 0 16,0 0-16,0 0 0,0 0 0,0 0 0,0 0 0,0 0 0,0 0 15,0 0-15,0 0 0,0 0 0,0 0 0,0 25 0,-25-25 0,25 0 16,0 0-16,0 25 0,0-25 0,0 25 0,-25-25 0,25 0 0,0 24 0,0-24 0,0 25 16,0-25-16,0 0 0,0 25 0,0-25 0,0 0 0,0 25 0,0-25 0,0 0 15,0 25-15,0-25 0,0 0 0,0 25 0,0-25 0,0 0 0,0 0 16,25 24-16,-25-24 0,0 0 0,0 0 0,25 0 0,-25 0 0,0 25 0,25-25 15,-25 0-15,0 0 0,25 0 0,-25 0 0,0 0 16,24 0-16,-24-25 0,25 25 0,-25 0 0,0 0 16,25 0-16,-25-24 0,0 24 0,0 0 0,0 0 0,0 0 15,0-25-15,0 25 0,0 0 0,0 0 0,0-25 0,0 25 16,0 0-16</inkml:trace>
  <inkml:trace contextRef="#ctx0" brushRef="#br1" timeOffset="159365.1151">15379 4514 0,'0'0'0,"0"0"0,0 0 0,0 0 15,0 0-15,0 0 0,0 0 0,0 0 0,0 0 0,0 0 0,0 0 16,0 0-16,0 0 0,0 0 0,0 0 0,0 0 16,0 0-16,0 0 0,0 0 0,0 0 0,0 0 0,0 0 15,0 0-15,0 0 0,0 0 0,0 0 0,0 0 16,0 0-16,0 0 0,0 0 0,0 0 0,0 0 15,0 0-15,0 0 0,0 0 0,0 0 0,0 0 0,0 0 16,0 0-16,0 0 0,0 0 0,0 0 0,0 0 16,0 0-16,0 0 0,0 0 0,0 0 0,0 0 15,0 0-15,0 0 0,0 0 0,0 0 0,0 0 0,0 0 16,0 0-16,0 0 0,0 0 0,0 0 0,0 0 15,0 0-15,0 0 0,0 0 0,0 0 0,0 0 0,0 0 16,0 0-16,0 0 281,-124 373-266,124-373-15,0 24 0,0-24 0,25 0 0,-25 25 0,0-25 0,0 0 0,0 25 0,0-25 0,0 0 0,24 25 0,-24-25 0,0 0 0,0 25 0,0-25 0,25 0 0,-25 0 0,0 0 0,0 24 0,0-24 0,25 0 0,-25 0 0,0 25 0,0-25 0,0 0 0,25 0 0,-25 0 0,0 0 0,0 0 0,0 0 0,0 0 0,0 0 16,0 0-16,0 0 0,0 0 0,25 0 0,-25 0 0,0 0 0,0 0 0,0 0 0,0-25 0,0 25 0,0 0 16,0 0-16,0 0 0</inkml:trace>
  <inkml:trace contextRef="#ctx0" brushRef="#br1" timeOffset="160542.1824">16197 4762 0,'0'0'0,"0"25"0,0 0 16,25-25-16,-25 25 0,0-25 0,0 0 0,0 25 0,0-25 0,0 25 0,0-25 15,0 24-15,0-24 0,0 25 0,-25-25 0,25 25 0,0-25 0,0 25 0,0-25 0,0 25 16,-24-25-16,24 0 0,0 24 0,0-24 0,-25 25 0,25-25 0,0 0 16,-25 25-16,25-25 0,0 25 0,-25-25 0,25 0 0,-25 25 0,25-25 0,0 0 15,0 0-15,-24 24 0,24-24 0,0 0 0,-25 0 0,25 0 0,0 0 0,0 0 16,0 0-16,0 0 0,0 0 0,0 0 0,0 0 0,0 0 0,0 0 15,0 0-15,0 0 0,0 0 0,0 0 0,0 0 0,0 0 0,0 0 0,0 0 16,0 0-16,0 0 0,0 0 0,0 0 0,0-24 0,0 24 0,0 0 0,0 0 0,0-25 0,0 25 16,0 0-16,0 0 0,0 0 0,0-25 0,0 25 0,25 0 0,-25 0 0,0 0 0</inkml:trace>
  <inkml:trace contextRef="#ctx0" brushRef="#br1" timeOffset="161582.2419">16123 4539 0,'0'0'15,"0"0"-15,0 0 0,0 0 0,0 0 0,0 0 0,0 0 0,0 0 16,0 0-16,0 0 0,0 0 0,0 0 0,0 0 0,0 0 0,0 0 0,0 0 15,0 0-15,0 0 0,0 0 0,0-25 0,0 25 0,0 0 0,0 0 0,0 0 0,0 0 16,0 0-16,0 0 0,0 0 0,0 0 0,0 0 0,0 0 0,0 0 0,0 0 16,0 0-16,0-24 0,0 24 0,0 0 0,0 0 0,0 0 0,0 0 0,0 0 15,0 0-15,0 0 0,25-25 0,-25 25 0,0 0 0,0 0 0,0 0 0,0 0 16,0 0-16,0 0 0,0 0 0,0-25 0,0 25 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0,0 0 0,0 0 0,0 0 15,0 25-15,0-25 0,0 0 0,0 0 0,0 0 16,0 0-16,0 0 0,0 0 0,0 0 0,0 25 0,0-25 15,0 0-15,0 0 0,0 0 0,25 0 0,-25 0 16,0 24-16,0-24 0,0 0 0,0 0 0,0 0 16,0 25-16,0-25 0,0 0 0,0 0 0,0 25 0,0-25 15,0 0-15,0 25 0,0-25 0,0 0 0,0 25 16,0-25-16,24 0 0,-24 24 0,0-24 0,0 0 0,0 25 15,0-25-15,0 0 0,0 25 0,0-25 0,0 0 16,0 25-16,0-25 0,0 0 0,0 25 0,0-25 0,0 0 16,0 24-16,0-24 0,-24 0 0,24 0 0,0 0 15,0 0-15,-25 0 0,25 25 0,-25-25 0,25 0 16,-25 0-16,25 0 0,-25 0 0</inkml:trace>
  <inkml:trace contextRef="#ctx0" brushRef="#br1" timeOffset="162893.3169">16619 5035 0,'25'0'0,"-25"0"0,0 0 0,0 0 16,0 0-16,0 0 0,0-24 0,0 24 0,0 0 0,0 0 0,0 0 0,0 0 16,0 0-16,0 0 0,0 0 0,0 0 0,0 0 0,0-25 0,25 25 15,-25 0-15,0 0 0,0 0 0,0 0 0,0 0 0,0 0 0,0 0 0,0 0 16,0-25-16,0 25 0,0 0 0,0 0 0,0 0 0,0 0 0,0 0 15,0 0-15,-25 0 0,25-25 0,0 25 0,0 0 0,0 0 0,0 0 0,0 0 0,0 0 16,0 0-16,0 0 0,0 0 0,0 0 0,-25 0 0,25 0 0,0-25 0,0 25 16,0 0-16,0 0 0,-25 0 0,25 0 0,0 0 0,0 0 0,0 0 0,-24 0 0,24 0 15,0 0-15,0 0 0,0 0 0,-25 25 0,25-25 0,0 0 0,0 0 16,0 0-16,-25 0 0,25 0 0,0 0 0,0 0 0,0 0 0,0 25 0,-25-25 0,25 0 15,0 0-15,0 0 0,0 0 0,0 0 0,0 0 0,0 0 16,0 25-16,0-25 0,0 0 0,0 0 0,0 0 0,0 0 16,0 0-16,0 25 0,0-25 0,0 0 0,0 0 15,0 0-15,0 0 0,0 24 0,0-24 0,0 0 16,0 0-16,0 0 0,0 0 0,0 0 0,0 25 0,25-25 15,-25 0-15,0 0 0,0 0 0,0 25 0,0-25 0,25 0 16,-25 0-16,0 0 0,0 25 0,0-25 0,25 0 16,-25 0 280,0 248-296,0-248 0,0 0 0,0 0 0,0 0 0,-25 0 0,25 0 0,0 0 0,0 0 0,0 0 0,0 0 0,0 0 0,0-25 0,0 25 0,0 0 0,0 0 0,0-25 0,0 25 0,0 0 0,0 0 0,0-25 0,0 25 0,0 0 0,0 0 0,0 0 0,0-24 0,0 24 16,0 0-16,0 0 0,0 0 0,0 0 0,0 0 0,0 0 0,0 0 0,0 0 0,0 0 15,0 0-15,0 0 0,0 0 0,0 0 0,0 0 0,0 0 0,0 0 0,0 0 0,0 0 0</inkml:trace>
  <inkml:trace contextRef="#ctx0" brushRef="#br1" timeOffset="166920.5473">1960 6052 0,'0'0'0,"0"0"15,0 0-15,0 25 0,0-25 0,0 0 0,0 0 16,0 0-16,0 0 0,0 0 0,0 0 0,0 0 0,0 0 16,0 0-16,0 0 0,0 0 0,0 0 0,0 0 15,0 0-15,0 0 0,0 0 0,0 0 0,0 0 0,0 0 16,0 0-16,0 0 0,0 0 0,0 0 0,0-25 0,0 25 15,-25 0-15,25 0 0,0 0 0,0 0 0,0 0 16,0 0-16,0 0 0,0 0 0,0 0 0,0 0 0,0 0 16,0 0-16,0 0 0,0 0 0,0 0 0,0 0 15,0 0-15,0 0 0,25 0 0,-25 0 0,0 0 0,0 0 16,0 0-16,0 0 0,0 0 0,0 0 0,0 0 0,0 0 15,0 0-15,0 0 0,0 0 0,0 0 0,0 0 16,0 0-16,0 0 0,0 0 0,0 0 0,0 0 0,0 0 16,0 0-16,0 0 0,0 0 0,0 0 0,0 0 0,0 0 15,0 0-15,0 0 0,0 0 0,0 0 0,0 25 16,0-25-16,0 0 0,0 0 0,0 0 0,0 0 0,0 0 15,0 0-15,0 0 0,0 0 0,0 25 0,0-25 16,0 0-16,-25 0 0,25 25 0,0-25 0,0 25 0,0-25 16,0 24-16,0-24 0,0 25 0,0-25 0,0 25 15,0-25-15,0 25 0,0-25 0,0 25 0,0-25 0,0 24 16,0-24-16,0 25 0,0-25 0,0 25 0,0-25 0,0 0 15,0 25-15,0-25 0,25 0 0,-25 25 0,0-25 16,0 0-16,0 0 0,0 24 0,0-24 0,0 0 0,-25 0 16,25 0-16,0 0 0,0 0 0,0 0 0,0 25 15,0-25-15,0 0 0,0 0 0,0 0 0,0 0 0,0 0 16,0 0-16,0 0 0,0 0 0,0 0 0,0 0 15,0 0-15,0 0 0,0 0 0,0 25 0,0-25 0,0 0 16,0 0-16,0 0 0,0 0 0,0 0 0,0 0 0,0 0 16,0 0-16,0 0 0,0 0 0,0 0 0,0 0 15,0 0-15,0 0 0,0 0 0,0 0 0,0 0 0,0 0 16,0 0-16,0 0 0,0 0 0,0 0 0,0 0 0,0 0 15,0 0-15,0-25 0,0 25 0,0 0 0,0 0 16,0 0-16,0 0 0,0-25 0,0 25 0</inkml:trace>
  <inkml:trace contextRef="#ctx0" brushRef="#br1" timeOffset="167746.5943">1984 6127 0,'0'0'0,"0"0"0,0 0 0,0 0 0,0 0 0,0-25 15,0 25-15,0 0 0,0 0 0,0 0 0,0 0 0,0 0 16,0 0-16,0 0 0,0 0 0,0 0 0,0 0 0,0 0 15,0 0-15,0 0 0,0 0 0,0 0 0,0 0 16,0 0-16,0-25 0,0 25 0,0 0 0,0 0 0,0 0 16,0 0-16,0 0 0,0 0 0,0 0 0,0 0 15,0 0-15,25-25 0,-25 25 0,0 0 0,0 0 0,0 0 16,0 0-16,0 0 0,0 0 0,0 0 0,0 0 0,0 0 15,0-24-15,0 24 0,25 0 0,-25 0 0,0 0 16,0 0-16,0 0 0,0 0 0,25 0 0,-25 0 0,0 0 16,0 0-16,0 0 0,25 0 0,-25 0 0,0 0 15,0 0-15,0 0 0,24 0 0,-24 0 0,0 0 0,0 0 16,0 0-16,0 0 0,0 0 0,25 24 0,-25-24 0,0 0 15,0 0-15,0 0 0,0 25 0,0-25 0,0 0 16,0 0-16,25 0 0,-25 25 0,0-25 0,0 0 16,0 0-16,0 0 0,0 25 0,0-25 0,0 0 0,-25 0 15,25 25-15,0-25 0,0 0 0,0 0 0,0 24 16,0-24-16,-25 0 0,25 25 0,0-25 0,0 0 0,0 0 15,-24 25-15,24-25 0,0 0 0,0 0 0,0 25 16,0-25-16,-25 0 0,25 0 0,0 0 0,0 0 0,0 0 16,0 0-16,0 0 0,0 0 0,0 0 0,0 0 0,0 0 15,0 0-15,0 0 0,0 0 0,0 0 0,0 0 0,0 0 16,0 0-16,0 0 0,0 0 0,0 0 0,0 0 15,25 0-15,-25 0 0,0 0 0,0 0 0,24 0 0,-24 0 16,0 0-16,0 0 0,25 0 0,-25 0 0,0 0 16,0-25-16,25 25 0,-25 0 0,0 0 0,0 0 0,25 0 15,-25 0-15,0 0 0,0 0 0,0 0 0,25 25 0,-25-25 16,0 0-16,0 0 0,0 0 0,24 25 0,-24-25 15,0 0-15,0 0 0,0 24 0,0-24 0,0 0 0,25 25 16,-25-25-16,0 25 0,0-25 0,0 0 0,0 25 16,0-25-16,-25 0 0,25 0 0,0 25 0,0-25 0,0 0 15,0 24-15,0-24 0,0 0 0,0 0 0,0 25 0,0-25 16,0 0-16,0 0 0,-24 25 0,24-25 0,0 0 15,0 0-15,0 0 0,-25 0 0,25 0 0,0 0 16,0 25-16,-25-25 0,25 0 0,0 0 0,0 0 0,-25 0 16,25 0-16,0 0 0,0 0 0,0 0 0,0 0 0,-25 0 15,25-25-15,0 25 0,0 0 0,0 0 0,0 0 0,0 0 16,0 0-16,0 0 0,0 0 0,0 0 0,0 0 15,0 0-15,0 0 0,0 0 0,0 0 0,0 0 16,0 0-16,0 0 0,-24 0 0,24 0 0,0 0 0,0 0 16,0 0-16,0 0 0,0 0 0,0 0 0,0 0 0,24 0 15,-24 0-15,0 0 0,0-25 0,0 25 0,0 0 16,25 0-16,-25 0 0,0-25 0,25 25 0</inkml:trace>
  <inkml:trace contextRef="#ctx0" brushRef="#br1" timeOffset="168277.6249">2381 6028 0,'0'0'0,"0"0"0,0 0 15,0 0-15,0-25 0,0 25 0,0 0 0,0 0 16,0 0-16,0 0 0,0 0 0,0 0 0,0 0 0,0 0 16,0 0-16,0 0 0,0 0 0,0 0 0,0 0 0,0 0 15,0 0-15,0 0 0,0 0 0,0 0 0,0 0 16,0 25-16,0-25 0,0 0 0,0 0 0,0 0 15,25 0-15,-25 24 0,0-24 0,0 0 0,0 0 0,0 25 16,0-25-16,0 25 0,0-25 0,0 0 0,0 25 0,0 0 16,0-25-16,0 24 0,0-24 0,0 25 0,0-25 0,0 25 15,0 0-15,0-25 0,25 25 0,-25-25 0,0 24 16,0 1-16,0-25 0,0 25 0,0-25 0,0 25 0,0-25 15,0 25-15,0-25 0,0 24 0,0-24 0,0 0 16,0 25-16,0-25 0,0 0 0,0 0 0,0 25 0,0-25 16,0 0-16,0 0 0,0 0 0,0 0 0,0 25 0,0-25 15,0 0-15,0 0 0,0 0 0,0 0 0,0 0 16,0 0-16,0 0 0,0 0 0,0 0 0,0 0 0,0 0 15,0 0-15,0 0 0,0 0 0,0 0 0,0 0 16,0 0-16,0 0 0,0 0 0,0 0 0,0 0 0,0 0 16,0 0-16,0 0 0,0 0 0,0 0 0,25 0 0,-25 0 15,0 0-15,0 0 0,0 0 0,24 0 0,-24 0 16,0 0-16,0 0 0,25 0 0,-25 0 0,25 0 0,-25 0 15,0 0-15,25 0 0,-25 0 0,25 0 16,-25 0-16,0 0 0,24 0 0,-24 0 0,25 0 0,-25 0 16,0 0-16,25 0 0,-25 0 0,0 0 0,0 0 0,0 0 15,0 0-15,0 0 0,0 0 0,0 0 0</inkml:trace>
  <inkml:trace contextRef="#ctx0" brushRef="#br1" timeOffset="168663.647">3349 6375 0,'0'0'0,"-25"-25"0,25 25 0,0 0 0,0 0 0,0 0 16,0 0-16,0 0 0,0 0 0,0-25 0,0 25 15,0 0-15,0 0 0,0 0 0,0 0 0,0 0 0,0 0 16,0 0-16,0 0 0,0 0 0,0 0 0,0 0 15,0 0-15,0 0 0,0 0 0,0 0 0,0 0 16,0 0-16,0 0 0,0 0 0,0 0 0,0 0 0,0 0 16,0 0-16,0 25 0,0-25 0,0 0 0,0 0 15,0 0-15,0 25 0,0-25 0</inkml:trace>
  <inkml:trace contextRef="#ctx0" brushRef="#br1" timeOffset="168843.6573">3398 6598 0,'0'0'0,"0"0"0,0 0 0,0 25 0,0-25 0,0 0 15,0 0-15,0 0 0,0 0 0,-25 0 0,25 0 0,0 0 16,0 0-16,0 0 0,0 0 0,0 0 0,0 0 16,0 0-16,0 0 0,0 0 0,0 0 0,0 0 15,0 0-15,0 0 0,0 0 0,0 0 0,0 0 0,0 0 16,0 0-16,0 0 0,0 0 0,25 0 0,-25-25 0</inkml:trace>
  <inkml:trace contextRef="#ctx0" brushRef="#br1" timeOffset="169916.7186">4415 6127 0,'0'0'0,"0"0"0,0 0 0,0 0 0,-25-25 0,25 25 0,0 0 0,0 0 0,-24 0 0,24-25 0,0 25 0,0 0 0,0 0 0,-25 0 0,25 0 0,0-25 0,0 25 0,0 0 0,0 0 0,-25 0 0,25 0 0,0 0 0,0 0 0,0 0 0,0 0 0,0 0 15,0 0-15,0 0 0,-25 0 0,25 0 0,0 25 0,0-25 0,-25 0 0,25 0 0,0 0 0,0 25 0,0-25 0,-24 0 0,24 25 0,0-25 0,0 0 16,0 25-16,0-25 0,0 0 0,-25 24 0,25-24 0,0 25 16,0-25-16,25 25 0,-25-25 0,0 25 0,0-25 15,0 25-15,0-25 0,0 24 0,24-24 0,-24 0 0,0 25 16,0-25-16,25 0 0,-25 0 0,0 25 0,0-25 15,25 0-15,-25 0 0,0 0 0,25 25 0,-25-25 16,0 0-16,25 0 0,-25 0 0,0 0 0,24 0 0,-24 0 16,25 0-16,-25 0 0,0 0 0,25-25 0,-25 25 15,0 0-15,25 0 0,-25 0 0,0 0 0,25 0 0,-25-25 16,0 25-16,24 0 0,-24 0 0,0 0 0,0-25 15,0 25-15,25 0 0,-25 0 0,0 0 0,0-24 0,0 24 16,0 0-16,0-25 0,0 25 0,0 0 0,0 0 16,0-25-16,0 25 0,0 0 0,0 0 0,0 0 15,0 0-15,0-25 0,0 25 0,0 0 0,0 0 16,0 0-16,0 0 0,0 0 0,0-25 0,0 25 0,0 0 15,0 0-15,0 0 0,0 0 0,0 0 0,0 0 0,0 0 16,0 0-16,0 0 0,0 0 0,0 0 0,0 0 16,0 0-16,0 0 0,0 0 0,0 0 0,0 0 15,0 0-15,0 0 0,0 0 0,0 0 0,0 0 0,0 0 16,0 0-16,0 0 0,0 0 0,0 0 0,0 0 15,0 0-15,0 0 0,0 0 0,0 0 0,0 0 16,0 25-16,0-25 0,0 0 0,0 0 0,0 25 0,0-25 16,0 0-16,0 25 0,0-25 0,0 25 0,0-25 15,0 24-15,0-24 0,0 25 0,0-25 0,0 0 0,0 25 16,0-25-16,0 25 0,0-25 0,25 0 0,-25 0 0,0 25 15,0-25-15,0 0 0,0 0 0,0 24 0,0-24 16,25 0-16,-25 0 0,0 0 0,0 0 0,0 25 16,25-25-16,-25 0 0,0 0 0,0 0 0,0 0 15,24 0-15,-24 0 0,0 0 0,0 0 0,0 0 0,25 0 16,-25 0-16,0 0 0,0 0 0,0 0 0,0 0 15,25 0-15,-25 0 0,0 0 0,0 0 0,0-25 0,0 25 16,25 0-16,-25 0 0,0-24 0,0 24 0,0 0 16,0-25-16,0 25 0,0 0 0,0 0 0,0-25 15,0 25-15,0 0 0,0-25 0,0 25 0,0 0 0,0-25 16,-25 25-16,25-24 0,0 24 0,0-25 0,0 25 0,0-25 15,0 25-15,0-25 0,-25 25 0,25-25 16,0 25-16,0 0 0,0-24 0,0 24 0,0 0 0,-25-25 16,25 25-16,0 0 0,0 0 0,0 0 0,0 0 0,0 0 15,0 0-15,0 0 0,-24 0 0,24 0 0,0 0 16,0 0-16,0 0 0,0 0 0,0 0 0,-25 0 0,25 0 15,0 0-15,0 25 0,0-25 0,0 0 0,-25 0 16,25 0-16,0 0 0,0 24 0,0-24 0,0 0 0,0 0 16,0 0-16,0 0 0,0 0 0,0 0 0,0 0 15,0 0-15,0-24 0,0 24 0,0 0 0</inkml:trace>
  <inkml:trace contextRef="#ctx0" brushRef="#br1" timeOffset="172475.865">5060 5631 0,'0'0'0,"0"0"0,0 0 0,0 0 0,0 0 0,0 0 15,0 0-15,0 0 0,0 0 0,25 0 0,-25 0 0,0 0 0,0 0 0,0 0 0,0 0 0,0 0 16,0 0-16,0 0 0,0 0 0,0 0 0,0 0 0,0 0 0,0 0 0,0 0 0,0 0 0,0 0 16,0 0-16,0 0 0,0 0 0,0 0 0,0 0 0,0 0 0,0 0 0,0 0 15,0 0-15,-25 0 0,25 0 0,0 0 0,0 24 0,0-24 0,0 0 16,0 0-16,0 0 0,0 0 0,0 25 0,0-25 0,0 0 0,0 0 0,0 25 0,-25-25 0,25 0 15,0 25-15,0-25 0,0 0 0,0 25 0,-24-25 0,24 24 0,0-24 0,0 0 0,0 25 0,0-25 16,-25 0-16,25 0 0,0 25 0,0-25 0,0 0 0,0 0 0,0 25 0,0-25 16,0 0-16,-25 0 0,25 0 0,0 0 0,0 0 0,0 0 0,0 25 0,0-25 15,0 0-15,0 0 0,0 0 0,0 0 0,0 0 0,0 0 0,0 0 16,0 0-16,0 0 0,0 0 0,0 0 0,0 0 0,0 0 15,0 0-15,0-25 0,0 25 0,0 0 0,0 0 16,0 0-16,0 0 0,0 0 0,0-25 0,25 25 0,-25 0 16,0 0-16,0 0 0,0-25 0,0 25 0</inkml:trace>
  <inkml:trace contextRef="#ctx0" brushRef="#br1" timeOffset="173636.9313">6672 6152 0,'0'0'0,"0"0"0,-24 0 16,24 0-16,0 0 0,0 0 0,0 0 0,0 0 0,0-25 0,0 25 15,0 0-15,0 0 0,0 0 0,0 0 0,0 0 0,0 0 0,-25-25 0,25 25 16,0 0-16,0 0 0,0 0 0,0 0 0,0 0 0,0 0 0,0-25 0,0 25 16,0 0-16,0 0 0,0 0 0,0 0 0,0 0 0,0 0 0,0 0 15,0 0-15,0 0 0,0 0 0,0 0 0,0 0 0,0 0 0,0 0 16,-25 0-16,25 0 0,0 0 0,0 0 0,0-25 0,0 25 0,0 0 0,0 0 15,0 0-15,0 0 0,0 0 0,0 0 0,0 0 0,0 0 0,0 0 0,0 0 16,0 0-16,0 0 0,0 0 0,0 0 0,0 0 0,0 0 0,0 0 16,0-24-16,0 24 0,0 0 0,0 0 0,0 0 15,0 0-15,0 0 0,0 0 0,0 0 0,0 0 0,0 0 16,0 0-16,0 0 0,0 0 0,0 0 15,0 0-15,0 0 0,0 0 0,0 0 0,0 0 0,0 0 16,0 0-16,0 0 0,0-25 0,0 25 0,0 0 0,0 0 16,0 0-16,25 0 0,-25 0 0,0 0 0,25 0 15,-25 0-15,0 0 0,0 0 0,24 0 0,-24 0 0,0 0 16,0 0-16,25 0 218,-50 372-202,25-347-16,-24-25 0,24 0 0,0 24 0,0-24 0,-25 0 0,25 0 0,0 0 0,0 0 0,0 25 0,0-25 0,0 0 0,0 0 0,0 0 0,0 0 0,0 0 0,0 0 0,0 0 0,0 0 15,0 0-15,-25 0 0,25 0 0,0 0 0,0 0 0,0-25 0,0 25 0,0 0 0,0 0 0,0 0 0,0 0 0,0-24 0,0 24 0,0 0 0,25 0 0,-25 0 0,0-25 0,0 25 0,0 0 0,0 0 0,0 0 0,0 0 16,0 0-16,0 0 0,0-25 0,0 25 0,0 0 0,25 0 0,-25 0 16,0 0-16</inkml:trace>
  <inkml:trace contextRef="#ctx0" brushRef="#br1" timeOffset="174524.9822">6921 6102 0,'0'0'0,"0"0"0,0 0 0,0 0 15,0 0-15,0 0 0,0 0 0,0 0 0,0 0 0,0 0 16,0 0-16,0 0 0,0 0 0,0 0 0,0 0 16,0 0-16,0 0 0,0-25 0,0 25 0,0 0 0,0 0 15,0 0-15,0 0 0,0 0 0,0 0 0,0 0 16,0 0-16,0 0 0,0 0 0,0 0 0,0 0 15,0 0-15,0 0 0,0 0 0,0 0 0,0 0 0,0 0 16,0 0-16,0-25 0,0 25 0,0 0 0,0 0 16,0 0-16,0 0 0,-25 0 0,25 0 0,0 0 0,0 0 15,0 0-15,0 0 0,0 0 0,-25 0 0,25 0 16,0 0-16,0 0 0,0-24 0,0 24 0,0 0 15,-25 0-15,25 0 0,0 0 0,0 0 0,0 0 0,0 0 16,0 24-16,0-24 0,-25 0 0,25 0 0,0 0 0,0 0 16,0 0-16,0 0 0,0 0 0,-25 0 0,25 0 15,0 0-15,0 0 0,0 0 0,0 0 0,0 25 16,-24-25-16,24 0 0,0 0 0,0 0 0,0 0 0,0 0 15,0 25-15,0-25 0,0 0 0,0 0 0,0 25 16,-25-25-16,25 0 0,0 0 0,0 25 0,0-25 187,124 272-187,-99-272 0,-25 0 16,0 0-16,0 0 0,25 0 0,-25 0 0,0 0 0,0 0 0,24 0 15,-24 0-15,0 0 0,25 0 0,-25-24 0,0 24 0,0 0 0,25 0 0,-25 0 0,0 0 0,0-25 16,25 25-16,-25 0 0,0 0 0,0 0 0,0-25 0,25 25 0,-25 0 0,0 0 0,0 0 0,0-25 16,0 25-16,0 0 0,0 0 0,0 0 0,0-25 0,0 25 15,0 0-15,0 0 0,0 0 0,0 0 0,0 0 0,0 0 0,0 0 16,0 0-16</inkml:trace>
  <inkml:trace contextRef="#ctx0" brushRef="#br1" timeOffset="175114.0159">7739 6251 0,'0'0'0,"0"0"0,0 0 0,0 0 0,0 0 0,0 0 0,0 0 0,0 0 0,0 0 0,0 0 0,0 0 0,0 0 0,0 0 0,0 0 0,0 0 0,0 0 0,0 0 0,0 0 16,0 0-16,0 0 0,25 0 0,-25 0 0,0 0 0,0 0 0,0 0 0,0 0 0,0 0 0,25 0 0,-25 0 0,0 0 0,0 0 0,0 0 0,24 0 0,-24 0 0,0 0 15,25 0-15,-25-25 0,0 25 0,25 0 0,-25 0 0,0 0 16,25 0-16,-25 0 0,25 0 0,-25 0 0,24 0 0,-24 0 16,25-25-16,-25 25 0,0 0 0,25 0 0,-25 0 15,25 0-15,-25 0 0,0 0 0,25-25 0,-25 25 0,0 0 16,0 0-16,0 0 0,25 0 0,-25 0 0,0 0 15,0 0-15,0 0 0,0 0 0,0 0 0,0 0 16,0 0-16,0 0 0,0 0 0,0 0 0,-25 0 0</inkml:trace>
  <inkml:trace contextRef="#ctx0" brushRef="#br1" timeOffset="175540.0403">7937 6424 0,'25'0'0,"-25"0"0,25 0 0,-25 0 0,0 0 0,25 0 0,-25 0 16,0 0-16,25 0 0,-25 0 0,25 0 0,-25 0 0,0 0 0,24-24 0,-24 24 0,25 0 15,-25 0-15,0 0 0,25 0 0,-25 0 0,0 0 0,25 0 0,-25 0 0,0 0 0,25 0 16,-25 0-16,0 0 0,0 0 0</inkml:trace>
  <inkml:trace contextRef="#ctx0" brushRef="#br1" timeOffset="176927.1196">8954 6077 0,'0'0'0,"0"0"0,0 0 0,0 0 0,0 0 0,0 0 0,0 0 0,0 0 0,0 0 16,0 0-16,0 0 0,0 0 0,0 0 0,0 0 0,0 0 0,0 0 0,0 0 15,0-25-15,0 25 0,0 0 0,0 0 0,0 0 0,0 0 0,0 0 0,0 0 0,0 0 16,0 0-16,0 0 0,0 0 0,0 0 0,0 0 0,0 0 0,0 0 0,0 0 16,0 0-16,0 0 0,0-24 0,0 24 0,0 0 0,0 0 0,0 0 0,0 0 15,0 0-15,0 0 0,0 0 0,0 0 0,-24 0 0,24-25 0,0 25 0,0 0 16,0 0-16,0 0 0,0 0 0,0 0 0,-25 0 0,25 0 0,0 0 0,0 0 15,0 0-15,0-25 0,0 25 0,-25 0 0,25 0 0,0 0 0,0 0 0,0 0 16,0 0-16,-25 25 0,25-25 0,0 0 0,0 0 0,0 0 0,-25 0 0,25 0 16,0 0-16,0 0 0,0 25 0,-24-25 0,24 0 0,0 0 0,0 0 15,-25 0-15,25 24 0,0-24 0,0 0 0,0 0 0,0 0 0,-25 25 0,25-25 16,0 0-16,0 25 0,0-25 0,0 0 0,0 25 0,0-25 0,-25 0 15,25 25-15,0-25 0,0 24 0,0-24 0,0 0 16,0 25-16,0-25 0,0 25 0,0-25 0,0 25 0,25-25 16,-25 25-16,0-25 0,0 0 0,0 24 0,0-24 15,0 25-15,0-25 0,25 0 0,-25 25 0,0-25 0,0 25 16,0-25-16,0 0 0,25 0 0,-25 25 0,0-25 15,0 0-15,0 0 0,24 0 78,-24 24-78,0-24 0,0 0 0,25 0 0,-25 0 0,0 0 0,25 0 0,-25 0 0,0 0 0,25 0 0,-25 0 0,0-24 0,0 24 0,25 0 0,-25 0 0,0 0 0,0-25 0,24 25 16,-24 0-16,0 0 0,0 0 0,0 0 0,0-25 0,0 25 0,0 0 0,0 0 0,0 0 0,0 0 0,0 0 0,0 0 0,0 0 0,0 0 0,0 0 0,0 0 0,0-25 16,0 25 155</inkml:trace>
  <inkml:trace contextRef="#ctx0" brushRef="#br1" timeOffset="178102.1868">9029 6524 0,'0'0'0,"25"0"0,-25 0 0,0 0 0,0 0 0,0 0 0,0 0 0,0 0 0,0 0 15,0 24-15,0-24 0,0 0 0,0 0 0,0 0 0,0 0 0,0 0 0,0 0 0,0 0 0,0 0 0,0 0 16,0 0-16,0 0 0,0 0 0,0 0 0,0 0 0,0 0 0,0 0 0,0 0 15,0 0-15,0 0 0,0 0 0,0 0 0,0 0 0,0-24 0,25 24 0,-25 0 0,0 0 16,124-25 265,-100 149 171</inkml:trace>
  <inkml:trace contextRef="#ctx0" brushRef="#br1" timeOffset="180370.3166">9649 6052 0,'0'0'0,"0"0"0,0 0 0,0 0 0,0 0 16,0 0-16,0 0 0,0 0 0,0 0 0,0 0 16,0 0-16,0 0 0,0 0 0,0 0 0,0 0 0,0 0 15,0 0-15,0 0 0,0 0 0,0 0 0,0 0 0,0 0 16,0 0-16,0 0 0,0 0 0,0 0 15,0 0-15,0 0 0,0 0 0,0 0 0,0 0 0,0 0 16,0 0-16,0 0 0,0 0 0,0 0 0,0 0 0,0 0 16,0 0-16,0 0 0,0 0 0,0 0 0,0 0 15,0 0-15,0 0 0,0 0 0,0 0 0,0 0 16,0 0-16,0 0 0,0 25 0,0-25 0,0 0 0,0 0 15,0 0-15,0 25 0,0-25 0,-25 0 0,25 25 16,0-25-16,0 0 0,0 25 0,0-25 0,0 0 16,0 24-16,0-24 0,0 0 0,0 25 0,0-25 0,0 25 15,0-25-15,0 0 0,0 25 0,0-25 0,0 25 16,0-25-16,0 24 0,0-24 0,0 0 0,0 25 15,0-25-15,0 0 0,0 25 0,0-25 0,0 0 0,0 25 16,0-25-16,0 0 0,0 25 0,25-25 0,-25 0 0,0 0 16,0 0-16,0 24 0,0-24 0,0 0 0,0 0 15,25 0-15,-25 0 0,0 25 0,0-25 219,297-471 15,-297 545-219,0-74-15,0 0 0,0 0 0,0 0 0,0 0 0,0 0 16,0 0-16,0 0 0,0 0 0,0 0 0,0 0 16,0 0-16,0 0 0,0 0 0,0 0 0,0 0 0,0 0 0,0 0 0,0 0 0,0 0 15,0 0-15,0 0 0,0 0 0,0 0 0,0 0 0,0 0 0,0 0 0,0 0 0,0 0 0,0 0 0,0 0 0,0 0 0,0 0 0,0 0 0,0 0 0,0 0 0,0 0 0,0 0 0,0 0 0,0 0 0,0 0 0,0 0 0,0 0 0,0 0 0,0 0 0,0 0 0,0 0 0,0 0 0,0 0 0,0 0 0,0 0 0,0 0 16,0 0-16,0 0 0,0 0 0,0 0 0,0 0 0,0 0 15,0 0-15,0 0 0,0 0 0,0 0 0,0 0 0,0 0 16,0 0-16,0 0 0,0 0 0,0 0 0,0 0 16,0 0-16,0 0 0,0 0 0,0 0 0,0 0 15,0 0-15,0 0 0,0 0 0,25 0 0,-25 0 0,0 0 16,0 0-16,0 0 0,0 0 0,0 0 0,0 0 15,0 0-15,0 0 0,25 0 0,-25 0 0,0 0 16,0 0-16,0 0 0,0 0 0,0 0 0,0 0 0,0 0 16,0 0-16,0 0 0,0 0 0,0 0 0,0 0 15,0 0-15,0 0 0,0 0 0,25 0 0,-25 0 0,0 0 16,0 0-16,0 0 0,0 0 0,0 0 0,0 0 15,0 0-15,0 0 0,0 0 0,0 0 0,0 0 0,0 0 16,0 0-16,0 0 0,0 0 0,0 0 0,0 0 16,0 0-16,0 0 0,0 0 0,-25 0 0,25 0 0,0 0 15,0 0-15,0 0 0,0 0 0,0 0 0,0 0 16,0 0-16,0 0 0,0 0 0,0 0 265</inkml:trace>
  <inkml:trace contextRef="#ctx0" brushRef="#br1" timeOffset="181331.3713">10021 6648 0,'0'0'0,"0"0"0,0 0 0,0 0 16,0 0-16,0 0 0,0 0 0,0 0 0,0 0 0,0 0 15,0 0-15,0 0 0,0 0 0,0 0 0,0 0 16,0 0-16,0 0 0,0 0 0,0 0 0,0 0 15,0 0-15,0 0 0,0 0 0,0 0 0,0 0 0,0 0 16,0 0-16,0 0 0,0 0 0,0 0 0,0 0 16,0 0-16,0 0 0,25 0 0,-25-25 0,0 25 15,0 0-15,0 0 0,0 0 0,0-25 0,0 25 0,0 0 16,25 0-16,-25-25 0,0 25 0,0 0 0,0 0 15,0-25-15,0 25 0,0 0 0,25-24 0,-25 24 16,0 0-16,0-25 109,24-74-31,-24 123-78,0-24 16,0 0-16,0 25 0,25-25 0,-25 0 15,0 25-15,0-25 0,0 25 0,0-25 0,0 0 16,0 25-16,0-25 0,0 0 0,0 24 0,0-24 0,0 0 0,0 25 0,0-25 0,0 0 0,0 0 0,0 25 0,0-25 0,0 0 0,0 0 0,0 0 0,0 25 16,0-25-16,0 0 0,0 0 0,0 0 0,0 0 0,0 0 0,0 0 0,0 0 0,0 25 0,0-25 0,0 0 0,0 0 0,0 0 0,0 0 0,0 0 0,0 0 0,0 0 0</inkml:trace>
  <inkml:trace contextRef="#ctx0" brushRef="#br1" timeOffset="182575.4427">11385 6226 0,'0'0'0,"0"0"0,-24 0 0,24 0 0,0 0 16,0 0-16,0 0 0,0 0 0,0 0 0,0 0 0,0 0 15,0 0-15,0 0 250,272-25-250,-272 25 15,0 0-15,0 0 0,0 0 0,0 0 0,0 0 0,0 0 0,0 0 16,0 0-16,0 0 0,0 0 0,0 0 0,0 0 0,0 0 0,0 0 0,0 0 0,0-25 0,0 25 16,0 0-16,0 0 0,0 0 0,0 0 0,0 0 0</inkml:trace>
  <inkml:trace contextRef="#ctx0" brushRef="#br1" timeOffset="183506.4959">11485 6003 0,'0'0'0,"0"0"0,0 0 0,0 0 0,0 0 15,0 0-15,0 0 0,0 0 0,0 25 0,0-25 16,0 0-16,0 0 0,0 0 0,0 0 0,0 0 0,0 0 16,0 0-16,0 0 0,0 0 0,0 0 0,0 0 15,0 0-15,0 0 0,0 0 0,0 0 0,0 0 16,0 0-16,0 0 0,0 0 0,0 0 0,0 0 0,0 0 15,0 0-15,0 0 32,0 0 14,0 0-46,0 0 0,0 0 0,0 0 0,0 0 0,0 0 0,0 0 0,0 0 0,0 0 0,0 0 0,0 0 0,0 0 0,0 0 0,0 0 0,0 24 16,0-24-16,0 0 0,0 0 0,0 0 0,0 25 0,0-25 0,0 0 0,0 0 0,0 25 0,0-25 0,0 0 0,0 25 0,0-25 0,0 25 0,0-25 0,0 0 0,0 24 0,0-24 0,0 25 0,0-25 16,0 25-16,0-25 0,0 0 0,0 25 0,0-25 15,0 25-15,0-25 0,0 24 0,0-24 0,0 0 0,0 25 16,0-25-16,-25 0 0,25 25 0,0-25 0,0 0 15,0 0-15,0 25 0,0-25 0,0 0 0,0 0 16,0 0-16,0 0 0,0 25 0,0-25 0,0 0 0,0 0 16,0 0-16,0 0 0,0 0 0,0 0 0,0 0 15,0 0-15,0 0 0,0 0 0,0 0 0,0 0 0,0 0 16,0 0-16,0 0 0,0 0 0,0 0 359</inkml:trace>
  <inkml:trace contextRef="#ctx0" brushRef="#br1" timeOffset="184515.5533">12576 6201 0,'0'0'0,"0"0"0,25 0 0,-25 0 0,0 0 0,0-25 0,0 25 16,0 0-16,0 0 0,0 0 0,0 0 0,0 0 0,0 0 0,0 0 0,0 0 0,0 0 0,0 0 0,0-24 0,0 24 0,0 0 0,0 0 0,0 0 0,0 0 0,0 0 0,0 0 0,0 0 0,0 0 0,0 0 0,0 0 0,0-25 0,0 25 0,0 0 0,0 0 0,0 0 0,0 0 0,0 0 15,0 0-15,0 0 0,0 0 0,0 0 0,0 0 0,-25-25 0,25 25 0,0 0 0,0 0 16,0 0-16,0 0 0,0 0 0,0 0 0,0 0 15,0 0-15,0 0 0,0 0 0,-25 0 0,25 0 16,0-25-16,0 25 0,0 0 0,0 0 0,0 0 0,-25 0 16,25 0-16,0 0 0,0 0 0,0 0 0,0 0 15,-24 0-15,24 0 0,0 0 0,0 0 0,0 0 0,0 25 16,-25-25-16,25 0 0,0 0 0,0 0 0,0 0 15,-25 0-15,25 0 0,0 25 0,0-25 0,0 0 16,-25 0-16,25 25 0,0-25 0,0 0 0,0 0 0,0 24 16,-25-24-16,25 0 0,0 25 0,0-25 0,0 25 15,0-25-15,0 0 0,0 25 0,0-25 0,0 25 0,-24-25 16,24 0-16,0 24 0,0-24 0,0 25 0,24-25 15,-24 25-15,0-25 0,0 0 0,0 25 0,0-25 0,0 0 16,0 25-16,0-25 0,0 24 0,25-24 0,-25 0 16,0 25-16,0-25 0,0 0 0,0 0 0,25 25 15,-25-25-15,0 0 0,0 0 0,25 0 0,-25 0 0,0 0 16,0 25-16,25-25 0,-25 0 0,0 0 0,0 0 15,24 0-15,-24 0 0,25 0 0,-25-25 0,0 25 16,25 0-16,-25 0 0,0 0 0,25 0 0,-25-25 0,0 25 16,25 0-16,-25 0 0,0 0 0,0-25 0,24 25 15,-24 0-15,0 0 0,0-24 0,0 24 0,0 0 0,0 0 16,0 0-16,0 0 0,0 0 0,0 0 0,0-25 15,0 25-15,0 0 0,0 0 0,0 0 0,0 0 0,0 0 16,0 0-16,0 0 0,0 0 0</inkml:trace>
  <inkml:trace contextRef="#ctx0" brushRef="#br1" timeOffset="185657.619">12700 6573 0,'0'0'15,"0"0"-15,0 0 0,0 0 0,0 0 0,0 0 16,0 0-16,0 0 0,0 0 0,0 0 0,0 0 0,0 0 16,0 0-16,0 0 0,0 0 0,0 0 0,0 0 31,99 0 234,-99 0-265,-25 0 0,25 25 0,0-25 0,0 0 0,0 25 0,0-25 0,-24 0 0,24 25 0,0-25 0,0 0 0,-25 0 0,25 24 0,0-24 0,0 0 0,-25 25 0,25-25 0,0 0 0,0 0 0,-25 25 0,25-25 0,0 0 0,-25 0 0,25 25 0,0-25 0,0 0 0,0 0 0,-24 0 0,24 0 0,0 25 0,0-25 0,0 0 16,0 0-16,-25 0 0,25 0 0,0 0 0,0 0 0,0 0 0,0 0 0,0 0 0,0 0 0,0 0 0,0 0 15,0 0-15,0 0 0,0 0 0,0 0 0,0 0 0,0 0 16,0 0-16,0 0 0,0 0 0,0 0 0,0 0 15,0 0-15,0 0 0,0 0 0,0 0 0,0 0 0,0 0 16,0 0-16,0 0 0,0 0 0,25 0 0,-25 0 16,0 0-16,0 0 0,0 0 0,0 0 0,24 0 15,-24 0-15,0 0 0,0 0 0,25 0 0,-25 0 0,0 0 16,25 0-16,-25 0 0,0 0 0,25 0 0,-25 0 15,25 0-15,-25 0 0,0 0 0,24 0 0,-24 0 16,25 0-16,-25 0 0,0 0 0,25 0 0,-25 0 0,0 0 16,0 0-16,25 0 0,-25 0 0,0 0 0,0 0 15,0 0-15,0 0 0,0 0 0,0 0 0,0 0 0,0 0 16,0 0-16,0 0 0,0 0 0,0 0 0,0 0 15,0 0-15,0 0 0,0 0 0,0 0 0,0 0 0,0 0 16,0 0-16,0 0 0,0 0 0,0 0 0,25 0 16,-25 0-16,0 0 0,0-25 0,0 25 0,24 0 15,-24 0-15,25 0 0,-25 0 0,0 0 0,25 0 0,-25 0 16,0 0-16,25-25 47,-25 25-47,0 0 0,25 0 0,-25 0 0,0 0 0</inkml:trace>
  <inkml:trace contextRef="#ctx0" brushRef="#br1" timeOffset="186931.6918">13196 6127 0,'0'0'0,"0"0"0,0 0 16,0 0-16,0 0 0,0 0 0,0 0 0,0 0 15,0 0-15,0 0 0,0 0 0,0 0 0,0 0 16,0 0-16,0 0 0,0 0 0,0 0 0,0 0 0,0 0 16,0 0-16,0 0 0,0 0 0,0 0 0,0 0 15,0 0-15,0 0 0,0 0 0,0 0 0,0 0 0,0 0 16,0 0-16,0 0 0,0 0 0,0 0 0,0 0 15,0 0-15,0 0 0,0 0 0,0 0 0,0 0 16,0 0-16,0 0 0,0 25 0,0-25 0,0 0 0,0 0 16,0 0-16,0 24 0,0-24 0,0 0 0,0 0 15,0 25-15,0-25 0,0 0 0,0 25 0,0-25 0,0 0 16,0 25-16,-25-25 0,25 0 0,0 0 0,0 25 15,0-25-15,0 0 0,0 24 0,0-24 0,0 0 0,0 25 16,0-25-16,0 0 0,0 25 0,0-25 0,0 0 16,-25 25-16,25-25 0,25 0 0,-25 25 0,0-25 15,0 0-15,0 0 0,0 24 0,0-24 0,0 0 0,0 25 16,0-25-16,0 0 0,0 0 0,0 25 0,0-25 15,0 0-15,0 0 0,0 25 0,0-25 0,0 0 16,0 0-16,0 0 0,25 0 0,-25 25 0,0-25 0,0 0 16,0 0-16,0 0 0,25 0 0,-25 0 0,0 0 15,0 24-15,25-24 0,-25 0 0,0 0 0,25 0 0,-25 0 16,0 0-16,24 0 0,-24 0 0,25 0 0,-25 0 15,0-24-15,25 24 0,-25 0 0,25 0 0,-25 0 0,25 0 16,-25 0-16,0 0 0,0-25 0,24 25 0,-24 0 16,0 0-16,25 0 0,-25 0 0,0 0 0,0 0 15,0 0-15,0-25 0,25 25 0,-25 0 0,0 0 0,0 0 16,0 0-16,0-25 0,25 25 0,-25 0 0,0 0 15,0 0-15,0-25 0,0 25 0,0 0 0,0 0 0,25-24 16,-25 24-16,0 0 0,0-25 0,0 25 0,0 0 16,0-25-16,0 25 0,0-25 0,0 25 0,24-25 15,-24 25-15,0-24 0,0 24 0,0 0 0,0-25 0,0 25 16,0 0-16,0-25 0,0 25 0,25 0 0,-25 0 15,0-25-15,0 25 0,0 0 0,0 0 0,0 0 0,0 0 16,0 0-16,0 0 0,0 0 0,0 0 0,0 0 16,0 0-16,0 0 0,0 0 0,0 0 0,0 0 15,0 0-15,0 0 0,0 0 0,0 0 0,0 0 0,0 0 16,0 0-16,0 0 0,0 0 0,0 0 0,0 0 0,0 0 15,0 0-15,0 0 0,0 0 0,0 0 0,0 0 16,0 0-16,0 0 0,0 0 0,0 0 0,0 25 16,0-25-16,0 0 0,0 0 0,-25 25 0,25-25 0,0 0 15,0 25-15,0-25 0,0 0 0,0 24 0,0-24 16,0 25-16,0-25 0,0 0 0,0 25 0,0-25 0,0 0 15,0 25-15,0-25 0,-24 25 0,24-25 0,0 148 156,0-148-156,0 0 0,0 0 0,0 0 0,0 0 0,24 25 0,-24-25 0,0 0 0,0 0 0,0 0 0,0 0 0,0 0 0,0 0 16,0 0-16,0 0 0,0-25 0,-24 25 0,24 0 0,0 0 0,0 0 0,0 0 0,0 0 0,0-24 0,0 24 0,0 0 0,0 0 0,0-25 0,0 25 0,0 0 0,0 0 0</inkml:trace>
  <inkml:trace contextRef="#ctx0" brushRef="#br1" timeOffset="187916.7482">13618 6921 0,'25'0'0,"-25"0"0,0 0 16,0 0-16,0 0 0,0 0 0,0 0 0,0 0 0,24 0 0,-24 0 0,0 0 0,0 0 0,25 0 0,-25 0 15,0 0-15,25 0 0,-25 0 0,25 0 0,-25 0 0,25 0 0,-25 0 0,24 0 16,-24 0-16,25 0 0,-25 0 0,0 0 0,25 0 0,-25 0 0,25 0 0,-25 0 0,0 0 16,25 0-16,-25 0 0,0 0 0,0 0 0,24 0 0,-24 0 0,0 0 0,0 0 0,0 0 15,0 0-15,25 0 0,-25 0 0,0 0 0,0 0 0,0 0 0,0-25 0,0 25 16,0 0-16,0 0 0,0 0 0,0 0 0,0 0 0,0 0 0,0 0 0,0 0 0,0-25 0</inkml:trace>
  <inkml:trace contextRef="#ctx0" brushRef="#br1" timeOffset="189816.8565">13866 6672 0,'0'0'0,"0"0"16,0 0-16,0 0 0,0 0 0,0 0 0,0 0 0,0 0 0,0 0 0,0 0 16,0-24-16,0 24 0,0 0 0,0 0 0,0 0 0,0 0 0,0 0 0,0 0 0,0 0 15,0 0-15,0 0 0,0-25 0,0 25 0,0 0 0,0 0 0,0 0 0,0 0 0,0 0 0,0 0 0,0-25 0,0 25 16,25 0-16,-25 0 0,0 0 0,0 0 0,0 0 0,0 0 0,0 0 0,0 0 15,0 0-15,0 0 0,0 0 0,0 0 0,0 0 0,0 0 0,0 0 0,0 0 0,0-25 0,0 25 16,0 0-16,24 0 0,-24 0 0,0 0 0,0 0 0,0 0 0,25 0 0,-25 0 0,0 0 0,0 0 16,0 0-16,25 0 0,-25 0 0,0 0 0,0 0 0,0 0 0,25 0 0,-25-25 15,0 25-15,0 0 0,0 0 0,25 0 0,-25 0 0,0 0 0,0 0 0,0 0 0,0 0 16,0 0-16,0 0 0,0 0 0,0 0 0,24 0 0,-24 0 15,0 0-15,0 0 0,0 0 0,0 0 0,0 0 16,0 0-16,0 25 0,0-25 0,0 0 0,0 0 0,0 0 16,0 0-16,0 0 0,0 0 0,0 0 0,0 0 15,0 25-15,0-25 0,0 0 0,0 0 0,0 0 0,0 25 16,0-25-16,0 0 0,0 0 0,0 0 0,0 25 15,0-25-15,0 0 0,0 0 0,-24 24 0,24-24 0,0 0 16,0 0-16,0 25 0,0-25 0,0 0 0,0 0 16,-25 25-16,25-25 0,0 0 0,0 0 0,0 0 15,0 0-15,-25 25 0,25-25 0,0 0 0,0 0 0,-25 0 16,25 0-16,0 25 0,0-25 0,-25 0 0,25 0 15,0 0-15,0 0 0,-24 0 0,24 24 0,0-24 0,-25 0 16,25 0-16,0 0 0,0 0 0,-25 0 0,25 0 16,0 0-16,-25 0 0,25 25 0,0-25 0,0 0 0,-25 0 15,25 0-15,0 0 0,0 0 0,-24 0 0,24 0 16,0 0-16,0 0 0,0 0 0,0 0 0,0 0 15,0 0-15,-25 0 328,50 25-328,-25-25 0,24 0 0,-24 0 0,25-25 0</inkml:trace>
  <inkml:trace contextRef="#ctx0" brushRef="#br1" timeOffset="191650.9618">14957 6375 0,'0'0'0,"0"0"0,0 0 0,0 0 0,0 0 16,-25 0-16,25 0 0,0 0 0,0 0 0,0 0 15,0 0-15,0 0 0,0 0 0,0 0 0,0 0 0,0 0 16,0 0-16,0 0 0,0 0 0,0 0 0,0 0 15,0 0-15,0 0 0,0 0 0,0 0 0,0 0 0,0 0 16,0 0-16,0 0 0,0 0 0,0 0 0,0 0 16,0 0-16,0 0 0,0 0 0,0 0 0,0 0 0,0 0 15,0 0-15,0 0 0,0 0 0,0 0 0,25 0 16,-25 0-16,0 0 0,0 0 0,25 0 0,-25 0 15,25 0-15,-25 0 0,25 0 0,-25 0 0,24 0 0,-24 0 16,25 0-16,-25 0 0,25 0 0,-25 0 0,25 0 0,-25 0 16,25 0-16,-25 0 0,24 0 0,-24 0 0,25 0 15,-25 0-15,25 0 0,-25 0 0,25 0 0,-25 0 16,0 0-16,0 0 0,25 0 0,-25 0 0,0 0 0,0-25 15,0 25-15,0 0 0,0 0 0,0 0 0,0 0 16,0 0-16,0 0 0,0 0 0,0 0 0,0 0 16,0 0-16,0 0 0,0 0 0,0 0 296,-224-149-296,224 149 0,0 0 0,0 0 0,0 0 0,0 0 0,0 0 0,0 0 0,0 0 16,0 0-16,0 0 0,0 0 0,0 0 0,0 0 0,0 0 15,0 0-15,0 0 0,0 25 0,0-25 0,25 0 0,-25 0 0,0 0 0,0 25 0,0-25 16,0 0-16,0 25 0,0-25 0,0 0 0,0 24 0,0-24 0,0 0 0,0 25 0,0-25 0,0 0 0,0 25 0,0-25 0,0 0 0,0 25 0,0-25 0,0 0 0,0 0 0,0 25 0,0-25 0,0 0 0,0 0 0,0 24 0,0-24 15,0 0-15,0 0 0,0 0 0,0 0 0,0 0 0,0 0 0,0 0 0,0 0 0,0 0 0,0 0 0,0 0 0,0 0 16,0 0-16</inkml:trace>
  <inkml:trace contextRef="#ctx0" brushRef="#br1" timeOffset="192997.0388">16222 6127 0,'0'0'0,"0"0"0,0 0 0,0 0 0,0 0 16,0 0-16,0 0 0,0-25 0,0 25 0,0 0 0,0 0 0,0 0 0,0 0 0,0 0 0,0 0 16,0 0-16,-25 0 0,25 0 0,0-25 0,0 25 0,0 0 0,0 0 0,0 0 0,0 0 0,0 0 15,0 0-15,0 0 0,0-25 0,0 25 0,0 0 0,0 0 0,0 0 16,-24 0-16,24 0 0,0 0 0,0 0 0,0 0 15,0 0-15,0-24 0,-25 24 0,25 0 0,0 0 0,0 0 16,0 0-16,-25 0 0,25 0 0,0 0 0,0 0 16,0 0-16,0 0 0,-25 0 0,25 0 0,0 0 0,0 0 15,0 0-15,-25 0 0,25 0 0,0 0 0,0 0 16,0 0-16,-24 0 0,24 0 0,0 0 0,0 0 15,-25 24-15,25-24 0,0 0 297,248 273-297,-223-273 15,-25 0-15,0 0 0,0 0 0,0 0 0</inkml:trace>
  <inkml:trace contextRef="#ctx0" brushRef="#br1" timeOffset="194987.1526">16520 6474 0,'0'0'0,"0"0"0,0 0 0,0 0 0,0 0 0,0 0 16,0 0-16,0 0 0,0 0 0,0 0 0,0 0 0,0 0 0,0 0 15,0 0-15,0 0 0,0 0 0,0 0 0,0 0 0,0 0 0,0 0 16,0 0-16,0 0 0,0 0 0,0 0 0,0 0 0,0 0 15,0 0-15,0 0 0,0 0 0,0 0 0,0 0 16,0 0-16,0 0 0,0 0 0,0 0 0,0 0 16,0 0-16,0 0 0,0 0 0,0 0 0,0 0 0,0 0 15,0 0-15,0 0 0,0 0 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0 249,99-50-249,-99 75 0,0-25 0,25 0 0,-25 0 0,0 0 0,0 0 0,0 0 0,0 0 0,0 0 0,25 0 0,-25 0 16,0 0-16,0 25 0,0-25 0,0 0 0,0 0 0,0 0 0,0 0 0,0 0 0,0 0 0,0 0 0,0 25 0,0-25 0,0 0 0,0 0 0,0 0 0,0 0 0,0 0 0,0 0 0,0 25 0,0-25 0,0 0 0,-25 0 0,25 0 0,0 24 0,0-24 0,0 0 0,0 0 15,-25 0-15,25 25 0,0-25 0,0 0 0,0 0 0,-25 0 16,25 0-16,0 25 0,0-25 0,0 0 0,-24 0 16,24 0-16,0 0 0,0 25 0,-25-25 0,25 0 15,0 0-15,0 0 0,0 0 0,-25 0 0,25 0 0,0 0 16,0 0-16,0 0 0,0 25 0,0-25 0,0 0 15,0 0-15,0 0 0,0 0 0,0 0 0,0 0 0,0 0 16,0 0-16,0 0 0,0 0 0,0 0 0,0 0 16,0 0-16,0 0 0,0 0 0,0 0 0,0 0 0,0 0 15,0 0-15,0 0 0,0 0 0,0 0 0,0 0 16,0-25-16,0 25 0,0 0 0,0 0 0,0 0 15,0 0-15,25 0 0,-25 0 0,0 0 0,0 0 0,0 0 16,0 0-16,0 0 0,25 0 0,-25 0 0,0 0 16,0-25-16,0 25 0,24 0 0,-24 0 0,0 0 0,0 0 15,25 0-15,-25 0 0,0 0 0,0 0 0,25 0 16,-25 0-16,0 0 0,0 0 0,25 0 0,-25 0 15,0 0-15,0 0 0,25 0 0,-25 0 0,0 0 0,0 0 16,0 0-16,0 0 0,24 0 0,-24 0 0,0 0 16,0 0-16,0 0 0,0 0 0,0 0 0,0 0 0,0 0 15,0 0-15,0 0 0,0 0 0,0 25 0,0-25 0,0 0 16,0 0-16,0 0 0,25 0 0,-25 25 15,0-25-15,0 0 0,0 0 0,0 0 0,0 24 0,-25-24 16,25 0-16,0 0 0,0 25 0,0-25 0,0 0 16,0 0-16,0 25 0,0-25 0,0 0 0,0 0 0,0 25 15,0-25-15,-24 0 0,24 0 0,0 0 0,0 25 16,0-25-16,0 0 0,0 0 0,-25 0 0,25 0 15,0 24-15,0-24 0,0 0 0,-25 0 0,25 0 0,0 0 16,0 0-16,0 0 0,-25 25 0,25-25 0,0 0 16,0 0-16,-25 0 0,25 0 0,0 0 0,0 0 0,0 0 15,-24 0-15,24 0 0,0 0 0,0 0 0,0 0 0,-25 0 16,25 0-16,0 0 0,0 0 0,0 0 15,0 0-15,0 0 0,0 0 0,-25 0 0,25 0 0,0-25 16,0 25-16,0 0 187</inkml:trace>
  <inkml:trace contextRef="#ctx0" brushRef="#br1" timeOffset="196444.2359">17090 6077 0,'25'75'0,"-25"-75"0,0 0 0,0 0 0,0 24 16,0-24-16,0 0 0,0 25 0,0-25 0,0 0 0,0 25 0,0-25 0,0 0 15,0 25-15,0-25 0,0 0 0,0 25 0,0-25 0,0 0 0,0 24 0,-25-24 0,25 0 0,0 25 16,0-25-16,0 0 0,0 25 0,0-25 0,0 0 0,0 25 0,0-25 0,0 0 15,0 0-15,25 25 0,-25-25 0,0 0 0,0 0 0,0 0 0,0 24 0,0-24 16,0 0-16,0 0 0,0 0 0,0 0 0,0 25 0,0-25 0,0 0 16,25 0-16,-25 0 0,0 0 0,0 0 0,0 0 0,0 0 0,0 25 0,25-25 15,-25 0-15,0 0 0,0 0 0,0 0 0,0 0 0,0 0 0,25 0 0,-25 0 0,0 0 16,0 0-16,0 0 0,24 0 0,-24 0 0,0 0 0,0 0 0,25 0 0,-25 0 15,0 0-15,0 0 0,25 0 0,-25 0 0,0-25 0,0 25 0,25 0 0,-25 0 0,0 0 16,0 0-16,25 0 0,-25-25 0,0 25 0,0 0 0,24 0 0,-24 0 16,0 0-16,0-24 0,0 24 0,25 0 0,-25 0 0,0 0 0,0 0 0,0-25 0,0 25 15,0 0-15,25 0 0,-25 0 0,0 0 0,0-25 16,0 25-16,0 0 0,0 0 0,0-25 0,0 25 15,25 0-15,-25-25 0,0 25 0,0 0 0,0-24 0,0 24 16,0-25-16,0 25 0,0-25 0,0 25 0,25-25 16,-25 25-16,0-25 0,0 25 0,0-24 0,0 24 15,0 0-15,0-25 0,0 25 0,0 0 0,24-25 0,-24 25 16,0 0-16,0 0 0,0-25 0,0 25 0,0 0 15,0 0-15,0 0 0,0 0 0,0 0 0,0 0 0,0 0 16,0 0-16,0 0 0,0 0 0,0 0 0,0 0 16,0 0-16,0 0 0,0 0 0,0 0 0,0 0 0,0 0 15,0 0-15,0 0 0,0 0 0,0 0 0,0 0 16,0 0 296,-24 422-312,24-422 0,0 0 0,0 0 0,0 0 0,0 0 0,0 0 15,0-25-15,0 25 0,-25 0 0,25 0 0,0 0 0,0 0 0,0-25 0,0 25 16,0 0-16</inkml:trace>
  <inkml:trace contextRef="#ctx0" brushRef="#br1" timeOffset="197940.3211">17686 6524 0,'0'0'0,"0"0"0,0 0 0,0 0 0,0 0 0,0 0 0,0 0 0,0 0 0,0 0 0,0 0 15,0 0-15,0 0 0,0 0 0,0-25 0,0 25 0,0 0 0,0 0 0,0 0 0,0 0 16,0 0-16,0 0 0,0 0 0,0 0 0,0 0 0,0 0 0,0 0 0,0 0 0,0 0 0,0 0 0,0 0 15,0 0-15,0 0 0,0 0 0,0-25 0,0 25 0,0 0 0,0 0 16,25 0-16,-25 0 0,0 0 0,0 0 0,0 0 16,0 0-16,0-25 0,0 25 0,0 0 0,0 0 0,0 0 15,0 0-15,0 0 0,0 0 0,0 0 0,0 0 16,0 0-16,0 0 0,0 0 0,0 0 0,0 0 0,0 0 15,24 0-15,-24 0 0,0 0 0,0 0 0,0-25 16,0 25-16,0 0 0,25 0 0,-25 0 0,0 0 0,0 0 16,0 0-16,25 0 0,-25 0 0,0 25 0,0-25 15,0 0 266,-50 199-281,50-199 0,0 0 0,0 0 0,0 0 0,0 0 0,0 0 0,0 0 0,0 0 0,0 0 0,0 0 0,0 0 0,0 0 0,0 0 16,0 0-16,0 0 0,0 0 0,0 0 0,0 0 0,0 0 0,25 0 0,-25 0 0,0 0 0,0 0 0,0 0 0,0 0 0,0 0 0,25 0 0,-25 0 0,0-25 0,0 25 0,0 0 0,25 0 0,-25 0 0,0 0 0,0 0 0,25 0 0,-25 0 0,0 0 0,0 0 15,0 0-15,24 0 0,-24 0 0,0 0 0,0 0 16,25 0-16,-25 0 0,0 0 0,0 0 0,25 0 0,-25 0 15,0 0-15,0 0 0,0 0 0,25 25 0,-25-25 16,0 0-16,0 0 0,0 0 0,0 0 0,0 0 0,25 0 16,-25 0-16,0 24 0,0-24 0,0 0 0,0 0 15,0 0-15,0 0 0,0 0 0,0 25 0,0-25 0,0 0 16,0 0-16,0 0 0,0 25 0,0-25 0,0 0 15,0 0-15,0 0 0,0 0 0,0 25 0,0-25 0,0 0 16,0 0-16,0 0 0,0 0 0,0 25 0,0-25 16,0 0-16,0 0 0,-25 0 0,25 0 0,0 0 0,0 0 15,0 24-15,0-24 0,0 0 0,-25 0 0,25 0 16,0 0-16,0 0 0,0 0 0,0 0 0,0 0 15,-25 0-15,25 0 0,0 0 0,0 25 0,0-25 0,-25 0 16,25 0-16,0 0 0,0 0 0,-24 0 0,24 0 16,0 0-16,0 0 0,-25 0 0,25 0 0,0 0 0,-25 0 15,25 0-15,0 0 0,-25 0 0,25 0 16,0 0-16,0 0 0,0 0 0,-25 0 0,25 0 0,0 0 15,0 0-15,0 0 0,0 0 0,0 0 0,0 0 0,0 0 16,0 0-16,0 0 0,0 0 0,0 0 0,0 0 16,0 0-16,0 0 0,0 0 0,0 0 0,0 0 0,0 0 15,0 0-15,0 0 0,0 0 0,0 0 0,0 0 16,0-25-16,0 25 0,0 0 0,0 0 0,0 0 15,0 0-15,0 0 0,0 0 0,0 0 0,0 0 0,0 0 16,0 0-16,0 0 0,0 0 0,0 0 0,0 0 16</inkml:trace>
  <inkml:trace contextRef="#ctx0" brushRef="#br1" timeOffset="200408.4627">4316 7962 0,'25'0'0,"-25"0"0,0 0 0,0 0 0,0 0 0,0 0 0,0 0 0,0 0 0,0 0 0,0 0 0,0 0 0,0 0 0,0 0 0,0 0 0,0 0 0,0 0 0,0 0 0,0 0 0,0 0 0,0 0 0,0 0 0,0 0 0,0 0 16,0 0-16,0 0 0,0 0 0,0 0 0,0 0 0,0 0 0,0 0 0,0 0 0,0 0 0,0 0 0,0 0 0,0 0 0,0 0 0,0 0 0,0 0 0,0 0 0,0 0 0,0 0 0,0 0 15,0 0-15,0 0 0,0 0 0,0 0 0,0 0 16,0 0-16,0 0 0,0 0 0,0 0 0,0 0 15,0 0-15,0 0 0,0 0 0,0 0 0,0 0 0,25 0 16,-25 0-16,0 0 0,0 0 0,0 0 0,24 0 16,-24-25-16,0 25 0,0 0 0,25 0 0,-25 0 0,0 0 15,0 0-15,0 0 0,25 0 0,-25 0 0,0 0 16,0 0-16,25 0 0,-25 0 0,0 0 0,25-24 0,-25 24 15,0 0-15,24 0 0,-24 0 0,0 0 0,25 0 16,-25 0-16,0 0 0,0 0 0,0 0 0,25 0 0,-25 0 16,0-25-16,0 25 0,0 0 0,25 0 0,-25 0 15,0 0-15,0 0 0,0 0 0,0-25 0,0 25 16,25 0-16,-25 0 0,0 0 0,0 0 0,0 0 0,0 0 15,0 0-15</inkml:trace>
  <inkml:trace contextRef="#ctx0" brushRef="#br1" timeOffset="201062.5001">4341 8037 0,'0'0'0,"0"0"0,0 0 0,0 0 15,0 0-15,0 0 0,0 0 0,0 0 0,0 0 0,0 0 16,0 0-16,0 0 0,0 0 0,0 0 0,0 0 0,0 0 16,0 0-16,0 0 0,0 0 0,0 0 0,0 0 15,0 0-15,0 0 0,0 0 0,0 0 0,0 0 0,0 0 16,0 0-16,0 0 0,0 0 0,0 0 0,0 0 15,0 0-15,25 0 0,-25 0 0,0 0 0,0 0 16,0 0-16,0 0 0,24 0 0,-24 0 0,0 0 0,0 0 16,0 0-16,25 0 0,-25 0 0,0 0 0,25 0 15,-25 0-15,0 0 0,25 0 0,-25 0 0,0 0 0,25-25 16,-25 25-16,0 0 0,24 0 0,-24 0 0,25 0 15,-25 0-15,0 0 0,25 0 0,-25 0 0,0 0 16,25 0-16,-25 0 0,0 0 0,0 0 0,25-25 0,-25 25 16,0 0-16,0 0 0,0 0 0,0 0 0,24 0 15,-24 0-15,0 0 0,0-25 219</inkml:trace>
  <inkml:trace contextRef="#ctx0" brushRef="#br1" timeOffset="201818.5433">4589 7764 0,'0'0'0,"0"0"0,0 0 0,0 0 0,0 0 0,0 0 0,0 0 0,0 0 0,0 0 0,0 0 0,0 0 0,0 0 0,0 0 0,0 0 0,0 0 0,0 0 0,0 0 0,0 0 0,0 0 0,0 0 0,0 0 16,0 0-16,0 0 0,0 0 0,0 0 0,0 0 0,0 0 0,0 0 0,0 0 0,0 0 0,0 0 0,0 0 0,0 0 0,0 0 0,0 0 0,0 0 0,0 0 0,0 0 0,0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0,0-25 0,0 25 0,0 0 15,0 0-15,0 0 0,0 0 0,0 0 0,0 0 16,0 0-16,0 0 0,0-25 0,0 25 0,0 0 16,0 0-16,0 0 0,0 0 0,0 0 0,0 0 0,0 0 15,0 0-15,0 0 0,0 0 0,0 0 0,0 0 16,0 0-16,0 0 0,0 0 0,0 0 0,0 0 15,0 0-15,0 0 0,0 0 0,0 0 0,0 0 0,0 0 16,0 0-16,0 0 0,0 0 0,0 0 0,0 0 16,0 0 280,273 174-280,-273-174-16,0 0 0,25 0 0,-25 0 0,0 0 0,0 0 0,0 0 0,0 0 0,0 0 0,0 0 15,0 0-15,0 25 0,0-25 0,0 0 0,0 0 0,0 0 0,0 0 0,0 0 0,0 0 0,0 0 0,0 0 0,0 0 0,0 0 0,0 0 0,0 0 0,0 24 0,0-24 0,0 0 0,0 0 0,0 0 0,-25 25 0,25-25 0,0 0 0,0 25 0,0-25 0,-25 0 0,25 0 0,0 25 0,0-25 0,0 0 0,-25 25 0,25-25 16,0 0-16,0 25 0,0-25 0,0 0 0,-25 0 0,25 24 0,0-24 15,0 0-15,0 0 0,0 0 0,0 25 0,0-25 16,0 0-16,0 0 0,0 0 0,0 0 0,-25 0 16,25 0-16,0 0 0,0 0 0,0 0 0,0 0 0,0 0 15,-24 0-15,24 0 0,0 25 0,0-25 0,-25 0 16,25 0-16,0 0 0,0 0 0,0 0 0,-25 0 0,25 0 15,0 0-15,0 0 0,0 0 0,0 0 0</inkml:trace>
  <inkml:trace contextRef="#ctx0" brushRef="#br1" timeOffset="202688.5931">4266 7937 0,'0'0'0,"0"0"0,0 0 0,0 0 0,0 0 15,0 0-15,0 0 0,0 0 0,0 0 0,0 0 0,0 0 0,0 0 0,0 0 16,0 0-16,0 0 0,0 0 0,0 0 0,0 0 0,0 0 0,0 0 0,0 0 16,0 0-16,0 0 0,0 0 0,0 0 0,0 0 0,0 0 0,0 25 0,0-25 15,-24 0-15,24 0 0,0 0 0,0 0 0,0 25 0,0-25 0,-25 0 16,25 0-16,0 0 0,0 25 0,0-25 0,-25 0 0,25 0 15,0 25-15,0-25 0,0 0 0,0 0 0,-25 25 0,25-25 0,0 0 16,0 0-16,0 24 0,0-24 0,0 0 0,-25 0 0,25 0 0,0 0 0,0 25 16,0-25-16,0 0 0,0 0 0,0 0 0,0 0 0,0 0 0,0 0 15,0 0-15,0 0 0,0 0 0,0 0 0,0 0 0,0 0 0,0 0 0,0 0 0,0 0 0,0 0 16,0 0-16,0 0 0,25 0 0,-25 0 0,0 0 0,0 0 15,0 0-15,0 0 0,0 0 0,0 25 0,25-25 0,-25 0 0,0 0 0,0 0 16,0 0-16,25 0 0,-25 0 0,0 0 0,0 0 0,25 0 16,-25 0-16,0 0 0,24 0 0,-24 0 0,0 0 0,0 0 0,25 25 0,-25-25 0,0 0 15,25 0-15,-25 0 0,0 0 0,25 0 0,-25 0 0,0 0 16,0 0-16,25 0 0,-25 0 0,0 0 0,0 0 0,24 0 15,-24 0-15,0 0 0,0 0 0,25 0 0,-25 0 16,0 0-16,25 0 0,-25 0 0</inkml:trace>
  <inkml:trace contextRef="#ctx0" brushRef="#br1" timeOffset="205002.7254">6176 7937 0,'0'25'0,"0"-25"15,0 0-15,0 0 0,0 0 0,0 0 0,0 25 0,25-25 0,-25 0 0,0 0 0,0 0 16,0 0-16,0 25 0,0-25 0,25 0 0,-25 0 0,0 0 0,0 25 0,0-25 0,25 0 16,-25 0-16,0 0 0,0 25 0,0-25 0,25 0 0,-25 0 0,0 0 0,0 24 15,24-24-15,-24 0 0,0 0 0,0 0 0,0 0 0,0 0 0,25 0 0,-25 25 16,0-25-16,0 0 0,0 0 0,0 0 0,0 0 0,0 0 0,25 0 0,-25 0 0,0 25 0,0-25 15,0 0-15,0 0 0,0 0 0,0 0 0,0 0 0,0 0 0,0 25 0,25-25 0,-25 0 16,0 0-16,0 0 0,0 25 0,0-25 0,0 0 0,0 0 0,0 0 0,25 0 16,-25 24-16,0-24 0,0 0 0,0 0 0,0 0 0,0 0 0,0 25 0,0-25 0,0 0 0,0 0 15,0 0-15,0 0 0,0 25 0,0-25 0,0 0 0,0 0 0,0 0 0,0 0 16,0 0-16,0 25 0,0-25 0,0 0 0,0 0 15,0 0-15,0 25 0,0-25 0,0 0 0,24 0 0,-24 0 16,0 0-16,0 24 0,0-24 0,0 0 0,0 0 16,0 0-16,0 25 0,0-25 0,0 0 0,0 0 358,-198 273-342,198-273-16,0 0 0,0 0 0,0 0 0,0 0 0,0 0 0,0 0 0,25 25 0,-25-25 16,0 0-16,0 0 0,0 0 0,0 0 0,0 0 0,0 0 0,0 0 0,0 0 15,0 25-15,25-25 0,-25 0 0,0 0 0,0 0 0,0 0 0,0 0 0,24 24 0,-24-24 16,0 0-16,0 0 0,0 0 0,0 25 0,25-25 0,-25 0 0,0 0 0,0 0 0,0 25 0,25-25 0,-25 0 15,0 0-15,0 25 0,0-25 0,0 0 0,0 0 0,25 25 0,-25-25 0,0 0 16,0 0-16,0 24 0,0-24 0,0 0 0,0 25 0,0-25 0,25 0 0,-25 0 16,0 0-16,0 25 0,0-25 0,0 0 0,0 0 0,0 0 0,0 25 0,0-25 0,0 0 15,0 0-15,0 0 0,0 25 0,0-25 0,0 0 0,0 0 0,0 24 0,0-24 16,0 0-16,0 0 0,0 25 0,0-25 0,0 0 0,0 0 0,0 25 0,0-25 15,0 0-15,0 0 0,0 25 0,0-25 0,0 0 0,0 0 0,0 25 0,0-25 16,0 0-16,0 0 0,0 25 0,0-25 0,0 0 16,-25 24-16,25-24 0,0 0 0,0 0 0,0 25 0,0-25 15,0 0-15,0 25 0,0-25 0,0 0 250,25 471-250,-25-446 0,0-25 0,0 25 0,0-25 0,0 0 0,0 25 0,0-25 15,0 24-15,24-24 0,-24 0 0,0 25 0,0-25 0,0 25 0,0-25 0,0 0 0,0 25 0,0-25 0,0 25 0,0-25 0,-24 24 0,24-24 0,0 0 0,0 25 0,0-25 0,0 25 0,0-25 0,0 25 0,0-25 0,0 25 0,0-25 0,0 24 0,0-24 0,0 25 0,0-25 0,0 25 0,0-25 0,0 25 16,0-25-16,0 25 0,0-25 0,0 25 0,0-25 0,0 0 0,0 24 0,0-24 16,0 0-16,0 0 0,0 25 0,0-25 0,0 0 0,0 0 15,0 0-15,0 0 0,0 0 0,0 0 0,0 0 16,0 0-16,0 0 0,0 0 0,0 0 0,0 0 0,0 25 15,0-25-15,0 0 0,0 0 0,0 0 0,0 0 16,0 0-16,0 0 0,0 0 0,0 0 0,0 0 0,0 0 16,0 0-16,0 0 0,0 0 0,0 0 0,0 0 15,0 0-15,0 0 0,0 0 0,-25-25 0,25 25 16,0 0-16,0-25 0,0 25 0,-25-24 0,25 24 0</inkml:trace>
  <inkml:trace contextRef="#ctx0" brushRef="#br1" timeOffset="208834.9443">6871 7665 0,'0'0'0,"0"0"0,0 0 16,0 0-16,0 0 0,0 0 0,0 0 0,0 0 0,0 0 0,0 0 0,0 0 0,0 0 0,0 0 16,0 0-16,0 0 0,0 0 0,0 0 0,0 0 0,0 0 0,0 0 0,0 0 0,0 0 0,0 0 15,0 0-15,0 0 0,0 0 0,0 0 0,0 0 0,0 0 0,0 0 0,0 0 0,0 0 0,0 0 0,0 0 0,0 0 0,0 0 0,0 0 0,0 0 0,0 0 16,0 0-16,25 0 0,-25 0 0,0 0 0,0 0 0,0 0 15,0 0-15,0 0 0,0 0 0,0 0 0,0 0 16,-25 0-16,25 0 0,0 0 0,0 0 0,0 0 0,0 0 16,0 0-16,0 0 0,0 0 0,0-25 0,0 25 15,0 0-15,0 0 0,0 0 0,0 0 0,0 0 0,0 0 16,0 0-16,0 0 0,0 0 0,0 0 0,0 0 15,0 0-15,0 0 0,0 0 0,0-25 0,0 25 0,0 0 16,-25 0-16,25 0 0,0 0 0,0 0 0,0 0 16,0 0-16,0 0 0,0 0 0,0 0 0,0 0 15,-25 0-15,25 0 0,0 0 0,0 0 0,0 0 0,0-25 16,0 25-16,0 0 0,-25 0 0,25 0 0,0 0 15,0 0-15,0 0 0,0 0 0,0 0 0,-24 0 16,24 0-16,0 0 0,0 0 0,0 25 0,0-25 0,0 0 16,-25 0-16,25 0 0,0 0 0,0 0 0,0 0 15,0 0-15,0 0 0,-25 0 0,25 0 0,0 0 0,0 0 16,0 25-16,0-25 0,-25 0 0,25 0 0,0 0 15,0 25-15,0-25 0,0 0 0,-25 0 0,25 24 0,0-24 16,0 0-16,0 25 0,0-25 0,0 0 0,-24 25 16,24-25-16,0 0 0,0 25 0,0-25 0,0 25 15,0-25-15,0 0 0,0 24 0,0-24 0,0 25 0,0-25 16,0 0-16,0 25 0,0-25 0,0 25 0,0-25 15,0 0-15,0 25 0,0-25 0,0 0 156,99 74-156,-74-74 0,-25 0 0,0 0 0,0 0 0,24 0 0,-24 0 0,0 0 0,0 0 0,25 0 0,-25 0 0,0 0 0,25 0 0,-25 0 0,0 0 0,0-25 16,25 25-16,-25 0 0,0 0 0,0 0 0,25 0 0,-25-25 0,0 25 0,0 0 0,0 0 0,0-24 0,25 24 0,-25 0 0,0 0 0,0 0 0,0-25 0,0 25 0,0 0 0,24 0 0,-24-25 0,0 25 0,0 0 0,0 0 0,0 0 0,0 0 0,0 0 0</inkml:trace>
  <inkml:trace contextRef="#ctx0" brushRef="#br1" timeOffset="209547.9853">7045 8136 0,'0'0'15,"0"25"-15,0-25 0,0 0 0,0 0 0,0 0 16,0 0-16,0 0 0,0 0 0,0 0 0,0 0 0,0 0 16,0 0-16,0 0 0,0 0 0,0 0 0,0 0 15,0 0-15,0 0 0,0 0 0,24 0 0,-24 0 16,0 0-16,0 0 0,0 0 0,0 0 0,0-25 0,0 25 15,0 0-15,0 0 0,0 0 0,0 0 0,25-25 16,-25 25-16,0 0 0,0 0 0,0-25 0,0 25 0,0 0 16,0 0-16,0-24 0,25 24 0,-25-25 0,0 25 15,0 0-15,0-25 0,0 25 0,0 0 0,0-25 0,0 25 16,25 0-16,-25-25 0,0 25 0,0 0 0,0 0 15,0-25-15,0 25 0,0 0 0,0 0 0,0 0 16,0 0-16,0 0 0,0 0 0,0 0 0,0 0 0,0 0 16,0 0-16,0 0 0,0 0 0,0 0 0,0 0 15,0 0-15,0 0 0,0 0 0,0 0 0,0 0 0,0 0 16,0 0-16,0 0 0,0 0 0,0 0 0,0 0 15,0 0-15,0 0 0,0 0 0,0 0 0,0 0 16,0 25-16,0-25 0,0 0 0,0 0 0,0 25 0,0-25 16,0 0-16,0 25 0,25-25 0,-25 0 0,0 25 15,0-25-15,0 0 0,0 25 0,0-25 0,0 24 0,0-24 16,0 0-16,0 25 0,0-25 0,0 0 0,0 25 15,0-25-15,0 0 0,0 25 0,0-25 0,24 0 16,-24 25-16,0-25 0,0 0 0,0 0 0,0 24 0,0-24 16,0 0-16,0 0 0,0 0 0,0 0 0,0 0 15,0 0-15,0 0 0,0 0 0,0 0 0,0 0 0,0 0 16,0 0-16,0 0 0,-24 0 0,24 0 0,0 0 15,0 0-15,0 0 0,0 0 0,-25 0 0,25 0 0,0 0 16,0 0-16</inkml:trace>
  <inkml:trace contextRef="#ctx0" brushRef="#br1" timeOffset="211118.0752">7565 7714 0,'0'0'0,"0"0"0,0 0 0,0 0 0,0 0 0,0 0 16,0 0-16,0 0 0,0 0 0,0 0 0,0 0 0,0 0 0,0 0 0,0 0 0,0 0 0,0 0 0,0 0 0,0 0 0,0 0 16,0 0-16,0 0 0,0 0 0,0 0 0,0 0 0,0 0 0,0 0 15,0 0-15,0 0 0,0 0 0,0 0 0,0 0 0,0 0 0,0 0 0,0 0 0,0 0 16,0 0-16,0 0 0,0 0 0,0 0 0,0 0 0,0 0 0,0 0 0,0 0 0,0 0 0,0 0 15,0 0-15,0 0 0,0 0 0,0 0 0,0 0 0,0 0 0,0 0 0,0 0 0,0 0 16,0 0-16,0 0 0,0 0 0,0 0 0,0 0 0,0 0 0,0 0 0,0 0 16,0 0-16,0 0 0,0 0 0,0 0 0,0 0 0,0 0 0,0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0,0 0 0,0 0 15,0 0-15,0 0 0,0 0 0,0 0 0,0 0 0,0 0 16,0 0-16,0 0 0,0 0 0,0 0 0,0 0 15,0 0-15,0 0 0,0 0 0,0 0 0,0 0 0,0 0 16,0 0-16,0 0 218,50 0-202,-50 0-16,0 0 0,25 0 0,-25 0 0,25 0 0,-25 0 0,0 0 0,24 0 0,-24 0 16,0 0-16,25 0 0,-25 0 0,25 0 0,-25 0 0,0-25 0,25 25 0,-25 0 0,25 0 0,-25 0 0,0 0 15,24 0-15,-24 0 0,0 0 0,0 0 0,25 0 0,-25 0 0,0 0 0,0 0 16,0 0-16,0 0 0,25 0 0,-25 0 0,0 0 0,0 0 0,0 0 0,0 0 0,0 0 0,0 0 0,0 0 15,0 0-15,0 0 0,0 0 0,0 0 0,0 0 0,0 0 0,0 0 0,0 0 16,0 0-16,0 0 0,0 0 0,0 0 0,0 0 0,0 0 0,0 0 0,0 0 0,0 0 16,25 0-16,-25 0 0,0 0 0,0 0 0,0 0 0,0 0 0,0 0 0,0 0 0,0 0 15,0 0-15,0-24 0,0 24 0,0 0 0,0 0 0,0 0 0,0 0 0,0-25 0,-25 25 16</inkml:trace>
  <inkml:trace contextRef="#ctx0" brushRef="#br1" timeOffset="212459.1519">7739 7565 0,'0'0'0,"0"0"0,0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0,0 0 0,0 25 15,0-25-15,0 0 0,0 0 0,0 0 0,25 25 0,-25-25 16,0 0-16,0 25 0,0-25 0,0 0 0,0 25 15,0-25-15,0 24 0,0-24 0,0 25 0,0-25 0,0 0 16,25 25-16,-25-25 0,0 25 0,0-25 0,0 25 16,0-25-16,0 0 0,0 24 0,0-24 0,0 25 15,0-25-15,0 0 31,0 25-31,0-25 32,0 0-17,0 0-15,0 25 0,0-25 0,0 0 0,0 0 0,0 0 0,0 0 0,0 0 0,0 0 0,0 0 0,0 0 0,0 0 0,0 25 0,0-25 0,0 0 0,0 0 0,0 0 0,0 0 0,0 0 0,0 0 0,0 0 0,0 0 0,0 0 0,0 0 0,0 24 0,0-24 0,0 0 0,0 0 16,0 0-16,0 0 0,0 0 0,0 0 0,0 0 0,0 0 15,0 0-15,0 0 0,0 0 0,0 0 0,0 0 16,0 0-16,0-24 0</inkml:trace>
  <inkml:trace contextRef="#ctx0" brushRef="#br1" timeOffset="213358.2034">8905 7665 0,'0'0'0,"0"0"0,0 0 0,0 0 0,0 0 0,0 0 0,0 0 0,0 0 0,0-25 0,0 25 0,0 0 0,0 0 0,0 0 0,0 0 0,0 0 0,0 0 0,0 0 0,0 0 0,0 0 0,0 0 0,0 0 0,0 0 0,0-25 0,0 25 0,0 0 0,0 0 0,0 0 0,0 0 0,0 0 0,-25 0 0,25 0 0,0 0 16,0 0-16,0 0 0,0 0 0,0 0 0,0 0 0,0 0 0,-25-25 0,25 25 0,0 0 0,0 0 0,0 0 15,0 0-15,-25 0 0,25 0 0,0 0 0,0 0 16,0 0-16,0 0 0,0 0 0,-24 0 0,24 25 15,0-25-15,0 0 0,0 0 0,0 0 0,-25 0 0,25 0 16,0 0-16,0 25 0,0-25 0,-25 0 0,25 0 16,0 25-16,0-25 0,0 0 0,0 24 0,0-24 0,-25 25 15,25-25-15,0 0 0,0 25 0,0-25 0,0 25 16,0-25-16,0 25 0,0-25 0,0 0 0,0 24 15,0-24-15,0 25 0,0-25 0,0 0 0,25 25 0,-25-25 16,0 0-16,0 25 0,0-25 0,0 0 0,25 0 16,-25 25-16,0-25 0,0 0 0,25 0 0,-25 24 0,0-24 15,0 0-15,24 0 0,-24 0 0,0 0 0,25 0 16,-25 0-16,0 0 0,25 0 0,-25 0 0,0 0 0,25 0 15,-25 0-15,0 0 0,0 0 0,25 0 16,-25 0-16,0 0 0,0 0 0,0-24 0,24 24 0,-24 0 16,0 0-16,0 0 0,0 0 234</inkml:trace>
  <inkml:trace contextRef="#ctx0" brushRef="#br1" timeOffset="214012.2408">9079 8037 0,'0'-25'0,"0"25"0,0 0 0,0 0 0,0 0 16,0 0-16,0 0 0,0 0 0,0 0 0,0 0 0,0 0 0,0 0 15,0 0-15,0 0 0,0 0 0,0 0 0,0 0 16,0-25-16,0 25 0,24 0 0,-24 0 0,0 0 15,0 0-15,0 0 0,0 0 0,0 0 0,0 0 0,0 0 16,0 0-16,0 0 0,0 0 0,0 0 0,0 0 16,0 0-16,0 0 0,25 0 0,-25 0 0,0 0 0,0 0 15,0 0-15,0 0 0,0 0 0,0 0 0,0 0 16,0 0-16,0 0 0,0 0 0,25 0 0,-25 0 0,0 0 15,0 0-15,0 0 0,0 0 0,0 0 0,0 0 16,0 0-16,0 0 0,0 0 0,0 0 0,25 25 16,-25-25-16,0 0 0,0 0 0,0 0 0,0 0 0,0 0 15,0 25-15,0-25 390,99 173-390,-99-173 0,0 0 0,0 0 0,0-24 0,0 24 16,0 0-16,25 0 0,-25 0 0,0-25 0</inkml:trace>
  <inkml:trace contextRef="#ctx0" brushRef="#br1" timeOffset="215341.3168">9897 7863 0,'0'0'0,"0"0"0,0 0 0,0 0 0,0 0 0,0 0 16,-25 0-16,25 0 0,0 0 0,0 0 0,0 0 0,0 0 15,0 0-15,0 0 0,0 0 0,0 0 0,0 0 16,0 0-16,0 0 0,0 0 0,0 0 0,0 0 15,0 0-15,0 0 0,0 0 0,0 0 0,0 0 0,0 0 16,25 0-16,-25 0 0,0 0 0,0 0 0,0 0 16,0 0-16,0 0 0,25 0 0,-25 0 0,0 0 15,25 0-15,-25 0 0,0 0 0,24 0 0,-24 0 0,25 0 16,-25 0-16,25 0 0,-25 0 0,25 0 0,-25 0 15,25 0-15,-25 0 0,25 0 0,-25 0 0,24 0 0,-24 0 16,25 0-16,-25 0 0,0 0 0,25 0 0,-25-25 16,0 25-16,0 0 0,25 0 0,-25 0 0,0 0 0,0 0 15,0 0-15,0 0 0,0 0 0,25 0 0,-25 0 16,0 0-16,0 0 0,0 0 0,0 0 0,0 0 15,0 0-15,0 0 0,0 0 0,0 0 0,0 0 0,0 0 16,0 0-16,0 0 0,0 0 0,0 0 0,0 0 16,0 0-16,0 0 0,0 0 0,0-25 0,0 25 0,0 0 15,0 0-15,0 0 0,0 0 0,0 0 0,0 0 16,0 0-16,0 0 0,0 0 0</inkml:trace>
  <inkml:trace contextRef="#ctx0" brushRef="#br1" timeOffset="215761.3408">9971 7689 0,'0'0'0,"0"0"0,0 0 0,0 0 15,0 0-15,0 0 0,0 0 0,0 0 0,0 0 16,0 0-16,0 0 0,0 0 0,0 0 0,0 0 15,0 0-15,0 0 0,0 0 0,0 0 0,0 0 0,0 25 16,0-25-16,0 0 0,0 0 0,0 0 0,0 0 16,0 25-16,0-25 0,0 0 0,0 25 0,0-25 0,0 0 15,0 25-15,25-25 0,-25 0 0,0 24 0,0-24 16,0 25-16,0-25 0,0 25 0,0-25 0,0 25 0,0-25 15,0 25-15,0-25 0,0 0 0,0 24 0,0-24 16,0 25-16,0-25 0,0 0 0,0 0 0,-25 25 16,25-25-16,0 0 0,0 0 0,0 25 0,0-25 0,0 0 15,0 0-15,0 0 0,0 25 0,0-25 0,0 0 16,0 0-16,0 0 0,0 0 0,0 0 0,0 0 0,0 0 15,0 0-15,0 0 0,0 0 0,25 0 0,-25 0 16,0 0-16,0 0 0,0 0 0</inkml:trace>
  <inkml:trace contextRef="#ctx0" brushRef="#br1" timeOffset="216426.3788">10988 7615 0,'0'0'0,"0"0"0,0 0 0,0 0 15,0 0-15,0 0 0,0 0 0,0 0 0,0 0 16,0 0-16,0 0 0,0 0 0,0-25 0,-24 25 0,24 0 15,0 0-15,0 0 0,0 0 0,0 0 0,0 0 0,-25 0 16,25 0-16,0 0 0,0 0 0,0 0 0,0 0 16,-25 0-16,25 0 0,0 0 0,0 0 0,0 0 0,0 0 15,0 0-15,-25 0 0,25 0 0,0 0 0,0 0 16,0 0-16,-25 0 0,25 0 0,0 0 0,0 0 15,0 0-15,-24 25 0,24-25 0,0 0 0,0 0 0,0 0 16,-25 25-16,25-25 0,0 0 0,0 0 0,-25 25 16,25-25-16,0 24 0,0-24 0,0 25 0,-25-25 0,25 25 15,0 0-15,0-25 0,0 25 0,0-1 0,0-24 16,0 25-16,0-25 0,0 25 0,0-25 0,0 25 0,0-25 15,25 25-15,-25-25 0,0 24 0,0-24 0,0 25 16,25-25-16,-25 0 0,0 0 0,0 25 0,25-25 16,-25 0-16,0 0 0,24 25 0,-24-25 0,0 0 0,25 0 15,-25 0-15,0 0 0,25 0 0,-25 0 0,0 0 16,25 0-16,-25 0 0,0 0 0,25 0 0,-25 0 15,0 0-15,24 0 0,-24 0 0,25 0 0,-25-25 0,0 25 16,25 0-16,-25 0 0,0 0 0,0 0 0,25-25 16,-25 25-16,0 0 0,0 0 0,0 0 0,0 0 0,0-25 15,0 25-15,25 0 0,-25 0 0,0 0 0,0 0 16,0 0-16</inkml:trace>
  <inkml:trace contextRef="#ctx0" brushRef="#br1" timeOffset="217215.4239">11286 8012 0,'0'25'0,"0"-25"0,0 0 0,-25 0 0,25 25 0,0-25 0,0 0 0,0 0 15,-24 24-15,24-24 0,0 0 0,0 0 0,-25 25 0,25-25 0,0 0 0,0 0 0,-25 25 16,25-25-16,0 0 0,0 0 0,-25 0 0,25 25 0,0-25 0,0 0 0,0 0 15,0 0-15,0 0 0,0 0 0,0 0 0,0 0 0,0 0 0,0 0 0,0 0 0,0 0 16,0 0-16,0 0 0,0 0 0,0 0 0,0 0 0,0 0 0,0 0 0,0 0 0,0 0 0,25 0 16,-25 0-16,0 0 0,0-25 0,25 25 0,-25 0 0,0 0 0,0 0 0,25 0 0,-25 0 0,0 0 0,0 0 15,24 0-15,-24 0 0,0 25 0,25-25 0,-25 0 0,0 0 0,0 0 0,25 0 16,-25 0-16,0 0 0,0 0 0,0 25 0,25-25 0,-25 0 0,0 0 0,0 0 0,0 24 0,0-24 15,0 0-15,25 0 0,-25 25 0,0-25 0,0 0 0,0 0 16,0 25-16,0-25 0,0 0 0,-25 0 0,25 0 0,0 25 16,0-25-16,0 0 0,0 0 0,0 0 0,-25 25 0,25-25 15,0 0-15,0 0 0,-25 0 0,25 24 0,0-24 16,0 0-16,-25 0 0,25 0 0,0 0 0,-24 0 15,24 0-15,0 0 0,0 0 0,-25 25 0,25-25 0,0 0 16,0 0-16,-25 0 0,25 0 0,0 0 0,0 0 16,0-25-16,0 25 0,0 0 0,-25 0 0,25 0 15,0 0-15,0 0 0,0 0 0,0 0 0,0 0 0,0 0 16,0 0-16,0 0 0,0 0 0,0 0 0,0 0 15,-25 0-15,25 0 0,0-24 0,0 24 0,0 0 16,0 0-16,0 0 0,25 0 0,-25 0 0,0 0 0,0 0 16,0 0-16,0-25 0,0 25 0,0 0 0,0 0 0,0 0 15,0 0-15,25-25 0,-25 25 0,0 0 0,0 0 16,25 0-16,-25 0 0,0 0 0,25 0 0</inkml:trace>
  <inkml:trace contextRef="#ctx0" brushRef="#br1" timeOffset="217805.4577">12154 7813 0,'0'0'0,"0"0"0,0 0 0,0 0 0,0 0 16,0 0-16,0 0 0,0 0 0,0 0 0,0 0 0,0 0 0,0 0 0,0 0 0,0 0 0,0 0 16,0 0-16,0 0 0,0 0 0,0 0 0,0 0 0,0 0 0,0 0 0,0 0 0,0 0 0,0 0 15,0 0-15,0 0 0,0 0 0,0 0 0,0 0 0,0 0 0,25 0 0,-25 0 0,0 0 0,0 0 0,0 0 0,25 0 0,-25 0 0,25 0 0,-25 0 0,0 0 0,25 0 0,-1 0 0,-24 0 0,25 0 0,-25 0 0,25 0 0,-25 0 0,25 0 0,-25 0 0,25 0 0,-1 0 16,-24 0-16,25 0 0,-25 0 0,0 0 0,25 0 15,-25 0-15,25 0 0,-25 0 0,0 0 0,25 0 16,-25 0-16,0 0 0,0 0 0,24 0 0,-24 0 0,0 0 16,0 0-16,0 0 0,0 0 0</inkml:trace>
  <inkml:trace contextRef="#ctx0" brushRef="#br1" timeOffset="218331.4878">12179 8086 0,'-25'0'16,"25"0"-16,0 0 0,0 0 0,0 0 0,0 25 15,0-25-15,0 0 0,0 0 0,0 0 0,0 0 0,0 0 16,0 0-16,0 0 0,0 0 0,0-25 0,0 25 15,0 0-15,0 0 0,25 0 0,-25 0 0,0 0 0,0 0 16,0 0-16,25 0 0,-25 0 0,0 0 0,0 0 16,25 0-16,-25 0 0,0 0 0,25 0 0,-25 0 0,0 0 15,24 0-15,-24 0 0,25 0 0,-25 0 0,0 0 16,25 0-16,-25 0 0,25 0 0,-25 0 0,25 0 15,-25 0-15,24 0 172</inkml:trace>
  <inkml:trace contextRef="#ctx0" brushRef="#br1" timeOffset="219334.5452">13097 7665 0,'0'0'0,"0"0"0,0 0 0,0 0 0,0 0 0,0 0 0,0 0 0,0 0 0,25-25 0,-25 25 0,0 0 0,0 0 0,0 0 0,0 0 0,24 0 0,-24 0 0,0 0 15,0 0-15,25 0 0,-25-25 0,0 25 0,0 0 0,25 0 0,-25 0 0,0 0 0,0 0 0,25 0 0,-25 0 0,0 0 0,0 0 0,25 0 0,-25 0 0,0 0 0,0 0 0,0 0 0,0 0 0,25 0 0,-25 0 0,0 0 16,0 25-16,0-25 0,0 0 0,0 0 0,24 0 0,-24 0 15,0 25-15,0-25 0,0 0 0,0 0 0,0 24 16,0-24-16,0 0 0,0 0 0,0 25 0,0-25 0,0 0 16,0 25-16,0-25 0,0 0 0,0 0 0,0 25 15,0-25-15,0 0 0,0 25 0,0-25 0,-24 0 0,24 24 16,0-24-16,0 0 0,0 25 0,0-25 0,-25 0 15,25 25-15,0-25 0,0 0 0,-25 0 0,25 25 16,0-25-16,0 0 0,-25 0 0,25 25 0,0-25 0,-25 0 16,25 0-16,0 24 0,0-24 0,-25 0 0,25 0 15,0 0-15,0 25 0,0-25 0,-24 0 0,24 0 16,0 0-16,0 0 0,0 25 0,0-25 0,0 0 0,-25 0 15,25 0-15,0 0 0,0 0 0,0 0 0,0 25 16,-25-25-16,25 0 0,0 0 0,0 0 0,0 0 0,0 0 16,0 0-16,0 0 0,-25 25 0,25-25 0,0 0 15,0 0-15,0 0 0,0 0 0,0 0 0,0 0 0,0 0 16,0 0-16,0 0 0,0 0 0,0 0 0,0 0 15,0 0-15,0 0 0,0 0 0,0 0 0,0 0 16,0 0-16,0 0 0,0 0 0,25 0 0,-25 0 0,0 0 16,0 0-16,0 0 0,0 0 0,0 0 0,0 0 0,0 0 15,25 0-15,-25 0 0,0 0 0,0 0 0,25 0 16,-25 0-16,0 0 0,24 0 0,-24 0 0,25 0 15,-25 0-15,25 0 0,-25 0 0,25 0 0,-25 0 0,25 0 16,-25 0-16,25 0 0,-25 0 0,24 0 0,-24 0 16,25 0-16,-25 0 0,25 0 0,-25 0 0,0 0 0,25 0 15,-25 0-15,0 0 0,0 0 0,0 0 0,25 0 16,-25 0-16,0 0 0,0 0 0,0 0 0,0 0 15,0 0-15,0 0 0,0 0 0,0 0 0,0-25 0,0 25 16,0 0-16,0 0 0,0 0 0,0 0 0,0 0 16,24 0-16,-24 0 0,0 0 0,0 0 0,0 0 0,0 0 15,0 0-15,0 0 0,0 0 0,0 0 0,0 0 16,0 0-16,0 0 0,-24 0 0,24 0 0,0 0 15,0 0-15,0 0 0,-25 0 0</inkml:trace>
  <inkml:trace contextRef="#ctx0" brushRef="#br1" timeOffset="221826.6877">7045 8756 0,'-100'347'312,"100"-347"-296,0 0-16,25 0 0,-25 0 0,0 0 0,25 0 0,-25 0 16,0 0-16,25-24 0,-25 24 0,25 0 0,-25 0 0,0 0 0,24-25 0,-24 25 15,0 0-15,0 0 0,25 0 0,-25-25 0,0 25 0,0 0 0,0 0 0,0 0 16,25 0-16,-25-25 0,0 25 0,0 0 0,0 0 0,0 0 0,0 0 15,0 0-15,0 0 0,0 0 0,0 0 0,0 0 0</inkml:trace>
  <inkml:trace contextRef="#ctx0" brushRef="#br1" timeOffset="222639.7342">7293 9227 0,'0'0'16,"0"0"-16,0 0 0,0 0 0,0 0 0,0 0 0,0 0 16,0 0-16,0 0 0,0 0 0,0 0 15,0 0-15,0 0 0,0 0 0,0 0 0,0 0 0,24-24 0,-24 24 16,0 0-16,0 0 0,0 0 0,0 0 0,0 0 15,0-25-15,0 25 0,0 0 0,25 0 0,-25 0 16,0 0-16,0-25 0,0 25 0,0 0 0,0 0 0,0-25 16,25 25-16,-25 0 0,0 0 0,0-25 0,0 25 15,0 0-15,0-24 0,0 24 0,25 0 0,-25 0 16,0-25-16,0 25 0,0 0 0,0 0 0,0 0 0,0-25 15,0 25-15,0 0 0,0 0 0,0 0 0,0 0 16,0 0-16,0 0 0,0 0 0,0 0 0,0 0 0,0 0 16,0 0-16,0 0 0,0 0 0,0 0 0,0 0 15,0 0-15,0 0 0,0 0 0,0 0 0,0 0 0,0 0 16,0 0-16,0 0 0,0 0 0,0 0 0,0 25 15,0-25-15,0 0 0,0 0 0,0 25 0,0-25 16,0 0-16,0 24 0,0-24 0,0 0 0,0 25 0,0-25 16,0 25-16,0-25 0,0 0 0,0 25 0,0-25 15,0 0-15,0 25 0,0-25 0,0 0 0,0 24 16,0-24-16,0 0 0,25 0 0,-25 25 0,0-25 0,0 0 15,0 0-15,0 0 0,0 0 0,0 0 0,0 0 16,0 25-16,0-25 0,0 0 0,0 0 0,0 0 0,0 0 16,0 0-16,0 0 0</inkml:trace>
  <inkml:trace contextRef="#ctx0" brushRef="#br1" timeOffset="225252.8837">12105 8855 0,'0'0'0,"0"0"0,0 0 0,0 0 0,0 0 0,0 0 0,0 0 0,0 0 16,0 0-16,0 0 0,0 0 0,0 0 0,0 0 0,0 0 0,0 0 15,0 0-15,0 0 0,0 0 0,0 0 0,0 0 0,0 0 0,0 0 0,0 0 16,0 0-16,0 0 0,0 0 0,0 0 0,0 0 0,0 0 0,0 0 0,0 0 15,0 0-15,0 0 0,0 0 0,0 0 0,0 0 0,0 0 0,0 0 0,0 0 0,0 0 16,0 0-16,0 0 0,0 0 0,0 0 0,0 0 0,0 0 0,0 0 0,0 0 0,0 0 16,0 0-16,0 0 0,0 0 0,0 0 0,0 0 15,0 0-15,0 0 0,0 0 0,0 0 0,0 0 0,0 0 16,0 0-16,0 0 0,0 0 0,0 0 0,24 0 15,-24 0-15,0 0 0,0 0 0,25 0 0,-25 0 16,0 0-16,25 0 0,-25 0 0,0 0 0,25 0 0,-25 0 16,25 0-16,-25 0 0,25 0 0,-25-25 0,24 25 15,-24 0-15,25 0 0,-25 0 0,25 0 0,-25 0 0,25 0 16,-25 0-16,0 0 0,25 0 0,-25 0 0,0 0 15,24 0-15,-24 0 0,0 0 0,0 0 0,0 0 0,0 0 16,0 0-16,25 0 0,-25 0 0,0 0 0,0 0 16,0 0-16,0 0 0,0 0 0,0 0 0,0 0 15,0 0-15,0 0 0,0 0 0,0 0 0,0 0 0,0 0 16,0-24-16,0 24 0,0 0 0,-25 0 0,25 0 15</inkml:trace>
  <inkml:trace contextRef="#ctx0" brushRef="#br1" timeOffset="225828.9166">12129 9128 0,'0'0'0,"25"0"0,-25 0 0,25 0 0,-25 0 0,25 0 15,0 0-15,-25 0 0,25 0 0,-25 0 0,24 0 0,-24 0 0,25 0 0,-25 0 0,25 0 0,-25 0 0,25 0 0,-25 0 0,0 0 0,25 0 0,-25 0 0,0 0 0,0 0 0,0 0 0,0 0 0,24 0 0,-24 0 0,0 0 0,0 0 0,0 0 0,0 0 0,0-25 0,0 25 0,0 0 16,25 0-16,-25 0 0,0 0 0,0 0 0,25 0 0,-25 0 0,0 0 0,25 0 0,-25 0 15,25 0-15,-25 0 0,0 0 0,24 0 0,-24 0 0,25 0 16,-25 0-16,0 0 0,25 0 0,-25 0 0,0 0 0</inkml:trace>
  <inkml:trace contextRef="#ctx0" brushRef="#br1" timeOffset="227048.9863">13271 8706 0,'0'0'0,"0"0"15,0 0-15,0 0 0,0 0 0,0 0 0,0 0 0,0 0 0,0 0 0,0 0 0,-25-24 0,25 24 16,0 0-16,0 0 0,0 0 0,0 0 0,0 0 0,0 0 0,0 0 16,0 0-16,0 0 0,0 0 0,0 0 0,0 0 0,0 0 0,0 0 0,0 0 15,0 0-15,-25 0 0,25 0 0,0 0 0,0 0 0,0 0 0,0 0 0,0 0 16,0 0-16,0 0 0,0 0 0,0 0 0,0 0 0,0 0 0,0 0 0,0 0 15,-25 0-15,25 0 0,0 0 0,0 0 0,0 0 0,0 24 0,0-24 0,0 0 0,0 0 0,-25 0 16,25 0-16,0 0 0,0 0 0,0 25 0,0-25 0,0 0 16,0 0-16,-25 0 0,25 0 0,0 25 0,0-25 15,0 0-15,0 0 0,0 0 0,0 25 0,0-25 0,0 0 16,-24 0-16,24 25 0,0-25 0,0 0 0,0 0 15,0 24-15,0-24 0,0 0 0,0 0 0,0 25 16,0-25-16,0 0 0,0 0 0,0 25 0,0-25 0,0 0 16,0 0-16,0 25 0,0-25 0,0 0 0,0 0 0,0 25 15,0-25-15,0 0 0,0 0 0,0 24 0,0-24 16,0 0-16,0 0 0,0 25 0,0-25 0,0 0 15,0 0-15,0 25 0,0-25 0,0 0 0,0 0 0,0 0 16,0 25-16,0-25 0,0 0 0,0 0 0,0 0 0,0 0 16,24 25-16,-24-25 0,0 0 0,0 0 15,0 0-15,0 0 0,0 25 0,0-25 0,0 0 0,0 0 16,0 0-16,25 0 0,-25 0 0,0 0 0,0 24 15,0-24-15,0 0 0,0 0 0,25 0 0,-25 0 0,0 0 16,0 0-16,0 0 0,0 0 0,25 0 0,-25 0 16,0 0-16,0 0 0,25 25 0,-25-25 0,0 0 0,0 0 15,25 0-15,-25 0 0,0 0 0,0 0 0,0 0 16,24 0-16,-24 0 0,0 0 0,0 0 0,25 0 15,-25-25-15,0 25 0,0 0 0,25 0 0,-25 0 250,-25-347-172,25 347-78,0 0 0,0 0 0,0 0 0,0 0 16,0-25-16,0 25 0,0 0 0,0 0 0,0 0 0,0 0 0,0 0 0,0 0 15,0 0-15,0 0 0,0 0 0,0 0 0,0 0 0,0 0 0,0 0 0,0 0 16,0 0-16,0 0 0,0 0 0,0 0 0,0 0 0,0-25 0,0 25 0,0 0 15,0 0-15,0 0 0</inkml:trace>
  <inkml:trace contextRef="#ctx0" brushRef="#br1" timeOffset="230148.1637">7317 8706 0,'0'0'0,"0"0"0,0 0 0,0 0 15,0 0-15,0 0 0,0 0 0,0 0 0,0 0 0,0 0 16,0 0-16,25 0 0,-25 0 0,0 0 0,0 0 15,0 0-15,0 0 0,0 0 0,0 0 0,0 0 16,0 0-16,0 0 0,0 0 0,0 0 0,0 0 0,0 0 16,0 0-16,0 0 0,0 0 0,0 0 0,0 0 15,0 0-15,0 0 0,0 0 0,0 0 0,0 0 16,0 0-16,0 0 0,0 0 0,0 0 0,0 0 0,0 0 15,0 0-15,0 0 0,-25 0 0,25 0 0,0 0 16,0 0-16,0 0 0,0 0 0,0 0 0,0 0 16,0 0-16,0 0 0,0 0 0,0 0 0,0 0 0,0 0 15,0-24-15,0 24 0,0 0 0,0 0 0,0 0 16,0 0-16,0 0 0,0 0 0,0 0 0,0 0 0,-24 0 15,24 0-15,0 0 0,0 0 0,0 0 0,0 0 16,0 0-16,0 0 0,0 0 0,0 0 0,0 0 0,0 0 16,0 0-16,0 0 0,0 0 0,0 0 0,0 0 15,0 0-15,0 0 0,0 0 0,0 0 0,0 0 0,0 0 16,-25 0-16,25 0 0,0 0 0,0 0 0,0 0 15,0 0-15,0 0 0,-25 0 0,25 0 0,0 0 0,0 0 16,0 0-16,0 0 0,0 0 0,0 0 16,-25 0-16,25 0 0,0 0 0,0 0 0,0 0 0,0 0 15,0 0-15,-25 0 0,25 0 0,0 0 0,0 0 0,0 0 16,0 0-16,0 0 0,0 0 0,-24 0 0,24 0 15,0 0-15,0 0 0,0 0 0,0 0 0,0 0 16,0 0-16,-25 0 0,25 0 0,0 0 0,0 0 16,0 0-16,0 0 0,0 0 0,0 0 0,-25 0 0,25 0 15,0 24-15,0-24 0,0 0 0,0 0 0,0 0 16,-25 0-16,25 0 0,0 0 0,0 0 0,0 0 0,0 0 15,0 0-15,0 0 0,0 0 0,-25 0 0,25 0 0,0 0 16,0 25-16,0-25 0,0 0 0,0 0 0,-24 0 16,24 0-16,0 0 0,0 0 0,0 0 0,0 0 15,0 0-15,0 0 0,0 0 0,0 25 0,0-25 0,-25 0 16,25 0-16,0 0 0,0 0 0,0 0 0,0 0 15,0 25-15,0-25 0,0 0 0,-25 0 0,25 0 0,0 0 16,0 25-16,0-25 0,0 0 0,0 0 0,0 0 16,0 24-16,0-24 0,0 0 0,0 0 0,0 0 0,0 25 15,0-25-15,0 0 0,0 0 0,0 0 0,0 25 16,0-25-16,0 0 0,0 0 0,0 0 0,0 25 15,0-25-15,0 0 0,0 0 0,0 25 0,0-25 0,0 0 16,0 0-16,0 0 0,0 24 0,0-24 0,0 0 16,0 0-16,0 0 0,0 25 0,0-25 0,0 0 15,0 0-15,0 25 0,0-25 0,0 0 0,0 0 0,0 0 16,25 25-16,-25-25 0,0 0 0,0 0 0,0 0 15,0 25-15,0-25 0,0 0 0,0 0 0,25 0 0,-25 0 16,0 0-16,0 25 0,0-25 0,0 0 0,0 0 16,24 0-16,-24 0 0,0 0 0,0 0 0,0 0 0,0 0 15,25 0-15,-25 0 0,0 24 0,0-24 0,0 0 16,0 0-16,25 0 0,-25 0 0,0 0 0,0 0 15,25 0-15,-25 0 0,0 0 0,0 0 0,0 0 0,25 0 16,-25 0-16,0 0 0,0 0 0,0 0 0,24 0 16,-24 0-16,0 0 0,0 0 0,25 0 0,-25 0 0,0 0 15,0 0-15,0 0 0,0 0 0,25 0 0,-25 0 16,0 0-16,0 0 0,0 0 0,25 0 0,-25 0 15,0 0-15,0 0 0,25 0 0,-25 0 0,0-24 0,0 24 16,0 0-16,24 0 0,-24 0 0,0 0 0,0 0 16,0 0-16,0 0 0,25 0 0,-25 0 0,0-25 0,0 25 15,0 0-15,0 0 0,0 0 0,0 0 0,0 0 16,0 0-16,0 0 0,25 0 0,-25 0 0,0 0 0,0 0 15,0 0-15,0 0 0,0-25 0,0 25 0,0 0 16,0 0-16,-25 0 0,25 0 0,0 0 0,0 0 16,0 0-16,0 0 0,0 0 0,-25 0 0,25 0 0,0 0 15,0 0-15,0 0 0,-24 0 0,24 0 0</inkml:trace>
  <inkml:trace contextRef="#ctx0" brushRef="#br1" timeOffset="232388.2918">7169 9748 0,'0'0'0,"-25"0"0,25 0 0,0 0 16,0 0-16,0 0 0,0 0 0,0 0 0,0 0 0,-25 0 0,25 0 0,0 0 15,0 0-15,0 0 0,0 0 0,-25 0 0,25 0 0,0 0 0,0 25 16,0-25-16,0 0 0,-25 0 0,25 0 0,0 0 0,0 0 0,0 0 0,0 0 15,-24 0-15,24 0 0,0 0 0,0 0 0,0 25 0,0-25 0,-25 0 0,25 0 0,0 0 16,0 25-16,0-25 0,0 0 0,-25 0 0,25 0 0,0 24 0,0-24 0,0 0 16,0 0-16,-25 25 0,25-25 0,0 0 0,0 25 0,0-25 0,0 0 15,0 0-15,0 25 0,0-25 0,0 0 0,0 25 0,0-25 0,0 0 16,0 0-16,0 24 0,0-24 0,0 0 0,0 25 0,0-25 0,0 0 0,0 25 0,0-25 15,0 0-15,25 0 0,-25 25 0,0-25 0,0 0 0,0 25 0,0-25 16,0 0-16,0 0 0,25 25 0,-25-25 0,0 0 0,0 0 0,0 24 0,25-24 16,-25 0-16,0 0 0,0 0 0,24 0 0,-24 0 0,0 25 0,0-25 0,25 0 15,-25 0-15,0 0 0,25 0 0,-25 0 0,0 0 0,0 0 0,25 0 0,-25 0 16,0 0-16,0 0 0,25 0 0,-25 0 0,0 0 0,0 0 15,24 0-15,-24 0 0,0 0 0,0 0 0,0 0 0,25 0 16,-25 0-16,0 0 0,0 0 0,0 0 0,25 0 250</inkml:trace>
  <inkml:trace contextRef="#ctx0" brushRef="#br1" timeOffset="233246.3409">7441 10344 0,'0'0'0,"0"0"0,0 0 15,0 0-15,0 0 0,0 0 0,0 0 0,0 0 16,0 0-16,0 0 0,0 0 0,0 0 0,0 0 16,0 0-16,0 0 0,0 0 0,0 0 0,0 0 0,0 0 15,0 0-15,0 0 0,0 0 0,0 0 0,0 0 16,25 0-16,-25 0 0,0 0 0,0 0 0,0 0 0,0 0 15,0 0-15,0-25 0,25 25 0,-25 0 0,0 0 16,0 0-16,0-25 0,25 25 0,-25 0 0,0-25 16,0 25-16,25 0 0,-25-25 0,0 25 0,0 0 0,0-24 78,24 24-78,-24 0 0,0-25 0,0 25 0,0-25 0,25 25 0,0-99 78,-25 99-78,0 0 0,0 0 0,0 0 0,0 0 0,0 0 0,0 0 0,0 0 0,0 0 0,0 0 0,0 0 0,0 0 15,0 0-15,0 0 0,0 0 0,0 0 0,0 0 0,-25 0 0,25 0 0,0 0 0,0 0 0,0 0 0,0 25 0,0-25 0,0 0 0,0 0 0,0 0 0,0 24 0,0-24 0,0 0 0,0 25 0,0-25 0,0 0 0,0 25 0,0-25 0,0 0 0,0 25 0,0-25 0,0 25 16,0-25-16,0 0 0,0 24 0,0-24 0,0 25 0,0-25 15,0 0-15,25 25 0,-25-25 0,0 25 0,0-25 16,0 0-16,0 25 0,0-25 0,0 0 0,0 24 0,0-24 16,0 0-16,0 0 0,0 25 0,0-25 0,0 0 15,0 0-15,0 0 0,0 25 0,0-25 0,25 0 16,-25 0-16,0 0 0,0 0 0,0 0 0,0 0 0,0 0 15,0 0-15,0 0 0,0 0 0,-25 0 0,25 0 16,0 0-16,0 0 0,0 0 0,0-25 0,-25 25 0,25 0 16,0 0-16,0 0 0</inkml:trace>
  <inkml:trace contextRef="#ctx0" brushRef="#br1" timeOffset="234182.3943">8533 10096 0,'0'-25'0,"0"25"16,0 0-16,0 0 0,0 0 0,0 0 0,0 0 0,0 0 15,0 0-15,0 0 0,0 0 0,0 0 0,0 0 16,0 0-16,0 0 0,0 0 0,0 0 0,0 0 15,0 0-15,0 0 0,0 0 0,0 0 0,0 0 0,0 0 16,0 0-16,0 0 0,0 0 0,0 0 0,0 0 16,0 0-16,0 0 0,0 0 0,25 0 0,-25 0 15,0 0-15,0 0 0,24-25 0,-24 25 0,25 0 0,-25 0 16,25 0-16,-25 0 0,25 0 0,-25-25 0,25 25 15,-25 0-15,24 0 0,-24 0 0,25 0 0,-25 0 0,25 0 16,-25 0-16,0 0 0,25 0 0,-25 0 0,25 0 16,-25 0-16,0 0 0,0 0 0,24-25 0,-24 25 0,0 0 15,0 0-15,0 0 0,0 0 0,0 0 16,0 0-16,0 0 0,0 0 0,0 0 0,25 0 0,-25 0 15,0 0-15,0 0 0,-25 0 0,25 0 0,0 0 16,0 0-16,0 0 0,0 0 0,0 0 0,0 0 0,0-25 16,0 25-16,0 0 0</inkml:trace>
  <inkml:trace contextRef="#ctx0" brushRef="#br1" timeOffset="234628.4199">8706 9847 0,'0'0'0,"0"0"0,0 0 0,0 0 0,0 0 15,0 0-15,0 0 0,0 0 281</inkml:trace>
  <inkml:trace contextRef="#ctx0" brushRef="#br1" timeOffset="235873.4912">8706 9897 0,'0'0'0,"0"0"15,0 0-15,-24-25 0,24 25 0,0 0 0,0 0 16,0 0-16,0 0 0,0 0 0,0 0 0,0 0 0,0 0 15,0 0-15,0 0 0,0-25 0,0 25 0,0 0 16,0 0-16,0 0 0,0 0 0,-25 0 0,25 0 16,0 0-16,0 0 0,0 0 0,0 0 0,0 0 0,0 0 15,0 0-15,25 323 250,-25-298-250,0-25 0,0 0 0,0 25 0,0-25 0,0 0 0,0 0 0,0 24 0,0-24 0,0 0 0,0 0 0,0 0 0,0 0 0,0 0 0,0 0 0,0 0 15,0 0-15,0 0 0,0 0 0,0 0 0,0 0 0,0 0 0,0 0 0,0 0 0,0 0 0,0 0 0,0 0 0,0-24 0,0 24 0,0 0 0,0 0 0,24 0 0,-24 0 0</inkml:trace>
  <inkml:trace contextRef="#ctx0" brushRef="#br1" timeOffset="236843.5466">9699 9723 0,'0'-24'0,"0"24"0,0 0 0,0 0 0,0 0 0,0 0 16,0 0-16,-25 0 0,25 0 0,0 0 0,0 0 0,0 0 15,0 0-15,0-25 0,-25 25 0,25 0 0,0 0 0,0 0 0,0 0 16,0 0-16,0 0 0,0 0 0,-25 0 0,25 0 0,0 0 0,0 0 0,0 0 0,0 0 15,-25 0-15,25 0 0,0 0 0,0 0 0,0 0 0,0 0 16,0 0-16,-24 0 0,24 0 0,0 0 0,0 0 0,0 0 0,0 0 0,-25 0 16,25 0-16,0 25 0,0-25 0,0 0 0,-25 0 0,25 0 0,0 0 0,-25 24 15,25-24-15,0 0 0,0 0 0,-25 25 0,25-25 0,0 0 16,0 25-16,-24-25 0,24 0 0,0 25 0,0-25 0,0 25 0,0-25 0,-25 24 0,25-24 15,0 25-15,0-25 0,0 25 0,0-25 0,0 25 0,0-25 0,0 25 0,0-25 16,0 24-16,0-24 0,0 25 0,25-25 0,-25 25 0,0-25 0,0 25 0,0-25 16,0 25-16,24-25 0,-24 25 0,0-25 0,0 0 0,0 24 0,25-24 0,-25 0 15,0 25-15,25-25 0,-25 0 0,0 0 0,25 25 0,-25-25 0,0 0 0,25 0 0,-25 0 16,24 0-16,-24 0 0,0 0 0,25 0 0,-25 0 0,25 0 0,-25 0 0,0 0 15,25 0-15,-25-25 0,25 25 0,-25 0 0,0 0 16,0 0-16,24-25 0,-24 25 0,0 0 0,0 0 0,25 0 16,-25-24-16,0 24 0,0 0 0,0 0 0,0 0 15,25 0-15,-25-25 0,0 25 0,0 0 0,0 0 0,0 0 16,0 0-16,0-25 0,0 25 0,0 0 0,0 0 15,0 0-15,25-25 0,-25 25 0,-25 0 0,25 0 16,0 0-16,0 0 0,0 0 0,0 0 0,0 0 0,0-25 16,0 25-16,0 0 0,0 0 0,0 0 0,0 0 15</inkml:trace>
  <inkml:trace contextRef="#ctx0" brushRef="#br1" timeOffset="237663.5935">9897 10170 0,'0'0'15,"0"0"-15,0-25 0,0 25 0,0 0 0,0 0 16,0 0-16,0 0 0,0 0 0,0-25 0,0 25 0,0 0 16,0 0-16,0 0 0,0 0 0,0 0 0,0-24 0,0 24 15,0 0-15,0 0 0,0 0 0,0 0 0,0 0 16,0 0-16,0 0 0,25-25 0,-25 25 0,0 0 15,0 0-15,0 0 0,0 0 0,0 0 0,0 0 0,0 0 16,0 0-16,25 0 0,-25 0 0,0 0 0,0 0 16,0-25-16,0 25 0,24 0 0,-24 0 0,0 0 15,0 0-15,0 0 0,0 0 0,25 0 0,-25 0 0,0 0 16,0 0-16,0 0 0,0 0 0,0 0 0,0 0 15,0 0-15,25 0 0,-25 0 0,0 0 0,0 25 16,0-25-16,0 0 0,0 0 0,0 0 0,0 0 0,0 25 16,0-25-16,0 0 0,0 0 0,0 24 0,0-24 0,0 0 15,0 25-15,0-25 0,0 0 0,0 0 0,0 25 16,0-25-16,0 0 0,0 0 0,0 25 0,-25-25 15,25 0-15,0 25 0,0-25 0,0 0 0,-25 0 0,25 24 16,0-24-16,0 0 0,-24 0 0,24 25 0,0-25 16,-25 0-16,25 0 0,0 25 0,0-25 0,-25 0 0,25 0 15,0 25-15,0-25 0,-25 0 0,25 0 0,0 0 16,0 0-16,0 25 0,0-25 0,-25 0 0,25 0 15,0 0-15,0 0 0,0 0 0,0 24 0,0-24 16,0 0-16,0 0 0,0 0 0,-24 0 0,24 0 0,0 0 16,0 0-16,0 0 0,0 0 0,0 0 0,0 0 0,0 0 15,0 0-15,0 0 0,0 0 0,0 0 0,0 0 16,0 0-16,0 0 0,0 0 0,0 0 0,0 0 15,0 0-15,24 0 0,-24 0 0,0 0 0,0 0 0,0 0 16,25 0-16,-25 0 0,0 0 0,0 0 0,25 0 16,-25 0-16,0 0 0,25 0 0,-25 0 0,25 0 0,-25 0 15,24 0-15,-24 0 0,25 0 0,-25 0 0,25 0 16,-25 0-16,0 0 0,25 0 0,-25 0 0,25 0 0,-25 0 15,25 0-15,-25-24 0,0 24 0,24 0 0,-24 0 16,0 0-16,25 0 0,-25 0 0,0 0 0,0 0 16,0 0-16,0 0 0,0 0 0,0 0 0,0 0 0,0 0 15,0 0-15,0 0 0,0 0 0,0 0 0,0 0 16,0 0-16,0 0 0,0 0 0,-25 0 0,25 0 0,0 0 15,0-25-15,0 25 0</inkml:trace>
  <inkml:trace contextRef="#ctx0" brushRef="#br1" timeOffset="238626.6486">10716 10195 0,'0'0'0,"0"0"0,0 0 0,0 0 0,0 0 15,0 0-15,0 0 0,0 0 0,0 0 0,0 0 16,0 0-16,0 0 0,0 0 0,0 0 0,0 0 0,0 0 15,0 0-15,0 0 0,24 0 0,-24 0 0,0 0 16,0 0-16,0 0 0,0 0 0,25 0 0,-25 0 16,0 0-16,0 0 0,0 0 0,25 0 0,-25 0 0,0 0 15,0 0-15,25 0 0,-25 0 0,0 0 0,0 0 16,25 0-16,-25 0 0,0 0 0,0 0 0,24 0 15,-24 0-15,0 0 0,25 0 0,-25 0 0,0 0 0,25 0 16,-25 0-16,0 0 0,25 0 0,-25 0 0,0 0 16,25-25-16,-25 25 0,0 0 0,24 0 0,-24 0 0,0 0 15,25 0-15,-25 0 0,0 0 0,0 0 0,25 0 16,-25 0-16,0 0 0,25 0 0,-25-25 0,0 25 0,0 0 15,25 0-15,-25 0 0,0 0 0,24 0 0,-24 0 16,0 0-16,0 0 0,0 0 0,25 0 0,-25 0 0,0 0 16,0 0-16,0 0 0,0 0 0,0 0 0,0 0 15,0 0-15,0 0 0,0 0 0,0 0 0,0 0 16,0 0-16,0 0 0,0 0 0,0 0 0,0 0 0,0 0 15,0 0-15,0-25 0,0 25 0,0 0 0,0 0 16,0 0-16,0 0 0,0 0 0,0 0 0,0 0 0,0-24 16,0 24-16</inkml:trace>
  <inkml:trace contextRef="#ctx0" brushRef="#br1" timeOffset="239337.6893">12030 9922 0,'0'0'0,"0"0"0,0 0 0,0 0 16,0 0-16,0-25 0,25 25 0,-25 0 0,0 0 16,0 0-16,0 0 0,-25 0 0,25 0 0,0 0 0,0 0 15,0 0-15,0-25 0,0 25 0,0 0 0,0 0 16,0 0-16,0 0 0,0 0 0,0 0 0,0 0 0,0 0 15,0 0-15,-25 0 0,25 0 0,0 0 0,0 0 16,0 0-16,0 0 0,0-25 0,0 25 0,-24 0 16,24 0-16,0 0 0,0 0 0,0 0 0,0 0 0,-25 0 15,25 0-15,0 0 0,0 0 0,0 0 0,-25 0 16,25 0-16,0 0 0,0 0 0,0 0 0,-25 0 0,25 0 15,0 0-15,0 25 0,-25-25 0,25 0 0,0 0 16,0 0-16,0 0 0,-24 0 0,24 25 0,0-25 0,0 0 16,-25 0-16,25 25 0,0-25 0,0 0 0,-25 25 15,25-25-15,0 0 0,0 24 0,0-24 0,0 25 16,-25-25-16,25 25 0,0-25 0,0 25 0,0-25 0,0 25 15,0-25-15,0 25 0,0-25 0,0 24 0,25-24 16,-25 25-16,0-25 0,0 0 0,0 25 0,0-25 16,0 25-16,25-25 0,-25 0 0,0 25 0,0-25 0,25 0 15,-25 24-15,0-24 0,0 0 0,24 0 0,-24 25 16,0-25-16,25 0 0,-25 0 0,0 0 0,25 0 0,-25 0 15,0 0-15,25 0 0,-25 25 0,0-50 0,25 25 16,-25 0-16,0 0 0,24 0 0,-24 0 0,0 0 0,25 0 16,-25 0-16,0-25 0,0 25 0,25 0 0,-25 0 15,0 0-15,0-24 0,25 24 0,-25 0 0,0 0 16,0 0-16,0 0 0,0 0 0,0-25 0,25 25 0,-25 0 15,0 0-15,0 0 0,0 0 0,0 0 0,0 0 16,0 0-16,0 0 0,0 0 0,0 0 0,0 0 0,0 0 16,0 0-16,0 0 0,0 0 0,0 0 0</inkml:trace>
  <inkml:trace contextRef="#ctx0" brushRef="#br1" timeOffset="240344.7469">12303 10244 0,'0'0'0,"0"0"0,0 0 15,0 0-15,0-24 0,0 24 0,0 0 0,0 0 0,0 0 16,0 0-16,0 0 0,0 0 0,0 0 0,0-25 15,0 25-15,0 0 0,0 0 0,0 0 0,0 0 0,0 0 16,0 0-16,0 0 0,0 0 0,0 0 0,0 0 16,0-25-16,0 25 0,25 0 0,-25 0 0,0 0 15,0 0-15,0 0 0,0 0 0,0 0 0,25 0 0,-25 0 16,0 0-16,0 0 0,0 0 0,0 0 0,25 0 15,-25 0-15,0 0 0,0 0 0,0 0 0,24 0 16,-24 0-16,0 0 0,0 0 0,0 0 0,0 0 0,0 0 16,25 0-16,-25 0 0,0 0 0,0 0 0,0 25 15,0-25-15,0 0 0,0 0 0,0 0 0,0 0 0,0 25 16,0-25-16,0 0 0,0 0 0,0 24 0,0-24 15,-25 0-15,25 0 0,0 25 0,0-25 0,0 0 16,-24 0-16,24 25 0,0-25 0,0 0 0,-25 25 0,25-25 16,0 0-16,0 0 0,-25 25 0,25-25 0,0 0 15,0 0-15,-25 0 0,25 24 0,0-24 0,0 0 0,0 0 16,0 0-16,0 0 0,0 0 0,0 0 0,0 0 15,0 0-15,0 0 0,0 0 0,0 0 0,0 0 0,0 0 16,0 0-16,0 0 0,0 0 0,0 0 0,0 0 16,0 0-16,0 0 0,0 0 0,0 0 0,0 0 15,0 0-15,25 0 0,-25 0 0,0 0 0,0 0 0,0 0 16,0 0-16,25-24 0,-25 24 0,0 0 0,0 0 15,0 0-15,25 0 0,-25 0 0,0 0 0,0 0 0,0 0 16,0 0-16,24 0 0,-24 0 0,0 0 0,0 0 16,0 24-16,0-24 0,0 0 0,25 0 0,-25 0 15,0 0-15,0 0 0,0 25 0,0-25 0,0 0 0,0 0 16,0 0-16,25 25 0,-25-25 0,0 0 0,0 0 0,0 25 15,0-25-15,0 0 0,0 0 0,0 25 0,0-25 16,0 0-16,0 24 0,0-24 0,-25 0 0,25 0 16,0 0-16,0 25 0,0-25 0,0 0 0,-25 0 15,25 25-15,0-25 0,0 0 0,-24 0 0,24 0 0,0 0 16,0 0-16,-25 25 0,25-25 0,0 0 0,0 0 15,-25 0-15,25 0 0,0 0 0,-25 0 0,25 0 0,0 0 16,0 0-16,-25 0 0,25 0 0,0 0 0,0 0 16,0 0-16,-24 0 0,24 0 0,0 0 0,0 0 15,0-25-15,0 25 0,0 0 0,0 0 0,0 0 0,-25 0 16,25 0-16,0 0 0,0 0 0,0 0 0,0 0 0,0-25 15,0 25-15,0 0 0,0 0 0,0 0 188</inkml:trace>
  <inkml:trace contextRef="#ctx0" brushRef="#br1" timeOffset="240783.772">13196 9996 0,'0'0'0,"0"0"0,0 0 0</inkml:trace>
  <inkml:trace contextRef="#ctx0" brushRef="#br1" timeOffset="241211.7965">12973 10220 0,'0'0'0,"0"0"0,0 0 63,0 0-63,0 0 0,0 0 0,0 0 0,0 0 0,0 0 0,0 0 0,25 0 0,-25 0 0,0 0 0</inkml:trace>
  <inkml:trace contextRef="#ctx0" brushRef="#br1" timeOffset="242334.8607">13047 9947 0,'0'0'0,"0"0"0,0 0 0,0 0 0,0 0 0,0 0 16,0 0-16,0 0 0,0 0 0,0 0 0,0 0 0,0 0 0,0 0 0,0 0 0,0 0 15,0 0-15,0 0 0,0 0 0,0 0 0,0 0 0,0 0 0,0 0 0,0 0 0,0 0 16,0 0-16,0 0 0,0 0 0,0 0 0,0 0 0,0 0 0,0 0 0,0 0 0,0 0 0,0 0 0,0 0 15,0 0-15,0 0 0,0 0 0,0 0 0,0 0 0,0 0 0,0 0 0,0 0 0,0 0 16,0 0-16,0 0 0,0 0 0,0 0 0,0 0 0,0 0 0,25 0 0,-25 0 0,0 0 0,0 0 16,25 0-16,-25 0 0,0 0 0,25 0 15,-25 0-15,24 0 0,-24 0 0,25 0 0,-25 0 0,25 0 16,-25 0-16,25 0 0,-25 0 0,25 0 0,-25 0 0,25 0 15,-25 0-15,24 0 0,-24 0 0,0 0 0,25 0 16,-25 0-16,25 0 0,-25 0 0,0 0 0,0 0 16,0 0-16,0 0 0,25 0 0,-25 0 0,0 0 0,0 0 15,0 0-15,0 0 0,0 0 0,0 0 0,0 0 16,0 0-16,0 0 0,0 0 0,0 0 0,0 0 15,0 0-15,0 0 0,0 0 0,-25 0 0,25 0 0,0 0 16,0 0-16,0 0 0,0 0 0,-25 0 0,25 0 16</inkml:trace>
  <inkml:trace contextRef="#ctx0" brushRef="#br1" timeOffset="242905.8933">12998 10220 0,'0'0'0,"0"0"0,0 0 0,0 0 0,0 0 0,0 0 0,0 0 0,0 0 0,0 0 0,0 0 0,0 0 15,24 24-15,-24-24 0,0 0 0,0-24 0,0 24 0,0 0 0,0 0 0,0 0 0,25 0 0,-25 0 0,0 0 0,0 0 0,0 0 0,25 0 0,-25 0 0,0 0 0,25 0 0,-25 0 0,0 0 0,25 0 0,-25 0 0,24 0 0,-24 0 0,25 0 0,-25 0 0,0 0 0,25 0 0,-25 0 16,25 0-16,-25 0 0,25 0 0,-25 0 0,0 0 0,25 0 16,-25 0-16,24 0 0,-24 0 0,0 0 0,0 0 15,25 0-15,-25 0 0,0 0 0,0 0 0,0 0 16,0 0-16,25 0 0,-25 0 0,0 0 0,0 0 0,0 0 15,0-25-15,0 25 0,0 0 0,0 0 0,0 0 0,0 0 16,25 0-16,-25 0 0,0 0 0,0 0 0,0 0 16,0 0-16,25 0 0,-25 0 0,0 0 0,0 0 15,24 0-15,-24 0 0,25 0 0</inkml:trace>
  <inkml:trace contextRef="#ctx0" brushRef="#br1" timeOffset="244171.9658">13717 9847 0,'0'0'0,"0"0"0,0 0 0,0 0 0,0 0 15,0 0-15,0 0 0,0 0 0,0 0 0,0 0 0,0 0 16,0 0-16,0 0 0,0 0 0,0 0 0,0 0 16,0 0-16,0 0 0,0 0 0,0 0 0,0 0 0,0 0 15,0 0-15,0 0 0,0 0 0,0 0 16,0 0-16,0 0 0,0 0 0,0 0 0,0 0 0,0 0 15,0 0-15,0 0 0,0 0 0,0 0 0,0 0 0,0 0 16,0-24-16,0 24 0,0 0 0,0 0 0,0 0 16,0 0-16,0 0 0,0 0 0,0 0 0,0 0 15,0 0-15,0 0 0,25 0 0,-25 0 0,0 0 0,0 0 16,0 0-16,0 0 0,0 0 0,0 0 0,0 0 0,0 0 15,0 0-15,0 0 0,0 0 0,0 0 0,0 0 16,0 0-16,0 0 0,0 0 0,0 0 47,0 198 234,0-198-281,0 0 0,0 0 0,0 0 0,0 0 0,0 0 0,0 0 0,0 0 0,0 0 0,0 0 0,0 0 0,0 0 0,0 0 0,0 0 15,0 0-15,0 0 0,0 0 0,0 0 0,25 0 0,-25 0 0,0 0 0,0-25 0,0 25 0,0 0 0,24 0 0,-24 0 0,0 0 0,0 0 0,0 0 0,25 0 0,-25 0 0,0 0 0,0 0 0,0 0 0,0 0 0,25 0 0,-25 0 0,0 0 0,0 0 0,0 0 16,0 0-16,25 0 0,-25 0 0,0 0 0,0 0 15,0 0-15,25 0 0,-25 0 0,0 0 0,0 0 0,0 0 16,24 25-16,-24-25 0,0 0 0,0 0 0,0 0 16,25 0-16,-25 0 0,0 0 0,0 0 0,25 0 0,-25 25 15,0-25-15,0 0 0,0 0 0,0 0 0,25 0 16,-25 0-16,0 0 0,0 25 0,0-25 0,0 0 15,0 0-15,0 0 0,25 0 0,-25 25 0,0-25 0,0 0 16,0 0-16,0 0 0,0 24 0,0-24 0,0 0 16,0 0-16,0 0 0,0 25 0,0-25 0,0 0 15,0 0-15,0 25 0,0-25 0,0 0 0,0 0 0,0 25 16,0-25-16,-25 0 0,25 0 0,0 0 0,0 25 15,0-25-15,0 0 0,0 0 0,-25 0 0,25 0 0,0 24 16,0-24-16,0 0 0,0 0 0,-25 0 0,25 0 16,0 25-16,0-25 0,-25 0 0,25 0 0,0 0 0,0 0 15,-24 0-15,24 0 0,0 25 0,0-25 0,0 0 16,-25 0-16,25 0 0,0 0 0,0 0 0,-25 0 0,25 0 15,0 0-15,0 0 0,0 0 0,-25 0 0,25 0 16,0 0-16,0 0 0,0 0 0,0 0 0,0-25 0,0 25 16,0 0-16,-25 0 0,25 0 0,0 0 0,0 0 15,0 0-15,0-25 0,0 25 0,0 0 0,0 0 16,0 0-16,0 0 0,0 0 0,0 0 0,0 0 0,0 0 15,0-24-15,0 24 0,0 0 0,0 0 0,0 0 16,0 0-16,0 0 0,0 0 0,0-25 0,0 25 16,0 0-16,0 0 0,0 0 0,0 0 0,0 0 0,0 0 15,0-25-15,25 25 0,-25 0 0,0 0 0,0 0 0,0 0 16,0-25-16,0 25 0,0 0 0</inkml:trace>
  <inkml:trace contextRef="#ctx0" brushRef="#br1" timeOffset="244755.9992">13891 9922 0,'0'0'0,"0"0"16,-25-25-16,25 25 0,0 0 0,0 0 0,0 0 15,0 0-15,0 0 0,0 0 0,0 0 0,0 0 0,0 0 16,0 0-16,0-25 0,0 25 0,0 0 0,0 0 15,0 0-15,0 0 0,0 0 0,0 0 0,0 0 0,0 0 16,0 0-16,0 0 0,0-25 0,0 25 0,0 0 16,-25 0-16,25 0 0,0 0 0,0 0 0,0 0 15,0 0 266,50 0-281,-50 0 0,0 0 0,24 0 0,-24 0 0,25 0 0,-25 0 0,25 0 0,-25 0 0,25 0 0,-25-24 0,25 24 0,-25 0 0,24 0 0,-24 0 0,25 0 0,-25 0 0,25 0 0,-25 0 0,25 0 0,-25 0 0,0 0 0,25 0 0,-25 0 0,0 0 16,0 0-16,0 0 0,0 0 0,0 0 0,0 0 0,0 0 0,0 0 0,0-25 0,0 25 0,0 0 0,0 0 0,24 0 0</inkml:trace>
  <inkml:trace contextRef="#ctx0" brushRef="#br1" timeOffset="245649.0503">15850 8806 0,'0'0'0,"0"0"0,0 0 0,0 0 0,0 0 0,0 0 16,0 0-16,0 0 0,0 0 0,0 0 0,0 0 15,0 0-15,0-25 0,0 25 0,0 0 0,0 0 0,0 0 16,0 0-16,0 0 0,0 0 0,0 0 0,0 0 16,0 0-16,0 0 0,0 0 0,0 0 0,0 0 15,0 0-15,0 0 0,0 0 0,0 0 0,0 0 0,0 0 16,0 0-16,25 0 0,-25 0 0,0 0 0,0 0 15,0 0-15,25 0 0,-25 0 0,0 0 0,0 0 0,25 0 16,-25 0-16,24 0 0,-24 0 0,25 0 0,-25 0 16,25 0-16,-25 0 0,25 0 0,-25 0 0,25 0 0,-25 0 15,24 0-15,-24 0 0,25 0 0,0 0 0,-25-25 16,25 25-16,-25 0 0,25 0 0,-25 0 0,24 0 0,-24 0 15,0 0-15,25 0 0,-25 0 0,0 0 0,0 0 16,0 0-16,25 0 0,-25-25 0,0 25 0,0 0 16,0 0-16,0 0 0,0 0 0,0 0 0,0 0 0,0 0 15,-25 25-15,25-25 0,0 0 0,0 0 0,0 0 16,0 0-16,-25 0 0</inkml:trace>
  <inkml:trace contextRef="#ctx0" brushRef="#br1" timeOffset="246125.0775">16371 8830 0,'0'0'0,"0"0"0,0 0 0,0 0 0,25-24 0,-25 24 0,0 0 0,0 0 0,0 0 15,0 0-15</inkml:trace>
  <inkml:trace contextRef="#ctx0" brushRef="#br1" timeOffset="246736.1125">16446 8607 0,'0'0'0,"0"0"0,0 0 0,0 0 15,0 0-15,0 0 0,0 0 0,0 0 0,0 0 16,0 0-16,0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0,99 75 265,-99-75-265,0 0 0,0 0 0,25 0 0,-25 24 0,0-24 0,0 0 0,24 0 0,-24 0 0,0 0 0,0 0 0,25 25 0,-25-25 0,0 0 0,25 0 0,-25 0 0,0 0 0,0 0 0,0 0 0,0 25 0,25-25 0,-25 0 15,0 0-15,0 0 0,0 0 0,0 0 0,0 0 0,0 0 0,0 0 0,-25 0 0,25 25 0,0-25 0,0 0 0,0 0 0,-25 0 0,25 0 0,0 25 0,-25-25 0,25 0 0,0 24 16,-24-24-16,24 0 0,-25 0 0,25 25 0,-25-25 16,25 0-16,-25 0 0,25 25 0,0-25 0,-25 0 0,25 0 15,-24 25-15,24-25 0,-25 0 0,25 0 0,-25 0 16,25 25-16,-25-25 0,25 0 0,0 0 0,-25 0 0,25 0 15,0 0-15,0 0 0,0 0 0,0 24 0,0-24 16,0 0-16,0 0 0,0 0 0,0 0 0,0-24 0,0 24 16,0 0-16,0 0 0,0 0 0,0 0 0,0 0 15,25 0-15,-25 0 0,0 0 0,0 0 0,0-25 16,0 25-16</inkml:trace>
  <inkml:trace contextRef="#ctx0" brushRef="#br1" timeOffset="247312.1454">16024 8930 0,'0'0'0,"25"0"0,-25 0 0,0 0 0,0 0 16,0 0-16,0 0 0,24 0 0,-24 0 0,0 0 0,0 0 0,25 0 0,-25 0 0,25 0 16,-25 0-16,0 0 0,25-25 0,-25 25 0,25 0 0,-25 0 0,24 0 0,-24 0 0,25 0 0,-25 0 0,25 0 15,-25 0-15,0 0 0,25 0 0,-25 0 0,0 0 0,25 0 0,-25 0 0,0 0 0,0 0 0,0 0 0,0 0 16,0 0-16,0 0 0,0 0 0,0 0 0,0 0 0,0 0 0,0 0 15,0 0-15,0 0 0,0 0 0,0 0 0,0 0 0,0 0 0,0 0 0,0 0 0,24-25 16</inkml:trace>
  <inkml:trace contextRef="#ctx0" brushRef="#br1" timeOffset="248334.2039">15999 8632 0,'0'0'0,"0"0"15,0 0-15,0 0 0,0 0 0,0 0 0,0 0 0,0 0 0,0 0 0,0-25 16,0 25-16,0 0 0,0 0 0,0 0 0,0 0 0,0 0 0,0 0 0,0 0 16,0 0-16,0 0 0,0 0 0,0 0 0,0 0 0,0 0 0,0 0 0,0 0 15,0 0-15,0 0 0,0 0 0,0 0 0,0 0 0,0 0 0,-25 25 16,25-25-16,0 0 0,0 0 0,0 0 0,0 0 0,-25 0 0,25 0 0,0 0 15,0 0-15,-24 0 0,24 25 0,0-25 0,0 0 0,-25 0 0,25 0 0,0 0 0,-25 0 16,25 0-16,0 25 0,-25-25 0,25 0 0,0 0 0,-25 0 0,25 0 0,0 0 16,-24 24-16,24-24 0,0 0 0,-25 0 0,25 0 0,0 25 0,0-25 0,-25 0 0,25 0 15,0 25-15,-25-25 0,25 0 0,0 0 0,0 25 0,-25-25 0,25 0 16,0 0-16,0 25 0,0-25 0,0 0 0,0 0 0,0 0 0,-24 0 0,24 0 0,0 24 0,0-24 0,0 0 15,0 0-15,0 0 0,0 0 0,0 0 0,24 0 0,-24 0 16,0 0-16,0 25 0,0-25 0,0 0 0,25 0 16,-25 0-16,0 0 0,25 0 0,-25 0 0,0 0 0,25 0 15,-25 0-15,0 25 0,25-25 0,-25 0 0,24 0 16,-24 0-16,25 0 0,-25 0 0,25 25 0,0-25 15,-25 0-15,25 0 0,-25 0 0,24 0 0,1 0 0,0 25 16,-25-25-16,25 0 0,0 0 0,-25 0 0,24 0 16,1 0-16,0 0 0,-25 24 0,25-24 0,-25 0 15,25 0-15,-25 0 0,24 0 0,-24 0 0,25 0 0,-25 0 16,0 0-16,0-24 0,25 24 0,-25 0 343</inkml:trace>
  <inkml:trace contextRef="#ctx0" brushRef="#br1" timeOffset="249726.2835">17611 8285 0,'0'0'0,"0"25"0,-24-25 0,24 0 0,0 0 0,0 0 0,0 24 0,0-24 15,0 0-15,0 0 0,0 0 0,0 25 0,0-25 0,0 0 0,24 0 0,-24 25 16,0-25-16,0 0 0,0 0 0,0 25 0,0-25 0,0 0 0,25 0 0,-25 25 15,0-25-15,0 0 0,0 24 0,25-24 0,-25 0 0,0 25 0,0-25 0,0 0 16,0 25-16,25-25 0,-25 0 0,0 25 0,0-25 0,0 0 0,25 25 0,-25-25 16,0 0-16,0 0 0,0 24 0,0-24 0,0 0 0,24 0 0,-24 25 15,0-25-15,0 0 0,0 0 0,0 25 0,0-25 0,0 0 16,0 0-16,0 0 0,0 25 0,0-25 0,0 0 0,0 0 0,0 0 0,0 25 15,0-25-15,0 0 0,0 0 0,0 0 0,-24 24 0,24-24 0,0 0 16,0 0-16,0 0 0,-25 0 0,25 25 0,0-25 0,-25 0 0,25 0 0,0 0 0,0 25 16,-25-25-16,25 0 0,0 0 0,-25 0 0,25 0 0,0 25 0,0-25 0,-24 0 15,24 0-15,0 0 0,0 0 0,0 0 0,0 0 0,-25 0 0,25 0 16,0 0-16,0 0 0,0 0 0,0 0 0,0 0 0,0 0 0,0 0 0,0 0 15,0 0-15,0 0 0,0 0 0,0 0 0,0 0 0,0 0 0,0 0 16,0 0-16,0 0 0,0 0 0,0 0 0,25 0 0,-25 0 16,0 0-16,0 0 0,0 0 0,0 0 0,0 0 15,0 0-15,0 0 0,0 0 0,0 0 0,24 0 0,-24 0 16,0 0-16,0 0 0,0 0 0,0 0 0,0 0 15,0 0-15,0 0 0,25 0 0,-25 25 0,0-25 0,0 0 16,0 0-16,0 0 0,25 0 0,-25 0 0,0 24 16,0-24-16,0 0 0,25 0 0,-25 25 0,0-25 0,25 0 15,-25 0-15,0 25 0,0-25 0,24 0 16,-24 25-16,0-25 0,0 0 0,25 25 0,-25-25 0,0 24 15,25-24-15,-25 0 0,0 25 0,0-25 0,0 0 0,25 25 16,-25-25-16,0 25 0,0-25 0,0 0 0,0 25 16,0-25-16,0 25 0,0-25 0,0 0 0,0 24 15,0-24-15,0 0 0,0 25 0,0-25 0,0 25 0,0-25 16,-25 25-16,25-25 0,0 25 0,0-25 0,0 0 15,-25 24-15,25-24 0,0 25 0,0-25 0,0 25 16,-25-25-16,25 25 0,0-25 296</inkml:trace>
  <inkml:trace contextRef="#ctx0" brushRef="#br1" timeOffset="251213.3685">18405 7764 0,'25'0'0,"-25"0"0,0 0 0,0 0 0,0 0 0,0 0 0,0 0 0,0 0 15,0 0-15,0-25 0,0 25 0,0 0 0,25 0 0,-25 0 0,0 0 0,0 0 16,0 0-16,0 0 0,0 0 0,0 0 0,0 0 0,0 0 0,0 0 15,0 0-15,0 0 0,0 0 172,-124-25-172,124 50 16,-25-25-16,25 0 0,0 25 0,-25-25 0,25 25 0,0-25 0,0 0 0,-25 24 0,25-24 15,0 0-15,0 25 0,-25-25 0,25 25 0,0-25 0,0 0 0,0 25 16,0-25-16,0 0 0,0 0 0,0 25 0,0-25 0,0 24 0,0-24 0,0 0 15,0 25-15,0-25 0,0 0 0,0 25 0,0-25 0,0 0 0,25 0 0,-25 25 0,0-25 0,0 0 0,0 25 0,0-25 0,0 0 0,25 25 0,-25-25 0,0 0 0,0 0 0,0 24 16,25-24-16,-25 0 0,0 0 0,0 0 0,0 0 0,25 25 0,-25-25 0,0 0 0,0 0 0,24 0 0,-24 0 0,0 0 0,25 0 0,-25 0 0,0 0 0,25 0 0,-25-25 16,25 25-16,-25 0 0,0 0 0,25 0 0,-25 0 15,0 0-15,0-24 31,24 24-31,-24 0 0,0 0 0,0 0 0,0 0 0,0 0 0,25 0 0,-25-25 47,0 25-47,0 0 0,0 0 0,0 0 0,0 0 0,0 0 0,0 0 0,0 0 0,0-25 0,25 25 0,-25 0 0,0 0 0,0 0 0,0 0 0,0 0 0,0 0 0,0 0 0,0-25 0,-25 25 0,25 0 0,0 0 0,0 0 0,0 0 16,0 0-16,0 0 0,0 0 0,0 0 0,-25 0 15,25 0-15,0 0 0,0 0 0,0 0 0,0 0 16,0 0-16</inkml:trace>
  <inkml:trace contextRef="#ctx0" brushRef="#br1" timeOffset="252343.4332">18604 8260 0,'0'0'0,"0"0"0,0 0 16,0 0-16,0 0 0,0 0 0,0 0 0,0 0 0,0 0 15,0 0-15,0 0 0,0 0 0,0 0 0,0 0 16,0 0-16,0 0 0,0 0 0,0 0 0,0 0 15,0 0-15,0 0 0,0 0 0,0 0 0,0 0 0,0 0 16,0 0-16,0 0 0,24 0 0,-24 0 0,0 0 16,0-25-16,0 25 0,0 0 0,25 0 0,-25 0 0,0 0 15,0-25-15,0 25 0,0 0 0,25 0 0,-25-24 16,0 24-16,0 0 0,25 0 343,24 198-343,-49-198 0,0 0 265</inkml:trace>
  <inkml:trace contextRef="#ctx0" brushRef="#br1" timeOffset="253429.4953">19298 7813 0,'0'0'0,"0"0"0,0 0 0,0 0 0,0 0 0,0 0 0,0 0 16,0 0-16,0 0 0,0 0 0,0 0 0,0 0 0,-25 0 15,25 0-15,0 0 0,0 0 0,0 0 0,0 0 16,0 0-16,0 0 0,0 0 0,0 0 0,0 0 0,0 0 16,0 0-16,0 0 0,0 0 0,0 0 0,0 0 15,0 0-15,0 0 0,0 0 0,25 25 0,-25-25 16,0 0-16,0 0 0,0 0 0,0 0 0,0 0 0,0 0 15,0 0-15,0 0 0,25 0 0,-25 0 0,0 0 16,0 0-16,25 0 0,-25 0 0,0 0 0,24 0 16,-24 0-16,0 0 0,25 0 0,-25 0 0,25 0 0,-25 0 15,25 0-15,-25 0 0,25 0 0,-25 0 0,24 0 16,-24 0-16,0 0 0,25 0 0,-25 0 0,0 0 0,25 0 15,-25 0-15,0 0 0,0 0 0,0 0 0,25 0 16,-25 0-16,0 0 0,0 0 0,0 0 0,0 0 0,0 0 16,0 0-16,25 0 0,-25 0 0,0 0 0,0 0 15,0 0 266,-298 248-281,298-248 0,0 0 0,0 0 0,0 0 0,0 0 0,0 0 0,0 0 16,0 0-16,0 0 0,0 0 0,0 0 0,0 0 0,0 0 0,0 0 0,0 0 0,0 0 0,0 0 0,0 0 0,0 0 0,0 0 0,0 25 0,0-25 0,0 0 0,0 0 0,0 0 0,25 0 0,-25 0 0,0 0 0,0 0 0,0 0 0,25 0 0,-25 0 0,0 0 0,0 0 0,24 0 0,-24 0 0,0 0 0,25 0 0,-25 0 15,25 0-15,-25 0 0,25 0 0,-25 0 0,25 0 16,-25 0-16,24 0 0,-24 0 0,25 0 0,0 0 15,-25 0-15,25 0 0,-25 0 0,25 0 0,0-25 0,-25 25 16,24 0-16,-24 0 0,0 0 0,25 0 0,-25 0 16,0 0-16,0 0 0,25 0 0,-25 0 0,0 0 15,0 0-15</inkml:trace>
  <inkml:trace contextRef="#ctx0" brushRef="#br1" timeOffset="257170.7093">18579 8806 0,'0'0'15,"0"0"-15,0 0 0,25 0 0,-25 0 0,0 0 16,0 0-16,0 0 0,0 0 0,0-25 0,0 25 0,0 0 15,0 0-15,0 0 0,0 0 0,0 0 0,0 0 0,0 0 16,0 0-16,0 0 0,0 0 0,0 0 0,0 0 16,0 0-16,0 0 0,0 0 0,0 0 0,0 0 15,0 0-15,0 0 0,0 0 0,0 0 0,0 0 16,0 0-16,0 0 0,0 0 0,0 0 0,0 0 327,-224 74-311,224-74-16,0 25 0,0-25 0,0 0 0,-25 0 0,25 25 0,0-25 0,0 25 0,0-25 0,0 0 0,0 24 16,25-24-16,-25 0 0,0 25 0,0-25 0,0 0 0,0 25 0,0-25 0,0 0 0,0 25 15,25-25-15,-25 0 0,0 25 0,0-25 0,0 0 0,0 0 0,25 25 0,-25-25 0,0 0 16,0 0-16,0 0 0,25 0 0,-25 0 0,0 24 0,0-24 374</inkml:trace>
  <inkml:trace contextRef="#ctx0" brushRef="#br1" timeOffset="258749.7996">18752 9178 0,'0'0'0,"0"0"0,0 0 0,0 0 0,0 0 0,0 0 16,0 0-16,0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16,0 0-16,0 0 78,-148 0 62,148 0-140,0 0 0,0 0 0,-25 0 0,25 0 0,0 0 0,0 0 0,0 0 0,0 0 0,0 0 0,0 0 0,0 0 0,0 0 0,-25 0 0,25 0 0,0 0 0,0 0 0,0-25 0,0 25 0,0 0 0,-25 0 0,25 0 0,0 0 0,0 0 0,0 0 0,0 0 0,0 0 16,0 0-16,0 0 0,0 0 0,-25 0 0,25 0 0,0 0 0,0 0 0,0 0 0,0 0 0,0 0 0,0 0 0,-25 0 0,25 0 0,0-25 16,0 25-16,0 0 0,0 0 0,0 0 0,0 0 15,0 0-15,0 0 0,0 0 0,0 0 0,-24 0 0,24 0 16,0 0-16,0 0 0,0 0 0,0 0 0,0 0 0,0 0 15,0-25-15,0 25 0,0 0 0,0 0 0,0 0 16,0 0-16,-25 0 0,25 0 0,0 0 0,0 0 16,0 0-16,0 0 0,0 0 0,0 0 0,-25 0 0,25 0 15,0 0-15,0 0 0,0 0 0,0 0 0,0 0 16,0 0-16,0 0 0,0 0 0,0 0 0,-25 0 0,25 0 15,0 0-15,0 0 0,0 0 0,0 0 0,0 0 16,0 0 421</inkml:trace>
  <inkml:trace contextRef="#ctx0" brushRef="#br1" timeOffset="260339.8905">18901 9203 0,'0'0'0,"0"0"15,25 0-15,-25 0 0,0 0 0,0 0 0,0 24 16,0-24-16,0 0 0,0 0 0,0 0 0,0 0 15,0 0-15,0 0 0,0 0 0,0 0 0,0 0 0,0 0 16,0 0-16,0 0 0,0 0 0,0 0 0,0 0 0,0 0 16,0 0-16,0 0 0,0 0 0,0 0 15,0 0-15,0 0 0,0 0 0,0 0 0,0 0 0,0 0 16,0 0-16,0 0 0,0 0 0,0 0 0,0 0 15,0 0-15,0 0 0,0 0 0,0 0 0,0 0 0,25 0 16,-25 0-16,0 0 0,0-24 0,0 24 0,0 0 16,0 0-16,0 0 0,0 0 0,0 0 0,0 0 0,0 0 15,0 0-15,0 0 0,0 0 0,0 0 0,0 0 16,0 0-16,0 0 0,0 0 0,0 0 0,-25 0 15,25 0-15,0 0 0,0 0 0,0 0 0,0 0 0,0 0 16,0 0-16,0 0 0,0 0 0,0 0 0,0 0 0,0 0 16,0 0-16,0 0 0,0 0 0,0-25 0,0 25 15,0 0-15,0 0 0,0 0 0,0 0 0,0 0 16,0 0-16,0 0 0,0 0 0,0 0 0,0 0 0,0-25 15,0 25-15,0 0 0,0 0 0,0 0 0,0 0 16,0 0-16,0 0 0,0 0 0,0 0 0,0-25 0,0 25 16,0 0-16,0 0 0,25 0 0,-25 0 0,0 0 15,0 0-15,0 0 0,0 0 0,0 0 0,0 0 16,0 0-16,0 0 0,0 0 0,25 0 0,-25 0 15,0 0-15,0 0 0,0 0 0,0 0 0,0 0 0,24 0 16,-24 0-16,0 0 0,0 0 0,0 0 0,0 0 0,25 0 16,-25 0-16,0 0 0,0 0 0,25 0 0,-25 0 15,0 0-15,0 0 0,0 0 0,0 0 0,25 0 16,-25 25-16,0-25 0,0 0 0,0 0 0,0 0 0,0 0 15,0 0-15,25 0 0,-25 0 0,0 0 0,0 0 16,0 0-16,0 0 0,0 25 0,0-25 0,0 0 0,0 0 16,0 0-16,0 0 0,0 0 0,0 25 0,-25-25 15,25 0-15,0 0 0,0 24 219,-199 175-219,199-199 0,0 0 0,0 0 15,0 0-15,0 0 0,0 0 0,0 0 0,0 0 0,0 0 0,0 0 0,0 0 0,0 0 0,0 0 16,0 0-16,0 0 0,0 0 0,0 0 0,0 0 0,0 0 0,0 0 0,25 0 15,-25 0-15,0 0 0,0 0 0,0 0 0,0 0 0,0 0 0,0 0 0,0 0 0,25 0 0,-25 0 0,0 0 16,0 0-16,25 0 0,-25 0 0,0 0 0,25 0 0,-25 0 0,0 0 0,24 0 0,-24 0 0,25 0 16,-25 0-16,0 0 0,25 0 0,-25 0 0,25 0 0,-25 0 0,0 0 15,25 0-15,-25 0 0,24 0 0,-24 0 0,0 0 0,25 0 0,-25 0 0,0 0 0,25 0 0,-25 0 0,0 0 16,0 0-16,0 0 0,0 0 0,25 0 0,-25 0 0,0 0 0,0 0 0,0 0 15,0 0-15,0 0 0,0 0 0,0 0 0,0 0 0,0 0 0,0 0 0,0 0 0,0 0 0,0 0 16,0 0-16,0 0 0,0 0 0,0 0 0,0 0 0,0 0 16,25 0-16,-25 0 0,0 0 0,0 0 0,0 0 0,0 0 15,0 0-15,0 0 0,0 0 0,0 0 0,0 0 16,0 0-16,0 0 0,0 0 0,0 0 0,0 0 15,0 0-15,0 0 0,0 0 0,0 0 0,0 0 0,0 0 16,0 0-16,0 0 0,0 0 0,0 0 0,0 0 16,0 0-16,0 0 0,0 0 0,0 0 0,0 0 15,0-25-15,0 25 0,0 0 0,0 0 0,0 0 0,0 0 16,0 0-16,0 0 0,0-25 0,0 25 0,0 0 15,0 0-15,0 0 0,0-25 0,24 25 0,-24 0 16,0 0-16</inkml:trace>
  <inkml:trace contextRef="#ctx0" brushRef="#br1" timeOffset="261282.9445">19720 8880 0,'0'0'0,"0"0"0,25 0 16,-25 0-16,0 0 0,24 0 0,-24 0 0,0-25 0,25 25 0,-25 0 16,0 0-16,0 0 0,25 0 0,-25 0 0,0 0 0,0 0 0,0 0 0,25 0 15,-25 0-15,0 0 0,0 0 0,0 0 0,0 0 0,0 0 16,0 0-16,0 0 0,0 0 0,0 0 0,0 0 0,0 0 0,0 0 0,0 0 15,0 0-15,0 0 0,-25 0 0,25 25 0,0-25 0,0 0 0,0 0 0,-25 0 16,25 0-16,0 0 0,0 0 0,-25 0 0,25 0 0</inkml:trace>
  <inkml:trace contextRef="#ctx0" brushRef="#br1" timeOffset="261788.9734">19819 9153 0,'0'0'0,"0"0"0,25 0 0,-25 0 0,25 0 16,-25 0-16,0 0 0,24 0 0,-24 0 0,0 0 0,0 0 0,0 0 0,0 0 16,0 0-16,25 0 0,-25 0 0,0-25 0,0 25 0,0 0 0,0 0 0,0 0 15,0 0-15,0 0 0,25 0 0,-25 0 0,0 0 0,25 0 0,-25 0 0,0 0 0,25 0 16</inkml:trace>
  <inkml:trace contextRef="#ctx0" brushRef="#br1" timeOffset="264400.1226">20340 8731 0,'0'0'0,"0"0"0,0 0 0,0 0 0,0 0 0,0-25 16,0 25-16,0 0 0,0 0 0,0 0 0,0 0 15,0 0-15,0 0 0,0 0 0,0 0 0,0 0 0,0 0 16,0 0-16,0 0 0,0-24 0,0 24 0,0 0 16,0 0-16,-25 0 0,25 0 0,0 0 0,0 0 15,0 0-15,0 0 0,0 0 0,0 0 0,0 0 0,0 0 16,0 0-16,0 0 0,0 0 0,0 0 0,0 0 15,0 0-15,0 0 0,0 0 0,0 0 0,0 0 0,0 0 16,0 0-16,0 0 0,0 0 0,0 0 0,0 0 16,0 0-16,0 0 0,-25 0 0,25 0 0,0 0 15,0 0-15,0 0 0,0 0 0,0 0 0,0 0 0,0 0 16,0 0-16,0 0 0,0 24 0,0-24 0,0 0 15,-25 0-15,25 0 0,0 0 0,0 0 0,0 0 0,0 0 16,0 0-16,0 0 0,0 25 0,0-25 0,0 0 16,0 0-16,0 0 0,0 0 0,0 0 0,0 25 265,-24 223-265,48-248 0,-24 0 0,0 25 0,0-25 0,0 0 0,0 0 0,0 0 0,0 25 0,0-25 0,0 0 0,25 0 0,-25 0 0,0 0 0,0 0 0,0 0 0,0 25 0,25-25 0,-25 0 0,0 0 0,0 0 0,0 0 0,0 0 0,25 0 0,-25 0 0,0 24 15,0-24-15,25 0 0,-25 0 0,0 0 0,0 0 0,0 0 0,24 0 0,-24 0 0,0 0 0,0 25 0,0-25 0,0 0 0,0 0 0,25 0 0,-25 0 0,0 0 16,0 0-16,0 0 0,0 0 0,0 0 0,0 0 0,0 0 16,25 0-16,-25 0 0,0 0 0,0 0 0,0 0 15,0 0-15,0 0 0,0 0 0,25 0 0,-25 0 0,0 0 16,0 0-16,0 0 0,0 0 0,0 0 0,0 0 15,0 0-15,25 0 0,-25 0 0,0 0 0,0 0 16,0 0-16,0 0 0,0 0 0,0 0 0,0 0 0,24 0 16,-24 0-16,0 0 0,0 0 0,0 0 0,0 0 15,0 0-15,0 0 0,0 0 0,0 0 0,0 0 0,0 0 16,0 0-16,0 0 0,0 0 0,0 0 0,0 0 15,0 0-15,0 0 0,0 0 0,25 0 0,-25 0 0,0 0 16,0 0-16,0 0 0,0 0 0,0 0 0,0 0 16,0 0-16,0 0 0,25 0 0,-25 0 0,0 0 15,0 0-15,0 0 0,0 0 0,0-25 0,0 25 0,25 0 16,-25 0-16,0 0 0,0 0 0,0 0 0,0 0 15,0 0 219,74-173-234,-74 148 0,0 25 0,0 0 0,0 0 0,0 0 0,0 0 0,0 0 16,0 0-16,0-25 0,0 25 0,0 0 0,-25 0 0,25 0 0,0 0 0,0 0 0,0 0 0,0 0 16,0 0-16,0 0 0,0 0 0,0 0 0,0 0 0,0-25 0,0 25 0,0 0 0,0 0 15,0 0-15,0 0 0,-24 0 0,24 0 0,0 0 0,0 0 0,0-25 0,0 25 0,0 0 16,0 0-16,0 0 0,0 0 0,0 0 0,0 0 0,0 0 0,0 0 0,0 0 15,0 0-15,-25 0 0,25 0 0,0-24 0,0 24 0,0 0 0,0 0 0,0 0 16,0 0-16,0 0 0,0 0 0,0 0 0,0 0 0,0 0 16,0 0-16,0 0 0,0 0 0,0 0 0,0 0 0,0 0 0,0 0 0,0 0 15,-25 0-15,25 0 0,0-25 0,0 25 0,0 0 0,0 0 0,0 0 0,0 0 0,0 0 16,0 0-16,0 0 0,0 0 0,0 0 0,0 0 0,0 0 0,0 0 0,-25 0 0,25 0 15,0 0-15,0 0 0,0 0 0,0 0 0,0 0 0,0 0 0,0 0 16,0 0-16,0 0 0,0 0 0,0 0 0,0 0 0,0 0 16,0 0-16,0 0 0,0 0 0,0 0 0,0 0 15,0 0-15,0 0 0,0 0 0,0 0 0,0-25 0,0 25 16,0 0-16,0 0 0,0 0 0,0 0 0,0 0 15,0 0-15,0 0 0,0 0 0,0 0 0,0 0 0,0 0 16,0 0-16,-25 0 0,25 0 0,0 0 0,0 0 16,0 0-16,0 0 0,0 0 0,0 0 0,0 0 15,0 0-15,0 0 0,0 0 0,0 0 0,0 0 0,0 0 16,0 0-16,0 0 0,0 0 0,0 0 0,0 0 15,0 0-15,-24 0 0,24 0 0,0 0 0,0 0 0,0 0 16,0 0-16,0 0 0,0 0 0,-25 0 0,25 0 16,0 0-16,0 0 0,0 0 0,0 0 0,0 0 0,0 0 15,0 0-15,0 0 0,-25 0 0,25 0 0,0 0 16,0 0-16,0 0 0,0 0 0,0 0 0,0 0 15,0 0-15,0 0 0,0 0 0,0 0 0,0 0 0,0 0 16,0-25-16,0 25 0,0 0 0,0 0 0,0 0 16,0 0-16,0 0 0,0 0 0,0 0 0,0 0 0,0 0 15,0 0-15,0 0 0,0 0 0,0 0 0,0 0 16,0 0-16,0 0 0,0 0 0,0 0 0,0 0 0,0 0 15,0 0-15,0 0 0,0 0 0,0 0 0,0 0 16,0 0-16,0 0 0,25 0 702</inkml:trace>
  <inkml:trace contextRef="#ctx0" brushRef="#br1" timeOffset="266792.2596">18802 9773 0,'0'0'0,"0"0"0,0 0 16,0 25-16,0-25 0,0 0 0,0 0 0,0 0 15,0 0-15,0 0 0,0 0 0,0 0 0,0 0 0,0 0 16,0 0-16,0 0 0,0 0 0,0 0 0,0 0 16,0 0-16,0 0 0,0 0 0,0-25 0,0 25 0,0 0 15,0 0-15,0 0 0,0 0 0,0 0 0,0 0 16,0 0-16,0 0 0,0 0 0,0 0 0,0 0 0,0 0 281,-25-50-281,25 50 0,0 0 0,0 0 0,0 0 0,0 0 15,0 0-15,0 0 0,0 0 0,0 0 0,0 0 0,0 0 0,-25 0 0,25 0 0,0 0 16,0 0-16,0 0 0,0 0 0,0 0 0,0 0 0,0 0 0,0 0 15,0 0-15,0 0 0,-24 0 0,24 0 0,0 0 0,0 0 0,0 0 0,0 0 16,0 0-16,0 0 0,0 0 0,0 0 0,-25 0 0,25 0 0,0 0 16,0 0-16,0 25 0,0-25 0,0 0 0,-25 0 0,25 0 0,0 0 0,0 0 0,0 0 15,-25 0-15,25 25 0,0-25 0,0 0 0,-25 0 0,25 0 16,0 0-16,0 25 0,0-25 0,-24 0 0,24 0 0,0 0 0,0 25 15,0-25-15,-25 0 0,25 0 0,0 0 0,0 24 0,0-24 0,0 0 0,0 0 0,0 0 16,-25 25-16,25-25 0,0 0 0,0 0 0,0 25 0,0-25 0,0 0 0,0 0 16,0 25-16,0-25 0,0 0 0,0 0 0,0 25 0,0-25 0,-25 0 15,25 0-15,0 24 0,25-24 0,-25 0 0,0 0 0,0 25 0,0-25 16,0 0-16,0 0 0,0 25 0,0-25 0,0 0 0,0 0 0,0 0 15,0 25-15,0-25 0,0 0 0,25 0 0,-25 0 0,0 25 0,0-25 0,0 0 16,0 0-16,0 0 0,25 0 0,-25 25 0,0-25 0,0 0 16,0 0-16,24 0 0,-24 0 0,0 0 0,0 0 0,0 24 15,25-24-15,-25 0 0,0 0 0,0 0 0,25 0 0,-25 0 16,0 0-16,0 0 0,25 0 0,-25 0 0,0 0 312,173-124-312,-173 124 0,0 0 0,0 0 0,0 0 0,0 0 0,0 0 0,0 0 0,0 0 0</inkml:trace>
  <inkml:trace contextRef="#ctx0" brushRef="#br1" timeOffset="268831.3762">19100 10071 0,'0'0'0,"0"0"0,0 0 16,0 0-16,0 0 0,0 0 0,0 0 0,0 0 0,0 0 0,0-25 0,0 25 0,0 0 15,0 0-15,0 0 0,0 0 0,0 0 0,0 0 0,0 0 0,0 0 16,0 0-16,0 0 0,0 0 0,0 0 0,0 0 0,0 0 0,0 0 0,0 0 15,0 0-15,0 0 0,0 0 0,0 0 0,0 0 0,0 0 0,0 0 0,-25 0 16,25 0-16,0 0 0,0 0 0,0 0 0,0 0 0,0 0 0,0 0 0,0 0 16,0 0-16,0 0 0,0 0 0,0 0 0,0 0 0,0 0 0,0 0 15,0 0-15,0 0 0,0 0 0,0 0 0,0 0 0,0 0 0,0 0 0,0 0 16,0 0-16,0 0 0,0 0 0,0 0 0,0 0 0,0 0 0,0 0 15,25 0-15,-25 0 0,0 0 0,0 0 0,0 0 0,0 0 0,0 0 0,0 0 16,0 0-16,0-25 0,0 25 0,0 0 0,0 0 0,0 0 0,0 0 0,0 0 16,0 0-16,0 0 0,0 0 0,0 0 0,0 0 0,0 0 0,24 0 0,-24 0 15,0 0-15,0 0 0,0 0 0,0 0 0,0-25 0,0 25 0,25 0 0,-25 0 16,0 0-16,0 0 0,0 0 0,0 0 0,0 0 0,0 0 15,25 0-15,-25 0 0,0 0 0,0 0 0,0 0 0,0 0 16,0 0-16,0 0 0,0 0 0,0 0 0,0 0 16,0 0-16,0 0 0,0 0 0,0 0 0,0 0 0,0 0 15,0 0-15,0 0 0,0 0 0,0 0 16,25 0 265,-149 199-281,124-199 0,0 0 0,0 0 0,0 0 15,0 0-15,0 0 0,0 0 0,0 0 0,0 0 0,0 0 0,0 0 0,0 0 0,0 0 16,0 0-16,0 0 0,0 0 0,0 0 0,0 0 0,0 0 0,0 0 0,0 0 0,0 0 0,0 0 15,0 0-15,0 0 0,0 0 0,0 0 0,0 0 0,0 0 0,0 0 0,0 0 0,0 0 16,0 0-16,25 0 0,-25 0 0,0 0 0,0 0 0,0 0 0,0 0 0,24 0 16,-24 0-16,0 0 0,0 0 0,0 0 0,25 0 0,-25 0 0,0 0 0,0 0 0,0 0 0,0 0 15,25 0-15,-25 0 0,0 0 0,0 0 0,0 0 0,0 0 0,0 0 0,0 0 0,0 0 16,0 0-16,25 0 0,-25 0 0,0 0 0,0 0 0,0 0 0,0 0 0,0 0 0,0 0 0,0 0 15,0 0-15,0 0 0,0 0 0,0 0 0,25 25 0,-25-25 0,0 0 0,0 0 16,0 0-16,0 0 0,0 0 0,0 0 0,0 0 0,0 0 16,24 0-16,-24 0 0,0 24 0,0-24 0,0 0 0,0 0 15,0 0-15,0 0 0,0 0 0,0 0 0,0 0 16,0 0-16,0 0 0,0 0 0,0 0 0,0 0 0,0 0 15,0 0-15,0 0 0,0 0 0,0 0 0,0 25 16,0-25-16,0 0 0,0 0 0,0 0 0,0 0 16,0 0-16,0 0 0,0 0 0,0 0 0,0 25 0,0-25 15,0 0-15,0 0 0,0 0 0,-24 0 0,24 0 16,0 0-16,0 25 0,0-25 0,0 0 0,0 0 0,0 0 15,-25 0-15,25 0 0,0 0 0,0 25 0,0-25 16,-25 0-16,25 0 0,0 0 0,0 0 0,0 0 16,-25 0-16,25 24 0,0-24 0,0 0 0,0 0 0,0 0 15,-25 0-15,25 0 0,0 0 0,0 0 0,0 0 16,0 0-16,0 0 0,0 0 0,-24 0 0,24 0 0,0 0 15,0 0-15,0 0 0,0 0 0,0 0 0,0 0 16,0 0-16,0 0 0,0 0 0,0 0 0,-25 0 0,25 0 16,0 0-16,0-24 0,0 24 0,0 0 0,0 0 15,0 0-15,0 0 0,0 0 0,0 0 0,0 0 16,0 0-16,0 0 0,0 0 0,0 0 0,0 0 0,0 0 15,0 0-15,0 0 0,0 0 0,0 0 0,0 0 0,0 0 16,0 0-16,0 0 0,0 0 0,0 0 0,0 0 16,0 0-16,0 0 0,0 0 0,25 0 0,-25 0 15,0 0-15,0 0 0,0 0 0,0 0 0,0 0 0,0 0 16,24-25-16,-24 25 0,0 0 0,0 0 0,25 0 15,-25 0-15,0 0 0</inkml:trace>
  <inkml:trace contextRef="#ctx0" brushRef="#br1" timeOffset="269798.4315">19869 9897 0,'0'0'0,"0"0"0,0 0 0,0 0 0,0 0 16,-25 0-16,25 0 0,0 0 0,0 0 0,0 0 0,0 0 15,0 0-15,0 0 0,0 0 0,0 0 0,-25 0 16,25 0-16,0 0 0,0 0 0,0 0 0,0 0 0,0 0 15,0 0-15,0 0 0,0 0 0,0 0 0,0 0 16,0 0-16,0 0 0,0 0 0,0 0 0,0 0 16,0 0-16,0 0 0,0 0 0,0 0 0,0 0 0,0 0 15,0 0-15,0 0 0,0 0 0,0 0 0,0 0 16,0 0-16,0 0 0,0 0 0,0 0 0,0 0 15,0 0-15,0 0 0,0 0 0,0 0 0,0 0 0,0 0 16,0 0-16,0 0 0,0 0 0,0 0 0,0 0 16,0 0-16,0 0 0,0 0 0,0 0 0,0 0 0,0 0 15,0 0-15,0 0 0,25 0 0,-25 0 0,0 0 16,0 0-16,0 0 0,0-25 0,25 25 0,-25 0 0,0 0 15,24 25-15,-24-25 0,0 0 0,25 0 0,-25 0 16,0 0-16,25 0 0,-25 0 0,0 0 0,25 0 16,-25 0-16,25 0 0,-25 0 0,24 0 0,-24 0 0,0 0 15,25 0-15,-25 0 0,25 0 0,-25 0 0,0 0 16,25 0-16,-25 0 0,0 0 0,0 0 0,25 0 0,-25 0 15,0 0-15,0 0 0,24 0 0,-24 0 0,0 0 16,0 0-16,0 0 0,0 0 0,25 0 0,-25 0 0,0 0 16,0 0-16,0 0 0,0 0 0,0 0 0,0 0 15,0 0-15,0 0 0,0 0 0,0 0 0,0 0 16,0 0-16,0 0 0,0 0 0,0 0 0,0 0 15,0 0-15,0 0 0,0 0 0,0 0 0,0 0 0,0 0 16,0 0-16,0-25 0,-25 25 0,25 0 0,0 0 16,0 0-16,0 0 0,0 0 0</inkml:trace>
  <inkml:trace contextRef="#ctx0" brushRef="#br1" timeOffset="270478.4704">19745 10195 0,'0'0'0,"0"0"0,0 0 0,0 0 0,0 0 0,0 0 16,0 0-16,0 0 0,0 0 0,0 0 0,0 0 0,0 0 0,0 0 0,0 0 0,0 0 16,0 0-16,0 0 0,0 0 0,0 0 0,0 0 0,0 0 0,0 0 0,0 0 15,0 0-15,0 0 0,0 0 0,0 0 0,0 0 0,0 0 0,0 0 0,24 0 0,-24 0 16,0 0-16,0 0 0,0 0 0,0 0 0,0 0 0,0 0 0,25 0 0,-25 0 0,0 0 15,0 0-15,0 0 0,0 0 0,25 0 0,-25 0 0,0 0 0,0 0 0,0 0 0,25 0 0,-25 0 16,0 0-16,25 0 0,-25 0 0,0 0 0,24 0 0,-24 0 0,25 0 0,-25 0 16,0 0-16,25 0 0,-25 0 0,0 0 0,25 0 0,-25 0 0,25 0 0,-25 0 0,24 0 0,-24 0 15,0 0-15,25 0 0,-25 0 0,25 0 0,-25-25 0,0 25 0,25 0 0,-25 0 16,0 0-16,25 0 0,-25 0 0,0 0 0,0 0 0,0 0 15,24 0-15,-24 0 0,0 0 0,0 0 0,0 0 0,0 0 16,0 0-16,0 0 0,0 0 0,0 0 0,0 0 16,0 0-16,0 0 0,0 0 0,0 0 0,0-25 0,0 25 15,0 0-15,25 0 0,-25 0 0,0 0 0,0 0 16,0 0-16,0 0 0,0 0 0,0 0 0,-25 0 0,25 0 15,0 0-15,0 0 0,0 0 0,0 0 0,0 0 16</inkml:trace>
  <inkml:trace contextRef="#ctx0" brushRef="#br1" timeOffset="291412.6676">20340 7193 0,'0'0'0,"0"0"0,0 0 0,0 0 0,0 0 0,0 0 16,0 0-16,0 0 0,0 0 0,0 0 0,0 0 15,0 0-15,0 0 0,0 0 0,-25 0 0,25 0 0,0 0 16,0 0-16,0 0 234,0 0-234,0 0 0,0 0 0,0 0 0,0 0 15,0 0-15,0 0 0,0 0 0,0 0 0,0 0 0,0-24 0,0 24 0,0 0 0,0 0 16,0 0-16,0 0 0,0 0 0,0 0 0,0 0 0,0 0 0,0 0 0,0 0 16,0 0-16,0 0 0,0 0 0,0 0 0,0 0 0,0 0 0,0 0 0,0 0 0,0 0 15,0 0-15,0 0 0,0 0 0,0 0 0,0 0 0,0 0 16,0 0-16,0 0 0,0 0 0,0 0 0,0 0 0,0 0 0,25 0 0,-25 0 0,0 0 15,0 0-15,25 0 0,-25 0 0,24 0 0,-24 0 0,25 0 0,-25 0 0,25 0 16,-25 0-16,25 0 0,-25 0 0,25 0 0,-25 0 0,24 0 0,-24 0 0,25 0 0,-25 0 0,25 0 16,-25 0-16,0 0 0,25 0 0,-25 0 0,0 0 0,0 0 0,0 0 15,25 0-15,-25 0 0,0 0 0,0 0 0,0 0 0,0 0 0,0 0 16,0 0-16,0 0 0,0 0 0,0 0 0,0 0 0,0 0 0,0 0 15,0 0-15,0 0 0,0 0 0,0 0 0,0 0 0,0 0 0,0 0 0,0 0 16,0 0-16,0 0 0,0 0 0,0 0 0,0 0 0,0 0 0,0 0 16,0 0-16,0 0 0,0 0 0,0 24 0,0-24 0,0 0 15,0 0-15,0 0 0,-25 0 0,25 0 0,0 25 0,0-25 16,0 0-16,0 25 0,0-25 0,0 0 0,0 0 15,0 25-15,0-25 0,0 0 0,0 25 0,0-25 16,-25 0-16,25 24 0,0-24 0,0 0 0,0 25 0,0-25 16,0 0-16,0 25 0,0-25 0,-25 0 0,25 25 15,0-25-15,0 0 0,0 25 0,0-25 0,0 0 16,0 24-16,-25-24 0,25 0 0,0 25 0,0-25 0,0 0 15,0 25-15,0-25 0,0 0 0,0 25 0,0-25 16,0 0-16,0 0 0,0 25 0,0-25 0,0 0 0,0 0 16,0 24-16,0-24 0,0 0 0,0 0 0,0 0 15,0 0-15,0 0 0,0 0 0,0 0 0,0 0 0,0 0 16,0 0-16,0 0 0,0 0 0,0 0 0,0 0 15,0 0-15,0 0 0,0 0 0,0 0 0,0 0 16,0 0-16,0 0 296</inkml:trace>
  <inkml:trace contextRef="#ctx0" brushRef="#br1" timeOffset="291659.6816">20439 7367 0,'0'0'0,"0"0"0,0 0 0,0 0 0,0 0 16,0 0-16,0-25 0,0 25 0,0 0 0,0 0 0,0 0 0,0 0 0,0 0 0,0 0 15,0 0-15,0 0 0,0 0 0,0 0 0,0 0 0,0 0 0,0 0 0,0 0 0,0 0 16,0 0-16,0 0 0,0 0 0,0 0 0,0 0 0,0 0 0,0 0 0,0 0 0,0 0 0,0 0 16,0 0-16,0 0 0,0 0 0,0 0 0,0 0 0,0 0 0,0 0 15,0 0-15,0 0 0,0 0 0,0 0 0,0 0 0,0 0 0,0 0 0,0 0 0,0 0 0,0 0 0,0 0 16,0 0-16,0 0 0,0 0 0,0-25 0,0 25 0,0 0 0,0 0 0,0 0 0,0 0 0,0 0 15,0 0-15,0 0 0,0 0 0,0-24 0,0 24 0,0 0 0,0 0 0,0 0 0,0 0 16,0 0-16,0 0 0,0 0 0,0 0 0,0 0 0,0 0 0,0 0 0,0 0 16,0 0-16,0 0 0,0 0 0,0-25 0,0 25 15,0 0-15,0 0 0,0 0 0,0 0 0,0 0 0,0 0 16,0 0-16,0 0 0,0 0 0,0 0 0,0 0 0,0 0 15,0 0-15,0 0 0,0 0 0,0 0 0</inkml:trace>
  <inkml:trace contextRef="#ctx0" brushRef="#br1" timeOffset="292145.7097">20439 7293 0,'0'0'0,"0"0"0,25 0 46,-25 0-46,0 0 0,0 0 0,0 0 0,0 0 0,0 0 0,0 0 0,0 24 16,25-24-16,-25 0 0,0 0 0,0 0 0,0 0 0,24 0 0,-24 0 0,0 0 16,25 25-16,-25-25 0,0 0 0,25 0 0,-25 0 0,25 0 0,-25 0 0,25 0 15,-25 0-15,24 0 0,-24 0 0,25 0 0,-25 0 0,25 0 0,-25 0 0,25 25 0,-25-25 16,25 0-16,-25 0 0,0 0 0,0 0 0,25 0 0,-25 0 0,0 0 0,0 0 0,0 0 0,0 0 0,0 0 15,0 0-15,0 0 0,24 0 0,-24 0 0,0 0 0,0 0 0,0 0 0,0 0 0,0 0 0,0 0 16,0-25-16,0 25 0,0 0 0,0 0 0,0 0 0,0 0 0,0 0 0,0 0 0,0 0 16,0 0-16,0 0 0,0 0 0,0 0 0,0 0 0,0 0 0,0 0 0,0-25 0,0 25 15,0 0-15,25 0 0,-25 0 0,0 0 0,25 0 0,-25 0 0,25 0 16,-25 0-16,0 0 0,25 0 0,-25 0 0,0 0 0</inkml:trace>
  <inkml:trace contextRef="#ctx0" brushRef="#br1" timeOffset="292817.7478">21109 7268 0,'0'0'0,"0"0"15,0 0-15,0 0 0,0 0 0,0 0 0,0 0 16,0 0-16,0 0 0,0 0 0,0 0 0,0 0 16,0 0-16,0 0 0,0 0 0,0 0 0,0 0 0,0 0 15,0 0-15,0 0 0,0 0 0,0 0 0,0 0 16,0 0-16,0 0 0,0 0 0,0 0 0,0 0 0,0 0 15,0 0-15,0 0 0,0 0 0,0 0 0,0 0 16,0 0-16,0 0 0,0 0 0,0 0 0,0 0 0,0 0 16,-25 0-16,25 0 0,0 0 0,0 0 0,0 0 15,0 0-15,0 25 0,-25-25 0,25 0 0,0 0 16,0 24-16,-25-24 0,25 0 0,0 25 0,-24-25 0,24 0 15,0 25-15,-25-25 0,25 25 0,-25-25 0,25 25 16,0-25-16,-25 24 0,25 1 0,-25-25 0,25 25 16,0-25-16,-24 25 0,24-25 0,-25 25 0,25-1 15,0-24-15,-25 25 0,25-25 0,-25 25 0,25-25 0,-25 25 16,25-25-16,0 25 0,-24-25 0,24 24 0,-25-24 0,25 25 15,0-25-15,-25 25 0,25-25 0,0 25 0,-25-25 16,25 0-16,0 25 0,0-25 0,0 0 0,-25 24 16,25-24-16,0 0 0,0 0 0,0 0 0,-25 25 0,25-25 15,0 0-15,0 0 0,0 0 0,0 25 0,0-25 16,0 0-16,0 0 0,0 0 0,0 0 0,0 0 0,0 0 15,0 0-15,0 0 0,0 0 0,0 0 0,0 0 16,0 0-16,0 0 0,0 0 0,0 0 0,0 0 0,0 0 16,0-25-16,0 25 0,0 0 0,0 0 0,0 0 15,25-25-15,-25 25 0,0 0 0,0-24 0,0 24 16,25 0-16,-25-25 0,0 25 0,25 0 0,-25 0 0,25-25 15</inkml:trace>
  <inkml:trace contextRef="#ctx0" brushRef="#br1" timeOffset="293622.7942">21158 7615 0,'149'-50'0,"-149"50"0,25 0 0,-25 0 0,0 0 16,0 0-16,0 25 0,0-25 0,25 0 0,-25 0 0,0 25 0,0-25 16,0 0-16,0 0 0,0 25 0,0-25 0,0 0 0,-25 25 0,25-25 0,0 24 15,0-24-15,0 25 0,-25-25 0,25 0 0,0 25 0,0-25 0,-25 25 0,25-25 0,0 25 16,-24-25-16,24 0 0,0 24 0,-25-24 0,25 0 0,-25 25 0,25-25 0,0 0 0,-25 25 0,25-25 15,-25 0-15,25 25 0,0-25 0,-24 0 0,24 25 0,-25-25 16,25 0-16,0 0 0,-25 24 0,25-24 0,0 0 0,0 0 0,0 0 0,-25 25 0,25-25 16,0 0-16,0 0 0,0 0 0,0 0 0,0 0 0,0 0 15,0 0-15,0 0 0,0 0 0,0 25 0,0-25 0,0 0 0,0 0 0,0 0 16,0 0-16,0 0 0,0 0 0,0 0 0,0 0 0,0 0 0,0 0 0,0 0 15,0 0-15,0 0 0,0 0 0,25 0 0,-25 25 0,0-25 0,0 0 0,0 0 16,0 0-16,25 0 0,-25 0 0,0 0 0,25 0 0,-25 0 0,0 0 16,24 0-16,-24 0 0,25 0 0,-25 0 0,0 0 0,25 0 0,-25 0 15,25 0-15,-25 0 0,25 0 0,-25 0 0,0 0 0,24 0 0,-24 0 0,0 0 16,25 0-16,-25 0 0,0 0 0,0 0 0,25 0 0,-25 0 15,0 0-15,0 0 0,0 0 0,0 0 0,25 0 16,-25 0-16,0 0 0,0 0 0,0 0 0,0 0 0,0 0 16,0 0-16,0 0 0,0 0 0,0 0 0,0 0 15,0 0-15,0 0 0,0 0 0,0 0 0,0 0 0,0 0 16,0 0-16,0 0 0,0 0 0,0 0 0,0 0 15,0 0-15,25 0 0,-25 0 0,0 0 0,0-25 16,0 25-16,0 0 0,0 0 0</inkml:trace>
  <inkml:trace contextRef="#ctx0" brushRef="#br1" timeOffset="298277.0604">20886 9922 0,'0'0'0,"0"0"0,0 0 0,0 0 0,0 0 15,0 0-15,0 0 0,0 0 0,0 0 0,-25 0 16,25 0-16,0 0 0,0 0 0,0 0 0,0 0 0,0 0 16,0 0-16,0 0 0,0 0 0,0 0 0,0 0 15,0 0-15,0 0 0,0 0 0,0 0 0,0 0 16,0 0-16,0 0 0,0 0 0,0 0 0,0 0 0,0 0 15,0 0-15,0 0 0,0 0 0,0 0 359,397 0-343,-397 0-16,0 0 0,0-25 0,0 25 0,24 0 0,-24 0 0,0 0 15</inkml:trace>
  <inkml:trace contextRef="#ctx0" brushRef="#br1" timeOffset="300112.1654">21779 9649 0,'0'0'0,"0"0"0,-25 0 0,25 0 0,0 0 0,0 0 15,0 0-15,0 0 0,0 0 0,0 0 0,0 0 0,0 0 0,0 0 0,0 0 0,0 0 16,0 0-16,0-25 0,0 25 0,0 0 0,0 0 0,0 0 0,0 0 0,0 0 0,0 0 15,0 0-15,0 0 0,0 0 0,0 0 0,0 0 0,0 0 0,0 0 0,0 0 16,0 0-16,0 0 0,0 0 0,-25 0 0,25 0 0,0 0 0,0 0 0,0 0 0,0 0 16,0 0-16,0 0 0,0 0 0,0 0 0,0 0 0,0 0 0,0 0 15,0 0-15,0 0 0,0-25 0,0 25 0,0 0 0,0 0 0,0 0 0,0 0 16,0 0-16,0 0 0,0 0 0,0 0 0,0 0 0,0 0 15,0 0-15,0-24 0,0 24 0,25 0 0,-25 0 0,0 0 0,0 0 0,0 0 0,0 0 16,0 0-16,0 0 0,0 0 0,0 0 0,0 0 0,0 0 16,0 0-16,25 0 0,-25 0 0,0 0 0,0 0 15,0 0-15,0 0 0,24 0 0,-24 0 0,0 0 0,0 0 16,0 0 265,-49 198-281,49-198 0,0 0 0,-25 0 0,25 25 15,0-25-15,0 0 0,-25 0 0,25 0 0,0 0 0,0 0 0,0 0 0,0 0 0,0 0 0,0 0 16,-25 25-16,25-25 0,0 0 0,0 0 0,0 0 0,0 0 0,0 0 0,0 0 15,0 0-15,0 0 0,0 0 0,0 0 0,0 0 0,0 0 0,0 0 0,0 0 16,0 0-16,0 0 0,0 0 0,0 0 0,0 0 0,0 0 0,0 0 16,25 0-16,-25 0 0,0 0 0,0-25 0,0 25 0,0 0 0,0 0 15,0 0-15,0 0 0,25 0 0,-25 0 0,0 0 0,0 0 0,0 0 0,25 0 16,-25 0-16,0 0 0,0 0 0,25 0 0,-25 0 0,0 0 15,0 0-15,0 0 0,24 0 0,-24 0 0,0 0 0,0 0 0,25 0 0,-25 0 0,0 0 16,0 0-16,0 0 0,25 0 0,-25 0 0,0 0 0,0 0 0,0 0 16,25 0-16,-25 0 0,0 25 0,0-25 0,0 0 0,0 0 0,0 0 0,0 0 15,0 0-15,0 0 0,25 0 0,-25 0 0,0 0 0,0 24 0,0-24 0,0 0 0,0 0 16,0 0-16,0 0 0,0 25 0,0-25 0,0 0 0,0 0 0,-25 0 0,25 0 15,0 0-15,0 25 0,0-25 0,0 0 0,0 0 0,0 0 16,0 0-16,0 25 0,0-25 0,-25 0 0,25 0 16,0 25-16,0-25 0,0 0 0,-25 0 0,25 0 0,0 24 15,0-24-15,0 0 0,-25 0 0,25 0 0,0 25 16,0-25-16,-24 0 0,24 0 0,0 0 0,0 0 15,-25 0-15,25 25 0,0-25 0,0 0 0,0 0 0,-25 0 16,25 0-16,0 0 0,0 0 0,0 0 0,0 0 16,-25 0-16,25 0 0,0 0 0,0 0 0,0 0 0,0 0 15,0 0-15,0 0 0,-25 0 0,25 0 0,0 0 16,0 0-16,0 0 0,0 0 0,-25-25 0,25 25 0,0 0 15,0 0-15,0 0 0,0 0 0,-24 0 0,24 0 16,0 0-16,0 0 0,0-25 0,0 25 0,0 0 16,0 0 218</inkml:trace>
  <inkml:trace contextRef="#ctx0" brushRef="#br1" timeOffset="300879.2093">22324 9847 0,'0'0'0,"0"0"0,0 0 0,0 0 0,0 0 0,0 0 16,0 0-16,0 0 0,0 0 0,0 0 0,0 0 16,0 0-16,0 0 0,0 0 0,0 0 0,0 0 15,0 0-15,0 0 0,0 0 0,0 0 0,0 0 0,0 0 16,0 0-16,0 0 0,0-24 0,0 24 0,0 0 15,0 0-15,0 0 0,0 0 0,0 0 0,0 0 16,0 0-16,0 0 0,0 0 0,0 24 0,0-24 0,0 0 16,0 0-16,0 0 0,-25 0 0,25 0 0,0 0 15,0 0-15,0 0 0,0 0 0,0 0 0,0 0 0,0 0 16,-24 25-16,24-25 0,0 0 0,0 0 0,-25 0 15,25 25-15,0-25 0,0 0 0,-25 0 0,25 0 0,0 25 16,-25-25-16,25 0 0,0 25 0,-25-25 16,25 0-16,0 24 0,-24-24 0,24 0 0,-25 25 0,25-25 15,-25 25-15,25-25 0,0 25 0,-25-25 0,25 0 0,-25 25 16,25-25-16,-24 25 0,24-25 0,-25 0 0,25 24 15,0-24-15,-25 25 0,25-25 0,-25 0 0,25 0 0,-25 25 16,25-25-16,0 0 0,-24 25 0,24-25 0,0 0 16,-25 0-16,25 25 0,0-25 0,-25 0 0,25 0 0,0 0 15,0 24-15,-25-24 0,25 0 0,0 0 0,0 0 16,0 0-16,0 0 0,0 0 0,-25 0 0,25 25 15,0-25-15,0 0 0,0 0 0,0 0 0,0 0 0,0 0 16,0 0-16,0 0 0,0 0 0,0 0 0,0 0 16,0 0-16,0 0 0,0 0 0,0-25 0,25 25 0,-25 0 15,0 0-15,0 0 0,0 0 0,0 0 0,0 0 16,0-24-16,0 24 0,25 0 0,-25 0 0,0 0 15,0 0-15,25 0 0,-25 0 0,0-25 0,0 25 0,25 0 16,-25 0-16,0 0 0,24 0 0,-24 0 0</inkml:trace>
  <inkml:trace contextRef="#ctx0" brushRef="#br1" timeOffset="301812.2626">22473 10096 0,'-25'0'0,"25"-25"0,0 25 0,0 0 16,0 0-16,0 0 0,0 0 0,0 0 0,0 0 15,0 0-15,0 0 0,0 0 0,0 0 0,0 0 0,0-25 16,0 25-16,0 0 0,25 0 0,-25 0 0,0 0 16,0 0-16,0 0 0,0 0 0,0 0 0,0 0 15,0 0-15,0 0 0,0 0 0,0 0 0,0 0 0,0 0 16,0 0-16,0 0 0,25 0 0,-25 0 0,0 0 15,0 0-15,0 0 0,0 0 0,25 0 0,-25 0 0,0 0 16,24 0-16,-24 0 0,0 0 0,0 0 0,25 0 16,-25 0-16,0 0 0,25 0 0,-25 0 0,0 0 15,0 0-15,25 0 0,-25 0 0,0 25 0,0-25 0,0 0 16,25 0-16,-25 0 0,0 0 0,0 0 0,0 0 15,0 25-15,0-25 0,0 0 0,0 0 0,0 0 0,0 0 16,0 24-16,0-24 0,0 0 0,0 0 0,0 25 16,-25-25-16,25 0 0,0 0 0,0 25 0,0-25 343,-75 322-328,100-322-15,-25 0 0,25 25 0,-25-25 0,25 0 0,-25 0 0,25 0 0,-25 0 0,0 0 16,24 0-16,-24 0 0,0 0 0,0 0 0,25 0 0,-25 0 0,0 0 16,0 0-16,0 0 0,0 0 0,0 0 0,0 0 0,0 0 15,0 0-15,0 0 0,0 0 0,0 0 0,0 0 0,0-25 0,0 25 16,0 0-16,0 0 0,0 0 0,0 0 0,0 0 0,0 0 0,0 0 0,0 0 15,0 0-15,0 0 0,0 0 0,0 0 0,0 0 0,25 0 0,-25 0 0,0 0 16,0 0-16,0 0 0,0 0 0</inkml:trace>
  <inkml:trace contextRef="#ctx0" brushRef="#br1" timeOffset="303665.3686">4068 12626 0,'0'0'0,"25"0"0,-25 0 16,25 0-16,-1 0 0,-24 0 0,25 0 0,-25 0 0,25 0 0,0 0 0,0 0 0,-25 0 0,24 0 16,-24 0-16,25 0 0,0 0 0,-25 0 0,0 0 0,25-25 0,-25 25 15,0 0-15,25 0 0,-25 0 0,0 0 0,0 0 0,0 0 0,0 0 0,0 0 0,0 0 16,0 0-16,0 0 0,0 0 0,-25 0 0,25 25 0,0-25 0,0 0 0,0 0 0,0 0 15,0 0-15,-25 0 0,25 0 0,0 0 0,0 0 0</inkml:trace>
  <inkml:trace contextRef="#ctx0" brushRef="#br1" timeOffset="304323.4063">4018 12750 0,'0'0'0,"0"0"0,25 0 0,-25 0 16,0 0-16,0 0 0,0 0 0,25 0 0,-25 0 0</inkml:trace>
  <inkml:trace contextRef="#ctx0" brushRef="#br1" timeOffset="304456.4139">4266 12353 0,'0'0'0,"0"0"15,0 0-15,0 0 0,0 0 0,0 0 0,0 0 0,0 0 0,0 0 16,0 0-16,0 0 0,0 0 0,0 0 0,0 0 0,0 0 0,0 0 0,0 0 16,0 0-16,0 0 0,0 0 0,0-25 0,0 25 0,0 0 0,0 0 0,0 0 15</inkml:trace>
  <inkml:trace contextRef="#ctx0" brushRef="#br1" timeOffset="305262.46">4316 12278 0,'0'0'0,"0"0"0,0 0 0,0 0 0,0 0 0,0 0 16,0 0-16,0 0 0,0 0 0,0 0 0,0 0 0,0 0 0,0 0 0,0 25 0,0-25 15,0 0-15,0 0 0,0 0 0,0 0 0,0 0 0,0 0 0,25 25 0,-25-25 0,0 0 16,0 0-16,0 0 0,25 25 0,-25-25 0,0 0 0,0 0 0,24 25 0,-24-25 15,0 0-15,25 0 0,-25 24 0,0-24 0,25 0 0,-25 0 0,25 25 16,-25-25-16,0 0 0,25 0 0,-25 25 0,0-25 0,24 0 0,-24 0 0,0 0 0,25 25 0,-25-25 0,0 0 0,25 0 16,-25 0-16,0 25 0,0-25 0,0 0 0,25 0 0,-25 0 0,0 0 0,0 0 0,0 0 0,0 0 0,0 0 15,0 0-15,0 0 0,0 0 0,0 0 0,0 24 0,0-24 0,0 0 16,0 0-16,0 0 0,0 0 0,0 0 0,0 0 0,0 0 0,0 0 0,0 25 0,0-25 15,0 0-15,0 0 0,0 0 0,0 25 0,0-25 16,0 0-16,0 0 0,0 25 0,-25-25 0,25 0 0,0 0 16,0 25-16,0-25 0,0 0 0,0 0 0,-25 24 0,25-24 15,0 0-15,0 25 0,0-25 0,-25 25 0,25-25 16,0 0-16,0 25 0,0-25 0,0 0 0,-24 25 15,24-25-15,0 0 0,0 0 0,0 24 0,0-24 0,-25 0 16,25 0-16,0 0 0,0 0 0,0 25 0,0-25 16,0 0-16,0 0 0,0 0 0,0 0 0,0 0 0,0 0 15,-25 0-15,25 0 0,0 0 0,0 0 0,0 0 16,0 0-16,0 0 0,0 0 0,0 0 0,-25 0 15,25 0-15,0 0 0,0 0 0,0-25 0,0 25 0,0 0 16,0 0-16,0 0 0,0 0 0,0 0 0,0 0 16,0 0-16,-25 0 0,25 0 0,0 0 0,0 0 0,0 0 15,0 0-15,0 0 0,0 0 0,0 0 0,0-24 16,0 24-16,0 0 0,0 0 0,0 0 0</inkml:trace>
  <inkml:trace contextRef="#ctx0" brushRef="#br1" timeOffset="305958.4998">4043 12799 0,'273'-49'0,"-273"49"0,0 0 0,0 0 0,0 0 0</inkml:trace>
  <inkml:trace contextRef="#ctx0" brushRef="#br1" timeOffset="306942.5561">6251 12154 0,'0'0'0,"0"0"0,0-25 0,0 25 16,0 0-16,0 0 0,0 0 0,0 0 0,0 0 15,0 0-15,0 0 0,0 0 0,0 0 0,-25 0 16,25 0-16,0 0 0,0 0 0,0 0 0,0 0 0,0 0 15,0 0-15,0 0 0,0 0 0,0 0 0,0 0 16,0 0-16,0 0 0,0 0 0,0 0 0,0 0 0,0 0 16,0 0-16,0 0 0,0 0 0,0 0 0,0 0 15,0 0-15,0 0 0,0 0 0,0 0 0,-25 0 0,25 0 16,0 0-16,0 0 0,0 25 0,0-25 0,0 0 15,-25 0-15,25 0 0,0 25 0,0-25 0,0 0 16,-24 0-16,24 25 0,0-25 0,0 0 0,0 25 0,0-25 16,-25 0-16,25 25 0,0-25 0,0 0 0,0 24 15,0-24-15,0 0 0,0 25 0,0-25 0,-25 0 16,25 25-16,0-25 0,0 25 0,0-25 0,0 25 0,0-25 15,0 24-15,0-24 0,0 25 0,0-25 0,0 25 0,0-25 16,0 25-16,0 0 0,0-25 0,0 24 0,25-24 16,-25 25-16,0-25 0,0 25 0,0 0 0,0-25 15,0 25-15,25-25 0,-25 24 0,0 1 0,0-25 0,24 25 16,-24-25-16,0 25 0,25-25 0,-25 25 0,0-25 0,25 24 15,-25-24-15,0 0 0,25 25 0,-25-25 16,25 25-16,-25-25 0,0 0 0,24 25 0,-24-25 0,0 0 16,25 0-16,-25 0 0,0 0 0,0 0 0,0 25 15,25-25-15,-25 0 0,0 0 0,0 0 0,0 0 0,0 0 16,0 0-16,0 0 0,0 0 0,0-25 0,0 25 15,0 0-15,0 0 0,0 0 0,0 0 0,0 0 0,0-25 16,0 25-16,0 0 0,0 0 0,0 0 0,0-25 16,0 25-16,0 0 0</inkml:trace>
  <inkml:trace contextRef="#ctx0" brushRef="#br1" timeOffset="307622.595">6598 12427 0,'0'0'16,"0"0"-16,0 0 0,0 0 0,0 0 0,0 0 15,0-25-15,0 25 0,0 0 0,0 0 0,0 0 0,0 0 16,0 0-16,0-24 0,0 24 0,0 0 0,0 0 15,0 0-15,0 0 0,0 0 0,0 0 0,0 0 16,0-25-16,0 25 0,0 0 0,0 0 0,0 0 0,0 0 16,0 0-16,0 0 0,25 0 0,-25 0 0,0 0 15,0 0-15,0 0 0,0-25 0,25 25 0,-25 0 0,0 0 16,0 0-16,24 0 0,-24 0 0,0 0 0,0 0 15,0 0-15,25 0 0,-25 0 0,0 0 0,0 0 0,25 0 16,-25 0-16,0 25 0,0-25 0,25 0 0,-25 0 16,0 25-16,0-25 0,0 24 0,25-24 0,-25 0 15,0 25-15,0-25 0,0 25 0,0-25 0,0 0 0,24 25 16,-24-25-16,0 25 0,0-25 0,0 0 0,0 24 15,0-24-15,0 25 0,0-25 0,0 25 0,-24-25 16,24 0-16,0 25 0,0-25 0,0 25 0,0-25 0,-25 0 16,25 24-16,0-24 0,0 0 0,0 25 0,-25-25 15,25 0-15,0 0 0,0 25 0,0-25 0,-25 0 0,25 0 16,0 0-16,0 0 0,0 0 0,0 25 0,0-25 15,0 0-15,-25 0 0,25 0 0,0 0 0,0 0 16,0 0-16,0 0 0,0 0 0,0 0 0,0 0 0,0 0 16,-24 0-16,24 0 0,0-25 0,0 25 0,0 0 15,0 0-15,0 0 0,0 0 0,0 0 0,24 0 0,-24-25 16,0 25-16,0 0 0,0 0 0,0 0 0,0-25 0,25 25 15,-25 0-15,0 0 0,0-24 0,25 24 0,-25 0 16</inkml:trace>
  <inkml:trace contextRef="#ctx0" brushRef="#br1" timeOffset="308182.627">7069 12452 0,'0'0'0,"0"0"0,0 0 0,0-25 15,0 25-15,0 0 0,0 0 0,0 0 0,0 0 16,0 0-16,0-25 0,-24 25 0,24 0 0,0 0 16,0 0-16,0 0 0,0 0 0,0 0 0,0 0 0,0 0 15,-25 0-15,25 0 0,0 0 0,0-24 0,0 24 16,-25 0-16,25 0 0,0 0 0,0 0 0,0 0 0,0 0 15,-25 24-15,25-24 0,0 0 0,0 0 344</inkml:trace>
  <inkml:trace contextRef="#ctx0" brushRef="#br1" timeOffset="309340.6932">7069 12452 0,'0'0'0,"0"-25"0,0 25 0,0 0 0,-24 0 0,24 0 0,0 0 0,0 0 0,0 0 0,0 0 0,0 0 0,0 0 0,0 0 0,0 0 0,0 0 0,0 0 0,0 0 0,0 0 0,0 0 0,0 0 0,0 0 0,0 0 0,0 0 0,0 0 0,0 0 0,0 0 0,0 0 0,0 0 16,0 0-16,0 0 0,0 0 0,0 0 78,0 0-78,0 0 0,0 0 0,0 0 0,0 0 0,-25 0 0,25 0 0,0 0 0,0 0 0,0 0 0,0 0 0,-25 0 0,25 0 0,0 0 15,0 0-15,0 0 0,0 0 0,0 0 0,0 0 0,-25 0 0,25 0 0,0 0 0,0 0 0,0 0 0,0 0 0,0 0 0,-25 0 0,25 0 0,0 0 0,0 0 0,0 0 0,0 0 0,0 0 0,-24 25 16,24-25-16,0 0 0,0 0 0,0 0 0,0 0 0,0 0 15,0 25-15,-25-25 0,25 0 0,0 0 0,0 0 16,0 25-16,0-25 0,0 0 0,0 24 0,0-24 16,0 0-16,0 0 0,0 25 0,0-25 0,0 25 0,-25-25 15,25 0-15,0 25 0,0-25 0,0 0 0,0 25 16,0-25-16,0 0 0,25 24 0,-25-24 0,0 0 0,0 25 15,0-25-15,0 0 0,0 25 0,0-25 0,0 0 16,0 25-16,25-25 0,-25 0 0,0 0 0,0 25 0,0-25 16,24 0-16,-24 0 0,0 0 0,0 24 15,25-24-15,-25 0 0,0 0 0,25 0 0,-25 0 0,0 0 16,25 0-16,-25 0 0,25 0 0,-25 0 0,0 0 0,24 0 15,-24 0-15,0 0 0,25-24 0,-25 24 0,0 0 16,0 0-16,0 0 0,25 0 0,-25 0 0,0 0 0,0 0 16,0-25-16,25 25 0,-25 0 0,0 0 0,0 0 15,0 0-15,0 0 0,0 0 0,25-25 0,-25 25 0,0 0 16,0 0-16,0 0 0,0 0 0,0-25 0,0 25 15,0 0-15,0 0 0,0 0 0,0 0 0,0-25 16,0 25-16</inkml:trace>
  <inkml:trace contextRef="#ctx0" brushRef="#br1" timeOffset="309999.7309">7516 12452 0,'0'25'0,"0"0"0,0-25 0,0 24 0,0 1 0,0-25 0,0 25 0,0 0 16,0-25-16,0 25 0,0-1 0,0-24 0,-25 25 0,25 0 0,0-25 15,0 25-15,0-25 0,-25 25 0,25-1 0,0-24 0,0 25 0,-25-25 0,25 25 0,0-25 0,0 25 0,-24-25 16,24 0-16,0 25 0,-25-25 0,25 24 0,0-24 0,0 0 0,-25 25 0,25-25 0,0 0 15,0 0-15,0 0 0,-25 25 0,25-25 0,0 0 0,0 0 0,0 0 0,0 0 16,0 0-16,-25 0 0,25 0 0,0 0 0,0-25 0,0 25 0,0 0 0,0 0 0,0 0 16,0 0-16,0-25 0,0 25 0,0 0 0,0 0 0,0 0 0,0-24 0,0 24 0,0 0 15,0 0-15,0 0 0,0-25 0,25 25 0,-25 0 0</inkml:trace>
  <inkml:trace contextRef="#ctx0" brushRef="#br1" timeOffset="313111.9089">7417 11981 0,'0'0'0,"0"0"16,0 0-16,0 0 0,0 0 0,0 0 0,0 0 0,0 0 0,0 0 0,0 0 0,0 0 0,0 0 0,0 0 0,0 0 0,0 0 0,0 0 0,0 0 0,0 0 0,0 0 0,24 0 0,-24 0 0,0 0 0,0 0 0,0 0 0,0 0 0,0 0 0,0 0 0,0 0 0,0 0 0,0 0 0,0 0 0,0 0 15,0 0-15,0 0 0,0 0 0,0 0 0,0 0 0,0 0 16,0 0-16,0 0 0,0 0 0,0 0 0,0 0 16,0 0-16,0 0 0,0 0 0,0 0 0,0 0 15,0 0-15,0 0 0,0 0 0,0 0 0,0 0 0,0 0 16,0 0-16,0 0 0,0 0 0,0 0 0,0 0 15,0 0-15,0 0 0,0 0 0,0 0 0,0 0 16,0 0-16,0 0 0,0 0 0,0 0 0,0 0 0,0 0 16,0 0-16,0 0 0,0 0 0,0 0 0,0 24 15,0-24-15,0 0 0,0 0 0,0 0 0,0 0 0,0 0 16,0 0-16,0 0 0,0 0 0,0 0 0,0 0 15,0 0-15,0 0 0,0 0 0,0 0 0,0 0 0,25 25 16,-25-25-16,0 0 0,0 0 0,0 0 0,0 0 16,0 0-16,0 0 0,0 0 0,0 0 0,0 0 15,0 0-15,0 0 0,0 0 0,0 25 0,0-25 0,0 0 16,0 0-16,0 0 0,0 0 0,0 0 0,0 0 15,0 0-15,0 0 0,0 0 0,0 25 0,0-25 16,0 0-16,0 0 0,0 0 0,0 0 0,0 0 0,0 0 16,0 25-16,0-25 0,0 0 0,0 0 0,0 0 15,0 0-15,0 0 0,0 0 0,0 0 0,0 24 0,0-24 16,0 0-16,0 0 0,0 0 0,0 0 0,0 0 15,0 0-15,0 25 0,0-25 0,0 0 0,0 0 16,0 0-16,0 0 0,0 0 0,0 25 0,0-25 0,0 0 16,0 0-16,0 0 0,0 0 0,0 0 0,0 0 15,0 25-15,0-25 0,0 0 0,0 0 0,0 0 0,0 0 16,0 0-16,0 25 0,0-25 0,0 0 0,0 0 15,0 0-15,0 0 0,0 0 0,0 25 0,0-25 0,0 0 16,0 0-16,0 0 0,0 0 0,0 0 0,0 24 16,0-24-16,0 0 0,0 0 0,0 0 0,0 0 0,0 25 15,0-25-15,0 0 0,0 0 0,0 0 0,0 0 16,0 0-16,0 0 0,0 25 0,0-25 0,0 0 15,0 0-15,0 0 0,0 0 0,0 25 0,0-25 0,0 0 16,0 0-16,0 0 0,0 25 0,0-25 0,0 0 0,0 0 16,0 0-16,0 0 0,0 24 0,0-24 0,-25 0 15,25 0-15,0 0 0,0 0 0,0 0 0,0 25 16,0-25-16,0 0 0,0 0 0,0 0 0,0 0 0,0 0 15,-24 0-15,24 0 0,0 0 0,0 0 0,0 25 16,0-25-16,0 0 0,-25 0 0,25 0 0,0 0 16,0 0-16,0 0 0,0 0 0,0 0 0,0 0 0</inkml:trace>
  <inkml:trace contextRef="#ctx0" brushRef="#br1" timeOffset="314701.9999">7665 12849 0,'0'25'0,"0"-25"16,0 0-16,0 0 0,0 0 0,0 0 0,0 0 0,0 0 0,0 24 0,0-24 15,0 0-15,0 0 0,0 0 0,0 0 0,0 0 0,0 0 0,0 0 0,0 25 16,0-25-16,0 0 0,0 0 0,0 0 0,0 0 0,0 0 0,0 25 0,0-25 15,0 0-15,0 0 0,0 0 0,0 0 0,0 0 0,0 0 0,0 25 0,24-25 16,-24 0-16,0 0 0,0 0 0,0 0 0,0 0 0,0 0 16,0 0-16,25 25 0,-25-25 0,0 0 0,0 0 0,0 0 0,25 0 0,-25 0 0,0 0 15,0 0-15,25 0 0,-25 0 0,0 0 0,0 0 0,25 0 0,-25 0 0,0 0 16,0 0-16,0 0 0,0 0 0,24 0 0,-24 0 0,0 0 0,0 24 0,0-24 0,0 0 15,0 0-15,25 0 0,-25 0 0,0 0 0,0 0 0,0 0 0,0 0 0,25 0 0,-25 0 16,0 0-16,0 25 0,0-25 0,0 0 0,25 0 0,-25 0 0,0 25 0,0-25 16,0 0-16,0 0 0,25 0 0,-25 25 0,0-25 0,0 0 0,0 0 0,0 25 0,0-25 15,0 0-15,24 0 0,-24 0 0,0 24 0,0-24 16,0 0-16,0 0 0,0 25 0,0-25 0,0 0 0,0 0 15,0 0-15,0 25 0,0-25 0,0 0 0,0 0 16,0 0-16,0 25 0,0-25 0,0 0 0,-24 0 16,24 0-16,0 0 0,0 0 0,0 25 0,0-25 0,0 0 15,0 0-15,-25 0 0,25 0 0,0 0 0,0 0 0,0 0 343</inkml:trace>
  <inkml:trace contextRef="#ctx0" brushRef="#br1" timeOffset="315599.0512">8830 12328 0,'0'0'0,"0"0"0,0 0 0,0 0 0,0 0 0,0 0 0,0 0 0,0 0 0,0 0 15,0 0-15,0 0 0,0 0 0,0 0 0,0 0 0,0 0 0,0 0 0,0 0 0,0 0 16,0 0-16,0 0 0,0 0 0,0 0 0,0 0 0,0 0 0,0 0 0,0 0 0,0 0 0,0 0 0,0 0 15,0 0-15,0 0 0,0 0 0,0 0 0,0 0 0,25 0 0,-25 0 0,0 0 0,0 0 16,25 0-16,-25 0 0,0 0 0,25 25 0,-25-25 0,0 0 0,25 0 0,-25 0 0,24 0 16,-24 0-16,25 0 0,-25 0 0,25 0 0,-25 0 0,25 0 0,-25 0 15,25 0-15,-25 0 0,0 0 0,25 0 0,-25 0 0,0 0 0,24 0 0,-24 0 0,0 0 0,0 0 16,0 0-16,0 0 0,0 0 0,0 0 0,0 0 0,25 0 0,-25 0 15,0 0-15,0 0 0,0 0 0,0 0 0,0 0 0,0 0 0,0 0 0,0 0 16,0 0-16,0 0 0,0 0 0,0 0 0,0 0 16,0 0-16,0 0 0</inkml:trace>
  <inkml:trace contextRef="#ctx0" brushRef="#br1" timeOffset="316464.1006">8806 12650 0,'0'0'0,"0"0"0,0 0 0,0 0 0,0 0 0,0 0 0,0 0 0,0 0 0,0 0 0,0 0 0,0 0 0,0 0 0,0 0 0,0 0 0,0 0 0,0 0 0,0 0 0,0 0 0,0 0 15,0 0-15,0 0 0,0 0 0,0 0 0,0 0 0,0 0 16,0 0-16,0 0 0,0 0 0,0 0 0,0 0 16,0 0-16,0 0 0,0 0 0,0 0 0,0 0 0,0 0 15,0 0-15,0 0 0,0 0 0,0 0 0,0 0 16,0 0-16,0 0 0,0 0 0,0 0 0,0 0 15,0 0-15,0 0 0,0 0 0,0 0 0,0 0 0,0 0 16,0 0-16,0 0 0,0 0 0,0 0 0,0 0 16,0 0-16,0 0 0,0 0 0,0 0 0,0 0 62,0 0-62,0 0 0,0 0 0,297-24 296,-272 24-296,-25 0 0,0 0 0,25 0 0,-25 0 0,0 0 0,0 0 0,0 0 0,0 0 0,0 0 0,0 0 0,0 0 0,0 0 0,0 0 0,0 0 0,0 0 0,0 0 0,0 0 0,0 0 0,25 0 0,-25 0 0,0 0 0,0 0 0,0 0 0,0 0 0,0 0 0,0 0 16,0 0-16,25 0 0,-25 0 0,0-25 0,0 25 0,24 0 0,-24 0 0,0 0 0,0 0 0,0 0 0,25 0 0,-25 0 0,0 0 0,0 0 0,0 0 16,0 0-16,0 0 0,0 0 0,0 0 0</inkml:trace>
  <inkml:trace contextRef="#ctx0" brushRef="#br1" timeOffset="318417.2124">10021 11683 0,'0'0'0,"0"0"0,0 0 16,0 0-16,0 0 0,0 0 0,0 0 0,0 0 16,0 0-16,0 0 0,0 0 0,0 0 0,0 0 15,-25 0-15,25 0 0,0 0 0,0 0 0,0 0 0,0 0 16,0 0-16,0 0 0,0 0 0,0 0 0,0 0 15,0 0-15,0 0 0,0 0 0,0 0 0,0 0 0,0 0 16,0 0-16,0 0 0,0 0 0,0 0 0,0 0 16,0 0-16,0 0 0,0 0 0,0 0 0,0 0 15,0 0-15,0 0 0,0 0 0,0 0 0,0 0 0,0 0 16,0 0-16,0 0 0,0 0 0,0 0 0,0 0 15,0 0-15,0 0 0,0 0 0,0 0 0,0 0 16,0 0-16,0 0 0,-25 0 0,25 0 0,0 25 0,0-25 16,0 0-16,0 0 0,0 0 0,0 0 0,0 0 0,0 0 15,0 25-15,0-25 0,0 0 0,0 0 0,0 0 16,-24 0-16,24 0 0,0 24 0,0-24 0,0 0 15,0 0-15,0 0 0,0 0 0,0 25 0,0-25 0,-25 0 16,25 0-16,0 0 0,0 25 0,0-25 0,0 0 16,0 0-16,0 0 0,0 25 0,0-25 0,0 0 15,-25 0-15,25 25 0,0-25 0,0 0 0,0 0 0,0 24 16,0-24-16,0 0 0,0 0 0,0 0 0,0 25 15,0-25-15,-25 0 0,25 0 0,0 25 0,0-25 0,0 0 16,0 0-16,0 25 0,0-25 0,0 0 0,0 0 16,0 25-16,0-25 0,0 0 0,0 0 0,-25 24 0,25-24 15,0 0-15,0 0 0,0 25 0,0-25 0,0 0 16,0 25-16,0-25 0,0 0 0,0 0 0,0 25 15,0-25-15,0 0 0,0 25 0,0-25 0,0 0 0,0 24 16,0-24-16,0 0 0,0 0 0,-24 25 0,24-25 16,0 0-16,0 25 0,0-25 0,0 0 0,0 25 0,0-25 15,0 0-15,0 0 0,0 25 0,0-25 0,0 0 16,0 25-16,0-25 0,0 0 0,0 24 0,0-24 0,0 0 15,0 25-15,0-25 0,0 0 0,0 25 0,0-25 16,0 0-16,0 25 0,0-25 0,0 0 0,0 25 16,0-25-16,0 0 0,0 24 0,0-24 0,0 0 0,0 25 15,0-25-15,24 25 0,-24-25 0,0 0 0,0 0 0,0 25 16,0-25-16,0 0 0,0 25 0,0-25 0,0 0 15,0 24-15,0-24 0,0 0 0,0 25 0,0-25 16,0 0-16,0 25 0,0-25 0,0 0 0,0 25 0,0-25 16,25 0-16,-25 25 0,0-25 0,0 0 0,0 24 15,0-24-15,0 0 0,0 25 0,0-25 0,0 0 16,0 25-16,0-25 0,0 0 0,0 25 0,0-25 0,0 0 15,0 25-15,0-25 0,0 24 0,25-24 0,-25 0 16,0 0-16,0 25 0,0-25 0,0 0 0,0 25 0,0-25 16,0 0-16,25 25 0,-25-25 0,0 0 0,0 25 15,0-25-15,0 0 0,0 0 0,0 24 0,0-24 16,25 0-16,-25 25 0,0-25 0,0 0 0,0 25 0,0-25 15,0 0-15,0 25 0,0-25 0,0 0 0,0 25 16,24-25-16,-24 24 0,0-24 0,0 0 0,0 25 0,0-25 16,0 0-16,0 25 0,25-25 0,-25 0 0,0 25 15,0-25-15,0 0 0,0 25 0,0-25 0,25 0 16,-25 24-16,0-24 0,0 0 0,0 0 0,0 25 0,0-25 15,25 0-15,-25 0 0,0 25 0,0-25 0,0 0 0,0 0 16,0 25-16,0-25 0,25 0 0,-25 25 0,0-25 16,0 0-16,0 0 0,0 25 0,0-25 0,25 0 15,-25 24-15,0-24 0,0 0 0,0 0 0,0 25 16,0-25-16,24 0 0,-24 25 0,0-25 0,0 0 0,0 0 15,0 25-15,25-25 0,-25 0 0,0 0 0,0 25 0,0-25 16,0 0-16,0 0 0,25 24 0,-25-24 0,0 0 16,0 0-16,0 25 0,0-25 0,0 0 0,25 0 0,-25 0 15,0 0-15,0 0 0,0 0 0,0 0 0,0 0 16,0 0-16,0 25 0,0-25 0,0 0 0,0 0 15,0 0-15,0 0 0,0 0 0,0 0 0,0 0 0,25 0 16,-25 0-16,0 0 187</inkml:trace>
  <inkml:trace contextRef="#ctx0" brushRef="#br1" timeOffset="320910.355">10468 11311 0,'0'0'0,"0"0"0,0 0 0,0 0 0,0 0 0,0 0 0,0 0 0,0 0 0,0 0 0,0 0 0,0 0 15,0 0-15,0 0 0,0 0 0,0 0 0,0 0 16,0 0-16,0 0 0,0 0 0,0 0 0,0 0 0,0 0 15,0 0-15,0 0 0,0 0 0,0 0 0,0 0 16,0 0-16,0 0 0,0 0 0,0 0 0,0 0 0,0 0 16,0 0-16,0 0 0,0 0 0,0 0 0,0 0 15,0 0-15,0 0 0,0 0 0,0 0 0,0 0 16,0 0-16,0 0 0,0 0 0,0 0 0,0 0 0,0 0 15,0 0-15,0 0 0,0 0 0,0 0 0,0 0 0,0 0 16,0 0-16,0 0 0,0 0 0,0 25 0,0-25 16,0 0-16,0 0 0,24 0 0,-24 0 0,0 0 15,0 0-15,0 0 0,25 0 0,-25 0 0,0 0 16,0 0-16,25 0 0,-25 0 0,0 0 0,0 25 0,25-25 15,-25 0-15,0 0 0,0 0 0,25 0 0,-25 0 0,0 0 16,24 0-16,-24 0 0,0 0 0,0 0 16,25 0-16,-25 0 0,0 0 0,25 0 187,25 0-187,-50 0 0,0 0 0,0 0 0,0 0 0,0 0 0,0 0 0,0 0 0,0 0 0,0 0 0,0 0 0,0 0 0,0 0 0,0 0 0,0 0 0,0 0 0,0 0 0,0 0 0,0 0 0,0 0 0,0 0 0,0 0 0,0 0 0,0 0 0,0 0 0,0 0 0,0 0 0,0 0 0,0 0 0,0 0 0,0 0 0,0 0 0,0 0 0,0 24 0,0-24 0,0 0 0,-25 0 0,25 0 15,0 25-15,0-25 0,0 0 0,0 0 0,0 0 16,0 25-16,0-25 0,0 0 0,0 25 0,0-25 16,0 0-16,0 25 0,-25-25 0,25 24 0,0-24 0,0 0 0,0 25 15,0-25-15,0 0 0,0 25 0,0-25 16,0 25-16,0-25 0,0 0 0,0 25 0,-25-25 0,25 24 15,0-24-15,0 0 0,0 25 0,0-25 0,0 0 0,0 25 16,0-25-16,0 0 0,0 25 0,0-25 0,0 0 16,0 25-16,0-25 0,0 0 0,0 0 0,-25 24 15,25-24-15,0 0 0,0 25 0,0-25 0,0 0 0,0 0 16,0 0-16,0 25 0,0-25 0,0 0 0,0 0 15,0 0-15,0 25 0,0-25 0,0 0 0,0 0 0,0 0 16,0 0-16,0 0 0,0 0 0,0 0 0,0 0 16,0 0-16,0 0 0,0 0 0,0 0 0,0 0 0,0 0 15,0 0-15,0 0 0,0 0 0,0 0 0,0 0 16,0 0-16,0 0 0,0 0 0,0 0 0,0 0 15,0 0-15,0 0 0,0 0 0,0 0 0,0 0 0,0 0 16,0 0-16,0-25 0,0 25 0,0 0 0,0 0 16,0 0-16,0 0 0,0 0 0,0-25 0,0 25 0,0 0 15,0 0-15,0 0 0,0-25 0,0 25 0,0 0 16,0 0-16,0 0 0,-24-24 0,-76-125 327,100 149-327,0 0 0,0 0 0,0 0 0,0 0 0,0 0 0,0 0 0,0 0 0,0 0 0,0 0 0,0 0 0,0 0 0,0 0 0,0 0 0,0 0 0,25 0 0,-25 0 0,0 0 0,0 0 0,0-25 16,0 25-16,0 0 0,0 0 0,0 0 0,0 0 0,0 0 0,0 0 0,0 0 0,0 0 0,0 0 0,0 0 0,0 0 0,0 0 0,0 0 0,0 0 0,0 0 0,0 0 0,0 0 0,0 0 0,0 0 16,0 0-16,0 0 0,0 0 0,0 0 0,0 0 0,0 0 15,-25 0-15,25-25 0,0 25 0,0 0 0,0 0 16,0 0-16,0 0 0,0 0 0,0 0 0,0 0 0,0 0 15,0 0-15,0 0 0,0 0 0,0 0 0,0 0 16,0 0-16,0 0 0,0 0 0,0 0 0,0 0 0,0 0 16,0 0-16,0-25 0,0 25 0,0 0 0,0 0 15,-24 0-15,24 0 0,0 0 0,0 0 0,0 0 16,0 0-16,0 0 0,0 0 0,0 0 0,0 0 0,0 0 15,0 0-15,0 0 0,0 0 0,0 0 0,0 0 0,0 0 16,0 0-16,0 0 0,0 0 0,0 0 0,0 0 16,0 0-16,0 0 0,0 0 0,0 0 0,0 0 15,0 0-15,0 0 0,0 0 0,0 0 0,0 0 0,0 0 16,0 0-16,0 0 0,0 0 0,0 0 0,0 0 15,0 0-15,0 0 0,0 0 0,0 0 0,0 0 0,0 0 16,0 0-16,0 0 0,0 0 0,0 0 0,24 0 16,-24 0-16,0 0 0,0 0 0,0 0 0,25 0 0,-25 0 15,0 0-15,0 0 0,25 0 0,-25 0 0,0 0 16,25 0-16,-25 0 0,0 0 0,0 0 0,25 0 15,-25 25-15,24-25 0,-24 0 0,0 0 0,25 0 0,-25 0 16,0 0-16,25 0 0,-25 0 0,25 0 0,-25 0 16,0 0-16,25 0 0,-25 0 0,24 0 0,-24 0 15,0 0-15,25 0 0,-25 0 0,0 0 0,25 0 0,-25 0 16,0 0-16,25 0 0,-25 0 0,0 0 0,0 0 15,25 0-15,-25 0 0,0 0 0,0 0 0,0 0 16,0 0-16,0 0 0,0 0 0,0 0 0,0 0 0,0 0 16,0 0-16,0 0 0,0 0 0,0 0 0,0 0 0,0 0 15,0 0-15,0 0 0,0 0 0,0 0 0,0 0 16,0 0-16,0 0 0,0 0 0,0 0 0,0 0 15,0 0-15,0 0 0,0 0 0,0 0 0,0 0 0,0-25 16,0 25-16,0 0 0,0 0 0,-25 0 0,25 0 16,0 0-16,0 0 0,0 0 0,0 0 0</inkml:trace>
  <inkml:trace contextRef="#ctx0" brushRef="#br1" timeOffset="321729.4018">11137 11509 0,'0'0'0,"0"0"0,0 0 0,0 0 15,0 0-15,0 0 0,0 0 0,0 0 0,0 0 0,0 0 16,0 0-16,0 0 0,0 0 0,0 0 0,0 0 16,0 0-16,0 0 0,0 0 0,0 0 0,0 0 15,0 0-15,0 0 0,0 0 0,0 0 0,0 0 0,0 0 16,0 0-16,0 0 0,0 0 0,0 0 0,0 0 15,0 0-15,0 0 0,0 0 0,0 0 0,0 0 0,0 0 16,0 25-16,-25-25 0,25 0 0,0 0 0,0 0 16,0 0-16,-24 0 0,24 25 0,0-25 0,0 0 0,-25 0 15,25 25-15,0-25 0,0 0 0,-25 25 0,25-25 16,0 0-16,-25 0 0,25 24 0,0-24 0,-25 0 15,25 25-15,0-25 0,-24 0 0,24 25 0,-25-25 0,25 25 16,-25-25-16,25 0 0,0 25 0,-25-25 0,25 24 16,0-24-16,-25 0 0,25 25 0,-24-25 0,24 0 0,0 25 15,-25-25-15,25 0 0,0 25 0,0-25 0,-25 0 16,25 25-16,0-25 0,-25 0 0,25 24 0,0-24 0,0 0 15,-25 0-15,25 25 0,0-25 0,0 0 0,0 0 16,-24 0-16,24 0 0,0 25 0,0-25 0,0 0 16,0 0-16,0 0 0,0 0 0,0 0 0,0 0 0,0 0 15,0 25-15,0-25 0,0 0 0,0 0 0,0 0 16,0 0-16,0 0 0,0 0 0,0 0 0,0 0 0,0 0 15,0 0-15,0 0 0,0 0 0,0 0 0,0 0 16,0 0-16,0 0 0,0-25 0,0 25 0,0 0 0,0 0 16,0 0-16,0 0 0,0 0 0,0 0 0,0 0 15,0 0-15,0-25 0,0 25 0,24 0 0,-24 0 16,0 0-16,0 0 0,25 0 0,-25-25 0,0 25 0,25 0 15,-25 0-15</inkml:trace>
  <inkml:trace contextRef="#ctx0" brushRef="#br1" timeOffset="322980.4734">11137 11782 0,'0'0'0,"0"0"0,0 0 0,0 0 0,0 0 0,0 0 16,-25-25-16,25 25 0,0 0 0,0 0 0,0 0 16,0 0-16,0 0 0,0 0 0,0-24 0,0 24 0,0 0 15,0 0-15,0 0 0,0 0 0,0 0 0,0 0 16,0 0-16,0 0 0,0-25 0,0 25 0,0 0 0,0 0 15,0 0-15,0 0 0,0 0 0,0 0 0,0 0 16,0 0-16,0 0 0,0 0 0,25 0 0,-25 0 16,0 0-16,0-25 0,0 25 0,25 0 0,-25 0 0,0 0 15,0 0-15,0 0 0,25 0 0,-25 0 0,0 0 16,25 0-16,-25 0 0,0 0 0,0 0 0,25 0 0,-25 0 15,0 0-15,0 0 0,24 0 0,-24 0 0,0 0 16,0 0-16,0 0 0,25 0 0,-25 25 0,0-25 16,0 0-16,0 0 0,0 0 468,174 397-468,-174-397 0,0 0 15,0-25-15,0 25 0,0 0 0,0 0 0,0 0 0,0 0 0,0 0 0,0 0 0,0 0 0,0 0 16,0 0-16,0 0 0,0 0 0,0 0 0,0 0 0,0 0 0,0 0 0,0 0 0,0 0 0,0 0 0,0 0 15,0 0-15,0 0 0,0 0 0,0 0 0,0 0 0,0 0 0,0 0 0,0 0 0,0 0 0,0 0 0,0 0 16,0 0-16,0 0 0,0 0 0,0 0 0,0 0 0,0 0 0,0 0 0,0 0 0,0 0 16,0 0-16,0 0 0,0 0 0,0 0 0,0 0 0,0 0 0,0 0 0,0 0 0,0 0 0,0 0 0,0 0 0,0 0 15,0 0-15,0 0 0,0 0 0,0 0 0,0 0 0,0 0 0,0 0 0,0 0 16,0 0-16,0 0 0,0 0 0,0 0 0,0 0 0,0 0 0,0 0 0,0 0 15,0 0-15,0 0 0,0 0 0,0 0 0,0 0 16,0 0-16,0 0 0,0 0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15,0 0-15,0 0 0,0 0 0,0 0 0,0 0 16,0 0-16,0 0 0,0 0 0,0 0 0,0 0 0,0 0 16,0 0-16,0 0 0,25 0 0,-25 0 0,0-25 0,0 25 15,0 0-15,0 0 0,0 0 0,0 0 16,0-25-16,0 25 0,0 0 0,0 0 0,0-25 0,0 25 15,0 0-15,-25 0 0,25 0 0</inkml:trace>
  <inkml:trace contextRef="#ctx0" brushRef="#br1" timeOffset="324944.5857">11187 11857 0,'0'0'0,"0"0"0,0 0 0,0 0 0,0 0 15,0 0-15,0 0 0,0 0 0,0 0 0,0 0 16,0 0-16,0-25 0,0 25 0,0 0 0,0 0 0,0 0 15,0 0-15,0 0 0,0 0 0,0 0 0,0 0 0,0-25 0,0 25 0,0 0 16,0 0-16,0 0 0,0 0 0,0 0 0,0 0 0,0 0 0,0 0 0,0 0 16,0 0-16,0 0 0,0 0 0,0 0 0,0 0 0,0 0 0,0-25 0,25 25 0,-25 0 15,0 0-15,0 0 0,0 0 0,0 0 0,0 0 0,0 0 0,0 0 16,0 0-16,0 0 0,0 0 0,0-25 0,0 25 0,0 0 0,0 0 0,0 0 0,0 0 0,0 0 0,0 0 15,0 0-15,0 0 0,0 0 0,0 0 0,0-24 0,0 24 0,0 0 16,0 0-16,0 0 0,0 0 0,0 0 0,0 0 0,0 0 0,0 0 0,0 0 16,0 0-16,0 0 0,0 0 0,0 0 0,0 0 0,25 0 0,-25 0 15,0 0-15,0 0 0,0 0 0,0 0 0,0 0 0,0 0 0,0 0 16,0 0-16,0 0 0,0 0 0,0 0 0,0 0 0,0 0 0,0 0 0,0 0 0,0 0 15,0 0-15,0 0 0,0 0 0,0 0 0,0 0 0,0 0 0,0 0 16,0 0-16,0 0 0,24 0 0,-24 0 0,0 0 16,0 0-16,0 0 0,0 0 0,0 0 0,0 0 0,0 0 15,25 0-15,-25 0 0,0 0 0,0 0 0,0 0 16,25 0-16,-25 0 0,0 0 0,0 0 0,0 0 15,0 0-15,25 0 0,-25 0 0,0 0 0,0 0 0,0 0 16,25 0-16,-25 0 0,0 0 0,0 0 0,0 24 0,0-24 16,24 0-16,-24 0 0,0 0 0,0 0 0,0 0 15,0 0 188,75 174-187,-75-174-16,0 0 0,-25 25 0,25-25 0,0 0 0,0 0 0,0 0 0,-25 25 0,25-25 15,0 0-15,0 0 0,0 0 0,-25 24 0,25-24 0,0 0 0,0 0 0,-24 25 0,24-25 16,0 0-16,0 0 0,-25 0 0,25 0 0,0 25 0,0-25 0,-25 0 0,25 0 0,0 0 15,0 0-15,-25 25 0,25-25 0,0 0 0,-25 0 0,25 0 0,0 0 0,0 25 0,-24-25 0,24 0 16,0 0-16,0 0 0,0 0 0,-25 24 0,25-24 0,0 0 0,0 0 0,0 0 0,-25 0 0,25 0 16,0 0-16,0 0 0,0 25 0,-25-25 0,25 0 0,0 0 0,0 0 0,-25 0 0,25 25 15,0-25-15,0 0 0,-25 0 0,25 0 0,0 0 0,0 25 0,-24-25 0,24 0 16,0 0-16,0 0 0,0 0 0,0 0 0,-25 0 0,25 0 0,0 25 15,0-25-15,0 0 0,0 0 0,0 0 0,-25 0 0,25 0 0,0 0 0,0 0 0,0 0 16,0 0-16,0 0 0,0 0 0,0 0 0,0 0 0,0 0 16,0 0-16,0 0 0,0 0 0,0 0 0,0 0 15,0 0-15,0 0 0,-25 0 0,25 0 0,0 0 0,0 0 16,0 0-16,0 0 0,0 0 0,0 0 0,0 0 15,-25 0-15,25 0 0,0 0 0,0 0 0,0 0 16,0 0-16,0 0 0,0 0 0,0 0 0,0 0 0,0 0 16,0 0-16,0 0 0,0 0 0,0 0 0,0 0 0,0 0 15,0 0-15,0 0 0,0 0 0,0 0 0,0 0 16,0 0-16,0 0 0,25-25 0,-25 25 0,0 0 15,0 0-15,0 0 0,0 0 0,25 0 0,-25 0 16,0 0-16,0 0 0,0 0 0,25-25 0,-25 25 0,0 0 16,0 0-16,0 0 0,0 0 0,25 0 0,-25 0 0,0 0 15,0 0-15,0 0 0,0 0 0,0 0 0,24 0 16,-24 0-16,0 0 0,0 0 0,0 0 0,0 0 0,25 0 15,-25 0-15,0 0 0,0 0 0,0 0 0,0 0 16,0 25 374</inkml:trace>
  <inkml:trace contextRef="#ctx0" brushRef="#br1" timeOffset="326213.6579">11088 12278 0,'0'0'0,"0"0"16,0 0-16,0 0 0,0 0 0,0 0 0,0 0 15,0 0-15,0 0 0,0 0 0,0 0 0,0 0 0,0 0 16,0 0-16,0 0 0,0 0 0,0 0 0,0 0 15,0 0-15,0 0 0,0 0 0,0 0 0,0 0 0,0 0 16,0 0-16,0 0 0,0 0 0,0 0 0,0 0 16,0 0-16,0 0 0,0 0 0,0 0 0,0 0 15,0 0-15,0 0 0,0-24 0,0 24 0,0 0 0,0 0 16,0 0-16,0 0 0,0 0 0,0 0 0,0 0 0,24 0 15,-24 0-15,0 0 0,0 0 0,0 0 0,0 0 16,0 0-16,0 0 0,0 0 0,0 0 0,0 0 16,0 0-16,0 0 0,0 0 0,0 0 0,0 0 0,0 0 15,0 0-15,0 0 0,0 0 0,0 0 0,25 0 16,-25 0-16,0 0 0,0 0 0,0 0 0,0 0 0,0 0 15,0 0-15,0 0 0,25 0 0,-25 0 0,0 0 16,0 0-16,0 0 0,0 0 0,25-25 0,-25 25 16,0 0-16,0 0 0,0 0 0,25 0 0,-25 0 15,0 0-15,0 0 0,0 0 0,25 0 0,-25 0 0,0 0 16,24 0-16,-24 0 0,0 0 0,25 0 0,-25 0 0,0 0 15,25 0-15,-25 0 0,25 0 0,-25 0 0,0 0 16,25 0-16,-25 0 0,24 0 0,-24 0 0,25 0 16,-25 0-16,0 0 0,25 0 0,-25 0 0,0 0 15,0 0-15,25 0 0,-25 0 0,0 0 0,0 0 0,25 0 16,-25 0-16,0 0 0,0 0 0,0 0 0,0 0 15,0 0-15,0 0 0,0 0 0,0 0 0,24 0 0,-24 0 16,0 0-16,0 0 0,0 0 0,0 0 0,0 0 0,0 0 16,0 0-16,0 0 0,0 0 0,0 0 0,0 0 15,25 0-15,-25 0 0,0 0 0,0 0 0,0 0 16,0 0-16,0 0 0,0 0 0,0 0 0,0 0 0,0 0 15,0-25-15,0 25 0,0 0 0,0 0 0,0 0 16,0 0-16,-25 0 0,25 0 0,0 0 0,-24 0 0,24 0 16,0 0-16,-25 0 0,25-25 0,-25 25 0</inkml:trace>
  <inkml:trace contextRef="#ctx0" brushRef="#br1" timeOffset="329113.8242">10740 12526 0,'0'0'0,"0"0"0,0 0 0,0 0 0,0 0 16,-24 0-16,24 0 0,0 25 0,0-25 0,0 0 0,0 0 15,0 0-15,0 0 0,0 0 0,0 0 0,0 0 0,-25 0 0,25 0 0,0 0 0,0 0 16,0 0-16,0 25 0,0-25 0,0 0 0,0 0 0,0 0 0,-25 0 0,25 0 15,0 0-15,0 25 0,0-25 0,0 0 0,0 0 0,0 0 0,0 0 16,0 0-16,0 25 0,0-25 0,0 0 0,-25 0 0,25 0 16,0 0-16,0 0 0,0 0 0,0 0 0,0 0 0,0 0 0,0 24 0,0-24 0,0 0 15,0 0-15,0 0 0,0 0 0,0 25 0,0-25 0,0 0 0,0 0 16,0 0-16,0 0 0,0 25 0,0-25 0,0 0 0,0 0 0,0 0 15,0 0-15,0 25 0,0-25 0,0 0 0,0 0 0,0 0 0,0 0 0,0 0 16,25 25-16,-25-25 0,0 0 0,0 0 0,0 0 0,0 0 0,0 24 16,0-24-16,0 0 0,0 0 0,0 0 0,0 0 0,25 25 0,-25-25 0,0 0 0,0 0 0,0 0 15,0 0-15,0 25 0,0-25 0,0 0 0,0 0 0,0 0 0,25 0 16,-25 0-16,0 0 0,0 0 0,0 25 0,0-25 0,0 0 0,0 0 0,0 0 0,0 0 15,24 0-15,-24 0 0,0 0 0,0 25 0,0-25 16,0 0-16,0 0 0,0 0 0,25 0 0,-25 0 0,0 0 16,0 0-16,0 0 0,0 24 0,0-24 0,0 0 15,0 0-15,25 0 0,-25 0 0,0 0 0,0 0 0,0 25 16,0-25-16,25 0 0,-25 0 0,0 0 0,0 0 15,0 0-15,0 0 0,25 0 0,-25 0 0,0 0 16,0 0-16,0 0 0,0 0 0,24 0 0,-24 25 0,0-25 16,0 0-16,0 0 0,0 0 0,25 0 0,-25 0 15,0 0-15,0 0 0,0 0 0,25 0 0,-25 0 0,0-25 16,0 25-16,0 0 0,25 0 0,-25 0 0,0 0 15,0 0-15,25 0 0,-25 0 0,0 0 0,0-25 0,0 25 16,24 0-16,-24 0 0,0 0 0,0 0 0,0 0 16,25 0-16,-25-24 0,0 24 0,0 0 0,0 0 15,0 0-15,25 0 0,-25 0 0,0-25 0,0 25 0,0 0 609,-174-422-609,174 397 0,0 25 15,0 0-15,0 0 0,0 0 0,0 0 0,0 0 0,0 0 0,0 0 16,-24 0-16,24 0 0,0 0 0,0 0 0,0 0 0,0 0 0,0 0 0,0 0 0,0 0 15,0 0-15,0 0 0,0 0 0,0 0 0,0 0 0,0-24 0,0 24 0,0 0 16,0 0-16,0 0 0,0 0 0,0 0 0,0 0 0,0 0 0,0 0 0,0 0 0,0 0 0,0 0 0,0 0 0,0 0 0,0 0 0,0 0 0,0 0 0,0 0 0,0 0 0,0 0 0,0 0 0,0 0 0,0 0 0,0 0 0,0 0 0,0 0 0,0 0 0,0 0 0,0 0 0,0 0 16,0 0-16,0 0 0,0 0 0,0 0 0,0 0 15,0 0-15,0 0 0,0 0 0,0 0 0,0 0 0,0 0 16,0 0-16,0 0 0,0 0 0,0 0 0,0 0 0,0 0 15,0 0-15,0 0 0,0 0 0,0 0 0,0 0 16,0 0-16,0 0 0,0 0 0,0 0 0,0 0 16,0 0-16,0 0 0,0 0 0,0 0 0,0 0 0,0 0 15,0 0-15,0 0 0,0 0 0,0 0 0,0 0 16,0 0-16,0 0 0,0 0 0,24 0 0,-24 0 0,0 0 15,0 0-15,0 0 0,0 0 0,0 0 0,0 0 16,0 0-16,0 0 0,0 0 0,0 0 0,0 0 0,0 0 16,0 0-16,0 0 0,0 0 0,0 0 15,0 0-15,0 0 0,0 0 0,0 0 0,0 0 0,0 0 16,0 0-16,0 0 0,0 0 0,0 0 0,0 0 374,-74 124-374,74-124 0,0 0 0,0 24 16,0-24-16,-25 0 0,25 0 0,0 0 0,0 0 0,0 0 0,0 0 0,0 0 15,0 0-15,0 25 0,0-25 0,0 0 0,0 0 0,0 0 0,0 0 16,0 0-16,0 0 0,0 0 0,0 0 0,0 0 0,0 0 0,0 0 0,0 0 16,0 0-16,0 0 0,0 0 0,0 0 0,0 0 0,0 0 0,0 0 15,0 0-15,0 0 0,0 0 0,0 0 0,0 0 0</inkml:trace>
  <inkml:trace contextRef="#ctx0" brushRef="#br1" timeOffset="331101.9379">10592 13345 0,'0'0'16,"0"0"-16,0 0 0,0 0 0,0 0 0,0 0 15,0 0-15,0 0 0,0 0 0,0 0 0,0 0 0,0 0 16,0 0-16,0 0 0,0 0 0,0 0 0,0 0 16,0 0-16,0 0 0,0 0 0,0 0 0,0 0 15,0 0-15,0 0 0,0 0 0,-25 0 0,25 0 0,0 0 16,0 0-16,0 0 0,0 0 0,0 0 0,0 0 15,0 0-15,0 0 0,0 0 0,0 0 0,0 0 0,0 0 16,0 0-16,0 0 0,0 0 0,0 0 0,0 0 16,25 0 108,-1 0-124,-24 0 0,0 0 0,25 0 0,-25 0 0,0 0 0,25 0 0,-25 0 0,0 0 0,25 0 0,-25 0 0,25 0 0,-25 0 0,24 0 0,-24 0 0,25 0 0,-25 0 0,0 0 0,25 0 0,-25 0 0,0 0 0,25 0 0,-25 0 0,0 0 0,0 0 0,25 0 0,-25 0 0,0 0 0,0 0 0,0 0 0,0 0 0,0 0 0,0 0 0,0 0 0,0 0 0,0 0 16,0 0 296</inkml:trace>
  <inkml:trace contextRef="#ctx0" brushRef="#br1" timeOffset="333403.0695">11261 13171 0,'0'0'0,"0"0"0,0 0 0,0 0 0,0 0 0,0 0 0,0 0 0,0 0 0,-24 0 0,24 0 0,0 0 0,0 0 0,0 0 0,0 0 0,0 0 0,0 0 15,0 0-15,0 0 0,0 0 0,0 0 0,0 0 0,0 0 0,0 0 0,0 0 0,0 0 0,0 0 0,0 0 0,0 0 0,0 0 0,0 0 0,0-25 0,0 25 0,0 0 0,0 0 0,0 0 0,0 0 0,0 0 0,0 0 0,0 0 0,0 0 16,0 0-16,0 0 0,0 0 0,0 0 0,0 0 16,0 0-16,0 0 0,0 0 0,0 0 0,0 0 0,0 0 15,0 0-15,0 0 0,0 0 0,0 0 0,0 0 0,0 0 16,0 0-16,0 0 0,0 0 0,0 0 0,0 0 15,0 0-15,0 0 0,0 0 0,0 0 0,0 0 16,0 0-16,0 0 0,0 0 0,0 0 0,0 0 0,0 0 16,0 0-16,0 0 0,0 0 0,0 0 0,0 0 15,0 0-15,0 0 0,0 0 0,0 0 0,0 0 0,0 0 16,0 0-16,0 0 0,0 0 0,0 0 0,0 0 15,0 0-15,0 0 0,0 0 0,0 0 0,0 0 0,0 0 16,0 0-16,0 0 0,0 0 0,0 0 0,0 0 16,0 0-16,0 0 0,0 0 0,0-24 0,0 24 15,0 0-15,0 0 0,0 0 0,0 0 0,0 0 0,0 0 16,0 0-16,0 0 0,0 0 0,0 0 0,0 0 15,0 0-15,0 0 0,24 0 0,-24 0 0,0 0 0,0 0 16,0 0-16,0 0 0,0 0 0,0 0 0,0 0 16,0 0-16,0 0 0,0 0 0,25 0 0,-25 0 15,0 0-15,0 0 0,0 0 0,0 0 0,0-25 0,0 25 16,25 0-16,-25 0 0,0 0 0,0 0 0,0 25 15,0-25-15,0 0 0,0 0 0,25 0 0,-25 0 0,0 0 16,0 0-16,0 0 0,0 0 0,0 0 0,0 0 16,0 0-16,0 0 0,25 0 0,-25 0 0,0 0 15,0 0-15,0 0 0,0 0 0,0 0 0,0 0 0,0 0 16,0 0-16,24 0 0,-24 24 0,0-24 0,0 0 15,0 0-15,0 0 0,0 0 0,0 0 0,0 0 0,0 0 16,0 0-16,0 0 0,0 0 0,25 0 0,-25 25 16,0-25-16,0 0 0,0 0 0,0 0 0,0 0 0,0 0 15,0 0-15,0 0 0,0 0 0,0 0 0,0 25 16,0-25-16,0 0 0,0 0 0,0 0 0,0 0 203,-74 99-203,74-99 0,0 0 0,-25 0 0,25 0 15,0 0-15,0 0 0,0 25 0,0-25 0,0 0 0,0 0 0,0 0 0,0 0 0,-25 0 16,25 0-16,0 0 0,0 0 0,0 0 0,0 0 0,0 0 0,0 0 0,0 0 0,0 0 0,0 0 0,0 0 15,0 0-15,0 0 0,0 0 0,0 0 0,0 0 0,0 0 0,0 0 0,0 0 0,0 0 0,0 0 0,0 0 16,0 0-16,0 0 0,0 0 0,0 0 0,0 0 0,0 0 0,0 0 0,0 0 0,0 0 0,0 0 16,0 0-16,0 0 0,0 0 0,0 0 0,0 0 0,0 0 0,0 0 0,0 0 0,0 0 15,0 0-15,0 0 0,0 0 0,0 0 0,0 0 0,0 0 0,0 0 0,25 0 0,-25 0 0,0 0 16,0 0-16,0 0 0,25 0 0,-25 0 0,0 0 0,0 0 0,0 0 15,25 0-15,-25 0 0,0 0 0,0 0 0,0 0 0,24 0 16,-24 0-16,0 0 0,0 0 0,0 0 0,25 0 0,-25 0 16,0 0-16,0 0 0,0 0 0,0 0 0,25 0 15,-25 0-15,0 0 0,0 0 0,0 0 0,0 0 16,0 0-16,0 0 0,25 0 0,-25 0 0,0 0 0,0 0 15,0 0-15,0 0 0,0 0 0,0 0 0,0 0 16,0 0-16,25 0 0,-25 0 0,0 0 0,0 0 0,0 0 16,0 0-16,0 0 0,0 0 0,0 25 0,0-25 15,0 0-15,0 0 0,0 0 0,0 0 0,0 0 0,0 0 16,0 0-16,0 0 0,0 25 0,0-25 15,0 0-15,0 0 0,0 0 0,0 0 0,0 0 0,24 0 16,-24 25-16,0-25 0,0 0 0,0 0 0,0 0 0,0 0 16,0 0-16,0 0 0,-24 24 0,24-24 0,0 0 15,0 0-15,0 0 0,0 0 0,0 0 0,0 25 16,0-25-16,0 0 0,0 0 0,0 0 0,-25 0 0,25 0 15,0 25-15,0-25 0,0 0 0,0 0 0,0 0 16,0 0-16,0 0 0,-25 0 0,25 25 0,0-25 0,0 0 16,0 0-16,0 0 0,0 0 0,-25 0 0,25 0 15,0 0-15,0 0 0,0 25 0,0-25 0,0 0 0,0 0 16,-25 0-16,25 0 0,0 0 0,0 0 0,0 0 15,0 0-15,0 0 0,0 0 0,-24 0 0,24 0 16,0 0-16,0 0 0,0 0 0,0 0 0,-25 0 0,25 0 16,0 0-16,0-25 0,0 25 0,0 0 0,0 0 15,0 0-15,0 0 0,0 0 0,-25 0 0,25 0 0,0 0 16,0 0-16,0 0 0,0 0 0,0 0 0,0 0 15,0-25-15,0 25 0,0 0 0,0 0 0,0 0 0,0 0 16,0 0-16,0 0 0,0 0 0,0 0 0,-25 0 16,25 0-16,0 0 0,0 0 0,0 0 0,0 0 15,0 0-15,0 0 0,0 0 0,0 0 0,0 0 0,0 0 16,0 0-16,0 0 0,0 0 0,0 0 0,0 0 15,0 0-15,0 0 0,0-25 0,25 25 0,-25 0 0,0 0 16,0 0-16,0 0 0,0 0 0,0 0 0,25 0 16,-25-25-16,0 25 0,0 0 0,0 0 0,25 0 0,-25 0 15,0 0-15,0 0 0,0 0 0</inkml:trace>
  <inkml:trace contextRef="#ctx0" brushRef="#br1" timeOffset="334350.1237">11832 13345 0,'0'0'0,"0"0"16,0 0-16,0 0 0,0 0 0,0 0 0,0 0 0,0 0 0,0 0 0,0 0 0,0 0 0,0 0 0,0 0 0,0 0 0,0 0 0,0 0 0,0 0 0,0 0 0,0 0 0,0 0 0,0 0 0,-25 0 0,25 0 0,0 0 0,0 0 0,0 0 0,0 0 0,0 0 0,0 0 0,0 0 15,0 0-15,0 0 0,0 25 0,0-25 0,0 0 0,0 0 0,0 0 0,0 0 0,0 0 0,0 0 0,-25 0 0,25 0 0,0 0 16,0 0-16,0 0 0,0 0 0,0 0 0,0 25 0,0-25 16,-25 0-16,25 0 0,0 0 0,0 0 0,0 24 15,0-24-15,-24 0 0,24 0 0,0 25 0,0-25 16,-25 0-16,25 0 0,0 25 0,0-25 0,0 0 0,-25 25 15,25-25-15,0 0 0,0 25 0,-25-25 0,25 0 16,0 24-16,0-24 0,-25 0 0,25 25 0,0-25 0,0 0 16,0 25-16,-24-25 0,24 0 0,0 0 0,0 25 15,-25-25-15,25 0 0,0 25 0,0-25 0,0 0 0,-25 0 16,25 0-16,0 24 0,0-24 0,0 0 0,-25 0 15,25 25-15,0-25 0,0 0 0,0 0 0,0 0 16,0 0-16,0 0 0,0 0 0,0 0 0,0 0 0,0 0 16,0 0-16,0 0 0,0 0 0,0 0 0,0 0 15,0 0-15,0 0 0,0 0 0,0 0 0,0 0 16,0 0-16,0 0 0,0 0 0,0 0 0,0 0 0,0 0 15,0 0-15,0 0 0,0 0 0,0 0 0,0 0 0,0 0 16,0 0-16,0 0 0,0 0 0,0 0 0,25-25 16,-25 25-16,0 0 0,0 0 0,0-24 0,25 24 15,-25 0-15,0 0 0,0 0 0,25-25 0,-25 25 0,0 0 16,24 0-16</inkml:trace>
  <inkml:trace contextRef="#ctx0" brushRef="#br1" timeOffset="336250.2324">12005 13543 0,'0'0'0,"0"0"0,0 0 0,124-124 328,-99 124-328,-25 0 0,0 0 0,0 0 0,0 0 0,0 0 0,0 0 0,0 25 16,25-25-16,-25 0 0,0 0 0,0 0 0,0 0 0,0 0 0,0 0 0,0 0 0,0 0 0,0 0 0,0 0 15,0 0-15,0 0 0,0 0 0,0 0 0,0 0 0,0 25 0,0-25 0,0 0 0,0 0 0,0 0 16,0 0-16,0 0 0,0 0 0,0 0 0,0 0 0,0 25 0,0-25 0,0 0 0,0 0 0,0 0 15,0 0-15,0 0 0,0 0 0,0 25 0,0-25 0,0 0 0,0 0 0,0 0 0,0 0 16,0 0-16,0 24 0,0-24 0,0 0 0,0 0 0,0 0 0,0 0 0,0 0 16,0 0-16,0 0 0,0 0 0,0 0 0,0 0 0,0 0 0,0 0 15,0 0-15,0 0 0,0 0 0,0 25 0,0-25 0,0 0 0,0 0 16,0 0-16,0 0 0,0 0 0,0 0 0,0 0 0,0 0 0,0 0 0,-25 0 0,25 0 15,0 0-15,0 0 0,0 0 0,0 0 0,0 0 0,0 0 0,0 0 16,0 0-16,0 0 0,0 25 0,0-25 0,0 0 0,0 0 16,0 0-16,0 0 0,0 0 0,0 0 0,-25 0 15,25 0-15,0 0 0,0 0 0,0 0 0,0 0 0,0 0 16,0 0-16,0 25 0,0-25 0,0 0 0,0 0 16,0 0-16,-24 0 0,24 0 0,0 0 0,0 0 15,0 0-15,0 0 0,0 0 0,0 0 0,0 0 0,0 25 16,-25-25-16,25 0 0,0 0 0,0 0 0,0 0 15,0 0-15,0 24 0,-25-24 0,25 0 0,0 0 0,0 0 16,0 0-16,0 0 0,-25 0 0,25 25 0,0-25 16,0 0-16,0 0 0,0 0 0,0 0 0,0 0 15,0 0-15,0 0 0,-25 0 0,25 0 0,0 0 16,0 0-16,0 25 0,0-25 0,0 0 0,0 0 0,0 0 15,0 0-15,0 0 0,0 0 0,0 0 0,0 0 16,0 0-16,0 0 0,0 0 0,0 0 0,0 0 0,-24 0 16,24 0-16,0 0 0,0 0 0,0 0 0,0 0 15,0 0-15,0 0 0,0 0 0,0 0 0,0 0 0,0 0 16,0 0-16,0 0 0,0 0 0,0 0 0,0 0 15,0 0-15,0 0 0,0 0 0,0 0 0,0 0 0,0 0 16,0 0-16,0 0 0,0 0 0,0 0 0,0 0 16,0 0-16,0 0 0,0 0 0,0 0 0,0 0 15,0 0-15,0 0 0,0 0 0,0 0 0,0 0 0,0 0 16,0 0-16,0 0 0,0 0 0,0 0 0,0 0 15,0 0-15,0 0 0,0 0 0,0 0 0,0 0 0,0 0 16,0 0-16,0 0 0,0 0 0,0 0 0,0 0 16,0 0-16,0 0 0,0 0 0,0 0 0,24 0 0,-24 0 15,0 0-15,0 0 0,0 0 0,0 0 0,0 0 16,0 0-16,0 0 0,0 0 0,0 25 0,0-25 0,0 0 15,0 0-15,25 0 0,-25 0 0,0 0 0,0 0 16,0 0-16,0 0 0,0 0 0,0 0 0,0 0 0,0 0 16,0 0-16,25 0 0,-25 0 0,0 0 15,0 0-15,0 0 0,0 0 0,0 0 0,25 0 0,-25 0 16,0 0-16,0 0 0,0 0 0,0 0 0,25 0 0,-25 0 15,0 0-15,0 0 0,0 0 0,24 0 0,-24 0 0,0 0 16,0 0-16,0 0 0,25 0 0,-25 0 296,149 0-296,-149 0 0,0 0 0,0 0 0,0 0 0,0 0 16,0 0-16,0 0 0,0 0 0,0 0 0,0 0 0,0-25 0,25 25 16,-25 0-16,0 0 0,0 0 0,0 0 0,0 0 0,0-25 0,0 25 0,25 0 15</inkml:trace>
  <inkml:trace contextRef="#ctx0" brushRef="#br1" timeOffset="338865.382">12898 11534 0,'0'0'0,"0"0"0,0 0 0,0 0 0,0 0 0,0 0 0,0 0 0,0 0 0,0 0 0,0 0 0,0 0 0,0 0 0,0 0 0,0 0 0,0 0 0,0 0 0,0-25 0,0 25 0,0 0 0,0 0 0,0 0 0,0 0 0,0 0 0,0 0 0,0 0 0,0 0 0,0 0 16,0 0-16,0 0 0,0 0 0,0 0 0,0 0 0,0 0 15,0 0-15,0 0 0,0 0 0,0 0 0,0 0 16,0 0-16,0 0 0,0 0 0,0 0 0,0 0 0,0 25 16,0-25-16,25 0 0,-25 0 0,0 0 0,0 0 15,0 0-15,0 0 0,0 0 0,0 0 0,0 0 16,0 0-16,0 25 0,0-25 0,0 0 0,0 0 0,0 0 15,25 0-15,-25 0 0,0 0 0,0 0 0,0 25 16,0-25-16,0 0 0,0 0 0,0 0 0,0 0 16,0 0-16,0 0 0,0 0 0,0 25 0,0-25 0,0 0 15,25 0-15,-25 0 0,0 0 0,0 0 0,0 0 0,0 0 16,0 0-16,0 24 0,0-24 0,0 0 0,0 0 15,0 0-15,0 0 0,0 0 0,0 0 0,0 25 16,25-25-16,-25 0 0,0 0 0,0 0 0,0 0 0,0 0 16,0 25-16,0-25 0,0 0 0,0 0 0,0 0 15,0 0-15,0 25 0,24-25 0,-24 0 219,50 248-219,-50-248 0,0 25 0,0-25 0,0 0 0,0 24 0,0-24 0,0 0 0,25 25 0,-25-25 0,0 0 0,0 0 0,0 25 0,0-25 0,0 0 0,0 25 0,0-25 0,0 25 0,0-25 0,0 0 0,0 24 0,0-24 0,0 0 0,0 25 0,0-25 0,0 0 0,0 25 0,0-25 15,0 0-15,0 25 0,0-25 0,0 0 0,0 25 0,0-25 0,0 25 0,0-25 0,0 0 0,0 24 0,0-24 0,0 0 0,0 25 0,0-25 16,-25 25-16,25-25 0,0 0 0,0 25 0,0-25 0,0 25 15,0-25-15,0 0 0,0 24 0,0-24 0,0 25 16,0-25-16,-25 0 0,25 25 0,0-25 0,0 25 16,0-25-16,0 0 0,0 25 0,0-25 0,0 0 15,0 24-15,0-24 0,0 0 0,0 25 0,0-25 0,0 25 16,0-25-16,0 0 0,0 25 0,0-25 0,-25 0 0,25 25 15,0-25-15,0 24 0,0-24 0,0 25 0,0-25 16,0 0-16,0 25 0,0-25 0,0 25 0,0-25 16,0 0-16,0 25 0,0-25 0,0 0 0,0 24 0,0-24 15,0 0-15,0 25 0,0-25 0,0 0 0,-24 25 16,24-25-16,0 0 0,0 25 0,0-25 0,0 0 0,0 25 15,0-25-15,0 24 0,0-24 0,0 0 0,-25 25 16,25-25-16,0 0 0,0 25 0,0-25 0,0 0 0,0 0 16,0 25-16,0-25 0,-25 0 0,25 25 0,0-25 15,0 0-15,0 24 0,0-24 0,0 0 0,0 0 0,0 25 16,0-25-16,0 0 0,-25 0 0,25 25 0,0-25 15,0 0-15,0 0 0,0 25 0,0-25 0,0 0 16,0 0-16,0 25 0,-25-25 0,25 0 0,0 0 0,0 24 16,0-24-16,0 0 0,0 0 0,0 25 0,0-25 15,0 0-15,-24 0 0,24 25 0,0-25 0,0 0 16,0 0-16,0 25 0,0-25 0,0 0 0,-25 0 0,25 25 15,0-25-15,0 0 0,0 0 0,0 25 0,0-25 16,0 0-16,-25 0 0,25 24 0,0-24 0,0 0 16,0 0-16,0 0 0,0 25 0,0-25 0,-25 0 0,25 0 15,0 25-15,0-25 0,0 0 0,0 25 0,0-25 0,-25 0 16,25 0-16,0 25 0,0-25 0,0 0 0,0 0 15,-24 24-15,24-24 0,0 0 0,0 25 0,0-25 16,-25 0-16,25 25 0,0-25 0,0 0 0,0 25 0,0-25 16,-25 0-16,25 0 0,0 0 0,0 25 0,0-25 0,0 0 15,0 0-15,0 0 671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9T01:26:29.54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1984 1786 0,'0'0'0,"0"0"0,0 0 0,25 0 15,-25 0-15,0-25 0,0 25 0,0 0 16,0 0-16,0 0 0,0 0 0,0 0 0,0 0 0,0 0 0,0 0 15,0 0-15,0 0 0,0 0 0,0 0 16,0 0-16,0 0 0,0 0 0,25-25 0,-25 25 0,0 0 0,0 0 16,0 0-16,0 0 0,0 0 0,0 0 0,0 0 15,0 0-15,0 0 0,0 0 0,0 0 0,0 0 0,0 0 0,0 0 16,-25 0-16,25 0 0,0 0 156,-99 124-156,99-99 0,-25 0 15,25-25 1,-25 25-16,1 0 0,24-1 16,0-24-16,-25 25 0,25 0 15,0-25-15,0 0 0,0 25 16,-25-25-16,25 0 15,0 0-15,0 0 16,0 0-16,0 0 0,0 0 16,25-25-16,-25 25 15,-25-25-15</inkml:trace>
  <inkml:trace contextRef="#ctx0" brushRef="#br0" timeOffset="546.0309">1761 1761 0,'0'0'15,"0"0"-15,0 0 0,0 0 0,0 0 0,0 0 0,0 0 0,0 0 0,0 0 16,0 0-16,0 0 0,0 0 0,0 0 0,0 0 31,0 0-15,0 0-16,0 0 0,0 0 0,0 0 0,0 0 0,0 0 0,0-25 0,0 25 0,0 0 0,0 0 0,0 0 0,0 0 0,0 0 0,25 0 0,-25 0 0,0 25 15,0-25-15,0 0 0,0 0 0,0 0 0,25 0 0,-25 0 0,0 0 16,0 25-16,0-25 0,25 0 0,-25 0 15,0 0-15,0 25 0,24-25 0,-24 0 0,0 25 0,0-25 0,25 0 16,-25 0-16,0 24 0,0-24 0,25 0 0,-25 0 16,0 25-16,25-25 0,-25 0 0,0 0 0,0 25 0,25-25 0,-25 0 0,0 0 15,0 0-15,24 0 0,-24 25 0,0-25 156,50 49-156</inkml:trace>
  <inkml:trace contextRef="#ctx0" brushRef="#br0" timeOffset="1080.0618">1563 1960 0,'0'0'15,"0"0"-15,0 0 0,0 0 16,0 0-16,0 0 0,0 0 0,0 0 0,0 0 0,0 0 16,0 0-16,0 0 0,0-25 0,0 25 0,0 0 0,0 0 0,0 0 0,0 0 15,0 0-15,0 0 0,0 0 16,0 0-16,0 0 0,0 0 0,0 0 0,0 0 0,0 0 0,0 0 0,24 0 15,-24 0-15,0 0 0,0 0 0,0 0 0,0-25 0,0 25 0,25 0 16,-25 0-16,0 0 0,0 0 0,0 0 0,0 0 0,25 0 156,174-25-156,-175 0 16,1 25-16,0 0 0,-25 0 0,25 0 15,-25 0-15,25 0 0,-25 0 0,49 0 16,-49 0-16,0 0 0,50 0 15,-50 0-15,0 0 16,25 0-16,-25 0 0,0 0 0,0-24 16,0 24-16,24 0 0,-24 0 15</inkml:trace>
  <inkml:trace contextRef="#ctx0" brushRef="#br0" timeOffset="2455.1403">3101 1612 0,'0'0'16,"0"0"-16,0 0 0,0 0 0,0 0 0,0 0 0,0-25 16,0 25-1,0 0-15,0 0 0,0 0 0,0 0 0,0 0 0,0 0 0,0 0 0,0 0 0,0 0 0,0-24 0,0 24 0,0 0 16,0 0-16,0 0 0,0 0 0,0 0 47,0 0-47,0 0 0,0 0 0,0 0 0,0 0 0,0 0 124,0 24-124,0-24 0,0 25 0,0-25 0,0 0 0,0 25 0,0-25 0,0 25 0,0-25 0,0 25 0,0-25 0,0 25 16,0-25-16,0 24 0,0-24 0,0 25 0,0-25 16,0 25-16,0-25 0,0 25 0,0-25 0,0 25 0,0-25 0,0 24 0,0-24 0,0 0 15,0 25-15,0-25 0,0 25 0,0-25 0,0 0 0,0 25 0,0-25 0,0 0 0,0 25 0,0-25 0,0 0 0,0 24 0,0-24 0,0 0 0,0 0 0,0 25 0,0-25 16,0 0-16,0 0 0,0 0 0,0 0 0,0 0 0,0 25 0,0-25 0,0 0 0,0 0 0,0 0 0,0 0 0,0 0 0,0 0 15,-25 0-15,25-25 0,0 25 0,0 0 0,0 0 0,0 0 0,0 0 0,0 0 16,0-25-16,0 25 0,0 0 0,0 0 0</inkml:trace>
  <inkml:trace contextRef="#ctx0" brushRef="#br0" timeOffset="2949.1683">2952 1637 0,'0'0'16,"0"-25"-16,0 25 0,0 0 0,0 0 15,0 0-15,0 0 0,0 0 0,0 0 0,0 0 0,0 0 0,0 0 16,0 0-16,0 0 0,0-25 0,0 25 15,0 0-15,0 0 0,25 0 0,-25 0 0,0 0 0,0 0 16,0 0-16,0-24 0,24 24 0,-24 0 0,0 0 0,0 0 0,0 0 16,25 0-16,-25-25 0,0 25 0,0 0 0,25 0 15,-25 0-15,0 0 0,25 0 0,-25 0 0,0 0 0,25 0 16,-25 0-16,0 0 0,24 0 0,-24 0 15,0 0-15,25 0 0,-25 0 0,25 0 0,-25 0 0,0 0 0,25 0 16,-25 0-16,25 0 0,-25 0 0,24 0 0,-24 0 16,0 0-16,25 0 0,-25 0 0,25 0 0,-25-25 0</inkml:trace>
  <inkml:trace contextRef="#ctx0" brushRef="#br0" timeOffset="4359.2492">3249 1836 0,'0'0'15,"0"-25"-15,0 25 0,0 0 0,0 0 16,0 0-16,0 0 0,0-25 0,0 25 0,0 0 0,0 0 0,0 0 16,25 0-16,-25-25 0,0 25 0,0 0 15,0 0-15,0 0 0,0 0 0,0 0 0,0 0 0,0-25 0,0 25 16,0 0-16,0 0 0,25 0 0,-25 0 15,0 0-15,0 0 0,0 0 0,0 0 0,0 0 0,0 0 0,0 0 16,0 0-16,0 0 0,0 0 0,0 0 16,0 0-16,0 0 0,0 25 0,0-25 0,0 0 0,0 0 0,0 0 0,0 0 15,0 25-15,0-25 0,0 0 0,0 0 0,0 25 16,0-25-16,0 0 0,0 25 0,0-25 0,0 0 15,0 24-15,0-24 0,0 0 0,0 25 0,0-25 0,0 0 16,0 0-16,0 25 0,0-25 0,0 0 16,0 25-16,0-25 0,0 0 0,0 0 0,0 25 0,0-25 0,0 0 0,0 24 15,0-24-15,0 0 0,0 0 0,0 0 0,25 25 16,-25-25-16,0 0 0,0 0 0,0 0 0,0 0 15,0 0-15,25 0 0,-25 0 0,0 0 0,0 0 16,0 0-16,24 0 0,-24 0 0,0 0 0,0 0 0,25 0 0,-25 0 16,0 0-16,0 0 0,0 0 0,25 0 15,-25-25-15,0 25 0,0 0 0,25 0 0,-25 0 0,0-24 0,0 24 16,0 0-16,0-25 0,0 25 0,0 0 15,0 0-15,0-25 0,0 25 0,0-25 0,0 25 0,0 0 0,0-25 16,0 25-16,0 0 0,0-24 0,0 24 16,0 0-16,0-25 0,0 25 0,0-25 0,0 25 78,0 0-78,0 0 0,-25 0 0,25-25 0,0 25 0,0 0 0,0 0 0,0 0 0,0 0 0,0 0 0,0 0 0,0 0 0,0 0 0,0 0 0,0 0 0,0 0 0,25 0 0,-25 0 0,0 0 15,0 25-15,0-25 31,0 0-31,0 0 0,0 25 0,0-25 0,25 0 0,-25 25 0,0-25 0,0 0 0,0 24 0,0-24 0,0 25 0,0-25 16,0 0-16,0 25 0,0-25 0,0 0 0,24 25 0,-24-25 0,0 25 0,0-25 0,0 0 0,0 24 0,0-24 0,0 0 0,0 0 0,0 25 0,0-25 0,0 0 0,0 0 0,0 0 0,0 0 0,0 25 16,0-25-16,0 0 0,0 0 0,0 0 15,0 0-15,0 0 0,0 0 0,0 0 0,0 0 0,0 0 16,0 0-16,0 0 0,0 0 0,0-25 0,0 25 0,0 0 0,0 0 15,0-25-15,25 25 0,-25 0 0,0-24 0,0 24 16,0 0-16,0-25 0,0 25 0,0 0 0,0-25 0,0 25 16,0-25-16,25 25 0,-25 0 0,0-25 0,0 25 15,0 0-15,0-24 0,25 24 0,-25 0 16,0-25-16,0 25 0,25 0 0,-25 0 0,0 0 31,24-25-31,-24 25 0,0 0 0,25 0 0,-25 0 0,0 0 0,0 25 0,25-25 0,-25 0 0,0 0 0,0 0 0,25 0 0,-25 25 0,0-25 16,0 0-16,0 0 0,0 24 0,0-24 15,0 0-15,0 25 0,0-25 0,0 0 0,0 0 0,0 25 16,0-25-16,0 0 0,0 25 0,0-25 0,0 0 0,0 0 0,0 0 15,0 0-15,0 25 0,0-25 0,0 0 16,0 0-16,0 0 0,0 0 0,0 0 0,0 0 0,0 0 0,0 0 16,25 0-16,-25-25 0,0 25 78,0 0-78,0 0 0,0 0 0,0-25 0,25 25 0,-25 0 0,0-25 0,0 25 0,0 0 0,0-25 15,0 25-15,24 0 0,-24-24 0,0 24 0,0-25 0,0 25 0,25 0 0,-25-25 0,0 25 0,0 0 0,0 0 0,0 0 0,0 0 0,25 0 0,-25 0 0,0 0 0,0 0 0,0 0 0,0 0 0,0 0 0,0 0 16,25 0-16,-25 25 0,0-25 0,0 0 0,0 0 0,0 25 0,0-25 0,0 24 0,0-24 15,0 0-15,0 25 0,0-25 0,0 0 0,0 25 0,0-25 0,0 0 16,0 25-16,0-25 0,0 0 0,0 0 0,25 25 16,-25-25-16,0 0 0,0 0 0,0 0 0,0 0 0,0 0 15,0 0-15,0 0 0,0 0 0,0 0 0,0-25 16,0 25-16</inkml:trace>
  <inkml:trace contextRef="#ctx0" brushRef="#br0" timeOffset="4420.2528">3746 1563 0,'-25'0'0,"25"0"0,0 0 0,0 0 0,0 0 0,0 0 0,0 0 0,0 0 0,0 0 0,0 0 0,0 0 0,25 0 0,-25-25 0,0 25 0,0 0 0,24 0 0,-24 0 0,25 0 0,-25-25 0,25 25 0,-25 0 0,0 0 0,25 0 15,-25 0-15,25 0 0,-25 0 0,24 0 0,-24 0 16,25 0-16,-25 0 0,25 0 0,-25 0 0,25 0 16,-25-25-16,25 25 0</inkml:trace>
  <inkml:trace contextRef="#ctx0" brushRef="#br0" timeOffset="5460.3123">4812 1860 0,'0'0'0,"0"0"0,0-24 0,-25 24 0,25 0 16,0 0-16,0 0 0,0 0 15,0 0-15,0 0 0,0 0 0,0 0 156,50 99-156,-50-74 0,0-25 0,0 0 0,0 0 0,0 24 0,0-24 0,0 0 0,0 0 0,0 25 0,0-25 0,0 0 0,0 0 0,0 0 0,0 0 0,0 25 0,0-25 16,0 0-16,0 0 0,0 0 0,0 0 0,0 0 0,0 0 0,0 0 0,0 0 0,0 0 0,0 0 0,0 0 0,0 0 0,0 0 0,0 0 0,0 0 0,0 0 0,0 0 0,0-25 0,0 25 0,0 0 0,0 0 0,0 0 0,0-25 16,0 25-16,0 0 0,0-24 0,0 24 0,0 0 0,0-25 0,0 25 0,0-25 0,0 25 15,25 0-15,-25-25 0,0 25 0,0-25 0,0 25 16,0 0-16,25-24 0,-25 24 0,0 0 15,0-25-15,0 25 0,0 0 0,24 0 0,-24 0 0,0 0 0,0-25 0,0 25 16,25 0-16,-25 0 0,0 0 16,0 25-16,0-25 0,25 0 0,-25 0 0,0 0 0,0 25 0,0-25 0,0 0 15,25 24-15,-25-24 0,0 0 0,0 25 16,0-25-16,0 0 0,0 25 0,0-25 0,0 0 0,0 25 0,0-25 15,0 0-15,0 25 0,0-25 0,0 0 0,0 24 16,0-24-16,0 0 0,0 0 0,0 25 0,0-25 16,0 0-16,0 0 0,0 0 0,0 0 0,0 0 0,0 0 15,0 0-15,0 0 0,0 0 0,0 0 0,0 0 0,-25 0 16,25 0-16,0 0 0,0 0 0,0 0 0,0 0 0,0-25 15,0 25-15,0 0 0,0 0 0,0-24 0,25 24 16,-25 0-16,0-25 0,0 25 0,0 0 0,0 0 0,0-25 0,0 25 16,0 0-16,25-25 0,-25 25 0,0 0 15,0 0-15,0-25 0,0 25 0,24 0 0,-24 0 0,0 0 16,0 0-16,25 0 0,-25-24 0,0 24 0,0 0 15,25 0-15,-25 0 0,0 0 0,25 0 0,-25 0 0,0 0 0,25 0 16,-25 0-16,0 0 0,0 0 16,24 0-16,-24 0 0,0 24 0,0-24 0,0 0 0,0 0 0,25 0 0,-25 25 15,0-25-15,0 0 0,0 0 0,0 25 0,0-25 16,0 0-16,0 0 0,0 25 0,0-25 0,0 0 0,0 25 15,0-25-15,0 0 0,0 0 0,0 0 0,0 24 16,0-24-16,0 0 0,0 0 0,0 0 0,0 0 0,0 0 16,0 0-16,0 25 0,0-25 0,0 0 0,0 0 15,0 0-15,0 0 0,0 0 0,0 0 0,0 0 16,0 0-16,0 0 0</inkml:trace>
  <inkml:trace contextRef="#ctx0" brushRef="#br0" timeOffset="6181.3535">5606 1786 0,'0'0'0,"0"0"32,0 0-17,0-25-15,0 25 0,0 0 0,0 0 0,-25 0 0,25 0 0,0 0 0,0 0 0,0 0 0,-25 0 0,25-25 0,0 25 0,0 0 0,-25 0 0,25 0 0,0 0 0,0 0 16,0 0-16,-24 0 0,24 0 0,0 0 0,0 0 15,-25 0-15,25 0 0,0 0 0,0 0 0,-25 0 0,25 0 16,0 25-16,0-25 0,-25 0 0,25 0 0,0 0 0,0 25 16,0-25-16,-25 0 0,25 0 0,0 25 0,0-25 15,0 0-15,0 25 0,-24-25 0,24 0 0,0 24 16,0-24-16,0 25 0,0-25 0,0 25 0,0-25 0,0 0 15,0 25-15,24-25 0,-24 25 0,0-25 0,0 0 0,0 24 0,0-24 16,0 0-16,0 0 0,25 25 0,-25-25 0,0 0 16,0 0-16,25 0 0,-25 25 0,0-25 0,0 0 0,25 0 15,-25 0-15,0 0 0,0 0 0,25-25 0,-25 25 16,0 0-16,24 0 0,-24 0 0,0 0 0,0-25 0,0 25 15,25 0-15,-25 0 0,0-24 0,0 24 16,0 0-16,25 0 0,-25-25 0,0 25 0,0 0 0,0-25 0,0 25 16,0 0-16,0 0 0,0-25 0,0 25 15,0 0-15,0-25 0,0 25 0,0 0 0,0 0 0,0-24 0,0 24 16,0 0-16,0 0 0,0 0 0,0 0 0,0 0 15,25-25-15,-25 25 0,0 0 0,0 0 0,0 0 0,0 25 0,0-25 16,0 0-16,0 0 0,0 0 0,0 0 0,0 0 78,0 0-78,0 24 0,0-24 0,0 0 0,0 25 16,0-25-16,0 0 0,0 0 0,25 25 0,-25-25 0,0 0 0,0 0 0,0 25 0,0-25 0,0 0 15,0 0-15,0 0 0,24 25 0,-24-25 0,0 0 0,0 0 0,0 0 0,0 0 0,0 0 0,0 24 0,0-24 0,0 0 0,0 0 0,25 0 0,-25 0 0,0 0 0,0 0 16,0 0-16,0 0 0,0 0 0,0 0 0,0-24 0,0 24 0,25 0 0,-25 0 0</inkml:trace>
  <inkml:trace contextRef="#ctx0" brushRef="#br0" timeOffset="6814.3897">6300 1538 0,'0'0'0,"0"0"0,0 0 0,0 0 15,0 0-15,0 0 0,0-25 0,0 25 0,0 0 0,0 0 16,0 0-16,0 0 0,0 0 15,0 0-15,0 0 0,0 0 0,0 0 0,0 0 0,0 25 0,0-25 0,0 0 0,0 0 16,0 25-16,0-25 0,25 24 0,-25-24 16,0 25-16,0-25 0,0 25 0,0 0 0,0-25 0,0 25 0,0 0 15,0-25-15,0 24 0,0 1 16,0-25-16,0 25 0,0 0 0,0-25 0,0 25 0,0-25 0,0 24 15,0-24-15,0 25 0,0-25 0,0 25 0,0-25 16,0 25-16,0-25 0,0 0 0,0 25 0,0-25 16,0 0-16,0 24 0,0-24 0,0 0 0,0 0 46,0 0-46,0 0 0,0 25 0,-25-25 0,25 0 0,0 0 0,0 0 0,0 0 0,0 0 0,0 0 0,0 0 0,-24-25 0,24 25 0,0 0 47,0 0-47</inkml:trace>
  <inkml:trace contextRef="#ctx0" brushRef="#br0" timeOffset="6921.3959">6176 1860 0,'0'0'16,"0"0"-16,0-24 0,0 24 0,0 0 0,0 0 0,25 0 0,-25 0 0,0-25 0,0 25 0,0 0 0,0 0 0,25 0 0,-25-25 0,0 25 0,25 0 0,-25 0 0,0 0 15,25-25-15,-25 25 0,24 0 0,-24 0 0,25 0 16,-25 0-16,25 0 0,-25 0 0,25 0 0,-25 0 0,0 0 0,25 0 15,-25 0-15,0 0 0,24 0 16,-24 0-16,0 0 0,0 0 0,0 0 0,25 25 0,-25-25 0,0 0 16,0 25-16</inkml:trace>
  <inkml:trace contextRef="#ctx0" brushRef="#br0" timeOffset="7266.4156">6449 1984 0,'0'0'0,"0"25"0,0-25 0,0 0 15,0 0-15,0 0 0,0 0 0,0 0 0,0 0 16,0-25-16,0 25 0,0 0 0,0 0 0,0 0 0,0-24 15,0 24-15,0 0 0,0-25 0,0 25 0,25 0 0,-25-25 16,0 25-16,0-25 0,0 25 0,0 0 16,25-25-16,-25 25 0,0 0 0,0 0 0,0-24 0,25 24 0,-25 0 0,0 0 15,0 0-15,24 0 0,-24-25 0,0 25 125,75 0-125,-75 0 0,0 0 0,0 25 0,25-25 0,-25 0 0,0 0 0,0 0 0,0 24 0,0-24 0,0 0 0,0 25 0,0-25 0,0 0 0,0 0 0,0 25 0,0-25 0,0 0 0,0 25 0,0-25 0,0 0 0,0 0 0,0 25 0,0-25 0,0 0 0,0 0 0,0 0 0,0 24 0,0-24 0,0 0 0,0 0 16,0 0-16,0 0 0,0 0 0,0 0 0,0 0 0,0 0 0,0 0 0,24 0 0,-24 0 46</inkml:trace>
  <inkml:trace contextRef="#ctx0" brushRef="#br0" timeOffset="7844.4486">6970 1811 0,'0'0'16,"-25"0"-16,25 0 0,0 0 0,0 0 16,0 0-16,0-25 0,-24 25 0,24 0 0,0 0 15,0 0-15,0 0 0,-25 0 0,25 0 16,0-25-16,0 25 0,0 0 0,-25 0 0,25 0 15,0 0-15,0 0 0,0 0 0,-25 0 0,25 0 0,0 0 0,0 0 0,0 0 0,0 0 0,-25 0 16,25 0-16,0 0 0,0 0 16,0 25-16,0-25 0,0 0 0,-25 0 0,25 0 0,0 0 0,0 25 15,0-25-15,0 0 0,0 0 0,0 25 0,0-25 0,0 0 0,0 24 16,0-24-16,-24 0 0,24 25 0,0-25 15,0 0-15,0 25 0,0-25 0,0 25 47,0-25-16,0 0-31,0 25 0,0-25 16,24 0-16,-24 24 0,0-24 0,0 0 0,0 25 0,0-25 0,0 0 0,0 0 0,25 25 0,-25-25 0,0 0 0,0 0 0,0 0 0,0 0 0,25 0 0,-25 0 0,0 0 0,0 0 0,25 0 16,-25 0-16,0 0 0,25 0 0,-25-25 0,0 25 0,25 0 0,-25 0 0,0 0 0,0-25 0,24 25 0,-24 0 0,0 0 0,0-24 0,25 24 0,-25 0 0,0 0 0,0-25 0,0 25 0,0 0 15,25-25-15,-25 25 0,0 0 0,0-25 0,0 25 16,0 0-16,0-25 0,0 25 0,0 0 0,0 0 0,0-24 15,0 24-15,0 0 0,0 0 0,0-25 16,0 25-16,0 0 0,0 0 0,0 0 0,0 0 0,0 0 0,0 0 0,0 0 16,0 0-16,0 0 0,0 0 15,0 0-15,0 0 0,0 0 0,0 0 0,0 0 0,0 0 0,0 0 0,0 25 16,0-25-16,0 0 0,-25 24 0,25-24 15,0 0-15,0 25 0,0-25 0,0 0 0,0 25 0,0-25 0,0 25 16,25-25-16,-25 25 0,0-25 0,0 0 0,0 24 16,0-24-16,0 25 0,0-25 0,0 0 0,0 0 0,25 25 15,-25-25-15,0 0 0,0 0 0,0 0 0,25 0 16,-25 0-16,0 0 0,0 0 0,0 0 0,24 0 15,-24 0-15,0 0 0,0-25 0,25 25 0,-25 0 0,0 0 16,0 0-16,0-25 0,0 25 0,25 0 0,-25-24 0</inkml:trace>
  <inkml:trace contextRef="#ctx0" brushRef="#br0" timeOffset="8360.4782">7119 1786 0,'0'0'16,"0"0"-16,0-25 0,0 25 0,0 0 0,0 0 0,0 0 0,0 0 16,0 25-16,0-25 0,0 0 0,0 0 15,0 0-15,0 25 0,0-25 0,0 0 0,0 25 0,0-25 0,0 0 16,0 24-16,0-24 0,0 0 0,0 25 0,0-25 15,0 25-15,25-25 0,-25 0 0,0 25 0,0-25 0,0 25 16,0-25-16,0 0 0,0 24 0,49-48 234,75-76-218,-124 100-16,0 25 15,0-25-15,0 25 0,0-25 0,0 25 16,0-25-16,0 0 15,0 25-15,0-1 0,25 1 16,-25-25-16,0 0 0,0 0 0,0 25 0,0-25 16,25 0-16,-25 0 15,0 0-15,0 0 0,25-25 16,-25 0-16,0 25 0</inkml:trace>
  <inkml:trace contextRef="#ctx0" brushRef="#br0" timeOffset="8747.5003">6871 1662 0,'-25'-25'16,"25"25"-16,0 0 0,0 0 0,0 0 0,0 0 0,0 0 0,0 0 156,50-99-156,-25 99 15,-1 0-15,1 0 16,-25 0-16,0 0 0,25 0 0,-25 0 0,25 0 15,0 25 1,-1-25-16,1 24 16,-25-24-16,0 25 0,0-25 0,0 25 0,0-25 15,0 0-15,0 0 0,25 25 0,-25-25 16,0 25-16</inkml:trace>
  <inkml:trace contextRef="#ctx0" brushRef="#br0" timeOffset="8905.5093">6970 2505 0,'0'25'0,"0"-25"0,0 0 0,0 0 15,-25 0-15,25 25 0,0-25 0,0 0 0,0 0 16,0 0-16,0 0 0,0 0 0,0 0 0,0 0 16,0 0-16,0 0 0,0 0 0,0 0 0,0 0 0,0 0 0,0 0 15,0 0-15,0 0 0,0 0 0,0 0 0,0 0 16,0-25-16,0 25 0,0 0 0,0 0 0,0 0 15</inkml:trace>
  <inkml:trace contextRef="#ctx0" brushRef="#br0" timeOffset="9945.5687">8434 1935 0,'24'0'0,"-24"0"0,0 0 0,0-25 0,0 25 0,0 0 15,0 0-15,0 0 0,0 0 16,0-25-16,0 25 0,25 0 0,-25 0 0,0 0 0,0 0 0,0-25 0,0 25 16,0 0-16,0 0 0,0 0 0,0 0 15,0 0-15,0 0 0,0-24 0,0 24 0,0 0 0,0 0 0,0 0 16,0 0-16,0 0 0,0 0 0,0 0 15,-25 0-15,25 0 0,0 0 0,0 0 0,0 0 0,0 0 0,-24 0 0,24 0 16,0 0-16,0 0 0,0 0 0,-25 0 16,25 0-16,0 0 0,-25 0 0,25 0 0,0 0 0,0 0 15,-25 0-15,25 0 0,0 0 0,-25 24 0,25-24 0,0 0 16,-24 0-16,24 25 0,0-25 0,-25 0 15,25 25-15,0-25 0,0 0 0,-25 25 0,25-25 0,0 0 0,0 25 16,0-25-16,0 24 0,0-24 0,0 0 16,0 25-16,0-25 0,0 25 0,25-25 0,-25 0 0,0 25 0,25-25 15,-25 25-15,0-25 0,24 0 0,-24 0 16,0 24-16,25-24 0,-25 0 0,25 0 0,-25 0 0,25 25 0,-25-25 15,25 0-15,-25 0 0,24 0 0,-24-25 0,25 25 156</inkml:trace>
  <inkml:trace contextRef="#ctx0" brushRef="#br0" timeOffset="11786.6741">8607 1910 0,'0'0'0,"0"0"0,0 0 0,0 0 0,0 0 0,0 0 0,0 0 0,0 0 0,0-25 0,0 25 0,0 0 0,25 0 0,-25 0 0,0-25 0,0 25 0,25 0 15,-25 0-15,0-24 0,25 24 0,-25 0 16,0-25-16,24 25 0,-24 0 0,25-25 0,-25 25 0,0 0 0,25-25 15,-25 25-15,25-25 0,-25 25 0,25-24 0,-25 24 16,0-25-16,24 25 0,-24-25 0,25 25 0,-25-25 0,0 25 16,25-25-16,-25 25 0,0 0 0,0-25 15,25 25-15,-25-24 0,0 24 0,0 0 0,0-25 0,0 25 16,0 0-16,0 0 0,0-25 0,0 25 0,0 0 0,-25 0 0,25-25 15,0 25-15,0 0 0,0 0 0,-25 0 16,25 0-16,0 0 0,0-25 0,-25 25 0,25 0 0,0 0 0,-24 0 16,24 0-16,0 0 0,-25 0 0,25 0 15,0 0-15,-25 0 0,25 0 0,0 0 0,0 0 0,-25 0 0,25 0 47,0 0-47,0 0 0,0 0 0,0 0 0,0 25 0,-25-25 0,25 0 0,0 0 0,0 0 0,0 0 0,0 0 16,0 0-16,0 0 0,0 25 0,0-25 0,0 0 0,0 0 0,0 25 109,0 24-109,0-24 0,0-25 0,0 25 0,0-25 0,0 25 0,0-25 0,0 25 0,0-25 0,0 25 0,0-25 0,-24 24 0,24-24 0,0 25 0,0 0 0,0-25 0,0 25 0,0-25 0,0 25 0,0-25 0,0 24 0,0-24 0,0 25 0,0-25 0,0 25 0,0-25 0,24 0 15,-24 25-15,0-25 0,0 0 0,0 25 0,0-25 0,0 0 0,0 24 0,0-24 0,0 0 0,0 0 0,0 25 0,0-25 0,0 0 16,0 0-16,0 0 0,0 0 0,0 0 0,0 25 0,0-25 0,0 0 0,0 0 16,0 0-16,0 0 0,0 0 0,0 0 15,0 25-15,0-25 0,0 0 0,0 0 0,0 0 0,0 0 0,0 0 16,0 0-16,0 0 0,25 0 0,-25-25 15,0 25-15,0 0 0,0 0 0,25 0 0,-25-25 0,0 25 0,25 0 16,-25 0-16,0-25 0,25 25 0,-25 0 16,0-24-16,24 24 0,-24 0 0,0-25 0,25 25 0,-25 0 0,0 0 15,0 0-15,25-25 0,-25 25 0,0 0 0,0 0 16,0 0-16,0 0 0,25 0 0,-25 0 0,0-25 0,0 25 15,0 0-15,0 0 0,0 25 0,0-25 0,0 0 16,0 0-16,0 0 0,0 0 0,0 0 0,0 25 0,0-25 0,0 0 16,0 0-16,0 0 0,0 25 0,0-25 0,0 0 0,0 24 15,0-24-15,0 0 0,0 25 0,0-25 0,0 0 0,0 0 16,0 25-16,0-25 0,0 0 0,0 0 0,0 25 15,0-25-15,0 0 0,0 0 0,0 25 0,0-25 16,25 0-16,-25 0 0,0 0 0,0 0 0,0 0 16,0 24-16,0-24 0,0 0 0,0 0 0,24 0 0,-24 0 15,0 0-15,0 0 0,0 0 0,0 0 0,0 0 16,0 0-16,25 0 0,-25 0 0,0 0 15,0 0-15,0-24 0,25 24 0,-25 0 0,0 0 0,0-25 0,25 25 16,-25 0-16,0 0 0,0-25 0,25 25 16,-25 0-16,0-25 0,0 25 0,0 0 0,0 0 0,0-25 0,25 25 15,-25 0-15,0-24 0,0 24 0,0 0 0,0-25 16,0 25-16,0 0 0,0-25 0,0 25 0,0 0 0,0 0 0,0 0 15,0 0-15,0 0 0,0-25 0,0 25 0,0 0 16,0 0-16,0 0 0,0 0 0,0 0 0,0 0 16,0 0-16,0 0 0,0 0 0,0 0 0,0 25 0,0-25 0,0 0 15,0 0-15,0 0 0,0 0 0,-25 0 16,25 25-16,0-25 0,0 0 0,0 0 0,0 25 0,0-25 0,0 0 15,0 0-15,0 24 0,25-24 0,-25 0 0,0 25 16,0-25-16,0 0 0,0 25 0,0-25 0,0 0 0,0 25 16,0-25-16,0 0 0,0 25 0,0-25 15,0 0-15,24 0 0,-24 24 0,0-24 0,0 0 0,0 0 0,0 0 16,0 0-16,0 25 0,25-25 0,-25 0 15,0 0-15,0 0 0,0-25 0,25 25 0,-25 0 0,0 0 0,25 0 16,-25 0-16,0 0 0,25-24 0,-25 24 16,0 0-16,0 0 0,24-25 0,-24 25 0,0 0 0,25-25 15,-25 25-15,0 0 0,0-25 0,25 25 0,-25 0 0,0-25 0,0 25 16,0-24-16,0 24 0,0 0 0,0-25 0,0 25 0,0 0 15,0-25-15,0 25 0,0 0 0,0-25 16,0 25-16,0 0 0,0 0 0,0 0 0,0 0 16,0 0-16,0 0 0,-25 0 0,25 0 0,0 0 0,0 0 0,0 0 15,0 0-15,0 0 0,0 0 0,0 0 16,0 0-16,0 0 0,0 0 0,0 25 0,0-25 0,0 0 0,0 0 15,0 0-15,0 25 0,0-25 0,0 0 0,0 25 16,0-25-16,0 0 0,0 24 187,149 51-187,-149-75 0,25 0 0,-25-25 0,0 25 0,25 0 0,-25-25 0,0 25 0,24 0 0,-24-25 0,0 25 0,0 0 0,0-24 0,0 24 0,25 0 0,-25 0 0,0-25 0,0 25 0,0 0 0,0 0 0,-25-25 0,25 25 0,0 0 0,0 0 0,0 0 0,0 0 0,0-25 0,0 25 16,0 0-16,0 0 0,0 0 0,0 0 0,0 0 0,0 0 0,0 0 0,0 0 0,0 0 0,0 0 0,0 0 0,0 0 0,0 0 0,0 0 0,0 0 15,0 25-15,0-25 0,0 0 0,0 0 16,0 0-16,0 25 0,0-25 0,0 0 0,0 25 0,0-25 0,0 24 16,0-24-16,0 0 0,0 25 0,0-25 15,0 0-15,0 25 0,25-25 0,-25 0 0,0 25 0,0-25 0,0 0 0,0 0 16,0 0-16,25 25 0,-25-25 15,0 0 17,0 0-32,0 0 0,25 0 0,-25 0 0,0 0 0,25 0 0,-25 0 0,0 0 0,24-25 0,-24 25 0,25 0 0,-25 0 0,0-25 15,25 25-15,-25 0 0,25-25 0,-25 25 0,0 0 0,25-25 0,-25 25 0,0 0 0,24-24 16,-24 24-16,0-25 0,0 25 0,0 0 0,0-25 0,0 25 15,25 0-15,-25-25 0,0 25 0,0 0 0,0-25 0,0 25 16,0 0-16,-25 0 0,25 0 0,0 0 16,0 0-16,0 0 0,0 0 0,0-24 0,0 24 0,0 0 0,0 0 15,0 0-15,0 0 0,-24 24 78,24-24-78,0 0 0,0 0 16,0 0-16,0 0 0,0 0 0,0 0 0,0 0 0,0 25 0,0-25 0,0 0 0,0 0 0,0 25 0,0-25 0,0 25 0,0-25 0,0 0 0,0 25 0,0-1 0,0-24 15,0 25-15,0-25 0,0 25 0,0 0 0,0-25 0,0 25 0,0-1 0,0-24 0,0 25 0,0-25 0,0 25 0,0 0 0,0-25 0,0 25 0,0-25 0,0 24 0,0-24 0,0 25 0,0 0 0,0-25 0,0 25 0,0-25 16,0 25-16,0-1 0,-25-24 0,25 25 0,0-25 16,0 25-16,0 0 0,0-25 0,0 25 15,0-25-15,0 24 0,-25-24 0,25 25 0,0-25 0,0 25 0,0-25 16,-25 25-16,25-25 0,0 25 0,0-25 0,0 0 15,-25 24-15,25-24 0,0 0 0,0 0 0,0 0 0,0 0 16,-24 0-16,24 0 0,0 0 0,0 0 0,0 0 16,-25 0-16,25 0 0,0 0 0,0-24 0,-25 24 0,25 0 15,0 0-15,0-25 0,0 25 0,0 0 16,-25-25-16,25 25 0,0 0 0,0 0 0,0-25 0,0 25 0,0 0 15,0 0-15,0-25 0,25 25 0,-25 0 0,0 0 16,0 0-16,0 0 0,0-24 0,0 24 0,25 0 0,-25 0 16,0 0-16,0-25 0,0 25 0,25 0 0,-25 0 0,0 0 15,0-25-15,24 25 0,-24 0 16,0-25-16,25 25 0,-25 0 0,0-25 0,0 25 0,25 0 0</inkml:trace>
  <inkml:trace contextRef="#ctx0" brushRef="#br0" timeOffset="12423.7106">9823 2009 0,'0'0'0,"0"0"0,0 0 0,0 0 0,0 0 15,0 0-15,0 0 0,0 0 0,0 0 16,0 0-16,0 0 0,0 0 0,0 0 0,0 0 0,0 0 0,0 0 15,0 0-15,0 0 0,24 0 0,-24 0 16,0 0-16,0 0 0,0 0 0,25 0 0,-25-25 0,0 25 0,0 0 0,0 0 16,25 0-16,-25 0 0,0 0 15,25-24-15,-25 24 0,0 0 0,0 0 0,25 0 0,-25-25 0,0 25 16,24 0-16,-24 0 0,0 0 0,0-25 0,25 25 0,-25 0 15,0 0-15,0 0 0,25 0 0,-25-25 0,0 25 16,0 0-16,0 0 0,0 0 0,0 0 16,0 0-16,0-25 0,0 25 0,0 0 0,0 0 0,0 0 0,0 0 15,0 0-15,0-24 0,0 24 0,0 0 0,-25 0 16,25 0-16,0 0 0,0 0 0,0 0 0,-25 0 0,25 0 15,0 0-15,0 0 0,-24 0 0,24 0 0,0 0 0,0 0 0,-25 0 16,25 0-16,0 0 0,0 0 0,0 0 0,0 0 16,0 0-16,-25 0 0,25 0 0,0 0 0,0 0 15,0 0-15,0 0 0,0 0 0,0 0 0,0 0 16,0 0-16,0 24 0,0-24 0,0 0 0,0 0 0,-25 25 0,25-25 15,0 0-15,0 0 0,0 25 0,0-25 16,0 0-16,0 25 0,0-25 0,0 0 0,0 25 0,0-25 0,0 0 125,25 99-125,0-99 0,-25 0 0,0 0 0,0 25 0,0-25 0,25 0 0,-25 0 0,0 0 0,0 24 0,24-24 0,-24 0 0,0 0 0,25 0 0,-25 0 0,0 0 0,25 0 0,-25-24 0,0 24 0,25 0 0,-25 0 0,25 0 0,-25-25 0,25 25 15,-25 0-15,0-25 0,24 25 0,-24 0 0,0-25 0,25 25 0,-25-25 0,0 25 0,25-24 0,-25 24 0</inkml:trace>
  <inkml:trace contextRef="#ctx0" brushRef="#br0" timeOffset="12874.7364">10220 1811 0,'0'0'0,"0"0"0,0 0 0,0 0 16,0 0-16,0 0 0,0 0 0,0 0 0,0 0 15,0 0-15,0 0 0,0 0 0,0 0 0,0 0 0,0 0 16,-25 0-16,25 25 0,0-25 0,0 0 16,0 0-16,0 24 0,0-24 0,0 0 0,0 25 0,0-25 0,0 25 15,0-25-15,0 0 0,0 25 0,0-25 0,0 25 0,0-25 16,0 0-16,0 24 0,0-24 0,0 0 15,0 25-15,0-25 0,-25 0 0,25 25 0,0-25 0,0 0 16,0 0-16,0 0 0,0 0 0,25 25 0,-25-25 0,0 0 0,0 0 16,0 0-16,0 0 0,0 0 0,0 0 78,0-25-78,0 25 0,0 0 0,0 0 0,25 0 0,-25-25 0,0 25 0,0 0 0,0-25 0,24 25 0,-24 0 0,0-24 0,25 24 15,-25 0-15,0-25 0,25 25 0,-25-25 0,0 25 0,25 0 0,-25-25 0,0 25 0,25 0 0,-25-25 0,0 25 0,0 0 0,24 0 0,-24 0 0,0-24 0,25 24 0,-25 0 0,0 0 0,0 0 0,0 0 0,0 0 0,25 0 16,-25 0-16,0 0 0,0 0 0,0 0 0,0 24 15,0-24-15,0 0 0,0 0 0,0 0 0,0 25 0,0-25 16,0 0-16,0 25 0,0-25 0,0 0 0,-25 25 16,25-25-16,0 0 0,0 25 0,0-25 0,0 24 15,0-24-15,0 0 0,0 25 0,0-25 0,0 0 0,0 0 0,0 25 16,25-25-16,-25 0 0,0 0 0,0 0 15,0 25-15,0-25 0,0 0 0,0 0 0,0 0 0,0 0 16,25 0-16,-25 0 0,0 0 0,0 0 0,0 0 0,0 0 16,25 0-16,-25 0 0,0-25 0,0 25 0,24 0 15,-24 0-15,0-25 0,25 25 0,-25 0 0,0 0 0,0-25 16,0 25-16,25 0 0</inkml:trace>
  <inkml:trace contextRef="#ctx0" brushRef="#br0" timeOffset="13281.7597">9897 1612 0,'0'0'0,"0"0"0,0 0 0,0 0 0,-25 0 16,25 0-16,0 0 0,0 0 0,0 0 0,0 0 15,0-25-15,0 25 0,0 0 0,0 0 0,0 0 0,0 0 16,0 0-16,25 0 0,-25 0 0,0-24 0,0 24 16,0 0-16,0 0 0,25 0 0,-25-25 0,0 25 0,25 0 0,-25 0 15,0 0-15,0-25 0,24 25 0,-24 0 16,0 0-16,0-25 0,25 25 0,-25 0 0,0 0 0,0 0 0,25 0 15,-25 0-15,0 0 0,0 0 0,25 0 0,-25 0 16,0 25-16,0-25 0,0 0 0,25 0 0,-25 0 0,0 25 16,0-25-16,0 0 0,0 0 0,0 25 15,0-25-15,0 0 0,0 0 0,0 0 0,0 24 0,0-24 0,0 0 16,25 0-16,-25 0 0,0 0 0,0 0 15,0 0-15,0 0 0,0 0 0,0 0 0</inkml:trace>
  <inkml:trace contextRef="#ctx0" brushRef="#br0" timeOffset="13515.773">10294 1339 0,'0'0'0,"0"0"0,0 0 0,0 0 0,25 0 16,-25 0-16,0-24 0,0 24 0,25 0 15,-25 0-15,0 0 0,24 0 0,-24 0 0,0 0 0,25 0 0,-25 0 16,0 0-16,25 0 0,-25 24 0,0-24 0,25 0 0,-25 0 16,0 0-16,0 25 0,0-25 0,0 0 15,0 25-15,0-25 0,0 0 0,0 25 0,0-25 0,0 0 16,-25 0-16,25 25 0,0-25 0,-25 0 0,25 24 15,-25-24-15,25 0 0,-24 0 0,24 0 0</inkml:trace>
  <inkml:trace contextRef="#ctx0" brushRef="#br0" timeOffset="14618.8361">11137 1761 0,'0'0'15,"0"0"-15,0 0 0,0 0 0,0 0 0,0 0 0,0 0 0,0-25 16,0 25-16,0 0 0,0 0 0,0 0 0,0 0 16,0 0-16,0 0 0,-25 0 0,25 0 15,0 0-15,0 0 0,0 0 0,0 0 0,0 0 0,0 0 16,-24 0-16,24 0 0,0 0 0,0 0 0,0 0 15,0 0-15,-25 0 0,25 0 0,0 0 0,0 0 0,0 25 0,-25-25 16,25 0-16,0 0 0,0 25 0,0-25 0,-25 0 16,25 0-16,0 25 0,0-25 0,0 0 0,0 25 15,0-25-15,0 0 0,0 24 0,0-24 0,0 25 0,0-25 0,0 25 16,0-25-16,0 0 0,0 25 0,0-25 0,0 25 62,0-25-62,0 24 0,25-24 0,-25 0 0,0 25 0,0-25 0,25 0 0,-25 0 0,0 25 0,0-25 0,25 0 0,-25 0 0,0 0 0,0 0 0,24 25 0,-24-25 0,0 0 0,25 0 0,-25 0 0,25 0 0,-25 0 0,0-25 78,25 25-78,-25 0 0,25 0 0,-25 0 0,25-25 0,-25 25 0,24 0 16,-24 0-16,25-25 0,-25 25 0,25 0 0,-25-24 0,25 24 0,-25 0 0,25-25 0,-25 25 15,0-25-15,24 25 0,-24 0 0,0-25 0,25 25 0,-25 0 0,0-25 0,0 25 0,25 0 0,-25-24 0,0 24 0,0 0 0,0-25 0,0 25 0,0 0 0,0 0 0,0-25 16,0 25-16,0 0 0,0 0 0,0 0 0,0 0 0,0 0 0,0 0 0,0 0 0,0 0 0,0 0 0,0 0 0,0 0 16,0 0-16,0 0 0,0 0 0,0 0 0,0 0 15,-25 0-15,25 0 0,0 0 0,0 0 0,0 25 0,0-25 0,0 0 16,-25 0-16,25 25 0,0-25 0,0 0 0,0 24 15,0-24-15,0 0 0,0 25 0,0-25 0,0 25 0,0-25 0,0 25 16,0-25-16,0 25 0,25-25 0,-25 24 16,0-24-16,0 0 0,0 25 0,25-25 0,-25 0 0,0 0 15,0 25-15,0-25 0,25 0 0,-25 0 16,0 0-16,0 0 0,25 0 0,-25 0 0,24 0 0,-24 0 0,0-25 15,25 25-15,-25 0 0,25-25 0,-25 25 0,25 0 16,-25-24-16,0 24 0,25-25 0,-25 25 0,0 0 0,24-25 16,-24 25-16,0-25 0,0 25 0,0-25 156,-74-123-156,49 148 15,0 0-15,25 0 0,0 0 16,-24 0-16,24 0 15,-25 0-15</inkml:trace>
  <inkml:trace contextRef="#ctx0" brushRef="#br0" timeOffset="14798.8464">11509 1463 0,'0'0'0,"0"0"0,0 0 0,0-24 0,0 24 15,25 0-15,-25 0 0,0 0 0,0 0 0,0 0 16,0 0-16,0 0 0,25 0 0,-25 0 0,0 0 0,0 0 16,0 0-16,25 0 0,-25 0 0,0 0 0,25 0 15,-25 0-15,0 0 0,24 0 0,-24 24 0,0-24 0,0 0 16,0 0-16,0 25 0,25-25 0,-25 0 0,0 0 15,0 25-15,-25-25 0,25 0 0,0 25 0,0-25 0,-24 25 0,24-25 16,-25 24-16,0-24 0,0 0 0,25 25 16,-25-25-16,1 25 0,-1-25 0,0 25 0</inkml:trace>
  <inkml:trace contextRef="#ctx0" brushRef="#br0" timeOffset="15651.8952">12229 1761 0,'0'0'0,"0"-25"16,0 25-16,0 0 0,0 0 0,0 0 0,0 0 0,0 0 0,0 0 16,0 0-16,0-24 0,0 24 0,0 0 0,0 0 15,0 0-15,0 0 0,0 0 0,0 0 0,0 0 0,0 0 16,0 0-16,0-25 0,0 25 0,0 0 0,0 0 0,0 0 15,0 0-15,0 0 0,-25 0 0,25 0 0,0 0 16,0 0-16,0 0 0,-25 0 0,25 0 0,0 0 16,0 0-16,-25 0 0,25 0 0,0 25 0,-25-25 0,25 0 0,0 0 15,0 0-15,-24 0 0,24 24 0,0-24 16,0 0-16,0 0 0,0 0 0,0 25 0,-25-25 0,25 0 0,0 0 15,0 25-15,25-25 0,-25 0 0,0 0 0,0 25 16,0-25-16,0 0 0,0 0 0,24 25 0,-24-25 0,0 0 0,25 0 16,-25 24-16,0-24 0,25 0 0,-25 25 15,0-25-15,25 0 0,-25 25 0,0-25 0,0 0 16,25 0-16,-25 25 0,0-25 0,0 0 0,0 25 0,25-25 0,-25 0 15,0 0-15,0 0 0,0 24 0,0-24 0,0 0 0,0 0 94,-149 50-32,149-50-62,-25 0 0,25 0 0,0 0 16,0 0-16,0 0 0,0 0 0,0-25 0,0 25 0,0 0 0,0 0 0,0 0 0,0 0 0,0-25 0,0 25 0,0 0 0,25 0 0,-25-24 0,0 24 0,0 0 0,24 0 16,-24 0-16,0 0 0,0-25 0,25 25 0</inkml:trace>
  <inkml:trace contextRef="#ctx0" brushRef="#br0" timeOffset="16143.9234">12477 1761 0,'0'0'0,"0"0"0,0 0 0,0 0 0,0-25 15,0 25-15,0 0 0,0 0 0,0 0 0,0 0 0,-25 0 16,25 0-16,0 0 0,0 0 0,0 0 16,0 0-16,0 0 0,0 0 0,-25 0 0,25 0 0,0 0 0,0 0 15,0 0-15,0 0 0,0 0 0,0 0 16,-25 0-16,25 25 0,0-25 0,0 0 0,0 0 0,0 0 0,0 0 0,0 25 15,-24-25-15,24 0 0,0 0 47,0 25-47,0-25 0,0 0 0,0 25 0,0-25 0,-25 0 0,25 24 0,0-24 0,0 25 0,0-25 0,0 25 0,0-25 0,0 25 0,25-25 0,-25 25 0,0-25 0,0 24 0,0-24 0,0 0 47,49 75 31,-49-75-78,0 0 0,25 25 0,-25-25 0,0 0 0,25-25 0,-25 25 0,0 0 0,0 0 0,25 0 0,-25 0 0,0-25 0,24 25 0,-24 0 0,0-25 0,25 25 16,-25 0-16,0-25 0,0 25 0,0 0 0,25-24 0,-25 24 0,0-25 0,0 25 0,0-25 0,0 25 0,0-25 0,0 25 0,0-25 0,0 25 0,-25 0 0,25-24 0,0 24 0,0 0 0,0-25 0,0 25 0,0 0 0,-25 0 0,25-25 15,0 25-15,0 0 0,0 0 0,0 0 0,-24 0 0,24 0 16,0-25-16,0 25 0,0 0 0,-25 0 0,25 0 0,0 0 0,0 0 15,0 0-15,0 0 0,-25 0 0,25 0 16,0 0-16,0 0 0,0 0 0,0 0 0,0 0 0,0 0 16,0 0-16,0 0 0,0 0 0,0 0 0,0 0 0,0 0 15,0-25-15</inkml:trace>
  <inkml:trace contextRef="#ctx0" brushRef="#br0" timeOffset="16592.949">12526 1439 0,'0'0'16,"0"0"-16,0 0 0,0 0 0,0 0 0,0-25 0,0 25 0,0 0 16,0 0-16,0 0 0,0 0 0,0 0 0,0 0 15,0 0-15,0 0 0,0 0 0,0 0 0,0 0 0,25 0 16,-25 0-16,0 0 0,0 0 0,0 0 15,0 0-15,25 0 0,-25 0 0,0 0 0,0 0 0,0 0 0,0 0 16,0 0-16,25 25 0,-25-25 0,0 0 0,0 0 16,0 24-16,0-24 0,0 0 0,0 25 0,0-25 0,0 0 0,-25 25 15,25-25-15,0 25 0,0-25 16,0 25-16,0-25 0,-25 0 0,25 24 0,0-24 0,0 0 0,0 25 15,0-25-15,-25 0 0,25 25 0,0-25 0,0 0 16,0 0-16,0 25 0,0-25 0,-24 0 0,24 0 0,0 0 0,0 0 16,0 0-16,0 0 0,0 0 0</inkml:trace>
  <inkml:trace contextRef="#ctx0" brushRef="#br0" timeOffset="17102.9782">12898 1116 0,'0'0'16,"0"0"-16,0 0 0,25 0 0,-25 0 15,0 0-15,0-25 0,0 25 0,0 0 0,0 0 0,0 0 0,0 0 16,0 0-16,0 0 0,25 0 0,-25 0 15,0 0-15,25 0 0,-25 0 0,0 0 0,0 25 0,25-25 0,-25 0 16,0 0-16,0 0 0,24 25 0,-24-25 0,0 0 0,0 0 0,0 25 16,0-25-16,0 25 0,0-25 0,0 0 15,0 24-15,0-24 0,0 0 0,0 25 0,-24-25 16,24 0-16,0 25 0,-25-25 0,25 0 0,-25 25 0,25-25 47,-25 0-47,0 25 0,25-25 0,-24 0 0,-1 0 0,0 24 0</inkml:trace>
  <inkml:trace contextRef="#ctx0" brushRef="#br0" timeOffset="17825.0191">13444 1439 0,'0'0'0,"0"0"15,0 0-15,0 0 0,0 0 0,0 0 0,0 0 0,0 0 0,0 0 16,0 0-16,0 0 0,0 0 0,0 0 0,0 24 16,0-24-16,0 0 0,0 0 0,0 0 0,0 25 0,0-25 15,0 0-15,0 25 0,0-25 0,0 25 0,0-25 0,0 25 16,0-25-16,0 24 0,0-24 0,0 25 0,0 0 15,0-25-15,0 25 0,0-25 0,0 25 0,0-25 16,0 25-16,0-1 0,0-24 0,-25 25 0,25-25 0,0 25 16,0-25-16,0 25 0,0-25 0,0 25 15,0-25-15,0 24 0,0-24 0,-24 0 0,24 25 0,0-25 0,0 25 0,0-25 16,0 0-16,0 25 0,0-25 0,0 0 0,-25 25 15,25-25-15,0 0 0,0 0 0,0 0 0,0 0 0,0 0 16,0 0 15,0 0-31,0 0 0,0 0 0,0 0 0,0 0 0,-25 0 0,25 0 0</inkml:trace>
  <inkml:trace contextRef="#ctx0" brushRef="#br0" timeOffset="18270.045">13295 1761 0,'0'0'0,"0"0"0,0 0 0,25 0 0,-25 0 0,0 0 0,0 0 0,0 0 0,25-25 0,-25 25 0,0 0 0,25 0 0,-25 0 0,0 0 0,25-24 15,-25 24-15,24 0 0,-24 0 0,25 0 0,-25 0 0,25 0 0,0 0 0,-25 0 0,25-25 0,-25 25 0,24 0 0,-24 0 0,0 0 0,25 0 0,-25 0 0,0 25 0,25-25 0,-25 0 0,0 0 0,0 0 0,0 0 0,0 0 0,0 0 16,25 24-16,-25-24 0,0 0 0,0 0 15,0 0-15,0 25 0,0-25 32,0 0-32,0 0 0,0 0 0,0 25 0,0-25 0,0 0 0,0 25 0,0-25 0,0 0 0,0 0 0,0 25 0,-25-25 0,25 0 0,0 24 0,0-24 15,0 0-15,0 25 0,0-25 0,0 0 0,0 25 16,0-25-16,0 0 0,0 25 0,0-25 0,0 0 15,0 0-15,0 25 0,0-25 0,0 0 0,0 0 0,25 24 0,-25-24 16,0 0-16,0 0 0,0 0 0,0 0 0,25 0 16,-25 0-16,0 0 0,0 0 0,24 0 0,-24 0 0,0 0 0,0 0 15,25-24-15,-25 24 0,0 0 0,0 0 16,25 0 155,25-199-171,-50 199 0,0 0 0,0 0 16,0 0-16,0 0 0,0 0 0,0 0 0,0 0 0,0 25 0,0-25 0,0 0 0,0 0 0,-25 25 0,25-25 0,0 0 0,0 25 0,0-25 0,0 0 0,0 24 16,0-24-16,0 25 0,0-25 0,0 0 0,0 25 0,0-25 0,0 0 0,0 25 0,0-25 0,0 0 0,0 0 0,0 25 0,0-25 0,0 0 0,0 0 0,0 0 0,25 24 0,-25-24 0,0 0 0,0 0 0,0 0 0,0 0 0,0 0 0,0 0 0,0 0 15,24 0-15,-24 0 0,0-24 0,0 24 16,0 0-16,0 0 0,25-25 0,-25 25 0,0 0 0,0-25 0</inkml:trace>
  <inkml:trace contextRef="#ctx0" brushRef="#br0" timeOffset="18575.0624">13841 1538 0,'0'0'0,"0"0"0,0 0 0,0 0 15,0 0-15,0 0 0,0 0 0,0 0 0,0-25 16,0 25-16,0 0 0,0 0 0,0 0 0,0 0 15,25 0-15,-25 25 0,0-25 0,0 0 0,25 0 0,-25 0 0,0 0 16,24 0 15,-24 0-31,0 0 0,25 25 0,-25-25 0,0 0 0,0 0 16,0 24-16,25-24 0,-25 0 0,0 0 0,0 25 0,0-25 0,-25 0 0,25 25 0,0-25 0,0 0 0,-25 25 0,25-25 0,0 0 0,-24 0 0,24 25 0,0-25 15,-25 0-15,25 25 0,-25-25 0,25 0 16,0 0-16,-25 0 0,25 24 0,0-24 0,-25 0 0,25 0 16,0 0-16,0 0 0,0 0 0,0 0 0,-24 0 0,24 0 31,0 0-31,0 0 0,0-24 0,0 24 0,0 0 0</inkml:trace>
  <inkml:trace contextRef="#ctx0" brushRef="#br0" timeOffset="18810.0759">13891 1315 0,'0'0'0,"0"0"0,0 0 0,0 0 0,0 0 0,24 0 15,-24-25-15,0 25 0,25 0 0,-25 0 0,25 0 0,-25 0 0,25 0 0,0 0 0,-25 0 0,24 0 0,-24 0 0,25 0 0,-25 0 0,25 0 0,-25-25 0,25 25 16,-25 0-16,25 0 0,-25 0 0,24 0 0,-24 0 0</inkml:trace>
  <inkml:trace contextRef="#ctx0" brushRef="#br0" timeOffset="19474.1138">14709 1439 0,'0'0'0,"0"0"0,0 0 0,0 0 15,0 0-15,0 0 0,0 0 0,0 0 16,0 0-16,0 0 0,0 0 0,0 0 0,0 0 0,0 0 15,0 24-15,0-24 16,0 0-16,0 0 0,0 25 0,0-25 0,0 0 0,0 25 0,0-25 0,0 25 0,0-25 0,0 25 16,0-25-16,0 24 0,-25-24 0,25 25 15,0-25-15,0 25 0,0 0 0,0-25 0,0 25 0,0-25 0,0 25 0,0-25 16,0 24-16,0-24 0,0 0 0,0 25 15,-24-25-15,24 25 0,0-25 0,0 0 0,0 25 16,0-25-16,0 0 0,0 0 0,0 25 0,-25-25 0,25 0 0,0 0 156,-50 0-140,50 0-16,0 0 0</inkml:trace>
  <inkml:trace contextRef="#ctx0" brushRef="#br0" timeOffset="19982.1429">14660 1488 0,'24'-25'0,"-24"25"16,0 0-16,0 0 0,0 0 0,0 0 0,0 0 15,25-24-15,-25 24 16,0 0-16,0 0 0,25 0 0,-25 0 0,0 0 0,25 0 16,-25 0-16,0 0 0,25-25 0,-25 25 0,24 0 0,-24 0 0,0 0 0,25 25 15,-25-25-15,0 0 0,25 0 0,-25 0 0,0 0 0,0 0 16,25 24-16,-25-24 0,0 0 0,0 25 0,0-25 15,0 0-15,0 25 0,0-25 0,0 0 0,0 25 0,-25-25 16,25 25-16,0-25 0,0 24 0,-25-24 0,25 0 0,0 25 16,0-25-16,-25 25 0,25-25 0,-24 25 0,24-25 15,0 0-15,-25 25 0,25-25 0,0 0 0,-25 25 0,25-25 0,0 0 16,-25 0-16,25 24 0,0-24 0,0 0 15,-25 0-15,25 0 0,0 0 0,0 0 0,0 0 0,0 0 16,0 0-16,0 0 0,0 0 0,0 0 0,0 0 16,0 0-16,0 0 0,25 0 0,-25 0 0,0 0 0,0 0 0,0 0 15,25 0-15,-25 0 0,0 0 0,0 0 47,25 0-47,-25 0 0,0 0 0,0 0 0,25 0 0,-25 0 0,0 0 16,0 0-16,24 0 0,-24 0 0,0 25 0,0-25 0,0 0 0,0 0 0,25 25 0,-25-25 0,0 0 0,0 0 0,0 25 0,0-25 0,0 0 0,0 25 15,25-25-15,-25 0 0,0 24 0,0-24 0,0 0 0,0 0 0,0 25 0,0-25 16,0 0-16,0 0 0,-25 25 0,25-25 15,0 0-15,0 0 0,0 0 0,-25 25 0,25-25 0,0 0 16,0 0-16,-24 0 0,24 0 0,0 0 0,0 0 16,-25 0-16,25 0 0,0 0 0,-25 0 0,25 0 0,0 0 0,-25 0 46,25 0-46,0 0 0,0 0 0,-25 0 0,25 0 0,0 0 0,0 0 0,0 0 0,0-25 0,0 25 16,0 0-16,0 0 0,0 0 0,0 0 0,0 0 0,0 0 0,0 0 0,0 0 0,0-25 0,0 25 0,0 0 0,0 0 16,0 0-16,0 0 31,0 0-31,25-25 0,-25 25 0,0 0 0,0 0 0</inkml:trace>
  <inkml:trace contextRef="#ctx0" brushRef="#br0" timeOffset="20221.1564">15131 1712 0,'0'0'0,"0"0"16,0 0-16,0 0 0,0 0 0,0 24 0,0-24 0,0 0 15,0 0-15,0 0 0,25 0 0,-25 0 0,0-24 16,0 24-16,24 0 0,-24 0 0,0 0 0,25 0 0,-25 0 0,25 0 16,-25 0-16,0 0 0,25 0 0,-25 0 0,0 0 0,0 0 15,25 24-15,-25-24 0,0 0 0,0 0 0,0 0 16,0 0-16,0 0 0,0 0 0,0 0 0,0 0 0,0 0 15,0 0-15,0 0 0</inkml:trace>
  <inkml:trace contextRef="#ctx0" brushRef="#br0" timeOffset="20547.1751">15081 1984 0,'0'0'16,"0"0"-16,0 0 0,0 0 0,0 0 0,0 0 0,0 0 15,0 0-15,0 0 0,0 0 0,0 0 0,0 0 0,0 0 16,25 0-16,-25 0 0,0 0 15,25 0-15,-25 0 0,25 0 0,-25 0 0,24 0 0,1 0 0,-25 0 0,25 0 16,-25 0-16,25 0 0,0 0 0,-25 0 0,24 0 16,1 0-16,-25 0 0,25 0 140</inkml:trace>
  <inkml:trace contextRef="#ctx0" brushRef="#br0" timeOffset="21373.2225">16148 1339 0,'-25'0'15,"25"-24"-15,0 24 0,0 0 0,0 0 16,0 0-16,0 0 0,0 0 0,0 0 0,0 0 0,-25 0 0,25 0 15,0 0-15,0 0 0,0 0 0,0 0 0,0 0 16,0 0-16,0 0 0,0 0 0,0 0 0,0 0 0,-25 74 156,25-74-156,0 25 0,0-25 0,0 0 0,0 0 0,0 25 0,0-25 0,0 0 0,0 0 0,25 24 0,-25-24 0,0 0 0,0 25 0,0-25 0,0 0 16,25 25-16,-25-25 0,0 0 0,0 25 0,0-25 0,25 0 15,-25 25-15,0-25 0,0 0 0,25 24 0,-25-24 0,0 25 0,0-25 0,0 0 0,24 25 0,-24-25 0,0 0 0,0 25 16,0-25-16,0 0 0,0 25 0,0-25 0,0 0 0,0 0 0,0 0 0,0 25 0,0-25 0,0 0 0,0 0 0,0 0 0,0 24 0,0-24 0,-24 0 0,24 0 0,0 0 0,0 0 0,-25 25 15,25-25-15,0 0 0,-25 0 0,25 0 16,-25 0-16,25 0 0,0 0 0,-25 0 16,25 0-16,-24 0 0,24 0 0,0 0 0,-25 0 0,25 0 0,0 0 0,0 0 15,-25 0-15,25 0 0,0 0 0,0 0 0,0 0 0,0 0 16,0 0-16,0 0 0,0 0 15,25 0-15,-25 0 0,0 0 0,0 0 0,25 0 0,-25 25 0,0-25 0,24 0 16,-24 0-16,0 0 0,25 0 0,-25 0 0,0 0 16,25 0-16,-25 0 0,0 0 0,25 0 0,-25 0 0,25 0 15,-25 25-15,0-25 0,24 0 0,-24 0 0,0 0 16,0 0-16,25 25 0,-25-25 0,0 0 0,0 0 0,0 24 0,0-24 15,0 0-15,25 0 0,-25 25 16,0-25-16,0 0 0,-25 25 0,25-25 0,0 0 0,0 25 0,0-25 0,0 25 16,0-25-16,0 0 0,0 24 0,0-24 0,0 25 15,0-25-15,-25 0 0,25 25 0,0-25 156,0 74-156,0-74 0,0 0 0,0 0 0</inkml:trace>
  <inkml:trace contextRef="#ctx0" brushRef="#br0" timeOffset="22452.2842">16594 1612 0,'0'0'0,"25"0"15,-25 0-15,0 0 0,0 0 0,0 0 0,0 0 0,0 0 16,0 0-16,0 0 0,0 0 0,0 0 0,0 0 0,0 0 0,0 0 15,0 0-15,0 0 0,0 0 0,0 0 16,0 0-16,0 0 0,0 0 0,0 0 0,0 0 0,0 0 16,0 0-16,0 0 0,0 0 0,0 0 0,0 0 0,0 0 15,0 0-15,0 0 0,-25 0 109,1 298-31,24-298-78,24 25 0,-24-25 16,0 0-16,0 0 0,0 0 0,0 0 0,25 0 0,-25 0 0,0 0 0,0 0 16,25 0-16,-25 0 0,0 0 0,25 0 0,-25 0 15,0-25-15,25 25 0,-25 0 0,24 0 0,-24-25 0,25 25 0,-25 0 0,25 0 0,-25-25 0,25 25 0,-25 0 0,25-24 0,-25 24 0,0 0 0,24 0 16,-24-25-16,0 25 0,0 0 0,25-25 0,-25 25 0,0 0 0,0-25 0,0 25 0,25 0 0,-25-25 0,0 25 0,0 0 0,0-24 0,0 24 0,0-25 0,0 25 0,25 0 0,-25-25 0,0 25 0,0 0 0,0 0 0,0-25 0,0 25 0,0 0 0,0 0 0,0-25 15,0 25-15,0 0 0,0 0 0,0 0 16,0-25-16,0 25 0,0 0 0,0 0 0,0 0 0,0 0 0,0 0 16,0 0-16,0 0 0,0 0 0,0 0 0,0 0 15,0 0 16,0 0-31,0 0 0,0 0 0,0 25 0,0-25 0,0 0 0,0 0 16,0 0-16,0 0 0,0 25 0,0-25 0,0 0 0,0 0 0,0 25 0,0-25 0,0 0 0,0 25 0,0-25 0,0 0 0,0 0 0,0 25 0,0-25 16,0 0-16,0 24 0,0-24 0,0 0 15,0 25-15,0-25 0,0 0 0,0 25 0,0-25 0,0 0 16,0 0-16,0 25 0,0-25 0,0 0 0,0 0 0,0 0 0,0 25 15,0-25-15,-25 0 0,25 0 0,0 24 0,0-24 16,0 0-16,0 0 0,0 25 0,0-25 16,0 0-16,0 0 0,0 25 0,0-25 140,0 74-124,0-74-16,0-24 15</inkml:trace>
  <inkml:trace contextRef="#ctx0" brushRef="#br0" timeOffset="22963.3134">17066 2158 0,'0'0'0,"0"0"16,0 0-16,0 0 0,0 0 0,0 0 16,0 0-16,0 0 0,0 0 46,0-25-46,0 25 0,0 0 0,0 0 0,24 0 0,-24 0 0,0 0 0,0-25 0,0 25 0,75-124 110,-50 124-110,-25 0 0,0-24 0,0 24 0,0 0 0,0 0 0,0-25 15,0 25-15,0 0 0,24 0 0,-24 0 0,0 0 0,0-25 0,0 25 0,0 0 0,0 0 0,0 0 0,0 0 0,0 0 0,0 0 0,0 0 0,0 25 0,0-25 16,0 0-16,0 0 0,0 0 0,0 0 0,0 25 0,0-25 0,0 0 0,0 0 0,0 24 0,0-24 0,0 0 0,0 25 0,0-25 0,0 0 0,0 25 0,0-25 0,0 0 0,0 25 0,0-25 0,0 25 15,0-25-15,0 0 0,0 24 0,0-24 0,0 25 0,0-25 0,0 0 16,0 0-16,0 25 0,0-25 0,0 0 16,0 0-16,0 25 0,0-25 0,0 0 0,0 0 0,0 0 15,0 0-15,0 25 0,0-25 0,0 0 16,0 0-16,-24 0 0,24 0 0,0 0 0,0 0 0,0 0 0,0 0 15,0 0-15,0 0 0,0 0 0,0 0 0,24 0 16</inkml:trace>
  <inkml:trace contextRef="#ctx0" brushRef="#br0" timeOffset="23367.3364">17636 1910 0,'0'0'0,"0"0"32,0 0-32,0 0 0,0 0 0,0 0 0,0 0 0,0 0 0,0 0 0,0 0 0,0 0 0,0 0 0,0 0 0,0 0 15,0 0-15,0 0 0,0 0 0,0 0 0,0 0 0,0 0 16,0 0-16,0 0 0,0 0 0,0 0 0,0 0 15,0 0-15,0 0 0,0 0 0,0 0 0,0 0 16,0 0-16,0 0 0,0 0 0,0 0 0,0 25 16</inkml:trace>
  <inkml:trace contextRef="#ctx0" brushRef="#br0" timeOffset="23626.3511">17661 2108 0,'0'25'16,"0"-25"-16,0 0 0,0 0 0,25 0 15,-25 25-15,0-25 0,0 0 0,0 0 0,25 25 0,-25-25 0,0 0 16,0 0-16,0 25 0,24-25 0,-24 0 0,0 0 16,0 24-16,0-24 0,0 0 0,0 25 0,0-25 78,0 0-78,0 0 0,0 25 0,0-25 0,-24 0 0,24 25 0,0-25 15,0 0-15,-25 0 0,25 25 0,0-25 0,-25 0 0,25 0 0,-25 24 0,25-24 0,-25 0 0,25 0 0,0 0 0,-24 0 0</inkml:trace>
  <inkml:trace contextRef="#ctx0" brushRef="#br0" timeOffset="24486.4005">18083 1662 0,'0'0'0,"0"0"0,0 0 0,0 0 15,0 0-15,0 0 0,0 0 0,0 0 0,0 0 0,0-25 0,0 25 16,0 0-16,0 0 0,0 0 15,0 0-15,0 0 16,0 0-16,0 0 0,0 0 0,0 0 0,0 0 0,0 0 0,0 0 0,0 0 0,0 0 0,0 0 0,0 0 16,0 0-16,0 0 0,0 0 0,0 25 0,0-25 0,0 0 15,0 0-15,0 25 0,0-25 0,0 25 0,0-25 16,0 24-16,0-24 0,0 25 0,0-25 0,0 25 15,0 0-15,-25-25 0,25 25 0,0-25 0,0 24 0,0-24 0,0 25 16,0-25-16,0 25 0,0-25 0,0 25 0,0-25 16,0 25-16,0-25 0,0 0 78,124 74 0,-124-74-78,0 0 0,25-25 0,-25 25 0,0 0 0,24-25 0,-24 25 0,0 0 0,0-24 0,25 24 0,-25-25 0,0 25 15,25 0-15,-25-25 0,0 25 0,0-25 0,25 25 0,-25-25 0,0 25 0,0-24 0,25-1 0,-25 25 0,0-25 0,0 25 0,24-25 0,-24 25 0,0-25 0,0 1 0,0 24 0,0 0 0,0-25 0,0 25 0,0 0 0,0-25 0,0 25 0,25 0 0,-25 0 0,0 0 0,0 0 0,0 0 0,0 0 0,0 0 16,0 0-16,0 0 0,0 0 0,0 0 0,0 0 0,-25 0 15,25 0-15,0 0 0,0 0 0,0 0 0,0 25 16,0-25-16,0 0 0,0 25 0,0-25 0,0 0 0,0 24 16,0-24-16,0 25 0,0-25 0,0 25 0,0-25 15,0 0-15,-24 25 0,24-25 0,0 25 0,0-25 0,0 24 16,0-24-16,0 0 0,0 25 0,0-25 0,0 0 15,0 25-15,0-25 0,0 0 0,0 0 0,0 25 0,0-25 0,0 0 16,0 0-16,0 0 0,0 0 0,0 25 0,0-25 16,0 0-16,0 0 0,0 0 0,0 0 0,0 0 15,0 0-15,0 0 0,0 0 0,0 0 0,0 0 0</inkml:trace>
  <inkml:trace contextRef="#ctx0" brushRef="#br0" timeOffset="25142.438">18455 2108 0,'0'0'0,"0"0"15,0 0-15,0 0 0,0 0 0,0 0 0,0 0 0,0 0 156,74 25-140,-99-25-16,25 25 0,0-25 0,0 0 0,0 0 16,-25 25-16,25-25 0,-24 25 0,24-25 15,-25 24-15,25-24 16,-25 25-16,25-25 0,-25 25 15,25-25-15,0 0 16,0 25-16,0-25 0,0 0 16,25 0-16,-25 0 15,25 0-15,0 0 0,-1 0 16,1 0-16,0 0 0,0 0 0,-25 0 0,25 0 0,-25 0 15,25 0-15,24 0 16,1 0-16,-25 0 16</inkml:trace>
  <inkml:trace contextRef="#ctx0" brushRef="#br0" timeOffset="25522.4598">18876 1960 0,'0'0'0,"0"0"0,0 0 16,0 0-16,0 0 0,0 0 0,0 0 0,0 0 16,0 0-16,0 0 0,0-25 15,0 25-15,0 0 0,0 0 0,0 0 0,0 0 0,0 0 0,25 0 0,-25 0 0,0 0 16,0 0-16,0 0 0,0 0 0,0 0 0,0 0 15,0 0-15,0 0 0,0 0 0,25 0 0,-25 0 0,0 0 0,0 25 16,0-25-16,0 0 0,0 0 0,0 0 0,0 0 16</inkml:trace>
  <inkml:trace contextRef="#ctx0" brushRef="#br0" timeOffset="25744.4725">18951 2108 0,'0'0'0,"0"25"0,0-25 0,25 0 16,-25 0-16,0 0 0,0 25 0,0-25 15,0 0-15,24 0 0,-24 25 0,0-25 0,25 0 0,-25 0 0,0 25 16,25-25-16,-25 0 0,0 24 0,25-24 16,-25 0-16,0 0 0,0 25 0,0-25 0,0 0 0,0 25 0,0-25 15,0 0-15,0 25 0,-25-25 0,25 0 16,0 25-16,-25-25 0,25 0 0,-25 0 0,1 24 0,24-24 15,-25 0-15,25 0 0,-25 25 0,0-25 0,25 0 0,-25 0 16,25 0-16</inkml:trace>
  <inkml:trace contextRef="#ctx0" brushRef="#br0" timeOffset="26198.4985">19546 1935 0,'0'-25'156,"25"25"-156,-25 0 15,0 0-15,0 0 0,25 0 16,-25 0-1</inkml:trace>
  <inkml:trace contextRef="#ctx0" brushRef="#br0" timeOffset="26364.5079">19745 1960 0,'0'0'0,"0"0"0,0 0 16,0 0-16,0 0 15,0 0-15,0 0 16,0 0 0,0 0-16,0 0 15,24 0-15,-24 0 16,0 0-16,25 0 0,-25 0 0,0 0 0,25 0 0,-25 0 15,50-25-15</inkml:trace>
  <inkml:trace contextRef="#ctx0" brushRef="#br0" timeOffset="26616.5224">20067 1984 0,'0'0'16,"0"0"-16,0 0 0,0 0 15</inkml:trace>
  <inkml:trace contextRef="#ctx0" brushRef="#br0" timeOffset="26873.5371">20836 1811 0,'0'-25'0,"0"25"0,0 0 0,0 0 0,0 0 15,0 0-15,0 0 0,0 0 0,0-25 0,0 25 0,0 0 16,0 0-16,0 0 0,0 0 0,0 0 0,0 0 15,0 0-15,0 0 0,0 0 0,0 0 0,0 0 0,0 0 16,0 0-16,0 0 0,0 0 0,0 0 0,0 25 0,0-25 16,25 0-16,-25 0 0,0 0 0,0 0 0,0 0 0,0 0 15,0 0-15,0 0 0,0 0 0</inkml:trace>
  <inkml:trace contextRef="#ctx0" brushRef="#br0" timeOffset="27195.5555">20836 1935 0,'0'0'0,"0"0"0,0 0 0,0 0 16,0 0-16,25 0 0,-25 25 0,0-25 0,0 0 16,0 0-16,0 0 0,25 0 0,-25 24 0,0-24 0,0 0 15,24 25-15,-24-25 0,0 0 0,25 0 0,-25 25 0,0-25 0,0 25 16,0-25-16,25 0 0,-25 25 15,0-25-15,0 0 0,0 24 0,0-24 0,0 0 0,0 25 0,-25-25 0,25 0 16,0 0-16,-25 25 0,25-25 78,0 0-78,-24 0 0,24 0 47</inkml:trace>
  <inkml:trace contextRef="#ctx0" brushRef="#br0" timeOffset="28096.607">21506 1513 0,'0'0'16,"0"0"-16,0 0 0,0 0 0,0 0 15,0 0-15,0-25 0,0 25 0,0 0 0,0 0 0,0 0 0,0 0 0,0 0 16,0 0-16,24 0 0,-24 0 47,0 0-47,0 0 0,0 0 0,0 0 0,0 0 0,0 0 0,25 124 109,-25-99-109,0-25 0,-25 25 0,25 0 0,0-25 0,0 25 16,0-1-16,0-24 0,0 25 0,-24 0 0,24-25 0,0 25 0,0 0 0,0-25 0,0 24 0,0-24 0,0 25 0,0 0 0,0-25 0,0 25 0,0-25 0,0 0 0,0 25 0,0-25 0,0 24 0,0-24 0,24 0 0,-24 25 0,0-25 0,0 0 15,0 0-15,25 25 0,-25-25 0,0 0 0,0 0 0,25 0 0,-25 0 0,0 0 0,25 0 0,-25 0 0,0 0 0,25 0 0,-25 0 16,0 0-16,24 0 0,-24-25 0,25 25 0,-25 0 0,0 0 0,25-25 0,-25 25 0,0 0 15,25-24-15,-25 24 0,0 0 0,25-25 0,-25 25 16,25-25-16,-25 25 0,0-25 0,24 25 0,-24-25 0,0 25 16,25-24-16,-25-1 0,0 25 0,25-25 46,-25 25-46,0-25 0,0 0 0,25 25 0,-25-24 0,0 24 0,0-25 0,0 25 0,0-25 0,0 25 16,0 0-16,0-25 0,25 25 0,-25 0 0,0 0 0,0-25 0,0 25 0,-25 0 0,25 0 0,0 0 0,0 0 0,0 0 0,0 0 16,0 0-16,0 0 0,0 0 0,0 0 0,0 0 0,0 0 0,0 0 15,0 0-15,0 0 0,0 0 0,0 0 16,0 0-16,0 0 0,0 0 0,0 0 0,0 0 0,0 25 15,0-25-15,0 0 0,0 0 0,0 25 0,-25-25 0,25 25 16,0-25-16,0 25 0,-25 173 156,25-198-156,0 0 0,0 25 0,0-25 0,0 0 0,0 0 0,0 0 0,0 0 0,0 0 0,0 0 0,0 0 0,0 0 0,0 0 0,0 0 0,0 0 0,0 0 0,0 0 0,25 0 0,-25 0 0</inkml:trace>
  <inkml:trace contextRef="#ctx0" brushRef="#br0" timeOffset="28670.6398">22002 1910 0,'0'0'0,"0"0"0,0 0 0,0 0 16,0 25-16,0-25 0,0 0 0,0 0 15,0 0-15,0 0 0,0 0 0,0 0 0,0 0 0,0 0 0,0 0 0,0 0 16,0 0-16,0 0 0,0 0 47,0 0-47,0 25 0,0-25 0,0 0 0,0 0 46,0 0-46,0 0 0,0 24 0,0-24 0,0 0 0,0 0 0,0 0 0,0 25 0,0-25 0,0 0 0,0 0 0,0 25 0,0-25 0,0 0 0,0 25 0,0-25 0,0 0 0,0 25 0,0-25 0,0 0 0,0 24 0,0-24 0,0 0 0,0 25 78,0-25-78,0 0 16,0 0-16,0 25 0,0-25 0,0 0 0,0 0 0,0 0 0,0 0 0,0 0 0,0 0 0,0 0 0,0 0 0,0 0 0,0 0 0,0 0 0,0 0 0,0 0 0,0 0 0,0 0 0,0 0 0,0 0 0,0 0 0,0 0 0,0 0 0,0 0 0,25 0 0,-25-25 16,0 25-16,0 0 0,0 0 0,24-25 0,-24 25 0,0 0 0,0-24 0,25 24 0,-25 0 0,0-25 0,25 25 0,-25-25 0,0 25 0,25 0 15,-25-25-15,0 25 0,25 0 0,-25-25 0,0 25 0,24 0 0,-24 0 0,0 0 16,0 0-16,0 0 0,25 0 0,-25 0 15,0 0-15,0 0 0,0 0 0,0 0 0,0 0 0,0 25 0,0-25 16,0 0-16,0 0 0,0 0 0,0 25 16,0-25-16,0 0 0,0 25 0,0-25 0,0 0 15,0 0-15,0 25 0,0-25 0,0 0 0,0 0 0,0 0 0,0 24 16,0-24-16,0 0 0,0 0 0,0 0 0,-25 0 15,25 25-15,0-25 0,0 0 0,0 0 0,0 25 0,0-25 16,0 0-16,0 0 0,0 0 0,0 0 0,0 0 16,0 0-16,0 0 0,0 0 0,0 0 0,0 25 15,0-25-15,0 0 0,0 0 0,0 0 0,25 0 16,-25-25-16</inkml:trace>
  <inkml:trace contextRef="#ctx0" brushRef="#br0" timeOffset="29757.702">22523 1265 0,'0'0'0,"0"0"0,0 0 0,0 0 0,0 0 15,0 0-15,0 0 0,24 0 0,-24 0 16,0 0-16,0 0 0,0 0 0,0 0 0,0 0 0,0 0 0,0 0 16,0 0-16,0 0 0,0 0 0,0 0 0,0 0 15,0 0-15,0 0 0,0 0 0,0 0 0,0 0 0,25 0 16,-25 0-16,0 0 0,0 0 47,0 25-47,0-25 0,0 0 0,0 0 0,0 0 0,0 25 0,0-25 0,0 0 0,0 24 0,0-24 0,0 0 0,-25 25 0,25-25 0,0 0 0,0 25 0,0-25 0,0 25 0,0-25 0,0 0 46,0 25-46,0-25 0,0 24 0,0-24 0,0 0 0,0 25 0,0-25 0,0 25 47,0-25-47,0 0 0,0 25 0,0-25 0,0 25 0,0-25 0,0 0 0,0 24 0,0-24 0,0 0 0,0 25 0,0-25 0,0 0 0,0 25 0,25-25 0,-25 0 0,0 0 0,0 25 16,0-25-16,0 0 0,25 0 0,-25 0 0,0 25 0,0-25 0,0 0 0,0 0 0,25 0 0,-25 0 0,0 0 15,0 0-15,0 0 0,0 0 0,25 0 0,-25 0 0,0 0 0,0 0 0,0 0 16,0 0-16,0 0 0,0 0 0,0 0 0,0 0 0,0 0 16,0 0-16,0 0 0,0-25 0,0 25 0,0 0 15,0 0-15,0 0 0,0 0 0,0 0 0,0 0 0,0 0 16,0 0-16,0 0 0,0 0 0,0 0 0,0 0 15,0 0-15,0 0 0,0 0 0,0 0 0,0 0 0,0 0 16,0 0-16,-25 25 0,25-25 0,0 0 0,0 0 16,0 0-16,0 0 0,0 0 46,0 25-46,0-25 0,-25 0 0,25 0 0,0 24 0,0-24 0,0 0 0,0 25 0,0-25 0,-25 0 0,25 0 0,0 25 0,0-25 0,0 0 0,0 25 0,0-25 110,-25 99-110,25-74 15,25-25-15,-25 0 0,0 25 0,0-25 0,0 0 0,0 24 0,0-24 0,0 0 0,0 25 0,0-25 0,0 0 0,0 25 0,0-25 0,25 0 0,-25 25 0,0-25 0,0 0 16,0 0-16,0 25 0,0-25 0,0 0 0,0 24 0,0-24 0,0 0 0,0 0 0,-25 25 0,25-25 0,0 0 0,0 0 0,0 0 0,0 0 0,0 25 0,0-25 0,0 0 0,0 0 0,0 0 0,0 0 0,0 0 0,0 0 0,0 0 15,0 0-15,0 0 0,0 0 0,-25 0 0,25 0 0,0 0 0,0 0 16,-24 0-16,24 0 0,0 0 0,-25 0 0,25 0 16,0 0-16,-25 0 0,25 0 0,0 0 0,-25 0 15,25-25-15,0 25 0,-25 0 0</inkml:trace>
  <inkml:trace contextRef="#ctx0" brushRef="#br0" timeOffset="32002.8304">23143 2183 0,'0'0'0,"0"0"0,0 0 0,0 0 0,0 0 0,0 0 15,0 0-15,0 0 0,0 0 47,-25 0-47,25 0 0,0 0 0,0 0 0,0 0 0,0 0 0,25 0 0,-25-25 0,0 25 0,0 0 47,0 0-47,0 0 0,0 0 0,25 0 0,-25-25 0,0 25 0,0 0 0,24 0 0,-24 0 0,0-25 0,25 25 0,-25 0 0,0 0 0,25-24 15,-25 24-15,0 0 0,25-25 0,-25 25 0,25-25 0,-25 25 16,24-25-16,-24 25 0,0 0 0,25-25 0,-25 1 0,25 24 0,-25-25 0,25 25 16,-25-25-16,0 25 0,0 0 0,25-25 0,-25 25 0,0-25 0,0 25 0,0 0 0,24-24 0,-24 24 0,0 0 0,0 0 0,0-25 15,0 25-15,0 0 0,0 0 0,0 0 0,0 0 0,0 0 0,0 0 16,0-25-16,0 25 0,0 0 0,0 0 0,0 0 15,0 0-15,0 0 0,0 0 0,0 0 0,0 0 0,0 0 16,0 0-16,0 0 0,0 25 0,0-25 47,0 0-47,0 0 0,174 124 109,-174-124-109,0 0 0,25 25 0,-25-25 0,0 0 0,0 0 0,25 24 0,-25-24 0,0 0 0,0 0 0,0 0 0,0 25 0,0-25 0,0 0 0,0 0 16,0 0-16,0 25 0,0-25 0,0 0 0,0 0 0,0 0 0,0 0 15,0 0-15,-25 25 0,25-25 0,0 0 0,0 0 0,0 0 0,-25 0 0,25 0 0,0 0 0,0 25 0,-25-25 0,25 0 0,0 0 0,0 0 16,0 0-16,-25 0 0,25 0 0,0 0 0,0 0 0,0 0 0,0 0 0,0 0 0,0 0 0,0 0 0,0 0 0,0 0 0,0 0 0,0 0 0,0 0 0,0-25 15,0 25-15,0 0 0,0 0 0,0 0 0,0 0 0,25-25 16,-25 25-16,0 0 0,0 0 16,25-25-16,-25 25 0,0 0 0,25 0 0</inkml:trace>
  <inkml:trace contextRef="#ctx0" brushRef="#br0" timeOffset="33424.9118">23986 1910 0,'0'0'15,"0"0"-15,0 0 0,0 0 0,0 0 16,0 0-16,0-25 0,25 25 0,-25 0 0,0 0 0,0 0 15,0 0-15,0 0 0,0 0 0,0 0 0,0 0 16,0-25-16,0 25 31,0 0-31,25 0 16,-25 0-16,0 0 0,0 0 31,-124 0 78,99 0-109,25 0 0,0 0 0,0 0 0,-25 0 0,25 25 0,0-25 16,0 0-16,-25 0 0,25 25 0,0-25 0,0 0 0,0 25 0,-25-25 0,25 0 0,0 25 0,0-25 0,0 0 0,0 24 0,0-24 0,0 25 0,0-25 0,0 0 0,0 25 0,0-25 0,0 0 0,0 25 15,0-25-15,0 0 0,0 0 0,0 25 0,0-25 0,0 0 0,25 0 0,-25 0 0,0 0 0,0 0 0,0 24 0,25-24 0,-25 0 16,0 0-16,0 0 0,25 0 0,-25 0 0,0-24 0,25 24 0,-25 0 0,0 0 0,25 0 16,-25 0-16,0 0 0,0-25 0,24 25 0,-24 0 0,0 0 0,0-25 15,25 25-15,-25 0 0,0-25 0,0 25 16,0 0-16,0-25 0,25 25 0,-25 0 0,0-24 0,0 24 15,0 0-15,0-25 0,0 25 0,0 0 0,0-25 0,25 25 16,-25 0-16,0 0 0,0 0 0,0-25 0,0 25 0,0 0 16,0 0-16,0 0 0,0 0 0,0 0 15,0 0-15,0 0 0,0 0 0,0 0 0,0 0 0,0 0 16,0 0-16,0 0 0,0 0 0,0 0 0,-25 25 0,25-25 0,0 0 15,0 0-15,0 0 0,0 0 0,0 25 0,0-25 0,0 0 16,0 0-16,0 25 0,-25-25 0,25 0 0,0 24 16,0-24-16,0 0 0,0 0 0,0 25 0,0-25 15,0 0-15,0 0 0,0 0 0,0 25 0,25-25 16,-25 0-16,0 0 0,0 0 0,0 0 0,0 25 0,0-25 0,0 0 15,25 0-15,-25 0 0,0 0 0,0 0 16,0 0-16,25 0 0,-25 0 0,0 0 0,0 0 0,0 0 16,24 0-16,-24 0 0,0 0 0,0 0 0,0-25 0,25 25 15,-25 0-15,0 0 0,0 0 0,0-25 0,25 25 156,124-173-156,-149 173 16,0 0-16,0 0 0,0 0 0,0 0 0,0 0 0,0 0 0,-25 0 0,25 24 0,0-24 0,0 0 0,0 0 0,0 0 0,0 0 0,0 25 0,0-25 0,0 0 0,0 0 0,0 25 0,0-25 0,0 0 0,-25 25 0,25-25 0,0 0 0,0 25 0,0-25 0,0 0 0,0 24 15,0-24-15,0 0 0,0 25 0,0-25 0,0 0 0,0 25 0,0-25 0,0 0 0,0 0 0,0 25 0,0-25 0,0 0 0,0 0 0,0 0 16,0 25-16,0-25 0,0 0 0,0 0 0,0 0 0,0 0 16,0 0-16,0 0 0,0 0 0,0 0 0,0 0 0,0 0 15,0 0-15,0 0 0,0 0 0,0 0 0,0-25 16,0 25-16,0 0 0,0 0 0,0 0 0,0 0 0,0-25 15,0 25-15,0 0 0,25-25 0,-25 25 16,0 0-16,0-25 0,0 25 0,25 0 0,-25-24 0,0 24 0,25 0 16,-25-25-16,0 25 0,24 0 0,-24 0 0,0-25 15,25 25-15,-25 0 0,0 0 0,25 0 0,-25 0 0,0 0 16,0 0-16,25 0 0,-25 0 0,0 0 15,0 0-15,0 0 0,0 0 0,25 0 16,-25 0-16,0 0 0,0 0 0,0 25 0,0-25 0,0 0 0,0 0 0,0 25 0,0-25 16,0 0-16,0 0 0,0 24 0,0-24 0,0 0 15,0 25-15,0-25 0,0 0 0,0 0 0,0 0 16,0 25-16,0-25 0,-25 0 0,25 0 0,0 0 0,0 25 15,0-25-15,0 0 0,0 0 0,0 0 16,0 0-16,0 0 0,0 0 0,0 0 0,0 0 0,0 0 0,0 0 16,0 0-16,0 0 0,0 0 171</inkml:trace>
  <inkml:trace contextRef="#ctx0" brushRef="#br0" timeOffset="33956.9422">24780 1910 0,'0'0'0,"0"0"0,0 0 0,0-25 0,0 25 0,0 0 0,-25 0 0,25-25 0,0 25 0,0 0 0,0 0 0,0 0 0,0 0 0,0 0 0,0-24 0,0 24 0,0 0 0,-25 0 15,25 0-15,0 24 0,0-24 0,0 0 0,-25 0 0,25 0 0,0 0 0,0 25 0,-24-25 0,24 0 0,0 0 0,0 25 0,0-25 16,0 0-16,0 25 0,-25-25 0,25 0 0,0 0 16,0 25-16,0-25 0,0 0 0,0 0 0,0 24 0,0-24 15,25 0-15,-25 0 0,0 25 0,0-25 0,0 0 16,0 0-16,0 0 0,24 0 0,-24 0 0,0 0 0,25 25 0,-25-25 15,0 0-15,25 0 0,-25 0 16,25-25-16,-25 25 0,25 0 0,-25 0 0,0 0 0,24 0 0,-24 0 0,25 0 16,-25-25-16,25 25 0,-25 0 0,0 0 15,0-24-15,25 24 0,-25 0 0,0 0 0,0-25 0,0 25 16,25 0-16,-25 0 0,0-25 0,0 25 0,0 0 15,0 0-15,0 0 0,0-25 0,0 25 0,0 0 0,0 0 16,0 0-16,0 0 0,0 0 0,0 0 16,0 0-16,0 0 0,-25 25 0,25-25 0,0 0 0,0 0 0,0 0 0,0 25 15,0-25-15,-25 0 0,25 25 0,0-25 16,0 0-16,0 24 0,0-24 0,0 25 0,-25-25 0,25 25 0,0-25 15,0 25-15,0 0 0,0-25 0,-25 24 0,25-24 16,0 25-16,0-25 0,0 25 0,0-25 0,0 25 0,0-25 16,0 25-16,0-25 0,0 24 0,0-24 0,0 25 0,0-25 46,0 25-46,0-25 0,0 25 0,0-25 0,0 0 0,0 25 0,0-25 47,0 0-47,0 24 0,0-24 0,0 0 0,0 0 0,0 0 0,0 25 0,-24-25 0,24 0 0,0 0 109,-50-74-109,50 74 0,0 0 0,0 0 16,25 0-16,-25-25 0,0 25 0,0 0 0,25 0 0,-25 0 0,0 0 0,24 0 0,-24 0 0,25 0 0,-25 0 0,0 0 0,25 0 0,-25 0 0,25 0 0,0 0 0,-25 0 0,25 0 0,-25 0 0,24 0 0,-24 0 0,25 0 0,-25 0 0,25 0 0,-25 0 0,25-25 16,-25 25-16,0 0 0,25 0 0,-25 0 0</inkml:trace>
  <inkml:trace contextRef="#ctx0" brushRef="#br0" timeOffset="35003.002">25772 1687 0,'0'0'0,"0"0"0,0 0 0,0 0 0,0 0 16,0-25-16,0 25 0,-25 0 78,25 0-78,0 0 0,0-25 0,0 25 0,0 0 0,0 0 0,-25 0 0,25 0 0,0 0 0,0 0 0,0 0 0,0 0 0,-74 75 78,49-51-78,25-24 0,0 0 0,0 25 0,0 0 15,0-25-15,0 25 0,0-25 0,0 25 0,0-25 0,0 24 0,0-24 0,0 25 0,0-25 0,0 25 0,25-25 0,-25 0 0,0 25 0,0-25 0,0 0 0,0 25 0,25-25 0,-25 0 0,0 0 0,0 0 0,25 0 0,-25 24 0,0-24 0,0 0 0,24 0 0,-24 0 0,25 0 0,-25 0 0,0 0 0,25 0 0,-25-24 0,25 24 0,0 0 0,-25 0 16,24 0-16,-24 0 0,25 0 15,-25-25-15,25 25 0,-25 0 0,0 0 0,25-25 0,-25 25 0,25 0 0,-25-25 16,0 25-16,0 0 0,25 0 0,-25-25 16,0 25-16,0 0 0,24-24 0,-24 24 0,0-25 0,0 25 0,0 0 15,0-25-15,25 25 0,-25 0 0,0-25 16,0 25-16,0 0 0,0 0 0,0-25 0,0 25 0,0 0 15,0 0-15,0 0 0,0 0 0,0 0 0,0 0 16,0 0-16,0 0 0,0 0 0,0 0 0,0 0 0,0 0 0,0 0 16,-25 0-16,25 0 0,0 25 0,0-25 0,0 0 0,0 0 15,0 0-15,-24 25 0,24-25 0,0 0 16,0 25-16,0-25 0,0 0 0,0 0 0,0 25 0,0-25 0,0 0 15,0 24-15,0-24 0,0 25 0,0-25 0,0 0 16,0 25-16,0-25 0,0 0 0,0 25 0,0-25 0,0 0 16,0 25-16,0-25 0,24 0 0,-24 24 0,0-24 15,0 0-15,0 0 0,0 0 0,25 25 0,-25-25 16,0 0-16,0 0 0,25 0 0,-25 0 0,0 0 0,25 0 0,-25 0 15,25 0-15,-25-25 0,0 25 0,24 0 0,-24 0 16,0-24-16,25 24 0,-25 0 0,0-25 0,0 25 0,25 0 16,-25-25-16,0 25 0,0 0 0,0-25 0,0 25 0,0-25 15,0 25-15,0-24 0,0 24 0,0-25 16,0 25-16,0-25 0,0 25 0,0-25 47,0 25-47,0 0 0,0-25 0,0 25 0,0 0 0,0-24 0,0 24 0,0 0 0,0 0 0,0 0 0,0 0 0,0 0 0,-25-25 0,25 25 0,0 0 0,0 0 0,0 0 15,-25 0-15,25 0 0,0 0 0,0 0 0,0 0 0,0 0 0,0 0 0,-24 0 0,24 0 16,0 0-16,0 0 0</inkml:trace>
  <inkml:trace contextRef="#ctx0" brushRef="#br0" timeOffset="35363.0225">26219 1463 0,'0'0'0,"0"0"16,0 0-16,0-24 0,24 24 0,-24 0 0,0 0 0,0 0 0,0 0 15,25 0-15,-25 0 0,0 0 0,25 0 0,-25 0 0,25 0 0,-25 0 16,25 0-16,-25 24 0,24-24 0,-24 0 0,0 0 16,25 25-16,-25-25 0,0 0 78,25 0-78,-25 25 0,0-25 0,0 0 0,0 25 0,0-25 0,0 0 0,-25 25 0,25-25 0,-25 0 0,25 24 0,-24-24 0,24 0 0,-25 25 31,0-25-31,-99 50 47</inkml:trace>
  <inkml:trace contextRef="#ctx0" brushRef="#br0" timeOffset="36107.0652">27012 1736 0,'0'0'16,"0"-24"-16,0 24 0,0 0 0,0 0 0,0 0 0,0-25 0,0 25 15,-25 0-15,25 0 0,0 0 0,0 0 16,0 0-16,0 0 0,0-25 0,0 25 0,0 0 0,-24 0 0,24 0 16,0 0-16,0 0 0,0 0 0,0 0 15,-25 0-15,25 0 0,0 0 0,0 0 0,0 0 0,-25 0 0,25 0 16,0 0-16,0 0 0,0 25 0,-25-25 47,25 0-47,0 0 0,0 25 0,-25-25 0,25 0 0,0 24 0,0-24 0,0 0 0,0 25 0,0-25 0,0 25 0,0-25 0,0 0 0,0 25 0,0-25 0,0 25 0,0-25 0,0 24 0,25-24 15,-25 25-15,0-25 0,0 25 0,25-25 16,-25 0-16,0 25 0,0-25 0,0 0 0,25 25 0,-25-25 15,0 24-15,0-24 0,0 0 0,0 0 0,0 25 16,25-25-16,-25 0 0,0 0 0,0 0 0,0 25 0,0-25 16,0 0-16,0 0 0,0 0 0,0 0 0,0 0 0,0 0 15,0 0-15,0 0 0,-25 0 0,25 0 16,0 0-16,0 0 0,0 0 0,0 0 47,-25 0-47,25 0 0,0 0 0,-25 0 0,25 0 0,0 0 0,-74-50 109,99 50-109,-25 0 0,0 0 0,0 0 0,24-24 0,-24 24 0,0 0 0,25-25 0</inkml:trace>
  <inkml:trace contextRef="#ctx0" brushRef="#br0" timeOffset="36502.0878">27260 1860 0,'0'-24'0,"0"24"0,0 0 0,0 0 16,0-25-16,0 25 0,0 0 0,0 0 0,0-25 0,-24 25 15,24 0-15,0 0 0,0-25 0,0 25 0,0 0 16,0 0-16,0 0 0,0 0 0,0 0 0,0 0 0,0 0 0,0 0 16,0 0-16,0 0 0,-25 0 0,25 0 15,0 0-15,0 0 0,0 0 0,0 0 0,0 0 0,0 25 16,-25-25-16,25 0 0,0 25 0,0-25 0,0 0 0,0 25 15,0-25-15,-25 24 0,25-24 0,0 25 0,0-25 0,0 25 16,0-25-16,0 25 0,0-25 0,0 25 0,0-25 0,0 24 16,0-24-16,0 0 0,0 25 0,0-25 0,0 0 15,0 25-15,0-25 0,0 0 0,0 0 0,0 0 16,25 25-16,-25-25 0,0 0 0,0 0 0,0 0 0,25 0 0,-25-25 15,0 25-15,25 0 0,-25 0 0,0 0 16,24 0-16,-24-25 0,0 25 16,25 0-16,-25-25 0,0 25 0,25 0 0,-25-24 0,0 24 0,0 0 0,25-25 0,-25 25 0,0 0 15,0-25-15,0 25 0,0-25 16,0 25-16,25-25 0,-25 25 78,0 0-78,0-24 0,0 24 0,0-25 0,0 25 0,0 0 0,0-25 0,0 25 0,0 0 0,0 0 0,0-25 0,0 25 0,0 0 0,0 0 0,0 0 0,0-25 0,0 25 0,-25 0 0,25 0 0,0 0 0,0 0 0,0 0 0,0 0 0,-25 0 0,25 0 15,0 0-15,0 0 0,0 0 0,0-24 0,0 24 0,0 0 0,-25 0 0,25 0 0,0 0 0,0 0 0,0 0 0,0 0 16</inkml:trace>
  <inkml:trace contextRef="#ctx0" brushRef="#br0" timeOffset="36819.1058">27434 1389 0,'0'0'16,"25"0"-16,-25 0 0,0 0 0,0 0 0,0 0 0,25 0 0,-25 0 15,0 25-15,0-25 0,24 0 0,-24 0 0,0 0 16,0 0-16,25 25 0,-25-25 0,0 0 0,0 0 0,0 24 15,0-24-15,0 0 0,0 0 0,0 25 0,0-25 16,0 0-16,0 0 0,0 25 0,-25-25 0,25 0 0,0 0 16,-24 25-16,24-25 0,0 0 0,-25 0 46,0 0-46,25 25 0,-25-25 0,25 0 0,-25 0 0,25 0 0,-24 0 0,-1 0 0,25 0 0,-25 0 0,25 0 0,0 0 0,-25 0 0</inkml:trace>
  <inkml:trace contextRef="#ctx0" brushRef="#br0" timeOffset="37213.1285">27880 1067 0,'0'0'16,"0"0"-16,0 0 0,0-25 0,0 25 16,0 0-16,0 0 0,0 0 0,0 0 0,0 0 0,0 0 0,0 0 15,25 0-15,-25 0 0,0 0 0,0 0 16,25 0-16,-25 0 0,25 0 0,-25 0 0,0 0 0,25 0 0,-25 0 0,0 0 15,24 0-15,-24 25 0,0-25 0,25 0 16,-25 0-16,0 0 0,0 24 0,0-24 0,25 0 0,-25 25 0,0-25 16,0 0-16,-25 25 0,25-25 0,0 0 15,0 25-15,0-25 0,-25 25 0,25-25 0,-24 24 0,-1-24 0,25 0 16,-25 25-16,0-25 15,0 0-15,1 25 0,-1-25 0,0 0 0,25 25 0,-25-25 0,0 0 0,1 0 0,-1 0 16,0 0-16,0 0 0</inkml:trace>
  <inkml:trace contextRef="#ctx0" brushRef="#br0" timeOffset="38546.2046">14734 2753 0,'0'0'0,"0"0"16,0 0-16,0 0 0,0 0 0,0 0 0,0 0 0,0 0 0,0 0 15,0 0-15,0 0 0,0 0 0,0 0 0,0 0 16,0 25-16,0-25 0,0 0 0,0 0 0,0 25 15,0-25-15,0 0 0,0 25 0,0-25 0,0 25 0,0-25 0,0 24 16,0 1-16,0-25 78,0 25-78,0 0 0,0 74 31,0-74-15,0-25-16,-25 25 0,25-1 0,0-24 0,0 25 0,0-25 0,0 25 0,0-25 0,0 25 0,0-25 0,0 25 0,0-25 0,-25 0 0,25 24 0,0-24 0,0 0 0,0 0 0,0 0 0,0 25 0,0-25 0,0 0 0,0 0 0,0 0 0,0 0 0,0 0 0,0 0 0,0 0 0,0 0 0,0 0 0,0 0 0,0 0 0,0 0 0,0 0 0,0 0 0,0 0 0,0 0 15,0 0-15,0 0 0,0-25 0,0 25 0,0 0 16,0 0-16,0-24 0,25 24 0,-25 0 0,0-25 16,0 25-16</inkml:trace>
  <inkml:trace contextRef="#ctx0" brushRef="#br0" timeOffset="39299.2478">14808 2853 0,'0'0'0,"0"0"16,0 0-16,0 0 0,0 0 0,0 0 0,0 0 0,0-25 15,0 25-15,0 0 0,0 0 0,0 0 0,0 0 0,0 0 16,0 0-16,0 0 0,0 0 0,0 0 16,0 0-16,25 0 0,-25 0 0,0 0 0,0-25 15,25 25-15,-25 0 0,0 0 0,25 0 0,-25 0 0,0 0 0,25 0 0,-25 0 16,24 0-16,-24 0 0,0 0 0,25 0 0,-25 0 125,50 50-125,-50-50 0,0 0 0,0 24 0,25-24 0,-25 0 0,0 25 0,0-25 0,0 0 0,0 25 0,-25 25 46,0-1-46,0-49 16,25 25-16,-25-25 0,25 25 16,0-25-16,-24 25 0,-1-25 15,25 24-15,-25-24 16,25 0-16,0 0 15,0 0-15,0 0 0,0 0 16,0 0-16,0 0 0,0 0 0,25 0 16,-25 0-16,25 0 15,-25 0-15,0 0 0,0 0 0,24 0 16,-24 25-16,25-25 15,-25 50 1,25-25-16</inkml:trace>
  <inkml:trace contextRef="#ctx0" brushRef="#br0" timeOffset="39562.2625">15304 2704 0,'0'0'0,"0"0"0,0 0 0,0 0 0,0 0 0,0 0 15,0 0-15,0 0 0,0 0 0,0 0 16,0 0-16,0 0 16,0 0-16,0 25 15,-24-25-15,24 0 0,0 0 0,0 24 16,0-24-16</inkml:trace>
  <inkml:trace contextRef="#ctx0" brushRef="#br0" timeOffset="40724.3293">15404 2654 0,'0'0'15,"0"0"-15,0 0 0,0 0 0,0 0 0,0 0 16,0 0-16,0 0 16,0 0-16,0 0 0,0 0 0,0-25 0,0 25 0,0 0 0,0 0 0,0 0 0,0 0 0,0 0 15,25 0-15,-25 0 0,0 0 156,0-25-156,0 25 0,0 0 0,0 0 0,0 25 0,-25-25 0,25 0 0,0 0 0,0 0 0,0 0 0,0 25 0,0-25 0,0 0 16,0 0-16,0 25 0,-25-25 0,25 25 0,0-25 0,0 0 0,0 25 0,-25-25 0,25 24 15,0 1-15,0-25 0,0 25 0,-25-25 0,25 25 0,0-25 0,0 25 0,-25-25 0,25 24 0,0-24 0,0 25 0,0-25 0,-24 0 0,24 25 0,0-25 0,0 0 0,0 25 16,-25-25-16,25 0 0,0 0 0,0 25 0,0-25 0,0 0 0,0 0 0,0 0 0,0 0 0,0 0 0,0 0 0,0 0 0,0 0 0,0 0 16,0 0-16,0 0 0,0 0 0,0 0 15,0 0-15,0 0 0,0 0 0,0 0 0,0 0 16,0 0-16,0 0 0,0 0 0,0 0 0,0 0 0,0 0 0,0 0 15,0 0-15,25 0 0,-25-25 16,0 25-16,0 0 0,0 0 0,24 0 0,-24 0 0</inkml:trace>
  <inkml:trace contextRef="#ctx0" brushRef="#br0" timeOffset="41288.3615">15726 3101 0,'0'-25'0,"-25"25"0,25 0 0,0 0 0,0 0 0,0 0 0,0 0 0,0 0 0,0 0 0,0 0 0,0 0 0,0-25 0,-24 25 15,24 0-15,0 0 0,0 0 0,0 0 0,0 0 0,0 0 0,0 0 0,24 0 0,-24 0 16,0 0-16,0 0 0,0 0 15,0 0-15,0 0 0,0 0 0,0 0 0,0 0 0,0 0 0,25 0 16,-25 0-16,0 0 0,0 0 0,25 0 0,-25 0 0,0 0 16,25 0-16,-25 0 0,25 0 0,-25 0 0,24 0 15,-24 0-15,25 0 0,-25 0 0,25 0 0,-25 0 0,25 0 16,-25 0-16,25 0 0,-25 0 0,0 0 0,24 0 15,-24 0-15,0 0 0,0 0 0,25 0 16,-25 0-16,0 0 0,0 0 0,0 0 0,0 0 0,0 0 0,0 0 16,0 0-16,0 0 0,25 0 0,-25 0 15</inkml:trace>
  <inkml:trace contextRef="#ctx0" brushRef="#br0" timeOffset="41570.3777">15776 3299 0,'0'0'0,"0"25"15,0-25-15,0 0 0,0 0 0,0 0 0,0 0 0,0 0 16,0 0-16,0 0 0,0 0 0,0 0 0,0 0 15,0 0-15,0 0 0,0 0 0,0 0 16,0 0-16,25-25 0,-25 25 0,0 0 0,24 0 0,-24 0 0,25 0 0,-25 0 16,25 0-16,-25 0 0,25 0 0,-25 0 0,25 0 15,-25 0-15,24 0 0,-24 0 0,25 0 16,-25 0-16,25 0 0,0 0 0,-25 0 0,25 0 0,-1 0 15,-24 0-15,25 0 0,-25 0 0</inkml:trace>
  <inkml:trace contextRef="#ctx0" brushRef="#br0" timeOffset="42575.4352">16570 2778 0,'0'0'0,"0"0"0,0 0 16,0 0-16,0 0 0,0-25 0,0 25 0,0 0 0,0 0 15,0 0-15,-25 0 0,25 0 0,0 0 0,0-24 0,0 24 16,0 0-16,0 0 0,0 0 0,0 0 15,0 0-15,0 0 0,0 0 0,0 0 47,-25 49 62,25-49-109,0 0 0,-25 0 0,25 0 0,0 25 0,0-25 0,0 0 0,0 0 0,0 25 0,0-25 0,0 0 0,0 0 0,0 25 0,0-25 0,0 0 0,0 0 0,0 24 0,0-24 0,25 0 0,-25 0 0,0 25 0,0-25 16,0 0-16,0 0 0,0 25 0,25-25 0,-25 0 0,0 25 0,0-25 0,0 0 0,25 0 0,-25 25 0,0-25 0,0 0 0,24 0 0,-24 24 0,0-24 0,0 0 16,0 0-16,0 25 0,0-25 0,25 0 0,-25 0 0,0 25 0,0-25 0,0 0 15,0 0-15,0 25 0,0-25 0,0 0 16,0 0-16,0 25 0,0-25 0,0 0 0,0 0 0,0 0 15,0 0-15,0 0 0,0 24 0,0-24 0,0 0 16,-25 0-16,25 0 0,0 0 0,0 0 0,-24 0 0,24 25 0,0-25 16,0 0-16,-25 0 0,25 0 0,0 0 15,0 0-15,-25 0 0,25 0 0,0 0 0,0 0 0,-25 0 16,25 0-16,0 0 0,0 0 0,0 0 0,0 0 0,0 0 15,-25 0-15,25 0 0,0 0 0,0 0 0,0 0 16,0 0-16,0 0 0,25 0 0,-25 0 0,0 0 0,0 0 16,0 0-16,0 0 0,0 0 0,25 0 15,-25 0-15,0 0 0,0 0 0,0 0 0,25 0 0,-25 0 0,0 0 16,0 0-16,0 0 0,0 0 0,25 0 15,-25 0-15,0 0 0,0 0 0,24 0 0,-24 25 0,0-25 0,0 0 16,25 0-16,-25 0 0,0 25 0,0-25 16,0 0-16,25 0 0,-25 25 0,0-25 0,0 24 0,0-24 0,0 0 15,0 25-15,0-25 0,0 25 0,0-25 0,0 0 16,0 25-16,0-25 156,-50 173-156,50-173 0,0 0 0,0 0 0,0 0 0,0 0 0,0 0 0,0 0 0,0 0 0,0 0 0,0 0 0,0 0 0,0 0 0,0 0 0,0 0 0,0 0 0,0-24 0,0 24 0,0 0 0,0 0 0,0 0 0,0-25 0,0 25 0,0 0 0,0 0 0,0 0 15,0-25-15</inkml:trace>
  <inkml:trace contextRef="#ctx0" brushRef="#br0" timeOffset="43279.4753">16818 3076 0,'0'0'16,"0"0"-16,0 0 0,0 0 0,0 0 0,0 0 0,0 0 0,0 0 16,0 0-16,0 0 0,0 0 0,0 0 0,0 0 15,0 0-15,0 0 0,0 0 0,0 0 0,0 0 16,0 0-16,0 0 0,0 0 0,0 0 0,0 0 15,0 0-15,0 0 0,0 0 0,24 25 0,-24-25 0,0 0 16,0 0-16,0 24 0,0-24 78,0 0-78,0 25 0,0-25 0,0 0 0,25 25 0,-25-25 0,0 0 0,0 25 0,0-25 0,0 25 16,0-25-16,0 24 0,0-24 0,25 25 0,-25-25 0,0 25 0,0-25 0,0 25 0,0-25 0,0 0 15,0 25-15,0-25 0,0 24 0,25-24 0,-25 0 0,0 0 0,0 25 0,0-25 0,0 0 0,0 0 0,0 0 0,0 0 0,0 25 0,0-25 0,0 0 0,0 0 0,0 0 16,0 0-16,0 0 0,0 0 0,0 0 0,0 0 0,0 0 0,25 0 0,-25 0 0,0-25 0,0 25 15,0 0-15,0 0 0,24 0 0,-24 0 16,0-25-16,0 25 0,0 0 0,25-24 0,-25 24 0,0 0 16,0-25-16,25 25 0,-25-25 0,0 25 15,0-25-15,25 25 0,-25-25 0,0 1 0,0 24 0,0-25 0,25 0 0,-25 25 16,0-25-16,0 25 0,0-25 15,24 25-15,-24-24 0,0 24 0,0 0 0,0-25 0,0 25 0,0 0 16,0 0-16,0 0 0,0 0 0,0-25 0,25 25 0,-25 0 16,0 0-16,0 0 0,0 0 0,0 0 15,0 0-15,0 0 0,0 0 0,0 0 0,0 0 16,0 0-16,0 0 0,0 0 0,0 0 0,0 0 0,0 0 0,0 0 15,0 0 17,0 0-32,0 0 0,0 0 0,0 0 0,0 0 0,0 0 0,0 0 0,0 0 0,0 0 0,0 0 15,0 0-15,0 0 0,0 0 0,0 0 0,0 0 0,0 0 0,0 0 109</inkml:trace>
  <inkml:trace contextRef="#ctx0" brushRef="#br0" timeOffset="43763.5029">17090 3448 0,'0'0'15,"0"0"-15,0 0 0,0 0 0,0 0 0,0 0 16,0 25-16,0-25 0,0 0 0,0 0 15,0 0-15,0 0 0,0 0 0,0-25 0,0 25 0,0 0 0,0 0 0,25 0 16,-25 0-16,0 0 0,0-25 16,0 25-16,0 0 0,25 0 0,-25-25 0,0 25 0,0 0 0,0 0 15,0-25-15,25 25 0,-25 0 0,0-24 16,0 24-16,0 0 0,0-25 0,25 25 0,-25 0 0,0 0 0,0-25 15,0 25-15,0 0 0,0-25 0,0 25 0,0 0 16,0 0-16,24-25 0,-24 25 0,0 0 0,0 0 16,0 0-16,0 0 0,0 0 0,0 0 0,0 0 0,0 0 0,0 0 15,0 0-15,0 0 0,0 0 0,0 0 16,0 0-16,0 0 0,0 0 0,0 0 0,0 25 15,0-25-15,0 0 0,0 0 0,0 0 0,0 25 16,0-25-16,0 0 0,0 25 0,0-25 0,0 0 0,0 25 0,0-25 16,0 24-16,0-24 0,0 0 0,0 25 0,0-25 15,0 25-15,0-25 0,0 0 0,0 25 0,0-25 0,0 0 16,0 25-16,0-25 0,0 0 0,0 24 0,0-24 15,0 0-15,0 25 0,0-25 156,0 50-156,0-50 0,0 0 0,0 0 0,0 0 0,0 0 0,0 0 0,0 0 0,0 0 0,0 0 0,0 0 0,0 0 0,0-25 0,0 25 0,0 0 0,0 0 0</inkml:trace>
  <inkml:trace contextRef="#ctx0" brushRef="#br0" timeOffset="44122.5232">17636 3274 0,'0'0'0,"0"0"0,0 0 0,0 0 0,0 0 0,0 0 0,0 0 0,0 0 15,0 0-15,0 0 0,0 0 16,0 0-16,0 0 0,0 0 0,0 0 78,0 0-16,0 0-62,0 0 16,0 0-16,0 0 0,-25 0 0,25 0 0</inkml:trace>
  <inkml:trace contextRef="#ctx0" brushRef="#br0" timeOffset="44508.5456">17686 3597 0,'0'0'0,"0"0"0,0 0 0,0 0 0,0 0 0,0 0 0,0 0 0,25 0 0,-25 0 0,0 0 0,0 0 0,0 24 0,0-24 16,24 0-16,-24 0 0,0 0 0,0 0 15,0 25-15,25-25 0,-25 0 0,0 0 0,0 25 0,0-25 16,25 0-16,-25 0 0,0 25 0,0-25 0,0 0 0,0 25 15,0-25-15,0 0 0,-25 0 0,25 25 16,0-25-16,0 0 0,-25 24 0,25-24 0,-24 0 0,24 0 0,-25 0 16,0 25-16,25-25 0,-25 0 0,0 0 15,25 0-15,-24 0 0,24 0 0,-25 0 0,0 0 0,25 0 0,-25 0 16</inkml:trace>
  <inkml:trace contextRef="#ctx0" brushRef="#br0" timeOffset="45310.5912">18083 3076 0,'0'0'16,"0"-25"-16,0 25 0,0 0 0,0 0 0,0 0 0,0 0 0,0 0 15,0 0-15,0-25 0,0 25 0,0 0 16,0 0-16,0 0 0,0 0 0,0 0 0,0 0 15,0 0-15,0 0 0,0 0 0,0 0 16,0 0-16,0 0 0,0 0 0,24 0 0,-24 0 0,0 0 0,0 0 0,0 0 16,0 0-16,0 25 0,0-25 0,25 0 0,-25 25 15,0-25-15,0 0 0,0 25 0,25-25 0,-25 24 0,0-24 16,0 25-16,0 0 0,0-25 0,25 25 15,-25-25-15,0 25 0,0-1 0,0-24 0,0 25 0,0-25 0,0 25 16,0-25-16,25 25 0,-25-25 16,0 25-16,0-25 0,0 0 0,0 24 78,24 26-16,-24-50-62,0 0 0,0 0 16,25-25-16,-25 25 0,0 0 0,0 0 0,0 0 0,25-25 0,-25 25 0,0 0 0,0-24 0,25 24 0,-25-25 0,0 25 0,0-25 0,25 25 0,-25-25 0,0 0 0,0 25 0,0-24 0,24-1 15,-24 25-15,0-25 0,0 0 0,25 25 0,-25-25 0,0 25 0,0-24 0,0 24 0,0-25 0,0 25 0,0 0 0,25-25 0,-25 25 0,0 0 0,0 0 0,0 0 0,0 0 0,0 0 0,0 0 16,0-25-16,0 25 0,0 0 0,0 0 0,0 0 0,0 0 0,0 0 0,0 0 15,0 0-15,0 0 0,0 0 0,0 0 0,0 0 16,0 0-16,0 0 0,0 0 0,0 0 0,0 0 0,0 0 16,0 0-16,0 0 0,0 0 0,0 0 15,0 0-15,0 0 0,0 0 0,0 0 0,0 0 0,0 0 0,0 0 16,25 0-16,-25 0 0,0 0 15,0 0-15</inkml:trace>
  <inkml:trace contextRef="#ctx0" brushRef="#br0" timeOffset="45922.6265">18455 3398 0,'0'0'0,"-25"0"0,25 0 0,0 0 16,0 0-16,0 0 0,0 0 0,0 0 16,0 0-16,0 0 0,0 0 0,0-25 0,0 25 0,0 0 0,0 0 15,25 0-15,-25 0 0,0 0 0,0 0 156,74 0-156,-74 0 0,0 25 0,0-25 0,0 0 0,0 0 0,0 0 0,0 0 0,0 25 0,0-25 0,0 0 0,0 0 0,0 25 0,0-25 0,-25 0 0,25 0 0,0 25 0,0-25 16,0 0-16,0 24 0,-25-24 0,25 0 0,0 25 0,0-25 0,0 0 0,-24 0 0,24 25 0,0-25 0,-25 0 0,25 25 0,0-25 0,0 0 0,-25 0 0,25 0 0,0 25 0,0-25 0,0 0 0,0 0 0,0 0 0,0 0 0,0 24 0,-25-24 0,25 0 15,0 0-15,0 0 0,0 0 0,25 0 0,-25 0 16,0 0-16,0 0 0,0 0 0,0 25 0,0-25 16,0 0-16,0 0 0,25 0 0,-25 0 0,0 0 0,0 0 15,25 0-15,-25 0 0,0 0 0,24 0 16,-24 0-16,25 0 0,-25 0 0,25 25 0,-25-25 0,25 0 0,-25 0 15,25 0-15,-25 0 0,25 0 0,-25 0 0,24 0 16,-24 0-16,25 0 0,-25 0 0,0 0 0,25 0 0,-25 0 16,0 0-16,25 0 0,-25 0 0,0 0 15,0 0-15,0 0 0,0 0 0,0 0 0,0 0 0,0 0 16,0-25-16,0 25 0,25 0 0,-25 0 0,0 0 15</inkml:trace>
  <inkml:trace contextRef="#ctx0" brushRef="#br0" timeOffset="46236.6446">19050 3324 0,'0'0'15,"0"0"-15,0 0 0,0 0 0,0 0 0,0 0 0,0 0 0,0 0 16,0 0-16,0 0 0,0 0 0,0 0 15,0 0-15,0 0 0,0 0 0,0 0 0,0 0 0,25 0 16,-25 0-16,0 0 0,0 0 0,0 0 16,0 0-16,0 0 0,0 0 0,0 0 0,0 25 0,0-25 15,0 0-15,0 0 0,0 0 0,0 0 0,0 0 0,0 0 16,0 0-16,0 24 0,0-24 0</inkml:trace>
  <inkml:trace contextRef="#ctx0" brushRef="#br0" timeOffset="46448.6567">19100 3522 0,'0'0'0,"0"0"0,0 0 0,0 0 0,0 25 16,0-25-16,0 0 0,24 0 0,-24 0 16,0 25-16,0-25 0,25 0 0,-25 0 0,0 25 0,25-25 0,-25 0 15,0 24-15,0-24 0,25 0 16,-25 25-16,0-25 0,0 0 0,0 25 0,25-25 0,-25 0 0,0 25 0,-25-25 15,25 0-15,0 0 0,0 25 16,0-25-16,-25 0 0,25 0 0,-25 25 0,25-25 0,-25 0 0,25 0 16,-24 0-16,-1 24 0,25-24 0,-25 0 0,0 0 15,25 0-15,-25 0 0,25 0 0</inkml:trace>
  <inkml:trace contextRef="#ctx0" brushRef="#br0" timeOffset="46883.6815">19645 3448 0,'0'0'15,"0"0"-15,0 0 0,0 0 0,0 0 16,0 0-16,0 0 16,0 0-16,0 0 0,0 0 15,0 0-15,0 0 16,0 0-16,0 0 15,0 0-15,0 0 16,0 0-16,0 0 16,0 0-16,0 0 0,0 0 15,0 0-15,0 0 16,0 0-16,0-25 0,0 25 15,25 0-15,-25 0 0,0 0 16</inkml:trace>
  <inkml:trace contextRef="#ctx0" brushRef="#br0" timeOffset="47681.7268">19869 3423 0</inkml:trace>
  <inkml:trace contextRef="#ctx0" brushRef="#br0" timeOffset="48338.7648">21059 3349 0,'0'0'0,"0"0"0,0 0 0,0 0 0,0 0 0,0 0 16,25 0-16,-25 0 0,0 0 16,0 0-16,0 0 0,0 0 0,0 0 0,0-25 0,0 25 0,0 0 46,0 0-46,0 0 0,0 0 0,0 0 0,0 0 16,0 0-16,0 0 0,0 0 0,0 0 0,0 0 0,0 0 0,0 0 0,0 0 0,0 0 0,0 0 0,25 0 16,-25 0-16,0 0 0,0 0 0,0 0 0,0 0 0,0 0 0,0 0 15,0 0-15,0 0 0,0 0 0,0 0 0,0 0 0,25 0 0,-25 0 0,0 0 0,0 0 0,0 0 16,0 0-16,0 0 0</inkml:trace>
  <inkml:trace contextRef="#ctx0" brushRef="#br0" timeOffset="48683.7845">21059 3621 0,'0'0'0,"0"25"0,0-25 16,0 0-16,25 0 0,-25 0 0,0 0 0,0 0 16,0 0-16,0 25 0,0-25 0,0 0 0,0 0 0,25 0 0,-25 0 15,0 25-15,0-25 0,0 0 0,0 0 16,25 25-16,-25-25 0,0 0 31,24 25-31,-24-25 0,0 0 0,0 24 16,0-24-16,25 0 0,-25 25 0,0-25 0,0 0 0,0 25 0,0-25 0,0 0 0,0 0 0,0 25 0,0-25 0,-25 0 0,25 25 0,0-25 0,-24 0 15,24 0-15,0 0 0,-25 24 0,25-24 0,0 0 16,-25 0-16,25 0 0,-25 25 0,25-25 0,0 0 15,0 0-15,-25 0 0,25 0 0,0 0 0,0 0 0,0 0 0,0 0 16,0-25-16,0 25 0,0 0 0</inkml:trace>
  <inkml:trace contextRef="#ctx0" brushRef="#br0" timeOffset="49424.8269">21729 3150 0,'0'0'0,"0"-25"0,0 25 15,0 0-15,25 0 0,-25-24 0,0 24 0,0 0 16,0 0-16,0 0 0,0 0 0,0 0 16,0 0-16,0-25 0,0 25 0,0 0 0,0 0 0,0 0 0,0 0 15,0 0-15,0 0 0,0 0 0,0 0 0,0 0 16,0 0-16,0 25 0,0-25 0,0 0 15,0 0-15,0 0 0,0 0 0,0 0 0,25 24 0,-25-24 0,0 0 0,0 25 16,0-25-16,0 25 0,0-25 0,0 25 125,24 99-125,-24-99 0,0-1 0,0-24 0,0 25 0,0 0 0,0 0 0,0-25 0,0 25 0,0-1 0,0-24 0,0 25 0,0-25 0,0 25 0,0 0 0,0-25 0,0 25 0,25-25 0,-25 0 0,0 24 0,0-24 0,0 0 0,0 0 15,0 25-15,0-25 0,0 0 0,0 0 0,0 0 0,0 0 0,0 0 0,0 0 0,0 0 0,0 0 0,0 0 0,0 0 0,0 0 0,0 0 0,25 0 0,-25 0 0,0-25 0,0 25 0,0 0 0,25 0 16,-25-24-16,0 24 0,25 0 16,-25-25-16,0 25 0,24-25 0,-24 25 0,25-25 0,-25 0 0,0 25 0,25-24 15,-25-1-15,25 25 0,-25-25 0,25 0 16,-25 0-16,0 1 0,24 24 0,-24-25 0,0 0 0,25 0 15,-25 25-15,0-25 0,0 1 0,0 24 0,25-25 16,-25 25-16,0 0 0,0-25 0,0 25 0,0 0 0,0 0 16,0-25-16,0 25 0,0 0 0,0 0 15,0 0-15,0 0 0,0 0 0,0 0 0,25 0 0,-25 0 0,0 0 16,0 0-16,0 0 0,0 0 0,0 0 0,0 0 15,0 0-15,0 0 0,0-25 0,0 25 0,0 0 16,0 0-16,0 0 0,0 0 0,0 0 0,0 0 16,0 0-16,0 0 0,0 0 0,0 0 0,0 0 0,0 0 0,0 0 15,0 25-15,0-25 0,0 0 0,0 0 0,25 0 16,-25 0-16</inkml:trace>
  <inkml:trace contextRef="#ctx0" brushRef="#br0" timeOffset="50469.8867">22175 3597 0,'0'0'16,"0"0"-16,0 0 0,0-25 0,0 25 0,0 0 16,0 0-16,0 0 0,0 0 0,0 0 15,0 0-15,0 0 0,0 0 0,0 0 0,25 0 0,-25 0 16,0 0-16,0 0 0,0 0 0,0 0 0,0 0 0,0 0 15,0 0-15,0 25 0,0-25 0,0 0 0,0 0 16,0 0-16,0 24 0,0-24 0,0 0 0,0 25 0,25-25 16,-25 0-16,0 0 0,0 25 0,0-25 46,0 0-46,0 25 0,0-25 0,0 0 32,0 25-32,0-25 15,0 0-15,0 25 0,0-25 0,0 0 0,0 0 0,0 24 0,0-24 0,0 0 0,0 0 47,0 0-47,0 25 0,0-25 0,0 0 0,0 0 0,0 0 0,0 0 0,0 0 0,0 0 0,0 0 0,0 0 0,0 0 0,0 0 0,0 0 0,0 0 0,0 0 0,0 0 0,0 0 0,0 0 0,0 0 0,0 0 0,0 0 0,0 0 0,0 0 0,0 0 0,0 0 0,0-25 0,0 25 0,0 0 0,0 0 0,0-24 16,0 24-16,0 0 0,0-25 0,0 25 0,0 0 0,0-25 0,0 25 0,0-25 0,0 25 15,25-25-15,-25 25 0,0 0 0,0-25 0,0 25 0,0 0 16,25-24-16,-25 24 0,0 0 0,0 0 15,0 0-15,24-25 0,-24 25 0,0 0 0,0 0 0,0 0 0,0 0 16,25 0-16,-25 0 0,0 25 0,0-25 0,0 0 16,25 0-16,-25 0 0,0 0 0,0 0 15,0 0-15,25 24 0,-25-24 0,0 0 0,0 0 0,0 25 0,0-25 16,0 0-16,0 25 0,0-25 0,0 0 15,0 0-15,0 25 0,0-25 32,0 0-32,0 25 0,0-25 0,0 0 0,0 0 0,0 0 0,0 25 0,0-25 0,0 0 0,0 0 0,0 0 0,0 0 0,0 0 0,0 24 0,0-24 15,0 0-15,0 0 0,0 0 0,0 0 16,0 0-16,0 0 0,0 0 0,0 0 0,0 0 15,0 0-15,0 0 0,0 0 0,0 0 0,0 0 0,0 0 0,0 0 16,0-24-16,0 24 0,0 0 0,0 0 16,0 0-16,0 0 0,0-25 0,25 25 0,-25 0 0,0 0 15,0-25-15,0 25 31,24 0-31,-24 0 0,0-25 0,0 25 125,100 0-125,-100 25 0,0-25 0,0 0 0,0 0 0,0 0 0,0 25 0,0-25 0,0 0 0,0 0 0,0 25 0,0-25 0,0 0 0,0 24 0,0-24 0,0 0 0,0 0 16,0 0-16,0 25 0,0-25 0,0 0 0,0 0 0,0 0 0,0 0 0,0 0 0,0 0 0,0 0 0,0 0 0,0 0 0,0 0 0,0 0 0,0 0 15,0 0-15,0 0 0,0 0 0,0 0 0,0 0 0,0 0 0,24-25 0,-24 25 0,0 0 0,25 0 0</inkml:trace>
  <inkml:trace contextRef="#ctx0" brushRef="#br0" timeOffset="51973.9727">22895 2877 0,'0'0'15,"0"0"-15,0 0 0,0 0 0,0 0 0,0 0 0,0 0 0,0 0 16,0 0-16,0 0 0,0 0 0,0 0 15,0 0-15,0 0 0,0 0 0,0 0 0,0 0 0,0 0 0,0 0 16,0 0-16,0 0 0,0 0 0,0 0 0,0 0 16,0 0-16,0 0 0,0 0 0,0 0 15,0 0-15,0 0 0,0 0 0,0 0 0,0 0 0,0 0 0,0 0 16,0 0-16,0 0 0,0 0 0,0 0 15,0 0-15,0 0 0,0 0 0,0 25 0,0-25 0,0 0 16,0 0 156,0 273-157,0-248-15,25 0 16,-25-25-16,0 0 0,0 24 0,0-24 15,24 0-15,-24 25 0,25-25 16,-25 0-16,0 0 0,25 0 16,-25 0-16,0 0 0,0 25 0,0-25 0,0 0 0,0 0 15,0 0 1,0 0-16,0 0 15,0 0-15,0 0 16,0 0-16,0 0 0,0 0 16,0 0-16,0 0 15,0 0-15,-25 0 16,25 0-16,0 0 0,0 0 15,-25 0-15,25 0 0,0 0 0,0 25 0,-24-25 16,24 0-16,0 25 16,-25-25-16,25 24 15,0 1-15,0 0 0,0-25 0,0 0 0,25 149 375</inkml:trace>
  <inkml:trace contextRef="#ctx0" brushRef="#br0" timeOffset="54267.1039">2108 4762 0,'25'0'0,"-25"0"0,0 0 0,0 0 0,0 0 0,0 0 16,0 0-16,0 0 0,0 0 0,0 0 0,0 0 0,0 0 15,0 0-15,0 0 0,0 0 0,0 0 16,0 0-16,0 0 0,0 0 0,0 0 0,0 0 0,0 0 0,0 0 15,0 0-15,0 0 0,0 0 0,0 0 16,0 0-16,0 0 0,0 0 328</inkml:trace>
  <inkml:trace contextRef="#ctx0" brushRef="#br0" timeOffset="56634.2392">2208 4812 0,'0'0'280,"0"-25"-280,0 25 0,0 0 0,0 0 359,173-248 47,-198 199-359,174 49-32,-124 0-15,0 0 0,24 0 16,-24 0-16,0 0 0,0 0 15,25-25-15,-50 25 0,24 0 16,1 0-16,0 0 16,-25 0-16,25 0 0,-25 0 15,0 0-15,0 0 0,0 0 0</inkml:trace>
  <inkml:trace contextRef="#ctx0" brushRef="#br0" timeOffset="63680.6423">2406 4465 0,'0'0'15,"0"0"-15,0 0 0,0 0 0,0 0 0,-25 0 16,25 0-16,0 0 0,0 0 0,0 0 0,0 0 15,0 0-15,0 0 0,0 0 0,0 0 0,0 0 16,0 0-16,0 0 0,0 0 0,0 0 0,0 0 0,0 0 0,0 0 16,0 0-16,0 0 0,0 0 0,0 0 15,0 0-15,0 0 0,0 0 0,0 0 0,0 0 0,0 0 0,0 0 16,0 0 124,0 25-124,0-25-16,0 0 15,0 24-15,0 1 0,0-25 0,0 50 16,0-1-16,0 51 16,0-26-1,0 1-15,0-51 0,0 1 0,0 0 0,0-25 16,0 25-16,0 0 15,0-1-15,0-24 0,0 50 0,0-50 16,0 25-16,0 0 0,0-25 16,0 0-16,0 24 0,0-24 15,0 0 172</inkml:trace>
  <inkml:trace contextRef="#ctx0" brushRef="#br0" timeOffset="65122.7248">2307 4564 0,'0'0'16,"0"0"-16,0 0 0,0 0 0,-25 0 0,25 0 15,0 0-15,0 0 0,0-25 0,0 25 0,0 0 0,0 0 16,0 0-16,0 0 0,0 0 0,0 0 0,0 0 0,0 0 16,0 0-16,0-25 0,0 25 0,0 0 15,0 0-15,0 0 0,0 0 0,0 0 0,0 0 0,0 0 0,0 0 0,0 0 16,0 0-16,0 0 0,0 0 0,0 0 0,0 0 15,0 0-15,0 0 0,0 0 0,0 0 0,0 0 16,0 0-16,0 0 0,25 0 0,-25 0 16,0 0-16,0 0 0,0 0 0,0 0 93,0-24-93,0 24 0,0 0 0,0 0 0,0 0 0,0 0 0,0 0 0,0 0 0,0 0 0,0 0 0,25 0 0,-25 0 0,0 0 16,0 0-16,0 0 0,0 0 0,0 0 0,0 0 0,24 0 0,-24 0 0,0-25 0,0 25 0,0 0 0,0 0 0,0 0 15,25 0-15,-25 0 0,0 0 0,0 0 0,0 0 0,25 0 0,-25 0 0,0 0 0,0-25 0,25 25 0,-25 0 0,0 0 0,0 0 0,25 0 0,-25 0 0,0 0 0,24 0 0,-24 0 0,0-25 0,0 25 16,25 0-16,-25 0 0,0 0 0,25 0 16,-25 0-16,25 0 0,-25 0 15,25-25-15,-25 25 0,24 0 0,-24 0 0,25 0 0,-25 0 0,25 0 0,-25 0 0,25 0 0,-25-24 16,25 24-16,-25 0 0,25 0 0,-25 0 15,24 0-15,-24 0 0,0 0 0,25 24 0,-25-24 0,0 0 16,25 0 62,25 100-16,-50-100-62,0 0 0,0 24 0,0-24 0,0 0 0,0 25 0,-25-25 0,25 25 0,0-25 0,0 0 0,0 25 0,0-25 0,0 0 0,-25 25 0,25-25 0,0 0 0,0 0 0,-25 24 0,25-24 0,0 0 0,-25 25 0,25-25 0,0 0 0,-24 25 0,24-25 0,0 0 0,-25 0 16,25 0-16,0 25 0,-25-25 0,25 0 0,0 0 0,0 0 0,-25 0 0,25 0 0,0 0 0,-25 0 16,25 0-16,0 0 0,0 0 0,-25 0 0,25 0 0,0 0 0,0 0 0,0 0 0,0 0 0,0 0 15,-24 0-15,24 0 0,0 0 0,0 0 0,0 0 0,0 0 16,0 0-16,0 0 15,0 0-15,0 0 0,0 0 0,0 0 0,0 0 0,0 0 0,0 0 0,0 0 0,0 0 16,0 0-16,0 0 0,0 0 0,0 0 16,0 0-16,0 0 0,0 0 0,0 0 0,0 0 0,0 0 15,0 0-15,0 25 0,0-25 0,0 0 0,0 0 0,0 0 0,0 0 16,0 24-16,0-24 0,0 0 0,0 0 15,0 0-15,0 0 0,0 0 0,0 0 0,0 0 0,0 0 0,0 0 16,0 0-16,0 0 0,0 0 0,0 0 16,0 0-16,0 0 0,0 0 0,0 0 0,0 0 0,0 0 0,0 0 156,124-74-156,-124 74 0,0 0 0,25-25 0,-25 25 0,0 0 0,24 0 0,-24 0 0,0 0 0,25 0 0,-25-25 0,0 25 15,0 0-15,0 0 0,0 0 0,25 0 0,-25 0 0,0 0 0,0 0 0,0 0 0,0 0 0,0 0 16,0 25-16,0-25 0,25 0 0,-25 0 0,0 0 0,0 0 0,0 0 0,0 0 0,0 0 0,0 25 0,0-25 0,0 0 0,25 0 0,-25 0 0,0 0 0,0 25 0,0-25 0,0 0 0,0 0 0,24 25 0,-24-25 0,0 0 0,0 24 0,0-24 15,0 0-15,0 25 0,0-25 16,25 0-16,-25 25 0,0-25 0,0 0 0,0 25 0,0-25 0,0 0 0,0 0 16,0 25-16,0-25 0,0 0 0,0 0 0,0 25 15,0-25-15,0 0 0,0 0 0,0 24 0,0-24 16,0 0-16,0 0 0,0 0 0,0 25 0,0-25 0,0 0 15,0 0-15,0 0 0,0 25 0,0-25 0,0 0 16,0 0-16,0 0 0,-25 0 0,25 0 0,0 25 16,0-25-16,0 0 0,0 0 0,0 0 0,-24 0 15,24 0-15,0 0 0,0 25 0,-25-25 0,25 0 0,0 0 16,0 0-16,-25 0 0,25 0 0,-25 24 0,25-24 0,0 0 15,-25 0-15,25 0 0,0 0 0,-24 0 0,24 0 16,0 0-16,-25 0 0,25 0 0,0 0 0,-25 0 0,25 0 16,0 0-16,0 0 0,-25 0 0,25 0 0,0 0 15,0 0-15,0 0 0,0 0 0,0 0 0,-25 0 0,25-24 16,0 24-16,0 0 0,0 0 0,0 0 0,0 0 15,0 0-15,0 0 0,-25 0 0,25-25 0,0 25 0,0 0 0,0 0 16,0 0-16,0 0 0,0 0 0,-24 0 156,48-25-156,-24 25 0,0 0 0,25 0 0,-25-25 0,25 25 0,-25 0 0,0 0 0,25 0 0</inkml:trace>
  <inkml:trace contextRef="#ctx0" brushRef="#br0" timeOffset="66071.7791">3225 4887 0,'0'0'0,"0"0"0,0 0 0,0 0 0,-25 0 78,25 0 0,0 0-78,0 0 0,0 0 0,0 0 0,0 0 0,0 0 0,0 0 16,0 0-16,0 0 0,0 0 0,0-25 0,0 25 0,0 0 0,0 0 0,0 0 0,0-25 0,25 25 0,-25 0 0,0-25 0,0 25 0,0 0 0,0 0 0,0-25 0,24 25 0,-24 0 0,0-25 0,0 25 0,0-24 0,0 24 0,0-25 0,0 25 0,0 0 16,0-25-16,25 25 0,-25-25 0,0 25 0,0-25 0,0 25 15,0-24-15,0 24 0,0-25 0,0 25 0,0 0 0,0-25 0,0 25 0,0 0 0,0-25 0,0 25 0,0 0 16,0 0-16,0 0 0,0 0 0,0 0 0,0 0 0,0 0 0,0 0 0,0 0 15,0 0-15,0 0 0,0 0 16,0 0-16,0 0 0,0 0 0,0 0 0,0 0 0,0 0 16,0 0-16,0 0 0,0 0 0,0 0 0,0 0 0,0 0 15,0 0-15,0 25 0,0-25 0,0 0 0,0 0 16,0 25-16,0-25 0,0 25 0,0-25 0,25 0 0,-25 24 15,0-24-15,0 25 0,0-25 0,0 25 0,0-25 16,0 25-16,0-25 0,0 25 0,25-25 0,-25 24 0,0-24 16,0 25-16,0-25 0,0 0 0,0 25 0,0-25 46,0 99 32,0-99-78,0 0 0,25 0 0,-25 25 0,0-25 0,0 0 0,0 0 0,0 25 0,0-25 0,0 0 0,0 0 0,0 74 78,0-74-62,0 0-16,0 0 0,0 0 0,0 0 0,0 0 0,0 0 0,0 0 0,0 0 0,24 0 0,-24 0 0,0 0 0,0 0 0,0 0 0,0 0 16,0 0-16,0-24 0,0 24 0,0 0 0,0-25 0,0 25 0,0 0 0,0-25 0,0 25 0</inkml:trace>
  <inkml:trace contextRef="#ctx0" brushRef="#br0" timeOffset="66442.8003">4018 4688 0,'0'0'0,"0"0"0,0 0 0,0 0 16,0 0-16,0 0 0,0 0 0,0 0 0,0 0 0,0 0 15,0 0-15,0 0 0,0 0 0,0 0 16,0 0-16,0 0 0,0 0 0,0 0 0,0 0 0,0 0 0,0 0 16,0 0-16,0 0 0,0 0 0,0 0 46,0 0-46,0 0 0,0 0 0,25 0 0,-25 0 0,0 0 0,0 0 0,0 0 0,0 0 0,0 0 0,0 25 0,0-25 0</inkml:trace>
  <inkml:trace contextRef="#ctx0" brushRef="#br0" timeOffset="66616.8101">4093 4936 0,'0'25'0,"0"-25"16,0 0-16,0 0 16,0 0-16,-25 0 0,25 0 15,0 0-15,0 0 16,0 0-1,0 0-15,25 0 16,-25 0-16,0 0 16,0 0-16,0 0 15,0 0-15</inkml:trace>
  <inkml:trace contextRef="#ctx0" brushRef="#br0" timeOffset="67386.8543">4961 4564 0,'0'0'0,"0"0"0,0 0 16,0 0-16,0 0 0,0 0 0,0 0 0,0 0 16,0 0-16,0 0 0,0 0 0,0 0 124,0 0-124,0 0 0,0 0 0,0 0 0,0 0 0,0 0 0,0 25 0,0-25 0,0 0 0,0 0 16,0 25-16,0-25 0,0 24 0,0-24 0,0 25 0,0-25 0,0 25 0,0 0 16,0-25-16,0 25 0,0-25 0,0 24 0,0 1 0,0-25 0,25 25 0,-25-25 0,0 25 0,0-25 0,0 25 0,0-25 0,0 25 0,0-25 0,0 24 0,0-24 0,0 0 0,0 25 15,0-25-15,0 25 0,0-25 0,0 0 0,0 0 0,0 25 0,0-25 0,-25 0 0,25 0 0,0 25 0,0-25 0,0 0 16,0 0-16,0 0 0,0 0 0,0 24 0,0-24 0,0 0 0,0 0 0,0 0 0,0 0 0,0 0 15,0 0-15,0-24 0,0 24 0,0 0 0,0 0 0,0 0 16,0 0-16,0-25 0,0 25 0,0 0 0,0 0 16,0-25-16,0 25 0</inkml:trace>
  <inkml:trace contextRef="#ctx0" brushRef="#br0" timeOffset="67685.8714">4887 4589 0,'0'-25'15,"-25"25"-15,25 0 0,0 0 0,0 0 0,0 0 47,0 0-47,0 0 0,0-25 0,0 25 0,49-25 109,-49 25-109,25 0 0,-25 0 0,25 0 0,-25 0 0,0 0 0,25 0 0,-25 0 0,25 0 0,-25 0 0,24 0 0,-24 0 0,25 0 0,-25 0 0,25 0 16,-25 0-16,25 0 0,-25 0 0,25 0 0,-25 0 0,24 0 0,-24 0 0,0 25 0,25-25 0,-25 0 0,0 0 0,0 0 0,0 0 0,25 25 0</inkml:trace>
  <inkml:trace contextRef="#ctx0" brushRef="#br0" timeOffset="68848.9377">5333 4713 0,'0'0'0,"0"0"15,0 0-15,0 0 0,0 0 0,0-25 0,0 25 0,0 0 16,0 0-16,0 0 0,0 0 0,0 0 0,0 0 15,0 0-15,0 0 0,0 0 0,0 0 0,0 0 16,0 0-16,0 0 0,0 0 0,0 0 0,0 0 0,0 0 0,0 0 16,0 0-16,0 0 0,0 0 0,0 0 15,0 0-15,0 0 0,0 0 47,0 0-47,0 25 0,0-25 0,0 0 0,0 25 0,0-25 0,0 0 0,0 24 0,0-24 0,0 25 16,0-25-16,0 25 0,0-25 0,0 0 0,0 25 0,0-25 0,0 25 0,0-25 0,0 0 0,25 25 0,-25-25 0,0 0 0,0 24 0,0-24 0,0 0 0,0 25 15,0-25-15,25 0 0,-25 0 16,0 0-16,0 25 0,0-25 0,0 0 0,24 0 0,-24 0 0,0 0 15,0 0-15,25 0 0,-25 0 0,0 0 0,25 0 0,-25 0 16,0-25-16,25 25 0,-25 0 0,0 0 47,25 0-47,-25 0 0,0-25 0,0 25 0,0 0 0,24-24 0,-24 24 0,0 0 0,0-25 0,0 25 47,0 0-47,0-25 0,0 25 0,0-25 0,0 25 0,0-25 0,0 25 0,0 0 0,0-25 0,0 25 0,0-24 0,0 24 15,0 0-15,0-25 0,0 25 0,0 0 0,0 0 0,0-25 0,0 25 0,0 0 0,0 0 0,0 0 0,0 0 0,0 0 16,0 0-16,0 0 0,0 0 0,0 0 0,0 0 0,0 25 0,0-25 0,0 0 0,0 0 171,25 198-171,-25-198 0,0 0 0,0 0 0,0 25 0,0-25 0,0 0 0,0 0 0,0 0 0,0 0 16,0 0-16,0 0 0,0 0 0,0 0 0,0 0 0,0 0 0,0 0 0,0 0 0,0-25 0,0 25 0,0 0 0,0 0 16,0 0-16,0 0 0,0-24 0,0 24 0,0 0 0,0-25 0,0 25 0,25-25 0,-25 25 0,0 0 0,0-25 0,0 25 0,0-25 0,0 25 0,0-25 15,0 25-15,25 0 0,-25-24 0,0 24 0,0 0 0,0-25 0,25 25 0,-25 0 0,0 0 0,0 0 0,0-25 0,24 25 0,-24 0 0,0 0 16,0 0-16,25 0 0,-25 0 0,0 0 0,25 0 15,-25 0-15,0 0 0,0 25 0,25-25 16,-25 0-16,0 0 0,25 0 0,-25 25 0,0-25 0,0 0 0,0 0 16,24 24-16,-24-24 0,0 0 0,0 25 0,0-25 0,0 0 15,0 25-15,0-25 0,0 0 0,25 0 16,-25 25-16,0-25 0,0 0 0,0 0 0,0 25 0,0-25 0,0 0 15,0 0-15,0 0 0,0 25 0,0-25 0,0 0 16,0 0-16,0 0 0,0 0 0,0 0 16,-25 24-16,25-24 0,0 0 0,0 0 0,0 0 0,0 0 15,0 0-15,0 0 0,0 0 0,0 0 0,0 0 16,0 0-16,0 0 0,0 0 187,149-223-187,-149 223 0,25 0 0,-25 0 0,0 0 0,0 0 0,0 0 0,0 0 0,25 0 0,-25 0 0,0 0 0,0 0 0,0 0 0,0 0 0,0 0 0,0 0 0,0 25 0,25-25 0,-25 0 0,0 0 0,0 25 0,0-25 0,0 0 0,0 0 16,0 24-16,0-24 0,0 0 0,0 25 0,0-25 0,0 0 0,25 25 0,-25-25 0,0 0 0,0 25 0,0-25 0,0 0 0,0 25 0,0-25 0,0 0 15,0 25-15,0-25 0,0 0 0,-25 24 0,25-24 0,0 0 16,0 0-16,0 0 0,0 0 0,0 25 0,0-25 0,0 0 0,0 0 15,0 0-15,0 0 0,0 0 0,0 0 0,0 0 16,0 0-16,0-25 0,0 25 0</inkml:trace>
  <inkml:trace contextRef="#ctx0" brushRef="#br0" timeOffset="69200.9581">5705 4465 0,'0'0'0,"0"0"78,-25 0-78,25 0 0,0 0 0,0 0 0,0 0 0,0 0 0,124-25 78,-124 25-78,25 0 0,-25 0 0,25 0 15,-25 0-15,25 0 0,-25 0 0,25 0 0,-1 0 0,-24 0 0,25 0 0,0 0 0,-25 0 0,25 0 0,0 0 0,-1 0 0,-24 0 0</inkml:trace>
  <inkml:trace contextRef="#ctx0" brushRef="#br0" timeOffset="69996.0034">7144 4490 0,'0'0'0,"0"0"0,0 0 0,0 0 0,0 0 16,0 0-16,0 0 0,0 0 0,0 0 0,0 0 0,0 0 15,0 0-15,-25 0 0,25 0 0,0 0 16,0 24-16,0-24 0,0 0 0,0 0 0,25 25 0,-25-25 0,0 25 15,0-25-15,0 25 0,0-25 0,0 25 16,0-25-16,0 24 0,0 1 0,0-25 0,0 25 16,0 0-16,0-25 0,-25 25 0,25-1 0,0-24 15,0 25-15,0-25 0,0 25 0,0 0 0,0-25 0,0 25 0,0-25 0,0 25 16,0-1-16,0-24 0,0 25 15,0-25-15,0 25 0,0-25 0,0 25 0,0-25 0,0 0 0,0 25 16,0-25-16,0 0 0,0 24 0,0-24 16,0 0-16,0 0 0,0 25 0,0-25 0,0 0 0,0 0 15,0 0-15,0 0 0,0 0 0,25 0 16,-25 0-16,0 0 0,0 0 0,0 0 0,0-25 0,0 25 0,0 0 0</inkml:trace>
  <inkml:trace contextRef="#ctx0" brushRef="#br0" timeOffset="70296.0207">7020 4787 0,'0'0'0,"0"-25"0,0 25 0,0 0 16,0 0-16,0 0 0,0-24 0,0 24 15,25 0-15,-25 0 0,0-25 0,24 25 0,-24 0 0,25 0 16,-25-25-16,25 25 0,-25 0 0,25 0 0,-25 0 0,25-25 15,-25 25-15,24 0 0,-24 0 0,25 0 0,-25 0 16,25 0-16,-25 0 0,0 25 0,25-25 0,-25 0 16,0 0-16,25 0 0,-25 25 0,0-25 0,0 0 0,24 25 15,-24-25-15,0 0 0,0 0 0,25 24 47,-25-24-47,0 0 0,0 0 0,25 0 0,-25 25 0</inkml:trace>
  <inkml:trace contextRef="#ctx0" brushRef="#br0" timeOffset="70717.0447">7466 4713 0,'0'0'0,"0"0"0,0 0 0,0 0 16,-25-25-16,25 25 0,0 0 0,0 0 0,0 0 15,-24 0-15,24-25 16,0 25-16,0 0 0,0 0 0,-25 0 0,25 0 0,0 0 0,0 0 0,0 0 15,0-25-15,0 25 0,0 0 0,0 0 16,-25 25-16,25-25 0,0 0 0,0 0 0,0 0 0,0 0 0,0 0 16,0 0-16,0 25 0,-25-25 0,25 0 0,0 0 0,0 25 15,0-25-15,0 0 0,0 0 16,0 25-16,0-25 0,0 0 0,0 24 0,0-24 0,0 25 0,0-25 15,0 0-15,0 25 0,0-25 0,0 25 0,0-25 16,25 0-16,-25 25 0,0-25 0,0 25 16,0-25-16,0 0 0,0 24 0,25-24 0,-25 0 0,0 0 0,0 0 15,25 25-15,-25-25 0,0 0 0,0 0 0,24 0 16,-24 0-16,0 0 0,25 0 156,25-223-156,-50 223 0,-25-25 15,25 25-15,0 0 0,0 0 0,0-25 0,-25 25 0,25 0 0,0 0 0,0 0 0,0 0 0,0 0 0,-25 0 0,25 0 0,0 0 0,0 0 0,0 25 0,0-25 0,0 0 0,0 0 0,0 0 0,0 0 0,0 25 0,0-25 0,0 0 0,0 0 0,25 0 0,-25 0 0,0 0 0,0 0 0,0 0 0,25 0 0</inkml:trace>
  <inkml:trace contextRef="#ctx0" brushRef="#br0" timeOffset="71385.083">7838 4688 0,'0'-25'0,"0"25"0,-25 0 0,25 0 16,0 0-16,0 0 0,0-25 0,0 25 0,0 0 0,0 0 15,0 0-15,0 0 0,0 0 0,-24-24 0,24 24 16,0 0-16,0 0 0,0 0 0,0 0 0,0 0 0,0 0 16,-25 0-16,25 0 0,0 0 15,0 0-15,0 0 0,0 0 0,-25 0 0,25 0 0,0 24 0,0-24 0,0 0 16,-25 0-16,25 0 0,0 0 0,0 0 15,-25 0-15,25 0 0,0 25 0,0-25 78,0 0-78,0 0 0,-24 0 0,24 25 0,0-25 0,0 0 0,0 0 0,0 25 0,0-25 0,0 0 0,-25 25 0,25-25 16,0 0-16,0 24 0,0-24 0,0 0 0,0 25 0,0-25 0,25 0 0,-25 25 0,0-25 0,0 0 0,0 25 0,0-25 0,0 0 0,24 25 0,-24-25 0,0 0 0,0 0 0,0 0 0,25 25 0,-25-25 0,0 0 16,0 0-16,25 0 0,-25 0 0,0 0 0,0 0 15,25 0-15,-25 0 0,0 0 0,0 0 0,25 0 0,-25 0 0,0 0 0,0 0 16,24 0-16,-24-25 0,0 25 0,0 0 15,25 0-15,-25 0 0,0-25 0,0 25 0,0 0 0,0 0 16,0-25-16,25 25 0,-25-25 0,0 25 16,0 0-16,0-25 0,0 25 0,0 0 0,0-24 0,0 24 0,0-25 15,0 25-15,0 0 0,0 0 0,0-25 0,0 25 16,0 0-16,0 0 0,0 0 0,0 0 0,0 0 0,0 0 15,0 0-15,-25 0 0,25 0 0,0 0 0,0 0 16,0 0-16,0 25 0,0-25 0,0 0 0,0 0 16,0 25-16,0-25 0,0 0 78,0 24-78,0-24 0,0 0 0,0 25 0,0-25 0,0 25 0,0-25 0,0 0 0,0 25 0,0-25 0,0 0 0,0 25 0,0-25 0,25 0 0,-25 0 0,0 25 0,0-25 0,0 0 0,25 0 0,-25 24 0,0-24 0,0 0 0,25 0 0,-25 0 0,0 0 0,24 0 0,-24 0 0,0 0 0,25 0 0,-25 0 0,0 0 93,25 0-93,-25 0 0,0 0 0,0-24 0,0 24 0,25 0 0,-25 0 0,0 0 0,0 0 0,0 0 0,-25 0 0</inkml:trace>
  <inkml:trace contextRef="#ctx0" brushRef="#br0" timeOffset="71521.0907">7813 5234 0,'0'0'0,"0"0"16,0 25-16,0-25 0,0 0 0,0 0 0,0 0 15,0 0-15,-24-25 0,24 25 0,0 0 0,0 0 0,0 0 16,0 0-16,0 0 0,0 0 0,0 0 15,0 0-15,24 0 0,-24 0 0,0 0 0,0 0 0,0 0 16,0 0-16,0 0 0,0 0 0,25 0 0,-25 0 16,0 0-16,0-25 0,0 25 0</inkml:trace>
  <inkml:trace contextRef="#ctx0" brushRef="#br0" timeOffset="72152.1268">9203 4887 0,'0'-25'0,"0"25"0,0 0 16,0 0-16,-25 0 0,25-25 0,0 25 0,0 0 0,0 0 16,-25-25-16,25 25 0,0 0 0,0 0 0,0 0 0,-25 0 0,25-25 15,0 25-15,0 0 16,-25 0-16,25 0 0,0 0 0,0 0 0,-24 0 0,24 0 0,0 0 0,-25 0 15,25 0-15,0 0 0,-25 0 0,25 0 0,0 0 0,-25 0 16,25 0-16,-25 0 0,25 0 0,-124 199 156,124-199-156,25 0 0,-25 25 0,0-25 0,25 0 0,-25 24 0,0-24 0,25 0 0,-25 0 0,24 0 0,-24 0 0,25 0 0,-25 0 0,25 0 0,-25 0 0,25 0 0,-25 0 0,25 0 0,-25 0 0,25 0 0,-25-24 0,24 24 16,-24 0-16,0 0 0,25-25 0,-25 25 0,0 0 0,25-25 0,-25 25 0,0-25 0,0 25 0,25-25 0,-25 25 0,0-24 0</inkml:trace>
  <inkml:trace contextRef="#ctx0" brushRef="#br0" timeOffset="72426.1424">9178 4490 0,'0'-25'0,"0"25"0,0 0 0,0 0 16,-25 0-16,25 0 0,0 0 0,0 0 0,0 0 15,0 0-15,0 0 0,-25 0 0,25 0 0,0 0 16,0 0-16,0 25 0,0-25 0,0 0 0,0 0 0,0 24 0,0-24 15,0 25-15,0-25 0,0 25 0,0-25 16,0 25-16,0-25 0,0 25 0,0-25 0,0 24 0,0 1 16,0-25-16,25 25 0,-25-25 0,0 25 0,0 0 15,0-25-15,0 24 0,0-24 0,0 25 0,25-25 16,-25 25-16,0 0 0,0-25 0,0 0 0,0 25 0,0-25 0,0 25 15,0-25-15,0 24 0,0-24 0,0 0 0,0 25 16,0-25-16,0 25 0,0-25 0,0 0 0,0 0 16,0 25-16,-25-25 0,25 0 0,0 0 0,0 25 15,0-25-15,0 0 0,0 0 0,0 0 0,0 0 0,0 0 0,0 0 16,0 0-16,0 0 0,25 0 0,-25 0 15,0 0-15,0 0 0,25-25 0,-25 25 0,0 0 0</inkml:trace>
  <inkml:trace contextRef="#ctx0" brushRef="#br0" timeOffset="73120.1822">9500 4762 0,'0'0'16,"0"-24"-16,0 24 0,-25 0 0,25 0 0,0 0 0,0 0 0,0 0 15,0 0-15,-24 0 0,24-25 0,0 25 16,0 0-16,0 0 0,0 0 0,-25 0 0,25 0 0,0 0 16,0 0-16,0 25 0,0-25 0,0 0 0,-25 0 0,25 0 15,0 0-15,0 0 0,0 24 0,0-24 16,0 0-16,-25 0 0,25 25 0,0-25 0,0 25 78,0-25-78,0 0 0,0 25 0,0-25 0,0 25 0,0-25 0,0 25 15,0-25-15,0 24 0,0-24 0,0 25 0,0-25 0,0 25 0,0-25 0,0 0 0,0 25 0,25-25 0,-25 0 0,0 25 0,0-25 0,0 0 0,25 0 0,-25 24 0,0-24 0,0 0 16,0 0-16,25 0 0,-25 0 0,0 0 0,0 0 0,0 0 0,24 0 0,-24 0 0,0-24 0,25 24 0,-25 0 0,0 0 16,0-25-16,25 25 0,-25 0 0,0 0 0,0-25 0,25 25 0,-25-25 0,0 25 15,0 0-15,0-25 0,0 25 0,0-24 16,0 24-16,0-25 0,0 25 0,0 0 0,0-25 0,0 25 0,0-25 15,0 25-15,0 0 0,0-25 0,0 25 0,0 0 0,0-25 16,-25 25-16,25 0 0,0-24 0,0 24 16,0 0-16,0 0 0,-25-25 0,25 25 0,0 0 0,0 0 0,0 0 202</inkml:trace>
  <inkml:trace contextRef="#ctx0" brushRef="#br0" timeOffset="73452.2012">9277 4514 0,'0'0'16,"0"0"-16,0 0 0,0 0 0,0 0 0,0 0 16,0 0-16,0 0 0,0 0 0,-25 0 15,25 0-15,0 0 0,0 0 0,0-24 0,25 24 0,-25 0 0,0 0 16,0 0-16,0 0 0,0 0 0,0-25 15,25 25-15,-25 0 0,0 0 0,0 0 0,0-25 0,25 25 0,-25 0 16,0 0-16,0 0 0,0-25 0,24 25 0,-24 0 0,0 0 16,0 0-16,0 0 0,0 0 15,0 0-15,25 0 0,-25 0 0,0 0 0,0 0 0,0 0 0,0 0 16,25 0-16,-25 0 0,0 0 0,0 0 0,0 0 15,25 0-15,-25 0 0,0 0 0,0 0 0,25 0 0,-25 0 16,0 0-16,0 0 0,24 0 0,-24 25 16,0-25-16,0 0 0,25 0 0,-25 0 0,0 0 0,0 0 0,25 0 15,-25 25-15,0-25 0,0 0 0,25 0 0,-25 0 16,0 25-16,0-25 0,25 0 0,-25 0 0,0 0 15,24 24-15,-24-24 0,0 0 0,25 0 16,-25 0-16,0 25 0,25-25 0</inkml:trace>
  <inkml:trace contextRef="#ctx0" brushRef="#br0" timeOffset="73937.229">9426 5457 0,'0'0'78,"0"0"-78,0 0 0,0 0 0,0 0 0,0 0 0,0 0 0,0 0 0,0 0 0,0 0 0,0 0 0,0 0 15,0 0-15,0 0 0,0 0 0,0 0 0,0 0 0,0 0 0,0 0 0,0 0 0,0 0 0,0 0 0,0 0 0,0 0 0,0 0 0,0 0 47,0 0-47,0 0 0,0-25 31,0 25-15,25-25-16,-25 1 16,0 24-16</inkml:trace>
  <inkml:trace contextRef="#ctx0" brushRef="#br0" timeOffset="74323.251">8731 4564 0,'0'0'0,"0"0"0,0 0 0,0 0 0,0 0 15,0 0-15,0 0 0,0 0 0,0 0 16,0 0-16,0 0 0,0 0 0,-25 0 0,25 0 0,0 0 15,0 0-15,0 0 0,0 0 0,25-25 16,-25 25-16,0 0 0,0 0 0,0 0 0,0 0 0,0 0 0,0 0 16,25 0-16,-25 0 0,0 0 0,0 0 15,25 0-15,-25 0 0,25 0 0,-25 0 0,24 0 0,-24 0 0,25 0 16,-25 0-16,25 0 0,0 0 0,-25 0 0,25 0 0,-1 0 15,-24 0-15,25 0 0,0 0 16,0 0-16,-25 0 0,25 0 0,0 0 0,-1 25 0,-24-25 0,25 0 0,0 0 16,0-25-16</inkml:trace>
  <inkml:trace contextRef="#ctx0" brushRef="#br0" timeOffset="75674.3283">10517 4762 0,'0'0'0,"0"0"16,-25 0-16,25 0 0,0 0 0,0 0 0,0 0 0,0 0 0,-49-24 78,49 24-78,0 24 0,0-24 0,-25 0 0,25 0 0,0 0 0,0 0 0,0 0 0,-25 0 0,25 25 0,0-25 0,0 0 0,0 0 0,-25 25 15,25-25-15,0 0 0,0 25 0,0-25 0,0 25 0,0-25 0,0 0 0,0 25 0,0-25 0,0 24 0,0-24 0,0 25 0,25-25 0,-25 0 0,0 25 0,0-25 0,0 25 0,25-25 0,-25 0 0,0 25 0,25-25 0,-25 0 0,0 24 0,25-24 0,-25 0 16,24 0-16,-24 25 0,25-25 0,-25 0 0,0 0 0,25 0 16,-25 0-16,25 0 0,-25 0 0,25 0 0,-25 0 15,0 0-15,24 0 0,-24 0 0,25-25 0,-25 25 16,0 0-16,25 0 0,-25 0 0,0-24 0,25 24 0,-25 0 15,0-25-15,0 25 0,25 0 0,-25 0 0,0-25 47,0 25-47,0-25 0,0 25 0,0 0 0,0-25 0,24 25 0,-24 0 0,0-24 0,0 24 0,0-25 0,0 25 0,0 0 0,0-25 0,0 25 0,-24-25 0,24 25 16,0 0-16,0-25 0,0 25 0,0 0 0,0 0 0,0 0 15,0-25-15,0 25 0,0 0 0,0 0 0,0 0 0,0 0 16,0 0-16,0 0 0,0 0 0,0 0 16,0 0-16,0 0 0,0 0 0,0 0 0,0 0 0,0 0 15,0 0-15,0 0 0,0 0 0,0 0 0,0 0 0,0 0 16,0 0-16,0 25 0,0-25 0,0 0 15,0 0-15,0 25 0,0-25 0,0 0 32,0 25-17,0-25-15,0 0 0,0 25 0,0-25 0,0 25 0,0-25 0,0 0 0,0 24 0,0-24 0,0 25 0,49 74 109,-49-99-109,25 0 0,-25 0 0,0 0 0,0 0 0,25 0 0,-25 0 0,25 0 0,-25 0 0,0 0 0,24 0 0,-24-24 0,0 24 0,25 0 16,-25 0-16,25-25 0,-25 25 0,0 0 0,25 0 0,-25-25 0,0 25 0,0 0 0,25-25 0,-25 25 0,0 0 0,0-25 0,0 25 0,0 0 0,0-24 0,0 24 0,0 0 0,0-25 0,0 25 0,0-25 0,-25 25 0,25 0 0,0-25 0,0 25 0,0 0 16,0-25-16,0 25 0,0 0 0,0 0 15,0 0-15,0 0 0,0-25 0,0 25 0,0 0 0,-25 25 0,25-25 16,0 0-16,0 0 0,0 0 0,0 0 15,0 0-15,0 25 0,0-25 0,0 0 0,0 0 0,0 25 16,0-25-16,0 0 0,0 0 0,25 25 0,-25-25 16,0 0-16,0 25 0,0-25 0,0 0 0,0 24 15,0-24-15,0 0 0,0 25 0,25-25 0,-25 0 16,0 25-16,0-25 0,0 0 0,0 25 0,0-25 0,0 0 0,0 0 15,24 25-15,-24-25 0,0 0 0,0 24 16,0-24-16,0 0 0,0 0 0,0 0 0,0 25 0,25-25 16,-25 0-16,0 0 0,0 0 0,0 0 0,25 0 0,-25 0 15,0 0-15,25 0 0,-25 0 0,25 0 0,-25 0 16</inkml:trace>
  <inkml:trace contextRef="#ctx0" brushRef="#br0" timeOffset="76356.3673">11435 4837 0,'0'0'16,"-25"0"-16,25-25 0,0 25 0,0 0 16,-25-25-16,25 25 0,0 0 0,0 0 0,0-25 0,-24 25 0,24 0 15,0 0-15,0 0 0,0 0 0,-25 0 0,25 0 16,0 0-16,0 0 0,0 0 0,0 0 0,-25 0 156,-25 174-156,50-149 15,0 0-15,0-25 0,0 0 0,0 25 16,0-25-16,25 24 16,-25-24-16,0 0 0,25 0 15,-25 0-15,25 0 0,-25 0 16,25 0-16,-25 0 0,24-24 15,-24 24-15,25 0 0,-25 0 0,0-25 0,25 25 16,-25-25 0,25-25-16,-25 26 15,0 24-15,0-25 0,0 25 16,0 0-16,0 0 15,0 0-15,0 0 16,0 25-16,0-1 16,0-24-16,0 25 0,0-25 0,0 0 15,0 25-15,0-25 0,25 25 0,-25 0 16,0-1-16,0-24 0,24 0 15,-24 25 17,75-25-17</inkml:trace>
  <inkml:trace contextRef="#ctx0" brushRef="#br0" timeOffset="76755.3901">11212 4142 0,'0'0'0,"0"0"0,0 0 0,0 0 0,0 0 15,0 0-15,0 0 0,0 0 0,0 0 16,0 0-16,0 0 0,0 0 0,0 0 0,0-24 0,25 24 0,-25 0 15,0 0-15,0 0 0,24 0 0,-24 0 16,25 0-16,-25 24 0,0-24 0,25 0 0,-25 0 0,25 0 16,-25 0-16,0 0 0,25 25 0,-25-25 0,0 0 15,0 0-15,24 25 0,-24-25 0,0 0 0,0 25 0,-24-25 16,24 25-16,0-25 0,-25 24 0,25-24 15,-25 25-15,25-25 0,-25 25 0,0-25 0,1 0 0,24 25 0,-25-25 47,0 25-47,0-25 0,0 0 0,0 0 0,1 24 0</inkml:trace>
  <inkml:trace contextRef="#ctx0" brushRef="#br0" timeOffset="77978.4601">12502 4564 0,'0'0'0,"-25"0"0,25 0 0,0 0 16,0 0-16,0 0 0,0 0 0,0 0 0,0 0 0,0 0 0,0 0 16,0 0-16,0 0 0,0 0 15,0 0-15,0 0 0,0 0 78,25 25-15,-25-25-63,0 0 0,0 0 0,0 0 0,0 25 0,24-25 0,-24 0 0,0 24 0,0-24 0,0 0 0,0 25 0,0-25 0,0 25 0,0-25 0,0 25 15,0-25-15,0 25 0,0-25 0,0 24 0,0-24 0,25 25 0,-25-25 0,0 25 0,0-25 0,0 25 0,0-25 0,0 25 0,0-25 0,0 25 0,0-25 0,0 24 0,0-24 0,25 25 0,-25-25 0,0 25 16,0-25-16,0 0 0,0 25 0,0-25 0,25 0 0,-25 25 0,0-25 0,0 0 0,0 0 15,0 0-15,0 24 0,25-24 0,-25 0 0,0 0 0,0 0 16,0 0-16,0 0 0,0 0 0,0 0 0,24 0 0,-24 0 16,0 0-1,0 0-15,0-24 0,0 24 0,25 0 0,-25 0 0,0 0 0,0 0 0,25-25 16,-25 25-16,0 0 0,0-25 0,25 25 0,-25 0 0,0-25 0,0 25 15,25-25-15,-25 25 0,0-24 0,24-1 16,-24 25-16,25-25 0,-25 0 0,0 25 0,25-25 16,-25 0-16,0 1 0,25-1 0,-25 0 0,0 25 0,0-25 0,25 0 15,-25 1-15,0 24 0,0-25 0,0 25 0,0-25 16,24 25-16,-24 0 0,0 0 0,0-25 0,0 25 0,0 0 15,0 0-15,0 0 0,0 0 0,0 0 0,0 0 16,0 0-16,0 0 0,0 0 16,0 0-16,0 0 0,0 0 0,0 0 0,0 0 0,0 0 0,0 0 0,0 0 15,0 0-15,0 0 0,0 0 0,0 0 78,0 0-78,0 0 0,0 0 0,0 0 0,0 0 0,0 0 0,0 0 0,0 0 0,0 0 0,0 0 0,0-25 0,0 25 0</inkml:trace>
  <inkml:trace contextRef="#ctx0" brushRef="#br0" timeOffset="78875.5114">13146 5060 0,'0'0'0,"0"0"0,0 0 0,0 0 0,0 0 16,0 0-16,0 0 0,0 0 0,0 0 47,0 0-47,0 0 0,0 0 0,0 0 0,0 0 0,0 0 0,0 0 0,0 0 0,0 0 0,0 0 0,0 0 0,0 0 0,0 0 0,0 0 0,0 0 0,0 0 0,0 0 78,0 0-78,0 0 0,0 0 0,0 0 0,-24 0 0,24 0 0,0 25 0,0-25 0,0 0 0,0 0 0,0 25 15,0-25 17,0 0-32,0 0 0,0 25 0,0-25 0,0 24 0,0-24 0,0 0 0,0 25 0,0-25 15,0 25-15,0-25 0,0 0 0,0 25 0,0-25 0,0 25 0,0-25 0,0 0 0,0 24 0,0-24 0,0 25 0,0-25 0,0 0 0,0 25 16,0-25-16,0 0 0,0 25 0,0-25 0,0 0 0,0 0 0,0 25 0,0-25 0,0 0 0,0 24 0,0-24 0,0 0 0,0 0 0,-25 25 0,25-25 0,0 0 0,0 0 0,0 0 15,0 25-15,0-25 0,0 0 0,-25 0 0,25 0 0,0 0 16,0 0-16,0 0 0,-25 25 0,25-25 0,0 0 0,0 0 16,-25 0-16,25 0 0,0 0 0,0 0 0,0 0 0,-24 0 15,24 0-15,0 0 0,0 0 0,-25 0 16,25 0-16,0 0 0,0-25 0,-25 25 0,25 0 0,0 0 0,0 0 15,0 0-15,0-25 0,0 25 0,0 0 16,0-25-16,0 25 0,0 0 0,0-24 0,0 24 0,0 0 0,0-25 16,0 25-16,0 0 0,0-25 0,0 25 15,0 0-15,0-25 0,0 25 0,25 0 0,-25-25 0,0 25 0,0 0 16,0-24-16</inkml:trace>
  <inkml:trace contextRef="#ctx0" brushRef="#br0" timeOffset="79405.5417">13221 4812 0,'0'0'15,"0"0"-15,0 0 0,0 0 0,0 0 0,0 0 0,0 0 0,0 0 16,0 0-16,0 0 0,0 0 0,0 0 16,0 0-16,0 0 0,0 0 0,0 0 0,0 0 0,0 0 15,0 0-15,0 0 0,0 0 0,0 0 16,0 0-16,0 0 0,0 0 0,0 0 0,0 0 0,0 0 0,0 0 15,0 0-15,0 0 0,0 0 0,0 0 0,0 0 16,0 0-16,0 0 0,0 0 0,0 0 0,0 0 16,0 0-16,25 0 0,-25 0 0,0 0 0,0 0 0,0 0 15,0 0-15,0 0 0,0 0 0,0 0 0,0 0 16,0 0-16,0 0 0,0-25 0,0 25 0,0 0 15,0 0-15,0 0 0,0 0 0,0 0 0,0 0 0,0 0 16,0 0-16,0 0 0,0-25 0,0 25 0,0 0 0,0 0 0,0 0 16,0 0-16,0 0 0,0 0 46,0 0-46,0 0 0,0 0 0,0 0 0,0 0 0,0 0 0,-25 0 0,25 0 0,0 0 0,0 25 0,0-25 0,0 0 0,0 0 0,0 0 0,0 0 0,0 0 0,0 0 0,0 0 16,0 0-16,0 0 0,0 0 0,0 0 0,0 0 16,0 0-16,0 0 0,0 0 0,0 0 0,0 0 15</inkml:trace>
  <inkml:trace contextRef="#ctx0" brushRef="#br0" timeOffset="80805.6218">14759 4862 0,'0'0'0,"0"0"15,0 0-15,0 0 0,0 0 16,0 0-16,0 0 0,0 0 0,0 0 0,0 0 0,0 0 0,0 0 16,-25 0-16,25 0 0,0 0 0,0 0 0,0 0 0,0 0 15,0 0-15,0 0 0,0 0 0,0 0 16,0 0-16,0 0 0,0 0 0,0 0 0,0 0 0,0 0 15,0 0-15,0-25 0,0 25 16,0 0-16,0 0 0,0 0 0,0 0 0,0 0 0,0 0 0,0 0 0,0 0 0,0 0 16,0 0-16,-25 0 0,25 0 0,0-25 15,0 25-15,0 0 0,0 0 0,0 0 0,-25 0 0,25 0 47,0 0-47,0 0 0,-24 0 0,24 0 0,0 0 47,0 0-47,-25 0 0,25 0 0,0-25 0,-25 25 0,25 0 0,0 0 31,-25 0-15,25 0-16,0 0 0,-25 0 0,25 0 0,-24 0 0,24 0 0,0 0 0,-25 25 0,25-25 0,0 0 0,-25 0 0,25 0 0,0 0 0,-25 0 0,25 0 0,0 0 0,0 0 0,-25 0 0,25 25 0,0-25 0,0 0 0,0 25 0,0-25 0,-24 0 0,24 25 0,0-25 0,0 24 0,0-24 0,0 0 46,0 25-46,0-25 16,0 25-16,24-25 16,-24 25-1,0-25-15,0 0 0,0 25 0,0-25 16,25 0-16,-25 24 0,0-24 15,25 0-15,0 0 16,-25 0-16,0 0 0,25 0 0,-1 0 16,-24 0-16,50-24 15,-50 24-15,0-25 0,25 25 0,-25-25 16,25 25-16,-25 0 0,0-25 0,0 25 15,0-25-15,24 25 0,-24 0 0,0-24 0,0 24 16,0 0-16,0-25 0,0 25 16,0-25-16,0 25 0,0 0 0,0 0 15,0 0-15,0 0 16,0 0-16,0 0 15,0 0-15,0 0 16,0 0-16,0 124 156,25 322-140,-25-446-16,0 0 0,0 0 0,0 0 15,0 0-15,0 0 0,0 0 16,0 0-16,0 0 0,0 0 15,0 0-15,25-24 16,-25-1-16,0 25 0,0-25 16</inkml:trace>
  <inkml:trace contextRef="#ctx0" brushRef="#br0" timeOffset="81607.6677">14932 4762 0,'0'0'0,"0"0"15,0 0-15,0 0 0,0 0 0,0 0 0,0 0 0,0-24 16,0 24-16,0 0 0,0 0 0,0 0 0,0 0 0,0 0 15,0 0-15,0 0 0,0 0 0,0 0 0,0 0 16,0 0-16,0 0 0,0 0 0,0 0 16,0 0-16,25 24 0,-25-24 0,0 0 0,0 0 0,0 0 0,0 25 15,0-25-15,0 0 0,0 0 0,0 25 16,0-25-16,0 0 0,0 25 0,0-25 0,0 25 0,0-25 15,0 0-15,0 25 0,0-25 0,0 0 0,0 24 0,0-24 16,0 0-16,0 25 0,0-25 0,0 0 16,0 25-16,0-25 0,0 0 0,0 0 0,0 25 0,0-25 15,0 0-15,0 0 0,25 0 0,-25 0 0,0 0 16,0 0-16,0 0 0,0 0 0,0 0 0,25 0 0,-25 0 0,0 0 15,0 0-15,25 0 0,-25 0 0,0 0 16,0 0-16,0 0 0,24-25 0,-24 25 0,0 0 0,0 0 16,25 0-16,-25-25 0,0 25 0,0 0 0,0 0 15,25-25-15,-25 25 0,0 0 0,0 0 0,0-24 0,0 24 0,0-25 16,25 25-16,-25 0 0,0-25 47,0 25-47,0 0 0,0-25 0,0 25 0,0 0 0,0-25 0,0 25 0,0 0 0,0 0 0,0 0 0,0 0 0,25 0 0,-25 0 0,0 0 0,0 0 0,0 0 0,0 0 78,0 0-78,0 0 0,0 0 0,0 0 0,0 0 0,0 0 15,0 0-15,-25 0 0,25 0 0,0 0 0,0 0 0,0 0 0,0 0 0,0 25 0,0-25 0,0 0 0,0 0 0,0 25 0,0-25 0,0 0 0,0 25 0,0-25 0,0 25 0,0-25 0,0 0 0,0 24 16,0-24-16,0 0 0,0 25 0,0-25 0,0 0 0,0 0 0,0 25 0,0-25 0,0 0 0,25 0 0,-25 25 0,0-25 0,0 0 15,0 0-15,0 0 0,0 25 16,0-25-16,0 0 0,0 0 0,0 0 0,0 0 0,0 0 0,24 24 16,-24-24-16,0 0 0,0 0 0,0 0 0,0 0 15,25 0-15,-25 0 0,0 0 0,25 0 0,-25 25 0,25-25 16,-25-25-16</inkml:trace>
  <inkml:trace contextRef="#ctx0" brushRef="#br0" timeOffset="82138.698">15503 4961 0,'0'-25'0,"0"25"0,0 0 16,0 0-16,0-25 0,-25 25 0,25 0 0,0-24 16,0 24-16,0 0 0,0 0 0,0-25 0,0 25 0,0 0 15,0 0-15,0-25 0,0 25 0,0 0 0,0 0 0,-25 0 16,25 0-16,0 0 0,0 0 0,0 0 47,0 0-16,0 0-31,0 0 0,0 0 0,0 0 0,0 0 0,0 0 0,0 0 0,0 0 0,-24 0 0,24 0 0,0 0 0,0 0 0,-25 0 0,25 0 0,0 0 0,-25 25 0,25-25 15,0 0-15,0 0 0,-25 25 0,25-25 16,0 0-16,0 0 0,-25 24 0,25-24 0,0 0 16,0 0-16,0 25 0,0-25 0,0 0 0,0 25 0,0-25 0,0 0 0,0 0 0,0 25 0,0-25 0,0 0 0,0 25 0,25-25 0,-25 0 0,0 0 0,0 0 0,0 24 15,25-24-15,-25 0 0,0 0 0,25 0 0,-25 0 0,0 0 0,25 0 16,-25 25-16,0-25 0,24 0 0,-24 0 0,0 0 15,25 0-15,-25 0 0,0-25 0,25 25 0,-25 0 0,25 0 47,-25 0-47,74-124 109,-74 124-109,0 0 0,0 0 0,0 0 0,0 0 0,0 0 0,0 0 0,0 0 0,0 0 0,0 0 0,0 0 0,0 0 0,0 25 16,0-25-16,0 0 0,0 0 0,0 0 0,0 25 0,0-25 0,0 0 0,0 25 0,0-25 0,0 0 0,0 0 0,0 25 0,0-25 0,25 0 0,-25 0 16,0 0-16,0 24 0,0-24 0,25 0 0,-25 0 0,0 0 0,0 0 0,25 0 0,-25 0 0,0 0 0,0 0 0,24 0 0,-24 0 0,0 0 0,0-24 15,25 24-15,-25 0 0</inkml:trace>
  <inkml:trace contextRef="#ctx0" brushRef="#br0" timeOffset="82959.745">16718 4539 0,'0'0'0,"0"0"0,-24 0 0,24 0 0,0 0 16,0-25-16,0 25 0,0 0 0,0 0 0,0 0 16,0 0-16,0 0 0,-25 25 140,25 0-140,0-25 0,0 25 0,0-25 0,0 25 0,-25-25 0,25 24 0,0 1 0,0-25 0,0 25 0,0 0 16,0-25-16,-25 25 0,25-25 0,0 24 0,0 1 0,0-25 0,0 25 0,0-25 0,0 25 0,0-25 0,0 25 0,-25-25 0,25 0 0,0 25 0,0-25 0,0 24 0,0-24 0,0 0 15,0 25-15,0-25 0,0 0 0,0 25 0,0-25 0,0 0 0,0 0 0,0 0 0,0 25 0,0-25 0,0 0 0,0 0 0,0 0 0,0 0 0,0 0 16,0 0-16,0 0 0,0 0 0,0 0 0,0 0 15,0 0-15,0 0 0,0-25 0,0 25 16,0 0-16,0 0 0</inkml:trace>
  <inkml:trace contextRef="#ctx0" brushRef="#br0" timeOffset="83636.7837">16644 4564 0,'0'0'31,"0"0"-15,0 0-16,0 0 0,0 0 0,0 0 0,0-25 0,0 25 0,25 0 0,-25 0 0,0 0 0,0 0 0,0 0 0,0 0 0,0 0 0,0 0 0,0 0 0,25 0 0,-25 0 0,0 0 0,0-25 15,0 25-15,24 0 0,-24 0 0,0 0 0,0 0 0,25 0 16,-25 0-16,0 0 0,0 0 0,25 0 0,-25 0 0,0 0 16,25 0-16,-25 0 0,0 0 0,25 0 0,-25 0 15,0 0-15,24 0 0,-24 0 0,0 0 0,25 0 0,-25 0 16,0 0-16,0 25 0,0-25 0,0 0 15,25 0-15,-25 0 0,0 25 0,0-25 0,0 0 0,0 25 16,0-25-16,-25 0 0,25 25 0,0-25 0,0 0 0,0 24 16,-25-24-16,25 25 0,0-25 0,0 0 0,-24 25 0,24-25 15,0 0-15,0 25 0,-25-25 0,25 0 16,0 25-16,-25-25 0,25 0 0,0 0 0,0 24 0,-25-24 15,25 0-15,0 0 0,0 0 0,0 0 0,0 0 0,0 0 16,0 0-16,0 0 0,0 0 0,0 0 0,0 0 16,0 0-16,0 0 0,0 25 0,0-25 0,0 0 15,0 0-15,0 0 0,0 0 0,25 0 0,-25 0 0,0 0 16,0 0-16,25 0 0,-25 0 0,0 0 0,0 0 0,25 0 15,-25 0-15,0 0 16,0 0-16,24 0 0,-24 0 0,0 0 0,0 0 0,0 25 0,25-25 0,-25 0 16,0 0-16,0 25 0,0-25 0,0 0 0,0 25 15,0-25-15,0 25 0,0-25 0,0 0 47,0 49 15,0-49-62,0 0 0,0 25 0,-25-25 0,25 0 0,0 0 0,0 25 0,0-25 0,0 0 0,-24 0 0,24 0 0,0 0 0,0 0 0,-25 0 0,25 25 0,0-25 0,-25 0 16,25 0-16,0 0 0,0 0 0,-25 0 0,25 0 0,0-25 0,0 25 0,-25 0 0,25 0 0,0 0 0,0 0 0,0 0 0,0 0 0,0 0 0,-24-25 0,24 25 16,0 0-16,0 0 0,0 0 0,0 0 0,0 0 0,0 0 0,0 0 0,0 0 0,0 0 0,0 0 0,0 0 0,0 0 0,0 0 15,0-25-15,24 25 0,-24 0 0,0 0 16,0 0-16,0 0 0,25 0 0</inkml:trace>
  <inkml:trace contextRef="#ctx0" brushRef="#br0" timeOffset="84581.8377">17884 4490 0,'0'0'15,"0"0"-15,0 0 0,0 0 0,0 0 0,0 0 0,0 0 0,0 0 16,0 0-16,0 0 0,0 0 15,0 0-15,0 0 0,0 0 0,0 0 0,0 0 0,0 0 16,0 0-16,0 0 0,0 0 0,0 0 0,0 0 16,0 0-16,0 0 0,0 24 0,0-24 0,0 0 0,0 25 15,0-25-15,0 0 0,0 25 0,0-25 0,0 25 16,0-25-16,0 25 0,0-1 0,0-24 0,0 25 0,-25 0 0,25-25 15,0 25-15,0-25 0,0 25 16,0-1-16,0-24 0,0 25 0,0 0 0,0-25 0,0 25 0,0-25 0,0 25 16,0 0-16,-24-25 0,24 24 0,0-24 0,0 25 15,0-25-15,0 25 0,0-25 0,0 0 0,0 25 16,0-25-16,0 0 0,0 25 47,0-25-47,0 0 0,0 24 0,0-24 0,0 0 0,0 0 46,0 25-46,0-25 0,0 0 0,0 0 0,0 0 0,24 0 0,-24 0 0,0 0 0,0 0 47,0 0-47,0 0 0,0 0 0,0 0 0,0 0 0,0 0 0,0 0 0,0 0 0,0 0 0,0-25 16,-24 25-16,24 0 0,0-24 0,0 24 0,0 0 0</inkml:trace>
  <inkml:trace contextRef="#ctx0" brushRef="#br0" timeOffset="84707.845">17810 4862 0,'0'0'0,"0"0"0,0 0 0,0-25 0,0 25 0,-25 0 0,25 0 0,0 0 0,25 0 0,-25 0 0,0-25 0,0 25 0,0 0 0,0 0 0,0 0 0,0 0 0,0 0 0,25 0 16,-25 0-16,0 0 0,24 0 0,-24 0 0,25 0 0,-25 0 15,25 0-15,-25 0 0,25 0 0,-25 0 0,25 0 16,-1 0-16,-24 0 0,25 0 0,-25 0 0,25 0 15,0 25-15,-25-25 0,25 0 0,-25 0 0,24 0 16,-24 0-16,25 25 0,-25-25 0,0 0 0,25 0 16,-25 0-16,0 0 0,25 0 0,-25 25 0,0-25 0</inkml:trace>
  <inkml:trace contextRef="#ctx0" brushRef="#br0" timeOffset="85274.8774">18132 4762 0,'0'-24'0,"0"24"16,0 0-16,0 0 0,0 0 0,0 0 16,25-25-16,-25 25 0,0 0 0,0 0 0,0 0 15,0 0-15,0 0 0,0 0 0,25-25 0,-25 25 0,0 0 0,0 0 16,0 0-16,0 0 0,25 0 0,-25 0 15,0 0-15,0 0 78,0 0-78,0 0 0,0 0 0,0 0 0,0 25 0,-25 173 78,25-198-78,0 0 0,0 25 0,0-25 0,0 0 0,0 0 0,0 25 0,0-25 0,25 0 0,-25 0 0,0 0 0,0 0 0,0 0 16,0 25-16,0-25 0,0 0 0,0 0 0,0 0 0,0 0 0,24-25 0,-24 25 0,0 0 0,0 0 16,25 0-16,-25 0 0,0 0 0,0 0 0,0-25 0,25 25 0,-25 0 0,0-25 0,0 25 0,0 0 0,25 0 0,-25-24 0,0 24 0,0-25 0,0 25 0,0 0 0,0-25 15,25 25-15,-25-25 0,0 25 0,0-25 0,0 25 0,0 0 0,0-25 0,0 25 0,0 0 0,24 0 0,-24 0 16,0-24-16,0 24 0,0 0 0,0 0 0,0 0 0,0 0 15,0 0-15,0 0 0,0 24 0,0-24 16,0 0-16,0 0 0,0 0 0,0 0 0,0 25 0,0-25 16,0 0-16,-24 25 0,24-25 0,0 0 0,0 25 0,0-25 15,0 25-15,0-25 0,0 0 0,0 25 0,0-25 0,0 0 16,0 24-16,0-24 0,0 0 0,0 25 15,0-25-15,0 0 0,0 0 0,0 25 0,0-25 0,0 0 0,0 0 16,0 0-16,0 0 0,0 0 0,0 0 16,0 25-16,24-25 0,-24 0 0,0-25 0,0 25 0,0 0 15,25 0-15,-25 0 0,0 0 0,25 0 0,-25-25 16,25 25-16,-25 0 0,25 0 0</inkml:trace>
  <inkml:trace contextRef="#ctx0" brushRef="#br0" timeOffset="85687.9011">18703 4837 0,'0'0'0,"0"-25"0,0 25 0,0 0 16,-25 0-16,25 0 0,0-25 0,0 25 0,0 0 15,0 0-15,0 0 0,0-25 0,0 25 0,-25 0 0,25 0 16,0 0-16,0 0 0,0 0 0,0 0 0,0 0 0,0 0 15,0 0-15,0 0 0,-25 0 0,25 0 16,0 25-16,0-25 0,0 0 0,-24 0 0,24 0 0,0 25 0,0-25 16,-25 0-16,25 25 0,0-25 0,0 25 156,-25 148-156,25-148 0,0-25 0,0 0 0,0 0 0,0 0 0,25 25 0,-25-25 0,0 0 0,0 0 0,25 0 15,-25 0-15,0 0 0,24 0 0,-24 0 0,0 0 0,25 0 0,-25 0 16,0 0-16,25-25 0,-25 25 0,0 0 0,0 0 0,25-25 0,-25 25 0,0 0 0,0-24 0,0 24 0,25 0 0,-25-25 0</inkml:trace>
  <inkml:trace contextRef="#ctx0" brushRef="#br0" timeOffset="86019.92">18455 4589 0,'0'0'0,"0"-25"15,0 25-15,0 0 16,0 0-16,0 0 0,0 0 0,0 0 0,0 0 0,0-25 0,0 25 16,24 0-16,-24 0 0,0 0 0,0 0 0,25 0 0,-25 0 0,0 0 15,0 0-15,0 0 0,25 25 0,-25-25 16,0 0-16,0 0 0,0 0 0,0 0 0,0 25 0,0-25 15,0 0-15,0 0 0,0 25 0,0-25 16,0 0-16,0 24 0,0-24 0,0 0 78,0 25-78,0-25 0,-25 0 0,25 0 0,0 25 0,0-25 0,0 0 0,0 0 0,0 0 0,-25 0 0,25 0 0,0 0 0,0 0 0,0 0 0,0 0 0,0 0 0,0 0 0</inkml:trace>
  <inkml:trace contextRef="#ctx0" brushRef="#br0" timeOffset="86201.9304">18777 4341 0,'0'0'16,"25"0"-16,-25 0 16,0 0-16,0 0 15,0 0 1,0 0-16,0 0 0,0 0 15,-25 25-15,0-1 16,25-24-16,-24 50 0,-26-25 16,25 0-16,0-1 15,25-24-15,-24 25 0,24-25 16</inkml:trace>
  <inkml:trace contextRef="#ctx0" brushRef="#br0" timeOffset="86758.9619">19844 4415 0,'0'-25'16,"0"25"-16,0 0 0,0 0 0,0 0 16,0 0-16,0 0 0,0 0 0,0 0 0,0 0 15,0 0-15,0 0 0,0 0 0,0 0 0,0 0 0,0 25 16,0-25-16,0 0 0,0 25 0,-25-25 0,25 25 0,0 0 15,0-25-15,0 24 0,0 1 0,-25-25 0,25 25 16,0 0-16,0 0 0,0-25 0,-25 24 0,25 1 0,0-25 16,0 25-16,0 0 0,0-25 0,0 25 0,0-25 15,0 24-15,0 1 0,-24-25 0,24 25 0,0-25 0,0 0 16,0 25-16,0-25 0,0 25 0,0-25 15,0 25-15,0-25 0,-25 0 0,25 24 0,0-24 0,0 0 0,0 0 16,0 25-16,0-25 0,0 0 16,0 0-16,0 0 0,0 0 0,0 0 0,0 0 0,0 0 0,-25 0 0,25 0 15,0 0-15,0 0 0,0 0 16,0-25-16,0 25 0</inkml:trace>
  <inkml:trace contextRef="#ctx0" brushRef="#br0" timeOffset="88117.0399">19695 4738 0,'0'0'0,"0"0"0,0 0 0,25-25 16,-25 25-16,0 0 0,25-25 0,-25 25 0,0 0 15,24 0-15,-24-25 0,25 25 0,-25 0 0,25 0 16,-25 0-16,25-25 0,0 25 0,-25 0 0,24 0 0,1 0 16,-25 0-16,25 0 0,0 0 0,-25 0 0,25 0 15,-25 0-15,24 0 0,-24 0 0,0 25 0,0-25 0,25 0 16,-25 25-16,0-25 0,0 0 0,0 25 15,0-25-15,0 25 0,0-25 0,0 24 0,0-24 0,0 0 0,-25 25 172,1 199-172,24-200 0,24-24 16,-24 0-16,25 0 15,-25 0-15,0 0 0,0 0 0,25 0 0,-25 0 16,0-24-16,25-1 0,0 0 15,-25 25-15,0-25 0,0 25 0,24-49 16,-24 24 0,0 0-16,0-25 0,25 1 15,-25 24-15,0 25 16,0-25-16,0 25 16,25 0-16,-25 25 0,0-25 0,0 25 15,0-1 1,0 1-16,0 0 0,0 0 15,0 25-15,0-26 16,0 1-16,0 0 16,0 0-16,0 0 0,0-25 15,0 24 1,149-73 171,-149 49-171,0 0-16,0 25 0,0-25 0,0 0 0,0 0 15,0 0-15,0 0 16,0 0-16,0 0 0,0 0 0,0-25 15,0 25-15,25-25 0,-25 0 16,24 0 0,1 25-16,0-49 0,0 24 15,24 0 1,-24 25-16,-25 0 0,25 0 0,0 0 15,-25 0-15,0 25 0,0-25 0,25 0 16,-25 25-16,0-25 16,0 25-16,-25-25 0,25 24 0,-50 100 202,-123-570-202,148 446 0,25 0 0,0 0 16,0 0-16,0 0 0,0 0 0,25-25 16,-25 25-1,49 0-15,1 0 0,-25 0 16,-1 25-16,100-25 15,-74 0-15,-25 0 0,25 0 16</inkml:trace>
  <inkml:trace contextRef="#ctx0" brushRef="#br0" timeOffset="89512.1198">9922 6077 0,'0'0'0,"0"0"16,0 0-16,0 0 0,0 0 0,0 0 16,0 0-16,0 0 0,0 0 0,0 0 0,0 0 0,0 0 0,0 0 15,0 0-15,0 0 0,0 0 16,0 0-16,0 0 0,0 0 0,0 0 0,0 0 0,25 0 0,-25 0 15,0 25-15,0-25 0,0 0 0,0 25 0,0-25 0,24 0 16,-24 25-16,0-25 0,0 24 0,0-24 16,0 25-16,25 0 0,-25-25 46,0 25-46,0 0 0,0-25 0,0 24 0,0 1 0,0-25 0,0 25 0,25 0 0,-25-25 0,0 25 0,0-25 0,0 24 0,25 100 110,-25-124-110,0 0 0,0 0 0,0 0 0,0 0 0,0 0 0,0 0 0,0 25 0,25-50 15,-25 25-15,0 0 0,0 0 0,0 0 0,0 0 0,0 0 0,25-24 0,-25 24 0,0 0 0,0 0 0,24-25 0,-24 25 0,0-25 0,25 25 0,-25-25 0,0 25 0,0-25 0,25 25 16,-25-24-16,0-1 0,25 25 0,-25-25 0,0 0 0,0 0 0,25 25 0,-25-24 0,0-1 15,0 0-15,24 25 0,-24-25 0,0 0 0,0 25 0,0-24 0,0 24 0,0 0 0,0 0 0,0-25 0,0 25 0,0 0 0,0 0 0,25 0 16,-25 0-16,0 0 0,0 0 0,0 0 0,0 0 0,0 0 0,0 0 16,0 0-16,0 0 0,0 0 0,0 0 0,0 0 0,0 0 15,0 0-15,0-25 0,0 25 0,0 0 0,0 0 16,0 0-16,25 0 0,-25 0 0,0 0 0,0 0 0,0 0 15,0-25-15,0 25 0,0 0 0,0 0 16,0 0-16,0 0 0,0 0 0,0 0 0,0 25 0,0-25 0,0 0 16,-25 0-16,25 0 0</inkml:trace>
  <inkml:trace contextRef="#ctx0" brushRef="#br0" timeOffset="90373.169">10393 6598 0,'0'0'16,"0"0"-16,0 0 0,0 0 0,0 0 0,0 0 0,0 0 0,0 0 15,0 0-15,0 0 0,0 0 0,0 0 16,0 0-16,0 0 0,0 0 0,0 0 0,0 0 0,0 0 0,0 25 16,0-25-16,0 0 0,0 0 0,0 0 15,0 0-15,0 25 0,0-25 0,0 0 0,0 0 0,0 0 16,0 24-16,0-24 0,0 0 0,0 25 0,0-25 15,0 0-15,0 25 0,0-25 0,0 0 0,0 25 0,0-25 16,0 25-16,0-25 0,0 0 0,0 24 0,0-24 16,0 25-16,0-25 0,0 0 15,0 25-15,0-25 0,0 25 0,0-25 0,0 0 0,0 25 0,0-25 0,0 0 0,0 25 16,0-25-16,0 0 0,0 24 0,0-24 0,0 0 15,0 25-15,0-25 0,0 0 0,0 0 0,0 25 16,0-25-16,-25 0 0,25 0 0,0 25 0,0-25 0,0 0 16,0 0-16,0 0 0,0 25 0,0-25 0,0 0 15,0 0-15,0 0 0,-24 0 0,24 0 16,0 0-16,0 0 0,0 0 0,0 0 0,0 0 0,-25 0 0,25 0 15,0 0-15,0 0 0,0 0 0,-25 0 16,25 0-16,0-25 0,0 25 0,0 0 0,0 0 0,-25 0 0,25 0 16,0-25 15,0 25-31,0 0 0,0 0 0,0 0 0,0-25 0</inkml:trace>
  <inkml:trace contextRef="#ctx0" brushRef="#br0" timeOffset="90890.1986">10567 6375 0,'0'0'0,"0"0"15,0 0-15,0 0 0,0 0 0,0 0 0,0 0 16,0-25-16,0 25 0,0 0 16,0 0-16,0 0 0,0 0 0,0 0 0,0 0 0,0 0 0,0 0 0,0 0 15,0 0-15,0 0 0,0-25 0,0 25 16,0 0-16,0 0 0,0 0 0,0 0 0,0 0 0,0 0 0,0 0 15,0 0-15,0 0 0,0 0 16,0 0-16,0 0 0,0 0 0,0 0 0,0 0 0,0 0 0,0 0 78,0 0-78,0 0 0,0 0 16,0 0-16,0 0 0,0 0 0,0 0 0,0 0 0,0 0 0,0 0 46,0 0-46,0 0 0,0 0 0,0 0 0,0 0 0,0 0 0,0 0 0,-25 0 0,25 0 0,0 0 0,0 0 0,0 0 0,0 0 0,0 0 0,0 0 0,0 0 0,0 0 16,0 0-16,0 0 0,0 0 0,0 0 0,0 25 0,0-25 0,0 0 0,0 0 0,0 0 0,25 0 0,-25 0 0,0 0 0,0 0 0,0 0 0,0 0 0,0 0 0,0 0 0,0 0 16,0 0-16,0 0 0,0 0 0,0 0 0,0-25 0,0 25 0,25 0 0,-25 0 0,0 0 0,0 0 0,0 0 15,0 0-15,0 0 0,0 0 0,0 0 16,0 0-16,0 0 0,0 0 0,0 0 0,0 0 0,0 0 15,0 0-15,0 0 0,0 0 0,0 0 0,0 0 0,0 0 0,0 0 16,0 0-16,-25 0 0,25 0 0,0 0 16,0 0-16,0 0 0,0 0 0,0 0 0,0 0 0,0 0 15,0 0-15,0 0 0,0 0 0,0 0 0,0 0 0,0 0 16,0 0-16,0 0 0,0 0 0,0 0 0,0 0 15,0 0-15,0 0 0,0 0 0,0 0 0,0 0 16,0 0-16,0 0 0</inkml:trace>
  <inkml:trace contextRef="#ctx0" brushRef="#br0" timeOffset="91718.2459">9575 5829 0,'0'0'16,"0"0"-16,0 0 0,0 0 0,0 0 15,0 0-15,0 0 0,0 0 0,0 0 0,0 0 0,0 0 0,0 0 16,0 0-16,0 0 0,0 0 0,0 0 16,0 0-16,0 0 0,0 0 0,0 0 0,0 0 0,0 0 93,0 0-93,0 0 0,-25 0 0,-50 124 78,75-124-78,0 25 0,0-25 0,-24 25 0,24-25 0,0 25 0,0-25 0,-25 24 0,25-24 0,0 25 0,0-25 0,0 25 0,-25 0 0,25-25 0,0 25 0,0-1 0,0-24 0,0 25 0,0 0 0,0 0 0,0 0 0,0-25 0,-25 24 16,25 1-16,0 0 0,0 0 0,0-25 0,25 25 0,-25-1 0,0 1 0,0 0 0,0-25 0,0 25 0,0 0 0,0-1 0,0-24 0,0 25 0,25 0 0,-25-25 0,0 25 0,0 0 0,0-25 15,25 24-15,-25 1 0,0-25 0,0 25 16,0-25-16,24 25 0,-24-25 0,25 0 0,-25 25 0,0-25 16,25 0-16,0 24 0,-25-24 0,25 0 15,-25 0-15,24 0 0,1 0 0,-25 0 0,25 0 0,0 0 0,-25 0 16,25 0-16,-25 0 0</inkml:trace>
  <inkml:trace contextRef="#ctx0" brushRef="#br0" timeOffset="92600.296">10988 5953 0,'0'0'0,"0"0"0,0 0 0,0 0 0,0 0 0,0 0 16,0 0-16,0 0 15,0 0-15,25 0 0,-25 0 0,0 0 0,0 0 156,0 25-156,25-25 0,-25 0 0,0 0 0,0 0 0,0 0 0,0 0 0,0 25 0,0-25 0,0 0 0,0 0 0,25 0 0,-25 0 0,0 25 0,0-25 0,0 0 0,0 24 0,0-24 0,0 0 0,0 25 0,25-25 0,-25 0 0,0 25 0,0-25 0,0 25 0,0-25 0,0 25 0,0-25 0,0 24 0,24-24 0,-24 25 0,0 0 0,0-25 0,0 25 0,0-25 16,0 25-16,0-25 0,0 24 0,0 1 0,0-25 0,0 25 0,0-25 0,0 25 16,0 0-16,0-25 0,0 24 0,-24 1 0,24-25 0,0 25 15,0 0-15,0-25 0,0 25 0,0-1 0,0-24 16,-25 25-16,25 0 0,0-25 0,0 25 0,0 0 15,-25-25-15,25 24 0,0-24 0,-25 25 16,25-25-16,0 25 0,-25-25 0,25 25 0,0-25 0,-24 0 0,24 25 16,0-25-16,-25 0 0,25 0 0,-25 24 15,25-24-15,0 0 0,0 0 0,-25 0 0,25 0 0,0 25 16,0-25-16,-25 0 0,25 0 0,0 0 0,0 0 0,0 0 0,0-25 15,0 25-15,0 0 0,0 0 16,0 0-16,0-24 0</inkml:trace>
  <inkml:trace contextRef="#ctx0" brushRef="#br0" timeOffset="93381.3411">11485 6697 0,'0'0'16,"0"0"-16,0 0 0,0 0 47,-25 0-47,25 0 0,0-25 0,0 25 62,0 0-62,0 0 0,0 0 0,0 0 0,0 0 0,0 0 0,0 0 0,0 0 0,0 0 0,0 0 0,0 0 47,0 0-47,0 25 0,0-25 0,0 0 0,25 0 0,-25 0 0,0 0 0,0 25 0,0-25 0,0 0 0,0 25 0,0-25 0,0 25 0,0-25 0,0 24 0,0-24 0,0 25 0,0-25 0,0 25 15,0-25-15,0 25 0,0-25 0,0 25 0,0-25 0,0 25 0,0-25 0,-25 24 0,25-24 0,0 25 0,0-25 0,0 25 0,0-25 16,0 25-16,0-25 0,0 0 0,0 25 0,0-25 0,0 0 0,0 24 0,0-24 0,0 0 0,0 0 0,0 0 0,0 25 0,0-25 0,0 0 0,0 0 16,0 0-16,0 0 15,0 0-15,0 0 0,0 0 0,0 0 0,0 0 0,0 0 0,0 0 0,0 0 16,0 0-16,0 0 0,0 0 0,0-25 15,25 25-15,-25 0 0,0 0 0,0 0 0,0-24 0</inkml:trace>
  <inkml:trace contextRef="#ctx0" brushRef="#br0" timeOffset="94204.3882">11559 6722 0,'0'0'0,"0"0"0,0 0 0,0 0 0,0-25 16,0 25-16,0 0 0,0 0 0,0 0 0,0 0 0,0 0 16,0 0-16,0 0 0,0 0 0,0 0 46,0 0-46,0 0 0,0 0 0,0 0 0,0 0 0,0 0 0,0-25 0,0 25 0,0 0 0,0 0 0,0 0 16,25 0-16,-25 0 0,0 0 0,0 0 0,0 0 0,0 0 0,0 0 0,25 0 0,-25 0 0,0 0 0,0-24 0,0 24 16,24 0-16,-24 0 0,0 0 0,0 0 0,25 0 15,-25 0-15,0 0 0,0 24 0,25-24 0,-25 0 16,0 0-16,25 0 0,-25 0 0,0 0 0,0 0 0,25 25 15,-25-25-15,0 0 0,0 0 0,0 0 0,0 25 16,0-25-16,24 0 0,-24 0 0,0 25 0,0-25 16,0 0-16,0 0 0,0 25 0,0-25 0,0 0 0,-24 0 0,24 24 15,0-24 16,0 0-31,0 0 0,0 0 0,0 25 0,-25-25 0,25 0 0,0 0 0,-25 0 0,25 25 16,0-25-16,0 0 0,-25 0 0,25 0 0,0 25 0,0-25 0,-25 0 0,25 0 31,-24 25 47,24-25-78,0 0 0,0 0 0,0 0 0,0 0 0,0 0 0,0 0 0,0 0 16,0 0-16,0 0 15,0 0-15,0 0 0,24-25 0,-24 25 0,0 0 0,0 0 0,0 0 0,0 0 16,0 0-16,25 0 0,-25 0 0,0 0 0,0 0 0,0 0 0,25 0 0,-25 0 0,0 0 0,0 0 0,0 0 0,0 0 0,25 0 0,-25 0 0,0 0 0,0 0 0,0 0 0,25 0 0,-25 0 16,0 0-16,0 0 0,0 25 0,24-25 0,-24 0 0,0 0 0,0 0 0,0 25 0,0-25 0,0 0 0,25 24 0,-25-24 0,0 0 0,0 25 0,0-25 0,0 0 0,0 25 0,0-25 0,-25 0 15,25 25-15,0-25 0,0 0 0,0 25 0,0-25 16,0 0-16,0 24 0,-24-24 0,24 0 15,0 25-15,0-25 0,-25 0 0,25 0 0,0 0 0,0 25 0,0-25 16,-25 0-16,25 0 0,0 0 0,0 0 16,-25 0-16,25 0 0,0 0 0,0 0 0,0 0 0,-25 0 15,25 0-15,0 0 0,0 0 0,-24 0 0,24 0 0,0 0 16,0-25-16,0 25 0,0 0 0,0 0 0,-25 0 15,25 0-15,0 0 0,0 0 0,0-25 0,0 25 0,0 0 16,0 0-16,0 0 0,0 0 0,0 0 16,0 0-16,0-24 0,0 24 0,0 0 0,0 0 0,0 0 15,0 0-15,0 0 0,25 0 0,-25 0 0</inkml:trace>
  <inkml:trace contextRef="#ctx0" brushRef="#br0" timeOffset="95989.4901">13419 6201 0,'0'-25'0,"0"25"0,0 0 16,0 0-16,0 0 0,0 0 0,0 0 0,0 0 15,0 0-15,0 0 0,0 0 0,0 0 0,0 0 0,0 0 0,0 0 16,0 0-16,0 0 0,0-24 0,0 24 0,0 0 15,0 0-15,0 0 0,0 0 0,0 0 16,0 0-16,0 0 0,25 0 0,-25 0 0,0 0 0,0 0 0,0 0 16,0 0-16,0 0 0,0 0 0,0 0 15,0 0-15,0 0 0,0 0 0,0 0 0,0 0 0,0 0 0,0 24 16,0-24-16,0 0 0,0 0 0,0 25 15,0-25-15,0 0 0,25 25 0,-25-25 0,0 25 16,0-25-16,0 25 0,0-25 0,0 24 0,0-24 0,0 25 0,0-25 16,0 25-16,0 0 0,25-25 0,-25 25 15,0-25-15,0 24 0,0-24 0,0 25 0,0 0 0,0-25 0,0 25 16,0-25-16,0 25 0,25-25 0,-25 24 15,0-24-15,0 25 0,0-25 0,0 0 0,0 25 0,0-25 16,0 0-16,0 25 0,0-25 0,0 0 0,0 0 0,24 0 16,-24 0-16,0 25 0,0-25 0,0 0 0,0 0 15,0 0-15,0 0 0,0 0 0,0 0 0,0 0 16,0 0-16,0 0 0,0 0 0,0 0 0,0 0 15,0 0-15,0-25 0,0 25 0,25 0 0,-25 0 0,0 0 16,0-25-16,0 25 0,25 0 0,-25-25 0,0 25 16,0-25-16,25 25 0,-25-24 0,0 24 0,0-25 0,25 25 0,-25-25 15,0 0-15,0 25 0,24-25 0,-24 1 16,0 24-16,0-25 0,25 0 0,-25 25 78,0-25 0,124-223-63,-124 223-15,25 25 0,-25 0 0,0-24 0,0 24 16,0 0 0,0 0-16,0 0 15,0 0-15,0 0 16,0 0-16,0 49 47</inkml:trace>
  <inkml:trace contextRef="#ctx0" brushRef="#br0" timeOffset="96662.5288">13295 6424 0,'0'0'0,"0"0"0,0 0 16,0 0-16,0 0 0,0 0 0,0 0 0,0 0 16,0 0-16,0 0 0,0 0 0,0 0 0,0 0 0,0 0 0,0 0 15,0 0-15,0 0 0,0 0 0,0 0 0,0 0 0,0 0 16,0 0-16,0 0 0,0 0 0,0 0 15,0 0-15,0 0 0,0 0 0,0 0 0,0 0 0,0 0 16,0 0-16,0 0 0,0 0 0,0 0 16,0 0-16,0 0 0,0 0 0,0 0 0,0 0 0,0 0 0,0 0 15,0 0-15,0 0 0,0 0 0,0 0 16,0 0-16,0 0 0,0 0 0,0 0 0,0 0 0,0 0 0,25 0 15,-25 0-15,0 0 0,0 0 0,25 0 0,-25 0 16,25 0-16,-25 0 0,0 0 0,25 0 16,-1 0-16,-24 0 0,25 0 0,-25 0 0,25 0 0,0 0 0,0 0 15,-1 0-15,-24 0 0,25 0 0,0 0 0,0 25 16,0-25-16,-1 0 0,-24 0 0,25 0 0,0 0 15,0 0-15,-25 0 0,25 0 0,-1 0 0,-24 0 0,25 0 16,-25 0-16,0 25 0,25-25 0,-25 0 16,0 0-16,0 0 0,0 0 0,0 0 0,0 0 0,0 0 0,0 0 15,0 0-15,0 0 0,0 0 0,0 0 16,0 0-16,0 0 0,0 0 0,0 0 0,25 0 0,-25 0 0,0 0 15,0 0-15,0 0 0,25 0 0,-25 0 0</inkml:trace>
  <inkml:trace contextRef="#ctx0" brushRef="#br0" timeOffset="97580.5813">14436 6300 0,'0'0'0,"0"0"0,0 0 0,0-24 15,0 24-15,0 0 0,0 0 0,0 0 16,0 0-16,0 0 0,0 0 0,0 0 0,0 0 0,-24 0 0,24 0 15,0 0-15,0-25 0,0 25 0,0 0 16,0 0-16,0 0 0,0 0 0,0 0 0,0 0 0,0 0 0,0 0 16,0 0-16,0 0 0,0 0 0,0 0 15,0 0-15,0 25 0,0-25 0,0 0 0,0 0 16,0 0-16,0 0 0,0 0 0,0 0 0,0 24 0,0-24 0,0 0 78,0 50-31,0-50-47,0 25 0,0-25 0,-25 0 0,25 25 0,0-25 0,0 0 0,0 24 0,0-24 0,0 0 0,0 25 0,0-25 0,0 50 46,0-25-46,0-1 16,0 1 0,25 0-16,-25 0 15,0-25-15,0 25 0,0-1 16,0-24-16,-25 0 0,25 0 0,0 25 15,0-25-15,0 0 16,0 0-16,0 0 0,-25 0 16,0 0-16,25 0 15,0 0-15,-25 0 0,0 0 16,25-25-1,-24 25-15,24-24 16,0 24-16,-25 0 0,25 0 16,0-25-16,0 25 15,0 0-15,0 0 0,25-25 16,-25 0-16</inkml:trace>
  <inkml:trace contextRef="#ctx0" brushRef="#br0" timeOffset="98016.6062">14585 5978 0,'0'0'0,"0"0"0,0 0 0,0 0 0,0 0 0,0 0 0,0 0 0,0 0 0,0 0 0,0 0 0,0 0 0,0 0 0,0 0 0</inkml:trace>
  <inkml:trace contextRef="#ctx0" brushRef="#br0" timeOffset="98917.6577">14461 6028 0,'0'0'15,"0"0"-15,0 0 0,0 0 0,0 0 16,0 0-16,0 0 0,0 0 0,0 0 0,0 0 16,0 0-16,0 0 0,0 0 0,0 0 0,0 0 0,0 0 15,0 0-15,0 0 0,0 0 0,0 0 0,0 0 0,0 0 16,0 0-16,0 0 0,0 0 15,0 0-15,25 0 0,-25 0 0,0 0 0,0 0 0,0 0 0,0 0 0,0 0 16,0 0-16,0 0 0,0 0 0,0 0 0,25 0 16,-25 0-16,0 0 0,0 0 0,0 24 0,0-24 0,0 0 15,25 0-15,-25 0 0,0 0 47,0 0-47,0 0 31,0 0-31,0 0 0,0 0 0,0 0 0,24 0 0,-24 0 0,0 0 0,0 0 0,0 0 0,0 0 0,0 0 16,0 0-16,25 0 78,-25 0-78,0-24 0,0 24 0,0 0 0,0 0 0,0 0 0,0 0 0,0 0 0,0 0 0,-25 0 0,25-25 0,0 25 0,0 0 0,0 0 0,0 0 0,0 0 0,0 0 0,0 0 0,0 0 0,0 0 0,0 0 0,0 0 0,-24 0 0,24 0 0,0 0 0,0 0 0,0 0 15,0 0-15,0 0 0,0 0 0,0 0 0,-25 25 0,25-25 0,0 0 0,0 0 0,0 0 0,0 0 0,0 0 0,0 0 0,0 24 0,0-24 0,0 0 16,0 0-16,0 0 0,0 0 16,0 0-16,0 0 0,0 0 0,25 0 0,-25 0 0,0 0 0,0 0 0,0 0 15,0 25 1,0-25-16,24-25 0,-24 25 0,0 0 0,0 0 0,0 0 0,0 0 0,0 0 0,25 0 15,-25 0-15,0 0 0,0 0 0,0 0 0,0 0 0,0-24 16,0 24-16,0 0 0,0 0 0,0 0 16,0 0-16,0 0 0,-25 0 0,25 0 0,0 0 0,0-25 15,0 25-15,0 0 0,0 0 0,0 0 0,0 0 16,0 0-16,-24 0 0,24 0 0,0 0 0,0 0 0,0 0 15,0 0-15,0 0 0,0 0 0,0 0 16</inkml:trace>
  <inkml:trace contextRef="#ctx0" brushRef="#br0" timeOffset="99717.7034">15156 6325 0,'0'0'16,"0"0"-16,-25 0 0,25 0 0,0 0 0,0 0 0,0 0 16,0 0-16,0 0 0,0 0 0,0 0 15,0 0-15,0 0 0,0 0 0,0 0 0,0 0 0,0 0 16,0 0-16,0 0 0,0 0 0,0 0 0,0 0 0,0 0 15,0 0-15,0 0 0,0 0 0,0 0 16,25 0-16,-25 0 0,0 0 0,0 0 0,24 0 0,-24 0 0,0 0 16,25 0-16,-25 0 0,25 0 0,-25 0 15,25 0-15,-25 0 0,25 0 0,-25 0 0,24 0 0,76 25 125,-100-25-125,0 0 0,25 0 0,-25 25 0,0-25 0,0 0 0,0 0 0,0 0 0,0 0 0,0 0 0,0 0 0</inkml:trace>
  <inkml:trace contextRef="#ctx0" brushRef="#br0" timeOffset="100174.7297">15156 6573 0,'0'0'15,"0"0"-15,0 0 0,0 0 0,0 0 0,0 0 0,0 0 0,0 0 16,0 0-16,0 0 0,24 0 0,-24 0 16,0 0-16,0 0 0,0 0 0,0 0 0,0 0 0,0 0 15,0 0-15,0 0 0,0 0 0,0 0 0,0 0 0,25 0 16,-25 0-16,0 0 0,0 0 0,0 0 0,0 0 15,0 0-15,25 0 0,-25 0 156,199 0-156,-175 0 0,-24 0 0,25 0 0,0 0 0,-25 0 0,25 0 0,0 0 0,-1 0 0,-24 0 0,25 0 0,0 0 0,-25-25 0</inkml:trace>
  <inkml:trace contextRef="#ctx0" brushRef="#br0" timeOffset="101595.8109">16396 6524 0,'0'0'16,"0"0"-16,0 0 0,0 0 0,0 0 0,0 0 15,0 0-15,0 0 0,0 0 0,0 0 0,0 0 0,0 0 16,0 0-16,0 0 0,0 0 0,0 0 16,0 0-16,0 0 0,0 0 15,0 0-15,0 0 0,0 0 0,0 0 0,0 0 0,0 0 0,25 0 0,-25-25 16,0 25-16,0 0 0,0 0 0,0 0 0,0 0 15,25 0-15,-25 0 0,0 0 0,0 0 0,24-25 0,-24 25 16,0 0-16,0 0 0,25 0 0,-25-25 47,149-148 62,-124 173-109,-25 0 0,0-25 0,0 25 0,0 0 0,0-25 0,0 25 0,25-25 0,-25 25 0,0 0 0,0-25 0,0 25 16,0 0-16,0-24 0,0 24 0,0 0 0,24 0 0,-24-25 0,0 25 0,0 0 0,0 0 0,0 0 0,0-25 0,0 25 0,0 0 0,0 0 0,0 0 0,0 0 0,0 0 15,0 0-15,0 0 0,0 0 0,0 0 0,0 0 0,0 0 0,0 0 0,0 25 0,0-25 0,0 0 0,0 0 0,0 0 0,0 0 0,0 25 16,-24-25-16,24 0 0,0 24 0,0-24 0,0 0 0,0 25 0,0-25 15,0 25-15,0-25 0,0 25 0,0-25 0,0 25 0,-25-25 16,25 24-16,0-24 0,0 25 0,0-25 16,0 25-16,0-25 0,0 0 0,0 25 0,-25-25 0,25 25 15,0-25-15,0 24 0,0-24 0,0 0 0,0 25 0,0-25 16,0 0-16,0 25 0,0-25 0,0 0 0,0 25 15,0-25-15,0 0 0,0 0 0,0 25 0,0-25 0,-25 0 16,25 0-16,0 0 0,0 0 0,0 24 16,0-24-16,0 0 0,0 0 0,0 0 0,0 0 0,0 0 0,0 0 15,0 0-15,0 0 0,0 0 0,0 0 0,0 0 16,0 0-16,0 0 0,0 0 0,0 0 0,0 0 0,0 0 15,0 0-15,0 0 0,0 0 0,0-24 0,0 24 16,0 0-16,0 0 0,0 0 0,0 0 0,0-25 0,25 25 16,-25 0-16,0 0 0,0 0 0</inkml:trace>
  <inkml:trace contextRef="#ctx0" brushRef="#br0" timeOffset="102327.8527">16942 6573 0,'0'0'15,"0"0"-15,0 0 0,0 0 0,0 0 0,0 0 0,0 0 0,0 0 16,0 0-16,0 0 0,0 0 0,0 0 15,0 0-15,0 0 0,0 0 0,0 0 0,0 0 0,0 0 0,0 0 16,24 0-16,-24 0 0,0 0 16,0 0-16,0 0 0,0 25 0,0-25 0,0 0 0,0 0 15,0 0-15,25 25 78,-25-25-78,0 0 0,0 25 0,0-25 0,0 0 0,0 24 0,0-24 0,-25 0 16,25 25-16,0-25 0,0 0 0,0 25 0,-24-25 0,24 0 0,0 0 0,-25 25 0,25-25 0,-25 0 0,25 25 0,-25-25 0,25 0 0,0 0 0,-25 0 0,25 0 0,-24 24 0,24-24 0,0 0 0,-25 0 0,25-24 0,0 24 0,0 0 0</inkml:trace>
  <inkml:trace contextRef="#ctx0" brushRef="#br0" timeOffset="103547.9224">17289 6300 0,'0'0'0,"0"0"0,0 0 0,0 0 0,0 0 0,0 0 15,0 0-15,0 0 0,0 0 0,0 0 16,0 0-16,0 0 0,0 0 0,0 0 0,0 0 0,0 0 15,0 0-15,0 0 0,0 0 0,0 0 0,0 0 16,0 0-16,0 0 0,0 0 0,0 0 0,0 0 0,0 25 0,0-25 16,0 0-16,0 0 0,-25 25 0,25-25 15,0 0-15,0 0 0,0 25 0,0-25 0,0 0 0,0 25 16,0-25-16,0 24 0,0-24 0,0 0 0,0 25 15,0-25-15,0 25 0,0-25 0,-25 0 156,0 124-156,25-124 0,0 0 0,0 0 0,0 0 0,0 0 0,0 0 0,0 0 0,0 0 0,0 0 0,0 0 0,0 0 0,0 0 16,0 0-16,0-25 0,0 25 0,0 0 0,0 0 0,25 0 0,-25 0 0,0-25 0,0 25 16,0 0-16,0 0 0,0-24 0,0 24 0,0 0 0,0-25 0,0 25 0,25-25 0,-25 25 0,0-25 0,0 25 0,0 0 0,0-25 15,25 25-15,-25-24 0,0 24 0,0-25 0,0 25 0,25 0 0,-25-25 0,0 25 0,0 0 0,0 0 0,0-25 0,24 25 0,-24 0 0,0 0 16,0 0-16,25-25 0,-25 25 0,0 0 0,0 0 0,25 0 31,-25 0-31,0 0 0,25 0 0,-25 0 0,0 0 0,0 0 16,25-24-16,-25 24 0,0 24 0,0-24 0,24 0 0,-24 0 0,0 0 0,0 0 0,0 0 0,0 25 0,25-25 0,-25 0 15,0 0-15,0 25 0,0-25 16,0 0-16,0 25 0,0-25 0,0 0 0,0 25 15,0-25-15,0 0 0,0 24 0,0-24 0,0 0 0,0 25 0,0-25 0,0 0 16,0 25-16,0-25 0,0 0 0,0 25 16,0-25-16,0 0 0,0 0 0,0 0 0,-25 25 0,25-25 15,0 0-15,0 0 0,0 0 0,0 0 0,0 24 47,0-24-47,0 0 0,0 0 0,0 0 0,0 0 0,0 0 0,0 0 16,0 0-16,0 0 0,0 0 0,0 0 0,0 0 0,0 0 0,25-99 124,-25 99-124,0 0 0,0-25 0,0 25 0,25 0 0,-25-24 0,0 24 0,25 0 0,-25-25 0,0 25 0,25 0 0,-25 0 0,0-25 0,25 25 0,-25 0 0,0 0 0,24 0 0,-24 0 0,0 0 0,0 0 0,25 0 0,-25 0 16,0 0-16,0 0 0,25 0 0,-25 0 0,0 0 0,0 0 0,0 0 0,0 25 0,0-25 0,25 0 0,-25 0 0,0 25 0,0-25 0,0 0 0,0 24 0,0-24 0,0 0 0,-25 25 0,25-25 16,0 0-16,0 25 0,0-25 0,0 0 0,0 0 0,0 25 15,0-25-15,0 0 0,0 0 0,0 25 16,-25-25-16,25 0 0,0 0 0,0 24 0,0-24 0,0 0 15,0 0-15,0 0 0,0 0 0,0 0 0,0 0 0,0 0 16,0 0-16,0 0 0,0 0 0,0 0 16,0 0-16,0 0 0,0 0 0,0 0 0,0 0 0</inkml:trace>
  <inkml:trace contextRef="#ctx0" brushRef="#br0" timeOffset="104593.982">16867 6052 0,'0'0'0,"0"0"16,0 0-16,0 0 0,0 0 0,0 0 0,0 0 0,0 0 15,0 0-15,0 0 0,0 0 0,0-24 0,0 24 16,0 0-16,0 0 0,0 0 0,0 0 0,0 0 0,0 0 0,0 0 15,0 0-15,0 0 0,0 0 0,0 0 0,0 0 16,0 0-16,0 0 0,0 0 0,0 0 0,0 0 16,0 0-16,0 0 0,0 0 0,0 0 0,0 0 0,0 0 15,0 0-15,0 0 0,0 0 0,25 0 0,-25 0 16,0 0-16,0 0 0,0 0 0,0 0 0,0 0 0,0 0 15,0 0-15,25 0 0,-25 0 0,0 0 16,0 0-16,0 0 0,25 0 0,-25 0 0,0 0 0,0 0 16,24 0-16,-24-25 0,0 25 0,0 0 0,25 0 0,-25 0 0,0 0 15,25 0-15,-25 25 0,0-25 0,25 0 16,-25 0 62,0 0-78,25 0 0,-25 0 0,24 0 0,-24 0 0,25 0 0,-25 0 0,0 0 0,25 0 0,-25 0 15,25 0-15,-25 0 0,25 0 0,-25 0 0,24 0 0,1 0 0,-25 0 0,25 0 0,-25 24 0,25-24 0,0 0 0,-25 0 0,24 0 0,-24 0 0,25 0 0,0 0 0,-25 0 0,25 0 0,-25 0 0,25 0 0,-25 0 0,24 0 0,-24 0 0,25 0 0,-25 25 0,25-25 0,-25 0 16,0 0-16,25 0 0,-25 0 0,0 0 0,25 0 16,-25 0-16,0 0 0,0 0 0,0 0 0,0 0 0,25 0 15,-25 0-15,0 0 0,0 0 0,0 0 16,24 0-16,-24 0 0,0 0 0,0 0 0,0 0 0,25 0 0,-25 0 15,0 0-15,0 0 0,25 0 0,-25 0 16,0 0-16,0 0 0,0 0 0,25 0 0,-25 0 0,0 0 94,0 0-94,0 0 0,0 0 0,0 0 0,0 0 0,0 0 0,0 0 0,0 0 0,0 0 15,0 0-15,0 0 0,0 0 0,0 0 0,0 0 0,0 0 0,0 0 16,0 0-16,0 0 0,0 0 0,0 0 0,-25 0 0</inkml:trace>
  <inkml:trace contextRef="#ctx0" brushRef="#br0" timeOffset="106851.1115">2480 7565 0,'0'0'0,"0"0"0,0 0 0,0 0 0,0 0 15,0 0-15,0 0 0,0 0 0,0 0 0,0 0 0,0 0 0,0 0 16,0 0 15,0-24-31,0 24 0,0 0 47,0 0-47,0 0 0,0 0 0,0 0 0,0 0 0,0 0 0,0 0 0,0 0 0,0 0 78,0 0-78,-24 0 0,24 0 16,0 0-16,0 0 0,0 0 0,0 0 0,0 0 0,0 24 0,0-24 15,0 0-15,0 0 0,0 0 0,0 25 0,-25-25 0,25 0 0,0 25 0,0-25 0,0 0 0,0 25 0,0-25 0,0 25 0,0-25 0,0 24 0,0-24 0,0 25 0,0-25 0,0 25 0,0-25 0,-25 25 0,25-25 0,0 25 0,0-25 0,0 24 16,0-24-16,0 25 0,0-25 0,0 25 0,0-25 0,0 0 0,0 25 0,0-25 0,0 25 0,0-25 0,0 0 0,0 24 0,0-24 0,0 0 0,0 0 15,0 25-15,0-25 0,0 0 0,0 0 0,0 0 0,0 0 16,25 0-16,-25 0 0,0 0 0,0 0 16,0 0-16,0 0 0,0 0 0,0 0 0,0 0 0,0 0 0,0 0 0,0 0 15,0 0-15,0 0 0,0 0 16,0 0-16,0-25 0,0 25 0,0 0 0</inkml:trace>
  <inkml:trace contextRef="#ctx0" brushRef="#br0" timeOffset="107663.158">2431 7590 0,'0'0'0,"0"0"0,0 0 0,0 0 0,0-25 15,0 25-15,0 0 0,0 0 0,-25 0 16,25 0-16,0 0 0,0 0 0,0 0 0,25-24 0,-25 24 0,0 0 15,0 0-15,0 0 0,0 0 0,0-25 0,0 25 16,0 0-16,25 0 0,-25 0 0,0 0 0,0 0 0,0-25 16,24 25-16,-24 0 0,0 0 0,0 0 0,25 0 0,-25 0 15,0 0 32,0 0-47,25 0 0,-25 0 0,0 0 0,25 0 0,-25 0 0,0 0 0,0 0 0,25 0 0,-25 0 0,0 25 0,0-25 0,24 0 0,-24 0 0,0 25 0,0-25 0,0 0 0,0 0 0,0 24 0,0-24 0,0 0 16,0 25-16,0-25 0,0 0 0,0 25 0,0-25 15,0 0-15,0 25 0,-24-25 0,24 0 0,0 25 0,0-25 16,0 0-16,-25 24 0,25-24 0,0 0 15,0 25-15,0-25 0,-25 0 0,25 25 0,0-25 0,0 0 0,0 0 16,0 0-16,0 0 0,-25 0 0,25 0 0,0 0 16,0 0-16,0 0 0,0 0 0,0 0 0,0 0 0,0 0 15,0 0-15,25 0 0,-25 0 0,0 0 16,0 0-16,0 0 0,0 0 0,0 0 0,25 0 0,-25 0 0,0 0 0,0 0 15,0 25-15,25-25 0,-25 0 16,0 0-16,0 0 0,24 0 0,-24 0 0,0 25 31,0-25-31,25 0 0,-25 24 0,0-24 0,0 0 0,0 25 0,0-25 0,0 0 0,25 25 0,-25-25 0,0 0 0,0 25 0,0-25 16,0 0-16,0 25 0,0-25 0,0 0 0,0 24 15,0-24-15,0 0 0,-25 0 0,25 0 0,0 25 0,0-25 16,0 0-16,-25 0 0,25 0 0,0 0 16,0 25-16,-24-25 0,24 0 0,0 0 0,-25 0 0,25 0 0,0 0 15,0 0-15,-25 0 0,25 0 0,0 0 0,0 0 16,-25 0-16,25 0 0,0 0 0,0 0 15,0 0-15,-25 0 0,25 0 0,0 0 0,0 0 0,0 0 0,0 0 0,0 0 47</inkml:trace>
  <inkml:trace contextRef="#ctx0" brushRef="#br0" timeOffset="108414.2009">3001 7590 0,'0'0'0,"0"0"0,0-25 0,-24 25 0,24 0 16,0 0-16,0 0 0,0 0 0,0 0 0,0 0 15,0 0-15,0-24 0,0 24 0,0 0 0,0 0 16,0 0-16,24 0 0,-24 0 0,0 0 0,0-25 16,0 25-16,25 0 0,-25 0 0,0 0 0,0 0 0,25-25 0,-25 25 15,0 0-15,25 0 0,-25 0 0,0 0 16,0 0-16,25-25 0,-25 25 0,0 0 0,24 0 0,-24 0 15,0 0-15,0 0 0,25 0 63,-25 0-63,0 25 47,25-25-47,-25 0 0,0 0 0,0 0 0,0 25 0,0-25 0,0 0 0,0 0 0,0 25 0,-25-25 0,25 0 0,0 24 0,0-24 0,0 0 0,0 25 0,0-25 0,0 0 0,0 0 0,0 25 0,-25-25 0,25 0 0,0 25 0,0-25 15,0 25-15,-24-25 0,24 0 0,0 24 0,0-24 0,0 0 0,-25 25 0,25-25 0,0 25 0,0-25 0,0 0 0,-25 25 0,25-25 0,0 25 0,0-25 0,0 0 16,-25 24-16,25-24 0,0 0 0,0 25 0,0-25 0,0 0 0,0 25 15,0-25-15,0 0 0,-25 0 0,25 0 16,0 25-16,0-25 0,0 0 0,0 0 0,0 0 0,25 0 0,-25 0 0,0 0 16,0 25-16,0-25 0,0 0 0,0 0 15,0 0-15,0 0 0,0 0 0,0 0 0,0 0 0,0 0 16,25 0-16,-25 0 0,0 0 0,0 0 0,0 0 0,0 0 15,25 0-15,-25 0 0,0 0 0,25 0 0,-25 0 16,0 0-16,0 0 0,24 0 0,-24 0 0,25 0 0,-25 0 16,0 0-16,25 0 0,-25-25 0,0 25 0,25 0 15,-25 0-15,0 0 0,25 0 0,-25 0 0,0 0 0,24 0 16,-24 0-16,0 0 0,0-25 15,25 25-15,-25 0 0,0 0 0,0 0 0,0 0 0,25 0 0,-25 0 16,0 0-16,0 0 0,0 0 0,0 0 16,0 0-16,0 0 0,0 0 0,0 0 0,0 0 0,0 0 0,0 0 0,0 0 187</inkml:trace>
  <inkml:trace contextRef="#ctx0" brushRef="#br0" timeOffset="108956.2319">2580 8310 0,'-25'0'0,"25"0"0,0 0 15,0 0-15,0 0 0,0 0 0,-25 0 0,25 0 0,0 0 16,0 0-16,0 0 0,0 0 0,0 0 15,0 0-15,0 0 0,0 0 0,0 0 0,0 0 0,0 0 0,0 0 16,0 0-16,0 0 0,0 0 0,0 0 0,0 0 0,0 0 16,0 0-16,0 0 0,0 0 0,0 0 15,0 0-15,0 0 0,0 0 0,0 0 0,0 0 0,0 0 16,0 0-16,0 0 0,0 0 0,0 0 0,0 0 15,0 0-15,0 0 0,0 0 0,0 0 0,0 0 47,0 0-47,74-25 109,-74 25-93,25 0-16,0 0 0,0-25 0,-25 25 0,25 0 0,0 0 0,-1 0 0,1 0 0,0 0 0,-25 0 0,25 0 0,0-25 0,-1 25 0,1 0 0,0 0 0,0 0 0,0 0 0,-1 0 16,1 0-16,0-25 0,0 25 0,-25 0 0,25 0 0,-1 0 0,1 0 0,-25 0 0,25 0 0,-25-24 0,25 24 0,-25 0 0,25 0 0,-25 0 0,0 0 0,0 0 0,0 0 0,24 0 0,-24 0 0,0 0 0,0 0 0,0 0 0,0 0 0,0 0 15,0 0-15,0 0 0,0 0 0,0 0 0,0 0 0,0 0 0,0 0 16,0 0-16,0 0 0,0 0 0,0 0 0,0 0 15,0 0-15,0 0 0,0 0 0,0 0 16,0 0-16,0 0 0,0 0 0,25 0 0,-25 0 0,0 0 0,0-25 16,0 25-16,0 0 0,0 0 0,0 0 15,25 0-15,-25-25 0,0 25 0,0 0 0,0 0 0,0-25 16,0 25-16,25-25 0</inkml:trace>
  <inkml:trace contextRef="#ctx0" brushRef="#br0" timeOffset="109352.2546">3944 7615 0,'0'0'15,"0"0"-15,0 0 0,0 0 0,0 0 16,0 0-16,0 0 0,0 0 0,0 0 0,0 0 0,0 0 0,0 0 16,0 0-16,0 0 0,0 0 15,0 0-15,0 0 0,0 0 0,0 0 0,0 0 0,0 0 0,0 0 16,0 0-16,0 0 0,0 25 0,0-25 0,0 0 0</inkml:trace>
  <inkml:trace contextRef="#ctx0" brushRef="#br0" timeOffset="109524.2644">3944 7813 0,'0'25'16,"0"-25"-16,0 0 0,0 0 0,0 0 0,0 0 16,0 0-16,0 0 0,0 0 0,0 0 0,0 0 15,0 0-15,0 0 0,0 0 0,0 0 0,0 0 16,0 0-16,0 0 0,0 0 0,0 0 0,0 0 0,0 0 15,25 0-15</inkml:trace>
  <inkml:trace contextRef="#ctx0" brushRef="#br0" timeOffset="110542.3226">5680 7491 0,'0'0'0,"0"0"15,0 0-15,0 0 0,0 0 0,0 0 0,0 0 0,0 0 16,0 0-16,0 0 0,0 0 0,0 0 0,0 0 15,0 0-15,0 0 0,0 0 0,0 0 0,0 0 0,0 0 0,0 0 16,0 0-16,0 0 0,0 0 0,25 0 0,-25 0 16,0 0-16,0 0 0,0 0 0,0 25 0,0-25 15,25 0-15,-25 0 0,0 25 78,0-25-78,0 24 0,25-24 0,-25 0 0,0 25 0,0 0 0,0-25 0,0 25 0,24 0 0,-24-25 0,0 24 0,0 1 0,0-25 0,0 25 0,0 0 0,25 0 0,-25-25 0,0 24 16,0 1-16,0-25 0,0 25 0,0-25 0,25 25 0,-25-25 0,0 0 0,0 25 0,0-25 0,0 0 0,0 24 0,0-24 0,0 0 0,0 0 0,0 0 0,0 0 0,25 0 0,-25 0 15,0 0-15,0 0 0,0 0 16,0 0-16,0 0 0,0 0 0,0 0 0,0 0 0,0 0 0,0 0 0,0 0 16,0 0-16,0 0 0,0 0 0,0 0 15,0 0-15,0-24 0,0 24 0,25 0 0,-25 0 16,0-25-16,0 25 0,0-25 0,25 25 0,-25 0 0,0-25 15,0 25-15,0-25 0,0 1 0,24 24 0,-24-25 0,0 25 16,0-25-16,0 25 0,25-25 0,-25 0 0,0 25 16,0-24-16,0 24 0,0-25 0,0 25 0,25-25 15,-25 25-15,0-25 0,0 25 0,0-25 16,25 25-16,-25-24 0,0 24 0,0 0 0,0-25 0,0 25 0,0 0 15,0-25-15,0 25 0,25 0 0,-25 0 0,0 0 0,0 0 16,0 0-16,0 0 0,0 0 0,0 0 0,0 0 16,0 0-16,0 0 0,0 0 0,0 0 15,-25 25-15,25-25 0,0 0 0,0 0 0,0 25 0,0-25 0,0 0 16,0 0-16,25 24 15,-25-24-15,0 0 0,0 0 0,0 0 0,0 25 0</inkml:trace>
  <inkml:trace contextRef="#ctx0" brushRef="#br0" timeOffset="111655.3863">6201 7739 0,'0'0'0,"0"0"15,0 0-15,0 0 0,0 0 0,0 0 16,0 0-16,0 0 156,0 25-156,0 0 15,0-1-15,0-24 0,0 25 0,0-25 0,0 25 16,0 0-16,0-25 16,0 25-16,0-1 15,0-24-15,25 25 0,-25-25 16,0 25-16,25-25 15,-25 0 1,25 0-16,-1 0 0,-24 0 16,0 0-16,25 0 0,-25 0 0,25 0 15,0 0 1,49-298 530</inkml:trace>
  <inkml:trace contextRef="#ctx0" brushRef="#br0" timeOffset="113628.4992">6424 7764 0,'0'0'0,"0"0"16,0 0-16,0 0 0,0 0 0,0 0 0,0 25 0,0-25 0,0 0 15,0 0-15,0 0 0,0 0 0,0 0 0,0 0 0,0 0 16,0 0-16,0 0 0,0 0 0,0 0 15,0 0-15,0 0 0,0 0 0,0 0 0,0 0 0,0 0 16,0 0-16,0 0 0,0 0 0,0 0 16,25 0-16,-25 0 0,0 0 0,0 0 0,0 0 0,0 0 0,0 0 15,25 0-15,-25 0 0,0 0 0,0 0 156,149-50-156,-149 50 0,25-25 16,-25 25-16,24-25 15,-24 25-15,0-24 16,0 24 0,0 0-16,0-25 15,0 25-15,0-25 16,0 25-16,-24 0 0,24 0 0,0 0 15,0-25-15,-25 25 16,25 0-16,-25 0 0,25 0 16,-25 0-1,25 0-15,0 0 0,-25 0 0,25 0 0,0 0 16,-24 0-16,24 0 0,0 0 15,0 0-15,0 0 0,-25 0 16,25 0-16,0 0 0,0 25 0,0-25 0,0 0 16,0 0-16,0 0 15,-25 0-15,25 0 16,0 198 109,0-198-125,25 0 0,-25 0 0,0 25 15,0 0 1,0-25-16,25 25 15,-25-25-15,24 25 16,-24-25-16,75 49 47,-75-49-32,0 0-15,25 0 0,-25 0 16,24 0-16,-24 25 16,25-25-16,-25 0 15,25-25-15,-25 25 16,25 0-16</inkml:trace>
  <inkml:trace contextRef="#ctx0" brushRef="#br0" timeOffset="114701.5605">7094 7069 0,'-25'0'16,"25"0"-16,0 0 0,0 0 0,0 0 0,0 0 187,0 25-171,0-25-16,0 0 0,-24 0 15,24 0-15,0 25 0,0-25 16,0 0-16,0 0 15,0 25-15,0-25 0,0 0 0,0 25 16,0-1-16,-25 547 125,50-447-78,-25-75 311</inkml:trace>
  <inkml:trace contextRef="#ctx0" brushRef="#br0" timeOffset="115165.5871">6846 7665 0,'0'0'15,"0"0"-15,0 0 0,0-25 0,-25 25 0,25 0 16,0 0-16,0 0 0,0 0 0,0 0 0,0 0 15,0 0-15,0 0 0,0 0 0,0 0 0,0 0 0,0 0 16,0 0-16,0 0 0,0 0 0,0 0 16,0 0 15,0 0-31,0 0 0,0 0 0,0 0 0,0 0 0,0 0 0,0 0 0,0 0 0,0 0 109,0 0-93,0 0-16,0 0 0,0 0 0,0 0 0,0 0 0,0 0 0,0 0 0,0 0 0,0 0 0,0 0 0,0 0 0,0 0 0,0 0 0,0 0 0,0 0 0,0 0 0,0 0 15,0 0-15,0 0 0,0 0 0,0 0 0,0 0 0,0 0 0,0 0 0,0 0 0,0 0 0,25 0 0,-25 0 0,0 0 0,0 0 0,0 0 0,0-25 0,0 25 0,25 0 0,-25 0 0,0 0 0,25 0 0,-25 0 0,25 0 0,-25 0 16,24 0-16,-24 0 0,25 0 0,-25 0 0,25 0 0,-25 0 15,25 0-15,0 0 0,-25 0 0,24-25 0,-24 25 0,25 0 16,0 0-16,-25 0 0,0 0 0,25 0 0,-25 0 16,25 0-16,-25 0 0,0-25 0,0 25 0,0 0 0,24 0 15,-24 0-15,0 0 0,0 0 0,0 0 47,0 0-47,0 0 0,0 0 0,0 0 0,0 0 0,0-24 0,0 24 0,0 0 0</inkml:trace>
  <inkml:trace contextRef="#ctx0" brushRef="#br0" timeOffset="115933.631">6474 7491 0,'0'0'0,"0"0"0,0 0 0,0 0 0,0 0 0,0 0 16,0 0-16,0 0 15,0 0-15,0 0 0,0 0 0,0 0 0,0 0 0,0 0 0,0 0 16,0 0-16,0 0 0,0 0 0,0 0 0,0 0 15,0 0-15,0 0 0,0 0 0,0 0 0,0 0 0,0 0 16,0 0-16,0 0 0,0 0 0,0 0 0,0 0 16,0 0-16,0-25 0,0 25 0,0 0 0,25 0 15,-25 0-15,0 0 0,0 0 0,0-25 0,0 25 0,25 0 0,-25 0 16,0 0-16,0-24 0,24 24 0,-24 0 0,0 0 15,0-25-15,25 25 0,-25 0 0,0 0 0,0-25 16,25 25-16,-25 0 0,0 0 0,0 0 0,0-25 16,0 25-16,0 0 0,0 0 0,25 0 0,-25 0 0,0 0 0,0 0 15,0 0-15,0 0 0,0 0 0,0 0 16,0 0-16,0 0 0,0 0 0,0 0 0,0 0 15,0 0-15,0 0 0,0 0 0,0 0 16,25 0-16,-25 0 0,0 25 0,0-25 0,0 0 0,0 0 0,24 0 0,-24 0 16,0 0-16,0 25 0,0-25 0,0 0 15,25 0-15,-25 0 0,0 25 0,0-25 0,0 0 0,25 0 0,-25 0 16,0 24-16,0-24 0,0 0 0,0 0 15,0 0-15,25 0 0,-25 0 0,0 0 0,0 0 0,0 0 16,0 0-16,0 0 0,25-24 0,-25 24 0</inkml:trace>
  <inkml:trace contextRef="#ctx0" brushRef="#br0" timeOffset="116351.6549">6846 6970 0,'0'0'16,"0"0"-16,0 0 0,0 0 0,0-25 0,0 25 15,0 0-15,0 0 0,0 0 0,0 0 0,0 0 16,0 0-16,0 0 0,0 0 0,0 0 0,0 0 16,0 0-16,0 0 0,0 25 0,0-25 0,0 0 0,0 0 0,-25 0 15,25 25-15,0-25 0,0 0 0,0 25 0,0-25 16,-25 0-16,25 25 0,0-25 0,0 0 0,0 24 0,-24-24 15,24 25-15,0-25 0,0 25 16,0-25-16,0 0 0,-25 25 0,25-25 0,0 0 0,0 25 0,0-25 16,0 0-16,0 24 0,-25-24 0,25 0 15,0 0-15</inkml:trace>
  <inkml:trace contextRef="#ctx0" brushRef="#br0" timeOffset="116592.6687">6325 7367 0,'0'0'0,"0"0"16,0 0-16,0 0 0,0 0 0,0 0 0,0 0 0,0 0 15,0 0-15,0 0 0,0 0 0,0 0 0,0 0 16,0 0-16,0 0 0,0 0 0,0 0 0,0 0 0,0 0 16,0 0-16,0 0 0,0 0 0,0 0 0,0 0 0,0 0 15,0 0-15,0 0 0,0 0 0,0 0 0</inkml:trace>
  <inkml:trace contextRef="#ctx0" brushRef="#br0" timeOffset="117825.7392">8210 7714 0,'0'0'0,"0"0"0,0 0 15,0 0-15,0 0 0,0 0 0,0 0 0,0 0 0,0 0 16,0 0-16,0 0 0,0 0 0,0 0 94,0 0-94,0 0 0,0 0 0,0 0 0,0 25 0,0-25 0,0 0 0,0 0 0,0 25 0,25 148 78,-25-173-78,0 0 0,0 25 0,0-25 0,0 0 0,0 0 0,-25 0 15,25 0-15,0 0 0,0 0 0,0 0 0,0 0 0,0 0 0,0 0 0,0 0 0,0 0 0,0 0 0,0 0 0,0 0 0,0 0 0,0 0 0,0 0 0,0 0 0,0-25 16,0 25-16,0 0 0,0 0 0,0-24 0,25 24 0,-25 0 0,0-25 0,0 25 0,0-25 0,0 25 0,0 0 0,0-25 15,0 25-15,0-25 0,25 25 0,-25-24 0,0 24 0,25-25 0,-25 25 0,0-25 0,0 25 0,25-25 0,-25 25 0,0-25 0,24 25 0,-24 0 16,0 0-16,0-24 0,25 24 0,-25 0 16,0 0-16,0 0 0,25 24 0,-25-24 0,0 0 15,0 0-15,0 25 0,0-25 0,25 0 0,-25 25 0,0-25 0,0 25 16,0-25-16,0 25 0,0-25 0,0 0 15,0 24-15,0-24 0,25 25 0,-25-25 0,0 0 0,0 25 16,0-25-16,0 0 0,0 0 0,0 25 0,0-25 16,0 0-16,-25 0 0,25 0 0,0 25 0,0-25 15,0 0-15,0 0 0,0 0 16,0 0-16,0 0 0,0 0 0,0 0 0,0 0 0,0 0 0,0 0 0,0 0 0,0 0 15,0 0-15,0 0 0,0 0 0,0 0 0,0 0 0,0 0 16,0-25-16,0 25 0,0 0 0,0-25 16,0 25-16,0 0 0,0-25 0,0 25 0,0 0 0,25-25 15,-25 25-15,0-24 0,0 24 0,0-25 0,0 25 0,24 0 16,-24-25-16,0 25 0,0 0 0,25-25 15,-25 25-15,0 0 0,0 0 0,25-25 0,-25 25 0,0 0 0,0 0 78,25 0-78,-25 0 0,0 0 0,0 0 0,0 0 0,25 0 0,-25 0 0,0 0 0,0 0 0,0 25 16,0-25-16,24 0 0,-24 0 0,0 0 0,0 25 0,0-25 0,0 0 0,0 0 0,25 25 0,-25-25 0,0 0 0,0 25 0,0-25 0,0 0 0,0 24 78,0-24-78,0 0 0,0 0 0,0 25 0,0-25 0,0 0 0,0 25 0,0-25 0,0 0 0,0 25 0,0-25 0,0 0 0,0 0 0,0 25 16,0-25-16,0 0 0,0 0 0,0 0 0,0 0 0,0 0 0,0 0 0,0 0 0,0 0 0,0 0 0,0 0 0,0 0 0,0 0 0,25 0 15,-25 0-15,0 0 0,0 0 0</inkml:trace>
  <inkml:trace contextRef="#ctx0" brushRef="#br0" timeOffset="118388.7714">9079 7689 0,'0'-24'0,"-25"24"15,25 0-15,0 0 0,0 0 0,-25 0 0,25 0 0,0-25 16,0 25-16,-25 0 0,25 0 0,0 0 0,0 0 15,-25 0-15,25 0 0,0 0 0,0 0 0,-25 0 0,25 0 16,0 0-16,-24 0 0,24 0 0,0 0 0,0 25 0,-25-25 16,25 0-16,0 0 0,0 0 0,-25 24 0,25-24 46,0 0-14,0 0-32,-25 25 0,25-25 0,0 25 0,0-25 0,0 0 0,0 25 0,0-25 0,0 25 0,0-25 0,0 24 0,0-24 15,25 75 48,-25-75-63,0 0 0,0 0 0,0 25 0,25-25 0,-25 0 15,0 0-15,0 0 0,0 0 0,25 0 0,-25 0 0,0 0 0,0 0 0,24-25 0,-24 25 0,0 0 0,0 0 0,25 0 0,-25-25 0,0 25 0,0 0 16,25 0-16,-25-25 0,0 25 0,0 0 0,0-25 0,25 25 0,-25 0 0,0-24 0,0 24 0,0 0 0,0-25 0,0 25 0,0 0 0,0 0 0,0-25 0,0 25 0,0 0 0,0 0 0,0 0 0,0 0 0,0 0 15,0 0-15,0 0 0,0 0 0,0 0 0,0 0 0,0 0 0,0 0 16,0 0-16,0 25 0,0-25 16,0 0-16,0 25 0,0-25 0,0 24 0,0-24 0,0 0 0,0 25 15,0-25-15,0 25 0,25-25 0,-25 25 0,0-25 16,0 0-16,0 25 0,0-25 0,0 0 0,0 24 0,25-24 0,-25 0 15,0 0-15,0 0 0,24 0 0,-24 0 16,25 0-16,-25 0 0,25 0 0,-25-24 0,25 24 0,0 0 16,-1-25-16,1 25 0</inkml:trace>
  <inkml:trace contextRef="#ctx0" brushRef="#br0" timeOffset="118924.8021">10096 7516 0,'0'0'16,"0"0"-16,0 0 0,0 0 0,0 0 0,-25 0 0,25 0 0,0 0 15,0 0-15,0 0 0,0 0 0,0 0 47,0 25-47,0-25 0,0 0 0,0 0 0,-25 0 0,25 0 0,0 24 0,0-24 0,0 0 0,0 25 0,0-25 0,0 25 0,0-25 0,0 25 47,0-25-47,0 25 0,-25-1 0,25-24 0,0 25 0,0 0 0,0 0 0,0-25 0,0 25 0,0-1 0,0-24 0,0 25 0,0-25 0,0 25 0,0 0 0,0-25 0,0 0 0,0 25 0,-25-25 16,25 24-16,0-24 0,0 0 0,0 25 15,0-25-15,0 0 0,0 0 0,0 0 0,0 0 0,0 0 0,0 0 16,0 0-16,0 0 0,0 0 0,0 0 0,0 0 0,0 0 15,0 0-15</inkml:trace>
  <inkml:trace contextRef="#ctx0" brushRef="#br0" timeOffset="119150.815">9922 7739 0,'0'0'0,"0"-25"0,0 25 0,0 0 0,0 0 0,25 0 0,-25 0 0,0 0 0,0 0 0,24-25 0,-24 25 15,0 0 17,25 0-32,-25 0 0,25 0 0,-25 0 0,25 0 0,-25 0 0,25 0 15,-25 0-15,25 25 0,-1-25 0,-24 0 0,25 0 0,-25 0 0,25 0 0,0 25 0,-25-25 0,25 0 0,-25 0 0,24 25 0,-24-25 16,25 0-16,-25 25 0,0-25 0</inkml:trace>
  <inkml:trace contextRef="#ctx0" brushRef="#br0" timeOffset="119425.8308">10294 7937 0,'0'0'0,"-25"0"16,25 0-16,0 0 0,0 0 0,0 0 0,0 0 0,0 0 15,0-24-15,0 24 0,-25 0 0,25-25 16,0 25-16,0 0 0,0-25 0,0 25 0,0 0 0,0-25 15,25 25-15,-25 0 0,0-25 0,0 25 16,0 0-16,0 0 0,0-24 0,0 24 0,0 0 0,25 0 16,-25 0-16,0 0 0,0 0 0,25 0 0,-25 0 15,0 0-15,0 0 0,25 0 0,-25 0 0,0 0 0,0 0 0,24 0 16,-24 0-16,0 0 0,0 0 0,0 24 15,25-24-15,-25 0 0,0 0 0,0 0 0,0 25 0,0-25 16,0 0-16,0 25 0,0-25 0,0 0 16,0 0-16,0 25 0,0-25 31,0 0-31,0 25 0,0-25 0,0 0 0,0 0 0,0 24 15,0-24-15,0 0 0,0 0 0,0 25 0,0-25 0,0 0 0,0 0 0,0 0 0,0 0 0,0 0 0,0 0 0,0 0 0,0 0 0,0 0 0,25 0 16,-25 0-16,0 0 0,25 0 0,-25 0 0,0 0 16</inkml:trace>
  <inkml:trace contextRef="#ctx0" brushRef="#br0" timeOffset="119998.8635">10840 7789 0,'0'-25'0,"0"25"0,-25 0 0,25 0 15,0-25-15,0 25 0,0 0 0,0 0 16,-25-25-16,25 25 0,0 0 0,0 0 0,0 0 0,-25 0 16,25-25-16,0 25 0,0 0 0,0 0 0,-25 0 0,25 0 15,0 0-15,0 0 0,-24 0 0,24 0 16,0 0-16,0 0 0,-25 0 0,25 0 0,0 0 0,-25 0 0,25 0 15,0 25-15,-25-25 0,25 0 0,0 0 16,-25 25-16,25-25 0,0 0 0,-24 0 0,24 25 0,0-25 0,0 0 16,-25 25-16,25-25 0,0 0 0,0 24 0,0-24 15,0 0-15,0 25 0,0-25 0,0 0 0,0 25 16,0-25-16,0 25 0,0-25 0,0 0 0,0 25 0,0-25 0,25 0 15,-25 24-15,0-24 0,0 0 0,0 0 16,0 25-16,24-25 0,-24 0 0,0 0 0,0 0 0,25 0 16,-25 0-16,0 0 0,0 0 0,25 0 15,-25 0-15,0 0 0,25 0 0,-25 0 0,0 0 0,25-25 0,-25 25 16,0 0-16,24 0 0,-24 0 0,0-24 62,0 24-62,25 0 94,-25-124-94,0 124 0,0 0 0,0 0 0,0 0 0,0 0 0,0 0 0,0 0 0,0 0 0,0 0 0,0 0 0,0 0 0,0 0 0,0 0 0,0 0 0,0 0 0,0 24 0,0-24 0,0 0 15,0 0-15,0 0 0,0 25 0,0-25 0,0 0 0,0 25 0,0-25 0,0 0 0,0 25 0,0-25 0,0 0 0,0 25 0,0-25 0,0 0 0,0 24 0,0-24 0,0 0 0,25 0 0,-25 0 0,0 25 0,0-25 16,0 0-16,0 0 0,0 0 0,25 0 0,-25 0 0,0 0 0,0 0 16,25 0-16,-25 0 0,0 0 0,24-25 0,-24 25 15,0 0-15,25-24 0,-25 24 0,0 0 0,25-25 0,-25 25 16</inkml:trace>
  <inkml:trace contextRef="#ctx0" brushRef="#br0" timeOffset="120689.9031">10964 7689 0,'0'0'15,"0"0"-15,0 0 0,0 0 0,0 0 0,0 0 16,0 0-16,0 0 0,0 0 0,0 0 0,0 25 15,0-25-15,0 0 0,0 0 0,0 0 0,0 0 16,0 25-16,0-25 0,0 0 0,0 25 0,0-25 16,0 0-16,0 25 0,0-25 0,0 0 0,0 24 0,0-24 0,0 0 15,0 0-15,0 25 0,0-25 0,0 0 78,0 25-78,0-25 0,0 0 0,0 0 0,0 0 0,0 0 0,24 0 78,-24 0-62,0-25-16,0 25 15,25-25-15,-25 25 0,25-49 0,-25 49 16,25-25-16,-25 25 0,0-25 16,25 25-16,-25 0 15,0 0-15,24 0 0,-24 0 16,0 25-16,0-25 15,0 25-15,0 0 16,0-25-16,0 0 0,0 24 0,0 1 16,0 0-16,0 0 15,25 0 1,-25-25-16,0 0 0,0 0 15,0 24-15,25-48 16,0 24-16,25-25 16,-26 0-16,1 0 15</inkml:trace>
  <inkml:trace contextRef="#ctx0" brushRef="#br0" timeOffset="121034.9227">10542 7491 0,'0'0'0,"0"0"0,0 0 0,0 0 0,0 0 0,0-25 0,0 25 0,0 0 0,0 0 0,0 0 0,0 0 0,0 0 0,25-25 0,-25 25 0,0 0 0,0 0 0,0 0 0,25 0 0,-25-24 16,0 24-16,0 0 0,24 0 0,-24 0 0,0 0 0,0-25 15,25 25-15,-25 0 0,0 0 0,25 0 0,-25 0 16,0-25-16,0 25 0,25 0 0,-25 0 0,0 0 0,0 0 15,0 0-15,25 0 0,-25 0 0,0 0 0,0 0 16,0 0-16,0 0 0,0 25 16,24-25-16,-24 0 0,0 0 0,0 25 0,0-25 0,0 24 0,0-24 15,0 0-15,0 25 0,25-25 0,-25 25 0,0-25 16,0 25-16,0-25 0,0 0 0,0 25 0,25-25 0,-25 0 15,0 24-15,0-24 0,0 0 0</inkml:trace>
  <inkml:trace contextRef="#ctx0" brushRef="#br0" timeOffset="121398.9434">10691 8508 0,'0'0'0,"0"0"16,0 0-16,0 0 0,0 0 78,0 0-78,0 0 0,0 0 0,0 0 0,0 0 0,0 0 0,0 0 0,0 0 0,0 0 15,0 0-15,0-25 0,0 25 0,0 0 0,0 0 0,0 0 0,0 0 0,0 0 0,0 0 32,25 0-32,-25 0 0,0-25 15,0 25-15,0 0 0,0 0 0,0-24 0,0 24 0</inkml:trace>
  <inkml:trace contextRef="#ctx0" brushRef="#br0" timeOffset="122182.9885">12452 7789 0,'0'0'0,"-25"0"0,25-25 0,0 25 0,0 0 16,0 0-16,0-25 0,0 25 0,0 0 0,0 0 0,0-25 16,0 25-16,0 0 0,0 0 0,0 0 0,0-25 15,0 25-15,0 0 0,0 0 0,0 0 0,0 0 0,0-24 16,0 24-16,0 0 0,0 0 0,0 0 0,0 0 15,-25 0-15,25 0 0,0 0 0,0-25 0,0 25 0,0 0 16,0 0-16,-24 0 0,24 0 16,0 0-16,0 0 0,0 0 0,-25 25 0,25-25 0,0 0 0,0 0 0,-25 0 15,25 24-15,0-24 0,0 0 0,-25 25 16,25-25-16,0 25 0,0-25 0,0 25 0,-25-25 0,25 25 0,0-25 15,0 24-15,0-24 0,0 25 0,0-25 16,0 25-16,25-25 0,-25 25 0,0-25 0,0 25 0,0-25 16,25 24-16,-25-24 0,0 0 0,25 25 0,-25-25 15,0 0-15,25 25 0,-25-25 0,24 0 0,-24 0 0,25 0 47,-25 25-47,0-25 0,25 0 0,-25 0 0,25 0 0,-25 0 0,0 0 0,25 0 0,-25 0 0,24 0 0,-24 0 0,25 0 0,-25 0 16,25 0-16,-25-25 0,25 25 0,-25 0 0,0 0 0,25 0 0,-25-25 0,24 25 15,-24 0-15,25 0 0,-25-25 0,0 25 0,0 0 0,25-24 16</inkml:trace>
  <inkml:trace contextRef="#ctx0" brushRef="#br0" timeOffset="124454.1184">12601 7789 0,'0'0'16,"0"0"-16,0 0 0,0 0 0,0-25 0,0 25 0,0 0 16,0 0-16,0 0 0,0 0 0,0 0 0,0 0 15,0 0-15,0 0 0,25-25 0,-25 25 0,0 0 16,0 0-16,24-25 0,-24 25 0,0 0 0,25 0 0,-25-25 15,0 25-15,25 0 0,-25-24 16,0 24-16,25 0 0,-25-25 0,0 25 0,25-25 0,-25 25 0,0 0 0,24-25 16,-24 25-16,0 0 0,0-25 0,25 25 15,-25-24-15,0 24 0,0 0 0,0-25 0,0 25 0,0-25 16,0 25-16,0 0 0,0-25 0,0 25 0,0 0 15,0 0-15,0-25 0,0 25 0,-25 0 0,25 0 16,0-24-16,0 24 0,0 0 0,0 0 0,-24 0 0,24 0 16,0 0-16,0 0 0,-25 0 0,25 0 0,0 0 0,0 0 15,0 0-15,-25 0 0,25 0 0,0 0 0,0 0 16,0 0-16,0 0 0,-25 0 0,25 0 0,0 0 0,0 24 15,0-24 1,0 0-16,0 0 0,0 25 0,0-25 0,-25 0 0,25 25 16,0-25-16,0 25 0,0-25 0,0 0 0,0 25 0,0-25 0,0 24 0,0-24 15,0 25-15,0-25 0,0 25 0,0-25 0,0 25 0,0 0 16,0-25-16,0 24 0,0-24 0,0 25 0,0-25 0,0 25 15,0-25-15,0 25 0,0-25 0,0 0 0,0 25 16,0-25-16,0 24 0,0-24 0,0 0 0,0 25 0,0-25 16,0 0 15,0 0 78,50 0-93,-25-25-16,-25 1 0,25 24 0,-25-25 15,24 0 1,1 0-16,0 25 15,-25 0 1,0 0-16,0 0 0,0 0 0,25 199 78,-25-199-78,0 0 0,0 0 16,0 24-16,0-24 0,25 0 15,-25 0-15,24 0 0,-24 25 16,0-25-16,25 0 0,0 0 15,25-25-15,-50 25 16,74-173 405,149 272-421,-223-74 0,0-25 0,25 25 16,-25-25-1,0 24-15,25-24 0,-25 0 0,0 0 16,25 0-16,-25 0 16,25 0-16,-25 0 0,24-24 15,1 24-15,-25 0 16,0 0-16,0 0 0,0-25 0,25 0 15,-25 0-15,0 25 0,0-25 0,0 25 16,0-24 0,0-1-16,0 25 0,0 0 0,25-25 0,-25 0 156,0 124-110,0-99-46,0 0 0,0 0 0,0 0 16,0 0-16,0 0 16,0 25-16,0-25 0,0 0 0,0 0 0,0 25 15,0-25-15,0 0 0,0 0 16,0 25-16,0-25 15,0 0-15,0 0 0,0 25 0,0-25 16,0 0-16,0 0 0,0 0 0,0 0 16,25 24-1,-25-24-15,0 0 16,0 25-16,0-25 0,24 0 15,175-149 360,-323 844-360,124-695-15,-25 0 16,-25-25-16,50 25 0,-24-25 16,24 25-16,0-24 15,0 24-15,-25-25 0,25 25 16,25-25-16,-25 25 0,0-25 0,0 25 0,0 0 0,24-25 15,-24 25 1,25-24-16,-25 24 0,0 0 0,25-25 0,0 0 16,0 0-16,-25 0 0,24 1 15,-24-1-15,25 0 16,-25 0-16,25 0 0</inkml:trace>
  <inkml:trace contextRef="#ctx0" brushRef="#br0" timeOffset="125493.1778">13841 7863 0,'0'0'0,"0"0"16,0 0-16,0 0 0,0 0 0,0 0 0,0 0 0,0 0 15,0 0-15,0 0 0,0 0 0,0 25 0,0-25 0,0 0 16,0 0-16,0 0 0,0 0 0,25 0 0,-25 0 15,0 0-15,0-25 0,0 25 0,25 0 0,-25 0 0,0 0 141,124-74-141,-124 74 0,0-25 0,0 25 0,24 0 0,-24 0 0,0-25 0,0 25 0,0 0 15,0 0-15,0-25 0,0 25 0,25 0 0,-25 0 0,0 0 0,0-25 0,-25 25 0,25 0 0,0 0 0,0 0 0,0-24 0,0 24 0,0 0 0,0 0 0,-24 0 0,24-25 0,0 25 0,0 0 0,0 0 0,-25 0 0,25 0 0,0-25 0,0 25 0,0 0 0,-25 0 0,25 0 0,0 0 16,0 0-16,-25 0 0,25 0 0,0 0 0,0 0 0,-25 0 0,25 0 16,0 0-16,0 0 0,0 0 0,-24 0 15,24 0-15,0 25 0,0-25 0,0 0 0,0 25 0,0-25 0,-25 0 16,25 24-16,0-24 0,0 0 0,0 25 0,0-25 0,0 25 15,0-25-15,0 25 0,0-25 0,0 25 0,0-25 16,0 0-16,0 24 0,0-24 0,0 25 0,0-25 0,25 25 16,-25-25-16,0 0 0,0 25 0,0-25 15,0 0-15,24 25 0,-24-25 0,0 0 0,0 24 0,25-24 0,-25 0 16,0 0-16,25 25 0,-25-25 0,0 0 31,0 0-31,25 0 0,-25 0 0,0 0 0,25 0 0,-25 0 0,0 0 0,24 0 0,-24 0 0,0 0 0,25 0 16,-25 0-16,0 0 0,0-25 0,25 25 0,-25 0 0,0-24 15,0 24-15,25 0 0,-25-25 0,0 25 16,0 0-16,0-25 0,25 25 0,-25-25 0,0 25 0,0 0 0,0-25 15,24 25-15,-24-24 0,0 24 0,0 0 16,0-25-16,25 25 0</inkml:trace>
  <inkml:trace contextRef="#ctx0" brushRef="#br0" timeOffset="126011.2074">14238 7615 0,'0'0'0,"0"-25"0,0 25 0,0 0 0,0 0 16,0 0-16,0 0 0,0 0 16,0 0-16,0 0 0,0 0 0,0 0 0,0 0 0,0 0 0,0 0 0,0 0 15,0 0-15,0 0 0,0 0 0,0 0 16,0 0-16,0 0 0,0 0 0,0 0 0,0 0 0,0 0 15,0 25-15,0-25 0,0 0 0,0 0 0,0 25 0,0-25 16,0 25 15,0-25-31,0 0 0,0 24 0,0-24 31,0 25-31,0-25 0,0 25 16,0-25-16,0 25 0,0-25 0,0 25 0,0-25 0,0 0 0,0 24 0,0-24 0,0 25 0,0-25 0,0 0 0,0 25 0,0-25 0,0 0 0,0 0 0,0 0 0,0 25 0,0-25 0,0 0 0,0 0 0,0 0 0,0 0 0,0 0 0,0 0 16,0 0-16,0 0 0,0 0 0,0 0 0,0 0 0,0 0 15,0 0-15,0 0 0,0 0 0,0-25 16,0 25-16,0 0 0,0 0 0,0 0 0,25-25 0,-25 25 0,0 0 0,0-25 15,24 25-15,-24-24 0,0 24 0,0 0 16,25-25-16,-25 25 0,0-25 0,0 25 0,25 0 0,-25-25 16,0 25-16,25 0 0,-25-25 0,0 25 15,0 0-15,0 0 0,25 0 0,-25 0 0,0 0 16,0 0-16,0 0 0,0 0 0,0 0 0,0 0 0,0 0 0,0 0 0,0 0 15,0 25-15,0-25 0,25 0 0,-25 0 0,0 25 16,0-25-16,0 0 0,-25 25 16,25-25-16,0 25 0,0-25 0,0 24 0,0-24 0,0 0 0,0 25 15,0-25-15,0 25 0,0-25 0,0 0 16,0 25-16,0-25 0,0 0 0,0 25 0,0-25 0,0 0 0,0 0 15,0 24-15,0-24 0,25 0 16,-25 0-16,0 0 0,0 0 0,0 0 0,0 0 0,24 0 0,-24 0 0,0 0 16,25 0-16,-25 0 0,0-24 0,25 24 0,-25 0 0,25 0 15,-25-25-15,25 25 0,-25 0 0,0-25 16,24 25-16,-24-25 0,0 25 0,0-25 0,25 25 0</inkml:trace>
  <inkml:trace contextRef="#ctx0" brushRef="#br0" timeOffset="126328.2255">13965 7466 0,'0'0'16,"0"0"-16,0-25 0,0 25 0,0 0 0,0 0 0,0 0 0,0 0 16,0 0-16,0 0 0,0 0 15,0 0-15,0 0 0,0-24 0,0 24 0,0 0 0,0 0 0,0 0 16,0 0-16,25 0 0,-25 0 0,0 0 15,0 0-15,0 0 0,0 0 0,25 0 0,-25 0 0,0 0 0,0 0 16,0 0-16,24 0 0,-24 0 0,0 0 16,0 0-16,0 0 0,0 0 0,25 0 0,-25 0 15,0 24-15,0-24 0,0 0 0,0 0 0,25 0 0,-25 0 0,0 0 16,0 0-16,0 25 0,0-25 0,0 0 0,0 0 15,0 0-15</inkml:trace>
  <inkml:trace contextRef="#ctx0" brushRef="#br0" timeOffset="126656.2443">14263 7243 0,'0'0'0,"0"0"15,24 0-15,-24 0 0,0 0 0,25 0 16,-25 0-16,25 0 0,-25 0 0,0 0 0,25 0 0,-25 0 0,0 25 15,25-25-15,-25 0 0,0 0 78,0 25-78,0-25 0,0 0 0,0 24 0,0-24 0,-25 25 0,25-25 0,0 0 0,-25 25 16,25-25-16,-25 0 0,25 25 0,-25-25 0,25 25 0,-24-25 0,24 0 0,-25 0 0</inkml:trace>
  <inkml:trace contextRef="#ctx0" brushRef="#br0" timeOffset="127656.3015">15230 7615 0,'0'0'0,"0"-25"0,0 25 15,0 0-15,0 0 0,0 0 0,0 0 0,0-25 16,0 25-16,0 0 0,0 0 0,0 0 0,0 0 0,0 0 0,0 0 15,0 0-15,-25-24 0,25 24 16,0 0-16,0 0 0,0 0 0,0 0 0,0 0 0,0 0 16,0 0-16,0 24 0,-25-24 0,25 0 0,0 0 0,0 0 0,0 0 15,0 0-15,-24 25 0,24-25 0,0 0 16,0 25-16,0-25 0,-25 25 0,25-25 0,0 25 0,0-25 15,0 24-15,0-24 0,0 25 0,0-25 0,0 25 16,0 0-16,0-25 0,0 25 0,0-25 0,0 24 0,25-24 16,-25 25-16,0-25 0,0 25 0,0-25 15,24 25-15,-24-25 0,0 0 0,0 25 0,25-25 0,-25 0 0,0 0 16,25 0-16,-25 24 0,0-24 0,25 0 15,-25 0-15,0 0 0,25 0 0,-25 0 0,0 0 0,24 0 0,-24-24 16,25 24-16,-25 0 0,0 0 0,25 0 16,-25-25-16,0 25 0,25 0 0,-25 0 0,0-25 0,25 25 0,-25 0 15,0-25-15,25 25 0,-25 0 0,0-25 0,0 25 16,24-24-16,-24 24 0,0 0 0,0-25 0,0 25 15,25-25-15,-25 25 0,0 0 0,0-25 0,0 25 0,0 0 16,0 0-16,0-25 0,0 25 0,0 0 0,0 0 16,0 0-16,0-24 0,0 24 15,0 0-15,0 0 0,0 0 0,0 0 0,0 0 0,0 0 0,0 0 0,0 0 16,0 0-16,0 0 0,0 0 0,-25 0 0,25 24 0,0-24 15,0 0-15,0 0 0,0 0 156,-24 248-156,24-248 0,24 0 0,-24 25 0,0-25 0,0 0 0,0 0 0,0 0 0,25 25 0,-25-25 0,0 0 0,0 0 0,0-25 0,25 25 0,-25 0 0,0 0 0,0 0 0,0 0 0,25-25 0,-25 25 0,0 0 0,0-24 0,0 24 0,0-25 0,25 25 0,-25 0 16,0-25-16,0 25 0,0-25 0,0 25 0,0-25 0,0 25 0,0-24 0,0 24 0,0-25 0,0 25 0,0 0 0,0-25 0,0 25 0,0 0 0,0 0 0,0-25 16,0 25-16,-25 0 0,25 0 0,0 0 0,0 0 15,0-25-15,0 25 0,0 0 0,0 0 0,0 0 0,-25 0 16,25 0-16,0-24 0,0 24 0,0 0 0,0 0 0,0 0 15,-25 0-15</inkml:trace>
  <inkml:trace contextRef="#ctx0" brushRef="#br0" timeOffset="127902.3156">15553 7392 0,'24'0'15,"-24"0"-15,0 0 0,0 0 0,0 0 0,0 0 16,0 0-16,0-25 0,25 25 0,-25 0 0,0 0 0,0 0 15,25 0-15,-25 0 0,25 0 0,-25 25 0,0-25 16,25 0-16,-25 0 0,0 0 0,24 25 0,-24-25 16,0 0-16,0 0 0,0 24 0,0-24 0,0 0 0,0 25 15,0-25-15,0 25 0,0-25 0,-24 0 0,24 25 16,-25-25-16,25 0 0,-25 25 0,0-25 0,0 24 0,25-24 15,-24 0-15,-1 25 0,0-25 0,0 0 0</inkml:trace>
  <inkml:trace contextRef="#ctx0" brushRef="#br0" timeOffset="128746.3639">16570 7665 0,'0'0'0,"0"0"0,0 0 16,0-25-16,0 25 0,0 0 0,0 0 0,-25 0 16,25 0-16,0-25 0,0 25 0,0 0 0,0 0 0,0 0 15,0 0-15,0 0 0,0-25 0,0 25 0,-25 0 0,25 0 16,0 0-16,0 0 0,0 0 0,0 0 0,0 0 0,-25 0 15,25 0-15,0 0 0,0 0 0,-25 0 16,25 0-16,0 25 0,0-25 0,-24 0 0,24 0 0,0 0 0,0 25 16,0-25-16,0 0 15,0 25-15,0-25 0,0 0 0,0 24 0,0-24 0,0 25 0,0-25 0,0 25 0,0-25 16,0 25-16,24-25 0,-24 25 0,0-25 15,0 24-15,25-24 0,-25 0 0,0 25 0,25-25 0,-25 25 16,0-25-16,25 25 0,-25-25 0,0 0 0,0 25 16,0-25-16,25 0 0,-25 24 0,0-24 0,0 0 0,0 0 15,0 25 32,0-25-47,-100 25 109,76-25-109,24 0 0,0 0 0,0-25 0,-25 25 0,25 0 0,0 0 0,0 0 0,0 0 0,0-25 0,0 25 0,0 0 0,0 0 0,0 0 0,0-24 0,25 24 0,-25 0 0,0 0 0,24 0 0,-24-25 0,25 25 16,-25 0-16,0 0 0,25-25 0,0 25 0</inkml:trace>
  <inkml:trace contextRef="#ctx0" brushRef="#br0" timeOffset="129169.388">16917 7689 0,'0'0'0,"0"0"0,0-24 15,0 24-15,0 0 0,0 0 0,0-25 0,0 25 16,0 0-16,0 0 0,-25-25 0,25 25 0,0 0 0,0 0 16,0 0-16,0 0 0,0 0 0,0 0 0,0 0 0,0 0 15,-25 0-15,25 0 0,0 0 0,0 0 16,0 0-16,0 0 0,-25 0 0,25 0 0,0 0 0,0 0 15,0 25-15,0-25 0,-24 0 0,24 25 0,0-25 16,0 24-16,0-24 0,0 25 0,0 0 0,0-25 0,0 25 16,0 0-16,0-25 31,0 24-31,0 1 0,0-25 0,0 25 0,0-25 15,0 25-15,24-25 0,-24 25 0,0-25 0,0 24 0,25-24 0,-25 0 0,0 25 0,0-25 0,0 0 0,25 0 0,-25 0 0,0 0 0,0 0 0,25 0 16,-25 0-16,0 0 0,0 0 0,25 0 0,-25 0 16,0-25-16,24 25 0,-24 0 0,0 0 15,25-24-15,-25 24 0,0 0 0,0-25 0,25 25 0,-25-25 0,0 25 16,0-25-16,0 25 0,0-25 0,0 25 15,0-24-15,0 24 0,0-25 0,0 25 0,0-25 0,0 25 0,0-25 16,-25 25-16,25-25 0,0 25 0,0 0 0,0-24 0,0 24 16,-25 0-16,25 0 0,0-25 15,0 25-15,0 0 0,0 0 0,0 0 0,-24 0 0,24 0 0,0 0 16,0 0-16,0 0 0,0 0 0,0 0 0,0 0 0,0 0 15,0 0-15,0 0 0,0 0 0,0-25 16,0 25-16,0 0 0,0 0 0,0 0 0,0 0 0</inkml:trace>
  <inkml:trace contextRef="#ctx0" brushRef="#br0" timeOffset="129506.4073">17016 7392 0,'0'-25'109,"25"25"-109,-25 0 0,0 0 0,25 0 0,-25 0 0,0 25 0,0-25 0,24 0 0,-24 0 0,0 0 0,0 25 0,0-25 0,0 49 47,0-49-47,0 25 0,0-25 0,-24 0 0,24 25 0,0-25 0,-25 0 0,25 0 0,-25 25 0,25-25 0,-25 0 0,25 0 0,0 24 0,-25-24 0,25 0 15,0 0-15,-24 0 0,24 0 0,0 0 0</inkml:trace>
  <inkml:trace contextRef="#ctx0" brushRef="#br0" timeOffset="129739.4207">17338 7144 0,'0'-25'16,"0"25"-16,0 0 0,0 0 0,25 0 0,-25 0 16,0 0-16,0 0 0,25 0 0,-25 0 0,0 0 0,0 0 15,25 0-15,-25 0 0,0 0 0,0 25 16,0-25-16,25 0 0,-25 0 0,0 0 0,0 25 0,0-25 0,0 0 15,0 24-15,0-24 0,0 0 0,0 0 0,0 25 16,-25-25-16,25 0 0,0 25 0,-25-25 0,25 0 0,-25 25 16,25-25-16,-25 0 0,1 25 0,-1-25 15,25 0-15,-25 0 0,0 0 0,25 24 0,-25-24 0</inkml:trace>
  <inkml:trace contextRef="#ctx0" brushRef="#br0" timeOffset="130469.4624">18355 7441 0,'0'0'0,"0"0"0,0 0 15,0 0-15,0 0 0,0 0 0,0 0 0,0 0 0,0 0 16,0 0-16,0 0 0,0 0 0,0 0 0,0 0 0,0 25 15,0-25-15,0 0 0,0 25 0,0-25 16,0 25-16,0-25 0,0 25 0,0-25 0,0 24 0,0 1 0,0-25 16,0 25-16,0 0 0,0-25 0,0 25 15,0-1-15,0-24 0,0 25 0,0 0 0,-24 0 0,24-25 16,0 25-16,0-25 0,0 24 0,0 1 15,0-25-15,0 25 0,0-25 0,0 25 0,0-25 0,0 25 0,0-25 16,0 0-16,-25 24 0,25-24 16,0 0-16,0 25 0,0-25 0,0 0 0,0 0 0,0 0 0,0 0 15,0 0-15,0 0 0,0 0 0,0 0 0,0 0 0,-25 0 16,25 0-16,0 0 0,0 0 0,0-25 0,0 25 15,0 0-15</inkml:trace>
  <inkml:trace contextRef="#ctx0" brushRef="#br0" timeOffset="130980.4916">18281 7689 0,'25'0'0,"-25"0"0,0 0 0,0-24 0,0 24 0,0 0 16,25 0-16,-25 0 0,0 0 0,24 0 0,-24 0 16,25 0-16,-25 0 0,25 0 0,-25 0 0,25 0 15,-25 0 16,25 0-31,-25 0 0,24 0 0,1 0 0,-25 0 0,25 24 0,-25-24 0,0 0 0,25 124 110,-25-99-110,0-25 0,0 25 0,-25-25 15,25 25-15,0-25 0,0 25 0,0-25 0,0 0 0,0 24 0,0-24 0,0 25 0,0-25 0,0 0 0,0 25 0,0-25 0,0 0 0,0 25 0,0-25 0,0 0 0,0 0 0,0 0 0,0 0 0,0 25 0,25-25 0,-25 0 0,0 0 0,0 0 0,25 0 0,-25 0 16,0-25-16,25 25 0,-25 0 0,24 0 0,-24 0 0,25-25 0,-25 25 0,0 0 0,25-25 0,-25 25 0,25 0 0,-25-25 15,0 25-15,25 0 0,-25-24 0,0 24 0,24-25 0,-24 25 0,0-25 16,0 25-16,0 0 0,0-25 0,25 25 16,-25-25-16,0 25 0,0-24 0,0 24 0,0 0 0,0 0 15,0-25-15,0 25 0,0 0 0,0 0 0,0 0 16,0 0-16,0 0 0,0 0 0,0 0 0,0 0 0,0 0 15,0 0-15,0 0 0,0 0 0,0 0 0,0 25 16,0-25-16,0 0 0,0 0 0,0 24 0,-25-24 0,25 25 0,0-25 16,0 0-16,0 25 0,0-25 15,0 25-15,-24-25 0,24 25 0,0-25 0,0 24 0,0-24 0,0 25 16,0-25-16,0 0 0,0 25 0,0-25 15,0 0-15,0 25 0,0-25 0,0 0 0,0 0 0,0 0 16,0 25-16,24-25 0,-24 0 0,0 0 0,0-25 0,0 25 16,25 0-16,-25 0 0,0 0 0,0-25 0,25 25 0,-25 0 15,0-25-15</inkml:trace>
  <inkml:trace contextRef="#ctx0" brushRef="#br0" timeOffset="131337.5121">18876 7541 0,'0'0'0,"0"-25"0,0 25 0,0 0 16,0 0-16,0 0 0,0 0 0,0 0 0,0 0 0,0 0 16,25 0-16,-25 0 0,0 0 0,0 0 15,0 0-15,25 0 0,-25 0 0,0 25 0,0-25 0,25 0 16,-25 0-16,0 0 0,0 24 0,0-24 0,0 0 15,0 25-15,0-25 0,0 0 0,0 25 0,0-25 0,0 0 94,-124 74-32,124-74-62</inkml:trace>
  <inkml:trace contextRef="#ctx0" brushRef="#br0" timeOffset="131448.5184">18926 7342 0,'0'0'15,"0"0"-15,0 0 0,0 0 0,0 0 0,0 0 0,0 0 0,0 0 0,25 0 0,-25 0 0,25-25 0,-25 25 0,24 0 0,-24 0 0,25 0 16,0 0-16,0 0 0,0 0 0,-25 0 0,24 0 15,1 0-15,0 0 0,0 0 0,0 0 0,-1 0 0,26 0 16,-25 0-16,0 0 0,-1 0 0,1 0 0,0 0 16</inkml:trace>
  <inkml:trace contextRef="#ctx0" brushRef="#br0" timeOffset="132289.5663">19869 7541 0,'0'0'0,"0"0"0,0 0 0,0 0 0,0 0 16,0 0-16,0 0 0,0 0 0,0 0 0,0 0 16,0 0-16,0 0 0,0 0 0,0 0 0,0 0 0,0 0 15,0 0-15,0 0 0,0 0 0,0 0 0,0 0 16,0 0-16,0 0 156,-75 297-156,75-297 0,0 25 0,0-25 0,0 25 0,0-25 15,0 25-15,0-25 0,0 0 0,-25 24 0,25-24 0,0 0 0,0 0 0,0 25 0,0-25 0,0 0 0,0 0 0,0 25 0,0-25 0,0 0 0,0 0 0,0 0 0,0 0 0,0 0 0,0 0 0,0 0 0,0 0 0,0 0 0,0 0 0,0 0 0,0 0 0,0 0 0,0 0 16,0-25-16,0 25 0,0 0 0,0 0 0,0-25 0,0 25 0,0-24 0,0 24 0,0 0 0,0-25 0,0 25 0</inkml:trace>
  <inkml:trace contextRef="#ctx0" brushRef="#br0" timeOffset="132931.6032">19893 7516 0,'0'-25'0,"0"25"0,0 0 0,0 0 16,0 0-16,0 0 0,0 0 0,0 0 0,25 0 0,-25 0 0,0 0 15,0 0-15,0 0 0,0 0 0,0 0 16,25 0-16,-25 0 0,0 0 0,0 0 0,25 0 0,-25 0 0,0-25 15,0 25-15,25 0 0,-25 0 0,24 0 16,-24 0-16,0 0 0,25 0 140,74 99-140,-99-74 0,0-25 0,0 0 0,0 25 0,0-25 16,-24 25-16,24-25 0,0 0 0,0 25 0,0-25 0,-25 24 0,25-24 0,0 0 0,0 25 0,-25-25 0,25 0 0,0 0 0,-25 25 0,25-25 16,0 0-16,0 0 0,-25 0 0,25 25 0,0-25 0,0 0 0,0 0 0,0 0 0,0 0 0,-24 0 0,24 0 0,0 0 0,0 0 0,0 0 0,0 0 0,0 0 0,0 0 0,0 0 0,24 0 0,-24 0 0,0 0 0,0 0 0,0 0 0,25 0 15,-25 0-15,0 0 0,0 0 0,25 0 0,-25 0 0,0 0 16,25 0-16,-25 0 0,0 0 0,25 0 15,-25 0-15,0 25 0,0-25 0,0 0 0,24 24 0,-24-24 0,0 0 16,0 25-16,0-25 0,0 0 0,0 25 16,0-25-16,0 25 0,0-25 0,0 25 0,0-25 0,0 24 0,0-24 15,0 0-15,0 25 0,-24-25 16,24 25-16,0-25 0,0 0 0,0 25 0,0-25 0,-25 0 0,25 0 15,0 25-15,0-25 0,-25 0 0,25 0 0,0 0 16,0 0-16,-25 0 0,25 0 0,0 0 0,0 0 0,-25 0 16,25 0-16,0 0 0,0-25 0,-24 25 15,24 0-15,0 0 0,0-25 0,0 25 0,-25 0 0,25 0 16,0-25-16,0 25 0,0 0 0,0 0 0,0 0 15,0-25-15,0 25 0,0 0 0,0 0 0,0 0 0,0 0 0,0 0 16,0 0-16,0 0 0,0 0 0,25 0 16,-25 0-16,0 0 0,24 0 0,-24 0 0,0 0 0,25 0 15,-25 0-15,25 0 0</inkml:trace>
  <inkml:trace contextRef="#ctx0" brushRef="#br0" timeOffset="133664.6452">21034 8086 0,'0'0'15,"0"0"-15,0 0 0,0 0 0,0 0 0,0 0 16,0 0-16,0 0 0,0 0 0,0 0 0,0-24 0,0 24 15,0 0-15,0 0 0,0 0 0,0-25 16,25 25-16,-25 0 0,0 0 0,0-25 0,0 25 0,0 0 16,0-25-16,25 25 0,-25 0 0,0-25 0,0 25 15,0-25-15,25 25 0,-25-24 0,0 24 0,0-25 0,25 0 0,-25 25 16,0-25-16,24 25 0,-24-25 0,0 25 15,25-24-15,-25 24 0,0-25 0,0 25 0,25 0 0,-25-25 47,0 25-47,0 0 0,0 0 0,0 0 0,0 0 0,25 0 0,-25 0 0,0 0 16,0 0-16,0 0 0,0 0 0,0 0 0,25 0 0,-25 0 0,0 0 0,0 25 0,0-25 0,0 0 0,24 0 0,-24 25 0,0-25 0,0 0 15,0 24-15,0-24 0,25 0 0,-25 25 0,0-25 0,0 25 16,0-25-16,0 25 0,25-25 0,-25 25 16,0-25-16,0 24 0,0-24 0,0 0 0,25 25 0,-25-25 15,0 25-15,0-25 0,0 25 0,0-25 0,0 0 16,0 25-16,0-25 0,0 25 0,0-25 0,0 0 0,0 24 15,0-24-15,0 0 0,0 25 0,0-25 0,0 0 16,0 0-16,0 25 0,0-25 0,0 0 16,0 0-16,0 0 0,0 0 0,-25 0 0,25 0 0,0 0 0,0 0 15,0 25-15,-25-25 0,25-25 0,0 25 0,0 0 0,-25 0 16,25 0-16,0 0 0,0 0 0,-24 0 0,24 0 15,0 0-15,0-25 0,-25 25 0,25 0 16,0 0-16,0 0 0,0 0 0,0-25 0,0 25 0,0 0 0,0 0 16,0 0-16,0-24 0,0 24 0,0 0 0,0 0 15,25 0-15,-25-25 0,0 25 0,24 0 0,-24 0 0,0 0 16,25-25-16,-25 25 0,25 0 0,0 0 0,-25 0 15</inkml:trace>
  <inkml:trace contextRef="#ctx0" brushRef="#br0" timeOffset="134301.6813">21803 8012 0,'0'0'0,"0"0"16,0-25-16,0 25 0,0 0 0,0 0 0,0-25 0,0 25 15,0 0-15,0-25 0,0 25 0,0 0 0,0-24 0,0 24 16,0 0-16,0-25 0,0 25 0,0 0 47,0 0-47,-24-25 31,24 25-31,0 0 0,0-25 0,0 25 0,-25 0 0,25 0 0,0-25 15,0 25-15,-25 0 0,-50 0 63,75 0-63,0 0 0,-24 0 0,24 0 0,0 0 0,-25 25 0,25-25 0,0 0 0,-25 25 0,25-25 0,0 0 0,-25 25 0,25-25 0,0 25 0,0-25 0,0 0 15,-25 24-15,25-24 0,0 25 0,0-25 0,0 25 0,0-25 0,0 0 0,0 25 0,0-25 0,25 0 0,-25 25 0,0-25 0,0 0 0,0 0 0,0 25 0,25-25 0,-25 0 0,0 0 0,0 0 0,25 0 0,-25 0 0,0 0 0,25 0 16,-25 0-16,0 0 0,24 0 0,-24 0 0,25 0 0,-25 0 16,0-25-16,25 25 0,-25 0 0,0 0 0,0 0 0,25-25 15,-25 25-15,0 0 0,25-25 0,-25 25 0,0 0 0,0-25 16,0 25-16,25 0 0,-25-25 15,0 25-15,0-24 0,0 24 0,24-25 0,-24 25 0,0 0 0,0-25 16,0 25-16,0 0 0,0 0 0,0-25 16,0 25-16,0 0 0,0 0 0,0 0 0,0 0 0,0 0 0,0 0 15,0 0-15,0 0 0,0 0 0,0 0 16,0 0-16,0 0 0,0 25 0,0-25 0,0 0 0,0 0 15,0 0-15,0 0 0,-24 25 0,24-25 0,0 0 16,0 25-16,0-25 0,0 0 0,0 24 0,0-24 0,0 0 0,0 0 16,0 25-16,0-25 0,0 0 0,0 0 15,0 25-15,0-25 0,0 0 0,0 0 0,0 0 0,24 25 0,-24-25 16,0 0-16,0 0 0,0 0 0,0 0 15,0 0-15,25 0 0,-25 0 0,0 0 16,0 0-16,25 0 0,-25 0 0,0 0 0,25 0 0,-25 0 0,25-25 0,-25 25 16,0 0-16,24 0 0,-24-25 15,0 25-15,25 0 0,-25-25 0,0 25 0</inkml:trace>
  <inkml:trace contextRef="#ctx0" brushRef="#br0" timeOffset="134807.7105">22002 7789 0,'0'-25'0,"0"25"0,0 0 125,0 0-125,0 25 0,0-25 0,0 0 0,0 24 0,0-24 0,0 0 0,0 25 0,0-25 0,0 0 0,-25 25 0,25-25 0,0 25 0,0-25 15,0 0-15,0 25 0,0-25 0,0 0 0,0 0 0,0 24 0,0-24 0,0 0 0,0 25 0,0-25 0,0 0 0,0 0 0,0 0 0,0 0 0,-25 0 0,25 25 0,0-25 0,0 0 0,0 0 0,0 0 0,0 0 0,0 0 0,0 0 16,0 0-16,0 0 0,0 0 0,0-25 0,0 25 0,0 0 0,0 0 0,25 0 0,-25 0 16,0-25-16,0 25 0,0 0 0,0-24 0,25 24 15,-25-25-15,0 25 0,0 0 0,25-25 0,-25 25 0,0 0 16,0-25-16,24 25 0,-24 0 0,0-25 0,0 25 0,25 0 15,-25 0-15,0 0 0,0 0 0,0 0 0,25 0 16,-25 0-16,0 0 0,0 0 0,0 0 16,0 0-16,0 25 0,25-25 0,-25 0 0,0 0 0,0 25 0,0-25 15,0 0-15,0 25 0,0-25 0,0 0 0,-25 25 16,25-25-16,0 0 0,0 24 0,0-24 0,0 0 15,0 0-15,0 25 0,0-25 0,0 0 0,0 25 0,0-25 16,0 0-16,0 0 0,0 25 0,0-25 0</inkml:trace>
  <inkml:trace contextRef="#ctx0" brushRef="#br0" timeOffset="135248.7358">22473 7888 0,'0'-25'0,"0"25"0,-25-25 0,25 25 0,0 0 0,0-25 0,0 25 0,0 0 0,0 0 0,0 0 15,0 0-15,0-24 0,0 24 0,-25 0 0,25 0 0,0 0 0,0 0 0,0 0 0,0 0 0,0 24 0,-24-24 0,24 0 0,0 0 0,0 25 0,-25-25 0,25 0 0,0 25 0,0-25 0,-25 0 0,25 25 0,0-25 0,0 0 0,0 25 0,0-25 0,0 0 0,-25 24 0,25-24 0,0 0 0,0 25 0,0-25 16,25 0-16,-25 0 0,0 0 0,0 25 0,0-25 16,0 0-16,0 0 0,25 0 0,-25 0 0,0 0 0,25 0 15,-25 0-15,0 0 0,24 0 0,-24 0 16,25 0-16,-25 0 0,0 0 0,25-25 0,-25 25 0,0 0 0,25 0 15,-25-25-15,0 25 0,0 0 0,25 0 16,-25-24-16,0 24 0,0 0 0,0-25 0,0 25 0,0 0 16,0-25-16,0 25 0,0 0 0,0 0 15,0-25-15,0 25 0,0 0 0,0 0 0,0 0 0,0 0 16,0 0-16,0 25 0,0-25 0,0 0 0,0 0 0,0 25 0,-25-25 15,25 25-15,0-25 0,0 24 0,0-24 0,0 25 16,0 0-16,0-25 0,-25 25 0,25 0 0,0-25 16,0 25-16,0-1 0,0 1 0,0-25 0,0 25 15,-25 0-15,25-25 0,0 25 0,0-1 0,0-24 0,0 25 16,0-25-16,0 25 0,-25-25 0,25 0 0,0 25 15,0-25-15,0 0 0,0 25 0,-24-25 16,24 0-16,0 0 0,0 0 0,0 0 0,-25 24 0,25-24 0,0 0 16,0 0-16,-25-24 0,25 24 0,0 0 0,-25 0 0,25 0 15,0 0-15,0 0 0,0-25 0,0 25 0,0 0 16,0 0-16,0-25 0,0 25 0,0 0 0,0 0 15,0-25-15,0 25 0,25 0 0,-25 0 78,0 0-78,25 0 0,-25-25 0,0 25 0,25 0 0,-25 0 0,24 0 16,-24 0-16,25 0 0,0 0 0,-25-24 0,25 24 0,-25 0 0,25 0 0,-1 0 0,-24 0 0,25 0 0,0 0 0,-25 0 0,25 0 0,-25-25 0,25 25 0,-25 0 0,24 0 0,-24 0 0,25-25 0,-25 25 0,25 0 0,-25-25 0,0 25 0</inkml:trace>
  <inkml:trace contextRef="#ctx0" brushRef="#br0" timeOffset="135956.7763">23366 7516 0,'0'-25'15,"0"25"-15,0 0 0,0 0 0,0-25 16,0 25-16,0 0 0,0 0 0,0 0 0,25 0 0,-25-25 0,0 25 0,0 0 16,0 0-16,0 0 0,0 0 0,0 0 15,0 0-15,0 0 0,0 0 0,0 0 0,0 0 0,0 0 16,0 0-16,0 0 0,0 0 0,0 0 0,0 0 15,0 0-15,0 25 0,0-25 0,0 25 0,0-25 0,0 25 16,-25-25-16,25 25 0,0-1 0,0-24 16,0 25-16,0 0 0,0 0 0,-25-25 0,25 25 0,0-1 0,0 1 0,0 0 15,0-25-15,-25 25 0,25 0 0,0-25 16,0 24-16,0-24 0,-24 25 0,24-25 0,0 25 0,0-25 0,0 25 15,0-25-15,0 25 0,0-25 0,-25 0 16,25 24-16,0-24 0,0 0 0,0 0 0,0 25 0,0-25 16,0 0-16,0 0 0,0 0 0,0 0 0,0 0 0,0 0 15,0 0-15,0 0 0,0 0 0,0 0 16,0 0-16,0 0 0,0 0 0,0 0 0,0 0 0,0-25 15,0 25-15,0 0 0,0 0 0,0-24 0,0 24 16,0 0-16,0-25 0,25 25 0,-25-25 0,0 25 16</inkml:trace>
  <inkml:trace contextRef="#ctx0" brushRef="#br0" timeOffset="136440.8039">23440 7516 0,'0'0'0,"0"0"0,0-25 15,0 25-15,0 0 0,0 0 0,0 0 0,0 0 16,0 0-16,0 0 0,0 0 0,0 0 0,0 0 0,0 0 15,0 0-15,0 0 0,0 0 0,0 0 0,25 0 16,-25 0-16,0 0 0,0 0 0,0 0 0,25 25 16,-25-25-16,0 0 0,0 0 0,25 0 15,-25 25-15,0-25 0,0 0 0,0 0 0,25 24 0,-25-24 0,0 0 16,0 25-16,0-25 0,0 0 0,0 25 15,0-25-15,0 0 0,-25 25 0,25-25 0,0 25 0,0-25 16,0 24-16,-25-24 0,25 0 0,0 25 0,-25-25 0,25 25 0,0-25 16,-25 0-16,25 25 0,0-25 0,-24 0 15,24 0-15,0 25 0,-25-25 0,25 0 0,0 0 0,0 24 16,-25-24-16,25 0 0,0 0 0,0 0 15,0 0-15,0 0 0,0 0 0,0 0 0,0 0 0,0 0 0,0 0 16,0 0-16,0 0 0,0 0 0,25 25 16,-25-25-16,0 0 0,0 0 0,0 0 0,25 0 0,-25 0 0,0 0 15,0 25-15,24-25 0,-24 0 0,0 0 16,0 0-16,0 25 0,0-25 0,0 0 0,0 25 0,0-25 15,0 0-15,0 24 0,0-24 0,0 0 0,0 25 0,0-25 16,0 0-16,0 0 0,0 25 0,0-25 0,0 0 16,0 0-16,-24 0 0,24 25 0,0-25 0,0 0 0,0 0 15,0 0-15,0 0 0,-25 0 0,25 0 16,0 0-16,0 0 0,-25 0 0,25 0 0,0 0 0,0 0 15,-25 0-15,25 0 0,0 0 0,0 0 0,-25 0 16,25 0-16,0-25 0,0 25 0,0 0 0,0 0 0,0 0 16,0-25-16,0 25 0,25 0 0,-25-25 0,0 25 15,0 0-15,25-24 0</inkml:trace>
  <inkml:trace contextRef="#ctx0" brushRef="#br0" timeOffset="136810.8247">24185 7243 0,'0'0'0,"0"0"0,0 0 0,0 0 16,0 0-16,0 0 0,0 0 0,0 0 0,0 0 16,0 0-16,-25 0 0,25 0 0,0 0 0,0 0 15,-25 25-15,25-25 0,-25 0 0,25 25 16,-25-25-16,25 24 0,-24 1 0,24-25 0,-25 25 0,0 0 0,0-25 0,25 25 15,-25-1-15,1 1 0,24-25 0,-25 25 16,0 0-16,25-25 0,-25 25 0,0-1 0,25-24 16,-25 25-16,1-25 0</inkml:trace>
  <inkml:trace contextRef="#ctx0" brushRef="#br0" timeOffset="138282.9093">6449 10988 0,'0'0'15,"0"0"-15,0-24 0,0 24 0,0-25 0,0 25 16,0-25-16,0 25 0,0 0 78,0-124 0,0 124-78,0 0 0,0 0 0,0 0 0,0 25 0,0-25 0,0 0 0,0 0 0,-25 0 0,25 25 0,0-25 0,0 24 0,0-24 0,0 25 0,0-25 0,0 25 16,0 0-16,0 0 0,0-1 0,0 1 0,0-25 0,-24 25 0,24 0 0,0 0 0,0-1 0,0 1 0,0 0 0,0-25 0,-25 25 0,25 0 0,0 0 0,0-1 0,0-24 0,0 25 0,0 0 0,0 0 0,-25-25 0,25 25 0,0-1 0,0 1 0,0-25 0,0 25 15,0 0-15,0-25 0,-25 25 0,25-1 0,0-24 16,0 25-16,0 0 0,0-25 0,0 25 0,0-25 15,-25 25-15,25-1 0,0-24 0,0 25 0,0-25 0,0 0 16,0 25-16,0-25 0,0 0 0,0 25 16,0-25-16,0 0 0,0 0 0,0 0 0,0 0 0,0 0 15,0 0-15,0 0 0,0 0 0,0 0 0,0 0 16,0 0-16,0 0 0,0 0 0,0 0 0,0 0 0,0 0 15,-24 0-15,24-25 0,0 25 0,0 0 0,0-25 0,0 25 16,24-25-16,-24 1 0</inkml:trace>
  <inkml:trace contextRef="#ctx0" brushRef="#br0" timeOffset="138901.9447">6400 10691 0,'0'0'16,"0"0"-16,0 0 0,0 0 0,0 0 0,0 0 0,0 0 0,0 0 0,0 0 15,0 0-15,0 0 0,0 0 0,0 0 0,0 0 16,24-25-16,-24 25 0,0 0 0,0 0 0,0 0 15,0 0-15,25 0 0,-25 0 0,0 0 0,0 0 16,25-25-16,-25 25 0,0 0 0,0 0 0,25 0 0,-25 0 0,25 0 16,-25 0-16,0 0 0,24-25 0,-24 25 15,0 0-15,25 0 0,-25 0 0,0 0 0,25 0 47,-25 0-16,0 0-31,25 25 16,-25-25-16,0 0 0,0 0 0,25 0 0,-25 25 0,0-25 0,0 25 0,0-25 0,24 25 0,-24-25 0,0 24 0,0-24 0,0 25 0,0-25 0,0 25 31,0 0-31,0-25 0,0 25 0,0-25 0,0 24 0,0 1 0,0-25 0,0 25 0,0-25 0,0 25 0,0-25 0,0 25 0,-24-25 0,24 24 16,0-24-16,0 25 0,0-25 0,0 25 0,-25-25 0,25 0 0,0 25 0,0-25 0,-25 0 0,25 25 0,0-25 0,0 0 0,-25 0 0,25 0 0,0 0 0,0 0 0,-25 24 0,25-24 15,0 0-15,-24 0 0,24 0 0,0 0 0,0-24 16,-25 24-16,25 0 0,0 0 0,0 0 0,-25 0 0,25 0 15,0 0-15,0 0 0,0 0 0,0 0 16,0-25-16,0 25 0,-25 0 0,25 0 0,0 0 0,0 0 16,0 0-16,0 0 0,0 0 0,0 0 0,0 0 15,0 0-15,0 0 0,0 0 0,0 0 0,0 0 0,0 0 16,0 0-16,0 0 0,25 0 0,-25 0 15,0 0-15,0 0 0,25 0 0,-25 0 0,0 0 0</inkml:trace>
  <inkml:trace contextRef="#ctx0" brushRef="#br0" timeOffset="139274.9661">7516 10889 0,'0'0'0,"0"0"16,0 0-16,0 0 0,0 0 0,0 0 15,0 0-15,0 0 0,0 0 0,0 0 0,0 0 0,0 0 16,0 0-16,25 0 0,-25 0 0,0 0 0,24 0 15,-24 0-15,0 0 0,25 0 0,-25 0 0,25 0 0,-25 0 16,25 0-16,0 0 0,-25 0 0,24 0 16,-24 0-16,25 0 0,-25 0 0,25 0 0,-25 0 0,25 0 0,-25 0 15,25 0-15,-25 0 0,24 0 0,-24 0 16,0 0-16,0 0 0,25 0 0,-25 0 0,0 0 0</inkml:trace>
  <inkml:trace contextRef="#ctx0" brushRef="#br0" timeOffset="139520.9799">7615 11162 0,'-25'0'0,"25"0"0,0 0 0,0 0 15,0 0-15,0 0 0,0 0 0,0 0 0,0 0 0,0 0 16,0 0-16,0 0 0,0 0 0,0 0 15,0 0-15,0 0 0,25 0 0,-25 0 0,0 0 16,25 0-16,-25 0 0,25 0 0,-25 0 0,24 0 16,-24 0-16,25 0 0,-25 0 0,25 0 0,0-25 0,-25 25 0,25 0 15,-1 0-15,1 0 0,-25 0 0,25 0 16,0 0-16,0 0 0,-1 0 0,-24 0 0,25 0 0,0-25 15,0 25-15,0 0 0</inkml:trace>
  <inkml:trace contextRef="#ctx0" brushRef="#br0" timeOffset="141877.1149">9748 10517 0,'0'0'0,"0"0"0,0 0 0,0 0 16,0 0-16,0 0 0,0-25 0,0 25 0,-25 0 0,25 0 15,0 0 16,0 0-31,0 0 0,0-24 0,0 24 0,0 0 16,0 0-16,0 0 0,0 0 0,0 0 0,0 0 0,0 0 0,0 0 0,0 0 0,0 0 0,0 0 0,0 0 0,0 0 0,0 0 0,0 0 0,0 0 16,0 0-16,0 0 15,0 0-15,0 0 0,0 24 0,0-24 0,0 0 0,0 0 0,0 0 0,0 25 0,0-25 16,0 0-16,0 25 0,0-25 0,0 25 15,0-25-15,-24 25 0,24-25 0,0 24 0,0-24 0,0 25 0,0-25 16,0 25-16,0-25 0,0 25 0,0-25 0,0 25 16,0-1-16,0-24 0,0 25 0,0-25 0,0 25 0,0-25 15,0 25 94,24 49-109,-24-49 0,0-25 0,25 0 0,-25 0 0,0 0 0,25 25 0,-25-25 0,0 0 0,0 0 0,25 0 0,-25 0 0,0 0 0,25 0 0,-25 0 0,24-25 16,-24 25-16,0 0 0,25 0 0,-25 0 0,0-25 0,0 25 0,25 0 0,-25-25 0,0 25 0,25 0 0,-25-24 0,0 24 0,0-25 0,25 25 0,-25-25 0,0 25 0,0-25 0,0 25 0,0-25 0,24 1 0,-24 24 0,0-25 0,0 25 16,0-25-16,0 0 0,0 25 0,0-25 0,25 25 0,-25-24 0,0 24 15,0-25-15,0 25 0,0 0 0,0-25 16,0 25-16,0 0 0,0 0 0,0 0 0,0 0 0,0 0 0,0 0 15,0-25-15,0 25 0,0 0 0,0 0 0,0 0 16,0 0-16,0 0 0,0 0 0,0 0 16,0 0-16,0 0 0,0 0 0,0 0 0,0 0 0,0 0 15,0 0-15,0 0 0,0 25 0,0-25 0,0 0 0,0 0 16,0 0-16,0 0 0,0 0 0,0 25 15,0-25-15,0 0 0,0 25 0,-25-25 0,25 24 0,0-24 16,0 25-16,0-25 0,0 0 0,0 25 0,0-25 16,0 25-16,0-25 0,0 25 0,0-25 0,0 0 0,0 24 0,0-24 15,0 0-15,0 25 0,0-25 0,0 0 0,0 25 187,0 99-171</inkml:trace>
  <inkml:trace contextRef="#ctx0" brushRef="#br0" timeOffset="143482.2067">9649 10344 0,'0'0'0,"0"0"16,0 0-16,0 0 0,0 0 0,0 0 0,0 0 0,0 0 15,0 0-15,0-25 0,0 25 0,0 0 16,0 0-16,0 0 0,0 0 0,0 0 0,0 0 0,0 0 0,0 0 16,0 0-16,0 0 0,0 0 0,0 0 0,0 0 15,0 0-15,0 0 0,0 0 0,0 0 0,0 0 16,0 0-16,0 0 0,0 0 0,0 0 0,0 0 0,0 0 15,0 0-15,0 0 0,0 0 0,0 0 16,0 0-16,0 0 0,0 0 0,0 0 0,0 0 0,0 0 0,0 0 16,0 0-16,0 0 0,0 0 0,0 0 0,0 0 15,0 0-15,0 0 0,0 0 0,0 25 0,0-25 16,0 0-16,25 0 0,-25 0 0,0 24 0,0-24 0,0 0 15,0 25-15,0-25 0,0 25 0,0-25 0,0 0 16,25 25-16,-25-25 0,0 25 0,0-1 0,0-24 0,24 25 16,-24-25-16,0 25 0,0-25 0,0 25 15,25 0-15,-25-25 0,0 24 0,0 1 0,25-25 0,-25 25 0,0 0 16,0-25-16,25 25 0,-25-25 0,0 24 15,0 1-15,0-25 0,25 25 0,-25-25 0,0 25 0,0-25 0,0 25 16,24-25-16,-24 24 0,0-24 0,0 0 0,0 25 16,0-25-16,0 0 0,0 25 0,25-25 0,-25 0 15,0 0-15,0 25 0,0-25 0,0 0 0,0 0 0,0 0 16,0 0-16,0 0 0,0 25 0,0-25 15,0 0-15,0 0 0,0 0 0,0 0 0,0 0 0,0 0 16,0 0-16,0 0 0,0 0 0,0 0 0,0 0 0,0 0 16,0 0-16,0 0 0,0 0 0,0 0 0,0 0 15,0 0-15,0 0 0,0 0 0,0-25 0,0 25 0,0 0 16,0 0-16,0 0 0,0 0 0,0 0 15,0 0-15,0-25 0,0 25 0,0 0 0,25-25 0,-25 25 0,0 0 16,0-25-16,0 25 16,0-24-16,0 24 0</inkml:trace>
  <inkml:trace contextRef="#ctx0" brushRef="#br0" timeOffset="144107.2424">10170 10393 0,'0'0'0,"0"0"0,0 0 0,0 0 0,0 0 0,0 0 16,0 0-16,0 0 0,0 0 0,0 0 0,0 0 15,0-25-15,0 25 0,0 0 0,0 0 0,0 0 16,0 0-16,0 0 0,0 0 0,0 0 0,0 0 0,0 0 15,0-24-15,25 24 0,-25 0 0,0 0 0,0 0 16,0 0-16,0 0 0,0-25 0,0 25 0,0 0 0,0 0 16,0 0-16,25 0 0,-25 0 0,0 0 15,0-25-15,0 25 0,0 0 0,0 0 0,0 0 0,0 0 0,0 0 16,0 0-16,0 0 0,24 0 0,-24 0 15,0 0-15,0 0 0,0 0 0,0 0 0,0 0 16,0 0-16,0 0 0,0 0 0,0 0 0,0 0 0,0 0 0,0 0 16,0 0-16,0 0 0,0 0 0,0 0 0,0 0 15,0 0-15,0 0 0,0 0 0,0 0 78,0 0-78,0 0 0,0 0 0,-24 0 0,24 0 0,0 0 0,0 0 0,0 0 16,0 0-16,0 0 0,0 0 0,0 0 0,0 0 0,0 0 0,0 0 0,0 0 0,-25 0 0,25 0 0,0 0 0,0 25 0,0-25 0,0 0 0,0 0 0,-25 0 0,25 25 0,0-25 0,0 0 0,0 0 0,0 24 0,-25-24 0,25 0 0,0 25 0,0-25 15,0 0-15,-25 25 0,25-25 0,0 25 0,0-25 0,0 0 16,-24 25-16,24-25 0,0 24 0,0-24 0,0 25 0,-25-25 16,25 25-16,0-25 0,0 25 0,-25-25 15,25 0-15,0 25 0,0-25 0,0 24 0,-25-24 0,25 25 16,0-25-16,0 25 0,-25-25 0,25 25 0,0-25 0,0 25 156,-74 99-156,74-124 0,0 0 0,-25 0 0,25 0 0,0 24 0,0-24 0,0 0 0,0 0 0,0 0 0,0 0 0,0 25 0,0-25 0,0 0 0,0 0 0,0 0 0,0 0 0,0 0 0,0 0 0,0 0 15,0 0-15,0 0 0,0 0 0,0 0 0,0 0 0,0 0 0,0 0 0,0 0 0,0 0 0,0 0 0,0 0 0,0 0 0,0 0 0,0 0 0,0 0 0,0 0 0,0 0 16,0 0-16,0 0 0,0 0 0,0 0 0,0-25 0,0 25 0,25 0 0,-25 0 16,0 0-16,0-24 0,25 24 0,-25 0 0,0 0 0,24-25 15,-24 25-15,0 0 0,0-25 0,25 25 16,-25 0-16,0-25 0,25 25 0</inkml:trace>
  <inkml:trace contextRef="#ctx0" brushRef="#br0" timeOffset="144944.2903">10195 11137 0,'0'0'0,"0"0"0,0 0 0,0 0 15,0 0-15,0 0 0,0 0 0,0 0 0,0 0 16,0 0-16,0 0 0,0 0 0,0 0 0,0 0 0,0 0 0,0 0 16,0 0-16,0 0 0,0 0 0,0 0 15,0 0-15,0 0 0,0 0 0,0 0 0,0 0 0,25-25 16,-25 25-16,0 0 0,0 0 0,0-24 0,0 24 15,0 0-15,0 0 0,0-25 0,0 25 0,24 0 16,-24-25-16,0 25 0,0 0 0,0-25 0,0 25 16,0 0-16,0-25 0,25 25 0,-25 0 0,0-24 0,0 24 0,0 0 15,0 0-15,0-25 0,0 25 0,0 0 0,0 0 0,0 0 16,0 0-16,0 0 0,0 0 15,0 0-15,0 0 0,0 0 0,0 0 0,0 0 0,0 0 16,0 0-16,0 0 0,0 0 16,0 0-16,0 0 0,0 0 0,0 0 0,25 0 0,-25 0 15,0 0-15,0 0 16,0 25-16,0-25 0,0 0 0,0 24 0,0-24 0,0 0 0,0 25 0,0-25 0,0 25 0,0-25 0,25 25 0,-25-25 15,0 0-15,0 25 0,0-25 0,0 24 16,0-24-16,0 25 0,0-25 0,0 25 0,0-25 0,0 25 0,0-25 16,0 0-16,0 25 0,0-25 0,0 0 0,0 0 15,0 25-15,0-25 47,0 0-47</inkml:trace>
  <inkml:trace contextRef="#ctx0" brushRef="#br0" timeOffset="145830.3409">9599 10071 0,'0'0'16,"0"0"-16,0 0 0,0 0 0,0 0 0,0 0 16,0-25-16,0 25 0,0 0 0,25 0 0,-25 0 15,0 0-15,0 0 0,0 0 0,0 0 16,0 0-16,0 0 0,0 0 62,0 0-62,0 0 31,-173 124 94,173-99-125,0-25 0,0 25 0,0-25 0,-25 24 0,25-24 0,0 25 0,0-25 0,0 25 0,0 0 0,0-25 0,0 25 0,0-25 0,0 24 0,0 1 0,0-25 0,-25 25 16,25 0-16,0 0 0,0-25 0,0 24 0,0 1 0,0 0 0,0-25 0,0 25 0,0 0 0,0-1 0,-25-24 15,25 25-15,0 0 0,0 0 0,0 0 0,0-1 0,0-24 0,0 25 0,0 0 0,0 0 0,0 0 16,0-1-16,0 1 0,0-25 0,0 25 0,0 0 0,0 0 0,0-1 0,0-24 0,0 25 0,0 0 0,25-25 0,-25 25 0,0 0 0,0-25 16,25 24-16,-25-24 0,25 25 0,-1-25 0,-24 25 0,25-25 15,0 25-15,0-25 0,0 0 0,-1 0 16,1 0-16,0 0 0,0 0 0,0 0 0,-25 0 0,24 0 0,1 0 15</inkml:trace>
  <inkml:trace contextRef="#ctx0" brushRef="#br0" timeOffset="146758.3939">10616 10145 0,'0'0'0,"0"0"15,0 0 1,0 0-16,0 0 0,0 0 0,0 0 0,0 0 0,0 0 0,0 0 0,0 0 0,0 0 0,0 0 16,0 0-16,0 0 15,0 0-15,0 0 0,0 0 0,0 0 0,0 0 0,0 0 16,0 0-16,0 0 0,0 0 0,0 0 0,0 0 0,0 0 15,0 0-15,0 0 0,0 0 0,0 0 125,50 99-94,-50-74-15,0 0-16,25 0 0,-25-25 0,0 25 0,25-25 0,-25 24 0,0 1 0,0-25 0,24 25 0,-24-25 0,0 25 0,0 0 0,0-25 0,25 24 0,-25 1 0,0-25 0,0 25 0,0 0 16,0 0-16,0-1 0,25-24 0,-25 25 0,0 0 0,0 0 0,0 0 0,0-25 0,0 24 15,0 1-15,0 0 0,0 0 0,0 0 0,0-25 0,0 24 0,0 1 16,0 0-16,0-25 0,0 25 0,0-25 0,0 25 0,0-1 0,0-24 0,0 25 0,-25-25 0,25 25 0,0-25 0,0 25 15,0-25-15,-25 0 0,25 25 0,0-25 0,0 0 0,-24 24 0,24-24 0,0 0 0,0 0 0,0 25 16,-25-25-16,25 0 0,0 0 0,0 0 0,-25 0 16,25 0-16,0 0 0,0 0 0,-25 0 0,25 0 0,0-25 0,0 25 15,0 0-15,0 0 0,-25 0 0,25 0 16,0 0-16,0 0 0,0-24 0,0 24 0,-24 0 0</inkml:trace>
  <inkml:trace contextRef="#ctx0" brushRef="#br0" timeOffset="147528.4381">11038 11137 0,'0'0'15,"0"0"-15,0 0 0,0 0 0,0 0 0,0 0 0,0 0 16,0-25-16,0 25 0,0 0 0,-25 0 0,25 0 15,0 0-15,0 0 0,0 0 0,0 0 0,0 0 0,0 0 16,0 0-16,0 0 0,0 0 0,0 0 0,0 0 16,0 0-16,0 0 0,0 0 0,0 0 0,0 0 15,0 0-15,0 0 0,0 0 0,0 0 0,0 0 0,0 0 0,0 0 16,0 0-16,0 0 0,0 25 15,0-25-15,0 25 0,0-25 0,0 0 0,0 25 0,0-25 16,0 25-16,0 0 0,0-25 0,0 24 0,0-24 0,0 25 0,0-25 16,0 25-16,0 0 0,0-25 109,0 74-109,0-49 0,0-25 0,0 0 0,0 25 0,0-25 15,0 0-15,0 49 32,0-49-32,0 0 0,0 0 0,0 0 0,0 0 0,0 0 0,0 0 0,0 0 0,0 0 0,0 0 15,0 0-15,0 0 0,0 0 0,0 0 0,0-24 0,0 24 0,0 0 0,0 0 0,0 0 0,0 0 0,0-25 0,0 25 0,0 0 0,0 0 0,0-25 0,0 25 0,0 0 0,0-25 0,0 25 0,0 0 0,0-25 0</inkml:trace>
  <inkml:trace contextRef="#ctx0" brushRef="#br0" timeOffset="148442.4903">11063 11137 0,'0'0'0,"0"0"0,0 0 0,0 0 15,0 0-15,0 0 0,0 0 0,0 0 0,0 0 16,0 0-16,0-25 0,25 25 0,-25 0 0,0 0 15,0 0-15,0 0 0,0 0 0,0 0 0,0 0 0,0 0 16,0 0-16,0 0 0,0 0 0,24 0 0,-24 0 0,0 0 16,0 0-16,0 0 0,0 0 0,0 0 0,0 0 0,0-24 15,0 24-15,0 0 0,0 0 0,0 0 16,0 0-16,0 0 0,0 0 0,0 0 47,0 0-47,0 0 0,0 0 0,0 0 0,0 0 0,0 0 0,25 24 0,-25-24 0,0 0 0,0 0 0,0 0 0,0 0 15,0 0-15,0 0 0,0 0 0,25 0 0,-25 0 0,0 0 0,0 0 0,0 0 0,0 0 0,25 0 0,-25 0 0,0 25 16,0-25-16,0 0 0,0 0 0,25 0 15,-25 0-15,0 25 0,0-25 0,0 0 0,0 0 0,0 0 0,0 25 16,0-25-16,25 0 0,-25 0 0,0 25 16,0-25-16,0 0 0,0 0 0,0 0 0,0 25 0,-25-25 0,25 0 15,0 0-15,0 0 0,0 24 0,0-24 16,0 0-16,0 0 0,-25 0 0,25 0 0,0 25 0,0-25 15,0 0-15,0 0 0,0 0 0,0 0 0,-25 0 0,25 0 16,0 0-16,0 0 0,0 0 0,0 0 16,0 0-16,0 0 0,0 0 0,0 0 0,0 0 0,0 0 15,0 0-15,0 0 0,0 0 0,0 0 0,0 0 16,0 0-16,0 0 0,0 0 0,0 0 0,0 0 0,0 0 0,0 0 15,0 0-15,0 0 0,0 0 16,0 0-16,0 0 0,0 0 0,0 0 0,0 0 0,0 0 0,0 0 16,25 0-16,-25 0 0,0 0 0,0 0 15,0 0-15,0 0 0,0 0 0,25 0 0,-25 0 0,0-25 0,0 25 16,0 0-16,0 0 0,25 0 0,-25 0 0,0 0 15,0 0-15,0 0 0,0 0 0,24 0 0,-24 0 0,0 0 16,0 0-16,0 0 0,0 0 0,0 0 16,0 0-16,25 0 0,-25 0 0,0 25 0,0-25 0,0 0 0,0 0 15,0 0-15,0 0 0,25 25 0,-25-25 0,0 0 0,0 25 16,0-25-16,0 0 0,0 25 0,0-25 15,0 0-15,0 24 0,0-24 0,0 25 0,0-25 0,0 0 16,0 25-16,0-25 0,0 25 0,0-25 16,-25 0-16,25 25 0,0-25 0,0 0 0,0 24 0,0-24 0,-25 0 78,25 0-78,0 25 0,0-25 0,0 0 0,0 0 0,-24 0 0,24 0 15,0 0-15,0 0 0,0 25 0,-25-25 0,25 0 0,0-25 0,0 25 0,-25 0 0,25 0 0,0 0 0,0 0 0,0 0 0,0 0 0,-25 0 0,25 0 0,0 0 0,0-25 0,0 25 125,-25 0-125,25-24 0,0 24 0,0 0 0,0 0 0,0 0 0,0 0 0,0 0 0,0-25 0</inkml:trace>
  <inkml:trace contextRef="#ctx0" brushRef="#br0" timeOffset="149468.5491">13295 10616 0,'0'0'16,"0"0"-16,0-24 0,0 24 0,0 0 0,0 0 0,0 0 0,0 0 16,0 0-16,0 0 0,0 0 0,0 0 15,0 0-15,0 0 0,0 0 0,0 0 0,0 0 0,0 0 0,0 0 16,0 0-16,0 0 0,0 0 15,0 0-15,0 0 0,0 0 0,0 0 0,0 0 0,0 0 0,0 0 16,0 0-16,0 0 0,0 0 0,0 0 0,25 24 16,-25-24-16,0 0 62,0 25-62,0-25 0,0 0 16,50 323 46,-50-323-62,0 24 0,0 1 0,0-25 0,25 0 0,-25 25 0,0-25 16,0 0-16,0 25 0,0-25 0,0 0 0,0 0 0,0 0 0,0 0 0,24 0 0,-24 0 0,0 25 0,0-25 0,0-25 0,0 25 15,0 0-15,0 0 0,0 0 0,0 0 0,0 0 0,25-25 0,-25 25 0,0 0 0,0-25 0,0 25 0,0-25 0,25 25 0,-25-24 0,0-1 0,0 25 0,0-25 0,0 0 0,25 0 0,-25 1 0,0 24 0,0-25 0,0 0 16,0 0-16,25 0 0,-25 1 0,0-1 0,0 0 0,0 0 15,0 0-15,0 25 0,0-24 0,0-1 0,0 25 16,0 0-16,0-25 0,0 25 0,0 0 0,0 0 0,0 0 0,0 0 16,0 0-16,0 0 0,0-25 0,0 25 15,0 0-15,0 0 0,0 0 0,0 0 0,0 0 0,0 0 0,0 0 16,0 0-16,0 0 0,0 0 0,0 0 15,0 0-15,0 0 0,24 0 0,-24 25 0,0-25 0,0 0 16,0 0-16,0 0 0,0 0 0,0 0 0,0 0 16,0 0-16,0 0 0,0 25 0,0-25 0,0 0 0</inkml:trace>
  <inkml:trace contextRef="#ctx0" brushRef="#br0" timeOffset="150226.5925">13667 11038 0,'0'0'0,"0"0"15,0 0-15,0 0 0,-24 0 0,24 0 0,0 0 0,0 0 16,0 0-16,0 0 0,0 0 0,0 0 0,0 0 0,0 0 15,0 0-15,0 0 0,0-25 0,0 25 16,0 0-16,0 0 0,0 0 0,0 0 0,0 0 0,0 0 16,0 0-16,0 0 0,0 0 0,0 0 15,0 0-15,0 0 0,0 0 0,0-25 0,0 25 0,0 0 0,0 0 16,0 0-16,24 0 47,-24 0-47,0 0 0,0 0 0,0 0 0,0 0 0,0 0 0,25 0 0,-25 0 0,0 0 0,0 0 0,0 0 0,25 0 0,-25 0 0,0 0 0,0 0 0,25 0 0,-25 0 0,0 0 0,0 0 0,0 0 46,25 0-46,-25 0 78,24 50-78,-24-50 0,0 0 0,0 25 0,0-25 0,0 0 0,0 25 0,-24-25 0,24 0 0,0 24 0,0-24 0,0 0 0,0 25 141,-100 124-141,100-149 0,25 0 15,0 0-15,0 0 16,0-25-16,-1 25 16,1 0-16,0 0 0,0 0 15,-25 0-15,25 0 0,-25 0 16,0 0-16,24 0 0,-24 0 15,0 0-15,25 0 16,-25 0-16,0 0 0,0-24 16,25 24-16,-25 0 15,0-25-15,0 25 0</inkml:trace>
  <inkml:trace contextRef="#ctx0" brushRef="#br0" timeOffset="151174.6467">13022 10319 0,'0'0'0,"0"0"47,0 0-47,0 0 0,0 0 0,0 0 0,0 0 15,0 0-15,0 0 0,0 0 0,0-25 0,0 25 0,0 0 0,-99 397 219,99-372-219,0-1 0,0 1 0,0 0 0,0-25 0,0 25 0,0 0 0,0-1 0,0 1 0,0 0 0,0 0 0,0 0 0,0-1 0,25 1 0,-25 0 0,0-25 0,0 25 0,25 0 15,-25-1-15,25 1 0,-25-25 0,24 25 0,-24 0 0,25-25 0,0 25 0,-25-25 0,25 25 0,0-25 0,-1 0 0,-24 24 0,25-24 0,0 0 0,0 0 0,0 0 0,0 0 0,-25 0 0,24 0 0,1 0 78,0 0-78</inkml:trace>
  <inkml:trace contextRef="#ctx0" brushRef="#br0" timeOffset="152405.7171">14039 10393 0,'0'0'0,"0"0"0,0 0 0,0 0 0,0 0 15,0 0-15,0 0 0,0 0 0,0 0 16,0 0-16,0 0 0,0 0 0,0 0 125,25 0-125,-25 0 15,0 0-15,0 0 0,25 0 0,-25 0 0,0 0 0,0 25 0,0-25 0,0 0 0,25 0 0,-25 25 0,0-25 0,0 25 0,25-25 0,-25 0 0,0 24 0,0 1 0,0-25 0,24 25 0,-24 0 0,0-25 0,0 25 0,0-1 0,25 1 0,-25 0 0,0-25 188</inkml:trace>
  <inkml:trace contextRef="#ctx0" brushRef="#br0" timeOffset="154556.8401">14089 10468 0,'0'0'0,"0"0"0,0 0 0,0 0 0,0 0 16,0 0-16,0 0 0,0 0 16,0 0-16,0 0 0,0 0 0,0 0 0,0 0 0,0 0 0,0 0 0,0 0 15,0 0-15,0 0 0,0 0 0,0 0 16,0 0-16,0 0 0,0 0 0,0 0 0,0 0 0,0 0 15,0 0-15,0 0 0,0 0 0,0 0 0,0 0 0,0 0 16,0 0-16,0 0 0,0 0 0,0 0 0,0 0 16,0 0 280,99 421-296,-99-396 0,0-25 0,0 25 0,0-25 0,0 25 0,-25-25 0,-74 297 624</inkml:trace>
  <inkml:trace contextRef="#ctx0" brushRef="#br0" timeOffset="155449.8909">14560 11261 0,'0'0'16,"0"0"-16,0 0 0,0 0 0,0 0 0,0 0 0,0 0 0,0 0 0,-24 199 265,24-199-265,0 25 0,0-25 16,0 24-16,0-24 0,0 25 0,0-25 0,0 0 0,0 25 0,0-25 0,0 25 0,0-25 0,0 0 0,0 0 0,0 25 0,0-25 0,0 0 15,0 0-15,0 0 0,0 0 0,0 0 0,0 24 0,0-24 0,0 0 0,0 0 0,0 0 0,0 0 0,0 0 0,0 0 0,0 0 0,0 0 0,0 0 0,0 0 0,0 0 0,0 0 0,0 0 0,0 0 0,0 0 0,0 0 0,0-24 0,0 24 0,0 0 16,0 0-16,0 0 0,0 0 0,0 0 0,0-25 0,24 25 16,-24 0-16,0-25 0,0 25 0,0 0 0,0-25 15,0 25-15,0-25 0,0 25 0,0 0 0</inkml:trace>
  <inkml:trace contextRef="#ctx0" brushRef="#br0" timeOffset="156361.9434">14560 11286 0,'-24'0'0,"24"0"0,0-25 0,0 25 234,173-24-234,-173 48 0,0-24 0,0 0 0,0 0 0,0 0 0,0 25 0,0-25 0,0 0 47,-49 75-31,49-75-16,0 24 0,-25-24 0,25 0 0,0 0 0,0 0 0,0 25 0,-25-25 0,25 0 0,0 0 0,0 0 0,0 0 0,0 0 0,0 0 0,0 0 0,0 0 0,0 0 0,0 0 0,0 0 0,0 0 0,0 0 0,0 0 0,0 0 0,0 0 0,0 0 0,0 0 0,0 0 0,0 0 0,0 0 0,0 0 0,25 0 0,-25 0 0,0 0 0,0 0 0,0 0 0,25 0 15,-25 0-15,0 0 0,24 0 0,-24 0 0,0 0 16,0 0-16,0 0 0,25 0 0,-25 0 0,0 0 0,0 0 0,25 25 16,-25-25-16,0 0 0,0 0 0,25 0 15,-25 25-15,0-25 0,0 0 0,0 25 0,0-25 0,25 0 0,-25 24 16,0-24-16,0 0 0,0 25 0,0-25 15,0 0-15,0 0 0,0 25 0,0-25 0,0 0 0,0 25 0,0-25 344</inkml:trace>
  <inkml:trace contextRef="#ctx0" brushRef="#br0" timeOffset="157348.9998">15949 11013 0,'0'25'0,"0"-25"15,0 0-15,0 0 0,0 0 0,0 0 16,0 0-16,0 0 0,0 0 0,0 0 0,0 0 0,0 0 16,0 0-16,0 0 0,0 0 0,0 0 15,0 0-15,0 0 0,0 0 0,0 0 265</inkml:trace>
  <inkml:trace contextRef="#ctx0" brushRef="#br0" timeOffset="159097.0998">16594 10964 0,'0'-50'0,"0"50"0,0 0 16,0 0-16,0 0 15,0 25 1,0-25-16,0 0 0,0 0 0,0 0 16,0 0-16,25 0 15,-25 25-15</inkml:trace>
  <inkml:trace contextRef="#ctx0" brushRef="#br0" timeOffset="160207.1633">17388 10964 0,'0'0'15,"0"0"-15,0 0 0,0 0 0,0 0 0,0 0 16,0 0-16,0 0 0,0 0 0,0 0 0,0 0 16,0 0-16,0 0 78,0 0-78,0 0 0,0 0 0,0 0 0,0 0 0,0 0 78,0 0-78,0 0 0,0 0 0,0 0 0,0-25 0,0 25 0,0 0 0,0 0 0,0 0 0,0 0 0,0 0 0,0 0 0,0 0 0,0 0 0,0 0 0,0 0 0,0 0 0,0 0 0,0 0 0,0 0 0,0 0 0,0 0 0,0 0 0,-25 0 0,25 0 0,0 0 0,0 25 0,0-25 0,0 0 0,0 0 0,0 0 0,25 0 15,-25 0-15,0 0 0,0 0 0,0 0 0,0 0 0,0 0 0,0 0 0,0 0 0,0 0 0,0 0 16,0 0-16,0 0 0,25 0 0,-25 0 0,0 0 0,0 0 15,0 0-15,0 0 0,0 0 0,0 0 16,0 0-16,0 0 0,0 0 0,0 0 0,0 0 0,0 0 16,0 0-16,0 0 0,0 0 0,0 0 0,0 0 0,0 0 15,0 0-15,0 0 0,0 0 0,0 0 0,0 0 16,0 0-16,0 0 0,0 0 0,0 0 15,0 0-15,0 0 0,0 0 0,0 0 0,0 0 0,0 0 0,0 0 16,0 0-16,0 0 0,0 0 0,0 0 0,0 0 0,0 0 16,0 0-16,0 0 0,0 0 0,0 0 15,0 0-15,0 0 0,0 0 0,0 0 0,0 0 0</inkml:trace>
  <inkml:trace contextRef="#ctx0" brushRef="#br0" timeOffset="162210.2779">18752 10616 0,'0'0'15,"0"0"-15,0 0 0,0 0 0,0 0 0,0-24 16,0 24-16,0 0 0,0 0 0,0 0 0,0 0 15,0 0-15,0 0 0,0 0 0,0 0 0,0 0 0,0 0 16,0 0-16,0-25 0,0 25 78,0 0-47,0 0 16,0 0-47,0 0 16,0 0-16,0 0 0,0 0 15,0 0-15,0 0 0,25 0 16,-25 25-1,0-25-15,0 49 16,0-24-16,0 0 16,0-25-16,0 25 0,0-25 0,0 49 15,0-49-15,0 50 0,0-1 16,0-49-16,25 25 0,-25 0 15,0-25-15,0 25 0,0 0 16,0-1-16,0-24 16,25 25-16,-25-25 0,0 0 0,0 0 0,0 0 15,0 0-15,0 25 16,25-25-16,-25-25 0,0 25 0,0 0 0,0 0 15,24 0-15,-24 0 0,25-25 16,-25 25-16,25-24 0,149-348 125,-174 372-110,0 0-15,0 0 0,0 0 16,0 0-16,0 0 0,0 0 31,0 0-31,0 0 0,0 0 0,0 24 16,0-24-16</inkml:trace>
  <inkml:trace contextRef="#ctx0" brushRef="#br0" timeOffset="163840.3711">19248 11112 0,'0'0'16,"0"0"-16,0 0 0,0 0 0,0 0 15,0 0-15,0 0 0,-24-24 0,24 24 0,0 0 0,0 0 16,0 0-16,0 0 16,0 0-16,0 0 0,0 0 0,0 0 0,0 0 0,0 0 0,0 0 0,0 0 0,0 0 0,0 0 15,0 0-15,0-25 0,0 25 16,0 0-16,-25 0 0,25 0 0,0 0 0,0 0 0,0 0 0,0 0 15,0 0-15,0 0 0,0 0 0,0 0 0,0 0 16,0 0-16,0 0 0,0 0 0,0 0 0,0 0 16,0-25-16,0 25 0,0 0 0,0 0 0,0 0 15,0 0-15,0 0 0,0 0 0,0 0 0,0 0 0,0 0 0,0-25 156,99 0-156,-74 25 16,0 0-16,-25 0 15,0 0-15,24 25 0,-24-25 16,0 25-16,0-25 16,0 25-16,0 0 15,0-25-15,-24 24 16,-1 26-1,25-50-15,0 0 0,-25 0 0,25 25 16,-25-25-16,25 25 16,-25-25-16,25 0 0,-24 25 15,24-25 1,0 0-16,0 0 15,0 0-15,0 0 0,0 0 16,0 0-16,0 0 16,0 0-16,0 0 15,24 0-15,1-25 156,50 174-140,-100-149-16,25 0 0,0 24 0,-25-24 15,25 0 1,-25 0-16,25 0 16,-25 0-16,25 0 0,0 0 0,-24 0 15,24 0 1,-25 0-16,25 0 0,0 0 0,0 0 15,0 0-15,0 0 16,0 0-16,0 0 16,0 0-16,0 0 15,0 0-15,0 0 0,0 0 16,0 0-16,0-24 15,0 24-15,0 0 16,25 0-16,-25 0 0,0 0 16,0 0-16,24 0 0,-24 0 140</inkml:trace>
  <inkml:trace contextRef="#ctx0" brushRef="#br0" timeOffset="164811.4263">19695 10517 0,'0'0'0,"0"-25"0,0 25 0,0 0 0,0 0 16,0 0-16,0 0 0,0 0 0,0 0 0,0 0 0,0 0 16,0 0-16,0 0 0,0 0 0,0-24 15,0 24-15,0 0 0,0 0 0,0 0 0,0 0 0,0 0 0,0 0 16,0 0-16,0 0 0,0 0 0,0 0 15,0 0-15,0 0 0,0 0 0,0 0 0,0 0 0,0 0 0,0 0 16,0 0-16,0 0 0,0 0 0,0 0 16,0 0-16,0 0 0,0 0 0,0 0 0,0 0 0,0 0 46,0 0-46,0 0 0,0 0 0,0 0 0,0 0 0,0 0 0,0 0 0,0 0 0,25 0 0,-25 24 0,0-24 0,0 0 16,0 0-16,0 0 31,0 0-31,0 0 0,0 0 0,0 0 0,0 25 0,25-25 0,-25 0 0,0 0 0,0 0 0,0 25 0,0-25 0,0 0 0,0 25 0,24-25 16,-24 0-16,0 0 0,0 25 0,0-25 0,0 0 0,0 24 31,25-24-31,-25 0 0,0 25 0,0-25 0,0 25 0,0-25 0,0 0 16,0 25-16,0-25 0,0 25 0,25-25 0,-25 24 0,0-24 0,0 25 0,0-25 0,0 25 0,0-25 0,0 25 0,0-25 0,0 25 0,0-25 15,0 24-15,0-24 0,0 25 0,0-25 16,0 25-16,0-25 0,0 25 0,0-25 0,0 25 0,0-25 15,0 24-15,0-24 0,-25 25 0,25-25 0,0 25 16,0-25-16,0 25 0,0 0 0,0-25 0,0 24 16,0-24-16,-25 25 0,25-25 0,0 25 0,0-25 0,0 25 15,0-25-15,0 0 0,-24 25 0,24-25 0,0 25 0,0-25 16,0 24 15,-25-24-31,25 25 0,0-25 0,0 25 0,-25-25 0,25 0 0,0 25 0,0-25 0,-25 25 0,25-25 0,0 0 0,0 24 0,0-24 0,-25 0 0,25 25 16,0-25 15,0 0-31,0 0 0,0 0 47,0 25-47,0-25 0,0 0 0,0 0 0,0 0 0,0 0 0,0 0 0,0 0 0,0 0 0,0 0 0,0 0 0,0 0 0,0 0 0,0 0 0,0-25 15,-24 25-15,24 0 0,0 0 0,0-25 0,0 25 0,0 0 0,0 0 0,0-24 0</inkml:trace>
  <inkml:trace contextRef="#ctx0" brushRef="#br0" timeOffset="165954.492">18529 10517 0,'0'0'15,"0"0"-15,0 0 0,0 0 0,0 0 16,0 0-16,0 0 0,0 0 0,0-25 0,0 25 0,0 0 0,0 0 16,0 0-16,0 0 0,0 0 0,0 0 15,0 0-15,0 0 0,0 0 0,0 0 0,0 0 0,0 0 0,0 0 16,0 0-16,0 0 0,0 0 15,0 0-15,0 0 0,0 0 0,0 0 0,0 0 0,0 0 0,0 0 0,0 0 16,0 0-16,0 0 0,0 0 0,0 0 0,0 0 16,0 0-16,0 0 0,0 0 0,0 0 0,0 0 15,0 0-15,0 0 0,0 0 0,0 0 0,0 0 0,0 0 16,0 0-16,0 0 0,0 0 0,0 0 0,0 0 15,0 0-15,0 0 0,0 0 0,0 0 0,0 0 0,0 0 16,-25 25-16,25-25 0,0 0 0,0 0 16,0 0-16,0 0 0,0 25 0,0-25 0,-25 0 0,25 0 15,0 25-15,0-25 0,0 0 0,0 25 0,-24-25 16,24 0-16,0 24 0,0-24 0,0 0 0,0 25 0,-25-25 15,25 0-15,0 25 0,0-25 0,0 0 0,0 25 16,-25-25-16,25 25 0,0-25 0,0 0 0,0 24 0,0-24 16,0 25-16,0-25 0,-25 25 0,25-25 0,0 0 15,0 25-15,0-25 0,0 25 0,0-25 0,0 24 0,-25-24 16,25 0-16,0 25 0,0-25 0,0 25 15,0-25-15,0 0 0,0 25 0,0-25 0,0 25 16,0-25-16,0 0 0,0 24 0,0-24 0,0 25 0,0-25 0,0 0 16,0 25-16,0-25 0,0 25 0,0-25 0,0 0 15,0 25-15,0-25 0,0 24 0,25-24 0,-25 25 0,0-25 16,0 25-16,0-25 0,25 0 0,-25 25 0,0-25 15,25 25-15,-25-25 0,0 25 0,25-25 0,-25 0 0,24 24 16,-24-24-16,25 0 0,-25 25 0,25-25 16,-25 0-16,25 0 0,-25 0 0,25 25 15,-25-25-15,25 0 0,-25 0 0,24 0 0,-24 0 0,25 0 0,-25 0 16,25 0-16,-25 0 0,0 0 0,25 0 0,-25 0 0,0 0 15,25 0-15,-25 0 0,0 0 0,0 0 0,24 0 16,-24 0-16,0 0 0,0 0 0,0 0 0,0 0 0,0 0 16,0 0-16</inkml:trace>
  <inkml:trace contextRef="#ctx0" brushRef="#br0" timeOffset="167957.6066">20092 11286 0,'0'0'0,"0"0"15,0 0-15,0 0 0,0 0 0,0-25 0,0 25 0,0 0 0,0 0 16,0 0-16,0 0 0,0 0 0,0 0 47,0 0-47,0-24 0,0 24 0,0 0 0,0 0 0,0 0 0,0 0 0,0 0 78,0 0-78,0 0 0,0 0 0,0 0 0,0 0 0,0 0 0,0 0 0,0 0 0,0 0 46,0 0-30,0 0-16,0 0 16,0 0-16,0 24 0,0 1 15,0 0-15,0-25 0,0 25 0,0-25 0,-25 49 16,25-49-1,0 25-15,0 0 0,0 0 16,0 0-16,0-1 0,0 1 16,0 0-16,0-25 0,0 0 15,0 0-15,0 25 0,0-25 16,0 0-16,0 0 0,0 0 15,0 0-15,0 0 16,0 0-16,0 0 0,0 0 16,0-25-1,0 0-15,0 0 16,0 25-16,0-24 0,0 24 0,25-25 15,0-248 141,-25 273-156,0 0 16,24 0-16,-24 0 0,0-25 16,25 25-1,0 0-15,0 0 16,0 0-16,-25 0 15,24 0-15,-24 0 0,25 0 16,-25 0-16,0 0 16,0 25-16,25-25 15,-25 0-15,0 25 0,-25 0 16,25-1-1,0-24-15,0 25 0,-25-25 16,25 0-16,0 25 0,-24-25 16,24 25-16,-25-25 15,25 25-15,0-25 16,0 0-16,0 0 0,0 0 15,0 0-15,0 0 0,0 0 16,25-25 31,49 0 0,-74 25-47,0 0 0,0 25 15,25-25-15,-25 0 0,0 0 16,0 25-16,0-25 0,0 0 15,0 24-15,0-24 0,0 25 0,0-25 16,0 25-16,-25-25 16,25 25-16,0 0 0,0-25 0,0 0 0,0 0 0,0 24 15,-25-24 1,25 25-16,-25-25 15,25 0-15,-24 0 0,24 25 0,-25-25 16,25 0-16,0 0 0,-25 0 16,25 0-1,-25-25-15,25 25 0,-25 0 16,25 0-16,0 0 0,0 0 0,0 0 15,0 0-15,0 0 0,0 0 0,0 0 16,0 0 0,0-25-16,0 25 0,0 0 0,0 0 15</inkml:trace>
  <inkml:trace contextRef="#ctx0" brushRef="#br0" timeOffset="169988.7228">20513 9699 0,'0'0'0,"0"0"0,0 0 0,0 0 0,0 0 0,0 0 0,0 0 0,0 0 0,0 0 0,0 0 0,0 0 0,0 0 0,0 0 0,0 0 0,0 0 16,-24 0-16,24 0 0,0 0 0,0 0 0,0 0 0,24 0 0,-24 0 0,0 0 0,0 0 0,0 0 0,0 0 0,0 0 15,0 0-15,0-25 0,0 25 0,0 0 0,0 0 0,0 0 0,0 0 16,0 0-16,0 0 0,0 0 0,0 0 0,0 0 0,0 0 16,0 0-16,0 0 0,0 0 0,0 0 0,0 0 15,0 0-15,0 0 0,0 0 0,0 0 0,0 0 0,0 0 16,0 0-16,0 0 0,25 0 0,-25 0 15,0 0-15,0 0 0,0 0 0,0 0 0,25 0 0,-25 0 16,0 0-16,0 0 0,0 0 0,25 0 0,-25 0 0,0 0 16,0 0-16,25 0 0,-25 0 0,0 0 0,24 0 15,-24 0-15,0 0 0,25 0 0,-25 0 0,25 25 16,-25-25-16,0 0 0,25 0 0,-25 0 0,25 0 0,-25 0 0,0 0 15,25 0-15,-25 0 0,0 0 16,24 0-16,-24 0 0,0 0 0,0 0 0,0 0 0,25 0 0,-25 0 16,0 0-16,0 0 0,0 0 46,0 0-46,0 0 0,25 0 0,-25 0 0,0 0 0,0 0 0,0 0 0,0 0 0,0 0 0,0 0 0,0 0 0,0 0 0,0 0 0,0 0 0,0 0 0,25 0 47,-25 0-47,0 0 0,0 0 0,0 0 0,0 0 0,0 0 0,25 0 0,-25 0 0,0 0 0,0 0 0,0 0 0,24 0 0,-24 0 0,0 0 0,0 0 0,0 0 0,25 0 0,-25 0 78,0 0-78,0 0 0,0 0 0,25 0 0,-25 24 0,0-24 0,0 0 16,0 0-16,0 0 0,0 0 0,0 0 0,0 0 0,0 0 0,0 0 0,0 0 0,0 0 0,0 0 0,0 0 0,0 0 0,0 0 0,0 0 15,0 0-15,0 0 0,0 0 0,0 0 0,0 0 0,0 0 0,0 0 0,0 0 0,0 0 0,0 0 0,0 0 0,0 0 0,0 0 0,0 0 0,0 0 0,0 0 0,0 0 16,0 0-16,0 0 0,0 0 0,0 0 0,0 0 0,0 0 16,0 0-16,0 0 0,0 0 0,0 0 0,0 0 15,0 0-15,0 0 0,0 0 0,0 0 0,0 0 16,0 0-16,0 0 0,0 0 0,0 25 0,0-25 0,0 0 0,0 0 47,0 25-47,-25-25 0,25 0 0,0 0 0,0 25 0,0-25 0,0 0 0,0 25 0,0-25 46,0 0-46,0 24 0,0-24 0,0 0 0,0 25 0,0-25 0,0 0 0,0 25 16,0-25-16,0 25 0,-25-25 0,25 0 0,0 25 0,0-25 0,0 24 0,0-24 0,0 0 0,0 25 0,0-25 0,0 25 0,0-25 16,0 0-16,0 25 0,0-25 0,0 25 0,0-25 0,-24 0 0,24 25 0,0-25 0,0 0 0,0 24 0,0-24 0,0 25 0,0-25 15,0 0-15,0 25 0,0-25 0,0 25 0,-25-25 16,25 25-16,0-25 0,0 0 0,0 24 0,0-24 15,0 25-15,0-25 0,0 25 0,0-25 16,-25 25-16,25-25 0,0 25 0,0-25 0,0 0 0,0 24 0,0-24 16,0 25-1,0-25 32,0 0-47,0 25 0,0-25 0,0 25 0,0-25 0,0 0 0,0 25 0,0-25 0,0 0 0,0 24 0,0-24 0,0 0 0,0 25 0,0-25 0,0 25 16,0-25-16,0 0 0,0 25 0,0-25 0,0 0 0,-25 25 0,25-25 0,0 24 0,0-24 0,0 0 0,0 25 0,0-25 0,0 0 0,0 25 0,0-25 0,0 25 15,0-25-15,0 0 0,0 25 0,0-25 0,0 0 16,0 0-16,0 24 0,0-24 0,0 0 0,0 25 15,0-25-15,0 0 0,0 25 0,0-25 0,0 0 0,0 0 16,0 25-16,0-25 0,0 0 0,0 25 16,0-25-16,0 0 0,0 24 0,0-24 0,0 0 0,0 25 15,0-25-15,0 0 0,0 25 0,0-25 0,0 0 16,0 25-16,0-25 0,0 25 78,0-25-78,0 0 0,0 24 0,0-24 0,0 0 0,0 0 0,0 25 0,0-25 0,0 0 0,0 25 0,0-25 0,0 0 0,0 0 0,0 25 0,0-25 0,0 0 0,0 0 0,0 25 0,0-25 0,0 0 15,0 0-15,0 24 0,0-24 0,0 0 0,0 0 0,0 25 0,25-25 0,-25 0 0,0 25 0,0-25 0,0 0 0,0 0 0,0 25 0,0-25 0,0 0 0,0 25 16,0-25-16,0 0 0,0 0 0,0 25 0,0-25 0,0 0 16,0 0-16,0 24 0,25-24 15,-25 0-15,0 0 0,0 0 0,0 25 0,0-25 0,0 0 16,0 0-16,0 0 0,0 0 0,0 25 0,0-25 0,0 0 15,0 0-15,0 0 0,0 0 0,0 0 0,0 25 0,0-25 16,0 0-16,0 0 0,25 0 0,-25 0 16,0 25-16,0-25 0,0 0 0,0 0 0,0 0 0,0 0 0,0 24 15,0-24-15,0 0 0,0 0 0,0 0 16,0 25-16,0-25 0,0 0 0,0 0 0,0 0 0,0 25 0,0-25 15,0 0-15,0 0 0,0 0 0,0 0 16,0 25-16,0-25 31,0 0-31,0 0 0,0 0 0,0 0 16,0 25-16,0-25 0,0 0 0,0 0 0,0 0 0,0 0 0,0 0 0,0 0 0,0 24 0,0-24 0,0 0 0,0 0 0,0 0 0,0 0 0,0 0 47,0 0-47,0 0 0,0 0 31,0 0-31,0 0 0,0 0 0,0 0 0,0 0 0,0 0 0,0 0 0,0 0 0,0 0 0,0 0 0,0 0 0,0 0 0,0 0 0,0 0 0,0 0 0,0 0 0,0 0 0,0 0 15,0 0-15,0 0 0,0 0 0,0 0 0,0 0 0,0 0 0,0 0 0,0 0 0,0 0 0,-25 0 32,25 0-32,0 0 0,0 25 0,-25-25 0,25 0 0,-25 0 0,25 0 15,-25 0-15,25 0 0,-24 0 0,-1 0 0,25 0 0,-25 0 0,0 0 0,0 0 0,25 0 0,-25 0 0,1 0 0,24 25 16,-25-25-16,25 0 0,-25 0 0,0 0 0,25 0 15,-25 0-15,25 0 0,-24 0 0</inkml:trace>
  <inkml:trace contextRef="#ctx0" brushRef="#br0" timeOffset="172872.8877">9054 9575 0,'0'0'0,"0"0"16,0 0-16,0 0 0,0 0 0,0 0 0,0 0 0,0 0 15,0 0-15,0-25 0,0 25 0,0 0 16,0 0-16,25 0 0,-25 0 0,0 0 0,0 0 0,0 0 0,0 0 16,0 0-16,0 0 0,0 0 0,0 0 15,0 0-15,0 0 0,0 0 0,0 0 0,0 0 0,0 0 0,0 0 16,0 0-16,0 0 0,0 0 0,0 0 15,0 0-15,0-25 0,-25 25 0,25 0 0,0 0 0,0 0 0,0 0 16,0 0-16,0 0 0,0 0 0,-25 0 16,25 0-16,0 0 0,0 0 0,0 0 0,0 0 0,-25 0 15,25 0-15,0 0 0,0 0 0,0-25 16,-25 25-16,25 0 0,0 0 31,0 0-31,0 0 0,0 0 0,-49 0 109,49 0-109,0 0 0,0 0 0,0 0 0,0 0 16,0 0-16,0-25 0,0 25 0,0 0 0,0 0 0,0 0 0,0 0 0,0 0 0,0 0 0,0 0 0,0 0 0,0 0 0,0 0 0,0 0 0,0 0 0,0 0 0,0 0 0,0 0 0,-25 0 0,25 0 0,0 25 0,0-25 0,0 0 0,0 0 0,0 0 15,0 0-15,0 0 0,-25 0 0,25 25 0,0-25 0,0 0 0,0 0 0,0 25 0,0-25 0,0 0 0,0 25 0,0-25 0,0 0 16,0 24-16,0-24 0,-25 25 0,25-25 0,0 0 16,0 25-16,0-25 0,0 25 0,0-25 0,0 25 0,0-25 15,0 0-15,0 24 0,0-24 0,0 25 16,25-25-16,-25 25 0,0-25 15,0 0-15,0 25 0,0-25 0,0 25 0,0-25 0,0 24 0,0-24 0,0 0 0,0 25 0,0-25 16,0 25-16,0-25 0,0 0 0,0 25 16,0-25-16,0 25 0,0-25 0,0 0 0,0 24 15,0-24-15,0 0 0,0 25 0,0-25 0,0 25 0,0-25 16,0 0-16,0 25 0,0-25 0,0 25 0,0-25 15,0 0-15,0 25 0,0-25 0,0 24 0,0-24 0,0 0 16,0 25-16,0-25 0,0 0 0,0 25 0,0-25 0,0 0 16,0 25-16,0-25 0,0 0 0,0 25 0,0-25 15,0 0-15,0 0 0,0 24 0,0-24 0,0 0 16,0 25-16,0-25 0,0 0 0,0 0 0,0 25 0,0-25 15,0 0-15,0 0 0,0 25 0,0-25 0,0 0 16,0 25-16,0-25 0,0 0 0,0 24 0,0-24 0,0 0 16,0 25-16,0-25 0,0 0 0,0 25 156,0 124-156,0-149 0,0 25 0,0-25 0,0 0 0,0 24 0,0-24 0,0 0 0,0 25 0,0-25 0,0 0 0,0 25 0,0-25 0,0 0 0,0 25 0,0-25 0,0 25 0,0-25 0,0 0 0,0 24 0,0-24 0,0 25 0,0-25 0,0 25 0,0-25 15,0 0-15,0 25 0,0-25 0,0 0 0,0 25 0,0-25 0,0 0 0,0 24 0,0-24 0,0 0 0,0 25 0,0-25 16,0 0-16,0 0 0,0 25 0,0-25 0,0 0 0,0 25 0,0-25 0,0 0 0,0 25 0,0-25 15,0 0-15,0 0 0,0 24 0,0-24 0,-25 0 16,25 25-16,0-25 0,0 25 0,0-25 0,0 0 0,0 25 16,0-25-16,0 25 0,0-25 0,0 0 0,-25 24 15,25-24-15,0 0 0,0 25 0,0-25 0,0 0 0,0 25 16,0-25-16,0 0 0,0 25 0,0-25 0,0 0 15,0 0-15,0 25 0,0-25 0,0 0 0,-24 0 0,24 25 16,0-25-16,0 0 0,0 0 0,0 0 0,0 24 16,0-24-16,0 0 0,0 0 0,0 25 15,0-25-15,0 0 0,0 0 0,0 25 0,0-25 0,0 0 0,0 0 16,0 0-16,0 25 0,0-25 0,0 0 0,0 0 15,0 25-15,0-25 0,0 0 0,0 0 0,0 0 0,0 0 16,0 24 93,0 1-109,0-25 0,0 0 0,0 0 0,0 0 0,0 0 0,0 0 16,0 0-16,0 0 0,0 0 0,0 25 0,0-25 0,-25 0 0,25 0 0,0 0 0,0 0 0,0 0 0,0 0 0,0 0 0,0 0 0,0 0 0,0 0 0,0 0 0,0 0 0,0 0 0,0 0 0,0 0 0,0 0 0,0 0 0,0 0 0,0 0 0,0 0 0,0 0 0,0 0 0,0 0 15,0 0-15,0 0 0,0 0 0,0 0 0,0 25 0,0-25 0,0 0 0,0 0 0,0 0 0,0 0 16,0 0-16,0 0 0,0 0 0,0 0 0,0 0 16,0 0-16,0 0 0,0 0 0,0 0 0,0 0 0,0 0 15,0 0-15,0 0 0,0 0 0,0 0 0,0 0 16,0 0-16,0 0 0,0 0 0,0 0 0,0 0 15,0 0-15,0 0 0,0 0 0,0 0 0,0 0 16,0 0-16,0 0 0,0 0 0,0 0 31,0 0-31,0 0 16,0 0-16,0 0 0,0 0 0,0 0 0,0 0 0,0 0 0,0 0 0,0 0 0,0 0 0,0 0 0,0 0 15,0 0-15,0 0 0,0 0 0,0 0 0,0 0 0,0 0 0,0 0 0,0 0 0,0 0 0,0 0 0,0 0 16,0 0-16,0 0 0,25-25 0,-25 25 16,0 0-16,0 0 0,0 0 0,0 0 0,0 0 0,0 0 15,0 0-15,0 0 0,0 0 0,0 0 0,0 0 16,0 0-16,0 0 0,0 0 0,0 0 0,0 0 0,0 0 15,0 0-15,0 0 0,0 0 78,0 0-78,0 0 0,0 0 0,0 0 0,0 0 0,0 0 0,0 0 0,0 0 0,0 0 0,0 0 0,0 0 0,0 0 16,0 0-16,24 0 0,-24 0 0,0 0 0,0 0 0,0 0 0,0 0 0,0 0 0,0 0 0,0 0 0,25 0 0,-25 0 0,0 0 0,0-25 0,0 25 0,25 0 0,-25 0 0,0 0 0,25 0 0,-25 0 0,0 0 0,25 0 0,-25-25 0,0 25 16,24 0-16,-24 0 0,25 0 0,-25 0 0,0 0 15,25 0-15,-25 0 0,0-24 0,25 24 0,-25 0 16,25 0-16,-25 0 0,0 0 0,25 0 0,-25 0 15,0 0-15,0 0 0,24 0 0,-24 0 0,0 0 0,0 0 16,25 0-16,-25 0 0,0 0 0,0 0 0,0 0 16,0 0-16,25-25 0,-25 25 0,0 0 0,0 0 15,0 0-15,0 0 0,0 0 0,0 0 0,0 0 0,0 0 0,0 0 16,0 0-16,0 0 0,0-25 0,0 25 15,0 0-15,0-25 0,0 0 0</inkml:trace>
  <inkml:trace contextRef="#ctx0" brushRef="#br0" timeOffset="175796.0549">9947 12551 0,'0'0'15,"0"0"-15,0 0 0,0 0 0,0 0 0,0 0 0,-25 0 0,25 0 16,0 0-16,0 0 0,0 0 0,0 0 0,0 0 0,0 0 15,0 0-15,0 0 0,0 0 0,0 0 0,0 0 156,0 0-140,0 0-16,0 25 0,0 0 16,0 0-16,0-1 15,0 26 1,0 0-16,0-26 15,0-24-15,25 75 16,-25-26-16,0-49 0,0 25 16,0 0-1,24 0-15,-24 0 16,0-25-1,0 0-15,0 0 16,0 0-16,0 0 0,0-25 16,0 0-16</inkml:trace>
  <inkml:trace contextRef="#ctx0" brushRef="#br0" timeOffset="176631.1027">9773 12675 0,'0'0'15,"0"0"-15,0 0 0,0 0 0,-25 0 0,25 0 0,0 0 0,0 0 16,0 0-16,0 0 0,0 0 0,0 0 0,0 0 0,0 0 16,0 0-16,0 0 0,0 0 0,0 0 0,0-25 15,0 25-15,0 0 0,0 0 0,0 0 0,0 0 0,0 0 16,0 0-16,0 0 0,0 0 0,0 0 15,0 0-15,0 0 0,0-24 0,0 24 0,0 0 16,0 0-16,0 0 0,0 0 0,0 0 0,0 0 0,0 0 16,25-25-16,-25 25 0,0 0 0,0 0 0,0 0 0,25 0 15,-25-25-15,0 25 0,0 0 0,0 0 0,25-25 16,-25 25-16,0 0 0,24 0 0,-24-25 0,0 25 0,0 0 15,25-24-15,-25 24 0,0 0 0,0 0 0,0-25 0,25 25 16,-25 0-16,0 0 0,0-25 0,0 25 16,0 0-16,0 0 0,0 0 0,0 0 0,0 0 0,0 0 0,0 0 15,0 0-15,0 0 0,0 0 16,0 0-16,0 0 0,0 0 0,0 0 0,0 0 0,0 0 0,0 0 15,0 0-15,0 0 0,0 0 0,0 0 16,0 0-16,0 0 0,0 0 0,0 0 0,25 0 0,-25 0 0,0 0 16,0 0-16,0 0 0,0 0 0,25 0 0,-25 0 15,0 0-15,0 25 0,0-25 0,24 0 0,-24 0 0,0 0 16,0 25-16,25-25 0,-25 0 0,0 24 0,25-24 15,-25 0-15,0 25 0,25-25 0,-25 0 0,0 0 0,25 25 16,-25-25-16,0 0 0,25 0 0,-25 0 0,24 0 156</inkml:trace>
  <inkml:trace contextRef="#ctx0" brushRef="#br0" timeOffset="178106.1871">9426 13717 0,'0'0'16,"0"0"-16,0 0 0,0-25 0,-25 25 0,25 0 0,0 0 16,0 0-16,0 0 0,0-25 0,0 25 0,0 0 0,0 0 15,0 0-15,0 0 0,0 0 0,0-24 0,0 24 16,-25 0-16,25 0 0,0 0 0,0 0 15,0 0-15,0 0 0,0 0 0,0 0 0,0 0 0,0 0 16,0 0-16,0 0 0,-25 0 0,25 0 0,0 0 0,0 0 0,0 0 78,0 0-62,-24 0-16,24 0 0,0 0 0,0 0 0,0 0 0,-25 24 0,25-24 0,0 0 0,0 0 0,0 25 0,0-25 0,0 0 0,-25 0 0,25 25 0,0-25 0,0 25 0,0-25 0,0 0 0,0 25 0,0-25 0,0 24 0,0-24 0,0 25 15,0-25-15,0 25 0,0-25 0,0 25 0,25-25 0,-25 25 0,0-25 0,0 0 0,0 24 0,0-24 0,25 25 0,-25-25 16,0 0-16,0 25 0,0-25 0,24 0 0,-24 0 0,0 25 15,0-25-15,25 0 0,-25 0 0,0 0 0,0 0 16,25 0-16,-25 0 0,0 0 0,25 0 0,-25 0 0,0 0 16,25 0-16,-25 0 0,0 0 0,24 0 0,-24 0 15,0 0-15,25 0 0,-25 0 31,0-25-31,0 25 16,25 0-16,-25 0 0,0 0 0,0 0 0,25 0 0,-25-25 0,0 25 0,0 0 0,0 0 0,0 0 0,25 0 0,-25-25 0,0 25 0,0 0 0,0 0 0,0 0 16,0-24-16,0 24 0,0 0 0,0 0 0,0-25 0,24 25 0,-24 0 0,0 0 15,0-25-15,0 25 0,0 0 16,0 0-16,0 0 0,0-25 0,0 25 0,0 0 0,0 0 0,0 0 15,0-25-15,0 25 0,-24 0 0,24 0 0,0 0 0,0 0 16,0 0-16,0 0 0,0 0 0,0 0 16,0 0-16,0 0 0,0 0 0,0 0 0,0 0 0,0 0 0,0 0 15,0 0-15,0 0 0,0 0 16,0 0-16,0 0 0,0 0 0,0 0 0,0 0 0,0 0 0,-25 0 15,25 0-15,0 0 0,0 25 0,0-25 16,0 0-16,0 0 0,0 25 0,0-25 0,0 0 0,0 25 0,0-25 16,0 0-16,0 25 0,0-25 0,0 0 15,0 24-15,0-24 0,0 25 0,0-25 0,25 0 0,-25 25 16,0-25-16,0 0 0,0 25 0,0-25 0,24 0 15,-24 0-15,0 25 0,0-25 0,0 0 0,25 0 0,-25 0 0,0 24 16,0-24-16,0 0 0,25 0 0,-25 0 16,0 0-16,0 0 0,0 0 0,25 0 0,-25 0 15,0 0-15,0-24 0,0 24 0,25 0 0,-25 0 0,0 0 0,0-25 16,0 25-16,24 0 0,-24-25 0,0 25 15,0 0-15,0-25 63,0 25-63,0-25 0,0 25 0,0 0 0,0-24 15,0 24-15,0 0 0,0-25 0,0 25 0,0-25 0,0 25 0,-24 0 0,24-25 0,0 25 0,0 0 32,0 0-32,0-25 0,0 25 0,0 0 0,-25 0 0,25 0 0,0-24 0,0 24 15,0 0-15,0 0 0,-25 0 0,25 0 0,0 0 0,0-25 0,0 25 0,0 0 0,-25 0 16,25 0-16,0 0 0,0 0 0,0 0 0,0 0 0,-25 0 0,25 0 0,0 0 0,0 0 0,-24 0 0,24 0 0,0 0 0,0 0 0,0 0 0,-25 0 0,25 0 0,0 0 0,0 0 0,0 0 0,0 0 0,0 0 15,0 0-15,25 0 0,-25 0 0,0 0 0,0 0 16,24-25-16</inkml:trace>
  <inkml:trace contextRef="#ctx0" brushRef="#br0" timeOffset="178733.2229">10021 13444 0,'0'0'16,"0"0"-16,0 0 0,0 0 0,-25 0 15,25 0-15,0 0 0,0 0 0,0 0 0,0 0 0,0 0 0,0 0 16,0 0-16,0 0 0,0 0 0,0 0 15,0 0-15,0 0 0,0 0 0,0 0 0,0 0 0,0 0 16,0 0-16,0 0 0,0 0 0,0 0 0,0 25 0,0-25 16,0 0-16,0 0 0,0 25 0,0-25 15,0 25-15,0-25 0,0 24 0,0-24 0,0 25 0,0-25 0,0 25 16,0-25-16,0 25 0,0 0 0,0-25 0,0 24 0,25-24 15,-25 25-15,0 0 0,0-25 0,0 25 0,0-25 16,0 25-16,0-25 0,0 24 0,0-24 16,0 25-16,0-25 0,0 25 0,0-25 0,0 0 0,0 25 0,0-25 15,0 0-15,0 25 0,0-25 0,0 0 16,0 0-16,0 0 0,0 0 0,0 24 0,0-24 0,0 0 0,0 0 15,0 0-15,0 0 0,0 0 0,0 0 16,0 0-16,0 0 0,0-24 78,0 24-78,0 0 31</inkml:trace>
  <inkml:trace contextRef="#ctx0" brushRef="#br0" timeOffset="178910.2331">9897 13692 0,'0'0'16,"50"-25"-16,-50 25 15,74 0-15,-49-24 16,0 24-16,0 0 15,-1 0 1,1-25-16,-25 25 16</inkml:trace>
  <inkml:trace contextRef="#ctx0" brushRef="#br0" timeOffset="179507.2672">9500 13543 0,'0'0'0,"0"0"0,0 0 0,-25 0 0,25 0 0,0 0 16,0 0-16,0 0 0,0 0 0,0 0 15,0 0-15,0 0 0,0 0 0,0 0 0,0 0 0,0 0 0,0 0 0,0-24 16,0 24-16,0 0 0,0 0 15,0 0-15,0 0 0,0 0 0,0 0 0,0 0 0,0 0 0,0 0 16,0 0-16,0 0 0,0 0 0,0 0 16,0 0-16,0 0 0,0 0 0,0 0 0,0 0 0,0 0 15,0 0-15,0 0 0,0 0 0,0 0 0,0 0 16,0 0-16,0 0 0,0 0 0,0 0 0,0 0 0,0 0 15,0 0-15,0 0 0,0 0 0,0 0 0,0 0 0,0 0 0,0 0 16,0 0-16,0 0 0,0 0 0,0 0 16,0 0-16,0 0 0,0 0 0,0 0 0,0 0 15,0 0-15,0 0 0,0 0 0,0 0 0,0 0 16,0 0-16,0 0 0,0 0 0,0 0 0,0 0 0,0 0 0,0 0 15,0 0-15,0 0 0,0 0 0,0 0 16,0 0-16,0 0 0,0 0 0,0 0 0,0-25 0,25 25 0,-25 0 16,0 0-16,0 0 0,0 0 0,0 0 15,0 0-15,0 0 0,0-25 0,25 25 0,-25 0 0,0 0 16,0 0-16,0-25 0,0 25 0,0 0 15,25 0-15,-25-25 0,0 25 0,0 0 0,0 0 0,0-24 0,0 24 16,0 0 62,25 0-78,-25 0 0,0 0 0,0-25 0,0 25 0,0 0 0,0 0 0,0 0 0,0 0 0,0 0 0,0 0 0,0 0 0,0 0 0,0 0 0,0 0 0,0 0 0,0 0 0,0 0 0,24 0 0,-24 0 0,0 0 0,0 25 0,0-25 0,25 0 16,-25 0-16,0 0 0,0 0 0,25 24 0,-25-24 0,0 0 0,0 0 0,0 0 0,25 25 0,-25-25 0,0 0 0,0 0 0,25 0 0,-25 25 15,0-25-15,0 0 0,0 0 16,0 25-16,24-25 0,-24 0 0,0 0 0,0 0 0,0 25 0,0-25 15,0 0-15,0 0 0,0 0 0,0 0 16,0 0-16</inkml:trace>
  <inkml:trace contextRef="#ctx0" brushRef="#br0" timeOffset="180250.3093">9723 14461 0,'0'0'16,"0"0"-16,0 0 0,0 0 0,0 0 0,0 0 0,0 0 0,0 0 0,0 0 16,0 0-16,0 0 0,0 0 0,0 0 15,0 0-15,0 0 0,0 0 0,0 0 0,0 0 0,0-25 0,0 25 16,0 0-16,0 0 0,0 0 15,0 0-15,0-24 0,0 24 0,0 0 0,25 0 0,-25 0 0,0 0 0,0 0 16,0-25-16,0 25 0,0 0 16,0 0-16,0 0 0,0 0 0,0 0 0,0 0 140,0 0-124,0 0-16,0 0 15,0 25-15,0-25 16,0 0-16,0 0 15,25 0-15,-25 0 16,0 0-16,0 0 16,0 0-16,0 0 15,-25-25-15,25 25 16,0 0-16,0 0 15,-25 0-15</inkml:trace>
  <inkml:trace contextRef="#ctx0" brushRef="#br0" timeOffset="181273.3682">10517 13915 0,'0'0'0,"0"0"0,-25 0 0,25 0 0,0 0 16,0 0-16,0 0 0,0 0 0,0 0 0,0 0 15,0 0-15,0 0 0,0 0 0,0 0 0,0 0 16,0 0-16,0 0 0,0 0 0,0 0 0,0 0 0,0 0 16,0 0-16,0 0 0,0 0 0,0 0 15,0 0-15,0 0 0,0 0 0,0-24 0,0 24 0,25 0 16,-25 0-16,0 0 0,0-25 0,0 25 0,0 0 15,0 0-15,0-25 0,25 25 0,-25 0 0,0-25 0,0 25 16,25-25-16,-25 25 0,0 0 0,0-24 0,25 24 16,-25-25-16,0 25 0,0-25 0,0 25 0,24 0 0,-24-25 15,0 25-15,0 0 0,0-25 0,0 25 156,0-74-156,0 49 0,0 25 16,0 0-16,0 0 16,0 0-16,0 0 15,0 0 1,0 0-16,0 25 15,0-25-15,0 25 16,0 0-16,0-1 0,0 26 16,0-50-16,0 25 0,25 24 15,-25 1 1,0-50-16,0 25 0,0 24 15,0-49-15,25 25 0,-25 25 16,0-50-16,0 25 0,0-25 16,0 24-1,0-24-15,0 0 16,0 0-16,0 0 15,0 0-15</inkml:trace>
  <inkml:trace contextRef="#ctx0" brushRef="#br0" timeOffset="182482.4374">13717 12427 0,'0'0'0,"0"0"0,0 0 0,0 0 0,0 0 0,0 0 16,0 0-16,0 0 0,0 0 15,0 0-15,0 0 0,0 0 0,0-25 0,0 25 0,0 0 0,0 0 16,0 0-16,0 0 0,0 0 0,0 0 0,0 0 15,0 0-15,0 0 0,0 0 0,0 0 0,0 0 0,0 0 16,0 0-16,0 0 0,0 25 0,0-25 16,0 0-16,0 0 0,0 0 0,0 0 0,0 25 0,0-25 15,0 0-15,0 25 0,0-25 0,0 0 0,0 25 16,0-25-16,0 24 0,-25-24 0,25 0 0,0 25 0,0-25 15,0 25-15,0-25 0,0 25 0,0-25 0,0 25 0,0-25 0,0 24 16,0-24-16,0 25 0,0-25 16,0 25-16,0-25 0,0 25 0,0-25 0,0 25 0,0-25 0,0 0 15,-25 24-15,25-24 0,0 25 0,0-25 16,0 25-16,0-25 0,0 0 0,0 25 0,0-25 0,0 0 0,0 25 15,0-25-15,0 0 0,0 0 0,0 0 0,0 24 16,0-24-16,0 0 0,0 0 0,0 0 16,0 0-16,0 0 0,0 0 0,0 0 0,0 0 0,0-24 15,0 24-15,0 0 0</inkml:trace>
  <inkml:trace contextRef="#ctx0" brushRef="#br0" timeOffset="183063.4706">13469 12576 0,'0'0'0,"0"0"0,-25 0 0,25 0 0,0 0 15,0 0-15,0 0 0,0 0 0,0 0 16,0 0-16,0 0 0,0 0 78,0 0-78,25-25 0,-25 25 0,0 0 0,0 0 0,0 0 0,0 0 0,25-25 0,-25 25 0,0 0 0,74-99 78,-74 74-63,0 25-15,25-24 0,-25 24 0,0 0 0,0-25 0,0 25 0,0 0 0,25 0 0,-25 0 16,0-25-16,0 25 0,0 0 0,0 0 0,0 0 0,0 0 0,0 0 0,0 0 0,0 0 0,0 0 0,0 0 0,0 0 0,25 0 0,-25 0 0,0 25 0,0-25 0,0 0 0,0 0 0,24 0 0,-24 0 0,0 0 0,0 25 0,25-25 0,-25 0 0,0 0 16,25 0-16,-25 0 0,0 0 0,25 24 0,-25-24 0,0 0 15,25 0-15,-25 0 0,24 25 0,-24-25 0,25 0 0,-25 0 0,25 0 0,0 0 0,-25 0 0,25 0 0,-1 0 0,-24 0 0,25 0 16,0 0-16,-25 0 0,25 0 0,-25 0 15,0 0-15,25 0 0,-25 0 0</inkml:trace>
  <inkml:trace contextRef="#ctx0" brushRef="#br0" timeOffset="184352.5443">13444 13692 0,'0'-25'0,"0"25"15,-25 0-15,25 0 0,0 0 0,0-24 0,0 24 0,0 0 0,0 0 16,0 0-16,0 0 0,0-25 0,0 25 15,-24 0-15,24 0 0,0 0 0,0 0 0,0 0 0,0 0 0,0 0 16,0 0-16,0 0 0,0 0 0,0 0 16,0-25-16,0 25 0,-25 0 0,25 0 15,0 0-15,0 0 0,0 0 0,0 0 0,0 0 0,-25 25 0,25-25 0,0 0 0,0 0 16,0 0-16,-25 0 0,25 25 0,0-25 0,0 0 15,-25 0-15,25 24 0,0-24 0,0 25 0,0-25 0,0 25 16,0-25-16,0 25 0,-24-25 16,24 25-16,0-25 0,0 24 0,0-24 0,0 25 0,0-25 0,24 0 15,-24 25-15,0-25 0,0 25 0,0-25 0,0 0 16,0 25-16,25-25 0,-25 0 0,0 0 0,0 24 0,0-24 15,25 0-15,-25 0 0,0 0 16,0 0-16,25 25 0,-25-25 0,0 0 0,25 0 0,-25 0 0,0 0 0,24 0 16,-24 0-16,25 0 0,-25 0 0,25 0 15,-25 0-15,0 0 0,25 0 0,-25 0 0,25 0 0,-25-25 0,0 25 16,24 0-16,-24 0 0,0 0 0,25-24 15,-25 24-15,0 0 0,0 0 0,0-25 0,0 25 0,0 0 0,25 0 16,-25-25-16,0 25 0,0 0 16,0-25-16,0 25 0,0 0 0,0 0 0,0-25 0,0 25 0,0 0 15,0 0-15,0-24 0,0 24 0,0 0 0,-25 0 0,25 0 16,0-25-16,0 25 0,0 0 0,0 0 0,0 0 15,0 0-15,0 0 0,0 0 0,0-25 0,0 25 0,0 0 16,0 0 62,0 0-78,0 0 0,0 0 0,0 0 0,0 0 0,0 0 0,0 0 0,0 0 0,0 0 0,0 25 0,-25-25 0,25 0 0,0 0 0,0 0 0,0 0 0,0 0 0,0 25 0,0-25 0,0 0 47,0 24-47,0-24 0,0 0 0,0 25 0,0-25 0,25 25 0,-25-25 0,0 25 0,0-25 0,0 25 0,0-25 0,0 0 0,0 24 0,0-24 0,25 25 47,-25-25-47,0 0 0,0 25 0,0-25 0,25 0 0,-25 25 0,0-25 0,0 0 0,0 0 0,25 0 0,-25 0 15,0 0-15,0 0 0,0 0 0,0 0 0,24 0 0,-24 0 0,0 0 0,0 0 0,0 0 0,25 0 0,-25 0 0,0-25 0,25 25 0,-25 0 0,0-25 0,0 25 0,0 0 0,25-25 0,-25 25 0,0 0 0,0-24 0,0 24 0,0 0 16,0-25-16,0 25 0,0 0 0,0-25 0,0 25 0,0-25 15,-25 25-15,25 0 0,0-25 0,0 25 0,-25 0 0,25-24 16,0 24-16,0 0 0,-25-25 0,25 25 0,0-25 16,0 25-16,-24 0 0,24 0 0,0-25 0,0 25 0,-25 0 15,25 0-15,0 0 0,0 0 0,0 0 16,0-25-16,0 25 0,0 0 0,0 0 0,0 0 0,0 25 15,0-25-15,0 0 0,0 0 0,0 0 0,-25 0 16,25 0-16,0 25 0,25-25 0,-25 0 0,0 0 0,0 25 16,0-25-16,0 0 0,0 0 0,0 0 15,0 0-15,0 0 0,25 0 0</inkml:trace>
  <inkml:trace contextRef="#ctx0" brushRef="#br0" timeOffset="184837.5721">13915 13419 0,'-24'0'0,"24"0"0,0 0 16,0 0-16,0 0 0,0 0 0,0 0 0,0 0 0,0 0 15,0 0-15,0 0 0,0 0 16,0 0-16,0 0 0,0 25 0,0-25 0,0 0 0,0 0 0,0 25 16,0-25-16,0 0 0,0 25 0,0-25 0,0 25 46,0-1-46,0-24 0,0 25 0,0-25 0,0 25 0,0 0 110,0 223-95,0-199-15,0-24 0,0-25 16,0 25-1,0-25-15,0 0 16,0-25-16,0 25 16,0-25-16,-25 1 15,25-1-15</inkml:trace>
  <inkml:trace contextRef="#ctx0" brushRef="#br0" timeOffset="184960.5791">13791 13767 0,'0'0'0,"0"0"0,0 0 0,0 0 0,0 0 0,0 0 0,0 0 0,0 0 0,0 0 0,0 0 0,0 0 0,0 0 0,25 0 0,-25 0 0,0 0 0,25 0 0,-25 0 0,25-25 0,-25 25 0,25 0 0,-25 0 0,24 0 0,1 0 0,-25 0 0,25 0 0,-25 0 0,25-25 0,-25 25 0,25 0 0,-25 0 0,24 0 0,-24 0 15,0 0-15,25 0 0,-25 0 0,0 0 0,0 0 0,0-25 0,0 25 0,0 0 0,0 0 0,0 0 0,0 0 16,0 0-16,0 0 0</inkml:trace>
  <inkml:trace contextRef="#ctx0" brushRef="#br0" timeOffset="185495.6097">13469 13543 0,'0'0'16,"0"0"-16,0 0 0,0 0 0,0 0 0,0 0 0,0 0 0,0 0 15,0 0-15,0 0 0,0 0 0,0 0 0,0 0 0,0 0 16,0 0-16,0 0 0,0 0 0,0 0 0,0-24 0,25 24 15,-25 0-15,0 0 0,0 0 0,0-25 0,0 25 16,0 0-16,0 0 109,25-50-109,-25 50 0,24 0 0,-24 0 0,0 0 0,0-25 0,0 25 0,0 0 0,25 0 0,-25 0 0,0 0 0,0 0 0,0 0 78,99 25-78,-99 0 0,25 0 16,0 24-1,-25-49-15,25 25 0,0 0 16</inkml:trace>
  <inkml:trace contextRef="#ctx0" brushRef="#br0" timeOffset="185832.6289">13667 14312 0,'0'0'0,"0"0"0,0 0 16,0 0-16,0 0 0,0 0 0,0 0 0,0 0 0,0 0 15,0 0-15,0 0 0,0 0 0,0 0 0,0 0 0,0 0 16,0 0-16,0 0 0,0 0 0,0 0 16,0 0-16,0 0 0,0 0 0,0 0 0,0 0 15,0-25 126,0 25-141,0 0 0</inkml:trace>
  <inkml:trace contextRef="#ctx0" brushRef="#br0" timeOffset="186766.6824">14511 13767 0,'0'0'0,"0"-25"15,0 25-15,0 0 0,-25 0 0,25 0 0,0 0 0,0 0 16,0 0-16,0 0 0,0 0 0,-25-25 16,25 25-16,0 0 0,0 0 0,0 0 0,0 0 0,0 0 0,-25 0 15,25 0-15,0 0 0,0-25 47,0 25-47,-24 0 0,24 0 0,0 0 0,0 0 0,0 0 0,0 0 0,0 0 0,-25 0 0,25-25 0,0 25 0,0 0 0,0 0 0,0 0 0,0 0 0,0 0 0,0 0 0,0-24 31,0 24-31,0 0 0,0 0 0,0 0 0,0 0 16,0 0-16,0-25 0,0 25 0,0 0 0,0 0 0,0 0 0,25-25 0,-25 25 0,0 0 78,0 0-78,0 0 0,0 0 0,24 0 0,-24-25 0,0 25 15,0 0-15,25 0 0,-25 0 0,0 0 0,25 0 0,-25 0 0,0 0 0,0 0 0,25 0 16,-25 0-16,0 0 0,25 0 0,-25 0 0,0 0 0,0 0 0,24 0 0,-24 0 0,0 25 0,0-25 0,0 0 0,0 0 0,0 0 0,0 25 0,0-25 0,0 0 0,0 25 0,0-25 0,0 0 0,0 24 0,0-24 0,0 25 16,0-25-16,0 0 0,0 25 0,0 0 0,-24-25 0,24 25 0,0-25 0,0 24 0,0-24 15,-25 25-15,25-25 0,0 25 16,0-25-16,0 25 0,-25-25 0,25 25 0,0-25 0,0 24 0,0-24 0,-25 0 15,25 25-15,0-25 0,0 0 0,0 25 16,0-25-16,0 0 0,0 0 0,-25 25 0,25-25 0,0 0 0,0 0 16,0 0-16,0 0 0,0 0 15,0 0-15,0 0 0,0 25 0,0-25 0,0 0 0,0 0 0,0 0 0,0 0 16,0 0-16,25 0 0,-25 0 15,0 0-15,0 0 0,0 0 0,0 0 0,0 0 0,0 0 0,0 0 16,25 24-16,-25-24 0,0 0 0,0 0 0,0 0 0,25 0 16,-25 0-16,0-24 0,0 24 0,25 0 156,74-25-156,-74 25 0,-25 0 0,0 0 0,0 0 0,0 0 0,0 0 0,24 0 0</inkml:trace>
  <inkml:trace contextRef="#ctx0" brushRef="#br0" timeOffset="187855.7447">19075 12427 0,'0'0'0,"0"0"15,0 0-15,0 0 0,0-25 0,0 25 0,0 0 0,0 0 16,0 0-16,0 0 0,0-24 0,0 24 16,0 0-16,0 0 0,0 0 0,0 0 0,0-25 0,0 25 0,25 0 0,-25 0 15,0 0-15,0 0 47,0 0-47,0-25 0,0 25 0,0 0 0,0 0 0,0 0 0,0 0 0,0 0 0,0 0 0,0 0 0,0 0 0,0 0 0,0 25 0,0-25 0,0 0 0,0 0 0,0 0 0,0 25 0,0-25 47,0 24-47,24-24 0,-24 25 0,0-25 0,0 25 0,0-25 0,0 25 0,0 0 0,0-25 0,0 24 15,0 1-15,0-25 0,0 25 0,0 0 0,0-25 0,0 25 0,0-1 0,0-24 0,0 25 0,0 0 0,0-25 16,0 25-16,0-25 0,0 25 0,0-25 0,0 24 0,0-24 16,0 0-16,0 25 0,-24-25 0,24 25 15,0-25-15,0 0 0,0 0 0,0 25 0,0-25 0,0 0 16,0 0-16,-25 0 0,25 25 0,0-25 0,0 0 0,0 0 15,0 0-15,0 0 0,0 0 0,-25 0 0,25 0 0,0 0 16,0 0-16,0 0 0,0 0 0,0-25 16,0 25-16,0 0 0,0-25 0,0 25 0,0 0 0</inkml:trace>
  <inkml:trace contextRef="#ctx0" brushRef="#br0" timeOffset="188393.7755">18777 12477 0,'0'0'0,"0"0"0,0 0 0,0 0 0,0 0 0,0 0 0,0 0 0,0 0 0,0 0 0,0-25 15,0 25-15,0 0 0,0 0 0,0 0 0,0 0 0,0 0 16,0 0-16,0-25 0,25 25 0,-25 0 0,0 0 16,0 0-16,25-25 0,-25 25 0,0 0 0,0 0 15,25-24-15,-25 24 0,0-25 0,24 25 0,-24 0 16,0-25-16,0 25 0,25-25 0,-25 25 0,0-25 0,0 1 0,25 24 47,-25-25-47,0 25 0,0-25 0,25 25 15,-25-25-15,0 25 0,0-25 0,0 25 0,25 0 0,-25-25 0,0 25 0,0 0 0,0 0 0,0 0 0,0 0 0,0 0 0,0 0 0,0 0 0,0 0 0,0 0 16,0 0-16,0 0 0,0 0 0,24 0 0,-24 0 0,0 25 0,0-25 15,0 0-15,0 0 0,0 25 0,25-25 0,-25 0 16,0 0-16,0 25 0,0-25 16,25 0-16,-25 25 0,0-25 0,25 0 0,-25 25 0,0-25 0,25 0 0,-25 24 15,0-24-15,0 0 0,24 25 0,-24-25 16,25 25-16,-25-25 0,0 0 31,25 25-31,-25-25 0,0 0 0,25 25 16,-25-25-16,0 0 0,25 0 0,-25 0 0,0 0 0</inkml:trace>
  <inkml:trace contextRef="#ctx0" brushRef="#br0" timeOffset="189643.847">18504 13568 0,'0'0'0,"0"0"0,0-25 0,0 25 0,0 0 0,0 0 16,0 0-16,0-24 0,0 24 0,0 0 0,-25 0 15,25 0-15,0 0 0,0 0 0,0-25 16,0 25-16,0 0 0,0 0 0,0 0 0,0 0 0,0 0 0,0 0 16,0 0-16,0 0 0,0 0 0,-24 25 0,24-25 15,0 0-15,0 0 0,0 0 0,0 0 0,0 0 0,0 24 16,-25-24-16,25 0 0,0 25 0,0-25 47,0 248 62,0-248-109,0 0 0,0 25 0,25-25 0,-25 0 0,0 0 0,0 25 0,0-25 0,24 0 0,-24 0 0,0 0 0,0 0 0,0 0 0,25 0 0,-25 0 0,0 0 0,25 0 0,-25 0 15,0-25-15,25 25 0,-25 0 0,0 0 0,25 0 0,-25-25 0,0 25 0,25 0 0,-25 0 0,0-25 0,0 25 0,0 0 0,24-24 0,-24 24 0,0 0 0,0-25 0,0 25 0,0 0 0,0 0 0,0-25 0,0 25 0,0 0 0,0 0 16,0-25-16,0 25 0,0 0 0,0 0 16,0 0-16,0-25 0,0 25 0,0 0 0,0 0 0,0 0 0,0 0 15,0 0-15,0 0 0,0 0 0,0 0 16,0 0-16,0 0 0,0 0 0,0 0 0,0 0 0,0 0 0,-24 0 15,24 0-15,0 25 0,0-25 0,0 0 16,0 0-16,0 25 0,-25-25 0,25 0 0,0 25 16,0-25-16,0 25 0,0-25 0,0 24 0,0-24 0,0 25 0,0-25 15,0 25-15,0-25 0,0 25 0,0-25 16,0 25-16,0-25 0,0 24 0,0-24 0,25 25 0,-25-25 0,0 0 15,0 25-15,0-25 0,0 0 0,0 25 16,24-25-16,-24 0 0,0 0 0,0 0 0,0 0 0,25 0 16,-25 0-16,0 0 0,0 0 0,25 0 0,-25 0 15,0 0-15,25 0 0,-25 0 0,25-25 0,-25 25 0,0 0 16,24-25-16,-24 25 0,0-25 0,25 25 15,-25 0-15,0-24 0,0 24 0,0-25 0,25 25 0,-25-25 0,0 0 16,0 25-16,0-25 0,0 25 0,-25-24 0,25-1 16,0 25-16,0-25 0,0 25 0,0-25 0,0 0 15,0 25-15,0-24 0,0 24 0,0-25 0,-25 25 0,25-25 16,0 25-16,0 0 0,0-25 0,0 25 0,0 0 15,-24 0-15,24 0 0,0 0 0,0 0 0,0 0 0,0 0 16,-25 0-16,25 0 0,0 0 0,0 0 16,-25 0-16,25 0 0,0 0 0,0 0 0,0 0 0,0 0 0,0 25 15,0-25-15,0 0 0,0 0 0,0 0 0,0 0 16,0 0-16,0 0 0,0 0 0,0 0 0,0 0 0,25 0 15,-25 0 17,0 0-32,0 0 0</inkml:trace>
  <inkml:trace contextRef="#ctx0" brushRef="#br0" timeOffset="190102.8732">19050 13345 0,'0'0'16,"0"0"-16,0 0 0,0 0 0,0-25 0,0 25 0,0 0 0,0 0 16,0 0-16,0 0 0,0 0 0,0 0 15,0 0-15,0 0 0,0 0 0,0 0 0,0 0 0,0 0 16,0 0-16,0 25 0,0-25 0,0 0 0,0 0 15,0 0-15,0 25 0,0-25 0,0 0 0,0 25 16,0-25-16,0 24 0,0-24 0,-25 25 0,25 0 0,0-25 0,0 25 16,0 0-16,0-25 0,25 24 15,-25 1-15,0-25 0,0 25 0,0 0 0,0-25 0,0 25 0,-25-1 0,25-24 16,0 25-16,0-25 0,0 25 0,0 0 15,0-25-15,0 25 0,0-25 0,0 24 0,0-24 0,0 25 0,0-25 16,0 0-16,0 25 0,0-25 16,0 0-16,-25 25 0,25-25 0,0 0 0,0 0 0,0 0 0,0 0 0,0 25 15,0-25-15,0 0 0,0 0 0,0 0 16,0 0-16,0 0 0,0 0 0,0-25 0,0 25 0,0 0 15,0 0-15,-24 0 0,24 0 0,0-25 16,0 25-16,0 0 0,0 0 0,0-25 0,0 25 0</inkml:trace>
  <inkml:trace contextRef="#ctx0" brushRef="#br0" timeOffset="190419.8913">18901 13717 0,'0'0'0,"0"0"0,0 0 16,0 0-16,0 0 0,0 0 0,0 0 0,0 0 16,25 0-16,-25 0 0,0-25 0,0 25 0,25 0 0,-25 0 15,0 0-15,25 0 0,-1 0 0,-24 0 0,25 0 16,-25 0-16,25 0 0,0 0 0,-25-25 0,25 25 15,-25 0-15,24 0 0,1 0 0,-25 0 0,25 0 0,-25 0 16,25 0-16,-25 0 0,25-24 0,-25 24 0,0 0 16,0 0-16,24 0 0,-24 0 0,0 0 0,0 0 0,0 0 15,0 0-15,0 0 78</inkml:trace>
  <inkml:trace contextRef="#ctx0" brushRef="#br0" timeOffset="190669.9057">18653 13320 0,'0'0'0,"0"0"0,0-25 0,0 25 15,0 0-15,0 0 0,25 0 0,-25 0 16,0 0-16,0-24 0,25 24 0,-25 0 0,0 0 0,25 0 15,-25 0-15,0 0 0,24 0 0,-24-25 0,0 25 16,25 0-16,-25 0 0,0 0 0,0 0 0,25 0 0,-25 0 16,0 0-16,0 0 0,25 0 0,-25 0 0,0 0 0,0 0 15,0 0-15,0 0 0,0 0 0,25 0 0,-25 0 16,0 25-16,0-25 0,0 0 0,0 0 0,0 24 15,24-24-15,-24 0 0,0 25 0,0-25 0,0 0 16,0 25-16,0-25 0,0 25 0,0 0 0,0-25 0,0 24 16,0-24-16,0 25 0,-24 0 0,24-25 0,0 25 0,0 0 15,0-1-15</inkml:trace>
  <inkml:trace contextRef="#ctx0" brushRef="#br0" timeOffset="190943.921">18628 14362 0,'0'25'0,"0"-25"0,0 0 0,0 0 16,0 0-16,0 0 0,0 0 0,0 0 0,0 0 0,0 0 0,0 0 15,0 0-15,0 0 0,0 0 0,0 0 0,0 0 16,0 0-16,0 0 0,0 0 0,0 0 0,0 0 0,0 0 16,0 0-16,0 0 0,0 0 0,0 0 15,0 0-15,0 0 0,0 0 0,0 0 0,0 0 0,0 0 16,0 0-16,0 0 0,0 0 0,0 0 0,0 0 0,0 0 15,25 0-15,-25 0 0,0 0 0,0 0 16,25-25-16</inkml:trace>
  <inkml:trace contextRef="#ctx0" brushRef="#br0" timeOffset="192079.9863">19496 13816 0,'0'0'16,"0"-25"-16,0 25 0,0 0 0,0 0 0,0 0 0,0 0 0,0 0 15,0 0-15,0 0 0,0-24 0,0 24 16,0 0-16,0 0 0,0 0 0,0 0 0,0 0 0,0 0 16,0 0-16,0 0 0,0 0 0,0 0 0,0 0 15,0 0-15,0 0 0,0 0 0,0 0 0,0 0 0,0 0 0,0 0 16,0 0-16,0 0 0,0 0 0,25 0 15,-25 0-15,0 0 0,0 0 0,0 0 0,0 24 0,0-24 16,0 0-16,0 25 0,0-25 0,0 25 0,0-25 0,0 25 16,25-25-16,-25 25 0,0-25 0,0 24 15,0-24-15,0 25 0,0-25 0,0 0 0,0 25 0,0-25 16,0 25-16,0-25 0,0 0 0,25 25 0,-25-25 0,0 0 15,0 24-15,0-24 0,0 0 0,0 0 16,0 0-16,0 0 0,0 25 0,0-25 0,0 0 0,0 0 16,0 0-16,0 0 0,0 0 0,0 0 0,0 0 0,0 0 15,0 0-15,0 0 0,0 0 0,0 0 0,0-25 16,0 25-16,0 0 0,0 0 0,0 0 0,0-24 15,0 24-15,0 0 0,0-25 0,0 25 0,0 0 0,0-25 16,0 25-16,0 0 0,0-25 0,0 25 0,0-25 0,0 25 16,0-24-16,25 24 0,-25 0 0,0-25 0,0 25 15,0-25-15,0 25 0,25 0 0,-25 0 0,0-25 0,0 25 16,0 0-16,24 0 0,-24 0 0,0-25 15,0 25-15,25 0 0,-25 0 0,0 0 0,25 0 0,-25 0 0,25 0 16,-25 0-16,25 0 0,-25-24 0,0 24 16,24 0-16,-24 0 0,0 24 0,25-24 0,-25 0 0,0 0 0,25 0 15,-25 0-15,0 25 0,0-25 0,25 0 16,-25 0-16,0 25 0,0-25 0,0 0 0,0 25 0,0-25 15,0 25-15,0-25 0,0 0 0,0 24 0,0-24 16,0 0-16,0 25 0,0-25 0,0 0 0,0 25 0,0-25 16,0 0-16,0 0 0,0 25 0,0-25 0,0 0 15,0 0-15,0 25 0,0-25 0,0 0 0,0 0 16,0 0-16,-25 24 0,25-24 0,0 0 0,0 0 0,0 25 15,0-25-15,-25 0 0,25 0 0,0 25 0,0-25 16,0 0-16,-25 0 0,25 25 0,0-25 0,0 0 0,0 0 16</inkml:trace>
  <inkml:trace contextRef="#ctx0" brushRef="#br0" timeOffset="195668.1916">19769 13990 0,'0'0'15,"0"0"-15,0 0 0,0 0 0,0 0 0,0 0 0,0 0 0,0 0 16,0 0-16,25 0 0,-25 0 0,0 0 16,0 0-16,0 0 0,0 0 0,0 0 0,0 0 0,0 0 15,0 0-15,0 0 0,0 0 0,0 0 0,0 0 0,0 0 31,0 0-31,0 0 0,0 0 0,0 0 0,0 0 16,0 0-16,0 0 0,0 0 0,0 0 0,0 0 0,0 0 0,0 0 0,0 0 0,0 0 0,0 0 0,0 0 16,0 0-16,0 0 0,25 0 0,-25 0 15,0 0-15,0 0 0,0 0 0</inkml:trace>
  <inkml:trace contextRef="#ctx0" brushRef="#br0" timeOffset="197573.3003">19869 13990 0,'0'0'0,"0"0"0,0 0 0,0 0 0,0 0 16,0 0-16,0 0 0,0 0 156,-25 0-156,25 0 0,0 0 0,0 0 15,0 0-15,0 0 0,0 0 0,0 0 16,0 0-16,0 0 15,0 0-15,0 0 16,0 0-16,0 0 0,0 0 0,0 0 16,0 0-16,0 0 0,0 0 0,0 0 15,0 0 1,0 0-16,0 0 0,0 0 15,0 0-15,0 0 16,0-25-16,0 25 16,0 0-16,0 0 0,0 0 15,0 0 1,0 0-16,0 0 15,0 0-15,0 0 0,0 0 0,0 0 16,0 0-16,0 0 16,0 0-16,0-25 0,0 25 0,25 0 0,-25 0 15,0 0-15,0 0 0,0 0 0,0 0 16,0 0-16,0 0 15,0 0-15,24-25 78,-24 25-62,0-24-16,0 24 0,0 0 0,0 0 16,0 0-16,0 0 0,0 0 0,25 0 15,-25 0-15,0 0 16,0 0-16,0 0 0,0 0 0,0 0 15,0-25 1,25 25-16,-25 0 16,0 0-16,0 0 0,0 0 15,0-25-15,25 25 16,-25 0-16,0 0 0,0 0 15,0-25 1,25 25 0,-25 0 15,49-49 47,-49 49-63,25 0 1,-25 0-16,0 0 16,0 0-16,25 0 0,-25 0 15,0 0-15,0 0 0,0 0 0,25 0 16,-25 0-16,0 0 15,24 0-15,-24 0 47,25 24-47,-25-24 0,0 0 0,0 0 0,25 0 16,-25 25-1,0-25-15,0 0 0,0 25 16,0-25-16,0 0 0,0 25 16,0-25-16,0 25 15,0-25-15,0 24 0,0-24 16,-25 25-16,25-25 15,0 25-15,0-25 16,0 25-16,-25-25 16,25 25-16,0-25 0,0 0 0,0 0 15,0 24-15,-49 26 47,49-25-47,0-25 16,0 0-16,0 25 15,0-25-15,-25 0 0,25 0 16,0 24-16,0-24 0,0 0 0,0 0 0,0 0 15,0 0-15,0 25 16,0-25-16,0 0 16,0 0-16,0 0 0,0 0 0,0 0 0,0 0 15,0 0-15,0 0 16,0 0-16,0 0 15,0 0-15,0 0 16,0 0-16,0 0 94,0 0-32,0 0-62,0 0 16,0 0-16,0-25 0,0 25 15,0 0-15,0 0 0,0-24 0,0 24 16,0 0-16,0-25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0-29T01:30:34.45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2257 1960 0,'0'0'16,"0"-25"-16,0 25 0,0 0 0,0 0 0,0 0 15,0 0-15,0 0 0,0 0 0,0 0 0,0 0 0,0 0 16,0 0-16,0 0 0,0 0 0,0 0 0,0 0 0,0 0 16,0 0-16,0 0 0,0 0 0,0 0 0,0 0 15,0 0-15,0 0 0,0 0 0,0 0 0,0 0 0,0 0 0,0 0 16,0 0-16,0 0 0,0 0 0,0 0 15,0 0-15,0 0 0,0 0 0,0 0 0,0 0 0,0 0 0,0 0 16,0 0-16,0 0 16,0 0-16,0 0 0,0 0 0,0 0 0,0 0 0,0 0 0,0 0 0,0 0 0,0 0 0,0 0 15,0 0-15,0 0 0,0 0 0,0 0 0,0 0 16,0 0-16,0 0 0,0 0 0,0 0 0,0 0 0,0 0 0,0 0 15,0 0-15,0 0 0,0 0 16,0 0-16,0 0 0,0 0 0,0 0 0,0 25 0,25-25 0,-25 0 16,0 0-16,0 0 0,0 24 46,0-24-46,25 0 0,-25 25 32,0-25-32,0 0 0,0 25 0,25-25 0,-25 25 0,0-25 0,0 25 0,0-25 0,24 24 0,-24-24 0,0 25 0,0-25 0,25 25 0,-25-25 0,0 25 0,0-25 0,50 74 78,-50-74-78,0 0 0,0 25 0,0-25 0,0 0 0,25 0 15,-25 0-15,0 0 0,0 25 0,0-25 0,0 0 0,0 0 0,0 0 0,0 0 0,0 0 0,0 0 0,24 0 16,-24 0-16,0 0 0,0 0 0,0 0 0,0 0 0,0 0 0,0 0 0,0-25 0,25 25 0,-25 0 0,0 0 0,0 0 0,25-25 0,-25 25 0,0 0 0,0-25 15,25 25-15,-25-24 0,0 24 0,0-25 0,25 25 0,-25-25 16,0 25-16,0-25 0,24 0 0,-24 25 0,0-24 0,0 24 0,25-25 0,-25 25 0,0-25 0,0 25 0,25-25 0,-25 25 0,0 0 0,0-25 0,0 25 0,0 0 0,0 0 16,0-24-16,25 24 0,-25 0 0,0 0 0,0 0 15,0-25-15,0 25 0,0 0 0,0 0 16,0 0-16,0 0 0,0 0 0,0 0 0,0 0 0,0 0 0,0 0 0,0 0 15,0 0-15,0 0 0,0 0 0,0 0 16,0 0-16,0 0 0,0 0 0,0 0 0,0 0 0,0 0 0,0 0 16,0 0-16,0 0 0,0 0 0,0 0 0,0 0 15,0 0-15,25 0 0,-25 0 0,0 0 0,0 0 0,0 0 16,0 0-16,0 0 0,0 0 0,0 0 15,0 0-15</inkml:trace>
  <inkml:trace contextRef="#ctx0" brushRef="#br0" timeOffset="625.0357">3001 1811 0,'0'0'15,"0"0"-15,0 0 0,0 0 0,0 0 16,0 0-16,0 0 0,0 0 0,0 0 0,0 0 0,0 0 0,0 0 0,0 0 16,0 0-16,0 0 0,0 0 0,0 0 0,0 0 0,0 0 0,0 0 15,0 0-15,0 0 0,0 0 0,0 0 0,0 0 16,0 0-16,0 0 0,0 0 0,0 0 0,0 0 0,0 0 15,0 0-15,0 0 0,0 0 0,0 0 0,0 0 16,0 0-16,0 0 0,0 0 0,0 0 16,0 0-16,0 0 0,0 0 0,0 0 15,0 25 94,0 223-62,0-224-47,0-24 0,0 0 0,0 25 0,0-25 0,0 0 16,0 25-16,0-25 0,0 0 0,0 0 0,0 25 0,0-25 0,0 0 0,0 0 0,0 0 0,0 25 0,0-25 0,0 0 0,0 0 0,0 0 0,0 0 0,0 0 15,0 0-15,0 24 16,0-24-16,0 0 0,0 0 16,0 0-16,0 0 0,0 0 15,0 0-15,0 0 0,0 0 0,0 0 0,0 0 0,0 0 0,-24 0 0,24 0 0,0 0 0,0 0 0,0 0 0,0 0 16,0-24-16,0 24 0,0 0 0,0 0 0,0 0 0,0 0 15,0-25-15,0 25 0,0 0 0,0 0 0</inkml:trace>
  <inkml:trace contextRef="#ctx0" brushRef="#br0" timeOffset="1375.0786">2952 1885 0,'0'-25'0,"-25"25"0,25 0 15,0 0-15,0 0 0,0 0 0,0 0 0,0 0 0,0 0 16,0 0-16,0 0 0,25 0 0,-25 0 0,0 0 0,0 0 0,0 0 15,0-24-15,0 24 0,0 0 0,0 0 16,0 0-16,0 0 0,25 0 0,-25 0 0,0 0 0,0 0 0,0 0 125,49-25-125,-24 25 15,-25 0-15,25-25 0,0 25 16,-1 0-16,1 25 16,-25-25-16,0 0 0,25 0 15,-25 0-15,0 0 0,25 25 0,-25-25 16,0 24-16,25-24 0,-25 25 15,0-25-15,24 0 0,-24 25 16,0-25-16,0 25 0,25-25 0,-25 25 16,0-25-16,0 0 0,0 24 15,0 1-15,0-25 0,-25 50 16,25-50-16,0 0 0,0 25 0,-24-1 15,24-24-15,0 25 16,-25 0-16,25-25 0,0 25 0,-25-25 16,25 25-16,0-25 0,-99 49 109,99-74-94,-25 25 1,25 0-16,0 0 0,0 0 16,0 0-16</inkml:trace>
  <inkml:trace contextRef="#ctx0" brushRef="#br0" timeOffset="2041.1167">2480 2629 0,'0'0'0,"0"0"0,0 0 0,0 0 0,-24 0 16,24 0-16,0 0 0,0 0 15,0 0-15,0 0 0,0 0 0,0 0 0,0 0 141,74-25-126,-49 25-15,0-24 16,-25 24-16,24 0 0,1 0 16,0 0-16,0 0 0,0-25 0,0 25 15,-1 0-15,1 0 0,50-25 16,-51 25-16,1 0 0,0 0 0,25 0 15,-1-25-15,-49 25 0,25 0 0,0 0 16,0 0-16,-25 0 16,24 0-16,-24 0 15,0 0-15,0 0 0,0 0 0,0 0 16,0 0-16,0 0 0,-24-25 15,24 25-15,0 0 0</inkml:trace>
  <inkml:trace contextRef="#ctx0" brushRef="#br0" timeOffset="2845.1627">4812 1910 0,'0'0'0,"0"0"0,0 0 15,0 0-15,0 0 0,0 0 0,0 0 0,0 0 0,0 0 16,0 0-16,0-25 0,0 25 0,0 0 0,0 0 0,0 0 0,0 0 15,0 0-15,0 0 16,0 0-16,0 0 0,0 0 0,0 0 0,0 0 0,0 0 0,0 0 0,0 0 0,0 0 16,0 0-16,0 0 0</inkml:trace>
  <inkml:trace contextRef="#ctx0" brushRef="#br0" timeOffset="3061.1751">4812 2133 0,'0'0'0,"0"0"0,0 0 0,0 0 0,0 0 0,-25 0 15,25 0-15,0 0 0,0 0 16,0 0-16,0 0 0,0 0 0,0 0 0,0 0 0,0 0 16,0 0-16,0 0 0,0 0 0,0 0 0,0 0 0,0 0 15,0 0 1,0 0-16,0 0 15,0 0-15,0 0 0,0 0 0,0 0 0,0 0 0,0 0 0,0 0 0,25 0 0,-25 0 0</inkml:trace>
  <inkml:trace contextRef="#ctx0" brushRef="#br0" timeOffset="3661.2094">5904 1736 0,'0'0'78,"0"0"-78,-25 0 0,25 0 0,0 0 0,0 0 0,0 0 0,0 0 0,0 0 0,0 0 0,-25 0 78,-25 25-78,50-25 0,0 0 0,0 25 0,0-25 0,0 0 0,-25 0 0,25 0 0,0 25 0,0-25 16,0 0-16,0 0 0,0 25 0,0-25 0,0 0 0,0 24 0,0-24 0,0 25 0,0-25 0,0 0 0,0 25 0,0-25 15,0 25-15,0-25 0,25 0 0,-25 25 0,0-25 0,0 24 0,0-24 0,25 0 0,-25 25 0,0-25 0,25 0 0,-25 0 0,0 25 0,25-25 0,-25 0 0,25 0 0,-25 25 0,0-25 0,24 0 0,-24 0 0,25 0 0,-25 0 0,25 0 0,-25 0 16,25 0-16,-25 0 0,25 0 16,-25 0-16,24 0 0,-24 0 0,25 0 0,-25-25 0,25 25 0,-25 0 0,25-25 15,-25 25-15,25 0 0,-25 0 0,0-25 16,24 25-16,-24-24 0,0 24 0,0 0 0</inkml:trace>
  <inkml:trace contextRef="#ctx0" brushRef="#br0" timeOffset="6348.3631">6226 1463 0,'0'0'78,"0"0"-78,0-24 16,0 24-16,0 0 0,0 0 0,0 0 0,0 0 0,0 0 0,0 0 0,0 0 0,0 0 0,0 0 0,0 0 0,0 0 0,0 0 0,0 0 0,0 0 0,0 0 0,0 0 0,0 0 0,0 24 15,0-24-15,0 0 0,0 0 0,0 25 16,25-25-16,-25 0 0,0 25 0,0-25 0,0 25 0,0-25 0,0 25 0,0-25 0,0 24 0,0 1 0,0-25 0,0 25 0,0 0 0,25-25 0,-25 25 0,0 0 0,0-25 0,0 24 0,0 1 15,0-25-15,0 25 0,0-25 0,0 25 0,0 0 16,0-25-16,0 24 0,0-24 0,0 0 0,0 25 0,0-25 16,0 25-16,0-25 0,0 0 0,0 0 0,0 25 0,0-25 15,0 0-15,0 0 0,0 25 0,0-25 31,0 0 79,0 0-95,0-25-15,0 25 0,0 0 0,24 0 0,-24 0 0,0-25 0,0 25 0,0 0 0,25-25 0,-25 25 16,0 0-16,0 0 0,25-25 0,-25 25 0,0 0 0,25 0 0,-25-24 0,0 24 0,25 0 0,-25 0 15,0 0-15,0-25 0,24 25 16,-24 0-16,0 0 0,0 0 0,0 0 0,0 0 0,25 0 0,-25 0 0,0 0 0,0 0 0,0 0 0,0 0 0,0 0 16,0 0-16,0 0 15,0 0-15,0 0 0,0 0 0,0 0 0,25 25 0,-25-25 16,0 0-16,0 24 0,0-24 0,0 0 0,0 0 0,0 25 0,0-25 0,0 0 359</inkml:trace>
  <inkml:trace contextRef="#ctx0" brushRef="#br0" timeOffset="8801.5034">6970 1761 0,'0'0'16,"0"0"-16,0 0 0,0 0 16,0 0-16,0 0 0,-25 0 0,25 0 0,0 0 0,0 0 0,0-25 0,0 25 46,0 0-46,0 0 0,0 0 0,0 0 0,0 0 0,0 0 0,0 0 0,0 0 0,0 0 0,0 0 0,-124 224 266,149-200-266,-25-24 0,0 0 0,0 0 0,0 25 0,0-25 0,25 0 0,-25 25 0,0-25 0,0 0 0,0 25 0,25-25 0,-25 0 0,0 0 0,0 25 0,0-25 109,198-25-109,-198 25 15,25 0-15,-25 0 0,-50-347 234,50 347-234,0-25 0,0 25 16,0 0-16,0 0 0,0 0 0,0 0 16,0 0-16,0 0 0,0 0 0</inkml:trace>
  <inkml:trace contextRef="#ctx0" brushRef="#br0" timeOffset="19310.1044">8062 1836 0,'0'0'15,"0"0"48,0 0 15,0 0-78,0 0 0,0 0 0,0 0 0,0 0 0,0 0 0,0 0 0,0 0 0,24 0 0,-24 0 15,0 0-15,0 0 0,0 0 0,0-25 0,0 25 0,25 0 0,-25 0 0,0 0 0,0-25 0,0 25 0,25 0 0,-25 0 0,0-25 0,0 25 0,25 0 0,-25-25 0,0 25 16,0 0-16,25-24 0,-25 24 0,0 0 0,0-25 0,24 25 0,-24-25 0,0 25 0,0 0 0,0-25 0,25 25 0,-25-25 0,0 25 0,0-25 0,25 25 0,-25-24 0,0 24 16,0-25-16,0 25 0,25 0 15,-25-25-15,0 25 0,0-25 0,0 25 0,0-25 0,25 25 0,-25 0 0,0-24 16,0 24-16,0-25 0,0 25 0,0 0 0,0 0 15,0-25-15,0 25 0,0 0 0,0 0 0,24 0 0,-24-25 16,0 25-16,-24 0 0,24 0 0,0 0 16,0 0-16,0-25 0,0 25 0,0 0 0,0 0 0,0 0 0,0 0 15,0 0-15,0-24 0,-25 24 0,25 0 0,0 0 16,0 0-16,0 0 0,0 0 0,0 0 0,-25-25 0,25 25 0,0 0 15,0 0-15,0 0 0,0 0 16,0 0-16,0 0 0,0 0 0,-25 0 0,25 0 0,0 0 0,0 0 16,0 0-16,0 0 0,0 0 0,0 0 0,0 0 0,0 25 0,0-25 15,0 0-15,0 0 0,0 0 0,-25 0 16,25 0-16,0 0 0,0 0 0,0 0 0,0 0 0,0 24 15,0-24-15,0 0 0,0 0 0,0 0 0,0 0 16,0 0-16,0 0 0,0 0 0,0 0 0,0 25 0,0-25 16,0 0-16,0 0 0,0 0 0,0 0 0,0 25 0,0-25 15,0 0-15,0 0 0,0 0 0,0 25 0,0-25 0,0 0 16,0 25-16,0-25 0,0 0 15,0 24-15,0-24 0,0 25 0,0-25 0,0 25 0,0-25 0,0 25 0,0-25 16,0 25-16,0-1 0,0-24 0,0 25 16,0-25-16,0 25 0,0-25 0,0 25 0,0 0 0,0-25 0,0 25 15,0-25-15,0 24 0,0-24 0,0 25 0,0-25 0,0 0 16,0 25-16,0-25 0,0 25 0,0-25 15,0 0-15,0 25 0,0-25 0,0 0 0,0 0 0,0 24 0,0-24 16,0 0-16,0 0 0,0 0 0,0 25 0,0-25 16,0 0-16,0 0 0,0 0 0,0 0 0,0 0 15,0 0-15,0 0 0,0 0 0,0 0 0,0 0 0,0 0 16,0 0-16,0 0 0,0 0 0,0 0 0,0 0 15,0 0-15,0-25 0,0 25 0,0 0 0,25 0 0,-25 0 16,0 0-16,0-24 0,0 24 0,0 0 0,0 0 16,0-25-16,0 25 0,25 0 0,-25 0 0,0-25 0,0 25 0,0 0 15,25-25-15,-25 25 31,0 0-31,25-25 0,-25 25 0,0 0 0,0 0 0,24-24 0,-24 24 0,0 0 0,25 0 0,-25-25 16,0 25-16,0 0 0,25 0 0,-25 0 0,0 0 0,0 0 0,0 0 78,0 0-78,0 0 0,25 0 0,-25 0 0,0 25 0,0-25 0,0 0 0,0 0 0,0 24 0,0-24 0,0 0 16,0 25-16,0-25 0,-25 0 0,25 25 0,0-25 0,0 25 0,0-25 0,0 25 0,0-25 0,0 0 0,0 24 0,0-24 0,0 25 0,0-25 0,0 0 0,0 25 0,0-25 0,0 0 15,0 25-15,0-25 0,0 0 0,0 0 0,25 0 0,-25 0 0,0 0 0,0 0 0,0 25 0,0-25 0,25 0 0,-25 0 16,0-25-16,0 25 0,24 0 0,-24 0 0,0 0 0,0 0 0,25 0 15,-25-25-15,0 25 0,0 0 0,25 0 16,-25 0-16,0 0 0,0-25 0,25 25 0,-25 0 0,0 0 0,0 0 16,0 0-16,0 0 0</inkml:trace>
  <inkml:trace contextRef="#ctx0" brushRef="#br0" timeOffset="20277.1594">8880 1736 0,'0'0'0,"0"-24"0,0 24 0,0 0 0,0 0 16,-25 0-16,25 0 0,0 0 0,0 0 0,0 0 15,0 0-15,0 0 0,0 0 0,0 0 0,0-25 0,-25 25 16,25 0-16,0 0 0,0 0 0,0 0 0,0 0 0,-24 0 15,24 0-15,0 0 0,0 0 0,0-25 0,-25 25 0,25 0 16,0 0-16,0 0 0,0 0 78,-25 0-78,25 0 0,0 0 0,0 0 0,0 0 0,-25 25 0,25-25 0,0 0 0,0 0 0,0 0 0,-25 25 0,25-25 0,0 0 16,0 0-16,0 24 0,-24 76 62,24-100-62,0 24 0,0-24 0,0 25 16,0-25-16,0 0 0,0 25 0,0-25 0,0 25 0,24-25 0,-24 0 0,0 25 0,0-25 0,0 0 0,0 0 0,25 24 0,-25-24 0,0 0 0,0 0 0,25 0 0,-25 0 0,0 0 0,0 0 0,0 0 0,25 0 0,-25 0 0,0 0 0,25 0 0,-25 0 0,0-24 0,24 24 0,-24 0 0,0 0 0,0-25 0,25 25 0,-25 0 0,0 0 0,0-25 15,0 25-15,0 0 0,25-25 0,-25 25 16,0 0-16,0-25 0,0 25 0,0 0 0,0-24 0,0 24 0,0 0 15,0-25-15,0 25 0,0-25 0,0 25 0,0 0 16,0-25-16,0 25 0,0 0 0,0-25 0,0 25 16,0 0-16,0 0 0,0-24 0,0 24 0,0 0 0,0 0 0,0 0 15,0 0-15,0 0 0,0 0 0,0 0 0,0 0 0,0 0 16,0 0-16,0 0 0,0 0 0,0 0 15,0 0-15,0 0 0,0 24 0,0-24 0,0 0 0,0 0 0,0 0 16,0 25-16,0-25 0,0 0 0,0 25 0,0-25 16,0 0-16,0 25 0,0-25 0,0 0 0,25 25 15,-25-25-15,0 0 0,0 24 0,0-24 0,0 25 47,0-25-47,0 0 0,0 25 0,0-25 0,0 0 0,25 0 0,-1 25 78,-24-25-78,0 0 0,0 0 0,0 0 0,25 0 0,-25 0 0,0 0 16,0 0-16,25 0 0,-25 0 0,0-25 0,0 25 0,25 0 0,-25 0 0,0 0 0,0-25 0,0 25 15,0 0-15,25-25 0,-25 25 0,0 0 0,0 0 0,0-24 0,0 24 0,0 0 0,0-25 0,0 25 0,0 0 0,0 0 0,0-25 16,0 25-16,0 0 0,0 0 0,0-25 0,0 25 0,0 0 0,25 0 0,-25 0 0,0 0 0,0-25 0,0 25 0,0 0 0,0 0 0,0 0 0,0 0 0,0 0 0,0 0 0,0 0 0,0 25 15,0-25-15,0 0 0,-25 0 0,25 0 0,0 0 0,0 25 0,0-25 16,0 0-16,0 25 0,0-25 0,0 0 0,0 25 0,0-25 16,0 24-16,0-24 0,0 25 0,0-25 0,0 25 15,0-25-15,25 25 0,-25-25 0,0 0 0,0 25 0,0-25 16,0 24-16,0-24 0,0 0 0,0 25 0,0-25 0,24 0 15,-24 0-15,0 0 0,0 25 0,0-25 16,0 0-16,25 0 0,-25 0 0,0 0 0,0-25 0,0 25 0,25 0 16,-25 0-16,0-25 0,0 25 0,0 0 0,25-24 15,-25 24-15,0-25 0,0 25 0,0-25 0,0 25 0,0-25 16,0 25-16,0-25 0,0 25 0</inkml:trace>
  <inkml:trace contextRef="#ctx0" brushRef="#br0" timeOffset="20472.1708">9227 1439 0,'0'0'0,"0"0"0,0 0 0,0 0 0,0 0 0,0 0 0,0 0 0,0 0 0,0 0 0,0 0 0,0 0 0,0 0 0,0 0 0,0 0 0,0 0 0,0 0 0,0 0 0,0 0 16,0 0-16,0 0 0,0 0 0,0 0 0,0 24 0,0-24 0,0 0 0,0 0 0,0 0 0,0 0 0,0 0 0</inkml:trace>
  <inkml:trace contextRef="#ctx0" brushRef="#br0" timeOffset="21333.2202">10145 1587 0,'0'0'0,"0"0"0,0 0 15,-25 0-15,25 0 31,0 0-31,0 0 47,0 0-47,0-24 0,-24 24 0,-1 0 47,25 0-47,0 0 0,0 0 0,0 24 0,0-24 0,-25 0 0,25 0 0,0 0 0,0 25 0,0-25 0,0 0 0,0 25 0,-25-25 0,25 0 0,0 25 0,0-25 0,0 25 0,0-25 0,0 25 0,0-25 0,0 24 0,0-24 0,0 25 0,0 0 0,0-25 16,0 0-16,0 25 0,25-25 0,-25 25 0,0-25 0,0 24 0,0-24 0,0 0 0,25 25 0,-25-25 0,0 0 0,0 0 0,0 25 0,25-25 0,-25 0 0,0 0 15,0 0-15,24 0 0,-24 0 0,0 0 0,25 0 16,-25 0-16,0 0 0,25 0 0,-25 0 0,0 0 0,25 0 0,-25 0 15,25 0-15,-25-25 0,0 25 0,24 0 16,-24 0-16,0-25 0,0 25 0,25 0 0,-25 0 0,0-24 0,0 24 16,25 0-16,-25 0 0,0-25 0,0 25 0,0 0 15,0-25-15,0 25 0,0 0 0,25-25 0,-25 25 0,0 0 16,0-25-16,0 25 0,0 0 0,0-24 15,0 24-15,0 0 0,0 0 0,0-25 0,0 25 0,0 0 0,0 0 0,0 0 16,0 0-16,0 0 0,0 0 0,0 0 16,0 0-16,0 0 0,0 0 0,0 0 0,0 0 15,0 0-15,0 0 0,0 0 0,0 0 0,0 0 0,0 0 0,-25 0 16,25 25-16,0-25 0,0 0 0,0 0 0,0 24 47,0-24-47,0 0 0,0 25 0,0-25 109,25 223-109,-25-223 0,0 0 0,0 0 0,0 25 0,0-25 0,25 0 0,-25 0 0,0 0 0,0 0 15,0 0-15,24 0 0,-24-25 0,0 25 0,25 0 0,-25 0 0,0 0 0,0-24 0,25 24 0,-25 0 0,0-25 0,0 25 0,25 0 0,-25-25 0,0 25 16,0 0-16,0-25 0,0 25 0,0-25 0,0 25 0,0 0 0,0-24 0,0 24 0,0-25 0,0 25 0,0-25 0,0 25 0,0 0 0,0-25 0,0 25 0,-25-25 0,25 25 0,0-24 0,0 24 0,0 0 16,0-25-16,0 25 0,0 0 0,0 0 15,-25-25-15,25 25 0,0 0 0,0 0 0,0 0 0,0 0 0,0 0 16,0 0-16,0 0 0,0 0 0,0 0 0,-25 0 0,25 0 15,0 0-15,0 0 0,0 0 0,0 0 0,0 0 16,0 0-16,0 0 0,0 0 0,0 0 0,0 0 0,0 0 16,0 0-16</inkml:trace>
  <inkml:trace contextRef="#ctx0" brushRef="#br0" timeOffset="21652.2384">10468 1439 0,'0'0'0,"0"0"0,0 0 0,0 0 16,24 0-16,-24 0 0,0 0 0,0 0 15,0 0-15,0 0 0,25-25 0,-25 25 0,0 0 0,25 0 0,-25 0 16,25 25-16,-25-25 0,0 0 0,25 0 15,-25 0-15,24 0 0,-24 0 0,0 0 0,0 24 0,25-24 0,-25 0 16,0 0-16,0 25 0,-25-25 0,25 0 0,0 25 16,0-25-16,-24 0 0,24 25 0,-25-25 0,0 25 0,25-25 15,-25 0-15,0 24 0,1-24 0,-1 25 0,25-25 0,-25 0 16,0 25 31,0-25-47</inkml:trace>
  <inkml:trace contextRef="#ctx0" brushRef="#br0" timeOffset="22362.279">11361 1712 0,'0'0'16,"0"0"-16,0-25 0,0 25 15,0 0-15,0 0 0,0 0 0,0 0 0,0 0 0,-25 0 0,25 0 0,0-25 16,0 25-16,0 0 0,0 0 0,0 0 16,0 0-16,0 0 0,0 0 0,0 0 0,0 0 0,0 0 78,0 0-78,0 0 0,-25 0 0,25 0 0,0 0 0,0 0 0,0 0 0,0 0 0,-25 0 15,25 0-15,0 0 0,0 0 0,0 0 0,-25 0 0,25 0 0,0 25 0,0-25 0,-24 74 78,24-74-78,0 0 0,0 25 0,24-25 0,-24 0 0,0 25 0,0-25 0,0 0 16,0 25-16,0-25 0,25 0 0,-25 24 0,0-24 0,25 0 0,-25 25 0,0-25 0,0 0 0,25 25 0,-25-25 0,0 0 0,25 25 0,-25-25 15,0 0-15,0 0 0,24 25 0,-24-25 0,0 0 0,0 0 0,0 24 0,0-24 0,0 0 0,25 0 0,-25 0 0,0 0 0,0 25 0,-25-25 0,25 0 0,0 0 0,0 0 16,0 0-16,0 0 0,-24 0 0,24 0 0,0 0 16,-25 0-16,25 25 0,0-25 0,-25 0 0,25 0 0,-25 0 0,25 0 0,0 0 0,-25 0 0,25 0 0,0 0 0,0 0 15,-24 0-15,24 0 0,0 0 0,0 0 0,0 0 0,0 0 0,0-25 16,0 25-16,0 0 0,0 0 0,0 0 0,0 0 15,0-25-15,0 25 0,0 0 0,0-24 0,24 24 0,-24 0 0,0 0 16,0-25-16,0 25 0,25 0 0,-25-25 16,0 25-16,0 0 0,0 0 0,25 0 0,-25-25 0,0 25 15,0 0-15,0 0 0,0 0 0</inkml:trace>
  <inkml:trace contextRef="#ctx0" brushRef="#br0" timeOffset="23023.3168">11733 1761 0,'0'0'0,"0"0"0,0-25 0,0 25 0,0 0 0,-25 0 0,25 0 0,0 0 0,0 0 0,0 0 0,0 0 0,0-24 0,0 24 0,0 0 15,-25 0-15,25 0 0,0 0 0,0 0 0,0 0 0,0 0 0,0 0 0,0 0 0,0 0 0,-25 0 0,25 0 0,0 0 0,0 0 0,0 0 0,0 0 0,0 0 0,-25 0 0,25 0 0,0 0 0,0 24 0,0-24 0,0 0 0,0 0 0,0 0 16,0 25-16,0-25 0,0 0 0,0 0 0,0 25 0,0-25 0,-24 25 15,24-25-15,0 0 0,0 25 0,0-25 0,0 24 0,24-24 16,-24 25-16,0-25 0,0 25 0,0-25 0,0 25 0,0-25 16,0 25-16,0-25 0,0 0 15,25 24-15,-25-24 0,0 0 0,0 25 0,0-25 0,25 0 0,-25 0 16,0 0-16,0 0 0,0 25 0,25-25 0,-25 0 0,0 0 0,0-25 15,25 25-15,-25 0 0,0 0 0,0 0 0,24 0 16,-24-25-16,0 25 0,0 0 0,25-24 0,-25 24 16,0-25-16,0 25 0,0-25 0,0 25 0,0 0 0,0-25 15,0 25-15,0-25 0,0 25 0,0-24 0,0 24 16,0 0-16,0-25 0,0 25 0,0 0 0,0-25 0,0 25 15,0 0-15,0-25 0,-25 25 0,25 0 0,0 0 0,0-25 16,0 25-16,0 0 0,0 0 0,-24 0 0,24 0 16,0-24-16,0 24 0,0 0 0,0 0 0,0 0 0,0 0 15,0-25-15,0 25 0,-25 0 0,25 0 0,0 0 0,0 0 16,0 0-16,0-25 0,0 25 0,0 0 0,0 0 78,0 0-63,0 0-15,0-25 0,0 25 0,0 0 0,0 0 0,0 0 0,0-25 0,0 25 0,0 0 0</inkml:trace>
  <inkml:trace contextRef="#ctx0" brushRef="#br0" timeOffset="23495.3438">11757 1389 0,'0'0'0,"0"0"15,0-25-15,0 25 0,0 0 16,0 0-16,0 0 0,0 0 0,0 0 0,0 0 0,0 0 0,0 0 16,0 0-16,25 0 0,-25 0 0,0 0 0,0 0 0,25 0 15,-25 0-15,0 0 0,0 0 0,25 0 16,-25 0-16,0 0 0,0 0 0,25 25 0,-25-25 0,0 0 0,0 0 0,0 0 15,0 25-15,0-25 0,0 0 0,0 0 156,-124 173-156,124-173 0,-25 0 0,25 0 0</inkml:trace>
  <inkml:trace contextRef="#ctx0" brushRef="#br0" timeOffset="23937.3691">12105 992 0,'0'0'16,"0"0"-16,0-25 0,0 25 0,0 0 15,0 0-15,0 0 0,0 0 110,24 0-110,-24 0 0,0 0 0,0 0 0,25 0 0,-25 25 0,0-25 0,25 0 0,-25 0 0,0 0 0,0 0 0,25 0 0,-25 25 0,0-25 0,0 0 15,25 0-15,-25 25 0,0-25 0,0 0 0,0 0 0,0 25 0,0-25 0,0 0 0,-25 0 0,25 24 0,0-24 0,-25 0 0,25 25 0,0-25 0,-25 0 0,0 25 78,1-25-78,24 25 0,-25-25 0,0 0 0,25 25 0,-25-25 0,25 0 0,-25 0 0,25 24 0,-24-24 0</inkml:trace>
  <inkml:trace contextRef="#ctx0" brushRef="#br0" timeOffset="25161.4391">12725 1662 0,'0'0'0,"0"-25"0,0 25 0,0 0 0,-25 0 15,25 0-15,0 0 0,0 0 16,0 0-16,0 0 0,0-25 0,-25 25 0,25 0 0,0 0 0,0 0 16,0 0-16,0 0 0,0 0 0,0 0 15,0 0-15,0 0 0,-25 0 0,25 0 0,0 0 0,0 0 0,0 0 16,0 0-16,0 25 0,-24-25 0,24 0 0,0 0 0,0 0 15,0 0-15,-25 25 0,25-25 0,0 0 0,0 0 0,0 25 16,0-25-16,0 0 0,0 25 0,0-25 16,0 0-16,0 24 0,0-24 0,0 25 0,0-25 0,0 0 15,0 25-15,0-25 0,0 25 0,0-25 0,0 25 0,0-25 0,0 24 16,0-24-16,0 0 0,25 25 15,-25-25-15,0 25 0,0-25 0,0 0 0,24 25 0,-24-25 0,0 0 0,0 0 16,25 25-16,-25-25 0,248-199 203,-223 199-203,-25-25 0,0 25 0,0 0 0,0-24 0,0 24 0,0 0 0,0-25 0,0 25 0,0 0 0,0 0 0,0 0 0,0-25 0,0 25 0,0 0 0,0 0 0,0 0 0,0 0 0,0 0 0,0 0 0,0 0 0,0 0 0,-25 74 125,25-49-125,0-25 0,0 25 0,0-25 0,0 0 0,0 25 0,0-25 0,0 25 0,0-25 0,0 24 0,0-24 0,0 0 0,0 25 0,0-25 0,25 0 0,-25 25 0,0-25 0,0 0 0,0 0 0,0 25 15,25-25-15,-25 0 0,0 0 0,0 0 0,25 0 0,-25 0 0,0 0 0,0 0 0,24 0 0,-24 0 0,0 0 0,25 0 0,-25 0 0,0 0 0,0 0 0,25 0 0,-25-25 0,0 25 0,25 0 0,-25 0 0,0 0 0,0-25 16,25 25-16,-25 0 0,0-25 0,0 25 0,0 0 15,0-24-15,24 24 0,-24-25 0,0 25 0,0 0 16,0-25-16,0 25 0,0 0 0,0 0 0,0-25 0,0 25 16,0 0-16,0 0 0,0 0 0,0-25 0,0 25 15,0 0-15,0 0 0,0 0 0,0 0 0,0 0 0,0 0 16,0 0-16,0 0 0,0 0 0,0 0 15,0 0-15,0 0 0,0 0 0,0 0 0,0 0 0,0 0 0,0 0 0,0 0 16,0 0-16,0 0 0,0 0 0,0 0 16,0 0-16,0 0 0,0 0 0,0 0 0,0 0 0,0 0 15,0 0-15,0 0 0,0 0 0,0 25 0,0-25 0,0 0 0,0 25 16,-24-25-16,24 0 0,0 25 0,0-25 0,0 0 15,0 25-15,0-25 0,0 0 0,0 24 0,0-24 0,24 0 16,-24 25-16,0-25 0,0 0 0,0 25 0,0-25 16,0 0-16,0 25 0,0-25 0,0 0 15,0 25-15,0-25 0,0 0 0,0 0 0,25 24 0,-25-24 0,0 0 16,0 0-16,0 0 0,0 25 0,0-25 0,0 0 15,0 0-15,25 0 0,-25 0 0,0 0 0,0 0 0,0 0 0,25-25 16,-25 25-16,0 0 0,25 0 0,-25-24 16,25 24-16,-25 0 0,24-25 0</inkml:trace>
  <inkml:trace contextRef="#ctx0" brushRef="#br0" timeOffset="25991.4866">13667 1712 0,'0'0'0,"0"0"0,-24 0 0,24 0 0,0 0 15,0 0-15,0 0 0,0 0 0,0-25 0,-25 25 0,25 0 16,0 0-16,0 0 0,0 0 0,0 0 16,0 0-16,0 0 0,0 0 0,-25-25 0,25 25 0,0 0 0,0 0 15,0 0-15,0 0 0,0 0 0,-25 0 0,25 0 0,0 0 16,0 25-16,0-25 0,-25 0 0,25 0 0,0 0 15,0 0-15,-24 0 0,24 0 0,0 0 156,-75 124-156,75-124 0,0 25 0,0-25 0,0 0 0,0 24 0,0-24 0,0 0 0,0 25 0,0-25 0,0 0 0,0 25 0,0-25 0,25 0 0,-25 0 16,0 25-16,0-25 0,0 0 0,0 0 0,0 0 0,25 0 0,-25 25 0,0-25 0,0 0 0,0 0 0,0 0 0,25 0 0,-25 0 0,0 0 0,0 0 0,0 0 0,0 0 0,24 0 0,-24 0 16,0 0-16,0 0 0,0-25 0,25 25 0,-25 0 0,0 0 0,0 0 0,25-25 0,-25 25 0,0 0 0,0-25 0,0 25 0,25 0 0,-25-25 15,0 25-15,0 0 0,0-24 0,0 24 0,25-25 0,-25 25 16,0 0-16,0-25 0,0 25 0,0 0 0,0 0 15,0-25-15,0 25 0,0 0 0,0 0 0,0 0 0,0 0 16,24 0-16,-24 0 0,0 0 0,0 0 16,0 0-16,0 0 0,0 0 0,0 0 0,0 0 0,0 0 0,0 0 15,0 0-15,-24 0 0,24 0 0,0 0 0,0 25 16,0-25-16,0 0 0,0 0 0,0 25 0,0-25 0,0 0 15,0 25-15,-25-25 0,25 0 0,0 24 0,0-24 0,0 0 16,0 25-16,0-25 0,0 0 0,0 25 0,0-25 16,0 0-16,0 25 0,0-25 0,0 0 0,0 0 0,0 25 15,0-25-15,0 0 0,0 0 0,0 0 0,25 0 16,-25 0-16,0 0 0,0 0 0,0 0 0,0 0 0,24 0 15,-24 0-15,0 0 0,0 0 0,0 0 0,25 0 16,-25 0-16,0 0 0,0-25 0,25 25 0,-25 0 0,0 0 0,0-25 16,0 25-16,0 0 0,0 0 0,0-25 46,0 25-46,0 0 0</inkml:trace>
  <inkml:trace contextRef="#ctx0" brushRef="#br0" timeOffset="26399.5098">13568 1116 0,'-25'0'16,"25"0"-16,0 0 0,0 0 0,0 0 0,0 0 16,0 0-16,25 0 0,-25 0 0,0 0 0,0 0 0,0 0 15,0 0-15,0 0 0,0-25 0,25 25 0,-25 0 0,0 25 0,0-25 16,25 0-16,-25 0 0,0 0 0,0 0 0,0 0 15,0 25-15,25-25 0,-25 0 0,0 0 0,0 25 16,0-25-16,0 0 0,-25 0 0,25 25 0,0-25 0,0 0 0,0 24 16,-25-24-16,25 0 0,-25 25 0</inkml:trace>
  <inkml:trace contextRef="#ctx0" brushRef="#br0" timeOffset="27112.5507">14660 1563 0,'0'0'16,"0"0"-16,0 0 0,0 0 0,0 0 0,0 0 0,0 0 0,0 0 15,0 0 1,0 0-16,0 0 0,0 0 0,0 0 0,0 0 0,0 0 0,0 0 0,0 0 0,0 24 0,0-24 15,0 0-15,0 0 0,0 25 0,0-25 0,0 25 16,0-25-16,0 0 0,0 25 0,0-25 0,0 25 0,0-25 0,0 25 16,0-1-16,0-24 0,0 25 0,0-25 0,0 25 15,0-25-15,0 25 0,0 0 0,-25-25 0,25 24 0,0-24 16,0 25-16,0-25 0,0 25 0,0-25 0,0 0 15,0 25-15,0-25 0,0 25 0,0-25 94,0 24-94,0-24 0,0 25 0,0-25 0,0 0 0,0 25 16,0-25-16,0 0 0,0 0 0,0-50 78,0 50-78</inkml:trace>
  <inkml:trace contextRef="#ctx0" brushRef="#br0" timeOffset="27550.5758">14908 1712 0,'0'0'0,"0"0"0,0 0 0,0-25 16,0 25-16,0 0 0,0 0 0,0 0 16,0 0-16,0 0 0,0 0 0,0 0 0,0 0 0,0 0 0,0 0 0,0 0 15,0 0-15,0 0 0,0 0 0,0 0 0,0 0 16,-25 0-16,25 0 0,0 0 0,0 0 0,0 0 0,0 0 15,0 0-15,-25 0 0,25 25 0,0-25 0,0 0 16,0 0-16,-25 0 0,25 0 0,0 0 0,0 0 0,-25 24 0,25-24 16,0 0-16,-24 0 0,24 0 0,0 0 0,0 0 15,0 25-15,-25-25 0,25 0 0,0 0 0,0 0 16,0 25-16,0-25 0,0 0 0,0 0 0,0 0 0,0 25 0,0-25 15,0 0-15,0 0 0,0 0 0,0 25 16,0-25-16,25 0 0,-25 0 0,0 0 0,0 24 0,0-24 0,24 0 16,-24 0-16,0 0 0,0 25 0,0-25 15,25 0-15,-25 0 0,0 25 0,0-25 0,25 0 0,-25 0 0,0 25 16,0-25-16,25 0 0,-25 0 0,0 0 15,25 0-15,-25 25 0,0-25 0,24 0 0,-24 0 0,0 0 0,0 0 16,25 0-16,-25 0 156</inkml:trace>
  <inkml:trace contextRef="#ctx0" brushRef="#br0" timeOffset="28291.6182">15503 1587 0,'-25'0'0,"25"0"16,0 0-16,0-24 0,0 24 0,0 0 0,0 0 0,0 0 16,0-25-16,0 25 0,-25 0 0,25 0 15,0 0-15,0 0 0,0 0 0,0-25 16,0 25-16,0 0 0,-24 0 0,24 0 0,0 0 0,0 0 0,0 0 47,0 0-47,0 0 0,-25 0 0,25 0 0,0 0 0,0 0 0,0 0 0,0 0 0,-25 0 0,25 0 0,0 0 0,0 0 0,0 0 0,-25 0 0,25 0 0,0 0 15,0 0-15,-25 0 0,25 25 0,0-25 0,0 0 0,-25 0 0,25 0 0,0 25 16,0-25-16,-24 0 0,24 0 0,0 24 0,0-24 0,0 0 15,-25 25-15,25-25 0,0 25 0,0-25 0,0 25 16,-25-25-16,25 25 0,0-25 0,0 25 0,0-25 16,0 24-16,0-24 0,0 25 0,0-25 0,0 25 0,0-25 0,0 25 15,0-25-15,0 0 0,0 25 0,25-25 47,-25 24-47,0-24 0,0 25 0,0-25 0,0 0 0,0 25 0,25-25 0,-25 0 0,0 25 0,0-25 0,24 0 0,-24 0 0,0 25 0,0-25 0,0 0 0,25 0 0,-25 0 0,0 0 16,0 0-16,0 0 0,25 0 0,-25 0 15,0 0-15,0 0 0,0 0 0,0 0 0,25 0 0,-25 0 0,0 0 16,0 0-16,25-25 0,-25 25 0,0 0 0,0 0 15,0 0-15,0-25 0,25 25 0,-25 0 0,0 0 0,0 0 16,0-25-16,0 25 0,0 0 0,0 0 0,0-25 0,24 25 0,-24 0 16,0 0-16,0-24 0,0 24 0,0 0 0,0 0 15,0 0-15,0 0 0,0-25 0,0 25 0,0 0 0,0 0 16,0 0-16,0 0 0,0 0 0,0 0 15,0 0-15,0 0 0,0 0 0,0 0 16,0 0-16,0 0 0,0 0 0,0 25 0,0-25 0,0 0 0,0 0 16,0 0-16,0 24 0,0-24 0,0 0 0,0 25 0,0-25 0,0 0 15,0 25-15,0-25 0,0 0 0,0 25 16,0-25-16,0 0 140,0 49-140</inkml:trace>
  <inkml:trace contextRef="#ctx0" brushRef="#br0" timeOffset="28384.6235">15354 1860 0,'0'0'0,"0"0"0,-25 0 0,25 0 0,0 0 0,0 0 0,0 0 0,0 0 0,0 0 0,0-24 0,0 24 0,25 0 0,-25 0 0,0 0 0,0 0 15,0 0-15,25 0 0,-25 0 0,0 0 0,25 0 0,-25 0 16,25 0-16,-25 0 0,0 0 16,24 0-16,-24 0 0,25 0 0,-25 0 0,25-25 0,-25 25 0,0 0 0,25 0 15,-25 0-15,0 0 0,25 0 0,-25 0 0,0 0 0,24 0 16,-24 0-16</inkml:trace>
  <inkml:trace contextRef="#ctx0" brushRef="#br0" timeOffset="28939.6552">15776 1612 0,'0'-25'16,"0"25"-16,0 0 0,0 0 0,0 0 0,0 0 0,0 0 15,0 0-15,0 0 0,0 0 0,0 0 0,0 0 0,0 0 16,0 0-16,0 0 0,0 0 0,0 0 0,0 0 15,0 0-15,0 0 0,0 0 0,0 0 0,0 0 0,0 0 16,25 0-16,-25 0 0,0 0 0,0 0 0,0 0 16,0 0-16,0 0 0,0 0 0,0 0 0,0 25 0,24-25 15,-24 0-15,0 0 0,0 0 0,0 25 0,0-25 0,0 0 0,0 0 47,0 0-47,0 25 0,0-25 0,0 0 0,0 25 0,0 173 125,0-173-125,0-25 0,0 0 0,0 25 0,0-25 0,0 0 0,0 0 0,0 25 0,0-25 0,0 0 15,0 0-15,0 0 0,0 24 0,0-24 0,0 0 0,0 0 0,0 0 0,25 0 0,-25 0 0,0 0 0,0 0 0,0 0 0,0 0 0,0 0 0,0 0 0,0 0 0,0 0 0,0 0 0,0 0 0,0 0 0,0 0 0,25 0 0,-25-24 0,0 24 0,0 0 0,0 0 16,25-25-16,-25 25 0,0-25 0,0 25 0,25 0 0,-25-25 0,0 25 0,0-25 0,24 1 16,-24 24-16,0-25 0,0 25 0,25-25 0,-25 25 0,0-25 0,25 25 15,-25-25-15,0 25 0,0 0 0,0-24 0,25 24 16,-25 0-16,0 0 0,0-25 0,0 25 15,0 0-15,0 0 0,0 0 0,25 0 0,-25 0 0,0 0 0,0 0 16,0 0-16,0 0 0,0 0 0,0 0 16,0 0-16,0 0 0,0 0 0,0 0 0,0 0 0,0 0 0,0 0 0,0 0 15,0 0-15,0 0 0,0 0 0,0 0 16,0 0-16,0 0 0,0 0 0,0 0 0,0 0 0</inkml:trace>
  <inkml:trace contextRef="#ctx0" brushRef="#br0" timeOffset="29295.6756">16297 1637 0,'0'0'16,"0"-25"-16,0 25 0,0 0 0,0 0 15,0 0-15,0-25 0,0 25 0,24 0 0,-24 0 0,0 0 0,0 0 0,0 0 16,0 0-16,0 0 0,0 0 16,0 0-16,0 0 0,0 0 0,0 25 0,0-25 0,0 0 0,0 0 0,0 0 15,0 25-15,0-25 0,0 0 0,0 0 16,0 25-16,0-25 0,-24 0 0,24 25 0,0-25 0,0 25 15,0-25-15,0 24 0,0-24 0,0 25 0,-25-25 16,25 25-16,0-25 0,0 0 0,0 25 0,0-25 0,0 25 16,0-25-16,0 24 0,-25-24 0,25 0 0,0 25 15,0-25-15,0 0 0,0 25 0,0-25 0,0 0 0,0 25 16,0-25-16,0 0 0,-25 0 0,25 25 0,0-25 0,0 0 0,0 0 15,0 0-15,0 0 0,0 0 16,0 0-16,0 0 0,0 0 0,0 0 0,0 0 0,0 0 0,0 0 0,-25 0 16,25 0-16,0-25 0,0 25 0</inkml:trace>
  <inkml:trace contextRef="#ctx0" brushRef="#br0" timeOffset="29636.6951">16173 1637 0,'0'0'0,"0"-25"0,0 25 0,0 0 15,0 0-15,0 0 0,0-25 0,0 25 0,0 0 0,0 0 0,24 0 0,-24 0 16,0 0-16,0 0 0,0 0 0,0 0 15,25 0-15,-25 0 0,0 0 0,25 0 0,-25-24 16,25 24-16,-25 0 0,25 0 0,-25 0 0,24 0 0,-24 0 0,0 0 16,25 0-16,-25 0 0,25 0 0,-25 0 15,25 0-15,0 0 0,-25 0 0</inkml:trace>
  <inkml:trace contextRef="#ctx0" brushRef="#br0" timeOffset="29988.7152">17115 1488 0,'0'0'0,"0"0"0,0-25 0,0 25 0,0 0 0,0 0 0,0 0 0,0 0 0,0 0 0,0 0 0,0 0 0,0 0 0,0 0 0,0 0 0,0 0 0,0 0 0,0 25 0,0-25 0,0 0 0,0 25 0,0-25 16,0 0-16,0 25 0,0-25 0,0 25 0,0-25 0,0 24 0,0 1 0,0-25 0,0 25 0,0-25 0,0 25 0,-25 0 0,25-25 0,0 25 0,0-25 0,0 24 0,0-24 0,0 25 0,0-25 0,0 25 16,0-25-16,0 25 0,-24-25 0,24 0 0,0 25 0,0-25 15,0 0-15,0 24 0,0-24 0,0 0 0,0 0 16,0 0-16,0 25 0,0-25 0,0 0 0,0 0 0,0 0 15,0 0-15,0 0 0,0 0 0,0 0 0,0 0 16,0 0-16,0 0 0,0 0 0,0 0 0,0 0 0,0 0 16,0 0-16,0 0 0,0 0 0,0-25 0,0 25 15,0 0-15,0 0 0,0 0 0,0 0 0,0-24 0,0 24 16,0 0-16,0-25 0</inkml:trace>
  <inkml:trace contextRef="#ctx0" brushRef="#br0" timeOffset="30703.7561">17090 1488 0,'0'0'0,"0"-25"0,0 25 0,0 0 0,0 0 16,0-24-16,0 24 0,0 0 0,0 0 0,0-25 15,0 25-15,0 0 0,0 0 0,0-25 16,0 25-16,25 0 0,-25 0 0,0 0 0,0 0 0,0-25 15,0 25-15,0 0 0,0 0 0,0 0 0,25 0 0,-25 0 16,0 0-16,0 0 0,0 0 0,0 0 0,25-25 0,-25 25 16,0 0-16,0 0 0,25 0 0,-25 0 0,0 0 15,0 0-15,24 0 0,-24 0 0,0 0 0,25 0 0,-25 0 16,0 0-16,25 0 0,-25 0 0,0 25 15,25-25-15,-25 0 0,25 0 0,-25 0 0,0 0 0,24 25 0,-24-25 0,0 0 16,0 25-16,25-25 0,-25 0 16,0 25-16,0-25 0,0 24 0,0-24 0,0 0 0,0 25 0,0-25 0,-25 25 421</inkml:trace>
  <inkml:trace contextRef="#ctx0" brushRef="#br0" timeOffset="31725.8146">17314 1563 0,'0'0'0,"0"0"15,0 0-15,0 0 0,0 0 0,0 0 0,0 0 0,0 0 16,0 0-16,0 0 0,0 0 0,0 0 0,0 0 15,0 0-15,0-25 0</inkml:trace>
  <inkml:trace contextRef="#ctx0" brushRef="#br0" timeOffset="32373.8517">17363 1513 0,'0'0'0,"0"0"0,0 0 0,0 0 0,0 0 16,0 0-16,0 0 0,0 0 0,0 0 0,0 0 0,0 0 15,0 0-15,0 0 0,0 0 0,0 0 0,0 0 0,0 0 16,0 0-16,0 0 0,0 0 0,0 0 0,0 0 16,0 0-16,0 0 0,0 0 0,0 0 0,0 0 0,0 0 0,0 0 15,0 0-15,0 0 0,0 0 0,0 0 0,0 0 16,0 0-16,0 0 0,0 0 0,0 0 0,0 0 15,0 0-15,0 0 0,0 0 0,0 0 0,0 0 16,0 0-16,0 0 0,0 0 0,0 0 0,0 25 0,0-25 16,0 0-16,0 0 0,0 0 0,0 0 0,0 25 0,-25-25 15,25 0-15,0 0 0,0 0 0,0 24 0,0-24 0,-24 0 16,24 0-16,0 0 0,0 25 0,0-25 0,-25 0 15,25 0-15,0 0 141,-124 50-141,124-50 0,0 0 0,0 0 0,0 0 0,0 0 0,-25 0 0,25 0 0,0 0 15,0 0-15,0 0 0,0 0 0,0 0 0,0 0 0,0 0 0,0 0 0,0 0 0,0 0 0,0 0 0,0 0 0,0 0 0,0 0 0,0 0 0,0 0 0,0 0 0,0 0 0,0 0 0,0 0 16,0 0-16,0 0 0,0 0 0,0 0 0,0 0 0,0 0 0,0 0 0,0 0 0,0 0 0,0 0 0,0 0 0,0 0 0,0 0 0,0 0 0,0 0 0,25 0 0,-25 0 16,0 0-16,0 0 0,0 0 0,0 0 15,0 25-15,0-25 0,0 0 0,0 0 0,0 0 0,25 0 0,-25 25 16,0-25-16,0 0 0,0 0 0,24 24 15,-24-24-15,0 0 0,0 25 0,0-25 0,25 0 0,-25 25 0,0-25 16,0 0-16,25 25 0,-25-25 0,0 0 0,0 25 16,25-25-16,-25 0 0,0 24 0,0-24 0,0 0 0,25 0 15,-25 25-15,0-25 0,0 0 0,0 25 0,24-25 16,-24 0-16,0 0 0,0 0 0,0 25 0,0-25 0,0 0 0,0 0 15,0 0-15,0 0 0,0 0 16,0 0-16,0 0 0,0 0 0,0 0 0,0 0 0,0 0 0,0 0 16,0 0-16,0 0 0,0 0 0,0 0 0,0 0 0,0 0 15,0 0-15,0 0 0,0 0 0,0 0 0,0 0 0,0 0 16,0 0-16,0-25 0,0 25 0,0 0 0,0 0 0,0 0 15,0 0-15,0 0 0,0 0 0,0-25 0,0 25 16,0 0-16,25 0 0</inkml:trace>
  <inkml:trace contextRef="#ctx0" brushRef="#br0" timeOffset="33474.9146">17686 1191 0,'0'0'0,"0"0"0,0 0 0,0 0 15,0 0-15,0 0 0,0 0 0,0 0 0,0 0 16,0 0-16,0 0 0,0 0 0,0 0 0,0 0 0,0 0 16,0 0-16,0-25 0,0 25 0,0 0 0,0 0 0,0 0 0,0 0 15,0 0-15,0 0 0,0 0 0,0 0 16,0 0-16,0 0 0,0 0 0,-25 0 0,25 0 0,0 0 156,-25 0-156,25 0 0,0-25 0,0 25 0,0 0 0,0 0 0,0 0 0,0 0 0,0 0 0,0 0 0,0 0 0,0 0 0,0 0 0,0-25 0,0 25 0,0 0 0,0 0 0,25 0 0,-25 0 0,0 0 0,0 0 0,0 0 0,0 0 0,0 0 0,0 0 15,0 0-15,25 0 16,-25 0-16,0 0 0,0 0 0,0 0 0,0 0 0,25 0 0,-25 0 0,0 0 0,0 0 0,0 25 0,0-25 0,0 0 0,0 0 0,0 0 0,0 25 0,24-25 0,-24 0 0,0 0 16,0 25-16,0-25 0,0 0 0,0 0 0,0 24 0,0-24 0,0 0 0,-24 25 15,24-25-15,0 0 0,0 0 16,0 25-16,0-25 0,0 0 0,-25 25 0,25-25 0,0 0 0,0 0 0,0 0 15,0 0-15,-25 25 0,25-25 0,0 0 16,0 0-16,0 0 0,0 0 0,0 0 0,0 0 0,0 0 0,-25 0 16,25 0-16,0 0 0,0 0 0,0 0 15,0 0-15,0 0 0,0 0 0,0 0 0,0 0 0,0 0 16,0 0-16,0 0 0,0 0 0,0 0 0,25 0 0,-25 0 15,0 0-15,0 0 0,0 0 0,0 0 0,0 0 0,0 0 16,0 0-16,0 0 0,0 0 0,0 0 0,0 0 16,0 0-16,25 0 0,-25 0 0,0 0 0,0 0 0,0 0 15,0 0-15,0 0 0,25 0 0,-25 0 0,0 24 16,0-24-16,0 0 0,0 0 0,0 0 0,0 0 0,0 25 15,24-25-15,-24 0 0,0 0 0,0 25 0,0-25 16,0 0-16,0 0 0,0 25 0,0-25 0,0 0 0,0 0 16,0 0-16,0 0 0,0 25 0,0-25 0,0 0 0,-24 0 0,24 0 15,0 0-15,0 0 0,0 0 0,-25 24 16,25-24-16,0 0 0,0 0 156,-75-24-156,75 24 15,0 0-15,25 0 16,0 0-16,0-25 16</inkml:trace>
  <inkml:trace contextRef="#ctx0" brushRef="#br0" timeOffset="34436.9695">18479 1836 0,'0'0'0,"0"0"16,0 24-16,0-24 0,0 0 0,0 0 15,0 0-15,0 0 0,0 0 0,0 0 0,0-24 0,0 24 0,0 0 16,25 0-16,-25 0 0,0 0 0,0 0 15,0 0-15,0 0 0,25 0 0,-25 0 0,0-25 0,0 25 0,25 0 63,-25 0-63,0 0 0,0 0 47,25-25-47,-25 25 0,0 0 0,25 0 0,-25-25 0,0 25 0,24 0 0,-24 0 0,25-25 0,-25 25 0,0 0 0,25-24 0,-25 24 0,25 0 0,-25-25 0,0 25 0,25 0 0,-25-25 0,0 25 0,24-25 0,-24 25 0,0 0 0,25-25 0,-25 25 0,0 0 15,25-25-15,-25 25 0,0-24 0,0 24 0,25 0 0,-25-25 0,0 25 0,0-25 0,0 25 0,25 0 0,-25-25 0,0 25 0,0 0 0,0-25 0,0 25 0,0 0 16,0 0-16,0-24 0,0 24 0,0 0 0,0-25 15,0 25-15,0 0 0,0 0 0,0-25 0,0 25 0,0 0 0,0 0 16,0 0-16,0-25 0,0 25 16,0 0-16,0 0 0,-25 0 0,25 0 0,0 0 0,0-25 0,0 25 0,0 0 15,0 0-15,-25 0 0,25 0 0,0 0 0,0 0 16,0 0-16,0 0 0,0 0 0,0 0 0,0 0 0,-25 0 78,25 25-78,0-25 0,0 0 0,0 0 0,0 0 0,0 0 0,0 0 0,0 25 0,0-25 0,-25 0 15,25 0-15,0 25 0,0-25 0,0 0 0,0 25 0,0-25 0,0 0 0,0 24 0,-24-24 0,24 25 0,0-25 0,0 25 0,0-25 0,0 25 0,0-25 0,0 25 0,0-25 0,-25 24 0,25-24 0,0 25 0,0-25 0,0 25 0,0-25 16,0 25-16,0 0 0,0-25 0,0 25 0,0-25 0,0 24 16,0-24-16,0 25 0,0-25 0,0 25 0,0-25 0,0 25 15,0-25-15,0 25 0,0-25 0,0 24 0,0-24 16,0 0-16,0 25 0,-25-25 0,25 0 0,0 25 0,0-25 0,0 0 15,25 25-15,-25-25 0,0 0 0,0 0 16,0 25-16,0-25 0,0 0 0,0 0 0,0 0 0,0 0 0,0 24 16,0-24-16,0 0 0,0 0 0,0 0 15,0 0-15,0 0 0,0 0 0,0 0 0,0 0 0,0 0 0,0 0 16,0 0-16,0 0 0,0-24 15,0 24-15,0 0 0,0 0 0,25 0 0,-25 0 0,0 0 0,0 0 0,0 0 16,0 0-16,24 0 0,-24 0 0,0-25 0,0 25 16,0 0-16,25 0 0,-25 0 0,0 0 0,0 0 0,0-25 0,0 25 15,25 0-15,-25 0 0,0 0 16,0-25-16,0 25 0</inkml:trace>
  <inkml:trace contextRef="#ctx0" brushRef="#br0" timeOffset="35515.0312">19100 1786 0,'0'-25'16,"0"25"-16,0 0 0,0 0 0,0 0 0,0 0 15,0 0-15,0 0 141,0-74-141,-25 74 0,25 0 0,0 0 0,0 0 0,0 0 0,-25 0 15,25 0-15,0 0 0,-25 0 0,25 0 0,0 0 0,-25 0 0,25 0 0,0 0 16,0 0-16,-24 0 0,24 0 0,0 0 0,-25 0 0,25 0 0,0 0 0,0 0 0,-25 0 0,25 0 0,0 0 0,0 0 0,0 25 0,-25-25 0,25 0 0,0 0 0,0 24 0,0-24 0,0 0 0,-25 0 0,25 25 0,0-25 0,0 25 0,0-25 0,0 0 15,0 25-15,0-25 0,0 0 0,0 25 0,0-25 0,0 24 0,0-24 0,0 0 0,0 0 0,0 25 0,0-25 16,0 0-16,0 25 0,0-25 0,0 0 16,0 0-16,0 25 0,0-25 0,0 0 0,0 0 0,25 25 0,-25-25 15,0 0-15,0 0 0,0 0 0,25 0 0,-25 24 0,0-24 16,0 0-16,25 0 0,-25 0 0,0 0 0,0 0 15,25 0-15,-25 0 0,0 0 0,0 0 16,24 0-16,-24 0 0,0 0 0,0 0 0,25 0 0,-25 0 0,0 0 0,0-24 16,0 24-16,25 0 0,-25 0 0,0-25 15,0 25-15,0 0 0,0 0 0,0-25 0,0 25 0,25 0 0,-25 0 16,0-25-16,0 25 0,0 0 0,0-25 15,0 25-15,0 0 0,0 0 0,0 0 0,0-24 0,0 24 16,25 0-16,-25 0 0,0 0 0,0 0 0,0 0 0,0 0 16,0 0-16,0-25 0,0 25 0,0 0 0,0 0 15,0 0-15,0 0 0,0 0 0,0 0 0,0 0 0,0 0 16,0 0-16,0 0 0,0 0 0,0 0 0,0 0 15,0 0-15,0 0 0,0 0 0,0 0 0,0 0 0,0 0 0,0 0 16,0 0-16,0 0 0,0 0 0,0 0 47,0 0-47,-25 0 0,25 25 0,0-25 0,0 0 0,0 0 0,0 0 0,0 24 0,0-24 0,0 0 0,0 0 0,0 25 0,-25-25 0,25 0 0,0 25 0,0-25 0,0 0 0,0 25 15,0-25-15,0 0 0,0 25 0,0-25 16,0 0-16,0 24 0,0-24 0,0 0 0,0 0 0,0 25 0,0-25 0,0 0 16,0 0-16,0 0 0,0 25 0,0-25 15,0 0-15,25 0 0,-25 0 0,0 0 0,0 0 0,0 0 16,0 0-16,25 0 0,-25 0 0,0 0 0,0 0 15,0 0-15,24-25 0,-24 25 0,0 0 0,0 0 0,0 0 16,25-25-16,-25 25 0,0 0 187</inkml:trace>
  <inkml:trace contextRef="#ctx0" brushRef="#br0" timeOffset="35736.044">19149 1513 0,'0'0'0,"0"0"16,0 0-16,0 0 0,0 0 15,0 0-15,0 0 16,0 0-16,0 0 15,0 0-15,0 0 0,0 0 16,0 0-16,0 0 16,25 0-16,0 0 15,24 0 1,-24 0-16,25 0 15,-50 0-15,25 0 0,-25 0 0,24 25 16,1-25-16,0 0 0,-25 0 0,0 0 0,25 0 16</inkml:trace>
  <inkml:trace contextRef="#ctx0" brushRef="#br0" timeOffset="37090.121">6697 3001 0,'0'0'0,"0"0"15,0 0-15,0 0 0,0-24 0,0 24 0,0 0 0,0 0 16,0 0-16,0 0 0,0 0 0,0 0 15,0 0-15,0 0 0,0 0 0,0 0 0,0 0 0,0 0 16,0 0-16,0 0 0,0 24 0,0-24 0,0 0 16,0 0-16,0 0 0,0 0 0,0 0 0,0 0 0,0 0 15,0 25-15,0-25 0,0 0 0,0 25 0,0-25 16,0 0-16,0 25 0,0-25 0,0 25 0,0-25 0,0 24 15,0-24-15,0 25 0,0 0 0,0-25 0,0 25 0,0-25 16,0 25-16,0-1 0,0-24 0,0 25 187,0 99-187,0-124 0,0 0 0,0 0 0,0 0 0,0-25 0,0 25 0</inkml:trace>
  <inkml:trace contextRef="#ctx0" brushRef="#br0" timeOffset="37688.1556">6796 3051 0,'0'-25'0,"0"25"16,0 0-16,0 0 0,0 0 0,0 0 47,0 0-47,0 0 0,0 0 0,0-25 0,0 25 0,0 0 0,0 0 0,25 0 0,-25 0 0,0 0 15,0 0-15,0 0 0,25 0 0,-25-24 0,0 24 0,25 0 0,-25 0 0,0 0 0,25 0 0,-25 0 0,0 0 0,25 0 0,-25 0 0,0 0 16,24 24-16,-24-24 0,0 0 0,25 0 15,-25 0-15,0 25 0,0-25 0,0 0 0,0 25 0,0-25 16,0 0-16,0 25 0,0-25 0,0 0 0,0 25 16,0-25-16,0 24 0,0-24 0,-25 0 0,25 25 0,0-25 15,0 0-15,-24 25 0,24-25 0,0 0 16,-25 25-16,25-25 0,0 0 0,-25 0 0,25 25 0,0-25 0,-25 0 15,25 0-15,0 24 0,0-24 0,-25 0 0,25 0 16,0 0-16,0 0 0,0 0 0,0 0 0,0 0 0,0 0 0,0 0 16,0 0-16,0 0 0,0 0 0,0 0 15,0 0-15,0 0 0,0 0 0,0 0 0,0 0 0,25 0 16,-25 0-16,0 0 0,0 0 0,25 0 0,-25 0 15,0 0-15,0 0 32,25 0-32,-25 25 15,0-25-15,0 0 0,25 0 0,-25 0 0,0 0 0,24 0 0,-24 25 0,0-25 0,25 0 0,-25 0 0,0 25 0,0-25 0,0 0 0,25 0 0,-25 25 0,0-25 0,0 0 0,0 24 0,0-24 16,0 0-16,0 25 0,0-25 0,0 0 0,0 25 15,0-25-15,0 0 0,0 0 0,0 25 0,0-25 16,-25 0-16,25 0 0,0 25 0,0-25 0,-25 0 16,25 0-16,0 0 0,0 24 0,-24-24 0,24 0 15,0 0-15,0 0 0,-25 0 0,25 0 0,0 0 0,0 0 0,0 0 16,-25 0 93,0-24-109,25 24 0,0-25 0,0 25 0,0 0 0,0 0 0,0 0 0,0 0 0,0 0 0,0 0 0,0 0 0,0 0 0,0 0 0,0-25 0,0 25 0,0 0 0,0 0 16,0 0-16,0 0 0,0 0 0,0 0 0,0 0 0,25 0 0,-25 0 0,0 0 0,0 0 0,25-25 0,-25 25 0,0 0 0,25 0 0</inkml:trace>
  <inkml:trace contextRef="#ctx0" brushRef="#br0" timeOffset="37934.1693">7516 3200 0,'0'0'16,"0"0"-16,0 0 0,0 0 0,0 0 16,0 0-16,0 0 0,25 0 0,-25 0 0,0 0 0,0 0 15,0 0-15,0 0 0,0 0 0,24 0 16,-24 0-16,0 0 0,25-25 0,-25 25 0,25 0 0,-25 0 0,0 0 0,25 0 15,-25 0-15,25 0 0,-25 0 0,24 0 16,-24 0-16,0 25 0,25-25 0,-25 0 0,25 0 0,-25 0 16,25 0-16,-25 0 0,0 0 15,25 0-15,-25 0 0,0 0 0,0 25 0,0-25 0</inkml:trace>
  <inkml:trace contextRef="#ctx0" brushRef="#br0" timeOffset="38246.1875">7516 3423 0,'0'25'0,"0"-25"0,0 0 16,0 0-16,0 0 0,0 0 0,0 0 0,0 0 0,0 0 16,0 0-16,0 0 0,0 0 0,25 0 0,-25 0 15,0 0-15,24 0 0,-24 0 0,0 0 16,25-25-16,-25 25 140</inkml:trace>
  <inkml:trace contextRef="#ctx0" brushRef="#br0" timeOffset="39093.236">8657 2778 0,'0'0'0,"0"0"15,0 0-15,0 0 0,0 0 0,-25 0 0,25 0 0,0 0 16,0 0-16,0-25 0,0 25 0,0 0 15,0 0-15,0 0 0,0 0 0,0 0 0,0 0 0,0 0 0,0 0 16,0 0-16,0 0 0,0 0 0,0 0 16,0 0-16,0 0 0,0 0 0,0 0 0,-25 0 0,25 0 15,0 0-15,0 0 0,0 0 0,0 0 0,0 0 0,0 0 16,0 0-16,0 0 0,0 0 0,0 0 0,-25 0 15,25 0-15,0 0 0,0 25 0,0-25 0,0 0 16,0 0-16,0 0 0,0 0 0,0 0 0,0 0 0,0 0 16,0 0-16,0 0 0,0 0 0,0 0 0,0 0 0,0 25 15,0-25-15,0 0 0,0 0 0,0 0 0,0 25 16,0-25-16,0 0 0,0 0 0,25 0 0,-25 25 0,0-25 15,0 0-15,0 24 0,0-24 0,25 0 16,-25 0-16,0 25 0,0-25 0,25 0 0,-25 25 0,0-25 0,0 0 16,25 0-16,-25 25 0,0-25 0,0 0 15,0 0-15,24 25 0,-24-25 0,0 0 0,0 24 0,0-24 0,0 0 16,25 0-16,-25 0 0,0 25 0,0-25 15,0 0-15,0 0 0,0 0 0,0 25 0,0-25 0,0 0 16,0 0-16,-25 0 0,25 0 0,0 25 0,0-25 156,-99 25-156,74-25 0,25 0 0,0 0 0,0 0 0,0 0 0,0 0 0,0 0 0,0 0 16,0 0-16,0 0 0,0 0 0,0 0 0,0 0 0,0 0 0,0 0 0,0 0 0,25 0 0,-25 0 0,0 0 0,0 0 0,0 0 0,0 0 0,0 0 0,0 0 15,0 0-15,25 0 0,-25 0 0,0 0 0,0 0 0,25 24 0,-25-24 0,0 0 0,0 0 0,0 25 0,25-25 0,-25 0 0,0 25 0,0-25 0,0 25 0,24-25 0,-24 0 0,0 25 16,0-25-16,0 24 0,0-24 0,0 25 0,0-25 0,0 25 0,0 0 0,0-25 15,0 0-15,0 25 0,0-25 0,0 24 0,0-24 0,0 25 16,-24-25-16,24 0 0,0 25 0,0-25 16,0 0-16,0 25 0,0-25 0,-25 0 0,25 0 0,0 0 0,0 25 15,0-25-15,0 0 0,0 0 0,0 0 16,0 0 15,-25 0-31,25 0 0,0 0 0,0 0 0,0 0 0,0 0 0,0 0 0,0 0 0,0 0 0,0 0 0,0 0 0,0 0 0,0 0 0,0 0 0,0 0 0,0 0 16,0-25-16,0 25 0,0 0 0,0 0 15,25 0-15</inkml:trace>
  <inkml:trace contextRef="#ctx0" brushRef="#br0" timeOffset="40451.3137">9302 2902 0,'0'0'0,"0"0"15,0 0-15,0 0 0,0 0 0,0 0 0,0 0 16,0 0-16,0 0 0,0 25 0,0-25 0,0 0 0,0 0 15,0 0-15,0 0 0,0 0 0,0 0 0,0 0 0,0 0 16,0 0-16,0 0 0,0 25 0,0-25 16,0 0-16,0 0 0,0 25 0,0-25 0,0 24 0,0-24 0,0 0 15,0 25-15,0-25 0,0 0 0,0 25 16,0-25-16,0 25 0,-25-25 0,25 25 0,0-25 0,0 24 0,0-24 15,0 25-15,0-25 0,0 25 0,0-25 0,0 25 16,0-25-16,0 25 156,50 74-156,-26-99 0,-24 0 0,0 0 0,0-25 0,25 25 0,-25 0 0,0 0 0,25 0 16,-25-25-16,0 25 0,0 0 0,25 0 0,-25-25 0,0 25 0,25 0 15,-25-24-15,0 24 0,0 0 0,24-25 0,-24 25 0,0-25 0,0 25 0,25-25 0,-25 25 0,0-25 0,0 1 0,25 24 0,-25-25 0,0 25 0,0-25 0,0 25 0,0-25 0,25 25 16,-25 0-16,0-25 0,0 25 0,0 0 0,0-24 0,0 24 0,0 0 0,0 0 0,0-25 0,0 25 0,0 0 0,0 0 0,0 0 0,0 0 0,0 0 0,0 0 0,0 0 15,0 0-15,0 0 0,0 0 0,0-25 0,0 25 0,0 0 16,0 0-16,0 0 0,0 0 0,0 0 0,0 0 0,0 0 0,0 0 16,0 0-16,0 0 0,0 0 15,0 0-15,0 0 0,0 0 0,0 0 0,0 0 0,0 0 0,0 0 16,0 0-16,0 0 0,0 0 0,0 0 0,0 0 15,0 0-15,0 0 0,0 0 0,0 0 0,0 0 0,0 0 16,0 0-16,0 0 0,0 0 0,0 0 16,0 0-16,0 0 0,0 0 0,0 0 0,0 0 0,25 0 15,-25 0-15,0 0 0,0 0 0,0 0 0,0 0 0,0 0 16,0 0-16,0 0 0,0-25 0,0 25 0,0 0 0,0 0 15,0 0-15,0 0 0,0 0 0,0 0 16,0 0-16,0 0 0,0 0 0,0 0 0,0 0 16,0 0-16,0 0 0,0 0 0,0 0 0,0 0 0,0 0 15,0 0-15,0 0 0,0 0 0,0 0 0,0 0 0,0 0 16,0 0-16,0 0 0,0 0 0,0 0 0,-25 0 0,25 25 15,0-25-15,0 0 0,0 0 156,0 198-156,0-148 0,0-25 16,0 0 0,0 24-16,0-24 0,0-25 15,0 25-15,0 0 0,0-1 16,0-24-16,0 0 0,0 0 0,0 25 15,0-25 1,0 25-16,0-25 16,0 0-16,0 0 0,0 0 15,0 0-15,0 0 16,0 0-16,0 0 15,0 0-15,0 0 0,0 0 0,0-25 0,0 25 16,0 0-16,0 0 0,0 0 0,0 0 16,0 0-1,0 0-15,25-25 16,-25 25-16,0 0 0</inkml:trace>
  <inkml:trace contextRef="#ctx0" brushRef="#br0" timeOffset="41355.3653">9996 3696 0</inkml:trace>
  <inkml:trace contextRef="#ctx0" brushRef="#br0" timeOffset="42149.4108">9798 3646 0,'0'0'0,"0"0"0,0 0 0,0 0 0,0 0 0,0 0 0,0 0 0,0 0 0,0 0 0,0 0 0,0 0 0,0 0 0,0 0 0,0 0 16,0 0-16,0 0 0,0 0 0,0 0 0,0 0 0,0 0 0,0 0 0,0 0 0,0 0 0,0 0 0,0 0 0,25 0 0,-25 0 0,0 0 0,0 0 15,24-25-15,-24 25 0,0 0 0,25 0 0,-25-24 0,0 24 0,25 0 16,-25-25-16,0 25 0,25 0 0,-25 0 0,0-25 15,25 25-15,-25 0 0,0-25 0,24 25 0,-24 0 16,0-25-16,25 25 0,-25 0 0,0-24 0,0 24 0,0 0 0,25 0 16,-25-25-16,0 25 0,0 0 0,0 0 0,0 0 15,0 0-15,0-25 0,0 25 0,0 0 16,0 0-16,0 0 0,0 0 0,0 0 0,0 0 0,0 0 15,0 0-15,0 0 0,0 0 0,0 0 0,0 0 0,0 0 16,0 0-16,0 0 0,0 0 0,0 0 0,0 0 16,0 0-16,0 0 0,0 0 15,0 0 1,0 0-16,0 0 0,0 25 0,0-25 0,0 0 0,0 25 0,0-25 0,0 24 0,0-24 0,0 0 0,0 25 0,0-25 0,0 25 15,0-25-15,0 25 0,0-25 0,0 25 16,0-25-16,0 24 0,0-24 0,0 25 0,0-25 0,0 0 16,0 25-16,0-25 0,0 25 0,0-25 0,0 0 0,0 25 15,0-25-15,0 0 0,0 25 0,0-25 0,0 0 16,0 0-16,0 24 0,0-24 0,0 0 0,0 0 15,0 0-15,0 25 0,0-25 0,0 0 0,0 0 16,0 0-16,0 0 0,0 0 0,0 0 0,0 0 0,0 0 0,0 0 16,0 0-16,0 0 0,0-25 0,0 25 0,0 0 15,0 0-15,0 0 0</inkml:trace>
  <inkml:trace contextRef="#ctx0" brushRef="#br0" timeOffset="43123.4665">10492 2877 0,'0'0'0,"25"-24"16,-25 24-16,0 0 0,0 0 0,0 0 0,0 0 0,0 0 16,0 0-16,0-25 0,0 25 0,0 0 0,-25 0 15,25 0-15,0 0 0,0 0 0,0 0 0,0 0 0,0 0 16,0 0-16,0 0 0,0 0 15,0 0-15,0 0 0,0 0 0,0 0 0,0 0 0,0 0 0,0 0 0,0 0 16,0 25-16,-24-25 0,24 0 47,-75 297 62,75-297-109,0 25 0,0 0 0,0 0 0,0-25 0,0 24 0,0 1 0,0 0 0,0-25 0,0 25 0,25-25 0,-25 25 0,0-1 0,0-24 0,0 25 0,25-25 0,-25 25 0,0-25 0,0 25 16,0-25-16,25 25 0,-25-25 0,0 0 0,0 24 0,24-24 0,-24 0 0,0 25 0,25-25 0,-25 0 0,0 0 0,0 25 0,0-25 0,25 0 0,-25 0 0,0 0 0,0 0 0,0 0 0,0 25 0,0-25 0,0 0 0,0 0 0,0 0 15,0 0-15,0 0 0,0-25 0,0 25 0,0 0 16,0 0-16,0 0 0,0 0 0,0 0 0,0-25 15,0 25-15,0 0 0,0 0 0,0 0 0,0 0 0,0-25 0</inkml:trace>
  <inkml:trace contextRef="#ctx0" brushRef="#br0" timeOffset="44072.5208">9971 3026 0,'-24'0'0,"24"0"15,0 0-15,0 0 0,0 0 0,0 0 0,0 0 0,0 0 16,0 0-16,0 0 0,0 0 0,0 0 16,0 0-16,0 0 0,0 0 0,0 0 0,0 0 0,0 0 0,0 0 15,0 0-15,0 0 0,0 0 0,0 0 16,24 0-16,-24 0 0,0 0 0,0 0 0,0 0 0,0 0 15,25 0-15,-25 0 0,0 0 0,0 0 78,199 0 0,-199 0-62,-25 0-16,25 0 0</inkml:trace>
  <inkml:trace contextRef="#ctx0" brushRef="#br0" timeOffset="44447.5422">9996 3225 0,'0'0'0,"0"0"0,0 0 0,0 0 0,0 0 0,0 0 15,0 0-15,0 0 0,0 0 16,0 0-16,0 0 0,0 0 0,0 0 0,0 0 0,0 0 0,0 0 16,0 0-16,0 0 0,0 0 0,0 0 0,0 0 15,0 0-15,0 0 0,0 0 0,0 0 0,0 0 16,0 0-16,0 0 0,0 0 0,0 0 47,0 0-47,0 0 0,0 0 0,25 24 0,-25-24 0,0 0 0,0 0 0,0 0 0,0 0 0,0 0 0,25 0 0,-25 0 109,74-24-109,-74 24 0,0 0 0,0 0 0,25 0 0,-25 0 15,0 0-15,25 0 0,-25 0 0,0 0 0,0 0 0,25 0 0,-25 0 0,0-25 0,0 25 0,25 0 0,-25 0 0,0 0 0,0 0 0,0-25 0,0 25 0,0 0 0,0 0 0,0 0 0</inkml:trace>
  <inkml:trace contextRef="#ctx0" brushRef="#br0" timeOffset="48574.7783">10964 2952 0,'0'0'0,"0"0"0,0 0 0,0 0 15,0 0-15,0 0 0,0 0 0,0 0 16,0 0-16,0 0 0,0 0 0,-25 0 0,25 0 0,0 0 0,0 0 0,0 0 15,0 0-15,0 0 0,0 0 0,0 0 16,0 0-16,0 0 0,0 0 0,0 0 0,0 0 0,0 0 16,0 0-16,0 0 0,0 0 0,0 0 0,0 0 15,0 0-15,0 0 0,0 0 0,0 0 16,0 0-16,0 0 0,0 0 0,0 0 0,0 0 0,0 0 0,0 0 15,0 0-15,0 0 0,0 25 0,0-25 0,0 0 0,0 0 16,0 0-16,0 24 0,-25-24 0,25 0 16,0 0-16,0 25 0,0-25 0,-25 0 0,25 25 0,0-25 0,0 25 15,-25-25-15,25 0 0,0 25 0,0-25 16,0 0-16,-24 24 0,24-24 0,0 25 0,0-25 0,0 0 15,0 25-15,0-25 0,-25 0 0,25 25 0,0-25 0,0 0 16,0 0-16,0 25 0,0-25 0,0 0 0,0 0 16,0 0-16,0 0 0,0 0 15,0 0-15,0 0 0,0 0 0,0 0 0,0 0 0,0 0 0,0 0 16,0 0-16,0 0 0,0 0 0,25 24 0,-25-24 0,0 0 0,0 0 15,0 0-15,0 0 0,0 0 0,0 0 16,0 0-16,0-24 0,24 24 0,-24 0 0,0 0 0,25 0 16,-25 0-16,0 0 0,25 0 0,-25 0 0,25 0 0,-25 0 15,25-25-15,-25 25 0,24 0 0,-24 0 0,0 0 16,25 0-16,-25 0 0,25 0 0,-25 0 15,0-25-15,25 25 0,-25 0 0,0 0 0,0 0 0,25 0 16,-25 0-16,0 0 0,0 0 0,0 0 0,0 0 0,24 0 16,-24 0-16,0 0 0,0 0 0,0 0 0,0 0 0,0 0 15,0 0-15,0 0 0,0 0 16,0 0-16,0 0 0,0 0 0,0 0 62,0-25 32,0 25-94,0 0 0,0-25 0,0 25 15,0 0-15,0-24 0,0 24 16,-24-25 0,24 0-16,0 25 15,0-25-15,0 25 16,-25-25-16,25 25 15,0-24-15,0 24 0,0 0 0,0 0 16,0 0-16,0 0 0,0 0 16,0 0-1,0 0-15,0 0 16,0 0-16,0 24 0,0-24 15,0 25 1,25 25-16,-25-25 16,0-1-16,0 26 15</inkml:trace>
  <inkml:trace contextRef="#ctx0" brushRef="#br0" timeOffset="49097.8082">11559 3150 0,'-25'0'16,"25"0"-16,0 0 0,0 0 15,0 0-15,0 0 0,0 0 0,0 0 0,0 0 0,0 0 0,0 0 0,0 0 16,0 0-16,0 0 0,0 0 0,0 0 15,0 0-15,0 0 0,0 0 0,0 0 0,0 0 16,0 0-16,0 0 0,0 0 0,0 0 0,0 0 0,0 0 0,0 0 16,0 0-16,0 0 0,0 0 0,0 0 15,0 0-15,0 0 0,0 0 31,0 0-31,0 0 0,0 0 16,0 0-16,0 0 0,0 0 0,0 0 0,0 0 0,0 0 0,0 0 0,0 0 0,0 0 0,0 0 0,0 0 0,0 0 0,0 0 0,0 0 0,0 0 16,0 0-16,0 0 0,0 0 0,0 0 0,0 0 0,0 0 0,0 0 15,0 0-15,0 0 0,0 0 0,0 0 16,0 0-16,0 0 0,0 0 0,0 0 0,0 0 0,0 0 15,0 0-15,0 0 0,0 0 0,0 0 0,0 0 0,0 0 0,0 0 16,0 0-16,0 0 0,0 0 16,0 0-16,0 0 0,0 0 0,0 0 0,0 0 0,0 0 46,0 0-46,0 0 0,0 0 0,0 0 0,0 0 0,0-25 0,0 25 0,0 0 0,0 0 0,0 0 0,0 0 0,25 0 0,-25 0 0,0 0 0,0 0 47,0 0-47,0 0 0,0 0 0,0 0 0,0 0 0,0 0 0,0 0 0,25 0 0,-25 0 0,0 0 0,0 0 0,0 0 0</inkml:trace>
  <inkml:trace contextRef="#ctx0" brushRef="#br0" timeOffset="49360.8232">11559 3398 0,'0'25'16,"0"-25"-16,0 0 0,0 0 0,0 0 0,0 0 0,0 0 0,0 0 15,0 0-15,0 0 0,25 0 0,-25 25 0,0-25 16,0 0-16,0 0 0,0 0 0,25 0 0,-25 25 0,0-25 15,0 0-15,0 24 0,0-24 0,0 0 0,0 25 0,0-25 16,0 0-16,0 25 0,0-25 0,0 0 0,0 25 16,0-25-16,0 25 0,0-25 0,-25 0 0,25 24 0,0-24 15,0 0-15,-25 25 0,25-25 0,0 0 16,-25 0-16,25 25 0,0-25 0,-25 0 0,25 0 0,0 0 0,-24 25 15,24-25-15,0 0 0,-25 0 0,25 0 16</inkml:trace>
  <inkml:trace contextRef="#ctx0" brushRef="#br0" timeOffset="50133.8675">11088 3101 0,'0'0'15,"0"0"-15,0 0 0,0 0 0,0 0 16,0 0-16,0 0 0,0 0 0,24-25 0,-24 25 0,0 0 0,0 0 16,0 0-16,0 0 0,0 0 0,0 0 0,0 0 15,0 0-15,0 0 0,0 0 0,0 0 0,0 0 0,0 0 16,0 0-16,0 0 0,0 0 0,0 0 15,0 0-15,0 0 0,0 0 0,0 0 0,25 0 16,-25 0-16,0 0 0,0 0 0,0 0 0,0 0 0,0 0 16,0 0-16,0 25 0,0-25 0,0 0 0,0 0 0,0 0 15,0 24-15,0-24 0,0 0 0,0 25 16,25-25-16,-25 25 0,0-25 0,0 0 0,0 25 0,0-25 0,0 25 15,0-1-15,0-24 0,0 25 0,0-25 0,0 25 0,0-25 16,0 25-16,0-25 0,0 25 0,0-25 0,0 24 16,0-24-16,0 25 0,0-25 0,0 25 15,0-25-15,0 25 0,0-25 0,0 0 0,0 25 0,0-25 16,0 0-16,0 24 0,0-24 0,0 0 0,0 0 15,0 0-15,0 0 0,0 25 0,0-25 0,0 0 0,0 0 16,0 0-16,0 0 0,0 0 0,0 0 0,0 0 0,0 0 16,0 0-16,0 0 0,0 0 0,0 0 15,0 0-15,0 0 0,-25 0 0,25 0 0,0-25 0,0 25 0,0 0 16,0 0-16,0 0 0,0-24 0,25 24 15,-25 0-15,0 0 0,0 0 0</inkml:trace>
  <inkml:trace contextRef="#ctx0" brushRef="#br0" timeOffset="50638.8964">12030 3175 0,'0'25'16,"0"-25"-16,0 0 0,0 0 0,0 0 78,0 0-78,0 0 0,0 0 16,-25 0-16,25 0 0,0 0 0,124 0 78,-124 0-78,25 0 0,-25 0 0,25 0 0,-25 0 0,25 0 0,-25 0 0,25 0 0,-25 0 0,25 0 0,-25 0 0,24 0 0,-24 0 0,0 0 0,25 0 15,-25 0-15,25 0 0</inkml:trace>
  <inkml:trace contextRef="#ctx0" brushRef="#br0" timeOffset="51232.9303">12526 3398 0,'0'0'0,"0"0"15,0 0-15,0 0 0,0 0 0,0 0 0,0 0 0,0 0 16,0 0-16,0-25 0,0 25 0,0 0 0,0 0 0,0 0 0,0 0 0,0 0 15,0-24-15,25 24 0,-25 0 16,0 0-16,0 0 0,0-25 0,25 25 0,-25 0 0,0 0 16,0-25-16,0 25 0,25 0 0,-25 0 0,0-25 15,0 25-15,0 0 0,0-25 0,0 25 0,0-24 16,25 24-16,-25 0 0,0-25 0,0 25 0,0-25 0,0 25 15,0-25-15,0 25 0,0-25 0,0 25 0,0 0 47,0-24-47,24 24 0,-24 0 0,0-25 0,0 25 0,0 0 16,0 0-16,0 0 0,0 0 0,0 0 0,0 0 0,0 0 0,0 0 0,0 0 0,0 0 0,0 0 0,0 0 0,0 0 0,0 0 0,0 0 0,0 0 0,25 0 0,-25 25 15,0-25-15,0 0 0,0 0 0,0 24 0,0-24 16,0 25-16,25-25 0,-25 0 0,0 25 0,0-25 16,0 25-16,0-25 0,0 25 0,0-25 0,0 24 0,0-24 0,0 25 15,0-25-15,0 25 0,0-25 0,0 25 16,0-25-16,0 0 0,0 25 0,0-25 0,0 24 0,0-24 15,0 0 1,0 25-16,0-25 0,0 0 0,0 25 0,0-25 0,0 0 0,0 0 0,0 25 0,0-25 0,0 0 16,0 0-16,0 0 0,0 0 0,0 25 15,0-25-15,0 0 0,0 0 0,0 0 0,0 0 0,0 0 0,0 0 16,0 0-16,0 0 0,0 0 0,0 0 0,0 0 0,0 0 15,0 0-15,0 0 0,0 0 0,0 0 0,0-25 16,0 25-16,0 0 78,0 0-78,25 0 78</inkml:trace>
  <inkml:trace contextRef="#ctx0" brushRef="#br0" timeOffset="51309.9348">13047 3225 0,'0'0'0,"0"-25"0,0 25 0,0 0 0,0 0 0,0 0 0,0 0 0,0 0 0,0 0 0,0 0 0,0 0 0,0 0 0,0 0 0,0 0 15,0 0-15,0 0 0,0 0 0,0 0 0,0 0 16,0 0-16,0 0 0,0 0 0,0 0 0,0 25 0,0-25 15,0 0-15,0 0 0,0 0 0,0 0 0</inkml:trace>
  <inkml:trace contextRef="#ctx0" brushRef="#br0" timeOffset="51644.9539">13072 3349 0,'0'24'0,"0"-24"0,0 0 0,0 0 0,0 0 15,25 0-15,-25 0 0,0 25 47,0-25-47,49 124 109,-49-99-109,0-25 0,-24 0 0,24 25 0,0-25 0,-25 0 0,25 0 0,-25 25 0,25-25 0,0 0 0,-25 0 0,25 0 16,0 24-16,-25-24 0,25 0 0,0 0 0,-24 0 0,24 0 0,0 0 0,0 0 0,-25 0 0</inkml:trace>
  <inkml:trace contextRef="#ctx0" brushRef="#br0" timeOffset="52174.9842">13618 3398 0,'0'0'0,"0"0"0,25 0 16,-25-25-16,0 25 0,0 0 0,0 0 0,0 0 0,0-24 0,0 24 16,0 0-16,0 0 0,0 0 0,0-25 15,24 25-15,-24 0 0,0-25 0,0 25 0,0 0 0,25-25 16,-25 25-16,0 0 0,0-25 0,25-99 140,-25 124-140,0 0 0,0 0 0,0 0 0,0 0 16,0-24-16,0 24 0,0 0 0,0 0 0,0 0 0,0 0 0,0 0 0,0 0 0,0 0 0,0 0 0,0-25 0,0 25 0,0 0 0,0 0 0,0 0 0,0 0 0,0 0 0,0 0 0,0 0 0,0 0 0,0 0 0,0 0 0,0 0 0,0 0 0,0 0 0,0 25 15,0-25-15,0 0 0,25 0 0,-25 0 0,0 24 0,0-24 0,0 25 0,0-25 0,0 0 0,0 25 0,0 0 0,0-25 16,0 25-16,0-25 0,0 24 0,0-24 0,0 25 0,0-25 0,25 25 16,-25-25-16,0 25 0,0-25 0,0 25 15,0-25-15,0 24 0,0-24 0,0 25 0,0-25 16,0 0-16,0 25 0,0-25 0,0 25 0,0-25 15,0 0-15,0 25 0,0-25 0,0 0 0,0 0 0,0 0 47,0 24-47,0-24 0,0 0 0,0 0 0,0 0 0,0 0 0,0 0 0,0 0 0,0 0 0,0 0 0,0 0 0,0 0 0,0 0 0,0 0 0,0 0 0,0 0 0,0 0 16,0 0-16,0 0 0,0-24 0,0 24 0,0 0 0,0 0 15,0 0-15,0-25 0,0 25 0,0 0 0,0-25 16</inkml:trace>
  <inkml:trace contextRef="#ctx0" brushRef="#br0" timeOffset="52745.0168">14039 2803 0,'0'0'16,"0"0"-16,0 0 0,0 0 16,0 0-16,0 0 0,0 0 0,0 0 0,0 0 0,0 0 0,0 0 0,0 0 15,0 0-15,0 0 0,0 0 0,25 0 0,-25 0 16,0 0-16,0 0 0,0 0 0,0 0 0,25 0 15,-25 0-15,0 0 0,0 25 0,0-25 0,25 0 0,-25 0 16,0 25-16,0-25 0,25 0 0,-25 24 16,0-24-16,0 0 0,0 25 0,24-25 0,-24 25 0,0-25 15,0 25-15,0-25 0,0 25 0,0-25 0,25 24 0,-25 1 16,0-25-16,0 25 0,0 0 0,0-25 0,0 25 15,0-1-15,0 1 0,0-25 0,0 25 16,0 0-16,0 0 0,-25-25 0,25 24 0,0 1 78,0-25-78,0 25 0,0-25 0,0 25 0,0 0 0,-24-25 0,24 24 0,0-24 0,0 25 0,-25-25 0,25 0 0,0 25 0,0-25 0,-25 0 0,25 25 0,0-25 0,0 0 0,-25 0 0,25 25 0,0-25 0,0 0 16,-25 0-16,25 0 78,0 24-78,-24-24 0,24 0 0,0 0 0,0 0 0,0 0 0,0 0 0,0 0 0,0 0 0,0-24 0,0 24 0,0 0 0,0 0 0,0 0 0,0 0 0,0 0 0,0-25 0,0 25 0,0 0 0,24 0 0</inkml:trace>
  <inkml:trace contextRef="#ctx0" brushRef="#br0" timeOffset="53151.0401">14660 3175 0,'0'0'0,"0"0"0,0 0 0,0 0 0,0 0 15,0 0-15,0 0 0,0 0 16,0 0-16,0 0 0,0 0 0,0 0 0,0 0 0,0 0 0,0 0 0,0 0 16,0 0-16,0 0 0,0 0 0,0 0 15,0 0-15,0 0 0,0 0 0,0 0 0,0 0 0,0 0 0,0 0 16,0 0-16,0 0 0,0 0 156</inkml:trace>
  <inkml:trace contextRef="#ctx0" brushRef="#br0" timeOffset="53373.0528">14660 3299 0,'0'0'16,"0"0"-16,0 0 15,0 0 1,0 25-16,0-25 0,24 0 15,1 25-15,0-1 16,0 1-16,0 0 16,-25 0-16,24 0 0,-24-25 0,0 24 15,0-24-15,-24 50 16,24-25-16,0-25 0,-25 0 0,25 25 15,-25-25-15,0 24 0,0 1 0,1-25 16,-1 0-16,25 0 0,-25 25 16,0-25-16,-24 0 0,49 0 0</inkml:trace>
  <inkml:trace contextRef="#ctx0" brushRef="#br0" timeOffset="54297.1056">15478 2927 0,'0'0'0,"0"0"0,0 0 0,0 0 0,0 25 15,0-25-15,0 0 0,0 0 0,0 0 0,0 0 0,0 0 16,0 0-16,0 0 0,0 0 0,0 0 15,0 0-15,0 0 0,0 25 0,25-25 0,-25 0 0,0 0 16,0 24-16,0-24 0,0 0 0,0 25 0,0-25 16,0 25-16,0-25 0,0 25 0,0 0 0,0-25 0,0 24 0,0 1 15,0-25-15,0 25 0,0 0 16,0-25-16,0 25 15,0-1-15,0-24 0,0 25 0,0-25 0,0 25 0,0 0 0,0-25 0,25 25 47,-25-25-47,0 24 0,0-24 0,0 0 0,0 25 0,25-25 0,-25 0 0,0 25 0,0-25 0,0 0 0,24 0 0,-24 25 0,0-25 0,0 0 0,25 0 0,-25 0 0,0 0 0,0 0 0,25 0 16,-25 0-16,0 0 0,25 0 0,-25 0 15,0 0-15,0 0 0,25-25 0,-25 25 0,0 0 0,24 0 16,-24-25-16,0 25 0,0 0 0,25-25 0,-25 25 0,0 0 16,0-24-16,25 24 0,-25-25 0,0 0 15,0 25-15,0-25 0,0 0 0,25 25 16,-25-24-16,0-1 0,0 25 0,0-25 0,0 0 0,0 0 0,0 25 0,25-24 15,-25-1-15,0 25 0,0-25 0,0 25 16,0-25-16,0 25 0,0 0 0,0 0 0,0-25 0,0 25 0,0 0 16,0 0-16,0 0 0,0 0 0,0 0 0,0 0 15,0 0-15,0 0 0,0 0 0,0 0 0,0 0 16,0 0-16,0 0 0,0 0 0,0 0 0,0 0 0,0 0 15,0 0-15,0 0 0,0 25 0,0-25 16,0 0-16,0 25 0,0-25 0,0 25 0,0-25 0,0 0 0,0 25 16,0-1-16,0-24 0,0 25 0,0-25 0,0 25 15,0-25-15,0 25 0,0-25 0,0 25 0,0-25 0,0 24 16,0-24-16,0 25 0,0-25 0,0 0 15,0 25-15,0-25 0,0 25 0,0-25 0,0 0 0,0 25 16,0-25-16,0 0 0,0 24 0,0-24 0,0 0 0,0 0 16,-25 25-16,25-25 0,0 0 0,0 0 0,0 0 15,0 25-15,0-25 0,0 0 47,0 0-47,0 0 0,0 0 0,0 0 0,0 0 16,0 0-16,25 0 0,-25 25 0,0-25 0</inkml:trace>
  <inkml:trace contextRef="#ctx0" brushRef="#br0" timeOffset="54915.141">16024 3473 0,'0'0'0,"0"0"16,0 0-16,0 0 0,0-25 15,0 25-15,0 0 0,0 0 0,0 0 0,0 0 0,0 0 0,0 0 16,0 0 15,0 0-31,0 0 0,0 0 0,25 0 0,-25 0 0,0 0 0,0 0 0,0 0 0,0 0 0,0 0 0,24 0 0,-24 0 16,0 0-16,0 0 0,0 0 0,0 0 0,0 0 31,0 0-31,25 0 15,-25 0-15,0 0 0,0 0 0,0 0 0,0 25 0,0-25 0,0 0 0,0 0 0,0 24 0,0-24 0,0 0 0,-25 25 0,25-25 0,0 0 0,0 25 0,0-25 16,-24 0-16,24 25 0,0-25 0,0 0 0,-25 25 0,25-25 0,0 24 16,-25-24-16,25 0 0,0 25 0,0-25 15,0 0-15,-25 0 0,25 25 0,0-25 0,0 0 0,0 0 0,0 0 16,0 0-16,0 0 0,0 0 0,0 25 15,0-25-15,0 0 0,0 0 0,0 0 0,0 0 16,0 0-16,0 0 0,0 0 0,0 0 0,0 0 0,0 0 16,0 0-16,0 0 0,0 0 0,0 0 0,0 0 15,25 0-15,-25 0 0,0 0 0,0 0 0,25 0 0,-25-25 0,25 25 16,-25 0-16,24 0 0,1 0 0,-25 0 0,25 0 0,-25 0 15,25 0-15,-25 0 0,25 0 0,-1-25 16,-24 25-16,25 0 0,-25 0 0,25 0 0,-25 0 0,0 0 16,25-25-16,-25 25 0,25 0 0,-25 0 0,0 0 156</inkml:trace>
  <inkml:trace contextRef="#ctx0" brushRef="#br0" timeOffset="55101.1516">16495 3225 0,'0'0'0,"0"0"16,0 0-16,0 0 0,0 0 0,0 0 0,0 0 0,0 0 0,0 0 16,0 0-16,0 0 0,0 0 0,25 0 15,-25 0-15,0-25 0,0 25 0,25 0 0,-25 0 0,0 0 0,0 0 16,25 0-16,-25 0 0,0 0 0,24 0 15,-24 0-15,0 0 0,25 0 0,-25 0 0,0 0 16,25 0-16,-25 0 0,0 0 0,25 0 0,-25 0 0,0 0 16,0 0-16,25 0 0,-25 0 0,0 0 0,0 0 0,0 0 0,0 0 15,0 0-15,0 0 0,0 0 0</inkml:trace>
  <inkml:trace contextRef="#ctx0" brushRef="#br0" timeOffset="55333.1649">16470 3398 0,'0'0'0,"0"0"0,0 0 16,0 0-16,0 0 0,0 0 0,0 0 0,0 0 15,0 0-15,0 0 0,0 0 0,0 0 0,25 0 0,-25 0 16,0 0-16,25 0 0,-25 0 0,25-25 0,-25 25 0,25 0 15,-25 0-15,24 0 0,-24 0 0,25 0 16,-25 0-16,25 0 0,-25 0 0,25 0 0,-25 0 0,25 0 16,-25 0-16,24 0 0,1 0 0,-25 0 0,25 0 0,0 0 15,-25 0-15</inkml:trace>
  <inkml:trace contextRef="#ctx0" brushRef="#br0" timeOffset="55871.1955">17289 2853 0,'0'0'15,"0"0"-15,0 0 0,0 0 0,-25 0 0,25 0 0,0 0 16,0 0-16,0 0 0,0 0 0,0 24 0,0-24 0,-25 0 15,25 0-15,0 0 0,0 0 0,0 25 0,0-25 0,-25 0 16,25 25-16,0-25 0,0 25 156,-99 322-156,99-322 0,0-25 0,25 25 0,-25-1 0,0-24 0,0 25 0,0-25 0,0 25 0,25-25 16,-25 25-16,0-25 0,25 25 0,-25-25 0,0 24 0,24-24 0,-24 0 0,25 25 0,-25-25 0,25 0 0,0 0 0,-25 25 0,25-25 0,-25 0 0,24 0 0,-24 0 0</inkml:trace>
  <inkml:trace contextRef="#ctx0" brushRef="#br0" timeOffset="60736.4739">17537 3150 0,'0'0'0,"0"0"0,0 0 0,0 0 0,0 0 0,0 0 0,0 0 15,0 0-15,0 0 0,0 0 0,0 25 16,0-25-16,0 0 0,0 0 0,0 0 0,0 0 0,0 0 0,0 0 15,0 0-15,0 0 0,0 0 0,0 0 0,0 0 0,0 0 16,0 0-16,0 0 0,0 0 0,0 0 16,0 0-16,0 0 0,0 0 0,0 0 0,0 0 0,0 0 15,0 0-15,0 0 0,0 0 0,0 0 16,0 0-16,0 0 0,0 0 0,0 0 0,0 0 0,0 0 15,0 0-15,0 0 0,0 0 0,0 0 0,0 0 0,0 0 16,0 0-16,0-25 0,-25 25 0,25 0 0,0 0 16,0 0-16,0 0 0,0 0 0,0 0 0,0 0 0,0 0 15,0 0-15,0 0 0,0 0 0,0 0 0,0 0 16,0 0-16,0-25 0,0 25 0,0 0 0,0 0 0,0 0 15,0 0-15,0 0 0,0 0 0,0 0 16,0 0-16,0-24 0,0 24 0,0 0 0,0 0 0,0 0 16,0 0-16,0 0 0,0 0 0,0 0 0,0-25 15,0 25-15,0 0 0,25 0 0,-25 0 0,0 0 0,0 0 0,0 0 16,0-25-16,0 25 0,25 0 15,-25 0-15,0 0 0,0 0 0,0 0 0,0 0 0,0-25 0,25 25 16,-25 0-16,0 0 0,0 0 0,0 0 78,0 0-78,0 0 0,0 0 0,24 0 0,-24 0 0,0 0 0,0 0 0,0 0 0,0 0 0,0 0 0,25 0 0,-25 25 0,0-25 0,0 0 78,25 25-78,-25-25 0,0 0 16,0 25-16,0-25 0,0 0 0,0 0 0,0 24 0,0-24 0,0 0 0,0 0 0,0 25 0,0-25 0,0 25 0,0-25 0,0 0 0,0 25 0,-25-25 0,25 0 0,0 25 0,0-25 0,-25 24 0,25-24 0,0 0 0,0 25 15,-24-25-15,24 25 0,0-25 0,-25 0 0,25 25 0,0-25 0,-25 0 0,25 25 0,0-25 0,0 0 0,-25 24 0,25-24 0,0 0 0,0 0 0,-25 25 0,25-25 0,0 0 0,0 0 16,0 0-16,-25 0 0,25 25 0,0-25 0,0 0 0,0 0 15,0 0-15,-24 0 0,24 0 0,0 25 0,0-25 16,0 0-16,0 0 0,0 0 0,0 0 0,-25 0 0,25 0 0,0 0 16,0 0-16,0 0 0,0 0 0,0 0 15,0 0-15,0 0 0,0 0 0,0 0 0,0 0 0,0 0 16,0 0-16,0 0 0,0 0 0,0 0 15,0 0-15,0 0 0,0 0 0,0 0 0,0 0 0,0 0 0,0 0 16,0 0-16,0 0 0,0 0 0,0 0 16,0 0-16,0 0 0,0 0 0,0 0 0,0 0 0,0 25 0,25-25 15,-25 0-15,0 0 0,0 0 0,0 0 16,0 0-16,24 0 0,-24 0 0,0 0 0,0 0 0,25 0 47,-25 0-47,0 0 0,25 0 0,-25 0 0,0 0 0,25 0 0,-25 0 0,0 0 0,25 0 15,-25 0-15,0 0 0,25 0 0,-25 0 0,0 0 0,24 0 0,-24 0 0,0 0 0,0 0 0,25 0 0,-25 0 0,0 0 0,0 0 16,0 0-16,0 0 0,25 24 0,-25-24 15,0 0-15,0 0 0,0 0 0,0 0 0,0 0 0,25 0 16,-25 0-16,0 0 0,0 0 0,25 0 0,-25 0 16,0 0-16,0 0 0,24 0 0,-24 0 0,0 0 0,0 0 15,25 0-15,-25 0 0,0 0 0,0 0 0,25 0 0,-25 0 16,0 0-16,0 0 0,0 0 0,0 0 15,0 0-15,0 0 0,0 0 0,0 0 0,0 0 0,0 0 0,0 0 16,0 0-16,0 0 0,0 0 0,0 0 16,0 0-16,0 0 0,0 0 0,0 0 0,0 0 0,0 0 0,0 0 15,0 0-15,0 0 0,0 0 0,0 0 16,0 0-16,0 0 0,-25 0 0,25 0 0,0-24 0,0 24 94,0 0-94,0 0 0,0 0 0,0 0 0</inkml:trace>
  <inkml:trace contextRef="#ctx0" brushRef="#br0" timeOffset="61013.4898">17983 3398 0,'-24'0'0,"24"0"15,0 0-15,0 0 0,0 0 0,0 0 0,0 0 0,0 0 16,0 0-16,0 0 0,0 0 0,0 0 15,0 0-15,0 0 0,0 0 0,0 0 0,0 0 0,0 0 16,0 0-16,0 0 0,0 0 16,0 0-16,0 0 0,0 0 0,0 0 0,0 0 0,0 0 0,0 0 0,0 0 15,0 0-15,0 0 0,0 0 0,0 0 0,0 0 16,0 0-16,24 0 0,-24 0 0,0 0 0,0 0 0</inkml:trace>
  <inkml:trace contextRef="#ctx0" brushRef="#br0" timeOffset="61309.5067">17959 3597 0,'24'24'16,"-24"-24"-16,0 0 0,0 0 0,0 0 15,0 0-15,0 0 0,0 0 0,0 0 0,0 25 0,25-25 0,-25 0 16,0 0-16,0 0 0,25 0 16,-25 0-16,0 25 0,0-25 0,0 0 0,25 0 0,-25 25 0,0-25 15,0 0-15,0 0 0,0 25 0,0-25 0,0 0 0,0 0 16,0 25-16,0-25 0,0 0 0,0 24 0,-25-24 15,25 0-15,0 25 0,-25-25 0,25 0 0,0 0 16,-25 25-16,25-25 0,-24 0 0,24 0 16,0 0-16,-25 25 0,25-25 0,-25 0 0,25 0 0,0 0 0,0 0 0,-25 0 15,25 0-15,0 0 0,0 0 0</inkml:trace>
  <inkml:trace contextRef="#ctx0" brushRef="#br0" timeOffset="61985.5454">18455 3423 0,'24'0'0,"-24"0"15,0 0-15,0 0 0,0 0 0,0 0 0,0 0 0,0 0 0,0 0 47,0 0-47,0-25 0,0 25 0,0 0 0,25 0 47,-25 0-47,0-25 0,0 25 0,0 0 0,25-24 0,-25 24 0,0 0 0,0-25 0,25 25 0,-25-25 0,0 25 0,0-25 0,25 25 0,-25-25 0,0 25 0,0-24 0,0 24 0,0-25 0,25 0 0,-25 25 0,0-25 0,0 25 0,0-25 0,0 25 0,0 0 0,0-24 47,0 24-47,0 0 0,0 0 0,0-25 0,0 25 0,0 0 0,0 0 0,0 0 0,0 0 0,0 0 0,0 0 15,0 0-15,0 0 0,0 0 0,0 0 0,0 0 0,0 0 0,0 0 0,0 0 0,0 0 0,0 0 0,0 0 16,0 0-16,0 0 0,0 0 0,0 0 0,0 25 16,0-25-16,0 0 0,0 0 0,24 24 0,-24-24 15,0 0-15,0 25 0,0-25 0,0 25 0,0-25 0,0 25 16,0-25-16,0 25 0,0-25 0,0 24 0,0-24 0,0 25 15,0-25-15,25 25 0,-25-25 0,0 25 0,0-25 0,0 25 16,0-25 62,0 0-78,0 24 0,0-24 0,0 25 0,0-25 0,0 25 0,0-25 0,0 0 0,0 25 0,0-25 0,0 0 0,0 25 0,0-25 0,0 0 0,0 0 0,0 24 0,0-24 0,0 0 0,0 0 47,0 0-47,0 0 0,0 0 0,0 0 0,0 25 0,0-25 0,0 0 0,0 0 0,0 0 0,0 0 0,0 0 0,0 0 0,0 0 15,0 0-15,0 0 0,0 0 0,0-25 0,0 25 16,25 0-16,-25 0 0,0 0 0,0-24 0,0 24 0,25 0 0,-25 0 0,0-25 0,25 25 0</inkml:trace>
  <inkml:trace contextRef="#ctx0" brushRef="#br0" timeOffset="62169.5559">19075 3274 0,'0'0'0,"0"0"0,0 0 0,25 0 16,-25 0-16,0 0 0,0 0 0,0 0 0,0 0 0,0 0 0,0-25 15,0 25-15,0 0 0,0 0 16,0 0-16,0 0 0,0 0 0,0 0 0,0 0 0,0 0 0,0 0 16,0 0-16,0 0 0,0 0 0,0 0 15,0 25-15,0-25 0,0 0 0,0 0 0,0 0 0,0 0 0,0 0 16,0 0-16</inkml:trace>
  <inkml:trace contextRef="#ctx0" brushRef="#br0" timeOffset="62539.5771">19124 3423 0,'25'0'16,"-25"0"-16,0 0 0,0 0 0,0 0 0,0 0 0,0 25 16,0-25-16,25 0 0,-25 0 0,0 0 0,0 0 15,0 25-15,0-25 0,25 0 0,-25 0 0,0 24 0,0-24 16,0 0-16,0 25 0,0-25 0,0 0 0,0 25 15,0-25-15,0 0 0,0 0 0,0 25 0,0-25 16,0 0-16,0 25 0,-25-25 0,25 0 0,0 0 0,-25 24 0,25-24 16,0 0-16,-25 0 0,25 0 15,0 0-15,-24 25 0,24-25 0,0 0 156</inkml:trace>
  <inkml:trace contextRef="#ctx0" brushRef="#br0" timeOffset="63106.6095">19621 3076 0,'0'0'0,"0"0"15,0 0-15,-25 0 0,25-25 0,0 25 16,0 0-16,0 0 0,0 0 0,0 0 0,0 0 15,0 0-15,0 0 0,0 0 0,0 0 0,0 0 16,0 0-16,0 0 0,0 0 0,0 0 0,0 0 0,0 0 0,0 0 16,0 0-16,-25 0 0,25 0 0,0 0 0,0 0 15,0 0-15,0 0 0,0 0 0,-25 0 0,25 0 0,0 0 16,0 25-16,0-25 0,0 0 15,-25 25-15,25-25 0,0 0 0,0 24 0,0-24 0,0 25 0,-25-25 16,25 25-16,0-25 0,0 25 0,0-25 0,0 25 16,0-25-16,0 24 0,0-24 0,-24 25 0,24-25 0,0 25 15,0-25-15,0 25 0,0-25 0,0 25 0,0-1 16,0-24-16,0 25 0,24-25 0,-24 0 0,0 25 0,0-25 15,0 25-15,0-25 0,0 0 0,0 25 16,0-25-16,25 0 0,-25 0 0,0 24 0,0-24 0,0 0 0,0 0 16,25 0-16,-25 0 0,0 25 0,0-25 15,0 0-15,25 0 0,-25 0 0,0 0 0,0 0 0,0 0 0,25 0 47,-25 0-47,0 0 0,0 0 0,25 0 0,-25 0 0,0 0 0,0-25 0,24 25 0,-24 0 0,0 0 0,25 0 0,-25-24 47,0 24-47,0 0 0,25 0 0,-25-25 0,0 25 0,0 0 0,25-25 0,-25 25 0,0-25 0,0 25 0,0-25 0,0 25 0,25-24 0,-25 24 0,0-25 0,0 25 0,0-25 0,0 0 15,0 25-15,0-25 0,0 25 0,0-24 78,0 24-78,0-25 0,0 25 0,0-25 0,0 25 0,0-25 0,0 25 0,0 0 0,0-25 0,0 25 16,0 0-16,0-24 0,-25 24 0,25 0 0,0 0 0,0-25 0,0 25 0,0 0 0,0 0 0,-25 0 0,25-25 0,0 25 0,0 0 0,0 0 0,0 0 16,-25 0-16,25 0 0,0 0 0,0 0 0,0 0 0,-25 0 0,25 0 0,0 0 0,0 0 0,0 0 0,-24 0 0,24 0 0,0 0 0,0 0 0,0 0 0,0 0 15,0 0-15,0 0 0,0 0 0,0 0 0,24 0 0,-24 0 16</inkml:trace>
  <inkml:trace contextRef="#ctx0" brushRef="#br0" timeOffset="63561.6355">19968 2853 0,'0'0'0,"0"0"0,0 0 0,0 0 0,0 0 15,0 0-15,0 0 0,0 0 156,124 99-156,-99-74 0,-25-25 0,0 24 0,0-24 0,0 25 0,0 0 0,0-25 0,24 25 0,-24 0 0,0-25 0,0 24 0,0 1 0,0-25 0,-24 25 0,24 0 0,0 0 16,0-25-16,0 24 0,0-24 0,-25 25 0,25 0 0,0-25 0,0 25 0,-25-25 0,25 25 0,-25-25 0,25 24 0,0-24 0,-25 0 15,25 25-15,-24-25 0,24 25 0,-25-25 0,25 0 0,-25 0 0,25 25 0,0-25 0,-25 0 0,25 0 0,-25 25 16,25-25-16,-24 0 0,24 0 0,-25 0 0,25 24 0,0-24 16,-25 0-16,25 0 0,0 0 0,0 0 0,-25 0 0,25 25 0,0-25 0</inkml:trace>
  <inkml:trace contextRef="#ctx0" brushRef="#br0" timeOffset="63998.6605">20464 3150 0,'0'0'15,"0"25"-15,0-25 0,0 0 0,0 0 0,0 0 0,0 0 16,0 0-16,0 0 0,0 0 0,0 0 0,0 0 16,0 0-16,0 0 0,0 0 0,0 0 0,0 0 0,0 0 0,0 0 15,0 0-15,0 0 0,0 0 0,0 0 16,0 0-16,0 0 0,0 0 0,0 25 0,0-25 15,0 0-15,0 0 0,0 0 0,0 0 0,0 25 0</inkml:trace>
  <inkml:trace contextRef="#ctx0" brushRef="#br0" timeOffset="64205.6723">20414 3423 0,'0'0'0,"0"25"0,0-25 0,0 0 0,0 0 0,0 25 0,0-25 0,0 0 16,0 0-16,0 24 0,0-24 0,0 0 0,0 0 0,25 25 0,-25-25 0,0 0 0,0 25 0,0-25 0,0 25 0,0-25 0,0 25 0,0-25 0,0 0 0,-25 24 0,25-24 0,0 25 0,0-25 0,0 0 0,-25 25 0,25-25 16,0 25-16,-24-25 0,24 0 0,-25 25 0,25-25 0,-25 0 15,25 0-15,-25 25 0,25-25 0,-25 0 16,25 0-16,-24 0 0,24 0 0,-25 0 0,25 0 0</inkml:trace>
  <inkml:trace contextRef="#ctx0" brushRef="#br0" timeOffset="65357.7382">21183 2977 0,'0'0'0,"0"0"0,0 0 16,0 0-16,0 0 0,0 0 0,0 0 0,0 0 15,0 0-15,-25 24 0,25-24 0,0 0 0,0 0 0,0 0 0,0 0 16,0 0-16,0 25 0,0-25 0,0 0 0,0 0 16,0 25-16,0-25 0,0 0 0,0 25 0,-24-25 0,24 25 15,0-25-15,0 24 0,0-24 0,0 25 16,0-25-16,0 25 0,0-25 0,0 25 140,-25 173-140,25-198 0,0 25 0,25-25 0,-25 0 0,0 0 0,0 0 0,0 25 0,24-25 0,-24 0 0,0 0 0,0 0 0,25 0 0,-25 0 0,0 0 0,0 0 0,25 0 16,-25 0-16,0 0 0,25 0 0,-25-25 0,0 25 0,25 0 0,-25 0 0,0 0 0,0-25 0,24 25 0,-24 0 0,0 0 0,25-25 0,-25 25 15,0-24-15,0 24 0,25 0 0,-25-25 0,0 25 0,25-25 0,-25 25 0,0-25 0,0 0 0,25 25 0,-25-24 0,0 24 0,0-25 0,24 0 0,-24 25 16,0-25-16,0 0 0,25 25 16,-25-24-16,0 24 0,0-25 0,0 25 0,0 0 0,0-25 0,0 25 15,0 0-15,0-25 0,0 25 0,0 0 63,0 0-63,0 0 0,0-25 0,0 25 0,0 0 0,0 0 0,0 0 0,0 0 0,0 0 0,0-24 0,0 24 0,0 0 0,0 0 0,0 0 0,0 0 0,0 0 0,0 0 15,0 0-15,0 0 0,0 0 0,0 0 0,0 0 0,0 0 0,0 0 16,0 0-16,0 0 0,0 0 0,0 0 0,0 0 0,0 0 0,0 0 0,0 0 0,0 0 0,0 0 15,0 24-15,0-24 0,0 0 0,0 25 0,0-25 0,0 0 0,0 25 16,0-25-16,0 25 0,0 0 0,0-25 16,0 24-16,0-24 0,0 25 0,0 0 0,0-25 0,0 25 15,0-25-15,0 25 0,0-1 0,0-24 16,0 25-16,-25-25 0,25 25 0,0-25 0,0 25 0,0-25 0,0 25 15,0-25-15,0 24 0,0-24 0,0 25 0,0-25 16,0 0-16,0 25 0,0-25 0,0 25 0,-24-25 0,24 0 16,0 25-16,0-25 0,0 0 0,0 24 15,0-24-15,0 0 0,0 0 0,0 25 0,0-25 16,0 0-16,0 0 0,0 0 0,0 0 0,0 0 0,0 0 15,0 0-15,0 0 0,0 0 0,0 0 0,0 0 0,0 0 16,0 0-16,0 0 0,0 0 0,0 0 0,0 0 0,0 0 16,0 0-16,0 0 0,0 0 0,0-25 15,24 25-15</inkml:trace>
  <inkml:trace contextRef="#ctx0" brushRef="#br0" timeOffset="66267.7901">21605 3597 0,'0'0'0,"0"0"0,0 0 0,0 0 16,0-25-16,0 25 0,0 0 0,0 0 16,0 0-16,0 0 0,0 0 0,0 0 0,0-25 0,0 25 0,0 0 15,25 0-15,-25 0 0,0 0 0,0 0 16,0 0-16,24 0 0,-24-25 0,0 25 0,0 0 0,0 0 0,25 0 15,-25 0-15,0 0 0,0 0 0,25 0 16,-25 0-16,0 0 0,0 0 0,0 0 0,25 0 0,-25 0 0,0 0 16,0 0-16,0 0 0,0 25 15,0-25-15,0 0 0,0 0 0,25 0 0,-25 0 0,-25 0 0,25 25 16,0-25-16,0 0 0,0 0 0,0 0 0,0 25 0,0-25 15,0 0-15,-25 0 0,25 24 125,-74 26-125,74-50 0,0 0 0,0 0 0,0 25 0,0-25 0,-25 0 0,25 0 0,0 0 0,0 0 0,0 0 0,0 0 0,0 0 0,0 0 0,0 0 0,25 0 0,-25 0 0,0 0 0,0 0 0,0 0 0,0 0 0,0 0 16,0 25-16,24-25 0,-24 0 0,0 0 0,0 0 0,25 0 0,-25 0 0,0 0 0,0 0 0,0 0 0,25 0 0,-25 0 0,0 0 0,0 0 0,0 25 0,0-25 0,0 0 0,0 0 0,0 0 0,0 24 15,0-24-15,0 0 0,0 25 0,0-25 16,0 0-16,0 0 0,0 25 0,0-25 0,0 0 0,-25 25 0,25-25 16,0 0-16,0 0 0,0 25 0,0-25 0,-25 0 15,25 0-15,0 0 0,-24 0 0,24 0 0,0 24 16,0-24-16,-25 0 0,25 0 0,0 0 0,0 0 47,-25 0-47,25 0 0,0 0 0,0 0 0,-25 0 0,25-24 0,0 24 0,0 0 15,0 0-15,-25 0 0,25 0 0,0-25 0,0 25 0,0 0 0,0 0 0,0-25 0,0 25 0,0 0 0,0 0 0,0-25 0,0 25 16,0 0-16,25-25 0,-25 25 0,0 0 0,0-24 0,25 24 0,-25 0 15,0-25-15,25 25 0,-25 0 0,25-25 0,-25 25 16,24 0-16</inkml:trace>
  <inkml:trace contextRef="#ctx0" brushRef="#br0" timeOffset="66459.8013">22101 3200 0,'0'0'0,"0"0"0,0 0 0,0 0 0,0 0 0,0 0 16,0 0-16,0 0 0,0 0 0,0 0 0,0 0 16,0 0-16,0 0 0,0 0 0,0 0 15,0 0-15,25 0 0,-25 0 0,0 0 0,25 0 16,-25 0-16,0 0 0,24 0 0,-24 0 0,0 0 0,25 0 0,-25 0 0,25 0 15,-25 0-15,0 0 16,25 0-16,-25 0 0,0 0 0,25 0 0,-25 0 0,0 0 0,24 0 0,-24 0 16,0 0-16,0 0 0,25 0 0,-25 0 0,0 0 0,0 0 15,0 0-15,0 0 0,0 0 0,0 0 16,0 0-16</inkml:trace>
  <inkml:trace contextRef="#ctx0" brushRef="#br0" timeOffset="66759.8184">22051 3423 0,'0'0'0,"0"0"0,0 0 16,0 0-16,0 0 0,0 0 0,0 0 0,0 0 15,0 0-15,0 0 0,0 0 0,0 0 0,0 0 0,25 0 0,-25 0 16,0 0 15,0 0-31,25 0 0,-25 0 0,0 0 0,25 0 0,-25 0 0,25 0 0,-25 0 0,0 0 0,24 0 0,-24 0 16,25 0-16,-25 0 0,25 0 0,-25 0 78,25 0-78,-25 0 0,0 0 0,25-25 0,-25 25 0,24 0 0,-24 0 0,25 0 0,-25 0 0,25 0 0,-25 0 0,25 0 0,-25 0 0,0 0 0</inkml:trace>
  <inkml:trace contextRef="#ctx0" brushRef="#br0" timeOffset="67285.8484">22895 2853 0,'0'0'16,"0"0"-16,-25 0 0,25 0 0,0 0 15,0 0-15,0 0 0,-25 0 0,25-25 0,0 25 0,0 0 0,0 0 16,0 25-16,0-25 0,-25 0 0,25 0 15,0 0-15,0 0 0,0 0 0,0 0 0,-24 0 0,24 0 0,0 0 0,0 24 16,0-24-16,-25 0 0,25 0 0,0 25 16,0-25-16,0 0 0,-25 25 0,25-25 0,0 0 0,0 25 15,-25-25-15,25 25 0,0-25 0,0 24 78,-25-24-78,25 25 0,0-25 0,0 25 16,-25 0-16,25-25 0,0 25 0,0-1 0,0-24 0,-24 25 0,24 0 0,0-25 0,0 25 0,0 0 0,0-1 0,0 1 0,-25-25 0,25 25 0,0 0 0,0 0 0,0-25 0,0 24 0,0 1 0,0-25 0,0 25 0,0 0 0,25-25 0,-25 25 0,0-25 78,0 24-78,0 1 0,0-25 0,0 25 0,0-25 0,24 0 15,-24 25-15,0-25 0,0 0 0,0 25 0,0-25 0,0 0 0,25 0 0,-25 0 0,0 0 0,0 0 16,0 0-16,25 0 0,-25 0 0,0 0 0,25 0 0,-25 0 0</inkml:trace>
  <inkml:trace contextRef="#ctx0" brushRef="#br0" timeOffset="70559.0357">23118 2927 0,'0'0'16,"0"0"-16,0 0 0,0 0 0,0 0 0,0 0 15,0 0-15,0 0 0,0 0 0,0 0 16,0 0-16,0 0 0,0 0 0,0 0 0,0 0 0,0 0 16,0 0-16,0 0 0,0 0 0,0 0 0,0 0 0,0 0 15,0 0-15,0 0 0,0 0 0,0 0 0,0 0 16,0 0-16,0 0 0,0 0 0,0 0 0,0 0 0,0 0 0,0 0 15,0 0-15,0 25 0,0-25 16,0 0-16,0 0 0,0 0 0,0 0 0,0 25 0,0-25 16,0 0-16,0 0 0,0 24 0,0-24 0,-25 0 0,25 0 15,0 25-15,0-25 0,0 0 0,0 0 0,0 25 0,0-25 16,0 0-16,0 0 0,0 0 0,0 25 0,0-25 15,0 0-15,0 0 0,0 0 0,0 0 0,0 0 0,0 0 16,0 0-16,0 25 0,0-25 16,0 0-16,0 0 0,0 0 0,0 0 0,0 0 0,0 0 0,0 0 15,0 0-15,0 0 0,0 0 0,0 0 16,0 0-16,0 0 0,0 0 0,0 0 0,0 0 0,0 0 0,0 0 15,25 0-15,-25 0 0,0 0 16,0 0-16,0 0 0,0 0 0,25 0 0,-25 0 0,0 0 0,0 0 0,0 0 16,0 0-16,25 0 0,-25 0 0,0 0 15,0 0-15,0 0 0,0 0 0,0 0 0,0 0 0,24 0 16,-24 0-16,0 0 0,0 0 0,0 0 0,0 0 15,0 0-15,0 0 0,25 0 0,-25 0 0,0 0 0,0 0 0,0 0 16,0 24-16,0-24 0,25 0 0,-25 0 0,0 0 16,0 0-16,0 0 0,0 25 0,0-25 0,0 0 62,0 0-62,0 25 0,25-25 0,-25 0 0,0 0 0,0 25 0,0-25 0,0 0 0,0 25 0,0-25 0,0 24 0,0-24 31,0 0-31,0 25 16,0-25-16,0 0 0,-25 25 0,25-25 0,0 25 0,0-25 0,0 0 0,0 25 0,0-25 0,0 0 0,0 24 0,-25-24 0,25 0 0,0 0 0,0 25 0,0-25 0,0 0 0,-25 0 0,25 25 0,0-25 0,0 0 0,0 0 0,0 0 15,-24 25-15,24-25 0,0 0 0,0 0 0,0 0 0,0 0 0,-25 0 16,25 25-16,0-25 0,0 0 0,0 0 16,-25 0-16,25 0 0,0 0 0,0 0 0,0 0 0,-25 0 0,25 0 15,0 24-15,0-24 0,0 0 0,0 0 0,0 0 16,-25-24-16,25 24 0,0 0 0,0 0 0,0 0 0,0 0 15,0 0-15,0 0 0,0 0 0,-24 0 16,24 0-16,0 0 0,0 0 0,0 0 0,0 0 0,0 0 0,0-25 16,0 25-16,0 0 0,0 0 0,0 0 15,0 0-15,0 0 0,0 0 0,-25 0 0,25 0 0,0 0 0,0 0 16,0 0-16,0 0 0,0 0 0,0 0 15,0-25-15,25 25 0,-25 0 0,0 0 0,0 0 0,0-25 16,0 25 62,0 0-78,24 0 0,-24-25 0,0 25 0</inkml:trace>
  <inkml:trace contextRef="#ctx0" brushRef="#br0" timeOffset="71027.0624">23192 2977 0,'0'0'0,"0"0"0,0 0 0,0 0 0,0 0 16,0 0-16,0 0 0,0 0 0,0 0 15,0 0-15,0 0 0,0 0 0,0 0 16,0 0-16,0 0 0,0 0 0,0 0 0,0 0 0,0 0 0,0 0 0,0 0 15,0 0-15,0 0 0,0 0 0,0 0 0,0 0 16,0 0-16,0 0 0,0 0 0,0 0 0,0 0 0,0 0 16,0 0-16,0 0 0,0 0 0,0 0 0,0 0 0,0 0 15,0 0-15,0 0 0,0 0 16,25 0-16,-25 0 0,0 0 0,0 0 0,0 0 0,25 0 0,-25 0 15,0 0-15,25 0 0,-25 0 0,0 0 47,25 0-47,-25 0 0,0 0 0,24 0 0,26 0 78,-50 0-78,25 0 0,-25 0 0,25 0 0,-25 0 0,0 0 0,24 0 0,-24 0 0,0 0 0,25 0 0,-25 0 0,0 0 47,0-25-47,25 25 0,-25 0 0,0 0 0,0 0 0,0 0 0,0 0 0,0 0 0,0 0 0,0 0 0,0 0 0,0 0 16,0 0-16</inkml:trace>
  <inkml:trace contextRef="#ctx0" brushRef="#br0" timeOffset="71567.0934">23738 3324 0,'0'0'0,"0"0"16,0 0-16,0 0 0,0 0 0,0 0 16,0 0-16,0 0 0,0 0 0,0 0 0,0 0 0,0 0 15,0 0-15,0 0 0,0 0 0,0 0 0,0 0 16,0 0-16,0 0 0,0 0 0,0 0 0,0 0 0,0 0 15,0 0-15,0 0 0,0 0 0,0 25 0,0-25 16,0 0-16,0 0 47,0 0-47,0 0 0,0 0 0,0 0 0,0 0 0,0 0 0,0 0 0,0 0 0</inkml:trace>
  <inkml:trace contextRef="#ctx0" brushRef="#br0" timeOffset="71722.1023">23738 3572 0,'0'0'0,"0"0"0,0 0 0,0 0 0,0 0 0,0 0 0,0 0 0,0 0 0,0 0 0,0 0 0,0 25 0,0-25 0,25 0 0,-25 0 15,0 0-15,0 0 0,0 0 0,0 0 0,25 24 0,-25-24 0,0 0 0,0 0 0,0 0 0,0 25 0,24-25 16,-24 0-16,0 0 0,0 25 0,0-25 15,0 0-15,0 0 0,0 25 0,0-25 0,0 0 0,0 0 16,0 25-16,-24-25 0,24 0 0,0 0 0,0 25 16,0-25-16,-25 0 0,25 0 0,0 0 0,0 0 0,-25 24 15,25-24-15,0 0 0,0 0 0,0 0 0,0 0 16,0 0-16,-25 0 0,25 0 0,0 25 0,0-25 0,0 0 15,0 0-15,0 0 0,0 0 0,0-25 16,0 25-16,0 0 0,0 0 0,0 0 0</inkml:trace>
  <inkml:trace contextRef="#ctx0" brushRef="#br0" timeOffset="72712.1589">24309 3200 0,'0'0'0,"0"0"15,0-25-15,0 25 0,0 0 0,-25 0 0,25 0 0,0 0 16,0-25-16,0 25 0,0 0 0,0 0 0,0 0 16,0-25-16,0 25 0,0 0 0,0-24 15,0 24-15,0 0 0,0 0 0,0 0 0,0 0 0,0-25 0,0 25 16,25 0-16,-25 0 0,0 0 0,0 0 0,0 0 0,0 0 15,0 0-15,0 0 0,0 0 0,0 0 0,0 0 0,0 0 16,0 0-16,0 0 0,0 0 78,99 124 0,-99-124-78,0 25 0,0-25 0,-25 24 0,25-24 0,0 25 0,0-25 0,0 0 0,0 25 0,0-25 0,-25 0 0,25 25 0,0-25 0,0 0 0,-25 25 0,25-25 0,0 0 0,0 0 0,-24 0 0,24 24 16,0-24-16,0 0 0,-25 0 0,25 0 0,0 0 0,0 0 0,0 0 0,0 0 0,-25 25 0,25-25 0,0 0 0,0 0 0,0 0 0,0 0 0,0 0 0,0 0 0,0 0 0,0 0 0,0 0 0,0 0 0,0 0 15,0 0-15,0 0 0,0 0 0,0-25 0,0 25 0,25 0 16,-25 0-16,0 0 0,0 0 0,0 0 0,25 0 0,-25 0 15,0 0-15,0 0 0,24 0 0,-24 0 0,0 0 0,0 0 16,25 0-16,-25 0 0,0 0 0,25 0 0,-25 0 16,0 0-16,0 0 0,25 0 0,-25 0 0,0 0 15,0 25-15,0-25 0,25 0 0,-25 0 0,0 0 0,0 0 16,0 25-16,0-25 0,0 0 0,0 0 0,24 0 15,-24 25-15,0-25 0,0 0 0,-24 25 0,24-25 0,0 0 16,0 0-16,0 24 0,0-24 0,0 0 16,-25 25-16,25-25 0,0 0 0,0 0 0,-25 25 0,25-25 15,0 0-15,0 0 0,0 0 0,-25 0 16,25 0-16,0 0 0,0 0 0,-25 0 0,25 0 0,0 0 0,0 0 0,0 0 15,0 0-15,-24 0 0,24 0 0,0 0 16,0 0-16,0 0 0,0 0 0,-25 0 0,25 0 0,0 0 16,0 0-16,0 0 0,0 0 0,0 0 15,0 0-15,0 0 0,0 0 0,0 0 0,0 0 0,0-25 16,0 25-16,0 0 0,0 0 0,0 0 0,0 0 0,0 0 15,0 0 141</inkml:trace>
  <inkml:trace contextRef="#ctx0" brushRef="#br0" timeOffset="72837.166">24730 3398 0,'0'0'0,"0"0"0,0 0 0,0 0 0,0 0 0,0 0 0,0 0 0,0 0 0,0 0 15,0 0-15,0 0 0,0 0 0,0 0 0,0 0 0,0 0 16,0 0-16,0 0 0,0 0 15,0 0-15,0 0 0,0 0 0,0 0 0,0 0 0,0 0 0,0 0 16,0 0-16,0 0 0,0 0 0,0 25 0,0-25 16,0 0-16,0 0 0,0 0 0</inkml:trace>
  <inkml:trace contextRef="#ctx0" brushRef="#br0" timeOffset="73143.1835">24805 3572 0,'0'0'0,"0"0"0,0 0 0,0 0 78,49 124 0,-74-99-78,25-25 0,0 0 0,0 0 0,0 25 16,-24-25-16,24 0 0,0 24 0,-25-24 0,25 0 0,0 0 0,-25 0 0,25 25 0,0-25 0,0 0 0,-25 0 0,25 0 0,0 0 0,0 0 16,-25 0-16,25 0 0,0 0 0,0 0 0,0 0 0,0 0 0,0 0 0,0 0 0,0 0 0,0 0 0,0 0 0,0-25 0</inkml:trace>
  <inkml:trace contextRef="#ctx0" brushRef="#br0" timeOffset="74100.2383">25276 3101 0,'0'0'0,"-25"-25"0,25 25 0,0 0 0,0 0 16,0 0-16,0 0 0,0 0 0,0 0 0,0 0 0,0 0 47,0 0-47,-25-25 0,25 25 0,0 0 0,0 0 0,0 0 0,0 0 0,0 0 0,0 0 0,0 0 0,25 0 0,-25 0 0,0 0 0,0 0 0,0 0 46,0 0-46,25 0 63,-25 0-63,0 0 15,0 0-15,25 0 0,-25 0 0,0 0 0,25 0 0,-25 0 0,0 0 0,0 0 0,24 0 16,-24 0-16,0 25 0,25-25 0,-25 0 0,0 0 0,0 0 0,0 25 0,25-25 0,-25 0 0,0 0 0,0 24 0,0-24 0,0 0 0,0 25 0,0-25 0,0 0 0,0 25 0,-25-25 16,25 0-16,0 25 0,0-25 0,-25 25 0,25-25 0,0 0 0,0 24 15,-24-24-15,24 0 0,0 25 0,-25-25 0,25 25 0,0-25 0,-25 0 0,25 25 0,0-25 16,-25 0-16,25 25 0,0-25 15,-25 0-15,25 24 0,0-24 0,-24 0 0,24 25 0,0-25 0,0 0 0,-25 0 0,25 25 0,0-25 47,0 0-47,0 0 16,0 0-16,0 0 15,0 25-15,0-25 16,0 0-16,0 0 0,0 0 0,0 0 0,0 0 16,0 0-16,0 0 0,0 0 0,0 0 15,0 0-15,0 0 0,173 25 125,-173-25-125,25 0 109</inkml:trace>
  <inkml:trace contextRef="#ctx0" brushRef="#br0" timeOffset="74822.2796">25846 2704 0,'0'0'0,"0"0"16,0 0-16,0 0 0,0 0 0,0 0 0,0 0 0,0 0 16,0 0-16,0 0 0,0 0 0,0 0 0,0 0 0,0 0 15,0 0-15,0 0 0,0 0 0,0 0 0,0 0 16,0 0-16,0 0 0,0 0 31,0 0-15,0 0-16,0 0 0,0 0 0,0 0 0,0 0 0,0 0 0,0 0 31,0 25-31,0-25 0,25 0 0,-25 0 0,0 0 0,0 24 0,0-24 0,0 0 0,0 0 15,0 25-15,0-25 0,0 25 63,25 25-63,-25-26 15,0 1-15,0-25 0,0 25 0,0 0 0,0-25 0,0 25 0,0-1 0,0-24 0,0 25 0,0 0 0,0-25 0,0 25 0,0 0 0,0-25 0,0 24 0,-25 1 0,25-25 0,0 25 0,0 0 16,0-25-16,0 25 0,-25-1 0,25-24 0,0 25 0,0-25 0,-24 25 0,24-25 0,0 25 0,-25-25 0,25 25 0,-25-25 0,25 24 0,0-24 0,-25 0 0,25 25 0,-25-25 0,25 25 0,0-25 0,-24 0 16,24 25-16,0-25 0,-25 0 0,25 0 0,0 25 0,0-25 0,-25 0 0,25 0 15,0 0-15,0 24 0,0-24 0,-25 0 0,25 0 16,0 0-16,0 0 0,0 0 0,0 25 0,0-25 0,0 0 0,-25 0 15,25 0-15,0 0 0,0 0 0,0 0 0,0 0 16,0 0-16,0 0 0,0 0 0,0 0 0,0 0 16,0 0-16,0 0 0,0 0 0,0 0 15,0 0-15,25 0 0,-25 0 0,0-25 0,0 25 0,0 0 0,25 0 16,-25 0-16,0-24 0,0 24 0,25 0 0</inkml:trace>
  <inkml:trace contextRef="#ctx0" brushRef="#br0" timeOffset="76090.3521">26318 2555 0,'0'0'0,"0"0"16,0 0-16,0 0 0,0 0 0,0 0 0,0 0 0,0 0 0,0 0 15,0 0-15,0 0 0,0 0 0,0 0 0,0 0 0,0 0 16,0 0-16,0 0 0,0 0 0,0 0 16,0 0-16,0 0 0,0 0 0,0 0 0,0 0 0,0 0 15,0 0-15,0 0 0,0 0 0,0 0 0,0 0 0,0 0 0,0 0 16,0 0-16,0 0 0,0 0 0,0 0 15,0 0-15,0 0 0,0 0 0,0 0 0,0 0 0,0 0 0,0 0 16,0 25-16,0-25 0,0 0 0,0 0 16,0 0-16,0 0 0,0 0 0,0 24 0,0-24 0,-25 0 15,25 0-15,0 25 0,0-25 0,0 0 0,0 0 16,0 25-16,0-25 0,0 0 0,0 0 0,0 25 0,0-25 15,-25 0-15,25 0 0,0 25 0,0-25 0,0 0 0,0 25 16,0-25-16,0 0 0,0 24 0,0-24 0,0 0 0,0 25 16,-25-25-16,25 0 0,0 0 0,0 25 15,0-25-15,0 0 0,0 25 0,0-25 0,0 0 0,0 0 0,0 25 16,0-25-16,0 0 0,0 24 15,0-24-15,0 0 0,0 0 0,0 25 0,0-25 0,0 0 0,0 0 0,0 25 16,0-25-16,25 0 0,-25 0 0,0 0 16,0 25-16,0-25 0,0 0 0,0 0 0,25 0 15,-25 0-15,0 25 0,0-25 0,25 0 0,-25 0 16,0 0-16,0 0 0,25 24 0,-25-24 0,0 0 0,0 0 0,0 0 15,0 0-15,24 0 0,-24 0 0,0 0 16,0 0-16,0 0 0,0 0 0,0 0 0,0 0 0,0 0 0,0 0 16,0 0-16,0 0 0,0 0 0,0 0 0,0 0 15,0 0-15,0 0 0,0 0 0,0 0 94,-49 25-32,49-25-46,0 0-16,-25 0 0,25 0 0,0 0 0,0 0 0,0 25 0,0-25 0,0 0 0,-25 0 0,25 0 0,0 0 0,0 25 0,0-25 0,0 0 0,0 0 0,-25 25 0,25-25 15,0 0-15,0 0 0,0 24 0,0-24 0,0 0 0,0 25 0,-24-25 0,24 25 0,0-25 0,0 0 0,0 25 0,0-25 0,0 25 0,0-25 0,0 0 0,0 24 0,0-24 0,0 25 0,0-25 0,24 25 0,-24-25 0,0 0 0,0 25 16,0-25-16,0 25 0,0-25 0,0 0 0,0 24 0,0-24 16,0 25-16,0-25 0,0 0 0,0 25 0,0-25 0,0 25 15,0-25-15,0 0 0,-24 25 0,24-25 0,0 24 16,0-24-16,0 0 0,0 25 0,0-25 0,-25 25 0,25-25 15,0 0-15,0 25 0,0-25 0,-25 0 16,25 25-16,0-25 0,0 0 0,0 0 0,0 24 0,-25-24 16,25 0-16,0 0 0,0 25 0,0-25 0,0 0 0,-25 0 15,25 0-15,0 0 0,0 25 0,0-25 0,-24 0 0,24 0 16,0 0-16,0 0 0,0 0 15,0 0-15,-25 0 0,25 0 0,0 0 0,0 0 0,0 0 0,0 0 0,0 0 16,0 0-16,0 0 0,0 0 0,0 0 0,0 0 16,-25 0-16,25 0 0,0 0 15,0 0-15,0 0 0,0 0 0,0 0 0,0 0 0,0 0 0,0-25 0,0 25 16,0 0-16,0 0 0,0 0 0,0 0 15,0-25-15,0 25 0,-25 0 0,25 0 0,0 0 0,0 0 16,0-24-16</inkml:trace>
  <inkml:trace contextRef="#ctx0" brushRef="#br0" timeOffset="77946.4583">6821 4415 0,'0'0'0,"0"0"0,0 0 15,-25-25-15,25 25 0,0 0 0,0 0 0,0 0 0,0 0 16,0 0-16,0 0 0,0 0 0,0 0 0,0 0 0,0 0 16,0-24-16,0 24 0,0 0 0,0 0 15,0 0-15,0 0 0,0 0 0,0 0 47,0 0-47,0 0 31,0 0-31,0 0 0,0 0 0,0 0 0,0 0 0,0 0 0,0 0 0,0 0 0,0 0 0,0 0 0,0 0 0,0 0 0,0 0 0,0 0 0,0 0 109,-24 24-109,24-24 0,0 25 16,0 0-16,0-25 0,0 25 0,0 24 16,0 1-1,0-25-15,0 24 16,0-24-16,0 0 0,0-25 15,0 25-15,0 0 0,24-1 0,-24 1 16,0 0-16,0 0 16,0-25-16,0 0 15,0 0-15,0 0 0,0 0 0,0 0 16,0 0-16,0 0 0,0 0 15,-24 0-15,24 0 0</inkml:trace>
  <inkml:trace contextRef="#ctx0" brushRef="#br0" timeOffset="78525.4914">6796 4539 0,'0'0'0,"0"0"0,0-25 0,0 25 0,0 0 0,0 0 0,0 0 0,0 0 0,0 0 0,0 0 0,0 0 0,0 0 0,0-24 0,0 24 0,0 0 0,25 0 0,-25 0 0,0 0 0,0 0 0,0 0 0,0 0 0,0-25 0,25 25 0,-25 0 0,0 0 0,0 0 15,0 0-15,0 0 0,0 0 0,25 0 0,-25 0 0,0 0 0,0 0 0,0 0 0,25 0 0,-25 0 0,0 0 0,0 0 0,25 0 0,-25 0 0,0 25 0,0-25 16,24 0-16,-24 0 0,0 0 0,0 24 0,0-24 15,25 0-15,-25 0 0,0 25 0,0-25 16,0 0-16,0 25 0,0-25 0,0 0 0,0 25 16,0-25-16,0 0 0,0 25 0,0-25 0,0 0 0,0 24 0,0-24 15,-25 25-15,25-25 0,0 0 0,0 25 16,0-25-16,-24 25 0,24-25 0,0 0 0,0 25 0,-25-25 0,25 0 15,0 0-15,0 24 0,0-24 0,-25 0 16,25 0-16,0 0 0,0 0 0,0 25 0,0-25 0,0 0 0,0 0 16,0 0-16,0 0 0,0 0 0,0 0 15,0 0-15,0 0 0,0 0 0,0 0 0,0 0 0,0 0 0,0 0 16,0 0-16,0 0 0,0-25 15,0 25-15,0 0 0,0 0 0,0 0 0,0 0 0,25 0 0,-25 0 16,0 0-16,0-24 0,0 24 0,0 0 0,25 0 16,-25 0-16,0 0 0,0 0 0,0 0 0,0 0 0,0 0 46,24 0-46,-24 0 0,0 0 0,100 74 110,-100-74-110,24 25 0,-24-25 0,0 0 0,0 25 0,0-25 0,25 0 0,-25 25 0,0-25 0,0 0 0,0 0 0,0 24 0,0-24 0,0 0 0,-25 25 0,25-25 15,0 0-15,0 0 0,0 0 0,0 25 0,-24-25 0,24 0 0,0 0 0,0 0 0,-25 0 0,25 0 0,0 25 0,0-25 0,-25 0 0,25 0 0,0 0 0,-25 0 0,25 0 0,0 0 0,0 0 0,-25 0 0,25 0 0,0 0 0,0 0 16,0 0-16,-24 0 0,24 0 0,0-25 0,0 25 0,0 0 15,0 0-15,0 0 0,0 0 0,0 0 0,0 0 16,0 0-16,0 0 0,0 0 0,0 0 0,0 0 0,0 0 16,-25 0-16,25 0 0,0 0 0,0 0 0,0 0 15,0 0-15,0 0 0,0 0 0,0 0 0,0-25 0,0 25 16,0 0-16,0 0 0,0 0 0,0 0 15,0-25-15,0 25 0,0 0 0</inkml:trace>
  <inkml:trace contextRef="#ctx0" brushRef="#br0" timeOffset="78936.5149">7268 4142 0,'0'0'16,"0"0"-16,0 0 0,0 0 0,0 0 0,0 0 15,0 0-15,0 0 0,0 0 0,0 0 0,0 0 0,0 0 16,0 0-16,0 0 0,0 0 0,0 0 16,0 0-16,0 0 0,0 25 0,-25-25 0,25 0 0,0 0 0,0 25 15,0-25-15,0 0 0,0 25 0,-25-25 16,25 0-16,0 25 0,0-25 0,0 24 0,-25-24 0,25 0 15,0 25-15,0-25 0,0 0 0,0 25 0,-24-25 0,24 0 0,0 25 16,0-25-16,0 0 0,0 25 0,0-25 16,0 0-16,0 0 0,-25 24 0,25-24 0,0 0 0,0 0 15,0 0-15,0 0 0,0 0 0,0 0 16,0 0-16</inkml:trace>
  <inkml:trace contextRef="#ctx0" brushRef="#br0" timeOffset="79542.5496">7888 4638 0,'0'0'0,"0"0"0,0 0 0,0 0 16,0 0-16,0 0 0,0 0 0,0 0 16,0 0-16,0 0 0,0 0 0,0 0 0,0 0 0,0 0 15,0 0-15,0 0 0,0 0 0,0 0 0,0 0 0,0 0 0,0 0 16,0 0-16,0 0 0,0 0 15,0 0-15,0 0 0,0 0 16,0 0-16,25 0 0,-25 0 0,0 0 0,0 0 0,0 0 0,0 0 0,24 0 0,-24 0 16,0 0-16,0 0 0,25 0 0,-25 0 0,0 0 0,0 0 0,25 0 15,-25-24-15,0 24 0,25 0 0,-25 0 16,0 0-16,25 0 0,-25 0 0,0 0 0,0 0 15,25 0-15,-25 0 0,0 0 0,0 0 0,24 0 16,-24 0-16,0 0 0,25 0 0,-25 0 0,0 0 0,0 0 0,25 0 16,-25 0-16,0 0 0,0 0 0</inkml:trace>
  <inkml:trace contextRef="#ctx0" brushRef="#br0" timeOffset="79976.5744">7962 4911 0,'0'0'0,"0"0"0,0 0 0,0 0 0,0 0 0,0 0 16,0 0-16,0 0 0,0 0 15,0 0-15,0 0 0,0 0 0,0 0 16,0 0-16,0 0 0,0 0 0,25 0 0,-25 0 0,0 0 0,0 0 0,25 0 0,-25 0 16,0 0-16,25 0 0,-25 0 0,0 0 15,25 0-15,-25 0 0,0-24 0,0 24 0,24 0 109</inkml:trace>
  <inkml:trace contextRef="#ctx0" brushRef="#br0" timeOffset="81177.6431">8855 4142 0,'0'0'0,"0"0"0,0 0 16,0 0-16,0 0 0,0 0 0,0 0 0,0-24 0,0 24 15,0 0-15,0 0 0,0 0 0,0 0 16,0 0-16,0 0 0,0 0 0,0 0 0,0 0 0,0 0 0,0 0 156,-25 0-140,25 0-16,-24 0 0,24 0 0,0 0 0,0 0 0,0 0 15,0 24 1,0-24-16,0 0 0,0 0 0,0 0 0,0 0 15,0 25-15,0-25 0,0 0 0,0 25 16,24 0 0,-24-25-16,0 0 0,0 0 0,25 25 15,-25-25-15,25 24 16,-25-24-16,0 0 0,25 25 0,-25-25 0,0 0 15,25 25-15,-1-25 16,-24 0-16,0 25 0,0-25 16,25 25-16,-25-25 15,0 24-15,0-24 0,25 0 0,-25 0 16,0 0-16,0 25 15,-25-25-15,25 25 16,-25-25 0,25 0-16,-24 25 0,24-25 0,-25 0 0,25 0 15,0 0-15,-25 0 109,50 0-93,0 25-16,-25-25 0,0 0 16,0 0-16,24 24 0,-24-24 15,0 25-15,0-25 0,0 25 0,0 0 16,25 0-16,-25-25 15,0 24-15,0-24 0,0 50 0,0-25 16,0 149 31,-25-174-47,25 24 15,0-24-15,0 25 0,0-25 0,0 25 16,0-25-16,0 0 0,0 25 16,0-25-16,0 0 15,0 0-15,0 25 0,0-25 16,0 0-16,0 0 0,0 0 15,0-25-15</inkml:trace>
  <inkml:trace contextRef="#ctx0" brushRef="#br0" timeOffset="84420.8286">9376 4539 0,'0'0'0,"0"0"16,0 0-16,0 0 0,0 0 0,0 0 0,0 0 0,0 0 15,0 0-15,0 0 0,0 0 0,0 0 0,0 0 0,0 0 16,0 0-16,0 0 0,0 0 0,0 0 15,0 0-15,0 0 0,0 0 0,0 0 0,0 0 0,0 0 0,0 0 0,0 0 16,0 0-16,0 0 0,0 0 16,0 0-16,0 0 0,0 0 0,0 0 0,0 0 0,0 0 15,0 0-15,0 0 0,0 0 0,0 25 0,0-25 0,0 0 16,-25 25 15,25-25-31,0 0 0,0 25 0,0-25 0,0 24 16,-24-24-16,24 0 0,0 25 0,0-25 0,-50 99 109,50-99-109,0 0 0,0 0 0,0 0 0,0 0 0,0 0 0,0 0 0,0 0 0,0 0 0,0 0 0,0 25 0,0-25 0,0 0 0,0 0 0,0 0 0,0 0 0,25 0 0,-25 0 0,0 0 0,0 0 15,0 0-15,0 0 0,0 0 0,25-25 0,-25 25 0,0 0 0,0 0 0,24 0 0,-24 0 0,0 0 0,25 0 0,-25 0 0,0 0 0,25 0 0,-25 0 0,25 0 16,-25 0-16,25 0 0,-25 0 0,24 0 0,-24 0 0,25-24 0,-25 24 0,25 0 0,-25 0 16,25 0-16,-25 0 0,0 0 0,25 0 0,-25 0 0,0 0 15,0 0-15,0 0 0,0 0 0,24 0 16,-24 0-16,0 0 0,0 0 0,0 0 0,0 0 0,0 0 0,0 0 15,0 0-15,0 0 0,0 0 0,0 0 16,0 0-16,0 0 0,0 0 0,0 0 0,0 0 0,0 0 0,0 0 16,0 0-16,0 0 0,0 0 0,0 0 15,0 0-15,0 0 0,0 0 0,0 0 0,-24 0 0,24 0 16,0-25-16,0 25 0,0 0 0,0 0 0,0 0 0,0 0 15,0-25-15,-25 25 0</inkml:trace>
  <inkml:trace contextRef="#ctx0" brushRef="#br0" timeOffset="85553.8934">9599 4539 0,'0'0'0,"0"0"0,0 0 0,0 0 16,0 0-16,0 0 0,0 0 0,-24 0 16,24 0-16,0 0 0,0 0 0,0 0 0,0 0 0,0 0 15,0 0-15,0 0 0,0 0 0,0 0 0,0 0 16,0 0-16,0 0 0,0 0 0,0 0 0,0 0 15,0 0-15,0 0 0,0 0 0,0 0 0,0 0 0,0 0 0,0 0 16,0 0-16,0 0 0,0 0 0,0 0 0,0 0 16,24 0-16,-24 0 0,0 0 0,0 0 0,0 0 0,0 25 15,0-25-15,0 0 0,0 0 0,0 0 16,0 0-16,0 0 0,0 0 0,0 0 0,0 0 0,0 0 15,0 0-15,0 0 0,0 0 0,0 0 16,0 0-16,0 0 0,0 0 0,0 0 0,0 0 0,0 0 0,0 0 16,0 0-16,0 0 0,0 0 15,0 0-15,0 0 0,0 0 0,0 0 0,0 0 0,0 0 0,0 0 0,0 0 16,0 0-16,0 0 0,0 0 0,0 0 15,0 0-15,0 0 0,0 0 0,0 0 0,0 0 0,0 0 0,0 0 16,0 0-16,0 0 0,0 0 16,0 0-16,0 0 0,0 0 0,0 0 31,0 0-31,0 0 0,0 0 0,0 0 15,0 0-15,0 0 0,0 0 0,0 0 0,0 0 0,0 0 0,0 0 0,-24 0 0,24 0 0,0 0 0,0 0 0,0-25 0,0 25 47,0 0-47,-25-25 63,0 25-63,25 0 15,0 0-15,0-24 0,-25 24 0,25 0 0,0 0 0,0 0 0,-25 0 0,25-25 0,0 25 0,0 0 0,-24 0 0,24 0 0,0 0 0,0 0 0,0 0 0,-25-25 0,25 25 0,0 0 0,0 0 0,0 0 0,-25 0 16,25 0-16,0 0 0,0 0 0,0 0 0,0-25 0,-25 25 0,25 0 0,0 0 0,0 0 0,0 0 0,0 0 0,-25 0 15,25 0-15,0 0 0,0 0 0,0 0 0,0 0 0,0 0 0,0 0 0,0 0 0,0 0 0,0 0 0,0 0 0,0 0 0,0 0 0,0 0 16,0 0-16,0 0 0,0 0 0,0 0 16,0 0-16,0 0 0,0 0 0,0 0 0,0 0 0,0 0 0,0 0 15,0 0-15,0 0 0,0 0 0,0 0 16,0 0-16,0 0 0,0 0 0,0 0 0,0 0 15,0 0-15,0 0 0,0 0 0,0 0 0,25 0 0,-25 0 0,0 0 16,0 25-16,0-25 0,0 0 0,0 0 0,0 0 16,0 0-16,25 0 0,-25 25 0,0-25 0,0 0 0,0 0 15,0 0-15,0 0 0,0 25 16,0-25-16,25 0 0,-25 0 0,0 0 0,0 0 0,0 24 0,0-24 0,0 0 15,0 0-15,0 25 0,25-25 16,-25 0-16,0 25 0,0-25 0,0 0 47,0 25-47,0-25 0,0 0 0,24 25 0,-24-25 0,0 24 0,0-24 0,0 0 0,0 25 0,0-25 0,0 25 0,25-25 0,-25 0 0,0 25 0,0-25 0,0 25 0,0-25 0,0 0 15,0 24-15,0-24 0,25 0 0,-25 25 0,0-25 0,0 0 0,0 25 16,0-25-16,0 0 0,0 0 0,0 25 16,0-25-16,25 0 0,-25 0 0,0 0 0,0 25 0,0-25 0,0 0 15,0 0-15,0 0 0,0 0 0,0 0 0,0 0 16,0 0-16,0 0 15,0 0-15,0 0 0,0 0 0,0 0 0,0 0 0,0 0 0,0 0 0,0 0 0,0 0 16,0 0-16,25-25 0,-25 25 0,0 0 0,0 0 16,0-25-16,24 25 0,-24-25 0,0 25 0,0-25 0,25 25 15,-25-24-15,0-1 0,0 0 0,25 25 0,-25-25 16,0 0-16,25 25 0,-25-24 0,0-1 0,25 25 15,-25-25-15,0 25 0,24-25 0,-24 25 0,0-25 16,0 25-16,0-24 0,25 24 0,-25 0 0,0-25 0,0 25 0,0 0 156,25-50-156,-25 50 0,0 0 0,0 0 0,0 0 0,0 0 0,0 0 0,0 0 0,0 0 16,0 0-16,0-25 0,0 25 0,0 0 0,0 0 0,0 0 0,0 0 0,0 0 0,0 0 0,0 0 0,0 0 0,0 0 0,0 0 0,0 0 0,0 25 0,0-25 0,0 0 0,0 0 0,0 0 0,-25 0 0,25 0 0,0 0 0,0 25 0,0-25 0,0 0 15</inkml:trace>
  <inkml:trace contextRef="#ctx0" brushRef="#br0" timeOffset="86139.9267">9872 5085 0,'0'0'16,"0"0"-16,0 0 0,0 0 0,0 25 0,0-25 16,0 0-16,0 0 0,0 0 0,0 0 0,0 0 0,0 0 15,0 0-15,0 0 0,0 0 0,0 0 0,0 0 16,0-25-16,0 25 0,0 0 0,0 0 0,0-25 0,0 25 0,25 0 15,-25 0-15,0-25 0,0 25 0,0 0 16,0-24-16,0 24 0,25-25 0,-25 25 0,0 0 0,0-25 0,0 25 16,0-25-16,0 25 0,0 0 0,0-25 15,25 25-15,-25 0 0,0-24 0,0 24 0,0-25 0,0 25 16,0 0-16,0-25 0,0 25 0,0 0 0,0 0 15,0 0-15,0 0 0,24 0 0,-24-25 0,0 25 0,0 0 16,0 0-16,0 0 0,0 0 0,0 0 16,0 0-16,0 0 0,0 25 0,0-25 0,0 0 0,0 0 46,0 0-46,0 0 0,0 0 0,0 25 0,0-25 0,0 0 47,0 25-47,0-25 0,0 24 0,0-24 0,0 25 0,0-25 0,0 25 0,0-25 0,0 25 0,0-25 0,0 25 0,0-25 0,0 24 16,0-24-16,0 25 0,0-25 0,0 0 0,0 25 0,0-25 0,0 25 0,0-25 0,0 0 0,-24 25 0,24-25 0,0 0 0,0 0 0,0 0 0,0 24 0,0-24 0,0 0 47,0 0-16,0 0-31,0 0 0,0 0 0,0 0 0,0 0 0,0 0 0,0 0 0,0 0 0,0 0 0,0-24 0</inkml:trace>
  <inkml:trace contextRef="#ctx0" brushRef="#br0" timeOffset="86477.9458">10344 4738 0,'0'0'16,"0"0"-16,0 0 0,0 0 0,0 0 0,0 0 0,0 0 15,0 0-15,0 0 0,0 0 0,0 0 0,0 0 0,0 0 16,0 0-16,0 0 0,24 0 16,-24 0-16,0 0 0,0 0 0,25-25 0,-25 25 0,25 0 0,-25 0 0,0 0 15,25 0-15,-25 0 0,25 0 16,-25 0-16,24 0 0,-24 0 0,0 0 0,25 0 0,-25 0 0,0 0 0,0 0 47</inkml:trace>
  <inkml:trace contextRef="#ctx0" brushRef="#br0" timeOffset="86664.9567">10468 4986 0,'0'0'0,"0"0"0,0 0 0,0 0 0,0 0 0,0 0 0,0 0 0,0 0 0,0 0 15,0 0-15,0 0 0,0 0 16,0 0-16,24 0 0,-24 0 0,0 0 0,0 0 0,25-25 0,-25 25 16,0 0-16,25 0 0,-25 0 0,25 0 15,-25 0-15,0 0 0,25 0 0,-25 0 0,24 0 0,-24 0 0,25 0 16,-25 0-16,25 0 0,-25 0 0,25 0 0,0 0 0,-25-25 15,24 25-15,-24 0 0,25 0 0,0 0 47,-25 0-47</inkml:trace>
  <inkml:trace contextRef="#ctx0" brushRef="#br0" timeOffset="87056.9794">11336 4514 0,'0'0'0,"-25"0"16,25 0-16,0-24 0,0 24 0,0 0 0,0 0 0,-25 0 0,25 0 15,0 0-15,0 0 0,0 0 0,-25 24 0,25-24 16,0 0-16,0 0 0,0 0 0,-24 25 0,24-25 16,0 0-16,0 25 0,0-25 0,-25 25 78,25-25-78,0 25 0,0-25 0,0 24 0,0 1 0,0-25 0,-25 25 0,25 0 0,0-25 0,0 25 0,0-1 0,0-24 0,0 25 0,0 0 0,0-25 0,25 25 0,-25 0 0,0-25 15,0 25-15,0-25 0,0 24 0,0-24 0,25 25 0,-25-25 0,0 0 0,0 25 0,0-25 0,0 0 0,24 25 0,-24-25 0,0 0 0,0 0 78,25 0-78,-25 25 0,0-25 0,0 0 0,0 0 0,25 0 0,-25 0 0,0 0 0,25 0 0,-25 0 0,0 0 0,25 0 0,-25 0 0,0 0 0,24-25 0,-24 25 0</inkml:trace>
  <inkml:trace contextRef="#ctx0" brushRef="#br0" timeOffset="87553.0077">11708 4490 0,'0'0'0,"25"0"0,-25 0 0,0 0 0,0 0 15,0 0-15,0 0 0,0 0 0,0 0 0,0 0 16,0 0-16,0 0 0,0 0 0,0 0 0,0 0 15,0 0-15,0 0 0,0 0 0,0 0 0,0 0 0,0 0 0,0 0 16,0 0-16,0 24 0,0-24 0,0 0 0,-25 0 16,25 0-16,0 25 0,0-25 0,0 0 0,0 25 15,0-25-15,0 0 0,-25 25 0,25-25 16,0 0-16,0 25 0,0-25 0,-25 0 0,25 24 0,0-24 0,0 0 15,-25 25 17,25-25 77,-24 75-94,24-75-15,0 0 0,0 0 0,0 0 0,0 0 0,0 24 0,24-24 0,-24 0 0,0 0 0,0 0 0,0 0 0,25 0 0,-25 0 0,0 0 0,0 0 0,25 0 16,-25 0-16,25 0 0,-25 0 0,0 0 0,25 0 0,-25 0 0,24 0 0,-24 0 0,0 0 0,25 0 0,-25 0 0,25 0 0,-25 0 16,25 0-16,-25 0 0,0 0 0,25 0 0,-25-24 0,0 24 0,24 0 0,-24 0 0,0 0 0,0 0 0,0 0 0,25 0 0,-25 0 0,0 0 0,0 0 15,0 0-15,0 0 0,0 0 0,0 0 0,0 0 0,0 0 0,0 0 0,0 0 16,0 0-16,0 0 0,0 0 0,0 0 0,0 0 0,0 0 15,0 0-15,0 0 0,0 0 0,0 0 0,0 0 16,0 0-16,0 0 0</inkml:trace>
  <inkml:trace contextRef="#ctx0" brushRef="#br0" timeOffset="87882.0266">11881 4539 0,'0'0'0,"0"0"0,0 0 0,-24-25 15,24 25-15,0 0 0,0 0 0,0 0 0,0 0 0,0 0 0,0 0 16,0 0-16,0 0 15,0 0-15,0 0 0,0 0 0,0 0 0,0 0 0,0 0 0,0 0 16,0 25-16,24-25 16,-24 0-16,0 0 15,0 25-15,0-25 0,0 0 0,0 25 0,0-25 0,25 25 0,-25-25 0,0 24 0,0-24 0,0 25 0,0-25 0,0 25 0,0 0 16,0-25-16,0 25 0,0-25 0,0 24 0,0-24 0,0 25 15,0-25-15,0 25 0,0-25 0,0 25 0,0-25 16,0 0-16,0 25 0,0-25 0,0 0 0,0 25 0,-25-25 16,25 0-16,0 24 0,0-24 0,0 0 0,0 0 15,0 25 1,0-25-16,0 0 0,0 0 0,0 0 0,0 25 0,0-25 0,0 0 0,0 0 0,0 0 0,0 0 15,0 0-15,0 0 0,0 0 0,0 0 0,0 0 0,0 0 16,0 0-16,0 0 0,25 0 0,-25 0 16,0 0-16</inkml:trace>
  <inkml:trace contextRef="#ctx0" brushRef="#br0" timeOffset="88096.0388">12179 4589 0,'0'0'0,"0"0"0,0 0 0,0 0 15,0 0-15,0-25 0,0 25 0,0 0 16,0 0-16,0 0 0,0 0 0,0 0 0,0 0 0,0 0 0,0 0 16,0 0-16,0 0 0,0 0 0,0 0 0,0 0 0,0 0 15,0 0-15,0 0 0,0 0 0,0 0 0,0 0 16,0 0-16,0 0 0,0 0 0,0 0 15,0 25-15,0-25 0,0 0 0,0 0 0,0 0 0</inkml:trace>
  <inkml:trace contextRef="#ctx0" brushRef="#br0" timeOffset="88343.0529">12278 4812 0,'0'0'0,"0"0"15,0 0-15,0 0 0,25 25 0,-25-25 16,0 0-16,0 0 78,0 0-78,0 0 0,0 25 0,0-25 0,0 0 0,25 0 0,-25 25 0,0-25 0,0 0 0,0 24 0,0-24 0,0 25 0,0-25 0,25 25 0,-25-25 0,0 0 0,0 25 0,0-25 0,0 25 15,0-25-15,-25 24 0,25-24 0,0 25 0,0-25 0,0 0 0,0 25 0,0-25 0,-25 0 0,25 0 0,0 0 16,0 25-16,0-25 0,0 0 0,0 0 0,-25 0 0,25 0 0,0-25 0,0 25 0,0 0 0,0 0 0,0 0 0</inkml:trace>
  <inkml:trace contextRef="#ctx0" brushRef="#br0" timeOffset="88806.0794">12799 4539 0,'0'0'16,"0"0"-16,0 0 0,0 0 0,0-25 0,25 25 0,-25 0 0,0 0 15,0 0-15,0 0 0,0 0 0,0 0 0,0 0 16,0 0-16,0 0 0,0 0 0,0 0 15,0 0-15,0 25 0,0-25 0,0 0 0,0 0 0,0 0 16,0 0-16,-25 25 0,25-25 0,0 0 0,0 25 0,0-25 16,0 0-16,0 25 0,-25-25 0,25 0 0,0 24 15,0-24-15,0 0 0,0 25 0,-24-25 0,24 0 16,0 25-16,0-25 0,0 0 0,-25 0 0,25 25 15,0-25-15,0 0 0,0 0 0,0 25 0,0-25 0,0 0 16,-25 0-16,25 0 0,0 24 0,0-24 16,0 0-16,0 0 0,0 0 0,0 0 0,25 0 0,-25 0 0,0 0 0,0 0 15,0 0-15,0 0 0,25 0 0,-25 0 16,0 0-16,24 0 0,-24 0 0,0 0 0,25 0 0,-25 0 0,25 0 15,-25 0-15,25 0 0,-25 0 0,25 0 16,-1 25-16,-24-25 0,25 0 0,-25 0 0,25 0 0,-25 0 16,25 0-16,-25 0 0,25 0 0,-25 0 0,24 0 15,-24 0-15,25 0 0,-25 0 0,0 0 0,25 0 16,-25 0-16,0 0 0,0 0 0,0 0 0,0 0 0,25-25 0,-25 25 15,0 0-15,0 0 0,0 0 0,0 0 16,0-24-16</inkml:trace>
  <inkml:trace contextRef="#ctx0" brushRef="#br0" timeOffset="89176.1006">13047 4539 0,'0'0'0,"0"0"16,0-25-16,0 25 0,0 0 0,-25 0 15,25 0-15,0 0 0,0 0 0,0 0 0,0 0 16,0 0-16,0 0 0,0 0 0,0 25 0,0-25 0,0 0 15,0 0-15,25 0 0,-25 25 0,0-25 0,0 25 16,0-25-16,0 25 0,0-25 0,0 24 0,0-24 16,0 25-16,0 0 0,0-25 0,0 25 0,-25-25 0,25 25 0,0-1 15,0-24-15,0 25 0,0-25 0,0 25 0,0-25 16,0 25-16,0-25 0,0 25 0,0-25 0,-24 25 15,24-25-15,0 0 0,0 24 0,0-24 0,0 0 0,0 25 16,0-25-16,0 0 0,-25 25 16,25-25-16,0 0 0,0 0 0,0 0 0,0 0 0,0 0 0,0 0 0,0 0 15,0 0-15,0 0 0,0 0 0,0 0 16,0 0-16,0 0 0,25 0 0,-25 0 0,0 0 15,0 0-15,24 0 0,-24-25 78</inkml:trace>
  <inkml:trace contextRef="#ctx0" brushRef="#br0" timeOffset="89298.1076">13271 4638 0,'0'-24'0,"0"24"0,0 0 0,0 0 0,0 0 0,0 0 15,0 0-15,0 0 0,0 0 0,0 0 0,0 0 16,0 0-16,0 0 0,0 0 0,0 0 0,0 0 15,0 0-15,0 0 0,24 0 0,-24 0 0,0 0 16,0 0-16,0 0 0,0 0 0,0 0 0,0 0 0,0 0 16,0 0-16,0 0 0,0 0 15,0 0-15</inkml:trace>
  <inkml:trace contextRef="#ctx0" brushRef="#br0" timeOffset="89660.1283">13370 4738 0,'0'0'0,"0"0"15,0 0-15,0 0 0,25 0 0,-25 0 0,0 24 16,0-24-16,0 0 0,0 0 0,24 25 0,-24-25 16,0 0-16,0 0 0,0 25 0,25-25 0,-25 0 0,0 25 15,0-25-15,0 0 0,0 0 0,0 25 0,0-25 16,0 0-16,0 25 0,0-25 0,0 0 0,0 0 0,0 24 15,-25-24-15,25 0 0,0 25 0,0-25 16,-24 0-16,24 0 0,0 0 0,0 25 0,-25-25 0,25 0 0,0 0 16,0 0-16,-25 0 0,25 0 0,0 0 15,0 0-15,0 0 0,0 0 0,0 0 0,-25 0 0,25 0 125</inkml:trace>
  <inkml:trace contextRef="#ctx0" brushRef="#br0" timeOffset="90037.1498">13643 4911 0,'0'0'0,"24"0"0,-24 0 0,0 0 0,0 0 0,0 0 0,0-24 0,0 24 15,25 0-15,-25 0 0,0 0 0,0-25 0,25 25 0,-25 0 0,0-25 16,25 25-16,-25 0 0,0-25 0,25 25 0,-25-25 15,0 25-15,24 0 0,-24-25 0,0 25 0,25-24 0,-25 24 16,0-25-16,25 0 0,-25 25 0,0-25 0,0 25 16,25-25-16,-25 1 0,0 24 0,0-25 0,0 25 15,0-25-15,0 25 0,25-25 0,-25 25 0,0 0 16,0-25-16,0 25 0,0 0 0,0 0 0,0-24 0,0 24 0,0 0 15,0 0-15,0 0 0,0 0 16,0 0-16,0 0 0,0 0 0,0 0 0,0 0 0,0 0 16,0 0-16,0 0 0,0 0 0,0 0 0,0 0 15,0 0-15,0 0 31,0 0-31,0 0 0,0 0 16,0 24-16,0-24 0,0 0 0,0 25 0,0-25 0,0 0 0,0 25 0,0-25 0,0 25 0,0-25 0,0 25 0,0-1 0,0-24 0,0 25 0,0-25 47,24 25-47,-24 0 0,0-25 0,0 25 0,0-25 0,0 24 0,0-24 0,0 25 0,0-25 0,0 25 0,0-25 0,0 25 0,0-25 0,0 25 0,0-25 0,0 0 15,0 25-15,0-25 0,0 0 0,0 24 0,0-24 0,0 0 0,0 0 0,25 25 16,-25-25-16,0 0 0,0 0 0,0 0 0,0 25 0,0-25 16,0 0-16,25 0 0,-25 0 0,0 0 0,0 0 15,0 0-15,0 0 0,0 0 0,0-25 0,0 25 16,0 0-16,0 0 0,0 0 0,0-25 0,0 25 15,25 0-15,-25-24 0</inkml:trace>
  <inkml:trace contextRef="#ctx0" brushRef="#br0" timeOffset="90485.1754">14213 4316 0,'0'0'0,"0"0"16,0 0-16,25 0 0,-25 0 0,0 0 0,0 0 0,0 0 15,0 0-15,0 0 0,25 0 0,-25 0 0,0 0 16,0 0-16,24 25 0,-24-25 0,0 0 0,25 0 16,-25 25-16,0-25 0,25 0 0,-25 24 0,0-24 15,25 25-15,-25 0 0,0-25 0,25 25 0,-25 0 0,0-25 16,0 24-16,0 1 0,25-25 0,-25 25 0,0 0 0,0 0 15,0-25-15,0 24 0,0 1 0,0 0 0,0-25 16,0 25-16,0 0 0,-25-25 0,25 24 0,0-24 16,0 25-16,-25 0 0,25-25 78,0 0-78,0 25 0,-25-25 0,25 25 0,0-25 0,-25 25 0,25-25 0,-25 0 0,25 24 0,0-24 0,-24 0 0,24 25 0,0-25 0,-25 0 0,25 0 0,0 25 0,-25-25 0,25 0 0,0 0 0,0 0 0,-25 25 0,25-25 0,0 0 0,0 0 0,0 0 0,-25 0 0,25 0 0,0 0 0,0 0 0,0 0 0,0 0 78,0 0-63,0 0-15,0 0 0,0 0 0,0 0 0,0 0 0,0 0 0,0-25 0,25 25 0,-25 0 0,0 0 0,0-25 0,0 25 0,0 0 0,25 0 0,-25-25 0</inkml:trace>
  <inkml:trace contextRef="#ctx0" brushRef="#br0" timeOffset="90668.1859">14635 4762 0,'0'0'0,"0"0"0,0 0 0,0 0 0,0 0 16,0 0-16,0 0 0,0 0 16,0 0-16,0 0 0,0 0 0,0 0 0,25 0 0,-25 0 0,0 0 15,0 0-15,0 0 0,0 0 0,0 0 0,0 0 16,0 0-16,0 0 0,0 0 0,0 0 0,0 25 0,0-25 15,24 0-15,-24 0 0,0 0 0,0 0 0,0 0 16</inkml:trace>
  <inkml:trace contextRef="#ctx0" brushRef="#br0" timeOffset="90880.198">14684 4961 0,'0'0'16,"0"0"-16,0 25 0,0-25 15,0 0-15,25 0 0,-25 25 0,0-25 0,0 0 0,25 24 0,-25-24 0,0 0 16,0 25-16,25-25 0,-25 0 0,0 25 15,0-25-15,0 25 0,0-25 0,0 0 0,0 25 0,0-25 16,0 0-16,-25 24 0,25-24 0,0 0 16,-25 25-16,25-25 0,0 0 0,-25 25 0,25-25 0,-24 0 0,24 0 15,-25 25-15,0-25 0,25 0 0,-25 0 16,25 0-16,-25 25 0,25-25 0,-24 0 0</inkml:trace>
  <inkml:trace contextRef="#ctx0" brushRef="#br0" timeOffset="91572.2374">15329 4614 0,'0'0'16,"0"0"-16,0 0 0,0 0 0,0-25 0,0 25 0,0 0 0,0 0 0,0 0 15,0 0-15,0 0 0,0 0 16,0 0-16,0 0 0,0 0 0,0 0 0,0 0 0,0 0 0,0 0 16,0 0-16,0 0 0,0 0 0,0 25 15,25-25-15,-25 0 0,0 24 0,0-24 0,0 0 0,0 25 0,0-25 16,25 25-16,-25 0 0,0-25 0,0 25 15,0-25-15,0 24 0,0 1 0,0-25 0,0 25 0,0-25 0,0 25 16,0 0-16,0-25 0,0 25 16,25-25-16,-25 0 0,0 24 0,0-24 0,0 25 0,0-25 0,0 0 0,0 0 15,0 25-15,0-25 0,25 0 0,-25 0 16,0 0-16,0 0 0,0 0 0,0 0 0,0 0 0,0 0 15,0 0-15,0 0 0,24 0 0,-24 0 16,0 0-16,0-25 0,0 25 0,25 0 0,-25 0 0,0-25 0,0 25 0,25-24 16,-25 24-16,0 0 0,0-25 15,25 0-15,-25 25 0,0-25 0,0 25 16,25-25-16,-25 0 0,0 25 0,24-24 0,-24-1 0,0 0 0,0 25 0,25-25 0,-25 25 15,0-25-15,0 25 0,25-24 0,-25 24 16,0 0-16,0-25 0,0 25 0,0 0 0,0 0 0,25 0 0,-25 0 16,0-25-16,0 25 15,0 0-15,0 0 0,0 0 0,0 0 0,0 0 0,0 0 0,0 0 0,0 0 16,0 0-16,0 0 0,0 0 0,0 0 0,0 0 15,0 0-15,0 0 0,0 0 0,0 0 0,0 0 0,0 0 16,0 0-16,0 0 0,0 0 0,0 0 16,0 0-16,0 25 0,0-25 0,0 0 0,0 0 0,0 0 0,25 0 15</inkml:trace>
  <inkml:trace contextRef="#ctx0" brushRef="#br0" timeOffset="92511.2913">15677 4961 0,'0'0'15,"0"0"-15,0 0 0,0 0 0,0 0 0,0 0 0,0 0 0,0 0 16,0 0-16,0 0 0,0 0 0,0 0 47,49-25 31,-49 25-78,0 0 0,25 0 0,-25 0 0,0 0 0,0 0 0,0 0 0,25 0 0,-25 0 0,0 0 0,0 0 0,0 0 0,0 25 0,25-25 0,-25 0 0,0 0 0,0 0 46,0 0-46,0 0 0,0 25 16,0-25-16,0 25 16,0-1-16,-25-24 15,0 50-15,25-50 0,-25 25 0,0 0 16,25-25-16,0 24 0,-24-24 47,-26 75-47,50-75 15,0 0-15,0 25 16,25-25-16,0 0 16,24 0-16,1 0 15,-50 0-15,49 0 0,-49 0 16,50-25-16,-25 25 15</inkml:trace>
  <inkml:trace contextRef="#ctx0" brushRef="#br0" timeOffset="92611.2971">16247 4961 0,'0'0'0,"0"0"0,0 0 0,25 0 0,-25 0 0,0-25 0,0 25 0,0 0 0,25 0 0,-25 0 15,0 0-15,0 0 0,24 0 0,-24 0 0,0 0 0,25 0 0,-25 0 0,0 0 0,25 0 0,-25 0 0,25 0 0,-25 0 0,25 0 0,-25 0 0,25 0 0,-25 0 0,24-25 0,1 25 0,-25 0 0,25 0 0,-25 0 0,25 0 0,-25 0 0,25 0 0,-1 0 0,-24 0 0,0 0 0</inkml:trace>
  <inkml:trace contextRef="#ctx0" brushRef="#br0" timeOffset="93553.3509">16272 4638 0,'0'0'0,"0"0"0,0 0 16,0 0-16,0 0 0,0 0 0,0 0 0,0 0 0,0 0 16,0 0-16,0 0 0,0 0 0,0 0 0,0 0 0,0 0 15,0 0-15,0 0 0,0 0 0,0 0 0,0 0 16,0 0-16,0 0 0,0 0 0,0 0 15,0 0-15,0 0 0,0 0 0,25 0 0,-25 0 0,0 0 0,0 0 16,0 0-16,0 0 0,24 0 0,-24 0 16,0 0-16,25 0 0,-25 0 0,25 0 0,-25 0 0,25-24 0,-25 24 15,25 0-15,-25 0 0,25 0 0,-25 0 16,24 0-16,1 0 0,-25 0 0,25 0 0,0 0 0,-25 0 0,25 0 15,-25 0-15,24 0 0,-24 0 16,25-25-16,-25 25 0,0 0 0,25 0 0,-25 0 0,0 0 0,0 0 16,25 0-16,-25-25 0</inkml:trace>
  <inkml:trace contextRef="#ctx0" brushRef="#br0" timeOffset="94012.3772">17140 4390 0,'0'0'16,"0"0"-16,0 0 0,-25-24 0,25 24 15,0 0-15,0 0 0,0 0 0,0 0 0,0 0 0,0 0 0,0 0 16,0 0-16,0 0 0,-25 0 0,25 0 16,0 0-16,0 0 0,0 0 0,0 0 0,0 0 15,0 0-15,0 0 0,0 0 0,-24 24 0,24-24 0,0 0 47,-25 25-47,25-25 0,0 25 0,-25-25 0,25 25 0,-25 0 0,25-25 0,0 24 0,-25 1 0,25 0 0,-24 0 0,24 0 0,-25-1 0,25 1 0,0 0 0,-25 0 47,25 0-47,0-1 0,0 1 0,0-25 0,-25 25 0,25 0 0,0 0 0,0 0 0,25-25 0,-25 24 0,0 1 0,0-25 0,0 25 0,25 0 0,-25-25 0,25 25 0,-25-25 15,24 24-15,1-24 0,0 25 0,0-25 0,-25 0 16,25 25-16,-1-25 0,1 0 0,0 0 0,0 25 0,0-25 0</inkml:trace>
  <inkml:trace contextRef="#ctx0" brushRef="#br0" timeOffset="96799.5364">17487 4738 0,'0'0'0,"0"0"0,-25 0 0,25 0 0,0 0 15,0 0-15,0 0 0,0 0 0,0 0 16,0 0-16,0 0 0,0 0 0,0 0 0,0 0 0,0 0 0,0 0 16,0 0-16,0 0 0,0 0 0,0 0 0,-24 0 0,24-25 15,0 25-15,0 0 16,0 0-16,0 0 0,0 0 0,0 0 0,0 0 0,0-25 0,0 25 0,0 0 15,0 0-15,0 0 0,0 0 0,0 0 0,0 0 16,0-25-16,0 25 0,0 0 0,0 0 47,0 0-47,0 0 0,0 0 0,0 0 0,0-25 0,0 25 0,0 0 0,0 0 0,0 0 0,0 0 0,0-24 0,0 24 0,24 0 0,-24 0 0,0 0 0,0 0 0,0 0 15,25-25-15,-25 25 0,0 0 0,0 0 0,0 0 16,25 0-16,-25 0 0,0 0 0,0 0 0,0 0 0,25 0 0,-25 0 16,0 0-16,0 0 0,0 0 0,25 0 15,-25 0-15,0 0 0,0 0 0,0 0 0,0 0 0,0 0 0,0 0 16,0 25-16,25-25 0,-25 0 0,0 0 0,0 0 15,-25 24-15,25-24 0,0 0 0,0 25 0,0-25 16,0 25-16,-25-25 0,25 25 0,0-25 0,-25 0 0,25 25 16,0-25-16,-25 24 0,25-24 0,-25 25 15,25-25-15,0 25 0,-24-25 0,24 0 0,-25 25 0,25-25 0,0 0 16,-25 25-16,25-25 0,0 0 0,-25 25 15,25-25-15,0 0 0,0 0 0,-25 0 0,25 24 0,0-24 16,0 0-16,0 0 0,0 0 0,0 0 0,0 0 0,-24 0 16,24 0-16,0 0 0,0 0 0,0 0 0,0 0 15,0 0-15,0 0 0,0 0 0,0 0 0,0 0 16,0 0-16,0 0 0,0 0 0,0 0 0,0 0 15,24 0-15,-24 0 0,0 0 0,0 0 0,0 0 0,0 0 0,0 0 16,25 25-16,-25-25 0,0 0 0,0 0 0,25 0 16,-25 0-16,0 0 0,25 0 0,-25 0 0,25 0 0,-25 0 15,24-25-15,-24 25 0,0 0 0,25 0 16,-25 0-16,25 0 0,-25 0 0,0 0 0,25 0 0,-25 0 0,0 0 15,25 0-15,-25 0 0,0 0 0,0 0 16,25 0-16,-25 0 0,0 0 0,0 0 16,0 0-16,24 0 0,-24 25 0,0-25 0,0 0 0,0 0 0,0 0 0,0 0 15,0 0-15,0 0 0,0 0 16,0 0-16,0 0 0,25 0 0,-25 0 0,0-25 0,0 25 0,0 0 0,0 0 15,0 0-15,0 0 0,0 0 16,25 0-16,-25 0 0,0 0 0,0 0 0,0 0 0,0 0 0,0 0 0,0 0 16,0 0-16,0 0 0,0 0 15,0 0-15,0 0 0,0 0 0,0 0 0,0 0 0,0 0 0,0 0 31,0 0-31,0 0 0,0-24 0,0 24 0,0 0 0,0 0 0,0 0 0</inkml:trace>
  <inkml:trace contextRef="#ctx0" brushRef="#br0" timeOffset="97099.5538">17934 4738 0,'0'0'15,"0"0"-15,0 0 0,0 0 0,0 0 16,0-25-16,0 25 0,0 0 0,0 0 0,0 0 0,0 0 0,0 0 93,0 0-93,0 0 0,0 0 0,0 0 0,0 0 0,0 0 0,0 0 0,0 0 0,0 0 0,0 0 0,25 0 0,-25 0 0</inkml:trace>
  <inkml:trace contextRef="#ctx0" brushRef="#br0" timeOffset="97257.5627">17983 4887 0,'0'0'0,"0"0"0,25 0 0,-25 0 0,0 0 0,0 24 0,0-24 0,0 0 0,25 0 0,-25 0 0,0 25 0,0-25 0,25 0 0,-25 0 15,0 25-15,0-25 0,25 0 0,-25 25 0,0-25 0,0 0 16,0 0-16,0 25 0,0-25 0,0 0 15,0 24-15,0-24 0,0 0 0,0 25 0,0-25 0,-25 0 16,25 25-16,0-25 0,-25 0 0,25 25 0,-25-25 16,25 0-16,0 0 0,-25 25 0,25-25 0,-24 0 15,24 0-15,0 0 0,-25 0 0,25 24 0,0-24 0,-25 0 0,25 0 16,0 0-16,0 0 0,0 0 0,0 0 0,0 0 15,0 0-15</inkml:trace>
  <inkml:trace contextRef="#ctx0" brushRef="#br0" timeOffset="97963.6032">18579 4589 0,'0'0'0,"-25"0"0,25 0 16,0 0-16,0 0 0,0 0 0,0 0 0,0 0 0,0-25 16,0 25-16,0 0 0,0 0 0,0 0 0,0 0 0,0 0 15,0 0-15,0-25 0,25 25 0,-25 0 0,0 0 16,0 0-16,0-25 0,0 25 0,0 0 15,25 0-15,-25 0 0,0 0 0,0-24 0,0 24 0,24 0 0,-24 0 0,0 0 16,0 0-16,0 0 16,25 0-16,-25 0 0,0 0 0,0 0 0,0 0 0,25 0 0,-25 0 0,0 0 15,0 0-15,25 24 0,-25-24 0,0 0 0,0 0 16,25 0-16,-25 25 0,0-25 0,0 0 0,0 0 0,0 25 15,0-25-15,0 25 16,0-25-16,0 0 0,0 25 0,0-25 0,0 24 0,0-24 0,0 25 0,0-25 16,-25 25-16,25-25 0,0 25 0,-25-25 0,25 25 0,-25-1 15,25-24-15,-25 25 0,25-25 0,-24 25 0,24-25 16,-25 25-16,25-25 0,-25 0 0,25 25 0,-25-25 15,25 25-15,0-25 0,-25 0 0,25 24 0,0-24 0,-25 0 0,25 25 16,0-25-16,0 0 0,-24 0 0,24 25 16,0-25-16,0 0 0,0 0 0,0 0 0,0 0 0,0 0 15,0 0-15,0 0 0,0 0 0,0 0 47,0 0-47,24 0 0,-24 0 0,0 0 0,0 0 0,0 0 0,25 0 0,-25 0 0,0 0 0,0 25 0,25-25 0,-25 0 0,0 0 0,25 0 0,-25 0 0,0 0 16,25 0-16,-25 0 0,25 0 0,-25 0 0,24 0 0,-24 0 0,25 0 15,-25 0-15,25 0 0,-25 0 0,0 0 0,25 0 0,-25 0 16,25 0-16,-25 0 0,0 0 0,24 0 0,-24 0 31,0 0-31,25 0 0,-25 0 0,0 0 0,0 0 0,0 0 0,0 0 0,0 0 0,0 0 0,0 0 0,0 0 16,0 0-16,0 0 0,0 0 0,0-25 15,0 25-15,0 0 0,0 0 0,0 0 0,0 0 0,0 0 16,0 0-16,25 0 0,-25 0 0,0 0 0,0 0 15,25 0-15,-25-25 0,0 25 0</inkml:trace>
  <inkml:trace contextRef="#ctx0" brushRef="#br0" timeOffset="98207.6171">19100 4738 0,'0'0'15,"0"0"-15,0 0 0,0 0 16,0 0-16,0 0 0,0-25 0,0 25 0,0 0 0,0 0 0,0 0 15,0 0-15,0 0 0,0 0 0,0 0 0,0 0 0,0 0 16,0 0-16,0 25 0,0-25 0,0 0 16,0 0-16,0 0 0,0 0 0,0 0 15,0 0-15,0 0 0,0 0 0,0 24 0</inkml:trace>
  <inkml:trace contextRef="#ctx0" brushRef="#br0" timeOffset="98458.6315">19149 4887 0,'0'0'0,"0"0"0,0 0 0,25 24 15,-25-24 1,0 0-16,0 0 0,0 0 0,0 0 0,0 25 0,25-25 0,-25 0 0,0 0 0,0 25 16,0-25-16,25 0 0,-25 0 0,0 25 0,0-25 0,0 0 15,24 25-15,-24-25 0,0 0 0,0 24 16,0-24-16,0 0 0,0 25 0,0-25 0,-24 0 0,24 0 47,0 25-16,0-25-31,-25 0 15,25 0-15,0 25 0,-25-25 0,25 0 0,-25 0 0,25 25 0,-25-25 0,25 0 0,-24 0 0,24 0 0,0 0 0,-25 0 0,25 0 0,0 0 0,-25 24 0,25-48 0,0 24 0,0 0 0,0 0 0,0 0 0,0 0 16,0 0-16,0 0 0,0 0 0,0-25 0,0 25 0</inkml:trace>
  <inkml:trace contextRef="#ctx0" brushRef="#br0" timeOffset="99145.6708">19720 4564 0,'0'0'0,"0"0"0,0-25 0,0 25 16,0 0-16,0 0 0,0 0 0,0 0 15,0 0-15,0 0 0,0 0 0,0 0 0,0 0 0,0 0 16,0 0-16,0 0 0,0 0 0,0 0 0,0 0 0,0 0 15,-25 0-15,25 0 0,0 0 0,0 0 0,0 0 94,0 25-94,-25-25 0,25 0 0,0 0 0,0 25 0,0-25 0,-25 0 0,25 25 0,0-25 0,0 0 0,0 24 0,-24-24 0,24 25 0,0-25 0,0 25 0,0-25 0,0 25 0,-25 0 0,25-25 0,0 24 16,0-24-16,0 25 0,0-25 0,0 25 0,0-25 0,0 25 0,0-25 0,0 25 0,0 0 0,0-25 0,0 0 0,0 24 0,0-24 0,0 25 0,0-25 0,0 0 0,0 25 0,0-25 0,0 0 15,25 25-15,-25-25 0,0 0 0,0 0 0,0 25 16,24-25-16,-24 0 0,0 0 0,0 0 0,25 0 0,-25 0 15,0 0-15,0 0 0,25 0 16,-25 0-16,0 0 0,0 0 0,25 0 0,-25 0 0,0 0 0,25 0 16,-25-25-16,0 25 0,24 0 0,-24 0 0,0-25 15,25 25-15,-25-25 0,0 25 0,25 0 0,-25-25 0,25 1 156,24-225-156,-49 225 16,-24 24-16,-1-25 15,25 25-15,0-25 0,-25 25 16,0 0-16,25-25 0,0 25 16,-25 0-16,25 0 0,0 0 15,0 0-15,0 0 0,-24 0 16,24 0-16,0 0 15,0 0-15,24 0 0,-24 0 0</inkml:trace>
  <inkml:trace contextRef="#ctx0" brushRef="#br0" timeOffset="99889.713">20439 4266 0,'0'0'0,"0"0"0,25 0 0,-25 0 0,0 0 15,0 0-15,0 0 0,0 0 0,0 0 0,0 0 16,0 0-16,0 0 0,0 0 0,0 0 0,25 0 15,-25 0-15,0 0 0,0 0 0,0 25 0,24-25 0,-24 0 0,0 0 16,25 25-16,-25-25 0,0 0 0,0 25 78,25-25-78,-25 25 0,0-25 0,25 24 0,-25 1 0,0-25 0,0 25 0,0-25 0,0 25 0,25 0 16,-25-1-16,0-24 0,0 25 0,0 0 0,0 0 0,0 0 0,-25-25 0,25 24 0,0 1 0,0 0 0,0 0 0,-25 0 0,25-25 0,0 24 0,0 1 0,-25-25 0,25 25 0,0 0 0,-25-25 15,25 25-15,0 0 0,-24-25 0,24 24 0,-25-24 0,25 25 0,0-25 0,-25 25 0,25-25 16,-25 25-16,25-25 0,-25 0 0,25 25 0,-24-25 0,24 24 15,0-24-15,-25 0 0,25 25 0,-25-25 16,25 0-16,0 25 0,-25-25 0,25 0 0,0 0 0,-25 0 16,25 0-16,0 0 0,0 0 0,-24 0 0,24 25 15,0-25-15,0 0 0,0 0 0,0 0 0,0 0 0,0 0 16,-25 0-16,25 0 0,0 0 0,0 0 0,0 0 15,0 0-15,0 0 0,0 0 0,0 0 0,0 0 0,0 0 16,0 0-16,0 0 0,0 0 0,0 0 16,0 0-16,0 0 0,0-25 0,0 25 0,0 0 0,0 0 0,0 0 15,0 0-15,0 0 0,0 0 0,0-25 16,0 25-16,0 0 0,0 0 0,25 0 0</inkml:trace>
  <inkml:trace contextRef="#ctx0" brushRef="#br0" timeOffset="100600.754">21382 4738 0,'0'0'16,"0"0"-16,0 0 0,0 24 0,0-24 0,0 0 0,0 0 0,0 0 15,0 0-15,0 0 0,0 0 16,0 0-16,0 0 0,0 0 0,0 0 0,0 0 47,0 0-47,-25 0 0,25 0 0,0 0 0,0 0 0,0 0 0,0 0 0,0 0 0,0 0 0,0 0 0,0 0 0,0 0 0,0 0 0,0 0 0,0 0 0,0 0 0,0 0 78,0 0-78,0 0 0,0 0 0,0 0 0,0 0 0,0 0 0,0 0 0,0 0 0,0 0 0,0 0 0,0 0 0,0 0 0,0 0 0,0 0 15,0 0-15,0 0 0,0 0 0,0 0 0,0 0 0,0 0 0,0 0 0,0 0 0,0 0 0,0 0 0,0 0 0,0 0 0,25 0 0,-25 0 0,0 0 0,0 0 0,0 0 0,0 0 16,0 0-16,24-24 0,-24 24 0,0 0 0,0 0 0,0 0 0,0 0 16,0 0-16,0 0 0,0 0 0,0 0 0,0 0 0,0 0 15,0 0-15,0 0 0,0-25 0,0 25 16,0 0-16,0 0 0,0 0 0,0 0 0,0 0 0,0 0 15,0 0-15,0 0 0,0 0 0,0 0 0,0 0 0,0 0 16,0 0-16,0 0 0,0 0 0,0 0 0,0 0 16,0 0-16,0 0 0,0 0 0,0 0 0,0 0 15,0 0-15,0 0 0,0 0 0,0 0 0,0 0 0,0 0 16,0 0-16,-24 0 0,24 0 0</inkml:trace>
  <inkml:trace contextRef="#ctx0" brushRef="#br0" timeOffset="101045.7795">21382 5035 0,'0'25'0,"0"-25"0,0 0 0,0 0 15,24 0-15,-24 0 0,0 0 0,0 25 0,0-25 16,25 0-16,-25 0 0,0 25 0,0-25 0,25 0 16,-25 25-16,0-25 0,0 0 0,0 24 0,0-24 0,25 0 0,-25 25 15,0-25-15,0 0 0,0 25 0,-25-25 16,25 0-16,0 25 0,0-25 0,-25 0 0,25 25 15,0-25-15,-25 0 0,25 0 0,-24 24 0,-1-24 0,25 0 16,-25 0-16,25 25 0,-25-25 0,0 0 0,25 0 0,-24 0 16,24 0-16,0 25 0,-25-25 0,25 0 15,0 0-15,-25 0 0,25 0 0,0 0 0,0 0 141</inkml:trace>
  <inkml:trace contextRef="#ctx0" brushRef="#br0" timeOffset="101740.8192">22151 4514 0,'0'-24'16,"0"24"-16,0 0 0,24 0 0,-24 0 0,0 0 0,0-25 0,0 25 0,0 0 15,0 0-15,0 0 0,0 0 16,0 0-16,0 0 0,0 0 0,0 0 0,0 0 0,0 0 0,0 0 15,0 0-15,0 0 47,0 0-47,0 0 0,0 0 0,0 0 0,0 0 0,0 0 0,0 0 0,0 0 0,0 0 0,0 0 0,0 0 78,0 0-78,0 0 0,0 0 0,0 25 0,0-25 0,0 0 0,0 0 0,0 0 0,25 24 0,-25-24 0,0 0 0,0 0 0,0 25 0,0-25 0,0 0 0,0 25 0,0-25 0,0 25 16,0-25-16,0 25 0,25 148 78,-25-173-78,0 25 0,0-25 0,0 25 0,0-25 0,0 25 0,0-25 0,0 25 0,0-25 0,0 24 0,0-24 0,0 0 0,0 0 0,0 25 0,0-25 0,0 0 0,0 0 0,0 0 0,0 25 0,0-25 0,0 0 0,0 0 0,0 0 0,0 0 0,0 0 0,0 0 0,0 0 0,0 0 0,25 0 0,-25-25 0,0 25 0,0 0 0,0 0 0,0 0 0,25 0 0,-25-25 0,0 25 15,24 0-15,-24-24 0,0 24 0,25-25 0,-25 25 16,0-25-16,25 25 0,-25-25 0,25 25 0,-25-25 0,25 0 16,-25 25-16,0-24 0,24-1 0,-24 25 0,25-25 15,-25 0-15,0 25 0,0-25 0,25 1 0,-25 24 0,0-25 16,0 25-16,25 0 0,-25-25 0,0 25 0,0 0 15,0 0-15,0 0 0,0-25 0,0 25 0,0 0 16,0 0-16,0 0 0,0 0 0,0 0 0,0 0 16,0 0-16,0 0 0,0 0 0,0 0 0,25 0 0,-25 0 0,0 0 15,0 0-15,0 0 0,0 0 0,0 0 0,0 0 16,0 0-16,0 0 0,0 0 0,0 0 0,0 0 15,0 0-15,0 0 0,0 0 0,0 0 0,-25 0 0,25 0 16,0 0-16,0 0 0,0 0 0,0 0 16,0 0-16,0 25 0,-25-25 0</inkml:trace>
  <inkml:trace contextRef="#ctx0" brushRef="#br0" timeOffset="102752.8771">22523 5110 0,'0'0'0,"0"0"0,0 0 0,0 0 0,0 0 15,0 0-15,0 0 0,0 0 0,0 0 16,0 0-16,0 0 0,0 0 0,0 0 0,0 0 0,0-25 0,0 25 16,0 0-16,0 0 0,0 0 0,0 0 0,0 0 93,0 0-93,0 0 0,0 0 0,24 0 0,-24-25 0,0 25 0,0 0 0,0 0 0,0 0 78,75 50-78,-75-50 0,25 25 0,-25-25 0,0 0 0,-25 0 0,25 24 0,0-24 16,0 0-16,0 25 0,0-25 0,0 0 0,-25 25 0,25-25 0,0 0 0,-25 0 0,25 25 0,0-25 0,-25 0 0,25 25 0,0-25 0,-24 0 0,24 0 0,0 0 0,-25 24 0,25-24 0,0 0 0,-25 0 0,25 0 0,0 0 0,0 0 0,-25 0 0,25 0 0,0 0 0,0 0 0,0 0 0,0 0 0,0 0 15,0 0-15,0 0 0,0 0 0,0 0 0,0 0 0,0 0 16,0 0-16,0 0 0,0 0 0,25 0 0,-25 0 0,0 0 16,0 0-16,0 0 0,25 0 0,-25 0 15,0 0-15,0 0 0,25 0 0,-25 0 0,0 0 16,0 0-16,24 0 0,-24-24 0,0 24 0,0 24 0,0-24 0,0 0 0,25 0 15,-25 0-15,0 0 0,0 0 16,0 0-16,0 0 0,0 0 0,0 0 0,0 0 0,0 25 16,0-25-16,0 0 0,25 0 0,-25 25 0,0-25 0,0 0 0,0 25 15,0-25-15,0 0 0,0 25 0,0-25 16,0 0-16,0 24 0,-25-24 0,25 0 0,0 25 0,0-25 15,0 0-15,0 25 0,0-25 0,0 0 0,-25 0 0,25 25 16,0-25-16,0 0 0,-24 0 0,24 0 0,0 0 16,-25 0-16,25 0 0,0 0 0,-25 0 15,25 0-15,0 0 0,-25 0 0,25 0 0,0 0 0,-25 0 0,25 0 16,0 0-16,-24 0 0,24 0 0,0 0 0,0-25 15,-25 25-15,25 0 0,0 0 0,0 0 0,0 0 16,0 0-16,-25 0 0,25-25 0,0 25 0,0 0 0,0 0 16,0 0-16,0 0 0,0 0 0,0 0 15,0 0-15,0 0 0,0 0 0,0-25 125,50 1-125,-26-1 0,-24 25 0,25 0 0,-25 0 0,25-25 0,-25 25 0</inkml:trace>
  <inkml:trace contextRef="#ctx0" brushRef="#br0" timeOffset="103159.9004">23093 4812 0,'0'0'0,"0"0"0,0 0 0,0 0 0,0 0 0,0 0 0,0 0 0,0 0 0,0 0 0,0 0 0,0 0 16,0 0-16,0 0 0,0 0 0,0 0 0,25 0 0,-25 0 0,0 0 0,0 0 0,0 0 0,25 0 0,-25 0 0,0 0 0,25 0 0,-25 0 0,0 0 0,24 0 15,-24 0-15,25 0 0,-25 0 0,25 0 0,-25 0 0,25 0 0,-25 0 0,25 0 0,-25 0 0,24 0 0,-24 0 0,25 0 0,-25 0 0,25 0 0,-25 0 0,0 0 0,25 0 0,-25 0 16,0 0-16,0 0 0,0 0 0,0 0 16,0 0-16,0 0 0,0 0 0,0 0 0,0 0 0,0 0 15,0 0-15,0 0 0,0 0 0</inkml:trace>
  <inkml:trace contextRef="#ctx0" brushRef="#br0" timeOffset="103517.9209">23093 5085 0,'0'0'0,"0"0"16,0 0-16,0 0 0,0 0 0,0 0 0,0 0 0,0 0 15,0 0-15,0 0 0,0 0 0,0 0 0,0 0 0,25 0 16,-25 25-16,0-25 0,0 0 0,25 0 15,-25 0-15,0 0 0,25 0 0,-25 0 0,24 0 0,-24 0 16,25 0-16,-25 0 0,25 0 0,-25 0 16,25 0-16,-25 0 0,25 0 0,-25 0 140</inkml:trace>
  <inkml:trace contextRef="#ctx0" brushRef="#br0" timeOffset="104087.9534">24135 4465 0,'0'-25'16,"-25"25"-16,25 0 0,0 0 0,0 0 15,0 0-15,0 0 0,0 0 0,0 0 0,0 0 0,0 0 0,0 0 47,0 0-47,0 0 0,0 0 125,-99 124-125,99-99 0,-25 0 0,25-1 0,0 1 0,-25-25 0,25 25 0,0 0 15,0-25-15,-24 25 0,24-1 0,0 1 0,0-25 0,-25 25 0,25 0 0,0 0 0,0-25 0,0 25 0,0-1 0,0 1 0,-25-25 0,25 25 0,0 0 0,0-25 0,0 25 0,0-1 16,0-24-16,0 25 0,0-25 0,0 25 0,0-25 0,0 25 0,0-25 0,0 25 0,25-25 0,-25 24 0,0-24 0,0 0 0,0 0 0,0 0 16,0 25-16,25-25 0,-25 0 0,0 0 0,0 0 0,24 0 0,-24 0 0,0-25 0,0 25 0,25 0 0,-25 0 15,0-24-15</inkml:trace>
  <inkml:trace contextRef="#ctx0" brushRef="#br0" timeOffset="107906.1719">24383 4465 0,'0'0'0,"25"0"0,-25 0 0,0 0 0,0 0 16,0 0-16,0 0 0,0 0 0,0 0 0,0 0 16,0 0-16,0 0 0,0 0 0,0 0 0,0 0 15,0 0-15,0 0 0,0 0 0,0 0 0,0 0 0,0 0 0,0 0 16,0 0-16,0 0 0,0 0 15,0 0-15,0 0 0,0 0 0,0 0 0,0 0 0,0 0 16,0 0-16,0 0 0,0 0 0,0 0 0,0 0 0,0 0 125,-50 99-94,50-99-15,0 25-16,-25 0 0,25-25 15,0 24-15,0-24 0,0 25 16,-24 0-16,24 0 15,0-25-15,0 0 0,0 0 0,0 0 16,0 0-16,0 0 16,0 0-16,0 0 0,0 0 0,0 0 15,0 0-15,0 0 16,0 0-16,24 0 0,-24 0 15,0 0-15,0 0 0,0 0 0,0 0 16,25-25-16,-25 25 0,0 0 16,25 0-16,-25 0 15,0 0-15,25 0 16,-25 25-16,25-25 0,-25 0 15,0 0-15,0 25 16,24-1-16,-24-24 0,0 25 16,-223 75 171,223-100-172,0 0-15,0 0 16,0-25-16,25 25 16,-25-25-16,0 25 0,25 0 0</inkml:trace>
  <inkml:trace contextRef="#ctx0" brushRef="#br0" timeOffset="108527.2074">24408 4465 0,'0'0'0,"0"0"0,0 0 0,0 0 16,0 0-16,0 0 0,0 0 0,0 0 0,0 0 15,0 0-15,0 0 0,0 0 0,0 0 0,0 0 0,0 0 16,0 0-16,0 0 0,0 0 0,0 0 0,0 0 0,0 0 0,0 0 15,0 0-15,0 0 0,0 0 0,0 0 16,0 0-16,25 0 0,-25 0 78,0 0-78,0 0 0,0 0 0,0 0 0,0 0 0,173 25 78,-148-25-78,-25 0 16,0 0-16,25 0 0,-25 0 0,0 0 0,0 0 0,0-25 0,25 25 0,-25 0 0,0 0 0,0 0 0,0 0 0,0 0 0,0 0 0,0 0 0</inkml:trace>
  <inkml:trace contextRef="#ctx0" brushRef="#br0" timeOffset="109091.2397">24829 4738 0,'0'0'0,"0"0"0,0 0 0,0 0 0,0 0 0,0 0 0,0 0 0,0 0 0,0 0 0,0 24 0,0-24 0,0 0 78,0 0-63,0 0-15,0 0 0,0 0 0,0 0 0,0 0 0,0 0 0,0 0 0,0 0 0,0 0 0,0 0 0,0 0 0,0 0 0,0 0 0,0 0 0,0 0 0,0 0 0,0 0 0,0 0 0,0 0 0,0 25 16</inkml:trace>
  <inkml:trace contextRef="#ctx0" brushRef="#br0" timeOffset="109458.2606">24805 5011 0,'0'0'0,"0"0"0,0 0 16,0 0-16,0 0 0,0 0 0,0 0 0,0 24 15,0-24-15,0 0 0,0 0 0,0 25 0,24-25 16,-24 0-16,0 25 0,0-25 0,0 0 0,0 25 0,0-25 16,0 0-16,0 25 0,0-25 0,25 24 0,-25-24 0,0 0 15,0 25-15,-25-25 0,25 0 16,0 0-16,0 25 0,0-25 0,0 0 0,0 0 0,0 25 15,-24-25 48,24 0-63,0 0 0,0 0 0,-25 0 0,25 0 15,0 0-15,-25 25 0,25-25 0,0 0 0,0 0 0,0 0 0,-25 0 0,25 0 0,0-25 0,0 25 0,0 0 0,0 0 0,0 0 0,0 0 0,0 0 0,0 0 0,0-25 0</inkml:trace>
  <inkml:trace contextRef="#ctx0" brushRef="#br0" timeOffset="109953.289">25251 4911 0,'0'0'0,"0"0"0,0 0 0,0 0 0,0 0 0,25 0 0,-25-24 15,0 24-15,0 0 0,0 0 0,0 0 16,0 0-16,25-25 0,-25 25 0,0 0 0,0 0 0,25 0 0,-25-25 15,0 25-15,24 0 0,-24-25 0,0 25 0,25 0 16,-25-25-16,25 25 0,-25-25 0,25 25 0,-25 0 16,0-24-16,25 24 0,-25-25 0,0 25 0,24-25 15,-24 25-15,0 0 0,0-25 0,0 25 0,25 0 16,-25-25-16,0 25 0,0 0 0,0 0 0,0 0 0,0 0 15,0 0-15,0-24 0,0 24 0,0 0 0,0 0 0,0 0 16,0 0-16,0 0 0,0 0 0,0 0 16,0 0-16,0 0 0,0 0 0,0 0 0,0 0 0,0 0 15,0 0-15,0 0 0,0 0 0,0 0 0,0 0 16,0 0-16,0 0 0,0 0 0,0 0 0,0 0 0,0 0 0,0 0 15,0 0-15,0 0 0,0 0 0,0 0 16,0 24-16,0-24 0,0 0 0,0 0 0,0 0 62,0 25-62,0 174 78,0-199-78,0 25 0,0-1 0,0-24 0,-25 25 0,25-25 0,0 25 0,0-25 16,0 25-16,0-25 0,0 0 0,0 25 0,0-25 0,0 0 0,0 24 0,0-24 0,0 0 0,0 25 0,0-25 0,0 0 0,0 0 0,0 0 0,0 25 16,0-25-16,0 0 0,0 0 0,0 0 0,0 0 0,0 0 0,0 0 0,0 0 0,0 0 0,0 0 0,0 0 0,0 0 0,0 0 0,0 0 15,0 0-15,0-25 0,0 25 0,0 0 0,0 0 0,0-25 0,0 25 0,0 0 0,0 0 0,0-24 0,25 24 0,-25 0 0</inkml:trace>
  <inkml:trace contextRef="#ctx0" brushRef="#br0" timeOffset="110381.3134">25871 4812 0,'0'0'15,"0"0"-15,0 0 0,0 0 0,0 0 0,0 0 0,0 0 0,0 0 16,0 0-16,0 0 0,0 0 0,0 0 0,0 0 0,0 0 16,0 0-16,0 0 0,0 0 0,0 0 0,0 0 15,0 0-15,0 0 0,0 0 0,0 0 0,0 0 16,0 0-16,0 0 0,0 25 0,0-25 0,0 0 0,25 0 0,-25 0 109,0 0-109,0 0 0,0 0 0,0 0 0,0 0 0,0 0 0,0 0 0,0 25 0,0-25 0,0 0 0,0 0 0,0 0 0</inkml:trace>
  <inkml:trace contextRef="#ctx0" brushRef="#br0" timeOffset="110508.3207">25946 5060 0,'0'0'0,"0"0"15,0 0-15,0 25 0,0-25 0,0 0 0,25 0 0,-25 0 0,0 0 0,0 25 0,0-25 0,0 0 0,0 0 0,24 0 0,-24 25 0,0-25 0,0 0 0,0 0 0,0 24 0,0-24 0,0 0 0,0 25 0,0-25 0,0 0 16,0 25-16,-24-25 0,24 25 0,0-25 0,0 0 0,-25 25 15,25-25-15,0 0 0,0 24 0,-25-24 16,25 0-16,0 0 0,-25 25 0,25-25 0,0 0 16,-25 0-16,25 0 0,0 25 0,-25-25 0,25 0 0,0 0 0,0 0 15,0 0-15,-24 0 0,24 0 0,0 0 16,0 0-16,0 0 0,0 0 0,0 0 0,0 0 0</inkml:trace>
  <inkml:trace contextRef="#ctx0" brushRef="#br0" timeOffset="111489.3768">26417 4713 0,'0'0'15,"-25"0"-15,25 0 0,0 0 0,0 0 0,0 0 16,0 0-16,0 0 0,0 0 0,0-25 0,0 25 0,0 0 16,0 0-16,-25 0 0,25 0 31,0 0-16,0 0-15,0-25 0,0 25 32,0 0-32,0 0 0,0 0 0,0 0 0,0 0 0,25 0 0,-25-25 15,0 25-15,0 0 0,0 0 0,0 0 0,0 0 0,0 0 0,0 0 0,0 0 0,0 0 0,0 0 0,0 0 0,25 0 0,-25 0 0,0 0 0,0 0 0,0 0 0,25 0 0,-25 0 0,0 0 16,0 0-16,25 0 0,-25 0 0,0 0 0,0 0 0,24 0 15,-24 0-15,0 0 0,0 0 0,25 0 0,-25 0 0,0 0 0,25 0 0,-25 0 0,0 0 16,0 25-16,25-25 0,-25 0 0,0 0 0,0 0 0,0 25 16,25-25-16,-25 0 0,0 0 0,0 25 0,0-25 15,0 0-15,0 25 0,0-25 0,0 24 0,0-24 0,-25 0 16,25 25-16,0-25 0,0 25 0,0-25 0,-25 25 15,25-25-15,0 0 0,-25 25 0,25-25 0,0 25 16,-25-25-16,25 24 0,0-24 0,-24 0 0,24 25 0,-25-25 16,25 25-16,0-25 0,-25 0 15,25 25-15,0-25 0,-25 0 0,25 25 0,0-25 0,-25 0 0,25 24 0,0-24 16,-24 0-16,24 25 0,0-25 0,-25 0 0,25 0 0,0 25 15,0-25-15,0 0 0,-25 0 47,25 0 62,25 25-109,-25-25 0,0 0 0,0 0 0,0 0 0,25 0 0,-25 0 0,0 0 0,24 0 0,-24 0 16,0 0-16,25 0 0,-25 0 0,0 0 0,25 0 0,-25 0 0,25 0 0,-25 0 0,0 0 0,25 0 0,-25 0 0,0 0 0,24 0 0,-24 0 0,25 0 0,-25 0 0,0 0 0,0 0 16,25 0-16,-25 25 0,0-25 0,0 0 0,25 0 0,-25 0 0,0 0 0,0 0 0,0 0 0,0 0 0,0 0 0,25 0 0,-25 0 15,0 0-15,0 0 0,0 0 0,0 0 0,0 0 0,0 0 0,0-25 0,0 25 0,0 0 0,0 0 16,0 0-16,0 0 0,24 0 0,-24 0 15,0 0-15,0 0 0,0 0 0,0 0 0,0 0 0,0-25 16,0 25-16,0 0 0,0 0 0,0 0 16,25-25-16,-25 25 0,0 0 0</inkml:trace>
  <inkml:trace contextRef="#ctx0" brushRef="#br0" timeOffset="112170.4157">26863 4415 0,'0'0'15,"0"0"-15,0 0 0,0 0 0,0 0 16,0 0-16,0 0 0,0 0 0,0 0 0,0 0 0,0 0 15,0 0-15,0 0 0,0 0 0,0 0 0,0 0 0,0 0 16,0 25-16,0-25 0,25 0 0,-25 0 0,0 0 0,0 0 16,0 0-16,0 0 0,0 25 78,25-25-78,-25 0 0,25 49 46,-25-49-46,0 0 0,0 25 0,0-25 0,0 0 0,0 25 0,0-25 0,0 0 0,0 25 0,0-25 0,0 25 0,0-25 0,0 0 0,0 24 0,0-24 0,0 25 0,0 0 0,0-25 0,0 25 0,0-25 16,0 25-16,0-25 0,-25 24 0,25-24 0,0 25 0,0 0 0,0-25 0,-25 25 0,25-25 0,0 25 0,0-25 0,0 25 0,-25-1 0,25-24 0,0 25 0,-24-25 0,24 25 0,0-25 0,-25 25 0,25-25 0,0 25 16,-25-25-16,25 24 0,0-24 0,-25 25 15,25-25-15,0 25 0,-25-25 0,25 25 0,-24-25 0,24 0 0,-25 25 16,25-25-16,0 24 0,-25-24 15,25 0-15,0 0 0,-25 25 0,25-25 0,0 0 0,-25 0 0,25 25 0,0-25 16,0 0-16,-24 0 0,24 0 0,0 0 16,0 25-16,0-25 0,-25 0 0,25 0 0,0 0 0,0 0 15,0 0-15,0 0 0,0 0 0,0 0 0,0 0 0,0 0 16,0 0-16,0 0 0,0 0 15,0 0-15,0 0 0,0 0 0,0 0 0,0 0 0,25 0 0,-25-25 0</inkml:trace>
  <inkml:trace contextRef="#ctx0" brushRef="#br0" timeOffset="113450.489">27186 4167 0,'0'0'16,"0"0"-16,0 0 0,0 0 0,0 0 15,0 0-15,0 0 0,0 0 0,0 0 0,0 0 0,0 0 0,0 0 16,0 0-16,0 0 0,25 0 15,-25 0-15,0 0 0,0 0 0,0 0 0,0 0 0,0 0 0,0 0 16,0 0-16,0 0 0,0 0 0,0 0 16,0 0-16,0 0 0,0 0 0,0 0 0,0 0 0,0 0 0,-25 0 46,25 0-46,0 0 0,0 25 0,0-25 0,0 0 0,0 0 0,0 0 0,0 0 0,0 0 0,0 74 110,0-74-110,0 0 0,0 25 0,-25-25 0,25 0 0,0 25 0,0-25 0,0 0 15,0 0-15,0 25 0,0-25 0,0 0 0,0 0 0,0 25 0,0-25 0,0 0 0,0 24 0,0-24 0,0 0 0,0 0 0,0 25 0,0-25 0,0 0 0,0 0 0,0 25 16,0-25-16,0 0 0,0 0 0,0 0 0,0 25 0,0-25 0,0 0 0,0 0 0,0 25 0,25-25 0,-25 0 0,0 0 0,0 0 0,0 24 0,0-24 0,0 0 0,25 0 0,-25 0 0,0 0 15,0 25-15,0-25 0,25 0 0,-25 0 16,0 0-16,0 0 0,24 0 0,-24 25 0,0-25 0,0 0 0,0 0 16,0 0-16,25 0 0,-25 0 15,0 0-15,0 0 0,0 0 0,0 0 0,0 0 0,0 0 0,0 0 16,0 0-16,0 0 0,0 0 0,0 0 15,0 0-15,0 0 0,0 0 0,0 0 0,0 0 0,0 0 0,0 0 16,0 0-16,0 0 0,0 0 0,0 0 0,0 0 0,0 0 16,-25 0-16,25 0 0,0 0 0,0 0 0,0 0 15,0 0-15,0 0 0,0 0 0,0 0 0,0 0 0,-24 0 16,24 0-16,0 0 0,0 0 0,0 0 0,0 0 15,0 0-15,0 0 0,0 0 0,-25 0 0,25 0 16,0 0-16,0 0 0,0 25 0,0-25 0,0 0 16,0 0-16,0 0 0,0 0 0,0 0 0,-25 25 0,25-25 0,0 0 15,0 0-15,0 0 0,0 24 0,0-24 16,0 0-16,0 0 0,-25 25 0,25-25 0,0 0 15,0 0-15,0 25 0,0-25 0,0 0 125,-25 74-125,25-74 0,0 25 0,0-25 0,0 0 0,0 25 0,0-25 0,0 0 0,0 25 0,0-25 0,0 0 0,0 25 0,0-25 0,0 0 0,0 25 0,0-25 0,0 24 0,0-24 0,0 0 0,0 25 0,0-25 0,25 25 0,-25-25 0,0 0 0,0 25 0,0-25 0,0 25 0,0-25 0,0 0 0,0 24 0,0-24 0,0 0 0,0 25 0,0-25 0,0 0 0,0 0 0,0 25 16,0-25 62,0 0-78,0 0 0,0 25 0,-25-25 0,25 0 0,0 0 0,0 25 0,0-25 0,0 0 0,-24 0 15,24 0-15,0 0 0,0 24 0,0-24 0,-25 0 0,25 0 0,0 0 0,0 0 0,0 25 0,-25-25 0,25 0 0,0 0 0,0 0 0,-25 0 0,25 0 0,0 0 0,0 0 16,-25 0-16,25 0 0,0 0 0,0 0 0,-25 0 0,25 0 0,0 0 0,0 0 0,-24 0 0,24 0 0,0 0 0,-25 0 0,25 0 0,0 0 0,0 0 0,0 0 16,0 0-16,0 0 0,0 0 15,0 0-15,0-25 0</inkml:trace>
  <inkml:trace contextRef="#ctx0" brushRef="#br0" timeOffset="115664.6156">2034 5928 0,'0'0'0,"0"0"0,0 0 15,0 0-15,0 0 0,0 0 0,0 0 0,25 0 16,-25 0-16,0 0 0,0 0 0,0 0 0,0 0 0,0 0 16,0 0-16,0 0 0,0 0 0,0 0 0,0 0 0,0 0 0,0 0 156,25 25-141,-1 0-15,1-25 0,0 25 16,0 0-16,24-25 15,1 24-15,-25-24 16,0 0-16,-1 25 16,1-25 15,50 50-16,-75-50-15,0 0 0,0 0 0,0 0 16,0 0-16,0 0 0,0 0 16,0 0-16,0 0 15,-25 0-15,25 0 0,0 0 0,0 0 0,0 0 16,0-25-16,0 25 0,0 0 0,0 0 15</inkml:trace>
  <inkml:trace contextRef="#ctx0" brushRef="#br0" timeOffset="116080.6394">2629 5804 0,'0'0'0,"0"0"0,0 0 0,0 0 0,0 0 0,0 0 16,0 0-16,0 0 0,0 25 0,0-25 0,0 0 16,0 0-16,0 0 0,0 0 0,-25 25 0,25-25 0,0 0 15,0 25-15,0-25 0,0 0 0,0 25 0,0-25 16,0 0-16,0 24 0,-24-24 0,24 25 15,0-25-15,0 25 0,0-25 0,0 25 0,0-25 0,-25 25 0,25-25 0,0 24 16,0-24-16,0 25 0,0-25 0,-25 25 16,25-25-16,0 25 0,0 0 0,0-25 0,-25 24 0,25-24 15,0 25-15,0-25 0,-25 0 0,25 25 0,0-25 0,0 25 16,0-25-16,0 0 0,0 25 0,0-25 15,0 0-15,0 0 0,0 0 32,0 24-32,0-24 0,0 0 0,-24 0 0,24 0 46,0 0-46,0 50 63,0-50-48,0 0-15,0 0 0,0 0 0,0 0 0,0 0 0,0 0 0,0 0 0,0 0 0,0 0 0,0 0 0,0 0 0,0 0 0,0 0 16,0-25-16,0 25 0,0 0 0,0 0 0,24-25 0,-24 25 0,0 0 0,0-24 0,0 24 0,0 0 0,25-25 0,-25 25 0</inkml:trace>
  <inkml:trace contextRef="#ctx0" brushRef="#br0" timeOffset="116625.6706">3125 5655 0,'0'0'0,"0"0"0,0 0 0,0 0 15,0 0-15,0 0 0,-24 0 0,24 0 0,0 0 0,0 0 0,0 0 16,0 0-16,0 0 0,-25 0 0,25 0 16,0 25-16,0-25 0,0 0 0,0 0 0,0 25 0,0-25 0,0 0 15,0 25-15,0-25 0,0 25 0,0-25 16,0 24-16,0-24 0,0 25 0,0-25 0,0 25 0,0-25 78,0 25-78,0 0 0,0-25 0,0 25 0,0-25 0,0 24 0,0 1 15,0-25-15,0 25 0,0-25 0,0 25 0,0-25 0,0 25 0,0-25 0,0 24 0,0 1 0,-25-25 0,25 0 0,0 174 141,0-174-141,0 0 15,0 0-15,0 0 0,0 0 0,0 0 0,0 0 0,0 0 0,0 0 0,0 0 0,0 0 0,0 0 0,0 0 0,0 0 0,0 0 0,0 0 0,0 0 16,0-25-16,0 25 0,0 0 0,0 0 0,0 0 0,0 0 0,0 0 0,0 0 0,-25 0 0,25 0 0,0 25 0,0-25 0,0 0 0,0 0 0,0 0 0,0 0 0,0 0 0,0 25 0,0-25 0,0 0 0,0 0 0</inkml:trace>
  <inkml:trace contextRef="#ctx0" brushRef="#br0" timeOffset="117436.717">3770 6077 0,'0'0'125,"-74"-25"-94,74 25-31,0 0 0,-25 0 0,25 0 0,0 0 0,0 0 0,0 0 0,-25 0 0,25 0 0,0 0 0,0 0 0,0 0 0,-25 0 0,25 0 0,0 25 0,0-25 0,0 0 16,-24 0-16,24 0 0,0 0 0,0 0 0,0 25 0,-25-25 0,25 0 0,0 0 0,0 25 0,0-25 0,0 0 0,0 25 0,0-25 0,0 0 15,0 24-15,0-24 0,0 25 0,0-25 0,0 0 0,0 25 0,0-25 0,0 25 0,25-25 0,-25 25 0,0-25 0,0 24 0,24-24 0,-24 25 16,0-25-16,0 0 0,25 25 0,-25-25 16,0 25-16,25-25 0,-25 0 0,0 0 0,25 25 0,-25-25 15,0 0-15,25 0 0,-25 0 0,0 0 0,25 0 0,-25 0 16,0 0-16,24 0 0,-24 0 0,0 0 15,25 0-15,-25 0 0,0 0 0,0 0 0,25-25 0,-25 25 0,0 0 16,0 0-16,25-25 0,-25 25 0,0 0 16,0-25-16,0 25 0,0 0 0,25-25 0,-25 25 0,0 0 0,0-24 15,0 24-15,0 0 0,24 0 0</inkml:trace>
  <inkml:trace contextRef="#ctx0" brushRef="#br0" timeOffset="118796.7948">4167 6201 0,'0'0'16,"0"0"-16,0 0 0,0 0 0,0 0 15,0 0-15,-25-25 0,25 25 0,0 0 0,0 0 0,0 0 16,-24 0-16,24 0 0,0 0 0,0 0 0,0 0 16,0-24-16,-25 24 0,25 0 78,0 0-78,0 0 0,0 0 0,-25 0 0,25 0 0,0 0 46,-25 0-46,25 0 0,-25 0 0,25 0 0,0 0 0,-24 0 0,24 0 0,0 0 0,0 0 0,-25 0 0,25 24 0,0-24 0,0 0 0,-25 0 0,25 0 0,0 0 0,0 0 16,0 0-16,0 25 0,0-25 0,0 0 0,0 0 0,0 25 16,0-25-16,0 0 0,0 0 0,0 25 0,0-25 0,0 25 0,0-25 0,25 0 0,-25 24 0,0-24 15,0 25-15,0-25 0,25 0 0,-25 25 0,0-25 0,24 0 0,-24 25 0,0-25 0,0 0 0,25 25 0,-25-25 0,0 0 0,25 0 0,-25 0 0,0 24 0,0-24 16,25 0-16,-25 0 0,0 0 0,0 0 0,25 0 0,-25 0 0,0 0 0,0 0 15,24 0-15,-24 0 0,0 0 0,0 0 0,25 0 0,-25-24 16,0 24-16,0 0 0,0 0 16,25 0-16,-25-25 0,0 25 0,0 0 0,0-25 0,0 25 0,0 0 78,0-25-78,0 25 0,0-25 0,0 25 0,0 0 15,0-24-15,0 24 0,0 0 0,0-25 0,0 25 0,0-25 0,0 25 0,0 0 0,0-25 0,0 25 0,0 0 0,0 0 0,0 0 0,0-25 0,0 25 0,0 0 0,0 0 0,0 0 0,0 0 0,0 0 0,0 0 0,0 0 0,0 0 0,0 0 0,0 0 0,0 0 16,0 0-16,0 0 0,0 0 0,0 25 0,0-25 0,0 0 0,0 0 0,0 0 15,0 25-15,0-25 0,0 0 0,0 0 16,0 25-16,0-25 0,0 0 0,0 25 0,0-25 0,0 0 16,0 24-16,0-24 0,0 25 0,0-25 0,0 0 0,0 25 15,25-25-15,-25 0 0,0 25 0,0-25 0,0 0 16,0 25-16,0-25 31,25 0-31,-25 0 0,0 24 47,0-24-47,0 0 0,0 0 0,24 0 0,-24 0 0,0 0 0,0 0 0,0 0 0,25 0 0,-25 0 0,0 0 0,0 0 0,25 0 0,-25 0 0,0 0 0,25 0 0,-25 0 0,0 0 0,25 0 0,-25-24 0,0 24 0,0 0 0,24 0 0,-24-25 15,0 25-15,0 0 0,0-25 0,0 25 0,25 0 0,-25-25 0,0 25 0,0 0 0,0-25 0,0 25 16,0 0-16,0 0 0,0-24 16,0 24-16,-25 0 0,25 0 0,0 0 0,0 0 0,0 0 0,0-25 15,0 25-15,0 0 0,0 0 0,0 0 0,0 0 16,0 0-16,0 0 0,0 0 0,0 0 0,0 0 0,0 0 15,0 0-15,0 0 0,0 0 0,0 0 0,0 0 16,0 0-16,0 0 0,0 0 0,0 0 0,0 0 0,0 0 16,0 0-16,0 0 0,0 0 0,0 0 0,0 0 15,0 25-15,0-25 0,0 0 0,0 0 0,0 24 0,0-24 16,0 0-16,0 25 0,0-25 0,0 25 15,0-25-15,0 0 0,25 25 0,-25-25 0,0 0 0,0 25 0,0-25 16,0 0-16,0 24 0,0-24 0,25 0 16,-25 0-16,0 25 0,0-25 0,0 0 0,25 0 0,-25 0 0,0 0 187,173-124-187,-173 124 15,0 0-15,0-25 0,0 25 0,0-24 0,0 24 0,0 0 0,0-25 0,0 25 0,0 0 0,0 0 0,0-25 0,0 25 0,0 0 0,0 0 0,0 0 0,0 0 0,0 0 0,0 0 0,0 0 0,0 0 0,0 0 16,0 0-16,0 0 0,0 0 0,0 0 0,0 0 0,0 0 0,0 0 0,0 0 0,0 0 0,0 0 0,0 0 0,0 25 0,0-25 0,0 0 0,0 0 0,0 25 0,0-25 0,0 0 0,0 24 0,0-24 16,0 0-16,0 25 0,0-25 0,0 25 0,0-25 0,0 25 0,0-25 15,0 0-15,0 25 0,25-25 0,-25 24 16,0-24-16,0 0 0,0 0 0,0 25 0,25-25 0,-25 0 0,0 0 15,0 25-15,25-25 0,-25 0 0,0 0 16,25 0-16,-25 0 0,0 0 0,24 0 0,-24 0 0,25 0 47,-25 0-47,0 0 0,25 0 0,-25 0 0,0-25 0,25 25 15,-25 0-15,0 0 0,25-25 0,-25 25 0,0 0 0,0-24 0,0 24 0,0 0 0,0-25 0,0 25 0,0-25 0</inkml:trace>
  <inkml:trace contextRef="#ctx0" brushRef="#br0" timeOffset="119386.8285">3919 6077 0,'0'0'78,"0"0"-78,0 0 0,0 0 0,0 0 0,0 0 0,0 0 0,0-25 15,0 25-15,0 0 0,0 0 0,0 0 0,0 0 0,0 0 0,0 0 0,0 0 0,0 0 0,0 0 0,25-24 0,-25 24 0,0 0 0,0 0 0,0 0 0,0 0 0,25-25 0,-25 25 0,0 0 0,0 0 0,0 0 0,0-25 0,25 25 0,-25 0 78,0 0-78,0 0 0,0-25 0,0 25 0,0 0 0,0 0 0,24 0 0,-24 0 0,0 0 0,0-25 0,0 25 0,0 0 0,0 0 0,25 0 0,-25 0 0,0 0 0,0 0 0,0 0 0,0 0 0,0 0 0,0 0 0,25 0 0,-25 25 16,0-25-16,0 0 0,0 0 0,0 0 0,25 25 0,-25-25 0,0 0 0,0 0 0,0 25 0,0-25 0,25 0 15,-25 0-15,0 25 0,0-25 0,0 0 16,0 0-16,0 0 0,24 0 0,-24 0 0,0 0 16,0 0-16,0 0 0,0 0 0,0 0 0,0 0 0,25-25 15,-25 25-15,0 0 0</inkml:trace>
  <inkml:trace contextRef="#ctx0" brushRef="#br0" timeOffset="119611.8414">4192 5804 0,'0'0'0,"0"0"0,0 0 0,0 0 16,0 0-16,0 0 0,0 0 0,0 0 0,0 0 0,0 0 0,0 0 16,0 0-16,25 0 0,-25-25 15,25 25-15,-25 0 0,24 0 0,-24 0 0,25 0 0,0 0 0,-25 0 16,25 0-16,0 0 0,-1 0 0,-24 0 0,25 0 15,0 0-15,0 0 0,0 0 0,-25 25 0,24-25 0,1 0 47,0 0-47,-25 0 0,25 0 0</inkml:trace>
  <inkml:trace contextRef="#ctx0" brushRef="#br0" timeOffset="120022.8649">5234 6102 0,'0'0'0,"0"0"0,0 0 0,0 0 0,0 0 15,0 0-15,0 0 0,0 0 0,25 0 0,-25 0 0,0 0 16,0 0 15,0-25-31,0 25 47,0 0-47,0 0 0,0 0 0,0 0 0,24 0 0,-24 0 0,0 0 0,0 0 0,0 0 0,0 25 78</inkml:trace>
  <inkml:trace contextRef="#ctx0" brushRef="#br0" timeOffset="120110.8699">5358 6350 0,'0'0'0,"0"0"0,0 0 0,0 0 0,0 0 16,0 0-16,0 0 0,0 0 0,-25 0 0,25 0 0,0 0 0,0 0 0,0 0 0,0 0 16,0 0-16,0 0 0,0 0 0,0 0 0,0 0 0,0 0 0,0 0 0,0 0 0,0 0 0,0 0 0,0 0 0,0 0 0,0 0 0,0 0 0,0 0 0,0 0 0,0 0 0,0 0 0,0 0 15</inkml:trace>
  <inkml:trace contextRef="#ctx0" brushRef="#br0" timeOffset="120620.8991">6226 5928 0,'0'0'0,"0"0"0,0 0 0,0 0 16,0 0-16,0 0 0,0 0 0,0 0 15,0 0-15,0 0 0,0 0 0,0 0 0,0 0 0,0 0 16,0 0-16,0 0 0,0 0 0,0 25 0,0-25 15,0 0-15,25 25 0,-25-25 0,0 25 0,0 0 0,0-25 0,0 24 16,0-24-16,0 25 0,0 0 16,0 0-16,25-25 0,-25 25 0,0-1 0,0-24 0,0 25 0,0 0 15,0-25-15,0 25 0,0 0 0,0-25 0,0 24 0,0 1 16,0-25-16,0 25 0,0-25 15,0 0-15,0 25 0,0-25 0,0 0 0,0 25 0,0-25 0,0 0 0,0 0 16,0 0-16,0 0 0,0 0 0,0 0 16,0 0-16,-25 0 0,25 0 0,0 0 0,0 0 15,0 0-15</inkml:trace>
  <inkml:trace contextRef="#ctx0" brushRef="#br0" timeOffset="120950.918">6152 5928 0,'0'0'0,"-25"0"0,25 0 0,0 0 15,0 0-15,0 0 0,0 0 0,0-24 16,0 24-16,0 0 0,0 0 0,0 0 0,25 0 0,-25 0 16,0 0-16,0-25 0,24 25 0,-24 0 15,25 0-15,-25 0 0,25 0 0,0 0 0,-25-25 0,25 25 0,-1 0 16,-24 0-16,25 25 0,0-25 62,-25 0-62,25 0 0,-25 0 0,25 0 0,-1 25 0,-24-25 16,25 0-16,-25 0 0,25 24 0,-25-24 0,25 25 0</inkml:trace>
  <inkml:trace contextRef="#ctx0" brushRef="#br0" timeOffset="121962.9759">6573 6176 0,'0'0'0,"0"-24"0,0 24 0,0 0 0,0 0 0,0 0 0,0-25 0,0 25 16,0 0-16,0 0 0,0 0 0,0 0 0,0 0 0,0 0 16,0 0-16,0 0 0,0 0 0,0 0 0,0 0 15,0 0-15,0 0 0,0 0 0,0 25 16,0-25-16,0 0 0,0 0 0,0 24 0,0-24 0,0 0 15,0 25-15,0-25 0,0 25 0,0-25 0,0 25 0,0-25 16,0 25-16,0-25 0,0 24 0,0-24 0,0 25 16,0-25-16,0 25 0,25-25 0,-25 25 0,0-25 0,0 25 15,0-25-15,0 0 0,0 0 16,0 24-16,25-24 0,-25 0 0,0 0 0,0 0 0,0 0 0,25 25 15,-25-25-15,0 0 0,0-25 0,0 25 0,24 0 0,-24 0 0,0 0 16,25 0-16,-25-24 0,0 24 16,25 0-16,-25 0 0,0-25 0,25 25 0,-25 0 0,0-25 0,0 25 15,25-25-15,-25 25 0,0 0 0,0-25 16,0 25-16,0-24 0,0 24 0,0-25 0,0 25 0,0-25 0,0 25 15,0-25-15,0 25 0,0-25 0,0 25 16,0-24-16,0 24 0,0 0 0,0 0 0,0 0 0,0 0 0,0-25 16,0 25-16,0 0 0,0 0 0,0 0 15,0 0-15,0 0 0,0 0 0,0 0 0,0 0 0,0 25 0,0-25 16,0 0-16,0 0 0,0 0 0,0 0 47,0 24-47,0-24 0,0 0 0,0 25 0,0-25 0,24 25 0,-24-25 0,0 25 0,0-25 0,0 0 0,0 25 0,0-25 0,0 24 0,0-24 0,0 25 0,0-25 15,0 0-15,25 25 0,-25-25 0,0 0 0,0 0 0,0 25 0,0-25 16,0 0-16,0 0 0,0 0 0,0 25 15,0-25-15,0 0 0,0 0 0,0 0 0,0 0 0,0 0 0,0 0 16,0 0-16,0 0 0,0 0 0,0 0 16,0 0-16,0 0 0,0 0 0,0 0 0,0 0 0,0 0 0,0-25 15,0 25-15,0 0 0,0 0 16,0-25-16,0 25 0,0 0 0,0-25 0,0 25 0,25-25 0,-25 25 15,0-24-15,0 24 0,0-25 0,0 25 0,0-25 16,0 25-16,25-25 0,-25 25 0,0-25 16,0 25-16,25 0 0,-25-24 0,0 24 0,0 0 0,25 0 15,-25 0-15,0 0 0,24-25 0,-24 25 0,25 0 0,-25 25 16,0-25-16,25 0 0,-25 0 0,0 0 0,25 0 15,-25 24-15,25-24 0,-25 0 0,0 25 0,24-25 78,-24 25-78,0-25 0,0 0 0,0 25 0,25-25 0,-25 25 0,0-25 0,0 24 0,0-24 0,0 0 0,0 25 0,0-25 0,0 0 0,0 25 0,0-25 0,0 0 0,0 25 0,0-25 0,0 0 0,0 0 0,0 0 0,0 0 0,0 0 0,0 0 0,0 25 0,0-25 0,0 0 0,0 0 0,0 0 16,0 0-16,0 0 0,0-25 0,0 25 16,0 0-16,0 0 0,0 0 0,0-25 0,0 25 0,0 0 15,0-25-15,0 25 0,25-25 0,-25 25 16,0-24-16,0 24 0,0-25 0,0 25 0,0-25 15,25 25-15,-25-25 0,0 25 0,0-25 0,0 25 16,25-24-16,-25 24 0,0 0 0,0 0 0,0-25 0,24 25 0,-24 0 0,0 0 16,0 0-16,0 25 0,0-25 0,25 0 15,-25 0-15,0 24 0,0-24 0,0 25 0,0-25 0,0 0 16,0 25-16,25 0 0,-25-25 0,0 25 0,0-25 0,0 24 15,0-24-15,0 25 0,0-25 0,0 25 0,0-25 16,0 25-16,25-25 0,-25 25 0,0-25 0,0 0 0,0 24 16,0-24 171</inkml:trace>
  <inkml:trace contextRef="#ctx0" brushRef="#br0" timeOffset="122040.9803">7094 5928 0,'0'0'0,"0"0"0,0 0 0,0 0 0,-25 0 0,25 0 0,0 0 0,0 0 0,0 0 0,0 0 0,0 0 0,0 0 0,25-24 0,-25 24 0,0 0 0,25 0 0,-25 0 0,0 0 0,25 0 0,0 0 0,-25 0 0,24 0 0,-24 0 0,25 0 0,0 0 0,-25 0 0,25 0 0,0 0 0,-25 0 0,24 0 0,-24 0 0,25 0 16,0 0-16,-25 0 0,25 0 0,0 0 0,-25 0 0,24 0 16,1 0-16</inkml:trace>
  <inkml:trace contextRef="#ctx0" brushRef="#br0" timeOffset="122974.0337">7987 6077 0,'0'0'0,"0"0"0,0 0 0,0 0 0,0 0 16,0 0-16,0 0 0,0 0 46,0 25-46,0-25 0,0 0 0,25 0 0,-25 25 0,0-25 0,0 0 0,0 25 0,0-25 0,0 24 0,0-24 0,0 0 0,0 25 0,0-25 0,25 25 0,-25-25 0,0 25 0,0-25 16,0 25-16,0-25 0,0 24 0,0-24 0,0 0 0,0 25 16,0-25-16,0 0 0,0 25 0,0-25 0,0 0 0,0 0 15,0 0-15,0 25 0,0-25 0,0 0 16,0 0-16,0 0 0,0 0 0,0 0 0,0 0 0,0 0 0,0 0 15,0 0-15,0 0 0,0-25 0,0 25 16,0 0-16,0 0 0,0 0 0,0-25 0,0 25 0,0 0 0,0-25 16,0 25-16,0-24 0,0 24 0,0-25 0,25 25 15,-25-25-15,0 25 0,0-25 0,0 25 16,24-25-16,-24 25 0,0 0 0,0-24 0,25 24 0,-25 0 0,0-25 15,25 25-15,-25 0 0,0 0 0,0 0 0,25 0 16,-25 0-16,0 0 0,0 0 0,25 0 16,-25 0-16,0 0 0,0 0 0,0 0 0,24 25 0,-24-25 0,0 0 15,0 24-15,0-24 0,0 25 0,25-25 16,-25 0-16,0 25 0,0-25 0,0 25 0,0-25 0,0 0 0,0 25 15,0-25-15,0 24 0,0-24 0,0 0 16,0 0-16,0 25 0,0-25 0,0 0 0,0 0 0,-25 25 0,25-25 16,0 0-16,0 0 0,0 0 0,0 0 15,0 0-15,0 0 0,0 0 0,0 0 0,0 0 0,0 0 16,0 0-16,0 0 0,0 0 0,0 0 0,0-25 0,0 25 15,0 0-15,0 0 0,0-25 0,25 25 0,-25 0 16,0-24-16,0 24 0,0-25 0,25 25 0,-25-25 16,0 25-16,0-25 0,25 25 0,-25-25 0,0 25 15,25 0-15,-25-24 0,24 24 0,-24 0 0,0 0 0,25 0 16,-25 0-16,0 0 0,25 0 0,-25 0 0,0 0 15,0 0-15,25 0 0,-25 24 0,0-24 0,0 0 0,0 25 16,25-25-16,-25 0 0,0 25 0,0-25 0,0 25 0,0-25 16,0 25-16,0-25 0,0 0 0,0 24 156,74 100-156,-74-124 0,25 0 0,-25-24 0,25 24 0,-1 0 0,-24 0 0,25 0 0,-25 0 0</inkml:trace>
  <inkml:trace contextRef="#ctx0" brushRef="#br0" timeOffset="123437.0602">8830 6300 0,'0'0'0,"0"0"16,-24-24-16,24 24 0,0 0 0,0-25 0,0 25 15,-25 0-15,25-25 0,0 25 0,0-25 0,-25 25 0,25 0 0,0-25 0,-25 25 0,25 0 0,0-24 0,0 24 16,-25 0-16,25 0 0,0 0 0,0 0 0,0 0 16,-24 0-16,24 0 0,0 0 0,0 0 0,0 0 15,-25 24-15,25-24 0,0 0 0,0 25 0,0-25 16,0 0-16,0 25 0,-25-25 0,25 25 0,0 0 15,0-25-15,0 24 0,0-24 0,0 25 0,0-25 0,0 25 0,0-25 16,0 25-16,0-25 0,0 25 16,0-25-16,0 0 0,0 24 0,0-24 0,0 25 0,25-25 0,-25 0 0,0 25 15,0-25-15,0 0 0,25 25 16,-25-25-16,0 0 0,24 0 0,-24 0 0,0 0 0,25 0 0,-25 25 16,0-25-16,25-25 0,-25 25 0,25 0 15,-25 0-15,25 0 0,-25 0 0,0 0 0,24 0 0,-24-25 0,25 25 16,-25 0-16,0-25 0,25 25 0,-25 0 15,0-25-15,0 25 0,25 0 0,-25-24 0,0 24 0,0-25 0,0 25 16,0 0-16,0-25 0,0 25 16,0-25-16,0 25 0,0 0 0,0-25 0,0 25 0,0-24 0,0 24 15,0 0-15,0 0 0,0 0 0,0 0 0,0 0 16,0 0-16,0 0 0,0 0 0,0 0 0,0 0 0,0 0 78,25 173 0,-1-173-78,-24 0 0,0 0 0,0 0 0,0 0 0,25 0 0,-25 0 0,0 0 0,0 0 0,25 0 0,-25 0 0,0 0 0,25 0 0,-25 0 0</inkml:trace>
  <inkml:trace contextRef="#ctx0" brushRef="#br0" timeOffset="123882.0856">9674 5928 0,'0'0'0,"0"-24"16,0 24-16,0 0 0,0 0 0,-25 0 0,25 0 0,0 0 15,0 0-15,0-25 0,0 25 0,0 0 0,0 0 0,0 0 0,0 0 16,0 0-16,0 25 0,0-25 0,0 0 15,0 0-15,0 24 0,0-24 0,0 0 0,0 25 0,0-25 0,0 25 16,0 0-16,0-25 0,0 25 0,0-1 47,0 1-47,0 0 0,0-25 0,0 25 0,0 0 0,0-1 0,0 1 0,0-25 31,0 25-31,0 0 0,0 0 0,0-25 16,0 24-16,0 1 0,0 0 0,0-25 0,0 25 0,0-25 0,0 25 0,-25-25 0,25 24 0,0-24 0,0 0 0,0 25 0,0-25 0,0 0 0,0 0 0,0 0 0,0 0 15,0 0-15,0 0 0,0 0 0,0 0 0,0 0 0,0 0 0,0 0 0,-25 0 0</inkml:trace>
  <inkml:trace contextRef="#ctx0" brushRef="#br0" timeOffset="124207.1042">9550 6176 0,'0'-24'0,"0"24"0,0 0 0,0 0 0,0 0 0,0 0 16,0-25-16,0 25 0,0 0 0,0 0 15,0 0-15,25 0 0,-25 0 0,0 0 0,24 0 0,-24 0 0,25-25 16,-25 25-16,25 0 0,0 0 16,-25 0-16,25 0 0,-25 0 0,24 25 0,1-25 0,-25 0 0,25 0 0,-25 0 15,25 25-15,-25-25 0,25 0 0,-25 24 16,24-24-16,-24 0 78,25 25-78,-25-25 0,0 25 0,0-25 0</inkml:trace>
  <inkml:trace contextRef="#ctx0" brushRef="#br0" timeOffset="124362.1131">9847 6400 0,'0'0'0,"0"0"0,0 0 0,0 0 0,-24 0 0,24 0 0,0-25 0,0 25 0,0 0 0,0 0 0,0-25 0,0 25 0,24 0 0,-24-25 0,0 25 0,0-25 0,0 25 15,0-24-15,25 24 0,-25-25 0,0 25 0,0-25 0,25 25 0,-25 0 0,0 0 0,0-25 0,25 25 0,-25 0 0,0 0 0,0 0 0,25 0 0,-25 0 0,0 0 0,24 0 0,-24 0 0,0 0 0,0 0 0,25 0 16,-25 0-16,0 25 0,0-25 0,25 0 0,-25 25 16,0-25-16,0 0 0,0 25 0,25-25 0,-25 24 15,0-24-15,0 0 0,0 25 0,0-25 0,0 25 0,0-25 16,0 25-16,0-25 0,0 0 0,0 25 15,0-25-15,0 24 0,0-24 0,-25 0 0,25 25 0,0-25 16,0 0-16,0 0 0,0 0 0,0 25 0,0-25 0,0 0 16,0 0-16,0 0 0,25 0 0,-25 0 15,0 0-15,0 0 0,25 0 0,-25 0 0,0-25 0,25 25 16,-25 0-16</inkml:trace>
  <inkml:trace contextRef="#ctx0" brushRef="#br0" timeOffset="125011.1502">10319 6276 0,'-25'0'16,"25"-25"-16,0 25 0,0 0 0,-25 0 0,25-25 0,0 25 0,-25 0 16,25-25-16,-24 25 0,24 0 0,0 0 15,-25-25-15,25 25 0,0 0 0,-25 0 0,25 0 0,0 0 0,0 0 16,-25 0-16,25 0 0,0 0 0,0 0 15,0 0-15,-25 0 0,25 0 0,0 0 0,0 0 0,0 25 16,0-25-16,-24 0 0,24 25 0,0-25 0,0 0 0,0 25 0,0-25 16,0 25-16,0-25 0,0 24 0,0-24 15,0 0-15,0 25 0,0-25 0,0 25 0,0-25 16,0 25-16,0-25 0,0 25 0,0-25 0,0 0 0,24 24 0,-24-24 15,0 0-15,0 25 0,0-25 0,0 0 16,0 25-16,0-25 0,25 0 0,-25 0 0,0 0 0,0 0 16,25 25-16,-25-25 0,0 0 0,0 0 15,25 0-15,-25 0 0,25 0 0,-25 0 0,0-25 0,24 25 0,-24 0 0,0 0 16,25 0-16,-25 0 0,0-25 0,25 25 0,-25 0 15,0-25-15,0 25 0,0 0 0,25-24 16,-25 24-16,0-25 0,0 25 0,0 0 0,0-25 0,0 25 16,0-25-16,0 25 0,0-25 0,0 25 15,0-24-15,0 24 0,0 0 0,0-25 16,0 25-16,0 0 0,0 0 0,0 0 0,0-25 0,0 25 15,0 0-15,0 0 0,0 0 0,0 0 0,0 0 0,0 0 0,0 0 16,0 25-16,0-25 0,0 0 0,0 0 0,0 0 0,0 25 0,0-25 16,0 0-16,0 24 0,0-24 15,0 0-15,0 25 0,0-25 16,0 25-16,0-25 0,0 25 0,0-25 0,0 25 0,0-25 0,25 0 0,-25 24 0,0-24 0,0 0 15,0 25-15,0-25 0,0 0 0,0 0 0,148-49 156,-148 49-156,0-25 0,0 25 0,0-25 0,25 25 0,-25-25 0</inkml:trace>
  <inkml:trace contextRef="#ctx0" brushRef="#br0" timeOffset="125318.1678">10517 6276 0,'0'0'0,"0"-25"0,0 25 0,0-25 0,0 25 0,0 0 0,25 0 0,-25 0 16,0-25-16,0 25 0,0 0 0,0 0 0,0 0 0,0 0 0,0 0 16,0 25-16,0-25 0,0 0 0,0 0 0,0 25 0,0-25 0,0 0 0,0 25 0,0-25 0,0 24 0,0-24 0,0 0 0,0 25 0,0-25 0,0 25 15,0-25-15,0 25 0,0-25 0,0 25 0,0-25 0,0 0 0,0 24 0,0-24 0,0 0 0,0 0 0,0 25 16,0-25-16,0 0 0,0 0 0,0 0 0,0 0 15,0 25-15,0-25 0,0 0 0,0 0 16,0 0-16,0 0 0,0-25 0,0 25 0,0 0 0,25 0 0,-25 0 16,0 0-16,0 0 0,0-25 15,25 25-15,-25 0 0,0-24 0,24 24 0,-24-25 0,0 25 0,25-25 16,-25 0-16,25 25 0,-25-25 0,0 25 0,25-24 15,-25 24-15,25-25 0,-25 25 0,0 0 0,0-25 0,24 25 16,-24 0-16,0 0 0,0 0 0,0 0 0,0 0 16,0 25-16,0-25 0,0 0 0,0 0 0,0 25 15,0-25-15,0 0 0,0 24 0,0-24 0,0 25 0,0-25 16,0 0-16,0 25 0,0-25 0,0 25 0,0-25 0,0 0 15,0 25-15,0-25 0,0 0 0,0 24 0,0-24 0,0 0 16,25 0-16,-25 25 0,0-25 0,0 0 0,0 0 16,0 25-16,0-25 0,0 0 0,25 0 15,-25 0-15,0 0 0,0 0 0,0 0 0,25 0 0,-25 0 16,0 0-16,0 0 0,25 0 0,-25 0 0,0 0 0,0 0 0,24-25 15,-24 25-15,0 0 0,0 0 0,0-25 16,0 25-16</inkml:trace>
  <inkml:trace contextRef="#ctx0" brushRef="#br0" timeOffset="125736.1917">10120 5978 0,'0'0'0,"-24"0"0,24 0 16,0 0-16,0 0 0,0 0 0,0 0 0,0-25 15,0 25-15,0 0 0,24 0 0,-24-25 0,0 25 0,0 0 0,0 0 16,25-24-16,-25 24 0,0 0 0,25 0 0,-25-25 15,0 25-15,25 0 0,-25 0 16,0 0-16,25-25 0,-25 25 0,0 0 0,24 0 0,-24 0 0,0 0 0,0 0 156,149 174-156,-149-150 0,0-24 0,0 25 0,0 0 0,25 0 0,-25 0 0,-25-1 0,25 1 0,0 0 0,0 0 0,0 0 16,0-1-16</inkml:trace>
  <inkml:trace contextRef="#ctx0" brushRef="#br0" timeOffset="125832.1972">10319 6747 0,'0'25'0,"-25"-25"0,25 0 0,0 0 0,0 24 0,0-24 0,0 0 0,0 0 0,0 0 0,0 0 16,0 0-16,0 0 0,0 0 0,0 0 0,0 0 0,0 0 15,0 0-15,0 0 0,25 0 0,-25 0 0,0 0 16,0 0-16,0 0 0,0 0 0,0 0 0,0 0 16,0-24-16,0 24 0,25 0 0,-25 0 0,0 0 15,0-25-15,0 25 0</inkml:trace>
  <inkml:trace contextRef="#ctx0" brushRef="#br0" timeOffset="126557.2387">11782 6176 0,'0'0'0,"0"0"0,0 0 16,0-24-16,0 24 0,0 0 31,-25 0-31,25 0 16,0-25-16,0 25 0,0 0 0,0 0 0,0 0 0,0-25 0,-24 25 0,24 0 31,0 0-31,0 0 0,0 0 0,-25-25 0,25 25 0,0 0 47,-25 0-47,25 0 0,0 0 0,-25 0 0,25 0 0,0 25 0,-25-25 0,25 0 0,0 0 0,-24 0 0,24 0 0,0 0 0,-25 25 0,25-25 0,-25 0 0,25 0 0,0 25 0,0-25 0,-25 0 15,25 24-15,0-24 0,0 25 0,0-25 0,0 25 0,0-25 0,0 25 0,0 0 0,0-25 0,0 24 0,0-24 0,0 25 0,0-25 0,25 25 0,-25-25 0,0 25 16,0-25-16,25 25 0,-25-25 0,0 0 0,25 0 0,-25 24 0,24-24 16,-24 0-16,25 0 0,-25 0 15,25 0-15,-25 0 0,25 0 0,0 0 0,-25 0 0,24 0 0,-24 0 16,25 0-16,0-24 0,-25 24 0,25 0 15,-25 0-15,25-25 0,-25 25 0</inkml:trace>
  <inkml:trace contextRef="#ctx0" brushRef="#br0" timeOffset="128346.341">11857 6152 0,'0'0'0,"0"0"16,0 0-16,0 0 0,0-25 0,0 25 0,0 0 0,0 0 16,0 0-16,0-25 0,0 25 0,24 0 0,-24 0 15,0-25-15,25 25 0,-25 0 0,0-25 16,25 25-16,-25 0 0,25-24 0,-25 24 0,25-25 0,-1 25 15,-24 0-15,25-25 0,-25 25 0,25-25 0,-25 25 16,25 0-16,-25-25 0,0 25 0,25 0 0,-25-24 0,0 24 16,0 0-16,0-25 0,24 25 0,-24 0 0,0-25 156,-124-74-156,124 99 0,-24 0 0,24 0 0,0 0 0,0 0 0,0 0 0,0 0 15,0 0-15,0 0 0,-25 24 0,25-24 0,0 0 0,0 0 0,0 0 0,0 25 0,0-25 0,0 0 16,0 25-16,0-25 0,0 25 0,0 0 0,0-25 0,0 25 0,0-25 0,0 24 0,0 1 0,0-25 0,0 25 0,0 0 0,0-25 0,0 25 0,0-1 0,0 1 0,0-25 0,0 25 0,0 0 0,0-25 0,0 25 0,0-25 0,0 24 15,0 1-15,0-25 0,0 25 0,0-25 0,0 25 0,0 0 0,0-25 0,0 24 0,0-24 0,0 0 0,0 25 16,0-25-16,0 25 0,0-25 0,0 0 0,0 0 16,0 25-16,0-25 0,0 0 0,0 0 0,0 0 15,0 0-15,0 0 0,0 25 0,0-25 0,0 0 0,0 0 16,0 0-16,0-25 0,0 25 0,0 0 15,0 0-15,0 0 0,25 0 0,-25 0 0,0-25 0,0 25 0,24-25 16,-24 25-16,0 0 0,25-25 0,-25 25 0,0-24 16,0 24-16,25-25 0,-25 25 0,0 0 15,0-25-15,0 25 0,25 0 0,-25 0 0,0 0 0,0 0 0,0-25 0,0 25 16,0 0-16,0 0 0,0 0 15,0 0-15,0 0 0,0 0 0,0 0 0,25 25 0,-25-25 0,0 0 156,49 124-156,-49-124 0,0 25 0,0-25 0,0 0 0,0 0 0,0 25 0,25-25 0,-25 0 0,0 0 0,0 0 0,0 0 0,0 0 0,0 0 0,25 0 0,-25 0 0,0 0 0,0 0 0,25 0 0,-25 0 0,0 0 0,0 0 0,25 0 0,-25 0 0,0-25 0,24 25 0,-24 0 0,25 0 0,-25-25 0,0 25 0,0 0 16,25-25-16,-25 25 0,0 0 0,0-25 0,0 25 0,25 0 0,-25-24 0,0 24 0,0-25 0,0 25 0,0 0 0,0-25 16,0 25-16,0-25 0,0 25 0,0 0 15,0-25-15,0 25 0,0 0 0,0 0 0,-25-24 0,25 24 16,0 0-16,0 0 0,0 0 0,0 0 0,0 0 15,0 0-15,0 0 0,0 0 0,0 0 0,0 0 0,0 0 0,0 0 16,0 0-16,0 0 0,0 0 0,0 0 16,0 24-16,0-24 0,0 0 0,0 0 0,0 25 0,0-25 15,0 25-15,0-25 0,0 0 0,0 25 16,0-25-16,0 25 0,0-25 0,0 24 0,0-24 0,0 25 0,0-25 15,0 0-15,0 25 0,0-25 0,0 25 16,0-25-16,0 0 0,25 0 0,-25 25 0,0-25 0,0 0 0,0 0 16,0 0-16,25 24 0,-25-24 0,0 0 15,24 0-15,-24 0 0,0 0 0,0 0 0,25 0 0,-25-24 0,0 24 16,25 0-16,-25 0 0,0 0 0,25-25 0,-25 25 15,0 0-15,0 0 0,25-25 0,-25 25 0,0 0 16,0-25-16,0 25 0,0-25 0,0 25 0,24 0 0,-24-24 16,0 24-16,0-25 0,0 25 0,0-25 15,0 25-15,0 0 0,0-25 0,0 25 0,0-25 0,0 25 0,0 0 16,0-24-16,0 24 0,0 0 0,0 0 15,0 0-15,0-25 0,0 25 0,0 0 0,0 0 0,0 0 0,0 0 16,0 0-16,0 0 0,0 0 0,0 25 16,0-25-16,0 0 0,0 0 0,0 0 0,0 24 0,0-24 15,0 0-15,0 25 0,0-25 0,0 0 16,0 25-16,0-25 0,0 0 0,0 25 0,0-25 0,0 25 0,0-25 15,0 24-15,0-24 0,0 0 0,25 25 0,-25-25 16,0 25-16,0-25 0,0 25 0,0-25 0,0 0 0,0 0 16,0 25-16,25-25 0,-25 0 0,0 0 0,0 24 15,0-24-15,25 0 0,-25 0 0,0 0 0,0 0 16,25 0-16,-25 0 0,0 0 0,0 0 0,24 0 0,-24 0 15,0 0-15,25 0 0,-25 0 0,0 0 0,25 0 16,-25 0-16,0-24 0,25 24 0,-25 0 0,0 0 0,0-25 16,25 25-16,-25 0 0,0 0 0,0-25 0,0 25 15,0-25-15,24 25 0,-24-25 0,0 25 156,0-148-156,0 148 0,0 0 0,0 0 0,0 0 0,0 0 0,0 0 0,0 0 0,0 0 0,0 0 0,0 0 0,0 0 0,0 0 0,0 0 0,0 24 0,0-24 0,0 0 0,0 25 0,0-25 0,0 0 0,0 25 0,0-25 0,0 25 0,0-25 0,0 0 0,0 25 0,0-25 0,0 24 0,0-24 0,0 0 0,25 25 0,-25-25 16,0 0-16,0 25 0,0-25 0,25 0 0,-25 0 0,0 0 0,25 0 0,-25 25 0,0-25 0,25 0 15,-25 0-15,24 0 0,-24 0 0,25 0 16,-25 0-16,25 0 0,-25-25 0,25 25 0,-25 0 0,25 0 0,-25 0 0,24 0 16,-24-25-16,0 25 0,0 0 0,25 0 15,-25-25-15,0 25 0,0 0 0,0-24 0,0 24 16,0 0-16,0-25 0,0 25 0,0-25 0,0 25 0,0-25 15,-25 25-15,25-25 0,0 25 0,0-24 0,0 24 0,0 0 16,0-25-16,0 25 0,0 0 0,0 0 16,0 0-16,0 0 0,0 0 0,-24 0 0,24 0 0,0 0 0,0 25 15,0-25-15,0 0 0,0 24 0,0-24 16,0 25-16,0 0 0,0-25 0,0 25 0,0 0 0,24-25 15,-24 24-15,0 1 0,0-25 0,0 25 0,0 0 16,0-25-16,0 25 0,0-1 0,0 1 47,0-25-47,0 25 0,0 0 0,0-25 0,0 25 0,0-1 0,0-24 0,0 25 0,0 0 0,0-25 0,0 25 0,0 0 0,0-25 0,0 24 0,0-24 0,0 25 0,0-25 0,-24 25 0,24-25 15,0 25-15,0-25 0,0 25 0,0-25 16,-25 0-16,25 24 0,0-24 0,0 0 0,0 0 0,-25 0 16,25 0-16,0 25 0,0-25 0,-25 0 0,25 0 15,0 0-15,0 0 0,0 0 0,-25 0 0,25 0 0,0 0 16,0-25-16,0 25 0,0 0 0,-24 0 0,24 0 15,0 0-15,0 0 0,0-24 0,0 24 0,0 0 47,0 0-47,0-25 0,0 25 0,0 0 0,0-25 0,0 25 0,0-25 0,24 25 16,-24-25-16,0 25 0,0-24 0,0 24 0,0-25 0,0 25 0,0-25 0,0 25 0,0-25 0,0 25 0,25 0 0,-25-25 0,0 25 0,0-24 0</inkml:trace>
  <inkml:trace contextRef="#ctx0" brushRef="#br0" timeOffset="129367.3994">13146 6325 0,'0'0'15,"0"0"-15,0 0 0,0 0 0,0 0 0,0 0 0,25 0 16,-25 0-16,0 0 0,0 0 0,0 0 0,25 0 0,-25 0 16,0 0-16,25 0 0,-25 0 0,0 0 0,25 0 15,-25 0-15,25 0 0,-25 0 0,0-25 0,24 25 0,-24 0 16,0 0-16,25 0 0,-25 0 15,0 0-15,25 0 0,-25 0 0,0 0 0,0-24 0,0 24 0,0 0 16,0 0-16,0 0 0,0 0 0,0-25 16,0 25-16,0 0 0,0 0 0,0-25 0,0 25 0,0 0 0,0 0 15,0-25-15,0 25 0,-25 0 0,25-25 0,0 25 16,0 0-16,0-24 0,0 24 0,-25 0 0,25 0 0,0-25 15,0 25-15,0 0 0,0 0 0,-24 0 47,24-25-47,0 25 31,0 0-31,0 0 0,0 0 0,0 0 0,0 0 0,0 0 0,0 0 16,-25 99 46,25-99-62,0 25 0,0-25 16,0 25-16,0-25 0,0 25 0,0-25 0,0 24 0,0-24 0,0 0 0,0 25 0,0-25 0,25 25 0,-25-25 0,0 0 0,0 25 0,0-25 0,0 0 0,0 0 0,0 0 16,24 25-16,-24-25 0,0 0 0,0 0 0,0 0 0,25 0 0,-25 0 0,0 0 0,0 24 0,25-24 0,-25-24 0,0 24 0,25 0 0,-25 0 0,0 0 0,25 0 0,-25 0 0,0 0 0,24 0 0,-24 0 0,0-25 0,25 25 0,-25 0 0,0 0 15,25 0-15,-25-25 0,0 25 0,0 0 0,25-25 0,-25 25 16,0 0-16,0-25 0,0 25 0,0 0 15,0-24-15,0 24 16,0 0-16,0-25 0,25 25 0,-25-25 0,0 25 0,0 0 0,0-25 0,0 25 0,0 0 0,0 0 16,0-25-16,0 25 0,0 0 15,0 0-15,0 0 0,0 0 0,0 0 0,0 0 0,0 0 0,0 0 0,0 0 16,0 0-16,0 0 0,0 0 0,0 25 15,0-25-15,0 0 0,0 0 0,0 25 0,0-25 0,0 25 16,0-25-16,0 25 0,0-25 0,0 24 0,0-24 0,0 25 47,0-25 93,24 99-140,-24-99 0,0 0 0,0-24 0,0 24 0,0 0 0,0-25 0,25 25 0,-25-25 0,0 25 0,0-25 0,0 25 0,25-25 0,-25 25 0,0-24 0,0 24 0,0-25 0,25 25 0,-25 0 0,0-25 0,0 25 16,25 0-16,-25 0 0,0 0 0,0-25 0,24 25 0,-24 0 0,0 0 0,0 0 0,0 0 0,25 0 0,-25 0 0,0 0 0,0 25 0,0-25 15,0 0-15,0 0 0,0 0 0,0 25 0,0-25 0,0 0 0,0 0 0,0 25 0,0-25 0,0 24 0,0-24 0,0 0 16,0 25-16,0-25 0,0 25 0,0-25 16,0 0-16,0 25 0,0-25 0,0 25 0,0-25 0,0 0 15,0 24-15,0-24 0,0 0 0,0 25 0,0-25 0,0 0 16,0 25-16,0-25 0,0 0 0,0 0 0,0 0 15,0 25-15,0-25 0,0 0 0,0 0 0,25 0 16,-25 0-16,0 0 0,25 0 0,-25 0 0,0 0 16,25 0-16,-25 0 0,24-25 0,-24 25 0,25 0 0,-25 0 0,25 0 15,-25-25-15,25 25 0,-25 0 0,0-25 0,0 25 16,25 0-16,-25 0 0,0-24 15,0 24-15,0-25 0</inkml:trace>
  <inkml:trace contextRef="#ctx0" brushRef="#br0" timeOffset="129811.4248">13295 5978 0,'0'0'0,"0"0"0,0 0 0,0 0 0,0-25 16,0 25-16,0 0 0,100-74 187,-100 49-187,0 25 16,0 0-16,0 0 0,24 0 0,-24 0 0,0 0 0,0 0 0,0 0 0,0 0 0,0 25 0,25-25 0,-25 0 0,0 0 0,0 25 0,0-25 0,25 0 0,-25 0 0,0 24 0,0-24 0,0 0 0,25 0 15,-25 25-15,0-25 0,25 0 0,-25 0 0,0 0 0,0 0 0,24 0 0,-24 0 0,0 0 0,25 25 0,-25-50 0,0 25 0,0 0 0,25 0 0,-25 0 0</inkml:trace>
  <inkml:trace contextRef="#ctx0" brushRef="#br0" timeOffset="130078.4401">13717 5804 0,'0'0'16,"0"0"-16,0 0 0,25 0 0,-25 0 0,0 0 0,0 0 15,25 0-15,-25 25 0,0-25 0,24 0 0,-24 0 16,0 0-16,25 25 0,-25-25 0,0 0 0,25 0 15,-25 25-15,0-25 0,0 0 0,0 25 0,0-25 0,0 0 0,0 24 16,0-24-16,0 0 0,0 25 16,-25-25-16,25 0 0,0 0 0,-25 25 0,25-25 0,-24 0 0,24 0 15,-25 25-15,0-25 0,25 0 0,-25 0 47,0 0-47</inkml:trace>
  <inkml:trace contextRef="#ctx0" brushRef="#br0" timeOffset="131109.4989">14436 6152 0,'0'0'16,"0"0"15,0 0-31,0-25 109,-24 0-109,24 25 16,0 25-16,0-25 0,0 0 0,0 0 0,-25 0 0,25 25 0,0-25 0,0 24 0,0-24 0,0 0 0,0 25 0,0 0 0,-25-25 0,25 25 0,0-25 0,0 25 0,0-1 0,0-24 16,0 25-16,0 0 0,0-25 0,25 25 0,-25-25 0,0 25 0,0-1 0,0-24 0,0 25 0,0-25 0,25 0 0,-25 25 0,0-25 0,0 0 0,0 25 0,24-25 0,-24 0 0,0 0 0,25 0 15,-25 0-15,0 0 0,25 0 0,-25 0 0,0 0 0,25 0 0,-25 0 0,25 0 0,-25 0 0,24 0 16,-24-25-16,25 25 0,-25 0 0,25 0 0,-25-25 15,0 25-15,25 0 0,-25 0 0,0-25 0,25 25 0,-25 0 16,0-24-16,0 24 0,24 0 0,-24-25 0,0 25 16,0-25-16,0 25 0,25 0 0,-25-25 0,0 25 0,0-25 15,25 25-15,-25-24 0,0 24 0,0 0 16,0-25-16,0 25 0,25 0 0,-25-25 0,0 25 0,0 0 0,0 0 15,0 0-15,0 0 0,0 0 0,0 0 16,0 0-16,0 0 0,0 0 0,0 0 0,0 0 0,0 0 0,0 0 16,0 0-16,0 0 0,0 0 0,0 0 15,0 0-15,0 0 0,0 25 0,0-25 0,0 0 0,0 25 0,-25-25 16,25 0-16,0 24 0,0-24 156,74 224-156,-74-224 0,0 0 0,25 0 0,-25 0 0,0 0 0,25 0 0,-25 0 0,0 0 0,25-25 0,-25 25 0,0 0 15,25 0-15,-25-25 0,0 25 0,24 0 0,-24-25 0,0 25 0,0 0 0,25-25 0,-25 25 0,0-24 0,0 24 0,0-25 0,0 25 0,0-25 0,0 0 0,0 25 0,0-25 0,0 25 0,0-24 0,0 24 16,0-25-16,0 25 0,0 0 0,0-25 0,-25 25 0,25 0 0,0-25 0,0 25 0,0 0 0,0 0 0,0 0 0,0 0 0,-24 0 16,24 0-16,0 0 0,0 0 0,0 0 0,-25 0 15,25 0-15,0 0 0,0 0 0,0 0 0,-25 0 16,25 0-16,0 0 0,0 0 0,0 0 0,0 0 0,0 0 15,-25 0-15,25 0 0,0 0 0,0 0 16,0 0-16,0 0 0,0 0 0,25 0 0,-25 0 0,0 0 0,0-25 16</inkml:trace>
  <inkml:trace contextRef="#ctx0" brushRef="#br0" timeOffset="131494.5209">14982 5978 0,'0'0'0,"0"0"0,25 0 0,-25 0 0,0 0 16,0 0-16,0 0 0,0-25 0,0 25 0,25 0 16,-25 0-16,0 25 0,0-25 0,24 0 0,-24 0 0,0 0 15,25 0-15,-25 0 0,0 25 0,25-25 0,-25 0 16,0 0-16,0 25 0,25-25 0,-25 0 0,0 24 0,0-24 15,0 0-15,0 25 94,-50 0-78,50 0-16,0-25 0,-25 0 0,25 25 0,-24-25 0,-1 0 0,25 0 0,-25 0 0,0 24 0,25-24 0,-25 0 0,1 0 0</inkml:trace>
  <inkml:trace contextRef="#ctx0" brushRef="#br0" timeOffset="132298.567">16073 6201 0,'0'0'15,"0"-25"-15,0 25 0,0 0 0,0 0 0,0 0 0,0-24 0,0 24 16,-24 0-16,24 0 0,0 0 0,0-25 16,0 25-16,0 0 0,0 0 0,0 0 0,0 0 0,0-25 0,0 25 15,-25 0-15,25 0 0,0 0 0,0 0 0,0 0 16,0 0-16,-25 0 0,25 0 0,0 0 0,0 0 0,0 0 15,-25 0-15,25 0 0,0 0 0,0 0 16,-25 0-16,25 0 0,0 0 0,0 0 0,-24 0 0,24 25 0,0-25 16,0 0-16,0 0 0,-25 0 0,25 25 0,0-25 15,0 0-15,0 24 0,0-24 0,0 0 0,0 25 16,0-25-16,0 0 0,0 25 0,0-25 0,25 0 0,-25 25 15,0-25-15,0 25 0,24-25 0,-24 24 0,0-24 16,25 25-16,-25-25 0,0 0 0,25 25 0,-25-25 0,0 25 16,25-25-16,-25 0 0,0 25 0,25-25 0,-25 0 15,0 0-15,0 24 0,0-24 0,0 0 16,24 0-16,-24 0 0,0 0 0,0 25 0,0-25 0,0 0 0,0 0 15,0 0-15,-24 0 0,24 0 0,0 0 0,0 0 0,0 0 16,0 0-16,-25 0 0,25 0 0,0 0 0,-25 25 16,25-25-16,0 0 0,0 0 0,-25 0 0,25 0 15,0 0-15,-25 0 0,25 0 0,0 0 16,-24 0-16,24 0 0,0 0 0,0 0 0,0 0 0,0 0 0,0 0 15,0 0-15,0 0 0,0 0 0,0 0 0,0-25 16,0 25-16,0 0 0,0 0 0,0 0 0,24-25 0,-24 25 16,0 0-16,25-24 0,-25 24 0,25 0 15,-25-25-15,25 25 0,-25 0 0</inkml:trace>
  <inkml:trace contextRef="#ctx0" brushRef="#br0" timeOffset="132953.6043">16371 6251 0,'0'0'16,"0"-25"-16,0 25 0,0 0 0,0 0 0,0-25 16,0 25-16,0 0 0,0 0 0,0-25 0,0 25 15,-25 0-15,25 0 0,0 0 0,0 0 0,0-24 16,0 24-16,0 0 0,0 0 0,-25 0 0,25 0 0,0 0 15,0 0-15,0 0 0,0 0 0,0-25 16,-24 25-16,24 0 0,0 0 0,0 25 0,0-25 0,0 0 16,0 0-16,-25 0 0,25 0 0,0 0 0,0 0 15,-25 24-15,25-24 0,0 0 0,0 25 0,0-25 0,-25 25 0,25-25 16,0 25-16,0-25 0,0 25 0,0-1 0,0-24 15,0 25-15,0 0 0,0-25 0,0 25 0,0-25 16,0 25-16,0-25 0,0 24 0,0-24 0,25 0 0,-25 25 16,0-25 62,0 0-78,25 25 0,-25-25 0,0 0 0,0 0 0,0 0 0,25 0 0,-25 0 0,0 0 0,24 0 0,-24 0 0,0 0 0,25 0 0,-25 0 0,0 0 0,25 0 0,-25-25 0,0 25 0,25 0 0,-25-25 0,0 25 0,0 0 15,25-24-15,-25 24 0,0 0 0,0-25 0,0 25 0,0-25 0,0 25 0,0-25 0,0 25 0,0-25 0,0 25 0,0-24 0,0 24 0,0-25 0,0 25 16,0-25-16,0 25 0,0 0 0,0-25 0,0 25 15,-25 0-15,25 0 0,0-25 0,0 25 0,0 0 0,0 0 16,0 0-16,0 0 0,-25 0 0,25 0 0,0 0 16,0 0-16,0 0 0,0-24 0,0 24 0,0 0 15,0 0-15,-25 0 0,25 0 0,0 0 0,0 0 0,0 0 187</inkml:trace>
  <inkml:trace contextRef="#ctx0" brushRef="#br0" timeOffset="133104.6131">16396 5854 0,'0'0'0,"0"0"0,0 0 0,0 0 0,0 0 0,0 0 0,0 0 0,0 0 0,0 0 0,0 0 0,0 0 0,25 0 0,-25 0 0,0 0 0,0 0 0,0 0 0,25 0 15,-25 0-15,0 0 0,24 0 0,-24 0 0,0 25 0,25-25 16,-25 0-16,0 0 0,25 25 0,-25-25 0,0 0 15,0 0-15,0 24 0,0-24 16,0 0-16,0 25 0,0-25 0,0 0 0,0 25 0,0-25 0,0 0 0,-25 25 16,25-25-16,0 0 0,-25 0 0,25 0 15,0 25-15,-24-25 0,24 0 0,-25 0 0,25 0 0,-25 0 16,25 24-16,-25-24 0,25 0 0,0 0 15,-25 0-15,25 0 0</inkml:trace>
  <inkml:trace contextRef="#ctx0" brushRef="#br0" timeOffset="133645.6441">16694 5680 0,'0'0'16,"0"0"-16,0 0 0,0-25 0,0 25 16,0 0-16,0 0 0,0 0 0,0 0 0,0 0 0,0 0 15,0 0-15,0 0 0,24 0 0,-24 0 0,0-24 16,25 48-16,-25-24 0,0 0 0,25 0 0,-25 0 0,0 0 15,25 0-15,-25 0 0,0 25 0,0-25 0,25 0 16,-25 25-16,0-25 0,0 0 0,0 25 0,0-25 0,0 25 16,-25-25-16,25 0 0,0 24 0,0-24 15,-25 25-15,25-25 0,0 0 0,-25 25 0,0-25 0,25 0 16,-24 0-16,24 25 0,-25-25 0,0 0 0,0 0 15,25 25-15,-25-25 63,1 0-63</inkml:trace>
  <inkml:trace contextRef="#ctx0" brushRef="#br0" timeOffset="134267.6797">17537 5904 0,'0'0'0,"0"-25"16,0 25-16,0 0 0,0 0 0,0 0 0,0 0 0,0 0 15,0 0-15,0 0 0,0 0 0,0 0 0,0 0 16,0 0-16,0 0 0,0 0 0,0 0 0,0 0 0,0 0 16,0 25-16,0-25 0,0 0 0,0 0 156,0 347-156,0-322 0,0-25 0,0 24 0,0 1 0,0-25 0,0 25 15,0-25-15,0 25 0,0-25 0,0 0 0,0 25 0,0-25 0,0 24 0,0-24 0,0 0 0,0 25 0,0-25 0,0 0 0,0 0 0,0 25 0,0-25 0,0 0 0,0 0 0,0 0 0,0 0 16,0 0-16,0 0 0,0 0 0,0 0 0,0 0 0,-25 0 0</inkml:trace>
  <inkml:trace contextRef="#ctx0" brushRef="#br0" timeOffset="134441.6893">17462 6201 0,'0'0'0,"0"0"0,0 0 0,0 0 16,0 0-16,0 0 0,25 0 0,-25 0 15,0 0-15,0 0 0,0 0 0,25 0 0,-25 0 0,0 0 16,25 0-16,-25 0 0,25 0 0,-25 0 0,25 0 16,-25 0-16,24 0 0,-24 0 0,25 0 0,0 0 15,-25 25-15,25-25 0,0 0 0,-25 0 0,24 0 0,-24 25 16,25-25-16,-25 0 0,25 0 0,-25 25 0,25-25 0,-25 0 15,0 0-15,25 0 0,-25 24 0,0-24 0,24 0 16</inkml:trace>
  <inkml:trace contextRef="#ctx0" brushRef="#br0" timeOffset="135017.7226">17859 6201 0,'0'0'0,"0"0"16,0 0-16,0 0 0,0 0 0,0 0 0,0-25 0,0 25 15,25 0-15,-25 0 0,0 0 0,0 0 0,0 0 0,0 0 16,0 0-16,0 0 0,0 0 0,0 0 0,0 0 16,0 0-16,0 25 0,0-25 0,0 0 0,-25 0 15,25 25-15,0-25 0,0 0 16,0 25-16,0-25 0,0 25 0,0-25 0,0 0 0,0 24 0,0-24 0,0 25 15,0-25-15,0 25 0,0-25 0,0 25 0,0-25 0,0 25 16,0-25-16,25 24 0,-25-24 0,0 0 16,0 25-16,0-25 0,0 0 0,25 25 0,-25-25 0,0 0 0,0 0 46,25 0 1,124-74 16,-149 49-63,0 25 0,0 0 0,0-25 0,0 25 0,24-25 0,-24 25 0,0-25 15,0 25-15,0-24 0,0 24 0,0-25 0,0 25 0,0-25 0,0 25 0,0 0 0,25 0 0,-25-25 16,0 25-16,0 0 0,0 0 0,0 0 0,0 0 0,0 0 0,-25 0 0,25 0 0,0 0 0,0 25 0,0-25 0,0 0 0,0 0 0,0 25 0,0-25 0,0 0 0,0 25 0,0-25 15,0 24-15,0-24 0,0 0 0,0 25 0,0-25 0,0 25 0,0-25 0,0 0 16,0 25-16,0-25 0,0 0 0,0 25 0,0-25 0,0 0 0,0 0 0,0 0 0,0 24 16,0-24-16,0 0 0,25 0 0,-25 0 0,0 0 0,0 0 0,0 0 15,0 0-15,0 0 0,0 0 0,0 0 16,25-24-16,-25 24 0,0 0 0,0 0 47,0-25-47,0 25 0,0 0 0,0-25 0</inkml:trace>
  <inkml:trace contextRef="#ctx0" brushRef="#br0" timeOffset="135243.7355">18182 6003 0,'0'0'0,"0"0"16,0 0-16,0 0 0,0 0 0,0 0 0,0 0 16,0 0-16,0 0 0,0 0 0,0 0 0,0 0 0,0 0 15,0 0-15,25 0 0,-25 0 0,0 0 16,0 0-16,0 0 0,24 0 0,-24 25 0,0-25 0,0 0 15,0 0-15,0 24 0,25-24 0,-25 0 47,0 25-47,0-25 0,0 0 0,0 0 0,0 25 0,0-25 0,0 0 0,0 0 0,0 25 0,0-25 0,-25 0 0,25 0 0,0 25 0,0-25 0,-24 0 0,24 0 0,-25 24 16,25-24-16,0 0 0,-25 0 0,25 25 0,-25-25 0,25 0 0,-25 0 15,25 0-15,-24 0 0,24 25 0,-25-25 16,25 0-16,0 0 0,0 0 0,-25 0 0,25-25 0,0 25 16,0 0-16,0 0 0</inkml:trace>
  <inkml:trace contextRef="#ctx0" brushRef="#br0" timeOffset="135465.7482">18132 5755 0,'0'0'0,"0"0"0,0 0 0,0 0 16,0 0-16,0 0 0,25 0 0,-25-25 0,0 25 16,0 0-16,25 0 0,-25 0 0,25 0 0,-25 0 0,24 0 15,-24 0-15,25 0 0,-25 0 0,25 0 16,0 0-16,-25 0 0,25 0 0,-25 0 0,24 0 0,-24 0 0,25 0 15,-25 0-15,25 0 0,-25 0 0,25 0 16,-25 0-16</inkml:trace>
  <inkml:trace contextRef="#ctx0" brushRef="#br0" timeOffset="136549.8102">19323 5928 0,'0'0'0,"0"0"0,0 0 0,0 0 0,0 25 16,0-25-16,0 0 0,0 0 16,0 0-16,0 25 0,0-25 0,0 25 0,-25-25 0,25 25 0,0-25 15,0 24-15,0-24 0,0 25 0,0-25 16,0 25-16,0 0 0,0-25 0,-25 25 0,25-1 0,0-24 0,0 25 15,0-25-15,0 25 0,0-25 156,-74 198-156,74-198 0,0 25 0,0-25 0,0 0 0,0 0 0,0 0 0,0 0 0,0 0 0,0-25 0,0 25 0,0 0 0,0 0 0,0 0 16,0-24-16,0 24 0</inkml:trace>
  <inkml:trace contextRef="#ctx0" brushRef="#br0" timeOffset="137071.8401">19323 6028 0,'0'-25'0,"25"25"0,-25 0 0,0 0 0,0 0 0,0 0 15,0 0-15,0 0 0,0-25 0,24 25 0,-24 0 16,0 0-16,0 0 0,25 0 0,-25 0 0,0 0 16,25 0-16,-25-25 0,25 25 15,-25 0-15,0 0 0,25 0 0,-25 25 0,24-25 0,-24 0 0,0 0 16,25 0-16,-25 0 0,0 25 0,0-25 0,0 0 0,25 25 15,-25-25-15,0 24 0,0-24 0,0 25 16,0-25-16,-25 25 0,25-25 0,0 25 0,0 0 0,0-25 0,-25 24 16,25-24-16,0 25 0,-24-25 0,24 0 15,0 25-15,-25-25 0,25 25 0,0-25 0,-25 0 0,25 25 0,0-25 16,0 0-16,-25 24 0,25-24 0,0 0 15,0 0-15,-25 0 0,25 0 0,0 0 0,0 0 0,0 0 0,0 0 16,0 0-16,0 0 0,0 0 16,0 0-16,0 0 0,25 0 0,-25 0 0,0 0 0,0 0 0,0 0 15,0 0-15,0 0 0,25 0 0,-25 0 47,0 0-47,0 0 0,0 0 0,0 0 0,25 0 0,-25 0 0,0 0 0,0 25 0,0-25 16,0 0-16,25 25 0,-25-25 0,0 0 0,0 25 0,0-25 0,0 0 0,0 25 0,0-25 0,24 24 0,-24-24 0,0 0 0,0 25 15,-24-25-15,24 0 0,0 0 0,0 25 0,0-25 0,0 0 0,0 0 16,-25 0-16,25 25 0,0-25 0,0 0 0,-25 0 15,25 0-15,0 0 0,0 0 0,-25 0 0,25 0 16,0 0-16,-25 0 0,25 0 0,0-25 0,0 25 0,-24 0 16,24 0-16,0 0 0,0 0 0,0 0 15,-25-25-15,25 25 0,0 0 78,0 0-78,0 0 0,0 0 0,0 0 0,0 0 0,0 0 0,0 0 0,0 0 0,0 0 0,0 0 0,0 0 0,0-25 0,0 25 0,0 0 0,0 0 0,0 0 0,25 0 0,-25 0 0,0 0 0,0 0 0,24 0 16,-24 0-16,0 0 0,25-24 0</inkml:trace>
  <inkml:trace contextRef="#ctx0" brushRef="#br0" timeOffset="137681.8749">19993 5829 0,'0'0'15,"0"0"-15,0-25 0,0 25 0,0 0 16,0 0-16,0 0 0,0 0 0,0 0 0,0 0 0,0 0 0,0 0 16,0 0-16,0 0 0,0 0 0,0 0 0,0 0 15,0 0-15,0 0 0,0 0 0,0 0 0,0 0 16,0 0-16,-25 25 0,25-25 0,0 0 0,0 25 0,-25-25 15,25 25-15,0-25 0,-25 25 0,25-25 0,-25 24 16,25-24-16,0 0 0,-24 25 0,24-25 0,-25 25 0,25-25 16,0 0-16,-25 25 0,25-25 0,0 0 15,-25 25-15,25-25 0,0 0 0,0 0 0</inkml:trace>
  <inkml:trace contextRef="#ctx0" brushRef="#br0" timeOffset="143143.1873">20513 6400 0,'0'0'0,"0"0"16,0 0-16,0 0 0,0 0 0,0 0 15,0 0-15,0 0 0,0 0 0,0 0 0,0 0 0,0 0 16,0 0-16,0 0 0,0 0 0,0 0 265,273-298-265,-273 273 0,0 25 0,25 0 0,-25 0 0,0-25 0,0 25 0,0 0 0,0 0 0,0 0 0,0 0 0,0 0 16,0 0-16,0 0 0,0 0 0,0 0 0,0 0 0,0 0 0,0 0 0,0 0 0,0 0 0,0 0 0,0 0 0,0 0 0,0 0 0,0 0 0,0 0 0,0 0 0,0 0 0,0 0 0,0 0 0,0 25 15,0-25-15,0 0 0,25 0 0,-25 0 0,0 25 0,0-25 0,0 0 0,0 25 0,25-25 0,-25 0 0,0 25 0,0-25 0,25 24 0,-25-24 0,0 0 16,24 25-16,-24-25 0,0 25 0,25-25 0,-25 25 15,25-25-15,-25 25 0,0-25 0,0 0 0,25 24 16,-25-24-16,0 0 0,0 25 0,25-25 0,-25 0 0,0 25 16,0-25-16,0 0 0,0 0 0,0 0 0,0 25 0,0-25 15,0 0 16,0 0-31,0 0 0,0 0 0,-25 0 0,25 0 0,0 25 0,0-25 0,0 0 16,-25 0-16,25 0 0,0 0 0,0 0 0,0 0 0,-25 0 0,25 0 0,0 0 0,-25 0 0,25 0 0,0 0 0,-24 0 0,24 0 16,0 0-16,-25 0 0,25 0 0,0 0 0,0 0 15,-25 0-15,25 0 0,0 0 0,0 0 16,0 0-16,0 0 0,-25 0 0,25 0 0,0 0 0,0 0 0,0-25 15,0 25-15,0 0 0,0 0 0,0 0 0,0 0 16,0 0-16,0 0 0,0-25 0,0 25 0,0 0 16,0 0-16,0 0 0,0-25 296</inkml:trace>
  <inkml:trace contextRef="#ctx0" brushRef="#br0" timeOffset="145761.3371">21258 6449 0,'0'0'0,"24"0"0,150-248 765</inkml:trace>
  <inkml:trace contextRef="#ctx0" brushRef="#br0" timeOffset="147704.4482">21580 6176 0,'-50'-24'0,"50"24"0,0 0 0,-24 0 16,24 0 0,0 0-16,0 0 0,-25 0 0,25 0 0,0 0 15,0 0-15,74 148 343,-74-148-343,0-24 16,0 24 0,0-25-16,0 25 15,0-25-15,0 25 0,0 0 16,0 0-16,0 0 15,-25 0-15,25 0 0,0 0 16,0 0-16,0-25 0,0 25 16,0 0-1,0 0-15,-24 0 16,24 25-16,0-25 15,-50 25 781,174 24-796,-124-49 0,0-24 0,0 24 16,-25 0-16,25-25 15,-25 25 1,25 0-16,0 0 0,-24-25 15,24 25-15,0 0 484</inkml:trace>
  <inkml:trace contextRef="#ctx0" brushRef="#br0" timeOffset="149484.55">21630 6201 0,'0'0'0,"0"0"16,0 0-16,0 0 0,0 0 0,0 0 0,0 0 15,0 0-15,0 0 0,0 0 0,0 0 0,0 0 16,0 0-16,0 0 0,0 0 78,0 0-78,0 0 0,0 0 78,0 0-78,0 0 0,0 0 0,0 0 0,0 0 0,0 0 0,0-25 0,0 25 0,0 0 0,0 0 0,-25 0 0,25 0 0,0 0 0,0 0 0,0-24 0,0 24 0,-25 0 0,25 0 0,0 0 0,0 0 0,0 0 0,-25 0 0,25-25 0,0 25 0,0 0 0,0 0 16,-25 0-16,25 0 0,0 0 0,0 0 0,0 0 0,-24 0 0,24 0 0,0 0 0,0 0 0,0 0 0,0 0 0,-25 0 0,25 0 0,0 0 15,0 0-15,0 0 0,-25 0 0,25 0 0,0 0 16,0 0-16,0 0 0,-25 0 0,25 0 0,0 25 0,0-25 15,0 0-15,-25 0 0,25 0 0,0 0 0,0 24 16,-24-24-16,24 0 0,0 0 0,0 25 0,-25-25 0,25 0 16,0 0-16,0 25 0,-25-25 0,25 0 0,0 0 15,0 25-15,-25-25 0,25 0 0,0 0 0,0 25 0,0-25 16,-25 0-16,25 24 0,0-24 0,0 0 15,0 0-15,-24 25 0,24-25 0,0 0 0,0 0 0,0 0 0,0 25 16,0-25-16,0 0 0,-25 0 0,25 25 0,0-25 16,0 0-16,0 0 0,0 0 0,0 25 0,0-25 0,0 0 15,0 0 1,0 0-16,25 24 0,-25-24 0,0 0 0,0 0 0,0 0 0,0 0 0,0 25 0,0-25 0,24 0 15,-24 0-15,0 0 0,0 25 16,25-25-16,-25 0 0,0 0 0,25 0 0,-25 0 0,0 0 0,25 25 16,-25-25-16,0 0 0,25 0 0,-25 0 0,0 0 0,24 0 15,-24 0-15,0 0 0,25 0 0,-25 0 16,0 0-16,25 0 0,-25 0 0,0 0 0,25 0 0,-25 0 15,0 0-15,25-25 0,-25 25 0,49-50 110,-49 50-110,0 0 0,25 0 0,-25-24 0,0 24 0,0-25 0,0 25 0,0 0 15,25-25-15,-25 25 0,0 0 0,0-25 0,0 25 0,0 0 0,0-25 0,25 25 0,-25 0 0,0-24 0,0 24 0,0 0 0,0-25 0,0 25 0,0 0 0,0 0 16,0 0-16,0-25 0,0 25 0,0 0 0,0 0 0,0 0 0,0 0 0,0 0 0,0 0 0,0 0 0,0 0 0,0 0 0,0 0 0,0 0 0,0 0 0,0 0 0,0 0 0,0 0 0,0 0 0,0 0 15,0 0-15,0 0 0,0 0 0,0 0 16,0 0-16,0 0 0,0 0 0,0 0 0,0 0 0,0 0 16,0 0-16,0 25 0,0-25 0,0 0 0,-25 0 0,25 0 15,0 25-15,0-25 0,0 0 0,0 0 0,0 24 16,0-24-16,0 0 0,0 25 0,-25-25 0,25 0 0,0 25 15,0-25-15,0 0 0,0 25 0,0-25 0,0 0 16,0 25-16,0-25 0,0 0 0,0 24 0,0-24 16,0 0-16,0 0 0,25 25 0,-25-25 0,0 0 0,0 0 15,0 25-15,0-25 0,0 0 0,0 0 0,0 0 0,25 0 16,-25 0-16,0 25 0,0-25 0,0 0 15,24 0-15,-24 0 0,0 0 0,0-25 0,25 25 0,-25 0 0,0 0 16,25 0-16,-25 0 0,0 0 0,0-25 0,25 25 16,-25 0 93,0-49-109,0 49 0,0 0 0,0 0 0,25 0 0,-25 0 0,0 0 0,0-25 0,0 25 0,0 0 0,0 0 0,0 0 0,0 0 0,0 0 0,0 0 0</inkml:trace>
  <inkml:trace contextRef="#ctx0" brushRef="#br0" timeOffset="150313.5974">21803 6251 0,'0'0'16,"0"0"-16,0 0 0,0 0 0,0 0 0,0 0 0,0 0 15,0 0-15,0 0 0,0 0 0,0 0 0,0 0 16,0 0-16,0 0 0,0 0 0,0 0 0,0 0 0,0 0 16,0 0-16,0 0 0,0 0 46,0 0-46,0 0 0,0 0 0,0 0 0,0 49 94,0-49-78,0 25-16,0-25 0,0 25 15,0-25-15,-24 50 16,24-26-16,0-24 15,0 25-15,0-25 16,0 25-16,0-25 0,0 0 16,0 0-16,0 0 0,0 0 15,0 0-15,0 0 16,0 0-16,0 0 15,0 0-15,0-25 16,0 0-16,24 25 16,1-24-16,-25-1 0,0 25 15,25-25-15,0 0 0,0 0 16,-25 25-1,24-24-15,1 222 156,-25-198-156,0 0 0,25 0 16,-25 0-16,25 0 16,24 0-1,-24 0-15</inkml:trace>
  <inkml:trace contextRef="#ctx0" brushRef="#br0" timeOffset="150909.6315">22299 6375 0,'0'0'0,"0"0"0,0 0 0,0-25 0,0 25 0,0 0 0,0 0 0,0-25 0,0 25 0,-24 0 0,24 0 0,0-25 0,0 25 0,0 0 0,0 0 0,0 0 0,0 0 0,0 0 0,0 0 0,0 0 0,0 0 0,0 0 16,0 0-16,0 0 0,0 0 0,0 0 0,-25 0 0,25 0 15,0 0-15,0 0 0,0 0 0,-25 0 0,25 25 0,0-25 16,0 0-16,-25 0 0,25 25 0,0-25 0,-25 0 15,25 25-15,0-25 0,0 0 0,-24 25 0,24-25 16,0 0-16,0 24 0,0-24 0,0 0 0,-25 25 0,25-25 16,0 0-16,0 25 0,0-25 0,0 0 15,25 0-15,-25 25 0,0-25 0,0 0 0,0 0 0,0 0 16,0 25-16,24-25 0,-24 0 0,0 0 0,25 0 0,-25 0 15,0 0-15,25 0 0,-25 0 0,0 0 0,25 0 0,-25 0 47,0 0-47,25 0 16,-25-25-16,24 25 0,-24 0 0,0 0 0,25 0 109,25-99-109,-50 99 0,0 0 0,0 0 0,0 0 0,0 0 0,0 0 0,0 0 0,0 0 0,0 0 0,0 0 0,0 0 0,0 24 0,0-24 16,-25 0-16,25 25 0,0-25 0,0 25 0,0-25 0,-25 25 0,25-25 0,0 25 0,0-1 0,-25-24 0,25 25 0,0 0 0,0 0 0,0-25 0,-24 25 0,24-1 0,0-24 0,0 25 0,0 0 0,0-25 0,0 25 0,-25 0 0,25-25 0,0 24 15,0-24-15,0 25 0,0 0 0,0-25 0,0 25 0,0-25 0,0 0 0,0 25 16,0-25-16,0 25 0,0-25 0,0 0 15,0 24-15,-25-24 0,25 0 0,0 0 0,0 0 0,0 0 16,0 25-16,0-25 0,0 0 0,-25 0 0,25 0 16,0 0-16,0 0 0,0 0 0,0-25 0,-25 25 0,25 0 15,0 0-15,0 0 0,0 0 0,-24-24 0,24 24 16,0 0-16,0 0 0,0-25 0,0 25 15,0 0-15,0 0 0,0-25 0,0 25 0,0 0 0,0 0 0,24 0 16,-24-25-16,0 25 0,25 0 0,-25 0 0,0 0 0,25 0 16,-25 0-16,25 0 0,0 0 0,-25-25 0,24 25 15,1 0-15,0 0 0,-25 0 0,25 0 0,0 0 16,-1 0-16,1 0 0,0 0 0,-25 0 0,25 0 0,0 0 0,-1-25 15,-24 25-15,25 0 0,0 0 16,-25 0-16,25-24 0,-25 24 0,25 0 0</inkml:trace>
  <inkml:trace contextRef="#ctx0" brushRef="#br0" timeOffset="151635.6731">23366 6052 0,'0'0'0,"0"0"0,0 0 0,0 0 0,0 0 0,0 0 16,0 0-16,0 0 0,0 0 15,0 0-15,0 0 0,0 0 0,0 0 0,0 0 0,0 0 0,0 0 16,0 0-16,0 0 0,0 0 0,0 0 16,0 0-16,0 0 0,0 0 0,0 0 0,0 0 0,0 0 15,0 0-15,0 0 0,0 0 0,0 25 0,0-25 0,0 0 16,0 25-16,0-25 0,0 25 0,0-25 0,0 25 0,0-25 15,0 24-15,0 1 0,0-25 16,-25 25-16,25 0 0,0-25 0,0 25 0,0-1 0,0-24 0,0 25 16,-25-25-16,25 25 0,0-25 0,0 25 15,0-25-15,0 25 0,-24-25 0,24 24 0,0-24 0,0 0 0,0 25 0,0-25 47,0 0 31,-25 50-78,25-50 0,0 0 0,0 0 0,0 0 0,0 0 0,0 0 0,0 0 0,0 0 0,0 0 0,0 0 16,0 0-16,0 0 0,0 0 0,0 0 0,0 0 0,0 0 0,0 0 0,0 0 0,0 0 0,0 0 0,0 0 0,0 0 0,0-25 0,0 25 0,0 0 0,0 0 0,0-25 0</inkml:trace>
  <inkml:trace contextRef="#ctx0" brushRef="#br0" timeOffset="152493.7221">23366 6052 0,'0'0'16,"0"-24"-16,0 24 0,0 0 0,0 0 0,0 0 0,25 0 15,-25 0-15,0 0 0,0-25 0,0 25 16,0 0-16,0 0 0,0 0 0,0 0 0,0 0 0,0 0 16,0 0-16,25 0 0,-25 0 0,0 0 0,0-25 0,0 25 156,124 25-156,-124-25 0,24 0 0,-24 0 0,0 0 0,0 25 0,0-25 0,0 0 0,0 24 0,0-24 15,0 0-15,0 25 0,0-25 0,0 0 0,0 25 0,0-25 0,-24 25 0,24-25 0,0 0 0,0 25 0,0-25 0,-25 24 0,25-24 0,0 0 0,-25 25 0,25-25 0,0 0 0,-25 25 0,25-25 16,0 0-16,-25 25 0,25-25 0,0 0 0,-24 0 0,24 25 0,0-25 0,0 0 0,-25 0 0,25 0 0,0 0 0,0 0 0,0 24 0,-25-24 0,25 0 0,0 0 0,0 0 0,0 0 15,0 0-15,0 0 0,0 0 0,0 0 0,0 0 0,0 0 16,0 0-16,0 0 0,0 0 0,0 0 16,25 0-16,-25 0 0,0 0 0,0 0 0,0 0 0,25-24 0,-25 24 15,0 0-15,0 0 0,24 0 0,-24 0 16,0 0-16,25 0 0,-25 0 0,0 0 0,25 0 0,-25 0 0,0 0 15,25 24-15,-25-24 0,0 0 16,0 0-16,25 0 0,-25 0 0,0 25 0,0-25 0,24 0 0,-24 0 16,0 25-16,0-25 0,0 0 0,0 25 0,0-25 15,0 0-15,0 25 0,0-25 0,0 0 0,0 24 0,0-24 16,0 0-16,0 25 0,-24-25 0,24 0 0,0 0 15,0 25-15,0-25 0,-25 0 0,25 25 0,0-25 16,-25 0-16,25 0 0,0 25 0,-25-25 0,25 0 0,0 0 0,-25 0 16,25 0-16,0 24 0,-24-24 0,24 0 15,0 0-15,-25 0 0,25 0 0,0 0 0,0 0 0,-25 0 16,25 0-16,0 0 0,-25 0 0,25 0 0,0-24 0,0 24 15,0 0-15,-25 0 0,25 0 0,0 0 16,0 0-16,0 0 0,0-25 0,0 25 0,0 0 16,0 0-16,0 0 0,0 0 109,0-25-109,0 0 0,0 25 0,0 0 0,0 0 0,0 0 0,0 0 0,0 0 0,0 0 0,0 0 0</inkml:trace>
  <inkml:trace contextRef="#ctx0" brushRef="#br0" timeOffset="155000.8653">13990 7218 0,'0'0'0,"0"0"0,-25 0 0,25 0 0,0 0 15,0 0-15,0 0 0,0 0 0,0 0 16,0 0-16,0 0 0,0 0 0,0 0 0,0 0 15,0 0-15,0 0 0,0 0 0,0 0 0,0 0 0,0 0 16,0 0-16,0 0 0,0 0 0,0 0 0,0 0 125,-25 50-125,-24 99 31,24-125-31,25-24 0,0 25 0,0-25 0,-25 25 0,25 0 0,0-25 0,0 25 16,0-25-16,-25 24 0,25-24 0,0 25 0,0-25 0,0 25 0,0-25 0,-25 25 0,25-25 0,0 0 0,0 25 0,0-25 0,0 24 0,0-24 0,-24 0 0,24 25 0,0-25 0,0 0 0,0 0 0,0 25 0,0-25 0,0 0 0,0 0 0,0 0 0,0 0 15,0 0-15,0 0 0,0 0 0,0 0 0,0 0 0,0 0 0,0 0 0,0 0 0,0 0 0,0 0 16,0 0-16,0 0 0,0-25 0,0 25 15,0 0-15,0-25 0,0 25 0,0 0 0,0-24 0,0 24 16</inkml:trace>
  <inkml:trace contextRef="#ctx0" brushRef="#br0" timeOffset="155853.9143">13915 7293 0,'0'0'15,"0"0"-15,0 0 0,0 0 0,25 0 0,-25 0 0,0 0 0,0-25 16,0 25-16,0 0 0,0 0 0,0 0 0,0 0 16,0 0-16,0 0 0,0 0 0,25 0 0,-25-25 0,0 25 0,0 0 15,25 0-15,-25 0 0,0 0 0,0 0 16,25 0-16,-25 0 0,0 0 0,24 0 0,-24 0 0,0 0 0,25 0 15,-25 0-15,0 0 0,0 0 0,25 0 16,-25 0-16,0 0 0,0 0 0,25 25 0,-25-25 0,0 0 0,0 0 16,0 25-16,0-25 0,25 0 0,-25 24 46,0-24-46,0 0 0,0 25 0,0-25 0,0 0 0,-25 25 0,25-25 0,0 0 0,0 25 0,0-25 0,0 25 0,-25-25 0,25 0 0,0 24 0,0-24 0,-25 0 16,25 25-16,0-25 0,-25 0 0,25 0 0,-24 25 16,24-25-16,0 0 0,-25 0 0,25 25 0,0-25 0,-25 0 0,25 0 15,0 0-15,0 0 0,0 0 0,-25 25 16,25-25-16,0 0 0,0 0 0,0 0 0,0 0 0,0 0 0,0 0 15,0 0-15,0 0 0,0 0 16,0 0-16,0 0 0,0 0 0,0-25 0,0 25 0,0 0 0,0 0 16,25 0-16,-25 0 0,0 0 31,0 0-31,0-25 0,25 25 0,-25 0 0,0 0 0,25 0 0,-25 0 47,0 0-47,0 0 0,24 0 0,-24 0 0,0 0 0,0 0 0,0 0 0,25 0 0,-25 0 0,0 25 0,0-25 0,0 0 0,0 0 0,0 25 0,0-25 0,0 0 0,0 24 0,0-24 0,0 25 0,0-25 0,0 0 0,0 25 15,0-25-15,0 25 0,0-25 0,0 0 0,-25 25 0,25-25 16,0 24-16,0-24 0,-24 0 0,24 25 0,0-25 15,0 0-15,-25 0 0,25 25 0,0-25 0,-25 0 16,25 0-16,0 0 0,-25 0 0,25 25 0,0-25 16,-25 0-16,25 0 0,0 0 0,-24-25 0,24 25 0,0 0 0,0 0 15,-25 0-15,25 0 0,0-25 0,0 25 16,0 0-16,-25 0 0,25-25 0,0 25 0,0 0 0,0 0 15,0-24-15,0 24 0,0 0 0,0 0 16,0 0-16,0 0 0,0-25 0,0 25 0,0 0 0,0 0 0,0 0 16,0 0-16,0 0 0,0 0 0,0 0 0,0 0 0,0 0 15,0 0-15,0 0 0,0 0 0,25 0 16,-25 0-16,0 0 0,0 0 0,0 0 0,25 0 0,-25 0 0,0 0 15,0 0-15,24 0 0</inkml:trace>
  <inkml:trace contextRef="#ctx0" brushRef="#br0" timeOffset="157161.9889">14511 7689 0,'0'0'0,"0"0"0,0-24 0,0 24 0,0 0 15,0 0-15,0 0 0,0 0 0,0-25 0,0 25 0,0 0 16,0 0-16,0 0 0,0-25 15,-25 25-15,25 0 0,0 0 0,0-25 0,0 25 0,0 0 0,-25 0 16,25 0-16,0 0 0,0-25 0,0 25 0,-25 0 16,25 0-16,0 0 0,0 0 46,-24 0-46,24 0 0,0 0 0,0 0 0,-25 0 0,25 0 0,0 0 0,0 0 0,-25 0 0,25 0 0,0 0 0,-25 0 0,-25 224 156,50-200-156,0-24 0,25 0 0,-25 0 0,0 25 0,0-25 0,0 0 0,0 0 0,25 0 0,-25 0 0,0 0 0,0 0 0,25 0 0,-25 0 0,0 0 0,0 0 0,25 0 0,-25 0 0,0 0 16,25 0-16,-25 0 0,0 0 0,0-25 0,24 25 0,-24 0 0,0 0 0,25-24 0,-25 24 0,0 0 0,0-25 0,25 25 0,-25 0 0,0-25 0,0 25 0,25-25 0,-25 25 0,0-25 0,0 25 0,25 0 0,-25-24 0,0 24 0,0-25 16,0 25-16,0 0 0,24-25 0,-24 25 0,0 0 0,0 0 15,0 0-15,0 0 0,0-25 0,0 25 16,0 0-16,0 0 0,0 0 0,0 0 0,0 0 0,0 0 0,0 0 15,0 0-15,0 25 0,0-25 0,0 0 16,-24 0-16,24 0 0,0 0 0,0 25 0,0-25 0,0 0 16,0 25-16,0-25 0,-25 24 0,25-24 0,0 0 15,0 25-15,0-25 0,0 25 0,-25-25 0,25 25 0,0-25 16,0 25-16,0-25 0,0 0 0,0 24 0,0-24 0,0 0 15,0 25-15,0-25 0,0 0 0,0 25 0,0-25 16,0 0-16,25 0 0,-25 0 0,0 0 0,0 0 16,0 0-16,0 0 0,25 0 0,-25 0 15,0 0-15,0 0 0,24 0 0,-24 0 0,0 0 0,0 0 0,25 0 16,-25-25-16,0 25 0,25 0 0,-25-25 0,0 25 15,0 0-15,25-24 0,-25 24 0,0 0 0,25-25 16,-25 25-16,0-25 0,0 25 0,24-25 0,-24 25 16,0-25-16,0 25 0,0 0 0,25-24 78,-25 24-78,0 0 0,0-25 0,0 25 0,0 0 0,0 0 0,0-25 0,0 25 0,25 0 0,-25 0 0,0 0 0,0 0 0,0 0 15,0 0-15,0 0 0,0 0 0,0 0 0,0 0 0,0 0 0,-25 0 0,25 0 0,0 0 0,0 25 0,0-25 0,0 0 0,0 0 0,0 0 0,0 25 0,0-25 0,0 0 16,-25 24-16,25-24 0,0 0 0,0 25 0,0-25 0,0 25 0,0-25 0,0 25 0,0-25 0,0 0 0,0 25 15,0-25-15,0 24 0,0-24 16,0 0-16,0 0 0,0 25 0,0-25 0,0 0 0,0 0 0,0 25 0,0-25 16,0 0-16,0 0 0,0 0 0,0 0 15,0 0-15,25 0 0,-25 25 0,0-25 0,0 0 16,0 0-16,0 0 0,25 0 0,-25-25 0,0 25 0,0 0 15,25 0-15,-25 0 0,0 0 0,0 0 0,25-25 0,-25 25 16,0 0-16,24 0 0,-24-25 0,0 25 0,25 0 0,-25-24 16,0 24-16,0-25 0,25 25 15,-25 0-15,0-25 0,0 25 0,25 0 0,-25-25 0,0 25 0,0 0 16,0-25-16,0 25 0,0 0 0,25 0 0,-25 0 15,0 0-15,-25 0 188,-25 174-188,50-174 0,0 0 0,0 0 0,25-25 15,0 25 1</inkml:trace>
  <inkml:trace contextRef="#ctx0" brushRef="#br0" timeOffset="157438.0049">14709 7268 0,'0'0'0,"0"0"0,-25 0 0,25 0 0,0 0 0,0 0 0,0 0 0,0 0 0,0 0 0,0 0 0,0 0 0,0 0 0,0 0 0,25 0 0,-25 0 0,0 0 0,25 0 0,-25 0 0,25 0 15,-25 0-15,25 25 0,-1-25 0,-24 0 0,25 0 16,0 0-16,0 0 0,-25 0 0,25 0 0,-1 0 15,-24 0-15,25 0 0,0 0 0,0 0 0,-25 0 16,25 24-16,-25-24 0,24 0 0,-24 0 0,25 0 0</inkml:trace>
  <inkml:trace contextRef="#ctx0" brushRef="#br0" timeOffset="158521.0669">15429 7789 0,'0'0'0,"0"0"15,0 0-15,0 0 0,0 0 16,0 0-16,0 0 0,0 24 0,0-24 0,0 0 0,0 0 0,0 0 15,0 0 17,0 0-32,0 0 0,0 0 0,24-24 0,224-100 124,-223 124-124,0-25 0,-25 25 0,25-25 16,0 25-16,-25-25 0,24 25 0,-24-25 0,25 25 0,-25-24 0,25-1 0,-25 25 0,0-25 0,25 0 0,-25 0 0,0 25 0,25-24 0,-25-1 0,0 25 0,0-25 0,0 0 0,0 25 0,0-25 0,0 25 16,0-24-16,0 24 0,0 0 0,0-25 0,0 25 0,0 0 0,0 0 0,-25 0 0,25-25 0,0 25 0,0 0 0,0 0 0,0 0 0,-25 0 0,25 0 0,0 0 0,0 0 0,0 0 0,-25 0 0,25 0 0,0 0 15,0 0-15,0 25 0,-25-25 0,25 0 16,0 0-16,0 0 0,0 0 0,-24 0 0,24 0 0,0 25 0,0-25 15,0 0-15,0 0 0,0 0 0,0 0 0,-25 24 16,25-24-16,0 0 0,0 25 0,0-25 0,0 0 0,0 25 16,-25-25-16,25 25 0,0-25 0,0 25 15,0-25-15,0 24 0,0 1 0,0-25 0,-25 25 0,25-25 0,0 25 16,0 0-16,0-1 0,0-24 0,-25 25 0,25 0 15,0-25-15,0 25 0,0 0 0,0-25 0,-24 24 16,24 1-16,0-25 0,0 25 0,0 0 0,0-25 0,0 25 16,0-25-16,-25 24 0,25-24 0,0 25 15,0-25-15,0 0 0,0 25 0,0-25 0,0 0 0,0 0 0,0 25 16,0-25-16,0 0 0,0 0 0,0 0 0,0 0 109,0 0-109,0 0 0,25 0 0,-25 0 0,0 0 0,0 0 0,0 0 0,0 0 16,0 0-16,0 0 0,24 0 0,-24 0 0,0 0 0,25-25 31,-25 25-31,0 0 15,25 0-15,-25 0 0,25-25 16</inkml:trace>
  <inkml:trace contextRef="#ctx0" brushRef="#br0" timeOffset="159955.1489">16222 7863 0,'0'0'0,"0"-25"0,0 25 0,0 0 15,0 0-15,25 0 16,-25 0-16,0 0 15,0 0-15,0-25 0,0 25 0,0 0 16,0 0-16,0 0 0,0 0 16,25 0-1,-25-24-15,0 24 0,0 0 16,0 0-16,0 0 15,0-25-15,-25 25 16,25-25-16,0 25 0,0 0 16,-25 0-16,0-25 15,25 25-15,0 0 0,-148 273 125,148-273-125,24 25 16,-24-25 15,100-50-31,-76 50 15,-24-25 1,25 1-16,-25 24 0,25-25 0,0 0 16,-25 0-16,25 0 15,-25 25-15,0-24 0,0-1 16,24 25-16,-48-25 156,-76 273-156,100-223 0,25-25 0,0 0 15,0 0 1,-25 0-16,0 0 0,25 0 0,-25 0 0,0 0 0,24-25 16,-24 25-1,25-25-15,0 0 0,-25 1 16,0-1-16,25 0 0,-25 25 15,0-25-15,25 0 0,-25 25 0,0-24 16,0-1 0,0 0-16,0 25 0,25 0 0,-25 0 15,0 0-15,0 0 0,0 0 0,-25 0 16,25 0-16,0 0 0,0 25 15,0-25-15,0 0 0,0 25 0,0-25 16,0 24-16,0 1 0,-25 0 16,25-25-16,0 25 0,0-25 0,0 25 15,0-25-15,-25 24 0,25-24 16,0 25-16,0 0 0,0-25 156,174-174-156,-149 199 15,-1 0-15,-24-25 0,0 25 0,25 0 16,-25 24 0,0-49-16,0 25 0,0 0 15,0-25-15,0 25 16,-25-25-16,25 25 15,0-25-15,0 0 0,0 0 0,0 0 0,0 0 16,0 0-16,0-25 16,0 25-16,0 0 0,0 0 15,0-25-15,25-25 16,25 1-16,-50 49 15,25-25-15,-1 0 16,1 0-16,0 25 16,-25 0-16,0 0 0,25 0 15,-25 0-15,0 0 0,25 0 0,-25 25 16,0-25-16,0 25 15,0-25-15,0 0 0,0 0 0,0 25 0,0-25 78,-75 149-78,100-149 16,-25 0-16,0 0 0,0-25 16,25 25-1,0-25-15</inkml:trace>
  <inkml:trace contextRef="#ctx0" brushRef="#br0" timeOffset="160227.1643">16495 7367 0,'0'0'15,"-25"0"-15,25-25 0,0 25 0,0 0 0,0 0 0,0 0 0,0 0 16,0 0-16,0 0 0,0 0 0,25 0 15,-25 0-15,0 0 0,0 0 0,25 0 0,-25 0 0,25 0 0,-25 0 16,25 0-16,-25 0 16,24 0-16,1 0 0,-25 0 0,25 0 0,0 0 0,-25 25 0,25-25 0,-25 0 15,24 0-15,1 0 0,-25 0 0,25 0 16,-25 0-16,25 0 0,-25 0 0,25 0 0,-1 0 0,-24 0 15,25 0-15,-25 0 0</inkml:trace>
  <inkml:trace contextRef="#ctx0" brushRef="#br0" timeOffset="161868.2583">1960 9277 0,'0'0'0,"0"0"0,0 0 16,0 0-16,0 0 31,-25 0-31,25 0 0,0 0 0,0-25 0,0 25 0,0 0 0,0 0 0,0 0 0,0 0 15,0 0-15,0 0 0,0 0 0,0 0 0,0 0 32,0 0-32,0 0 0,0 0 0,0 0 0,0 0 0,0 0 0,0 0 0,0 0 15,0 0-15,0 0 0,0 0 0,0 0 0,0 0 0,0 0 78,0 0-78,0 0 0,0 0 0,25 25 0,-25-25 0,0 0 0,0 0 0,24 0 0,-24 0 0,0 0 0,25 0 0,-25 0 0,25 0 0,-25 0 0,25 0 0,-25 0 0,25 0 16,-25-25-16,24 25 0,-24 0 0,25 0 0,-25 0 0,25 0 0,-25 0 0,25-25 0,-25 25 0,25 0 0,-25 0 0,0 0 0,0 0 0,24 0 0,-24 0 0,0 0 0,0 0 0,0 0 15,0 0-15,0 0 0,0 0 0,0 0 0,25 0 0,-25 0 0,0-24 0</inkml:trace>
  <inkml:trace contextRef="#ctx0" brushRef="#br0" timeOffset="162261.2808">2183 9079 0,'0'0'16,"0"0"-16,0 0 0,-25 0 0,25 0 0,0 0 0,0 0 0,0 0 15,0 0-15,0 0 0,0 0 0,0 0 0,0 0 16,0 0-16,0 0 0,0 0 0,0 0 0,0 0 0,0 24 16,0-24-16,0 0 0,0 25 0,0-25 0,0 0 15,0 25-15,0-25 0,0 25 0,0-25 0,0 25 0,0-25 0,0 24 16,0-24-16,-25 25 0,25-25 0,0 25 0,0 0 15,0-25-15,-25 25 0,25-25 0,0 24 0,0-24 0,0 25 16,0-25-16,0 25 0,-24-25 0,24 25 0,0-25 156</inkml:trace>
  <inkml:trace contextRef="#ctx0" brushRef="#br0" timeOffset="162669.3039">2381 9004 0,'0'0'0,"0"0"0,0 0 0,0 0 15,-25 0-15,25 0 0,0 0 0,0 0 0,0 0 0,0 0 16,0 0-16,0 0 0,0 0 0,0 0 0,0 0 16,0 0-16,0 0 0,0 0 0,25 0 0,-25 0 15,0 0-15,0 0 0,0 0 0,0 25 0,0-25 0,0 0 0,25 0 16,-25 25-16,0-25 0,0 0 0,25 0 15,-25 25-15,0-25 0,0 0 0,25 24 0,-25-24 0,24 0 16,-24 25-16,0-25 0,25 0 0,-25 25 0,25-25 16,-25 0-16,0 25 0,25-25 0,-25 0 0,0 25 0,0-25 0,25 0 15,-25 24-15,0-24 0,0 0 0,0 25 16,0-25-16,0 0 0,0 25 0,0-25 0,-25 0 0,25 25 15,0-25-15,0 25 0,-25-25 0,25 0 0,-25 24 16,25-24-16,-25 25 0,25-25 0,-24 0 0,24 25 0,-25-25 0,25 0 16,-25 25-16,25-25 0,0 25 0,-25-25 15,25 0-15,-25 0 0,25 24 0,0-24 0,0 0 0,-24 0 0,24 0 16,0 0-16,0 0 0,0 0 93,0 0-93,0 0 0,24 0 0</inkml:trace>
  <inkml:trace contextRef="#ctx0" brushRef="#br0" timeOffset="163206.3345">3522 8905 0,'0'0'0,"0"-25"0,0 25 0,0 0 0,0 0 15,0 0-15,0 0 0,0 0 0,0 0 0,0 0 0,0 0 16,0 0-16,0 0 0,0 0 0,0 0 16,0 0-16,0 0 0,0 25 0,0-25 0,0 0 0,0 0 0,0 25 15,0-25-15,0 0 0,0 24 0,0-24 16,0 25-16,0 0 0,0-25 0,0 25 0,0-25 0,0 25 15,0 0-15,0-25 0,0 24 0,0 1 16,0-25-16,0 25 0,0 0 31,0-25-31,-25 25 0,25-1 0,0-24 16,0 25-16,0 0 0,-24-25 0,24 25 0,0 0 0,-50 74 93,50-99-93,-25 0 0,25 0 0,0 0 0,0 0 0,0 0 16,0 0-16,0-25 0,0 25 0,0 0 0,0 0 0,0-25 0</inkml:trace>
  <inkml:trace contextRef="#ctx0" brushRef="#br0" timeOffset="163369.3442">3423 8830 0,'0'-24'0,"0"24"0,0 0 16,0 0-16,0 0 0,25 0 0,-25 0 0,0 0 16,0-25-16,0 25 0,0 0 0,25 0 0,-25 0 0,24 0 15,-24 0-15,25 0 0,0 0 0,-25 0 0,25 0 16,0 0-16,-1 0 0,1 0 0,-25 0 15,25 0-15,0 0 0,0 0 0,-25 0 0,25 0 0,-1 25 16,-24-25-16,25 0 0,-25 0 0,25 24 0,-25-24 0,0 0 0</inkml:trace>
  <inkml:trace contextRef="#ctx0" brushRef="#br0" timeOffset="163775.3674">3820 9079 0,'0'0'0,"0"-25"16,-25 25-16,25 0 0,0 0 0,0 0 0,0 0 0,0 0 15,0-25-15,0 25 0,0 0 0,0 0 0,0 0 0,0 0 16,0 0-16,0 0 0,0 0 0,0 0 15,0 0-15,0 0 0,0 0 0,0 0 0,0 0 0,0 25 16,0-25-16,0 0 0,25 0 0,-25 25 94,-25-25-94,25 0 0,0 24 0,0-24 0,0 25 0,-25 198 78,25-198-78,0-25 0,0 0 0,0 0 0,0 0 0,25 0 0,-25 0 0,0 0 0,0 0 0,0 0 0,25 0 0,-25-25 0,0 25 0,25 0 0,-25-24 0,0 24 0,25-25 0,-25 25 0,0-25 0,24 25 0,-24-25 0,0 25 0,25-25 0,-25 25 0,0-24 0,0 24 0,0-25 0,25 25 0</inkml:trace>
  <inkml:trace contextRef="#ctx0" brushRef="#br0" timeOffset="164375.4013">3969 9079 0,'0'0'0,"0"0"0,0-25 0,0 25 0,0 0 0,0 0 0,0 0 0,0 0 0,0 0 15,0 0-15,0 0 0,0 0 0,0 0 0,0 25 16,0-25-16,0 0 0,0 0 0,0 24 0,0-24 0,0 25 16,0-25-16,0 0 0,0 25 0,0-25 0,0 25 15,0-25-15,0 25 0,0-25 0,0 24 0,0-24 16,0 25-16,0-25 0,0 25 0,0-25 0,0 0 15,0 25-15,0-25 0,0 25 0,0-25 0,0 0 0,0 24 16,0-24-16,0 0 0,0 0 16,0 0-16,0 0 0,0 25 0,0-25 0,0 0 0,0 0 0,0 0 0,0 0 15,0 0-15,0 0 0,0 0 0,0 0 0,0-25 16,0 25-16,0 0 0,0 0 0,0 0 0,0-24 15,0 24-15,0 0 0,0-25 0,25 25 0,-25 0 0,0-25 16,0 25-16,0 0 0,0-25 0,0 25 0,0-25 0,24 25 16,-24 0-16,0-24 0,0 24 15,0 0-15,25-25 0,-25 25 0,0 0 0,0 0 0,25-25 0,-25 25 0,0 0 16,0 0-16,25 0 0,-25 0 0,0 0 0,0 0 62,0 0-62,0 0 0,25 0 0,-25 0 0,0 25 0,0-25 0,0 0 0,0 0 0,0 25 0,0-25 0,0 0 0,0 24 0,0-24 0,0 0 0,0 25 0,0-25 0,0 25 0,0-25 0,0 0 0,0 25 47,0-25-47,0 0 31,0 25-31,0-25 0,0 0 0,0 24 0,0-24 0,0 0 0,0 0 0,-25 25 0,25-25 0,0 0 0,0 0 0,0 0 0,0 0 0,0 0 0,0 0 0,0 0 47,0 0-47,0 0 0,0 0 0,0 0 0,0 0 0,0 0 0,0 0 0,25 0 0,-25-25 0,0 25 0,0 0 0,0-24 0,24 24 0,-24-25 0,0 25 0,0-25 0,25 25 0,-25-25 0,0 25 16,25-25-16,-25 25 0,0 0 0,25-24 0,-25 24 0,0 0 0,0-25 0,25 25 0,-25 0 0,0 0 0,0 0 0,24 0 0,-24 0 15,0 0-15,0 0 0,0 0 0,0 0 0,0 25 16,0-25-16,0 0 0,25 0 0,-25 24 0,0-24 0,0 25 15,0-25-15,0 0 0,0 25 0,0-25 0,0 25 16,0-25-16,0 25 0,-25-25 0,25 0 0,0 24 16,0-24-16,0 25 0,0-25 0,0 0 0,0 0 0,0 25 15,0-25 16,0 0-31,0 0 0,0 0 0,0 0 0,0 0 0,0 0 0,0 0 0,0 0 16,0 0-16,0-25 0,0 25 0</inkml:trace>
  <inkml:trace contextRef="#ctx0" brushRef="#br0" timeOffset="164663.4182">4142 8855 0,'0'0'0,"0"0"0,0 0 0,0 0 0,0 0 0,0 0 0,-24 0 15,24 0-15,0 0 0,24 0 0,-24 0 0,0-25 16,0 25-16,0 0 0,25 0 109,273-49-78,-298 49-31,25 0 0,-1 0 16</inkml:trace>
  <inkml:trace contextRef="#ctx0" brushRef="#br0" timeOffset="165887.4882">5705 8979 0,'0'0'0,"0"0"0,0 0 0,0 0 15,0-25-15,0 25 0,25 0 0,-25 0 16,0 0-16,0 0 0,0 0 0,0 0 47,0 0-47,0 0 0,0 0 0,0 0 0,0 0 0,0 0 0,0 0 0,0 0 0,0 0 0,0 0 15,0 0-15,0 0 0,0 0 0,0 0 0,0 25 0,0-25 0,0 0 0,0 0 0,0 25 0,0-25 0,0 0 0,0 25 0,0-25 16,0 25-16,0-25 0,0 25 0,0-25 0,0 24 0,0-24 15,0 25-15,0-25 0,-25 25 0,25 0 0,0-25 0,0 25 0,0-25 16,0 24-16,0 1 0,-25-25 0,25 25 16,0 0-16,0-25 0,0 25 0,0-25 0,0 24 0,0-24 15,0 25-15,0-25 0,0 25 0,0-25 0,0 25 16,0-25-16,0 25 0,0-25 78,0 0-78,0 0 0,0 24 0,25-24 0,-25 0 0,0 0 0,0 0 0,0 0 0,0 25 0,124-74 78,-124 49-78,25-25 0,-25 25 0,25-25 0,-25 25 0,0 0 0,25-25 0,-25 25 0,0-25 15,24 25-15,-24-24 0,0 24 0,0-25 0,25 25 0,-25-25 0,0 0 0,0 25 0,25-25 0,-25 25 0,0-24 0,0 24 0,0-25 0,25 0 0,-25 25 16,0-25-16,0 25 0,0-25 0,25 25 0,-25-24 0,0 24 0,0-25 0,0 25 0,0-25 0,24 25 0,-24-25 0,0 25 0,0-25 0,0 25 0,0-25 0,0 25 16,25 0-16,-25-24 0,0 24 0,0 0 0,0 0 0,0-25 0,0 25 0,0 0 0,0 0 0,0 0 15,0 0-15,0 0 0,0 0 16,0 0-1,0 0-15,0 0 0,0 0 0,0 0 0,0 0 0,0 0 0,0 0 0,0 25 0,0-25 0,0 0 0,0 0 0,0 24 16,0-24-16,0 0 0,0 25 0,0-25 16,0 0-16,0 25 0,0-25 0,-25 25 0,25-25 0,0 25 0,0-25 15,0 25-15,0-25 0,0 24 0,0-24 0,0 25 0,0-25 16,0 25-16,0 0 0,0-25 0,0 25 0,0-25 15,-24 24-15,24-24 0,0 25 0,0 0 110,0 74-95,0-99 16,0 50 1,-25-75-17</inkml:trace>
  <inkml:trace contextRef="#ctx0" brushRef="#br0" timeOffset="166603.5292">6350 9451 0,'0'0'0,"0"0"15,0 0-15,0 0 0,0 0 0,0 0 0,0 0 0,0 0 16,0 24-16,25-24 0,-25 0 0,0 0 0,0 0 16,0 0-16,0 0 0,0 0 0,0 0 15,0 0-15,0 0 0,0 0 0,0 0 0,0 0 0,0 0 0,0 0 16,0 0-16,0 0 0,0 0 0,0 0 15,0 0-15,0 0 0,0 0 0,0 25 0,0-25 0,0 0 16,0 0-16,0 25 0,0-25 0,0 0 0,0 25 16,0-25-16,0 0 0,0 25 0,0-25 0,0 24 15,0-24-15,-25 0 0,25 25 0,0-25 0,0 25 0,0-25 0,0 0 0,0 25 16,0-25-16,0 25 0,0-25 0,-25 0 15,25 0-15,0 24 0,0-24 0,0 0 0,0 0 0,0 25 16,0-25-16,0 0 0,0 0 0,0 0 16,0 0-16,0 0 0,0 0 0,0 0 0,0 0 0,0 0 0,0 0 15,0 0-15,0 0 0,0-25 16,0 25-16,0 0 0,0-24 0,0 24 0,0 0 31,0-25 16,0 25-47,0 0 0,0-25 0</inkml:trace>
  <inkml:trace contextRef="#ctx0" brushRef="#br0" timeOffset="166672.5331">6499 9277 0,'-25'0'0,"25"0"0,0-25 0,0 25 0,0 0 0,0 0 0,0 0 0,0 0 0,0 0 0,0 0 0,0 0 0,0 0 0,0 0 0,0 0 0,0 0 0,0 0 0,0 0 0,0 0 0,0 0 16,0 0-16,0 0 0,0 0 0,0 0 0,0 0 16,0 0-16,0 0 0,0 0 0,0 0 0,0 0 0,0 0 15,0 0-15,0 0 0,0 0 0,0 0 0,0 0 16</inkml:trace>
  <inkml:trace contextRef="#ctx0" brushRef="#br0" timeOffset="169624.702">5606 8781 0,'0'0'0,"0"-25"16,0 25-16,0 0 0,0 0 16,0 0-16,0 0 0,0 0 0,0 0 0,0 0 0,0-25 0,0 25 15,0 0-15,0 0 0,0 0 0,0 0 0,0 0 16,0 0-16,0 0 0,0-25 156,0 25-156,-25 0 15,25 0 1,0 0-16,0 0 0,-25 0 0,25 0 16,0 0-16,-25 0 0,25 0 15,-24 25-15,24-25 0,-25 0 16,25 0-16,0 25 0,-25-25 15,0 25-15,25 24 16,-25-49-16,1 50 0,24-50 16,0 25-16,-25 49 15,0-24-15,0 0 16,25-1-16,-25 26 15,25-26-15,0-24 0,0 0 16,-24 24-16,24 26 16,24-26-1,-24 1-15,0-50 16,0 50-16,25-26 15,124 1 17</inkml:trace>
  <inkml:trace contextRef="#ctx0" brushRef="#br0" timeOffset="170399.7463">6921 8756 0,'0'0'0,"0"0"16,0 0-16,0 0 0,0 0 0,0 0 0,0 0 0,0 0 15,-25 0-15,25 0 0,0 0 0,0 0 16,0 0-16,0 0 0,0 0 0,0 0 0,0 0 0,0 0 0,0 0 15,0 0-15,0 0 16,0 0-16,0 0 0,0 0 0,0 0 0,0 0 0,0 0 0,0 0 0,0 0 0,0 0 16,0 0-16,25 0 0,-25 0 0,0 0 15,0 0-15,0 0 0,0 25 0,0-25 0,0 0 0,0 0 16,0 25-16,0-25 0,24 24 0,-24-24 15,0 0-15,0 25 0,0-25 0,0 25 0,0-25 0,0 25 16,0-25-16,25 25 0,-25-25 0,0 24 0,0-24 16,0 25-16,0 0 0,0-25 0,0 25 0,25 0 0,-25-25 0,0 25 15,0-1-15,0-24 0,0 25 0,0 0 0,0-25 0,0 25 16,0 0-16,0-1 0,0 1 0,0-25 15,0 25-15,0 0 0,0 0 0,0-1 0,0-24 0,0 25 0,0 0 172,-149 248-172,149-273 0,0 0 0,-25 0 0,25 0 0,0 0 0,0 0 16,0 0-16,0 0 0,0 0 0,0 0 0,0 0 0,0 0 0,0 0 0,0 0 0,0 0 0,0-25 0,0 25 0,0 0 0,0 0 0,0 0 0,25-25 0,-25 25 0,0 0 0,0 0 0,0-25 0,25 25 0,-25 0 0,0 0 15</inkml:trace>
  <inkml:trace contextRef="#ctx0" brushRef="#br0" timeOffset="171161.7899">7441 9550 0,'0'0'0,"0"-25"0,0 25 15,0 0-15,0 0 0,0 0 0,0 0 0,0 0 16,0 0-16,0 0 0,0 0 0,0-25 0,0 25 0,0 0 0,0 0 15,0 0-15,0 0 0,0 0 0,0 0 0,0 0 16,0 0-16,0 0 0,0 0 0,0 0 0,0 0 0,0 0 16,0 0-16,0 0 0,0 25 0,0-25 15,0 0-15,0 0 0,0 0 0,0 25 0,0-25 0,-24 0 16,24 25-16,0-25 0,0 24 0,0-24 0,0 25 15,0-25-15,0 25 0,0 0 0,0-25 0,0 25 0,0-1 0,0-24 16,0 25-16,0-25 0,0 25 16,-25-25-16,25 25 0,0-25 0,0 25 0,0-25 0,0 24 15,0-24-15,0 0 0,0 25 0,0-25 16,0 0-16,0 0 0,0 25 0,0-25 31,0 0-31,0 0 16,0 0-16,0 0 0,0 0 0,0 0 0,0 0 0,0 0 0,0 0 0,0 0 0,0 0 0,0 0 0,0 0 0,0 0 0,0 0 0,0 0 0,0 0 0,0 0 46,0 0-46,0 0 0,0 0 0,0-25 0,0 25 0,0 0 0,0 0 0,0-25 0,0 25 0,0 0 0,0 0 0,0-24 0,0 24 0,0 0 0,0-25 0,0 25 0,0 0 78,0-25-78,0 25 0,0-25 0,25 25 0,-25 0 0,0-25 0,0 25 0,0-24 0,0 24 0,0-25 0,0 25 0</inkml:trace>
  <inkml:trace contextRef="#ctx0" brushRef="#br0" timeOffset="171631.8168">7466 9525 0,'0'0'0,"0"0"0,0 0 0,0 0 0,0 0 0,0 0 0,0 0 0,0 0 16,0-25-16,0 25 0,0 0 0,0 0 0,0 0 0,0 0 15,0 0-15,0 0 0,0 0 0,25 0 0,-25 0 16,0 0-16,0 0 0,0 0 0,25 0 0,-25 0 15,0 0-15,0 0 0,25 0 0,-25 0 0,0 0 0,24 0 16,-24 0-16,0 0 0,25 0 0,-25 0 0,0 0 16,0 0-16,25 25 0,-25-25 0,0 0 0,0 0 0,25 25 15,-25-25-15,0 0 0,0 0 0,0 25 16,0-25-16,0 24 0,0-24 0,0 0 0,0 25 0,0-25 0,-25 0 15,25 25-15,0-25 0,0 0 16,0 25-16,-25-25 0,25 0 0,0 0 0,0 25 0,-25-25 0,25 0 16,0 0-16,0 0 0,-24 0 0,24 24 15,0-24-15,0 0 0,0 0 0,-25 0 0,25 0 0,0 0 0,0 0 16,0 0-16,0 0 0,0 0 0,0 0 0,0 0 47,0 0-47,0 0 0,25 0 0,-25 0 0,0 0 0,0 0 0,0 0 0,0 0 0,24 0 0,-24 0 0,0-24 0,0 24 0,25 0 46,-25 0-46,0 0 0,0 0 0,25 0 0,-25 24 0,0-24 0,0 0 0,25 0 0,-25 0 0,0 0 0,0 0 0,0 25 0,0-25 0,25 0 0,-25 25 0,0-25 16,0 0-16,0 0 0,0 25 0,0-25 0,0 0 78,0 25-78,0-25 0,0 0 0,0 0 0,0 24 0,0-24 0,0 0 0,0 0 0,0 25 0,-25-25 0,25 0 0,0 0 0,0 25 0,-25-25 0,25 0 0,0 0 0,-25 0 16,25 0-16,0 0 0,-25 0 0,25 25 0,0-25 0,0 0 0,-24 0 0,24 0 0,0 0 0,0 0 0,-25 0 0,25 0 0,0 0 0,0-25 0,0 25 0,-25 0 0,25 0 0,0 0 0,0 0 15,0 0-15,0 0 0,0-25 0,0 25 0,0 0 16,0 0-16,0 0 0,0-25 0,0 25 0,0 0 0,0 0 0,25-24 15,-25 24-15,0 0 0,0 0 0,0-25 0,25 25 16,-25 0-16,0-25 0</inkml:trace>
  <inkml:trace contextRef="#ctx0" brushRef="#br0" timeOffset="171883.8309">7888 9178 0,'0'0'0,"0"0"0,0 0 0,0-25 0,0 25 16,0 0-16,0 0 0,0 0 0,0 0 0,0 0 16,0 0-16,0 0 0,0 0 0,0 0 15,0 0-15,0 0 0,0 25 0,0-25 0,0 0 0,0 25 0,-25-25 16,25 24-16,0-24 0,0 25 0,0-25 15,-25 25-15,25-25 0,0 25 0,-25 0 0,25-25 0,0 24 16,0-24-16,-24 0 0,24 25 0,0-25 16,0 25-16,-25-25 0,25 0 0,0 0 0,0 0 0,0 25 0</inkml:trace>
  <inkml:trace contextRef="#ctx0" brushRef="#br0" timeOffset="173959.9499">9823 8830 0,'0'0'0,"0"0"16,0 0-16,0 0 0,0 0 0,0 0 15,0 0-15,0 0 0,0 0 0,0 0 0,0 0 0,0 0 0,0 0 16,0 0-16,0 0 0,0 0 16,24 0-16,-24 0 0,0 25 0,0-25 0,0 25 0,0-25 0,0 25 0,0 0 15,0-25-15,0 24 0,0 1 0,0 0 47,0-25-47,0 25 0,0 347 125,0-372-125,0 0 0,0 0 0,0 0 0,0 0 0,0 0 0,0 0 0,0 0 0,0 0 0,0 0 0,0 0 0,0 0 0,0 0 0,0 0 15,0 0-15,0 0 0,0 0 0,0 0 0,0 0 0,25 0 0,-25-25 0,0 25 0,0 0 0,0-25 0,25 25 0,-25-24 0,0 24 0,0-25 0,0 25 16,25-25-16,-25 0 0,0 25 0,25-25 0,-25 1 0,0 24 0,0-25 0,24 0 0,-24 0 0,0 25 0,0-25 0,25 1 0,-25 24 0,0-25 0,0 0 0,25 25 0,-25-25 0,0 0 0,0 25 16,25-25-16,-25 25 0,0-24 15,0 24-15,0-25 0,0 25 0,25-25 0,-25 25 0,0 0 16,0-25-16,0 25 0,0 0 0,25-25 0,-25 25 0,0 0 0,0 0 15,0-24-15,0 24 0,0 0 0,24 0 16,-24 0-16,0 0 0,0 0 0,0 0 0,0 0 0,0 0 16,0 0-16,0 0 0,0 0 0,0 0 15,0 0-15,0 0 0,0 0 0,0 0 63,0 0-63,-24 0 0,24 0 0,-50 49 140</inkml:trace>
  <inkml:trace contextRef="#ctx0" brushRef="#br0" timeOffset="174060.9557">9723 9103 0,'-24'0'0,"24"0"0,0 0 0,0 0 0,0 0 0,0 0 0,0 0 0,0 0 0,0 0 0,0 0 0,0 0 0,0 0 0,0 0 0,0 0 0,0 0 0,0 0 0,24 0 0,-24 0 0,0 0 15,25 0-15,-25 0 0,25 0 0,0 25 0,-25-25 0,25 0 0,-1 0 0,-24 0 0,25 0 0,0 0 0,-25 0 0,25 0 0,0 0 0,-25 0 0,24 0 0,-24 0 0,25 0 16,0 0-16,-25 0 0,25 0 0,-25 0 0,25 0 0,-25 25 15,25-25-15</inkml:trace>
  <inkml:trace contextRef="#ctx0" brushRef="#br0" timeOffset="174707.9927">10567 9153 0,'0'0'16,"0"0"-16,0 0 0,0 0 0,0 0 16,25 0-16,-25 0 0,0 0 0,0 0 0,0 0 0,0 0 15,0 0-15,-25 0 0,25 25 0,0-25 0,0 0 0,0 0 16,0 0-16,0 25 0,0-25 0,0 0 15,0 24-15,0-24 0,0 0 0,0 25 0,0-25 0,-25 25 16,25-25-16,0 25 0,0-25 0,0 25 0,0-25 0,0 24 0,0-24 16,0 25-16,-25-25 0,25 25 0,0-25 0,0 0 15,0 25-15,0-25 0,0 25 0,0-25 0,0 0 16,0 0-16,0 24 0,-25-24 0,25 0 15,0 0-15,0 0 0,0 0 0,0 0 0,0 0 0,0 0 0,0 0 16,0 0-16,0 0 0,0 0 0,0 0 16,0 0-16,0 0 0,0 0 0,0 0 0,0-24 0,0 24 0,0 0 15,0-25-15,0 25 0,0-25 0</inkml:trace>
  <inkml:trace contextRef="#ctx0" brushRef="#br0" timeOffset="174957.007">10616 9004 0,'0'0'0,"0"-25"0,0 25 16,0 0-16,0 0 0,-24 0 0,24 0 16,0-25-16,0 25 0,0 0 0,0 0 0,0 0 0,0 0 0,0 0 15,0 0-15,0 0 0,0 0 0,0 0 16,0 0-16,0 0 0,24 0 0,-24 0 0,0 0 0,0 0 0,0 0 15,0 0-15,0 0 16,25 0-16,-25 25 0,0-25 0,0 0 0,0 0 0,0 0 0,25 0 0,-25 0 16,0 0-16,0 0 0,0 0 46,0 0-46</inkml:trace>
  <inkml:trace contextRef="#ctx0" brushRef="#br0" timeOffset="175239.0231">11063 9203 0,'0'0'0,"0"0"0,0 0 0,0 0 15,0 0-15,0 0 0,0 0 0,0 0 0,0 0 0,0 0 0,0 0 16,0 0-16,25 0 0,-25 0 0,0 0 16,0 0-16,0 0 0,24 0 0,-24 0 0,0 0 0,25 0 15,-25 0-15,0 0 0,25 0 0,-25 24 0,25-24 16,-25 0-16,25 0 0,-25 0 0,25 0 0,-25 0 0,0 0 0,24 0 15,-24 0-15,25 0 0,-25 0 0,0 0 16,0 0-16,25 0 0,-25 25 0,0-25 0,0 0 0,0 0 16,0 0-16,0 0 0,0 0 0,-25 0 0</inkml:trace>
  <inkml:trace contextRef="#ctx0" brushRef="#br0" timeOffset="175620.0449">11088 9475 0,'0'0'15,"0"0"-15,0 0 0,0 0 16,0 0-16,0 0 0,24 0 0,-24 0 0,0 0 0,0-24 16,0 24-16,0 0 0,25 0 0,-25 0 0,0 0 0,25 0 0,-25 0 15,25 0-15,-25 0 0,25 0 0,-25 0 16,25 0-16,-25 0 0,24 0 0,-24 0 0,25 0 0,0 0 15,-25 0-15,0 0 0,25 0 0,-25 0 0,25 0 16,-1 0-16,-24 0 0,25 0 0,-25 0 0,25 0 0,-25 0 16,25 0 124</inkml:trace>
  <inkml:trace contextRef="#ctx0" brushRef="#br0" timeOffset="176044.0691">11881 9525 0,'0'0'0,"0"0"0,0 0 0,0 0 0,0 0 0,0-25 0,25 25 0,-25 0 0,0 0 0,0-25 0,0 25 0,0 0 0,25-24 0,-25 24 0,0-25 0,25 25 0,-25-25 0,0 25 0,25 0 0,-25-25 0,0 25 0,24-25 0,-24 25 0,0-24 0,25-1 0,-25 25 0,0-25 0,25 25 0,-25-25 15,0 25-15,25-25 0,-25 25 0,0-24 0,0 24 16,25-25-16,-25 25 0,0-25 0,0 25 0,0 0 0,0-25 16,24 25-16,-24-25 0,0 25 0,0 0 0,0-24 15,0 24-15,0 0 0,0 0 0,0 0 0,0-25 16,0 25-16,0 0 0,0 0 0,0 0 0,0 0 15,0 0-15,0 0 0,0 0 0,0 0 0,0 0 0,0 25 16,0-25-16,0 0 0,0 0 16,0 0-16,0 24 0,0-24 0,0 0 0,0 0 0,0 25 0,0-25 0,0 25 15,0-25-15,0 0 0,0 25 0,0-25 16,0 25-16,0-25 0,0 24 0,0 1 0,-24-25 0,24 25 15,0-25-15,0 25 0,0 0 0,0-25 0,0 24 16,0-24-16,0 25 0,-25 0 0,25-25 0,0 25 0,0-25 0,0 0 16,0 25-16,0-25 0,-25 24 15,25-24-15,0 0 0,0 25 0,0-25 0,0 0 0,0 0 16,0 25-16,0-25 0,0 0 15,0 0-15,0 0 0,-25 25 0,25-25 0,0 0 0,0 0 0,0 0 0</inkml:trace>
  <inkml:trace contextRef="#ctx0" brushRef="#br0" timeOffset="176200.0781">12402 9426 0,'0'0'0,"25"0"0,-25 0 0,0 0 0,0 0 0,0 0 0,0 0 0,0 0 15,-25 0-15,25 0 0,0 0 0,0 25 0,0-25 16,0 0-16,0 0 0,0 24 0,0-24 0,0 0 0,0 25 15,0-25-15,-24 0 0,24 25 0,0-25 0,0 25 16,0-25-16,0 0 0,-25 0 0,25 25 0,0-25 0,0 0 16,0 24-16,0-24 0,-25 0 15,25 0-15,0 0 0,0 25 0,0-25 0,-25 0 0,25 0 0,0 0 16,0 0-16,0 25 0,0-25 0</inkml:trace>
  <inkml:trace contextRef="#ctx0" brushRef="#br0" timeOffset="176996.1236">12799 9153 0,'0'0'0,"0"0"16,-25 0-16,25 0 0,0 0 0,0 0 0,0 0 0,0-25 15,0 25-15,0 0 0,0 0 0,0 0 0,0 0 16,25 0-16,-25 0 0,0 0 0,0-25 0,0 25 0,0 0 0,0 0 16,25 0-16,-25 0 0,0 0 0,0 0 15,25-24-15,-25 24 0,0 0 0,25 0 0,-25 0 0,0 0 16,24 0-16,-24 0 0,0 0 0,0 0 0,0 0 0,25 24 0,-25-24 15,0 0-15,0 0 0,0 25 0,0-25 0,0 0 16,0 25-16,0-25 0,0 0 0,0 25 0,0-25 16,0 25-16,0-25 0,0 24 0,-25-24 0,25 0 0,0 25 15,0-25-15,-24 25 0,24-25 0,0 0 16,0 0-16,-25 25 0,25-25 0,0 0 0,-25 0 0,25 25 0,0-25 15,-25 0-15,25 0 0,0 24 0,0-24 16,-25 0-16,25 0 0,0 0 0,0 0 0,0 0 0,-24 0 16,24 25-16,0-25 0,0 0 0,0 0 15,0 0-15,0 0 0,0 0 0,0 0 0,0 0 0,24 0 0,-24 0 16,0-25-16,0 25 0,0 0 0,0 0 15,25 0-15,-25 0 0,0 0 0,0 0 0,0 0 0,25 0 16,-25 0-16,0 0 0,0 0 0,25 0 0,-25 25 0,0-25 0,0 0 16,25 0-16,-25 0 0,0 0 0,0 0 15,24 25-15,-24-25 0,0 0 0,0 0 78,0 25-78,25-25 0,-25 0 0,0 25 16,0-25-16,0 0 0,0 24 0,0-24 0,0 0 0,0 25 0,0-25 0,0 0 0,0 25 0,0-25 0,-25 0 0,25 0 0,0 25 0,0-25 0,-24 0 0,24 0 0,0 0 0,-25 25 0,25-25 0,0 0 0,-25 0 0,25 0 0,0 0 0,-25 0 0,25 0 0,0 0 0,-25 0 0,25 0 0,0 0 0,0 0 15,-24 0-15,24 0 0,0 0 0,0 0 0,0 0 16,-25 0-16,25 0 0,0 0 0,0 0 0,0 0 0,0 0 0,-25-25 16,25 25-16,0 0 0,0 0 0,0 0 0,0 0 15,0-25-15,0 25 0,0 0 0,0 0 0,0 0 16,0-25-16,0 25 0,0 0 0,0 0 15,0 0-15,0-25 0,0 25 0,0 0 0,0 0 0</inkml:trace>
  <inkml:trace contextRef="#ctx0" brushRef="#br0" timeOffset="177490.1518">12080 8806 0,'0'0'0,"0"0"16,0 0-16,0 0 0,0 0 0,0 0 0,0 0 0,0-25 16,0 25-16,0 0 0,0 0 0,0 0 0,0 0 0,25 0 0,-25 0 15,0 0-15,0 0 0,0 0 0,24 0 0,-24 0 16,0 0-16,25 0 0,-25 0 0,25 0 15,-25 0-15,25 0 0,-25 0 0,25 0 0,-25 0 0,25 0 0,-1 0 16,1 0-16,0 0 0,-25 0 0,25 0 0,0 25 16,-1-25-16,1 0 0,0 0 0,0 0 0,0 0 15,-1 0-15,1 0 0,0 0 0,0 24 0,0-24 0,24 0 16,-24 0-16,0 0 0,0 0 0,-1 0 0,1 25 0,0-25 15,0 0-15,0 0 0,-1 0 0,1 0 16,-25 25-16,25-25 0,0 0 0,-25 0 0,25 0 0,-25 0 0,24 0 16,-24 0-16,0 0 0,0 0 0,25 0 0,-25 0 15,0 0-15,0 0 0,0 0 0,0 0 16,0 0-16,0 0 0,0 0 0,0 0 0,-25 0 0,25 0 0,0 0 15,0 0-15,0 0 0,0 0 0,0 0 16,-24 0-16,24 0 0,0 0 0,0-25 0,-25 25 0,25 0 16,0 0-16</inkml:trace>
  <inkml:trace contextRef="#ctx0" brushRef="#br0" timeOffset="179301.2554">2803 10889 0,'0'0'16,"0"0"-16,0 0 0,0-25 0,0 25 0,0 0 16,0 0-16,0 0 78,0 0-78,0 0 0,0 0 0,0 0 0,0 0 0,0 0 0,0 0 0,0 0 0,0 0 0,0 0 0,0 0 0,0 0 0,0 0 0,0 0 0,0 0 0,0 0 0,0 0 0,0 0 0,0 0 0,0 0 0,0 0 0,0 0 0,0 0 0,0 0 0,0 0 0,0 0 0,0 0 0,0 0 0,0 0 15,0 0-15,0 0 0,0 0 63,0 0-63,0 0 0,0 0 0,0 0 0,0 0 0,0 0 15,25 0-15,-25 0 0,0 0 0,0 0 0,0 0 0,0 0 0,0 0 0,0 0 0,0 0 0,0 0 0,0 0 0,0 0 0,0 0 16,0 0-16,0 0 0,0 0 0,0-24 0,0 24 0,0 0 0,0 0 0,0 0 0,0 0 0,0 0 0,0 0 0,0 0 0,0 0 0,0 0 0,0 0 0,0 0 15,0 0-15,0 0 0,0 0 0,0 0 0,0 0 16,0 0-16,0 24 0,-25-24 0,25 0 0,0 0 0,0 0 0,0 0 0,0 0 0,0 0 16,0 0-16,0 0 0,0 0 15,0 25-15,0-25 0,0 0 0,0 0 0,0 0 0,0 0 0,0 0 16,0 0-16,0 25 0,0-25 0,0 0 0,0 0 0,0 0 15,0 0-15,25 0 0,-25 0 0,0 0 0,0 0 0,0 0 16,0 0-16,0 0 0,0 0 0,0 0 0,25 0 16,-25 0-16,0 0 0,0 0 0,0 0 0,0-25 15,0 25-15,0 0 0,0 0 0,0 0 0,0 0 0,0 0 16,0 0-16,0 0 0,0 0 0,0 0 0,0 0 15,0 0-15,0 0 0,0 0 0,0 0 0,0 0 0,0 0 16,-25 0-16,25 0 0,0 0 0,0 0 0,0 0 0,0 0 16,0 0-16,0 0 0,0 0 0,0 0 0,0 0 15,0 0-15,0 0 0,0 0 0,0 0 0,0 0 16,0 0-16,0 0 0,0 0 0,0 0 0,0 0 0,0 0 15,0 0-15,0 0 0,0 0 0,0 0 0,0 0 0,0 0 16,0 0-16,0 0 0,0 0 78,0 0-78,0 0 0,0 0 16,0 0-16,0 0 0,0 0 0,0 0 0,0 0 0,0 0 0,0 0 0,0 0 0,0 0 0,0 0 0,0 0 0,0 0 0,0 0 0,0 0 0,0 0 0,0 0 0,0 0 0,0 0 0,0 0 15,0 0-15,0 0 0,0 0 0,0 0 0,0 0 0,0 0 0,0 0 0,0 0 0,0 0 0,0 0 0</inkml:trace>
  <inkml:trace contextRef="#ctx0" brushRef="#br0" timeOffset="179805.2843">3646 10616 0,'0'0'0,"0"0"0,0 0 16,0 0-16,-25-24 0,25 24 0,0 0 0,0 0 0,0 0 16,0 0-16,0 0 0,0 0 0,0 0 0,0 0 0,0 0 0,0 0 78,0 0-32,0 24-46,0-24 0,0 0 0,-24 124 32,24-99-32,0 0 15,-25 0-15,25 0 0,0-25 0,0 24 0,0-24 0,0 25 16,0 0-16,0-25 0,0 25 0,-25-25 15,25 49-15,0-49 0,0 25 16,0 0-16,-25 0 16,25-25 15,0-25-16</inkml:trace>
  <inkml:trace contextRef="#ctx0" brushRef="#br0" timeOffset="179922.291">3473 10592 0,'0'-25'0,"0"25"0,0 0 0,0 0 0,0 0 0,0 0 0,0-25 0,0 25 0,0 0 0,0 0 0,0 0 16,0 0-16,0 0 0,24 0 0,-24 0 0,0 0 0,0 0 0,25 0 0,-25 0 0,0 0 0,25 0 0,-25-25 0,25 25 0,-25 0 0,25 0 0,-1 0 0,-24 0 15,25 0-15,-25 0 0,25 0 0,-25 0 0,25 0 16,-25 0-16,25 0 0,-25 25 0,25-25 0,-25 0 0,24 0 16,-24 25-16,0-25 0,25 0 0,-25 0 15,0 25-15</inkml:trace>
  <inkml:trace contextRef="#ctx0" brushRef="#br0" timeOffset="180933.3488">3870 10641 0,'0'0'0,"0"0"0,0 0 0,0 0 0,0 0 16,0 0-16,0 0 0,0 0 0,0 0 15,0 0-15,0 0 0,0 0 0,0 0 0,0 0 0,0 0 16,0 0-16,0 0 0,0 0 0,0 0 0,0 0 16,0 0-16,0 0 0,0 0 0,0 0 0,0 0 0,0 0 15,0 0-15,0 0 0,0 0 16,0 0-16,0 25 0,0-25 0,0 0 0,0 25 0,0-25 0,0 0 31,-25 25-31,25-25 0,0 24 0,0-24 16,0 25-16,0-25 0,0 25 31,0-25-31,0 25 0,0-25 0,0 25 0,0-25 0,0 24 0,0-24 0,0 0 15,0 25-15,0-25 0,0 0 0,0 25 0,0-25 0,0 0 0,0 0 0,0 0 0,0 25 0,0-25 0,0 0 0,0 0 0,0 0 0,0 0 0,0 0 0,25-25 16,-25 25-16,0 0 0,0 0 0,24 0 0,-24-25 0,0 25 0,0 0 0,25-25 16,-25 25-16,0 0 0,0-24 0,0 24 15,25 0-15,-25-25 0,0 25 0,0 0 0,0-25 0,0 25 0,0 0 16,0-25-16,25 25 0,-25-25 0,0 25 0,0 0 15,0-24-15,0 24 0,0 0 0,0-25 0,0 25 16,0 0-16,0 0 0,0 0 0,0-25 0,0 25 16,0 0-16,0 0 0,0 0 0,0 0 0,0 0 15,0 0-15,0 0 0,0 0 0,0 0 0,0 0 0,0 25 16,0-25-16,0 0 0,0 0 0,0 25 0,0-25 0,0 0 15,0 24-15,0-24 0,0 25 0,0-25 16,0 0-16,0 25 0,0-25 0,0 25 31,0-25-15,0 25-16,0-25 0,0 24 0,0-24 0,0 0 0,0 25 0,0-25 0,0 25 0,0-25 0,0 0 0,0 0 0,0 25 0,0-25 0,0 0 0,0 0 0,0 0 15,0 0-15,0 0 0,0 0 0,0 0 0,0 0 0,0 0 0,0 0 16,0 0-16,0 0 0,0 0 0,0 0 16,0 0-16,0 0 0,0-25 0,0 25 0,0 0 0,0 0 0,0-25 15,0 25-15,25-25 0,-25 25 0,0 0 0,0-24 0,0 24 16,0-25-16,24 25 0,-24 0 0,0-25 0,0 25 15,25 0-15,-25-25 0,0 25 0,0 0 47,50 50 62,-50-25-109,0-25 0,0 24 0,0-24 0,0 0 0,0 25 0,0-25 0,0 25 0,0-25 0,0 0 0,0 25 0,0-25 0,0 0 0,0 0 0,0 25 0,0-25 0,0 0 16,0 0-16,0 0 0,0 0 0,0 0 0,0 0 0,0 0 0,0 0 0,0 0 0,0 0 0,0 0 0,0 0 0,0 0 0,25 0 0,-25-25 0,0 25 0,0 0 0,0 0 16,24-25-16,-24 25 0,0-25 0,0 25 0,0-25 0,25 25 0,-25 0 0,0-24 0,0 24 0,0-25 0,25 25 15,-25 0-15,0 0 0,0 0 0,0-25 0,0 25 0,0 0 16,0 0-16,25 0 0,-25 0 0,0 0 15,0 0-15,0 0 0,0 25 0,0-25 0,0 0 0,0 0 16,0 25-16,0-25 0,0 0 0,25 24 0,-25-24 0,0 0 16,0 25-16,0-25 0,0 25 0,-25-25 15,25 0-15,0 25 0,0-25 0,0 0 0,0 25 0,0-25 0,0 0 16,0 0-16,0 24 0,0-24 0,0 0 0,0 0 47,0 0-47,0 0 0,0 0 0,0 0 0,0 0 0,0 0 0,0 0 0,0 0 0,0 0 0</inkml:trace>
  <inkml:trace contextRef="#ctx0" brushRef="#br0" timeOffset="181235.3659">4093 10492 0,'0'0'0,"-25"0"0,25-24 16,0 24-16,0 0 0,0 0 0,0 0 0,0 0 15,0 0-15,0 0 0,0 0 0,25 0 0,-25 0 0,0 0 16,25 0-16,-25 0 0,24-25 47,-24 25-47,25 0 0,-25 0 0,25 0 0,0 0 0,-25 0 0,25-25 0,-1 25 0,-24 0 0,25 0 0,0 0 0,-25 0 47,25 0-47</inkml:trace>
  <inkml:trace contextRef="#ctx0" brushRef="#br0" timeOffset="182058.4131">5184 10492 0,'0'-24'0,"0"24"0,0 0 0,0 0 0,0 0 16,25 0-16,-25 0 0,0-25 15,0 25-15,0 0 0,0 0 0,0 0 0,0 0 0,0 0 0,0 0 0,0 0 16,0 0-16,0 0 0,0 0 0,0 0 15,0 0-15,0 0 0,0 25 0,0-25 0,0 0 0,0 0 16,0 0-16,0 24 0,0-24 16,0 0-16,0 25 0,0-25 0,0 25 0,0-25 0,-25 0 0,25 25 15,0-25-15,0 25 0,0-25 0,0 24 0,0 1 0,0-25 16,0 25-16,0-25 0,0 25 0,0 0 0,0-25 0,0 24 15,0-24-15,0 25 0,0 0 0,0-25 0,0 25 0,0-25 16,0 25-16,0-25 0,0 24 0,0-24 16,0 25-16,0-25 0,0 0 0,0 25 0,0-25 15,0 0-15,0 0 0,0 25 0,25-25 0,-25 0 0,0 0 16,0 0-16,0 0 0,0 0 0,25 0 0,-25 0 0,0 0 0,0 0 15,25 0-15,-25 0 0,0 0 0,24 0 16,-24 0-16,0 0 0,25 0 0,-25-25 0,25 25 0,-25 0 16,0-25-16,25 25 0,-25-25 0,0 25 15,0 0-15,25-24 0,-25 24 0,0-25 0,0 0 0,24 25 0,-24-25 16,0 25-16,0-25 0,25 25 0,-25-24 0,0-1 15,0 25-15,0-25 0,25 25 0,-25-25 0,0 25 0,0-25 16,0 25-16,0-24 0,0 24 0,25-25 16,-25 25-16,0 0 0,0-25 62,0 25-62,0 0 0,0-25 16,0 25-16,0 0 0,0 0 0,0 0 0,0-25 93,0 125-77,0-100-16,0 0 0,0 24 0,-25-24 0,25 25 0,0-25 0,0 25 0,0-25 0,0 25 0,0 0 0,0-25 0,0 24 0,-25-24 0,25 25 0,0-25 0,0 25 0,0-25 0,0 25 0,0-25 0,0 25 0,0-25 0,0 0 0,0 24 0,0-24 0,0 0 0,0 25 0,0-25 0,0 0 0,0 0 0,0 0 0,0 0 0,0 0 0,0 0 15,0 0-15,0 0 0,0 0 0</inkml:trace>
  <inkml:trace contextRef="#ctx0" brushRef="#br0" timeOffset="182566.4422">5631 11162 0,'0'0'0,"0"0"16,0 0-16,0 0 0,0 0 0,0 0 0,0 0 15,0 0-15,0 0 0,0 0 0,0 0 0,0 0 16,0 0-16,0 0 0,0 0 0,0 0 0,24 0 0,-24 0 16,0-25-16,0 25 0,0 0 0,25 0 0,-25-25 15,0 25-15,0 0 0,0 0 0,0-24 0,0 24 0,25 0 16,-25-25-16,0 25 0,0 0 15,0-25-15,0 25 0,0-25 0,0 25 0,0 0 0,0-25 0,0 25 0,25 0 16,-25-24-16,0 24 0,0 0 0,0 0 0,0-25 16,0 25-16,0 0 0,0 0 140,0 74-140,0-49 16,0 0-1,0 0-15,0-25 0,0 24 0,-25 1 16,25 25-16,0-25 15,0-25-15,0 25 16,0-25-16,0 0 0,0 0 0,0 0 16,0 0-16</inkml:trace>
  <inkml:trace contextRef="#ctx0" brushRef="#br0" timeOffset="183430.4913">4986 10294 0,'0'0'0,"0"0"0,0-25 0,0 25 0,0 0 16,0 0-16,0 0 0,0 0 0,0 0 0,0 0 0,0 0 15,0 0-15,0 0 0,-25 0 0,25 0 16,0 0-16,0 0 0,0 0 0,0 0 0,0 0 0,0 0 0,0 0 15,-25 25-15,25-25 0,0 0 0,0 0 156,-99 322-156,99-322 0,-25 50 16,25 24-16,0-24 16,0-25-16,0 0 0,0-1 0,0 1 0,0-25 0,0 25 15,25 25-15,-25-26 0,25 1 16,0 25-1,-1-1-15,1-49 0,-25 25 0,25-25 0,0 0 16,0 25-16,24 0 16,26-25-16,-51 0 0,-24 0 15</inkml:trace>
  <inkml:trace contextRef="#ctx0" brushRef="#br0" timeOffset="184072.5283">6375 10344 0,'0'0'0,"0"0"15,0 0-15,0 0 0,0 0 0,0 0 0,0 0 0,0 0 16,0 0-16,25 0 0,-25 0 0,0 0 15,0 0-15,0 0 0,0 0 0,0 24 0,0-24 0,0 0 0,0 0 16,24 0-16,-24 0 0,0 0 0,0 25 0,0-25 16,25 0-16,-25 25 0,0-25 0,0 0 0,0 25 0,25-25 15,-25 25-15,0-25 0,0 24 0,0 1 16,0-25-16,25 25 0,-25-25 0,0 25 0,0 0 0,0-25 0,0 24 15,0 1-15,25 0 0,-25-25 0,0 25 16,0 0-16,0-1 0,0 1 0,0 0 0,0-25 0,0 25 0,0 0 16,0-1 140,-149 249-156,124-273 0,25 0 0,0 0 0,0 0 0,0 0 15,0 0-15,-25 0 0,25-25 0,0 25 0,0 0 0,0 0 0,0 0 0,0 0 0,0-24 0,0 24 0,0 0 0,0 0 0,25-25 0,-25 25 0,0 0 0,0 0 0</inkml:trace>
  <inkml:trace contextRef="#ctx0" brushRef="#br0" timeOffset="184642.5609">6896 11063 0,'0'0'0,"0"0"0,0 0 0,0 0 0,0 0 16,0 0-16,0 0 15,0 0-15,0 0 0,0 0 0,0 0 0,0 0 0,0 0 0,0 0 0,0 0 0,0 0 0,0 25 16,0-25-16,0 0 0,0 0 15,0 24-15,0-24 0,0 0 0,0 25 0,0-25 0,0 25 0,0-25 16,0 25-16,0-25 0,0 25 0,0 0 0,0-25 16,0 24-16,0-24 0,0 25 0,0 0 0,-25-25 15,25 25-15,0-25 0,0 25 0,0-25 0,0 24 0,0-24 0,0 25 16,0-25-16,0 25 0,0-25 0,0 25 47,0-25-47,0 0 0,0 25 0,0-25 0,0 0 0,0 0 0,0 0 0,0 24 0,0-24 0,0 0 0,0 0 0,0 0 0,0 0 46,0 0-46,0 0 0,0 0 0,0 0 0,0 0 0,0 0 0,0 0 0,0-24 0,0 24 0,0 0 0,0 0 0,0 0 0,0-25 0,0 25 0,0 0 0,0-25 16,0 25-16,0 0 0</inkml:trace>
  <inkml:trace contextRef="#ctx0" brushRef="#br0" timeOffset="185171.5912">6995 11162 0,'0'0'0,"0"0"0,0 0 0,0 0 0,0-25 0,0 25 0,0 0 0,0 0 0,0 0 0,0 0 0,0 0 0,0 0 0,0 0 16,0-25-16,0 25 0,25 0 0,-25 0 0,0 0 15,0 0-15,25 0 0,-25 0 0,0 0 0,24 0 0,-24 0 16,0 0-16,25 0 0,-25 0 0,0 0 0,25 0 0,-25 0 16,0 0-16,0 0 0,25 0 0,-25 0 0,0 25 15,0-25-15,0 0 0,0 25 0,0-25 16,0 0-16,0 25 0,0-25 0,0 0 0,-25 25 15,25-25-15,0 25 0,0-25 0,-25 0 0,25 24 0,0-24 0,-25 25 16,25-25-16,0 0 0,-24 25 0,24-25 16,0 0-16,-25 25 0,25-25 0,0 0 0,0 0 0,-25 25 15,25-25-15,0 0 0,0 0 0,0 0 0,0 0 16,0 0-16,0 0 0,0 0 0,0 0 0,0 0 0,0 0 15,0 0-15,0 0 0,0 0 0,25 0 0,-25 0 16,0 0-16,0 0 0,25 0 0,-25 0 0,0 0 0,0-25 0,24 25 16,-24 0-16,0 0 0,25 25 15,-25-25-15,0 0 0,0 0 0,25 0 0,-25 0 0,0 0 0,0 24 16,0-24-16,0 0 0,0 0 0,25 25 0,-25-25 15,0 0-15,0 25 141,-124 74-126,99-99-15,0 0 16,25 0-16,0-25 16,-25 1-16,50 24 15,-25-50-15,25 25 16,-25 0-16,0 1 0,0 24 0</inkml:trace>
  <inkml:trace contextRef="#ctx0" brushRef="#br0" timeOffset="185306.5989">7466 10765 0,'0'0'0,"0"0"0,0-25 15,25 25-15,-25 0 0,0 0 0,0 0 0,0 0 0,0 0 0,0 0 0,0 0 0,0 25 0,0-25 0,-25 0 0,25 25 0,0-25 0,0 0 0,0 25 0,0 0 0,-25-25 16,25 24-16,0-24 0,0 25 0,-24-25 0,24 25 0,0-25 15,0 25-15,-25-25 0,25 25 0,0-25 0,0 24 16,-25-24-16,25 0 0,0 0 0,-25 25 0</inkml:trace>
  <inkml:trace contextRef="#ctx0" brushRef="#br0" timeOffset="186013.6393">9103 11038 0,'0'0'0,"0"0"0,0 0 0,0 0 16,0 0-16,0 0 0,0 0 0,0 0 0,0 0 15,0 0-15,0 0 0,0 0 0,0 0 0,0 0 0,0 0 16,0 0-16,0 0 0,0 0 0,0 0 0,0 0 15,0 0-15,0 0 0,25-25 0,-25 25 0,0 0 47,0 0-47,0 0 0,0-25 0,25 25 0</inkml:trace>
  <inkml:trace contextRef="#ctx0" brushRef="#br0" timeOffset="186879.6889">11187 10443 0,'0'0'15,"0"0"-15,0 0 0,0 0 0,0-25 16,0 25-16,0 0 0,0 0 0,-25 0 0,25 0 0,0 0 0,0-25 15,0 25-15,0 0 0,0 0 0,0 0 0,0 0 16,-25 0-16,25 0 0,0 0 0,0 0 0,0 0 16,0 0-16,0 0 0,-25 0 0,25 0 0,0 0 0,0 0 0,0 0 15,0 0-15,-24 0 0,24 25 0,0-25 0,0 0 16,-25 0-16,25 25 0,0-25 0,-25 25 15,25-25-15,0 0 0,0 24 0,-25-24 0,25 25 0,0 0 16,0-25-16,0 25 0,0-25 0,-25 25 0,25-1 0,0-24 16,0 25-16,0 0 0,0 0 0,0-25 0,0 25 15,0-1-15,25 1 0,-25-25 0,0 25 0,0-25 16,0 25-16,0-25 0,0 25 0,25-25 0,-25 24 15,0-24-15,0 0 0,25 25 0,-25-25 0,0 0 0,0 0 0,0 0 16,25 0-16,-25 25 0,0-25 0,0 0 0,24 0 16,-24 0-16,0 0 0,0-25 46,25 25-14,75-99 46,-100 99-78,0 0 0,0-25 0,0 25 0,0 0 0,0 0 0,0 0 15,0 0-15,0-25 0,0 25 0,0 0 0,0 0 0,0 0 0,0 0 0,0 0 0,0 0 0,0 0 0,0 0 0,0 0 0,0 0 0,0 25 0,0-25 0,0 0 0,0 0 0,0 0 0,0 0 0,0 25 0,0-25 0,0 0 0,0 0 16,0 0-16,24 25 0,-24-25 0,0 0 0,0 0 0,0 0 0,0 0 0,0 25 0,0-25 0,-24 0 0,24 0 0,0 0 0,0 0 0,0 0 0,0 0 0,0 0 15,0 0-15,0 0 0,0 0 0,0 0 0,0 0 0,0 0 0,0 0 0</inkml:trace>
  <inkml:trace contextRef="#ctx0" brushRef="#br0" timeOffset="187071.6999">11212 10740 0,'0'0'0,"0"0"16,0 0-16,0 0 0,0 0 0,0 0 0,0 0 0,0 0 16,0 0-16,0 0 0,0 0 0,25 0 0,-25 0 15,0 0-15,24-24 0,-24 24 0,0 0 0,25 0 16,-25 0-16,25 0 0,0 0 0,-25 0 0,25 0 0,-25 0 15,24-25-15,-24 25 0,25 0 0,-25 0 0,25 0 16,-25-25-16,25 25 0,-25 0 0,0 0 0,25 0 0,-25-25 16</inkml:trace>
  <inkml:trace contextRef="#ctx0" brushRef="#br0" timeOffset="187444.7212">11733 10294 0,'0'-25'0,"0"25"16,0 0-16,0 0 0,0 0 0,0 0 15,0 0-15,0 0 0,0 0 16,0 0-16,0 0 0,0 0 0,0 0 0,0 0 0,0 25 0,0-25 0,0 0 0,0 0 0,-25 25 15,25-25-15,0 25 0,0-25 0,0 24 16,0 1-16,-25-25 0,25 25 0,0 0 0,0 0 0,-25-25 0,25 24 16,0 1-16,0 0 0,-25 0 15,25-25-15,0 25 0,-24-1 0,24 1 0,0 0 0,-25 0 0,25 0 16,0-25-16,0 24 0,-25 1 0,25 0 0,0 0 15,-25-25-15,25 25 0,0-1 0,-25-24 0,25 25 0,0 0 16,0-25-16,0 25 0,-24-25 78,24 25-78,0-25 0,0 0 0,0 0 0,0 24 0,0-24 0,0 0 0,0 0 0,0 0 0,0 0 0,0 0 0,0 0 0,0 0 0,0 0 0,0 0 0,0 0 0,0-24 0,0 24 0,0 0 0</inkml:trace>
  <inkml:trace contextRef="#ctx0" brushRef="#br0" timeOffset="188087.758">11906 10517 0,'0'0'0,"0"0"15,0 0-15,0 0 0,0-25 0,0 25 16,0 0-16,0 0 31,-25 0-31,25 0 0,0 0 0,0 0 0,0 0 0,0 0 0,0 0 16,0 0-16,0 0 0,0 0 0,0 0 0,0 0 0,0 0 0,0 0 0,0 25 0,0-25 0,0 0 0,0 0 0,0 0 0,0 0 0,0 25 15,0-25-15,0 0 0,0 25 0,0-25 16,0 0-16,25 25 0,-25-25 0,0 24 0,0-24 0,0 0 16,0 25-16,25-25 0,-25 25 0,0-25 0,0 25 15,0-25-15,0 25 0,25-25 0,-25 24 0,0 1 0,0-25 16,0 25-16,0-25 0,25 25 0,-25-25 15,0 25-15,0-25 0,0 24 0,0-24 0,0 0 0,0 25 0,0-25 16,0 25-16,0-25 0,0 0 0,0 25 0,0-25 16,0 0-16,0 0 0,0 0 0,0 25 0,0-25 0,0 0 15,0 0-15,0 0 16,0 0-16,0 24 0,-25-24 0,25 0 0,0 0 0,0 0 78,0 0-78,-50 0 31,50 0-15,0 0-16,-25-24 0,25 24 0,0 0 0,0 0 0,0-25 0,0 25 0,0 0 0,0 0 0,-24-50 31,24 50-31,0 0 0,0-25 15,24 25 1,-24 0-16,0 0 0,0-24 16,25 24-16,-25 0 15,25 0-15,-25 0 0,25-25 16</inkml:trace>
  <inkml:trace contextRef="#ctx0" brushRef="#br0" timeOffset="188664.791">12303 10641 0,'0'0'0,"0"0"0,0 0 0,0 0 0,0 0 0,0 0 0,0-25 0,0 25 0,0 0 16,0 0-16,0 0 0,0 0 0,0 0 0,0 0 15,0 0-15,0 0 0,0 0 0,0 25 0,0-25 16,0 0-16,0 0 0,0 25 0,0-25 0,0 25 0,0-25 15,0 25-15,0-25 0,0 24 0,0-24 0,0 25 0,0-25 16,0 25-16,0-25 0,0 25 0,0 0 0,0-25 16,0 24-16,0-24 0,0 25 0,0-25 0,0 0 15,0 25-15,25-25 0,-25 0 0,0 25 0,0-25 0,0 0 16,0 0-16,0 0 0,0 25 0,0-25 15,0 0-15,25 0 0,-25 0 0,0 0 0,0 0 0,0 0 16,25-25-16,-25 25 0,0 0 0,0 0 16,24-25-16,-24 25 0,0 0 0,25-25 0,-25 25 0,0 0 0,25-25 15,-25 25-15,0-24 0,0 24 0,25 0 0,-25-25 16,0 25-16,0-25 0,25 25 31,-25-25-31,0 25 0,0-25 16,0 25-16,0 0 31,0-24-31,24 24 0,-24-25 0,0 25 0,0 0 0,0-25 47,0 25-47,0 0 0,0-25 0,0 25 0,0 0 0,0 0 0,0 0 0,0 0 0,0-25 0,0 25 0,0 0 0,0 0 0,0 0 0,0 0 0,0 0 0,0 25 0,0-25 0,0 0 0,0 0 0,0 0 0,0 0 0,0 0 0,0 25 0,0-25 15,0 0-15,0 25 0,0-25 0,-24 25 0,24-25 0,0 0 0,0 24 0,0-24 0,0 25 0,0-25 0,0 25 0,0 0 31,0-25-31,0 25 0,0-25 16,0 24-16,0-24 16,0 0-16,0 25 0,0-25 0,0 25 15,0-25-15,24 0 16,-24 0-16,0 25 0,0-25 15,0 0-15,0 0 0,25 0 16,-25 0-16,0 0 0,25 0 16,-25 0-16,25 0 0,-25 0 0,25 0 0,-25-25 15,24 25 1,-24-25-16,25 0 0,-25 25 0,0 0 0,0-24 15</inkml:trace>
  <inkml:trace contextRef="#ctx0" brushRef="#br0" timeOffset="188815.7996">12576 10393 0,'0'0'0,"0"0"0,0 0 0,0-25 0,0 25 0,0 0 0,0 0 0,0 0 0,25 0 0,-25 0 0,0 0 0,0 0 0,0 0 0,25 0 0,-25 0 16,0 0-16,24 0 0,-24 0 0,0 25 0,25-25 0,-25 0 0,0 0 15,0 0-15,25 25 0,-25-25 0,0 0 0,0 0 0,0 25 16,0-25-16,0 0 0,0 25 0,0-25 0,0 0 16,-25 24-16,25-24 0,0 0 0,0 0 0,-25 25 0,25-25 15,0 0-15,-24 0 0,24 25 0,0-25 0,-25 0 16,25 0-16,0 0 0,0 0 0,-25 0 0,25 0 15,0 0-15,0 0 0</inkml:trace>
  <inkml:trace contextRef="#ctx0" brushRef="#br0" timeOffset="189055.8133">12650 10096 0,'25'0'0,"-25"0"0,0 0 16,0 0-16,25-25 0,-25 25 0,0 0 0,25 0 15,-25 0-15,0 0 0,25 0 0,-25 0 0,24 0 0,-24 0 16,25 0-16,-25 0 0,0 25 0,25-25 0,-25 0 0,0 0 16,0 24-16,0-24 0,0 0 0,0 0 0,0 25 0,0-25 15,0 25-15,0-25 0,-25 0 0,25 25 16,-25-25-16,25 25 0,-24-25 0,24 0 0,-25 24 0,25-24 15,-25 25-15,0-25 0,25 0 0,-25 25 0,1-25 0</inkml:trace>
  <inkml:trace contextRef="#ctx0" brushRef="#br0" timeOffset="189933.8633">13543 10666 0,'0'0'0,"0"-25"0,0 25 0,0 0 0,-24 0 15,24-25-15,0 25 0,0 0 0,0 0 0,0 0 0,0 0 16,-25-24-16,25 24 0,0 0 0,0 0 0,0 0 47,-25 0-47,25 0 0,0 0 0,0 0 0,0 0 0,-25 0 0,25 0 0,0 24 0,0-24 0,0 0 0,0 0 0,0 0 47,-25 25-47,25-25 62,-24 124-46,24-124-16,0 25 0,0-25 0,0 25 0,0-25 0,0 25 0,0-25 0,0 24 0,0-24 0,24 0 0,-24 25 0,0-25 0,0 0 0,25 25 0,-25-25 0,0 0 0,25 0 0,-25 0 0,25 0 0,-25 0 15,25 0-15,-25 0 0,24 0 0,-24 0 0,25 0 0,-25 0 0,25 0 0,0 0 0,-25 0 0,25 0 0,-25-25 0,24 25 0,-24 0 0,0 0 0,25 0 0,-25-25 0,0 25 0,0 0 0,25 0 0,-25 0 0,0-24 16,0 24-16,0 0 0,0 0 0,0-25 0,0 25 0,0 0 15,0 0-15,0 0 0,25-25 0,-25 25 0,0 0 0,0 0 16,0 0-16,0-25 0,0 25 0,-25 0 0,25 0 16,0 0-16,0 0 0,0 0 0,0 0 0,0 0 15,0 0-15,0 0 0,0 0 0,0 0 0,0 0 16,0 0-16,0 0 0,0 0 0,0 0 31,0 0-15,0 0-16,-25 25 0,25-25 0,0 0 0,0 25 0,0-25 0,0 25 0,0-25 0,0 0 0,0 24 0,0-24 0,0 25 0,0-25 0,0 25 0,0-25 0,0 0 0,0 25 0,0-25 15,0 25-15,0-25 0,0 0 0,25 0 16,-25 24-16,0-24 0,0 0 0,0 0 0,25 0 0,-25 0 15,0 0-15,0 0 0,25 0 0,-25-24 0,0 24 16,0 0-16,24 0 0,-24-25 0,0 25 0,0 0 16,25-25-16,-25 25 0,0-25 0,0 25 0,0-25 0,0 25 0,0-24 124,0-100-124,0 124 0,0-25 0,0 25 0,0 0 0,0 0 0,0-25 16,0 25-16,-25 0 0,25 0 0,0 0 0,0 0 0,0 0 0,0 0 0,0 0 0,0 0 0,0 0 0,-24 0 0,24 0 0,0 0 0,0 0 0,0 0 0,0-25 0,0 25 0,0 0 0,0 0 0</inkml:trace>
  <inkml:trace contextRef="#ctx0" brushRef="#br0" timeOffset="190154.8762">14139 10319 0,'0'0'0,"0"0"0,0 0 0,0 0 0,0 0 0,0 0 16,0 0-16,0 0 0,0 0 0,-25 0 15,25 0-15,0 25 0,0-25 0,-25 0 78,25 24-78,-25-24 0,25 25 0,-25-25 0,25 25 0,0-25 0,-24 25 0,24-25 0,-25 25 0,25-25 0,0 24 0</inkml:trace>
  <inkml:trace contextRef="#ctx0" brushRef="#br0" timeOffset="191235.9381">15801 10443 0,'0'0'0,"0"0"0,0 0 0,0 0 0,0 0 15,0 0-15,0 0 0,0 0 0,0 0 16,0 0-16,0 0 0,0 0 0,0 0 0,0 0 0,0 0 15,0 0-15,0 0 0,0 0 0,0 0 16,0 0-16,-100 570 203,100-545-203,0-25 0,0 0 0,25 0 15,-25 0-15,0 0 0,0 0 0,25 0 0,-25 0 0,0 0 0,25 0 0,-25 0 0,0 0 0,25-25 0,-25 25 0,0 0 0,24-25 0,-24 25 0,25-24 0,-25 24 16,0-25-16,25 25 0,-25-25 0,25 25 0,-25-25 0,0 25 0,25-25 0,-25 1 0,0 24 0,24-25 0,-24 0 0,0 0 0,25 25 0,-25-25 0,0 1 0,25 24 0,-25-25 0,0 0 0,0 25 16,25-25-16,-25 25 0,0-25 0,0 25 0,25-24 0,-25 24 0,0-25 0,0 25 0,0-25 0,24 25 15,-24 0-15,0-25 0,0 25 0,0 0 0,0 0 0,0-25 16,0 25-16,0 0 0,0 0 0,0 0 0,0 0 15,0-24-15,0 24 0,0 0 0,0 0 16,0 0-16,0 0 0,0 0 0,-49 173 172,49-148-157,0 0-15,0-25 0,0 0 0,0 0 0,0 25 0,0-25 0,0 0 0,0 24 0,0-24 0,0 25 0,0-25 0,0 0 0,-25 25 0,25-25 0,0 25 0,0-25 0,0 0 0,0 25 0,0-25 0,0 0 0,0 24 16,0-24-16,0 0 0,0 0 0,0 25 0,0-25 0,0 0 0,0 0 0,0 0 0,0 0 0,0 25 0,0-25 0,0 0 0,0 0 0,0 0 0,0 0 0,0 0 0,0 0 0,25 0 0,-25 0 0,0 0 0,0-25 15,0 25-15,0 0 0</inkml:trace>
  <inkml:trace contextRef="#ctx0" brushRef="#br0" timeOffset="191975.9803">16222 11286 0,'0'0'0,"0"0"15,0 0-15,0 0 0,0 0 0,0 0 16,25-25-16,-25 25 0,0 0 0,0 0 0,0-24 0,0 24 16,0 0-16,25 0 0,-25-25 0,0 25 15,0 0-15,0-25 0,25 25 0,-25 0 0,0-25 0,0 25 0,0 0 16,24-25-16,-24 25 0,0-25 0,0 25 0,0 0 15,0-24-15,25 24 0,-25-25 0,0 25 0,0 0 0,0-25 16,0 25-16,0-25 0,0 25 0,0 0 16,0 0-16,0-25 0,0 25 0,0 0 0,25 0 0,-25 0 0,0 0 15,0 0-15,0 0 0,0 0 0,0 0 0,0 0 16,0 0-16,0 0 0,0 0 0,0 25 0,0-25 0,0 0 15,0 25-15,0-25 0,0 0 141,-25 223-141,25-223 15,0 25-15,0-25 0,0 0 16,0 0-16,0 0 0,0 0 0,0 0 0,0 0 0,25 0 16</inkml:trace>
  <inkml:trace contextRef="#ctx0" brushRef="#br0" timeOffset="192341.0013">16917 10765 0,'0'0'0,"0"0"16,0 0-16,0 0 0,0 0 0,0 0 15,0 0-15,0 0 0,25 0 0,-25 0 0,0 0 0,0 0 0,0 0 16,0 0-16,24 0 0,-24 0 0,0 0 0,25 0 16,-25 0-16,0 0 0,25 0 0,-25 0 0,25 0 15,-25 0-15,0 0 0,25 0 0,-25 0 0,24 0 0,-24 0 16,25 0-16,-25 0 0,25 0 0,-25 0 15,0 0-15,25 0 0,-25 0 172</inkml:trace>
  <inkml:trace contextRef="#ctx0" brushRef="#br0" timeOffset="192508.0108">16966 11013 0,'0'0'0,"0"0"15,0 0-15,0 0 0,0 0 0,25 0 0,-25 0 0,0 0 0,25 0 0,-25 0 0,25 0 0,0-25 0,-25 25 0,24 0 0,1 0 0,-25 0 0,25 0 0,0 0 0,0 0 0,-1-24 0,-24 24 0,25 0 0,0 0 0,0 0 0,0 0 0,-25 0 0,24 0 0,1 0 0</inkml:trace>
  <inkml:trace contextRef="#ctx0" brushRef="#br0" timeOffset="193522.0688">18182 10567 0,'0'0'16,"0"0"-16,0 0 0,25 0 0,-25 0 0,0 0 0,0 0 0,0 0 16,0 0-16,0 0 0,0 0 0,0 0 15,0 0-15,0 0 0,0 0 0,0 0 0,0 0 0,0-25 16,0 25-16,0 0 0,0 0 0,0 0 0,0 0 15,0 0-15,0 0 0,0 0 0,0 0 16,0-25-16,0 25 0,0 0 0,0 0 0,0 0 0,-25 0 0,25 0 16,0 0-16,0-25 0,0 25 0,0 0 0,0 0 0,0 0 15,-25 0-15,25 0 0,0-24 0,0 24 16,-25 0-16,25 0 0,0 0 0,0 0 0,-25 0 0,25 0 15,0-25-15,0 25 0,-24 0 0,24 0 188,-199 322-188,199-322 0,0 25 0,0 0 15,0 0-15,0-1 0,0-24 0,0 25 0,25-25 0,-25 25 0,0-25 16,0 25-16,0-25 0,0 0 0,0 25 0,25-25 0,-25 0 0,0 24 0,0-24 0,25 0 15,-25 0-15,0 0 0,0 0 0,24 0 0,-24 0 0,0 0 16,25 0-16,-25 0 0,25 0 0,-25-24 0,0 24 0,25 0 0,-25 0 0,25-25 0,-25 25 0,0 0 0,24-25 0,-24 25 0,0 0 0,0 0 0,25-25 0,-25 25 0,0 0 0,0 0 0,0 0 0,0 0 16,0 0-16,0 0 0,25 0 0,-25 0 0,0 0 0</inkml:trace>
  <inkml:trace contextRef="#ctx0" brushRef="#br0" timeOffset="194066.0999">18157 11187 0,'0'0'0,"0"0"0,0 0 0,0 0 0,0 0 16,0 0-16,0 0 0,0 0 0,0 0 15,0 0-15,0 0 0,0 0 0,0 0 0,0 0 0,0-25 0,25 25 16,-25 0-16,0 0 0,0 0 0,0 0 0,0 0 16,25-25-16,-25 25 0,0 0 0,0 0 0,24-25 15,-24 25-15,0 0 156,100-124-156,-100 124 0,0 0 0,0 0 0,0 0 0,0 0 16,0 0-16,0 0 0,-25 0 0,25 0 0,0 0 0,0 25 0,0-25 0,0 0 0,0 25 0,0-25 0,0 0 0,0 25 0,0-25 0,0 25 0,-25-25 0,25 24 0,0-24 15,0 25-15,0-25 0,0 25 0,0-25 0,0 0 0,-25 25 0,25-25 0,0 25 0,0-25 0,0 0 0,0 25 0,0-25 0,0 0 0,0 24 0,0-24 0,-25 0 0,25 0 0,0 0 0,0 0 0,0 25 0,0-25 0,0 0 0,0 0 16,25 0-16,-25 0 0,0 0 0,0 0 0</inkml:trace>
  <inkml:trace contextRef="#ctx0" brushRef="#br0" timeOffset="194896.1474">18703 10567 0,'0'0'0,"0"0"0,25 0 0,-25 0 0,0-25 16,0 25-16,0 0 0,0 0 0,0 0 0,0 0 15,0 0-15,0 0 0,0 0 0,0 0 0,0 0 0,0 0 16,0 0-16,0 0 0,0 0 78,0 0-78,0 0 0,0 0 0,0 0 0,0 0 0,0 25 0,0-25 0,0 0 0,0 0 0,0 25 0,24-25 0,-24 0 0,0 24 47,0 1-47,0-25 0,0 25 0,0-25 0,0 25 0,0 0 0,0-25 0,0 24 0,0 1 0,0 0 15,0-25-15,0 25 0,0 0 0,0-25 0,0 24 0,0 1 0,0-25 0,0 25 0,0-25 0,0 0 0,0 25 0,0-25 0,0 0 0,0 25 16,0-25-16,0 0 0,0 0 0,0 0 0,0 0 0,0 24 0,0-24 0,0 0 0,0 0 0,0 0 0,0 0 0,25 0 0,-25-24 0,0 24 0,0 0 0,0 0 0,0 0 0,25 0 0,-25-25 15,0 25-15,25 0 0,-25-25 0,0 25 0,25-25 0,-25 25 16,24-25-16,-24 1 0,0 24 0,25-25 0,-25 0 16,25 0-16,-25 25 0,25-25 0,-25 1 0,25-1 0,-25 25 15,24-25-15,-24 0 0,0 25 0,25-25 16,-25 25-16,0-24 0,0 24 0,25 0 0,-25-25 0,0 25 0,0 0 15,0-25-15,0 25 0,25 0 0,-25 0 16,0 0-16,0 0 0,0-25 0,0 25 0,0 0 0,0 0 0,0 0 16,0 0-16,0 0 0,0 0 0,25 0 0,-25 0 15,0-25-15,0 25 0,0 0 0,0 0 0,0 0 0,0 0 16,0 0-16,0 0 0,0 0 15,0 0-15,0 0 0,0 0 0,0 25 110</inkml:trace>
  <inkml:trace contextRef="#ctx0" brushRef="#br0" timeOffset="195200.1648">19075 11162 0,'0'0'0,"0"0"0,0 0 15,0 25-15,0-25 0,0 0 0,0 0 0,0 0 16,0 0-16,0 0 0,0 0 0,0 0 0,0 0 0,0-25 15,0 25-15,0 0 0,25 0 0,-25 0 0,0 0 16,0-25-16,0 25 0,24 0 0,-24 0 0,0-25 16,0 25-16,0 0 0,25-24 0,-25 24 15,0 0-15,0-25 0,0 25 0,25 0 0,-25-25 0,0 25 0,0 0 16,0-25-16,0 25 0,25 0 0,-25-25 0,0 25 0,0 0 15,0 0-15,0 0 0,0 0 0,0-24 16,0 24-16,0 0 0,0 0 0,0 0 0,0 24 0,0-24 16,0 0-16,0 0 0,0 0 0,0 25 0,0-25 0,0 0 15,0 25-15,-25-25 0,25 25 0,0-25 0,0 25 16,0-25-16,0 24 0,0-24 0,0 25 15,0-25-15,-25 25 0,25-25 0,0 25 0,0-25 0,0 0 0,0 25 16,0-25-16,0 25 0,0-25 0,-25 0 16,25 24-16,0-24 0,0 0 0,0 25 0,0-25 0,0 0 0,0 0 15,0 25-15,0-25 0,-24 0 0,24 0 16,0 0-16,0 25 0,0-25 0,0 0 0,0 0 0</inkml:trace>
  <inkml:trace contextRef="#ctx0" brushRef="#br0" timeOffset="195726.1949">20067 10716 0,'0'0'0,"25"0"16,-25 0-16,0 0 0,0 24 0,0-24 15,0 0-15,0 0 0,0 0 0,25 0 0,-25-24 0,0 24 0,0 0 16,0 0-16,24 0 0,-24 0 16,0 0-16,25 0 0,-25 0 0,25 0 0,-25 0 0,25 24 15,-25-24-15,25 0 0,-25 0 0,24 0 0,-24 0 0,25 0 16,-25 0-16,0 0 0,25 0 0,-25 0 0,25 0 0,-25 0 15,0 0-15,0 0 0,25 0 0,-25 0 47,0 0-47,0 0 0,0 0 0,0 0 0,0 0 0</inkml:trace>
  <inkml:trace contextRef="#ctx0" brushRef="#br0" timeOffset="195949.2076">20290 10641 0,'0'-25'0,"0"25"0,0 0 0,0 0 15,0 0-15,0 0 0,-25 0 0,25 0 0,0-24 16,0 24-16,0 0 0,0 0 0,0 0 0,0 0 0,0 0 15,0 0-15,0 0 0,0 24 0,0-24 0,0 0 16,0 0-16,0 25 0,0-25 0,0 0 0,0 25 0,0-25 16,0 25-16,0-25 0,0 25 0,0-25 0,-24 24 15,24 1-15,0-25 0,0 25 0,0-25 0,0 25 16,-25 0-16,25-25 0,0 24 15,0-24-15,0 25 0,-25-25 0,25 0 0,0 25 0,0-25 0,0 25 0,-25-25 16,25 0-16,0 0 0,0 25 0,0-25 0,0 0 16,0 0-16,0 0 0,0 0 0</inkml:trace>
  <inkml:trace contextRef="#ctx0" brushRef="#br0" timeOffset="196511.2398">21158 10641 0,'0'-25'0,"0"25"0,0 0 0,0 0 0,0 0 16,0-24-16,0 24 0,0 0 15,0 0-15,-24-25 0,24 25 0,0 0 0,0 0 0,0 0 0,0-25 0,-25 25 16,25 0-16,0 0 0,0 0 15,0 0-15,-25 0 0,25 0 0,0 0 0,0 0 0,-25 0 0,25 0 16,0 0-16,0 0 0,-25 0 0,25 0 16,0 25-16,-24-25 0,24 0 0,0 0 0,-25 25 0,25-25 140,-75 272-140,75-247 0,25-25 0,-25 25 0,0-25 16,25 0-16,-25 25 0,0-25 0,25 0 0,-25 25 0,25-25 0,-25 0 0,24 0 0,-24 0 0,25 24 0,-25-24 0,25 0 0,-25 0 0,25 0 0,-25-24 0,0 24 15,25 0-15,-25 0 0,24 0 0,-24 0 0,25-25 0,-25 25 0,0 0 0,25 0 0,-25 0 0,0 0 0,25-25 0</inkml:trace>
  <inkml:trace contextRef="#ctx0" brushRef="#br0" timeOffset="197036.2698">21307 10964 0,'0'0'0,"0"0"16,0 0-16,0 0 0,0 0 0,0 0 0,0 0 0,0 0 16,0 0-16,0 0 0,0 0 0,0 0 15,0 0-15,0 0 0,0 0 0,0 0 0,0-25 16,0 25-16,0 0 0,0 0 0,0 0 0,0 0 0,0 0 0,0 0 15,25 0-15,-25-25 0,0 25 0,0 0 16,0 0-16,0 0 0,0 0 0,0 0 0,0 0 0,0 0 0,0 0 16,0 0-16,0 0 0,0 0 0,0-25 15,0 25-15,0 0 0,0 0 0,0 0 0,0 0 0,0 0 156,74 50-156,-74-50 0,0 25 0,0-25 0,0 0 0,0 24 0,0-24 0,0 0 0,0 25 0,-24-25 0,24 0 0,0 25 0,0-25 0,-25 0 0,25 25 0,0-25 0,0 25 0,-25-25 0,25 0 0,-25 24 0,25-24 0,0 0 0,-25 25 16,25-25-16,-24 0 0,24 25 0,0-25 0,-25 0 0,25 25 0,0-25 0,0 0 0,-25 0 0,25 0 0,0 25 0,0-25 0,0 0 0,0 0 0,0 0 0,0 0 15,0 0-15,0 0 0,0 0 0,0 0 0,0 0 0,0 25 0,0-25 16,0 0-16,0 0 0,25 0 0,-25 0 0,0 0 0,25 0 16,-25 0-16,24 0 0,-24 0 0,25 0 15,0 0-15,-25 0 0,25 0 0,0 0 0,-25 0 0,24 0 0,-24 0 16,25 0-16,-25 0 0,25 0 0,-25-25 0,25 25 15,-25 0-15,25 0 0,-25 0 0,0 0 0,24 0 0,-24 0 16,0 0-16,25 0 0,-25 0 0,0-25 16,0 25-16</inkml:trace>
  <inkml:trace contextRef="#ctx0" brushRef="#br0" timeOffset="197655.3052">21828 10468 0,'0'0'0,"0"0"16,0 0-16,0-25 0,0 25 0,0 0 15,0 0-15,0 0 0,0 0 0,0 0 0,0 0 0,0 0 0,0 0 16,0 0-16,0 0 0,0 0 15,0 0-15,0 0 0,0 0 0,25 0 47,-25 273 47,0-249-94,-25 1 0,25 0 0,0-25 0,0 25 15,0 0-15,0-25 0,0 24 0,0-24 0,0 25 0,0-25 0,0 0 0,0 25 0,0-25 0,0 0 0,0 0 0,0 25 0,0-25 0,0 0 0,0 0 0,0 0 0,0 0 0,0 0 0,0 0 0,25 0 0,-25 0 0,0-25 0,0 25 0,0 0 0,0 0 0,25 0 0,-25-25 0,0 25 0,25-25 16,-25 25-16,0-24 0,24 24 0,-24-25 0,25 0 0,-25 25 0,0-25 0,25 0 16,-25 1-16,25-1 0,-25 0 0,0 0 0,25 25 0,-25-25 15,0 1-15,24-1 0,-24 0 0,0 25 0,25-25 0,-25 25 16,0-25-16,0 25 0,0 0 0,0-24 15,0 24-15,0 0 0,25 0 0,-25 0 0,0-25 0,0 25 16,0 0-16,0 0 0,0 0 0,0 0 0,0 0 16,0 0-16,0 0 0,0 0 0,0 0 0,0 0 0,0 0 15,0 0 16,0 0-31,0 0 0,0 0 0,0 0 0,0 0 0,0 0 0,0 0 0,0 0 0,25 0 0,-25 0 0,0 0 0,0 0 0,0 0 0,0 0 16,0 0-16,0 0 0,0 0 0,0 0 0,0 25 0</inkml:trace>
  <inkml:trace contextRef="#ctx0" brushRef="#br0" timeOffset="198233.3383">22101 11038 0,'0'0'0,"0"0"0,0 0 16,0 0-16,0 0 0,0 0 0,0 0 0,0 0 0,0-25 15,0 25-15,0 0 0,0 0 0,0 0 16,0 0-16,25 0 0,-25-25 0,0 25 0,0 0 0,0 0 0,25 0 47,-25 0-47,0 0 0,0 0 0,0 0 0,24 0 0,-24 0 0,0 0 0,0 0 0,0 0 0,0 0 15,25 0-15,-25 0 0,0 0 0,0 0 0,0 0 0,0 25 31,0-25-31,0 0 0,0 0 0,0 25 0,0-25 0,-25 0 0,25 25 0,0-25 0,0 0 0,0 0 16,0 25-16,-24-25 0,24 0 0,0 24 0,0-24 0,-25 0 0,25 25 0,0-25 0,-25 0 0,25 0 0,-25 25 0,25-25 16,0 0-16,-25 0 0,25 25 0,-24-25 15,24 0-15,0 0 0,-25 25 0,25-25 0,0 0 0,0 0 16,0 0-16,0 0 0,0 0 0,0 0 0,0 25 0,0-25 15,0 0-15,0 0 0,0 0 0,0 0 16,0 0-16,25 0 0,-25 0 0,0 0 0,24 0 0,-24 24 16,25-24-16,-25 0 0,25 0 0,0 0 0,-25 0 46,25 0-46,-1 0 0,-24 0 0,25 0 0,0 25 0,0-25 0,0 0 32,-25 0-17,24 0-15,1 0 0,-25 0 0,25 0 0,0 0 0,-25 0 0,25-25 0,-25 25 0</inkml:trace>
  <inkml:trace contextRef="#ctx0" brushRef="#br0" timeOffset="198822.372">23242 10889 0,'0'0'0,"0"0"16,0 0-16,-25 0 0,25 0 0,0 0 0,0 0 0,0 0 47,0 0-1,0 0-46,0 0 0,0 0 0,25 0 0,-25 0 0,0 0 0,25 0 0,-25 0 0,0 0 0,25 0 0,-1 0 0,-24 0 0,25 0 0,-25 0 0,25 0 0,0 0 0,-25 0 0,25 0 0,-1 0 0,-24 0 0,25 0 0,-25 0 0,25 0 0,25 0 78,-50 0-78,0 0 0,24 0 0,-24 0 16,0 0-16,0 0 0,0 0 0,25 0 0,-25 0 0,0 0 0,0-25 0,0 25 0,-25 0 0</inkml:trace>
  <inkml:trace contextRef="#ctx0" brushRef="#br0" timeOffset="199009.3823">23416 10765 0,'0'0'0,"0"-25"0,0 25 0,0 0 0,0 0 0,0 0 0,0 0 0,-25 0 15,25 0-15,0 0 0,0 0 0,0 0 0,0 0 0,0 0 0,0 0 0,0 0 16,0 0-16,0 0 0,0 25 0,0-25 0,0 0 16,0 25-16,0-25 0,0 25 0,0-25 0,-25 25 0,25-1 15,0-24-15,0 25 0,0-25 0,0 25 0,-25 0 16,25-25-16,0 25 0,0-25 0,0 24 0,0-24 15,-25 25-15,25-25 0,0 25 0,0-25 0,0 25 0,0-25 16,-24 0-16,24 25 0,0-25 0,0 0 0,0 0 16,0 24-16,0-24 0,0 0 0,0 0 0,0 0 0,0 25 15,0-25-15</inkml:trace>
  <inkml:trace contextRef="#ctx0" brushRef="#br0" timeOffset="199699.4221">24532 10740 0,'0'0'15,"0"0"-15,25-24 0,-25 24 0,0 0 0,0 0 16,0 0-16,0 0 0,0-25 0,0 25 0,0 0 0,0 0 15,0 0-15,24-25 0,-24 25 0,0 0 16,0 0-16,0-25 0,0 25 0,0 0 0,0 0 0,0-25 0,0 25 140,-74-74-124,49 99-16,25-25 0,-49 25 16,49-1-16,-25-24 15,25 25-15,-25 0 0,25 0 0,-25 24 16,0-24-1,25 0-15,0 0 0,0-25 0,0 25 0,0-1 16,-24 1-16,48 0 0,-24 0 16,0 0-16,25-1 15,0 1-15,-25-25 0,0 0 0,25 0 0,0 0 16,-25 25-1,74-25-15,-74 0 16,50-25-16,-50 25 0,24 0 0,-24 0 16,25-25-16,-25 25 0,0 0 0,25 0 0</inkml:trace>
  <inkml:trace contextRef="#ctx0" brushRef="#br0" timeOffset="200333.4583">24730 11038 0,'0'0'0,"0"0"0,-25 0 0,25 0 0,0 0 0,0 0 16,0 0-16,0 0 0,0 0 0,0 0 0,0-25 15,0 25-15,0 0 0,0 0 0,0 0 0,25 0 16,-25 0-16,0 0 0,0 0 0,0 0 0,0 0 0,25-25 0,-25 25 16,0 0-16,0 0 0,0 0 0,25 0 0,-25 0 15,0 0-15,0 0 0,0 0 0,0 0 16,25 0-16,-25 0 0,0 0 0,0 25 0,0-25 0,0 0 15,0 0-15,0 0 0,0 0 0,0 0 0,0 25 0,0-25 16,0 0-16,0 0 0,0 25 0,0-25 0,0 0 16,0 0-16,-25 25 0,25-25 0,0 0 0,0 0 0,-25 0 15,25 24-15,0-24 0,-25 0 0,25 0 16,-25 25-16,25-25 0,0 0 0,-24 0 0,24 0 0,0 0 31,0 25-31,-25-25 0,25 0 0,0 0 0,0 0 0,0 0 0,0 0 0,-25 0 16,25 0-16,0 25 0,25-25 0,-25 0 0,0 0 0,0 0 0,0 0 0,0 0 0,25 0 15,-25 0-15,0 0 0,0 25 0,24-25 0,-24 0 16,0 0-16,0 0 0,25 0 0,-25 0 0,0 0 0,0 25 15,0-25-15,25 0 0,-25 0 0,0 0 16,0 0-16,0 24 0,0-24 0,0 0 0,0 0 0,0 25 0,0-25 16,0 0-16,0 0 0,-25 25 0,25-25 15,0 0-15,0 0 0,-25 0 0,25 0 141,-99 25-141,99-25 0,0 0 0,0 0 15,0-25-15,0 25 0,0 0 0,0 0 0,0-25 0,0 25 0,0-25 0,25 25 0,-25 0 0,0-24 0,25 24 0,-25-25 0,25 0 0</inkml:trace>
  <inkml:trace contextRef="#ctx0" brushRef="#br0" timeOffset="200897.4907">25202 10542 0,'0'0'0,"0"-25"0,0 25 0,24 0 16,-24 0-16,0 0 0,0 0 0,0-25 15,0 25-15,0 0 0,0 0 0,25 0 0,-25 0 0,0 0 16,0 0-16,0 0 0,25 25 0,-25-25 16,0 0-16,0 0 0,0 0 0,0 25 0,25-25 0,-25 0 0,0 25 0,0-25 15,0 0-15,0 25 0,0-25 0,0 24 16,0-24-16,0 25 0,0-25 0,0 25 0,0 0 0,-25-25 15,25 25-15,0-1 0,0-24 0,0 25 0,0 0 16,0-25-16,-25 25 0,25 0 0,0-25 0,0 24 0,0-24 16,0 25-16,0-25 0,0 25 0,0-25 15,0 25-15,0-25 0,-25 0 0,25 0 0,0 25 0,0-25 16,0 0-16,0 0 0,25 0 0,-25 0 0,0 24 15,0-24-15,0 0 0,0 0 0,0 0 0,0 0 0,0 0 0,0 0 16,0 0 31,25 0-47,-25 0 0,0 0 31,223-272 47,-198 222-78,0 25 16,-25 0-16,49-24 0,-49 24 0,0 25 15,25-25-15,-25 25 0,0 0 16,0-25-16,25 1 0,-25 24 15,0 0-15,0 0 0,0 0 16,0 0-16,0 0 0,0 0 16,0 0-16,0 0 15,0 0-15,0 24 16,0-24-16</inkml:trace>
  <inkml:trace contextRef="#ctx0" brushRef="#br0" timeOffset="201526.5263">25623 10939 0,'0'0'0,"0"0"0,0 0 0,0 0 0,0 0 15,0 0-15,0 0 0,0 0 0,0 0 0,0 0 16,0 0-16,0 0 0,0 0 0,0 0 0,0 0 15,0 0-15,0 0 0,0 0 0,0 0 0,0 0 16,0 0-16,0 0 0,0 0 0,0 0 0,0 0 0,0 0 47,25 0-47,-25 0 0,0 0 0,0 0 0,0 0 0,0 0 0,0 0 0,25 0 0,-25 0 0,0 0 0,0 0 0,0 0 15,0 0-15,0 25 0,0-25 0,25 0 0,-25 0 0,0 0 0,0 0 0,0 0 0,0 0 0,-25 24 16,25-24-16,0 0 0,0 0 0,0 25 0,-25-25 16,25 0-16,-25 25 0,25-25 0,0 0 0,-25 25 15,25-25-15,-24 0 0,24 0 0,-25 25 0,25-25 16,-25 0-16,25 0 0,0 24 0,-25-24 0,25 0 0,0 0 0,0 0 15,-25 0-15,25 0 0,0 25 0,0-25 16,0 0-16,0 0 0,0 0 0,0 0 0,0 0 0,0 0 0,0 0 16,0 0-16,0 0 0,25 0 0,-25 0 15,0 0-15,0 0 0,0 0 0,25 0 0,-25 0 0,0 25 16,0-25-16,25 0 0,-25 0 0,0 0 0,0 0 0,25 0 15,-25 25-15,0-25 0,24 0 0,-24 0 16,0 25-16,0-25 0,0 0 0,0 25 0,0-25 0,0 0 0,0 24 16,0-24-16,0 0 0,0 25 0,0-25 15,0 0-15,0 0 0,0 25 0,-24-25 0,24 0 0,0 0 0,0 25 16,-199-50 140,174 0-156,25 25 0,0 0 0,0 0 0,-24 0 0</inkml:trace>
  <inkml:trace contextRef="#ctx0" brushRef="#br0" timeOffset="202339.5732">13742 12105 0,'0'0'0,"0"0"0,0 0 0,0 0 15,0 0-15,0 0 0,0 0 0,0 0 16,0 0-16,0 0 0,0-25 0,0 25 0,0 0 0,0 0 0,0 0 15,0 0-15,0 0 0,0 25 0,0-25 16,0 0-16,0 0 0,25 0 0,-25 0 0,0 0 0,0 0 0,24 0 16,-24 0-16,25 0 0,-25 0 0,25 0 15,-25 0-15,0 0 0,25 0 0,-25 0 0,25 0 0,-25 0 16,24 0-16,-24 0 0,0 0 0,25 0 0,-25 0 15,0 0-15,0 0 0,25 0 0,-25 0 0,0 0 16,0 0-16,0 0 0,0 0 0,0 0 0,0 0 0,-25 0 0,25 0 16</inkml:trace>
  <inkml:trace contextRef="#ctx0" brushRef="#br0" timeOffset="202526.5839">13841 12229 0,'0'0'0,"0"0"0,0 0 0,0 0 16,0 0-16,0 0 0,0 0 0,0 0 0,0 0 0,0 0 15,0 0-15,0 0 0,0 0 0,0 0 0,0 0 16,25 0-16,-25 0 0,0 0 0,0 0 0,25 0 15,-25 0-15,24 0 0,-24 0 16,0 0-16,25 0 0,-25 0 0,25-25 0,-25 25 0,0 0 0,0 0 0,25 0 16,-25 0-16,0 0 0,0 0 0,25-25 15,-25 25-15,0 0 0,0 0 0,0 0 0,0-25 0,0 25 0</inkml:trace>
  <inkml:trace contextRef="#ctx0" brushRef="#br0" timeOffset="202812.6002">14015 11981 0,'0'0'0,"0"0"0,0 0 16,-25 0-16,25 0 0,0 0 0,0 0 0,0 0 15,0 0-15,25 0 0,-25 0 0,0 0 16,0 0-16,0 0 0,0 0 0,0 0 78,24 0-78,-24 0 0,0 0 0,0 0 0,25 24 0,-25-24 0,0 0 0,25 0 0,0 149 62,-50-149-62,25 25 0,0-25 0,0 25 0,0 0 16,-25-25-16,25 25 0,0-25 0,-25 24 0,25-24 0,-24 0 0,-1 25 0,25-25 0,-25 25 0,0-25 0,25 25 0,-25-25 0,1 25 0,-1-25 0,25 0 0,-25 24 16,25-24-16,-25 0 0,25 0 0,-25 0 0,25 0 0</inkml:trace>
  <inkml:trace contextRef="#ctx0" brushRef="#br0" timeOffset="204693.7078">15156 11881 0,'0'0'0,"0"0"16,0-24-16,0 24 0,0 0 0,0 0 0,0 0 0,0-25 16,0 25-16,0 0 0,0 0 0,0 0 0,0 0 0,0-25 15,0 25-15,0 0 0,0 0 0,0 0 16,0 0-16,0 0 0,0 0 0,0-25 0,0 25 0,0 0 15,0 0-15,-25 0 0,25 0 0,0 0 0,0 0 0,0 0 16,0 0-16,0 0 0,0 0 0,0 0 16,-25 0-16,25 0 0,0 0 0,0 0 0,0 0 0,-25 0 15,25 0-15,0 0 0,0 0 0,-25 0 0,25 0 16,0 25-16,0-25 0,0 0 0,0 0 0,-24 0 0,24 0 0,0 0 15,0 0-15,0 0 0,0 0 16,0 0-16,0 25 0,0-25 0,0 0 0,24 0 0,-24 0 0,0 0 16,0 25-16,0-25 0,0 0 0,0 0 0,0 24 15,25-24-15,-25 0 31,0 0-31,0 25 0,0-25 0,25 0 0,-25 25 0,0-25 0,0 25 0,0-25 0,25 0 0,-25 25 0,0-25 0,0 24 0,0-24 0,0 25 0,0-25 16,0 0-16,25 25 0,-25-25 0,0 25 0,0-25 0,0 0 16,0 25-16,-25-25 15,25 24-15,0-24 0,0 25 0,0-25 0,0 0 0,0 25 0,0-25 0,0 25 16,-25-25-16,25 0 0,0 25 0,0-25 0,0 25 0,0-25 15,-25 0-15,25 24 0,0-24 16,0 0-16,-25 25 0,25-25 0,0 0 0,0 0 0,-24 25 0,24-25 16,0 0-16,0 0 0,-25 25 46,25-25-46,0 0 0,0 0 0,-25 0 0,25 0 0,0 0 0,0 25 0,-25-25 0,25 0 0,0 0 0,0 0 0,0 0 0,0 0 0,0 0 0,-25 0 47,25 0-47,0-25 0,0 25 0,0 0 0,0 0 0,0 0 0,0 0 0,0 0 0,0 0 0,0 0 0,0 0 0,0 0 0,0 0 0,0 0 31,0 0-31,0 0 16,0 0-16,0 0 31,0 0-31,0 0 16,0 0-1,0 0-15,0 0 0,0 0 16,0 25-16,25 24 16,-25-49-16,0 25 46,25 248-46,-25-273 0,0 25 16,0 49-16,-25 0 16,25-49-16,-25 0 0,25 49 15,-24-24 1,-1 0-16,25-26 0,0 1 15,-25 25-15,0 0 16</inkml:trace>
  <inkml:trace contextRef="#ctx0" brushRef="#br0" timeOffset="206961.8375">15701 11857 0,'0'0'0,"0"0"16,0 0-16,0 0 0,0 0 0,0 0 0,0 0 0,0 0 15,0 0-15,0 24 0,-24-24 0,24 0 0,0 0 0,0 0 0,0 0 16,0 0-16,0 0 0,0 0 0,0 0 16,-25 0-16,25 0 0,0 0 0,0 0 0,0 25 0,0-25 15,0 0-15,-25 0 0,25 25 0,0-25 16,0 0-16,-25 25 0,25-25 0,0 0 0,0 25 0,-25-25 0,25 0 0,0 24 15,-24-24-15,24 25 0,0-25 0,-25 0 0,25 25 16,0-25-16,-25 0 0,25 25 78,0-25-78,0 0 0,0 0 0,0 25 0,-25-25 0,25 0 0,0 0 0,0 0 0,0 0 0,0 0 0,0 0 0,0 0 0,0 0 16,0 0-16,0 0 0,0 0 0,0 0 0,25 0 31,-25 0-31,0 0 31,25 24-31,-25-24 16,49 0-16,-24 0 15,0 0-15,-25 0 0,25 0 16,0 0-16,-1 0 15,-24 0-15,25 0 0,-25 0 16,25 0-16,-25 0 0,0 0 0,25 0 16,-25 0-1,25 0-15,-25 0 16,24-24-16,-24 24 15,-24 0-15,24-25 16,0 0-16,0 25 16,0 0-16,0 0 0,-25-50 15,25 50 1,0-24-16,0 24 0,0-25 0,0 25 15,-25 0-15,25-25 0,0 25 0,0 0 16,0 0-16,0 0 16,-74 422 389</inkml:trace>
  <inkml:trace contextRef="#ctx0" brushRef="#br0" timeOffset="207848.8883">16297 12005 0,'0'0'0,"0"0"0,0 0 0,0 0 0,0 0 0,0 0 0,0 0 0,0 0 0,0 0 0,0 0 0,0 0 0,0 0 0,0 0 0,0 0 0,0 0 0,0 0 0,0 0 0,0 0 0,0 0 0,0 0 0,0 0 0,0 0 0,0 0 0,0 0 0,0 0 0,0 0 15,0 0-15,0 0 0,0 0 0,0 0 0,0 0 0,0 0 16,0 0-16,0 0 0,0 0 0,0 0 0,0 0 16,0 0-16,0 0 0,0 0 0,0 0 0,0 0 15,0 0-15,0 0 0,0 0 0,0 0 0,0 0 0,0 0 16,0 0-16,0 0 0,0 0 0,0 0 0,0 0 15,0 0-15,0 0 0,0 0 0,0 0 0,0 0 0,0 0 16,0 0-16,0 0 0,0 0 0,0 0 0,0 0 16,0 0-16,0 0 0,0 0 0,0 0 0,0 0 15,0 0-15,0 0 0,0 0 0,0 0 0,0 0 16,0 0-16,0 0 0,0 0 0,0 0 0,0 0 0,0 0 15,0 0-15,0 0 0,0 0 0,0 0 16,0 0-16,0 0 0,0 0 0,0 0 0,0 0 16,0 0-16,0 0 0,0 0 0,0 0 0,0 0 0,0 0 0,0 0 15,0 0-15,0 0 0,0 0 0,0 0 16,0 0-16,0 0 0,0 0 0,0 0 0,0 0 15,0 0-15,0 0 0,0 0 0,0 0 0,0 0 0,0 0 0,0 0 0,0 0 16,0 0-16,0 0 0,0 0 47,0 0-47,0 0 31,0 0-31,0 0 0,0 0 0,0 0 16,0 0-16,0 0 0,0 0 0,0 0 78,0 0-78,0 0 0,0 0 0,0 0 0,0 0 0,0 0 0,0 0 0,0 0 0,0 0 0,0 0 0,0 0 0,0 0 0,0 0 0,0 0 0,0 0 0,0 0 15,0 0-15,0 0 0,0 0 0,0 0 0,0 0 0,0 0 0,0 0 0,0 0 0,0 0 0,0 0 0,0 0 0,0 0 0,0 0 16,0 0-16,0 0 0,0 0 0,0 0 0,0 0 0,0-24 0,0 24 0,0 0 0,0 0 0,0 0 0,0 0 0,0 0 0,0 0 0,-25 0 0,25 0 15,0 0-15,0 0 0,0 0 0,0-25 0,0 25 0,0 0 0,0 0 0,0 0 0,0 0 16,0 0-16,-25 0 0,25 0 0,0-25 0,0 25 16,0 0-16,0 0 0,0 0 0,-25 0 0,25 0 15,0 0-15,0 0 0,0 0 0,0 0 0,0 0 0,0 0 0,-25 0 16,25 0-16,0 0 0,0 0 0,0 0 15,0 25-15,0-25 0,0 0 0,-24 0 0,24 25 0,0-25 0,0 0 16,0 24-16,0-24 0,0 0 0,0 25 0,0-25 16,-25 0-16,25 25 0,0-25 0,0 25 0,0-25 0,0 25 15,0-25-15,0 24 0,0-24 0,0 25 0,0-25 16,0 0-16,0 25 0,0-25 0,25 25 0,-25-25 15,0 0-15,0 25 0,0-25 0,0 0 0,0 25 0,24-25 16,-24 0-16,0 0 0,0 0 0,25 24 16,-25-24-16,0 0 0,25 0 0</inkml:trace>
  <inkml:trace contextRef="#ctx0" brushRef="#br0" timeOffset="208237.9105">16594 12254 0,'0'0'0,"-24"0"0,24 0 0,0 0 15,0 0-15,0 0 0,0 0 0,0 0 0,0 0 0,0 0 0,0 0 0,0 0 0,0 0 16,0 0-16,24 0 0,-24 0 0,0 0 0,0 0 0,0 0 15,0 0-15,0 0 0,0-25 0,25 25 0,-25 0 16,0 0-16,0-25 0,0 25 0,0 0 0,25-25 0,-25 25 16,0 0-16,0-25 0,0 25 15,0 0-15,25-25 0,-25 25 0,0-24 0,0 24 0,0 0 0,0-25 16,0 25-16,25-25 0,-25 25 0,0 0 0,0-25 15,0 25-15,0 0 0,0-25 0,0 25 0,0 0 0,0 0 16,0 0-16,0 0 0,0 0 0,0 0 16,0 0-16,0 0 0,0 0 0,0 0 0,0 25 0,0-25 0,0 0 15,0 25-15,0-25 0,0 25 0,0-25 0,0 25 16,0-25-16,0 24 0,0-24 0,0 25 0,-25-25 0,25 25 15,0-25-15,0 0 0,0 25 16,0-25-16,0 25 0,0-25 0,0 0 140</inkml:trace>
  <inkml:trace contextRef="#ctx0" brushRef="#br0" timeOffset="209085.9589">17611 12154 0,'0'0'0,"0"0"0,0 0 0,0 0 0,0 0 0,0 0 15,0 0-15,0 0 0,0 0 16,0-25-16,0 25 0,0 0 0,0 0 0,0 0 0,0 0 0,0 0 15,0 0-15,0 0 0,0 0 0,0 0 0,0 0 16,0 0-16,25 0 0,-25 0 0,0 0 0,0 0 0,25 0 16,-25 0-16,0 0 0,0 0 15,25 0-15,-25 0 0,25 0 0,-25 0 0,0 0 0,24 0 0,-24 0 16,25 0-16,-25 0 31,25 0-31,-25 0 0,25 0 0,-25 0 47,0 0-47,25 0 0,-25 0 0,0 0 0,24 0 0,-24 0 0,0 0 0,25 0 0,-25-24 0,0 24 0,0 0 0,0 0 0,0 0 0,0 0 0</inkml:trace>
  <inkml:trace contextRef="#ctx0" brushRef="#br0" timeOffset="209266.9693">17785 11956 0,'0'0'0,"0"-25"0,0 25 0,0 0 15,0 0-15,0 0 0,0 0 0,0 0 0,-25 0 0,25 0 0,0 0 0,0 0 0,0 0 0,0 25 0,0-25 0,0 0 0,0 0 0,0 0 0,0 25 0,0-25 0,0 24 0,0-24 0,0 25 0,0-25 0,0 25 0,0 0 0,0-25 16,0 25-16,-25-1 0,25-24 0,0 25 0,0-25 0,0 25 15,0 0-15,0-25 0,0 25 0,0-25 0,-24 25 16,24-25-16,0 24 0,0-24 0,0 25 16,0-25-16,0 25 0,0-25 0,0 25 0,0-25 15,0 0-15,0 0 0,0 25 0,0-25 0,0 0 0,0 0 0,0 0 47,0 0-47</inkml:trace>
  <inkml:trace contextRef="#ctx0" brushRef="#br0" timeOffset="209851.0028">18380 12005 0,'0'-24'0,"0"24"0,0 0 0,0 0 15,0 0-15,0 0 0,0 0 0,0 0 0,0-25 16,0 25-16,0 0 0,0 0 0,0 0 0,25 0 0,-25 0 0,0 0 16,0-25-16,25 25 0,-25 0 0,25 0 0,-25 0 15,0 0-15,24 0 0,-24 0 0,0 0 16,25 0-16,-25 0 0,0 0 47,25 0-47,-25 25 0,0-25 0,0 0 0,0 0 0,0 25 0,0-25 0,0 0 0,0 24 0,0-24 0,0 25 0,0-25 0,0 0 0,-25 25 0,25-25 0,0 25 0,-198 173 140,198-198-140,0 0 0,0 0 0,0 25 0,0-25 0,0 0 16,0 0-16,0 0 0,0 0 0,0 0 0,0 0 0,25 0 0,-25 0 0,0 0 0,0 0 0,24 25 0,-24-25 0,0 0 0,25 0 0,-25-25 0,25 25 0,-25 0 15,0 0-15,25 0 0,-25 0 0,25 0 0,-25 0 0,24 0 0,-24 0 0,25 0 0,-25-25 0,0 25 0,25 0 0,-25 0 0,25 0 0,-25 0 0,0 0 0,25-24 0,-25 24 0,25 0 0,-25 0 16</inkml:trace>
  <inkml:trace contextRef="#ctx0" brushRef="#br0" timeOffset="210435.0362">19000 12105 0,'0'-25'0,"0"25"0,0 0 0,0 0 16,25 0-16,-25 0 0,0 0 0,0 0 0,0 0 15,0 0-15,0-25 0,0 25 0,0 0 0,0 0 16,0 0-16,0 0 0,0 0 0,0 0 0,-25 0 0,25 0 16,0-25-16,0 25 0,0 0 0,0 0 15,0 0-15,0 0 0,-24 0 0,24-25 0,0 25 0,0 0 0,0 0 16,0 0-16,-25 0 0,25 0 15,0 0-15,0 0 0,0 0 0,-25 0 0,25 0 0,0 0 0,0 0 0,0 0 32,-25 0-32,25 0 0,0 0 0,0 0 15,0 0-15,-25 0 0,25 0 0,0 0 0,0 0 0,0 0 0,0 25 0,-24-25 0,24 0 0,0 25 0,0-25 0,0 0 16,-25 25-16,25-25 0,0 25 0,0-25 15,0 24-15,0-24 0,0 25 0,0-25 0,0 25 0,0-25 16,0 25-16,0-25 0,0 25 0,0-25 0,0 25 0,0-25 16,0 24-16,0-24 0,0 0 0,0 25 0,25-25 15,-25 0-15,0 25 0,0-25 0,24 0 0,-24 0 16,0 0-16,25 25 0,-25-25 0,0 0 187</inkml:trace>
  <inkml:trace contextRef="#ctx0" brushRef="#br0" timeOffset="210872.0612">19124 12303 0,'0'0'0,"0"0"0,0 0 0,0 0 0,0 0 0,0 0 0,0 0 0,0 0 0,0 0 0,0 0 0,0 0 0,0 0 0,0 0 15,0 0-15,0 0 0,0 0 0,0-25 0,0 25 16,25 0-16,-25 0 0,0 0 0,0 0 0,0 0 0,25 0 15,-25 0-15,0 0 0,0 0 0,0 0 0,0 0 16,0 0-16,0 0 0,0 0 0,0 0 0,25 0 16,-25 0-16,0 0 0,0 25 0,0-25 0,0 0 0,0 0 15,0 0-15,0 0 0,0 25 0,-25-25 0,25 0 16,0 0-16,0 25 0,0-25 0,-25 0 0,25 25 0,0-25 15,-25 0-15,25 24 0,0-24 0,-24 0 0,24 25 16,-25-25-16,25 0 0,0 25 0,-25-25 0,25 0 0,-25 25 16,25-25-16,0 0 0,-25 0 0,25 25 0,0-25 15,0 0-15,0 0 0,0 0 0,0 0 16,0 0-16,0 24 0,0-24 0,0 0 0,0 0 0,0 0 15,0 0-15,0 0 0,25 0 0,-25 0 0,0 0 0,25 0 16,-25 0-16,25 0 0,-25 0 0,25 0 16,-25 0-16,24 0 0,-24 0 0,25 0 0,-25 0 0,25 0 0,0 0 15,-25 0-15,25 0 0,-25 0 0,24 0 0,-24-24 16,25 24-16,-25 0 0,25 0 0,-25 0 156</inkml:trace>
  <inkml:trace contextRef="#ctx0" brushRef="#br0" timeOffset="212488.1536">19893 12105 0,'0'0'0,"0"0"15,0 0-15,-24 0 0,24 0 0,0 0 0,0 0 0,0 0 0,0 0 16,0 0-16,0 0 0,0 0 0,0 0 15,24 0-15,-24 0 0,0 0 0,0 0 0,25 0 0,-25 0 0,25 0 16,-25 0 15,25 0-31,-25 0 0,25 0 0,-25 0 0,24 0 47,1 0-47,-25 0 0,25 0 0,-25 0 0,25 0 0,-25 0 0,25 0 0,-25 0 0,24 0 0,-24 0 0,25 0 0,-25 0 16,0-25-16,0 25 0,25 0 0,-25 0 0,0 0 0,0 0 0,0 0 0,0 0 0,0 0 0,0 0 0,0 0 0</inkml:trace>
  <inkml:trace contextRef="#ctx0" brushRef="#br0" timeOffset="212805.1718">20017 12005 0,'-24'0'15,"24"0"-15,0-24 0,0 24 0,0 0 0,0 0 16,-25 0-16,25-25 15,0 25-15,0 0 0,0 0 0,0 0 0,0 0 0,0 0 0,0 0 0,0 0 0,0 0 16,0 0-16,0 0 0,0 0 78,-25 223 0,25-198-78,0-25 0,0 25 0,0-25 0,0 25 0,-25-25 0,25 0 0,0 24 0,0-24 0,0 0 0,0 25 16,0-25-16,0 0 0,0 0 0,0 0 0,0 25 0,0-25 0,0 0 0,25 0 0,-25 0 0,0 0 0,0 0 0</inkml:trace>
  <inkml:trace contextRef="#ctx0" brushRef="#br0" timeOffset="213630.2189">20489 11931 0,'0'0'0,"0"0"15,0 0-15,0 0 0,0 0 0,0 0 0,0 0 0,0 0 16,0 0-16,0 0 0,0-25 0,0 25 0,24 0 16,-24 0-16,0 0 0,0 0 0,0 0 0,0 0 0,0 0 0,0 0 15,0 0-15,0 0 0,0 0 16,0 0-16,0 0 0,0 0 0,0 0 0,0 0 0,0 0 0,0 0 15,0 0-15,0 0 0,0 0 0,0 0 0,0 0 16,0 0-16,0 0 0,0 0 0,0 25 0,0-25 0,-24 0 16,24 0-16,0 25 0,0-25 0,0 0 15,0 25-15,0-25 0,0 0 0,0 24 0,0-24 0,0 0 0,0 25 16,0-25-16,0 0 0,-25 25 0,25-25 0,0 0 15,0 25-15,0-25 0,0 0 0,0 25 0,0-25 16,0 0-16,0 0 0,0 0 0,0 0 0,0 24 16,0-24-16,0 0 0,0 0 0,0 0 0,0 0 0,0 0 15,0 0-15,0 0 0,0 0 0,0 0 0,0 0 16,0 0-16,0 0 0,0 0 0,0 0 0,0 0 0,0 0 15,0 0-15,0 0 0,0 0 0,25-24 0,-25 24 16,0 0-16,0 0 0,0 0 0,0 0 0,24 0 16,-24 0-16,0 0 0,0-25 0,0 25 0,25 0 0,-25 0 0,0 0 15,0 0-15,0 0 0,0 0 0,25 0 16,-25 0-16,0 0 0,0 0 0,0 0 0,0 0 0,0 0 15,25 0 32,-25 0-47,0 0 0,0 0 0,0 0 0,0 0 0,0 25 0,0-25 0,0 0 0,0 0 0,0 0 0,0 24 0,0-24 16,0 0-16,0 25 0,0-25 0,0 0 0,0 25 0,0-25 0,0 0 0,0 25 0,0-25 0,0 0 0,0 25 109,-25 0-109,25-1 0,0-24 0,-25 0 0,25 0 0,0 0 0,0 25 0,-25-25 0,25 0 0,0 0 0,-24 0 0,24 25 0,0-25 0,-25 0 0,25 0 0,0 0 0,-25 0 0,25 0 0,0 0 16,-25 25-16,25-25 0,0 0 0,0 0 0,-25 0 0,25 0 0,0 0 0,0 0 0,-24 0 0,24 0 0,0 0 0,0 0 0,0-25 0,0 25 0,0 0 0,-25 0 0,25 0 15,0 0-15,0 0 0,0-25 0,0 25 0,0 0 0,0 0 0,0-25 0,25 25 0,-25 0 0,0-24 16,0 24-16,0-25 0,0 25 0,24 0 0,-24-25 0,0 25 15,0-25-15,25 25 0,-25-25 0,0 25 0,0-25 16</inkml:trace>
  <inkml:trace contextRef="#ctx0" brushRef="#br0" timeOffset="213934.2363">20538 11931 0,'0'0'0,"0"0"0,-25 0 15,25-25-15,0 25 0,0 0 0,0 0 0,0 0 0,0 0 16,0 0-16,0 0 0,25 0 0,-25 0 0,0 0 15,0 0-15,25 0 0,-25 0 0,0 0 0,25 0 0,-25-25 16,25 25-16,-25 0 0,24 0 0,-24 0 16,25 0-16,0 0 0,-25 0 0,25 0 0,-25 0 0,25 0 78,-25 0-78,25 0 0,-25 0 0,0 0 0,24 0 0,-24 0 0,0 0 0,25 0 0,-25 0 0,0 0 0,25 0 0</inkml:trace>
  <inkml:trace contextRef="#ctx0" brushRef="#br0" timeOffset="214677.2788">21134 11981 0,'0'0'0,"0"0"16,0 0-16,0 0 0,0 0 0,0-25 0,0 25 16,0 0-16,0 0 0,-25 0 0,25 0 0,0-25 0,0 25 15,0 0-15,0 0 0,0 0 0,0 0 0,0 0 0,0-25 16,0 25-16,0 0 0,-25 0 15,25 0-15,0 0 0,0 0 0,0 0 0,0 0 0,-25 0 16,25-25-16,0 25 0,0 0 0,-25 0 0,25 0 0,0 0 0,0 0 16,-24 0-16,24 0 0,0 0 0,0 0 15,-25 25-15,25-25 0,0 0 0,0 0 0,-25 0 16,25 25-16,0-25 0,-25 0 0,25 25 0,0-25 0,-25 25 15,25-25-15,0 24 0,-24-24 0,24 25 0,0 0 0,0-25 16,-25 25-16,25 0 0,0-25 0,0 24 0,0-24 16,0 25-16,0 0 0,0-25 0,0 25 15,0-25-15,0 25 0,0 0 0,0-25 0,0 24 0,0-24 16,0 0-16,0 25 0,25-25 0,-25 25 0,0-25 0,0 0 15,24 0-15,-24 25 0,0-25 0,0 0 0,25 0 0,-25 0 16,0 0-16,25 25 0,-25-25 0,0-25 0,25 25 16,-25 0-16,25 0 0,-25 0 0,24 0 0,-24-25 0,0 25 15,25 0-15,-25 0 0,25-25 0,-25 25 16,0 0-16,25-25 0,-25 25 31</inkml:trace>
  <inkml:trace contextRef="#ctx0" brushRef="#br0" timeOffset="215407.3206">21208 12303 0,'0'0'0,"0"0"0,0 0 0,0 0 0,0 0 15,0 0-15,0 0 0,0 0 0,0 0 16,0 0-16,0 0 0,0 0 0,0 0 0,0 0 0,0 0 0,0 0 31,25-25-31,-25 25 0,0 0 0,0 0 0,0 0 0,0 0 0,0 0 0,25 0 0,-25 0 0,0 0 16,0 0-16,24 0 0,-24 0 0,0 0 0,0 0 0,0 0 15,25 0-15,-25 0 0,0 0 0,0 0 0,0 0 16,25 0-16,-25 0 0,0 25 0,0-25 0,0 0 15,0 0-15,0 0 0,0 0 0,0 25 0,0-25 16,0 0-16,0 0 0,0 25 0,0-25 0,-25 0 0,25 0 16,0 25-16,0-25 0,-25 0 0,25 24 0,0-24 46,-24 0-46,24 0 0,0 25 0,-25-25 0,25 0 0,0 0 47,-25 0-47,25 25 0,0-25 0,0 0 0,0 0 0,-25 0 0,25 0 0,0 0 0,0 25 0,0-25 0,0 0 0,0 0 0,0 0 0,0 0 0,0 0 0,0 0 0,0 0 0,0 0 0,0 0 16,0 0-16,0 0 0,0 0 0,0 0 0,25 0 0,-25 0 0,0 0 0,0 0 0,25 0 0,-25 0 0,0 0 0,0 0 0,25 0 0,-25 0 15,0 0-15,0 0 0,24 0 16,-24 0-16,0 0 0,0 0 0,0 0 0,25 0 0,-25 25 0,0-25 16,0 0-16,0 0 0,0 0 0,0 0 0,0 24 15,0-24-15,0 0 0,0 0 0,0 25 0,0-25 0,0 0 16,0 0-16,0 0 0,0 25 0,0-25 0,-25 0 0,25 0 234,-49-74-234</inkml:trace>
  <inkml:trace contextRef="#ctx0" brushRef="#br0" timeOffset="216087.3593">22002 12154 0,'0'0'16,"0"0"-16,-25 0 0,25 0 0,0 0 0,0 0 16,0 0-16,0 0 0,0 0 0,-25 0 0,25 0 15,0 0-15,0 0 0,0 0 0,0 0 0,0 0 16,0 0-16,0 0 0,0 0 0,0 0 0,0 0 0,0 0 0,0-25 15,25 25-15,-25 0 0,0 0 0,0 0 0,0 0 16,0 0-16,0 0 0,25 0 0,-25 0 16,0 0-16,25 0 0,-25 0 0,24 0 0,-24 0 31,25 0-16,-25 0-15,25 0 0,-25 0 0,25 0 0,-25 0 0,25 0 0,-1 0 0,-24 0 0,25 0 0,-25 0 0,25 0 0,0 0 0,-25 0 0,25 0 47,-25 0-47,0 0 0,24 0 0,-24 0 0,25 0 0,-25 0 0,0 0 0,0 0 0,0 0 0,0 0 0,0 0 0,25 0 0,-25 0 0,0 0 0,0 0 0,0 0 0,0 0 0</inkml:trace>
  <inkml:trace contextRef="#ctx0" brushRef="#br0" timeOffset="216484.3822">21977 12427 0,'0'0'0,"0"0"16,0 0-16,0 0 0,0 0 15,0 0-15,0 0 0,0 0 0,0 0 0,0 0 0,0 0 0,0-25 16,0 25-16,0 0 0,0 0 0,0 0 0,0 0 0,25 0 15,-25 0-15,0 0 0,25 0 0,-25 0 16,0 0-16,24 0 0,-24 0 0,25 0 0,-25 0 0,25 0 0,0 0 16,-25 0-16,25 0 0,-25 0 0,24 0 15,-24 0-15,25 0 0,0 0 0,-25 0 0,25 0 78,0 0-78,-25 0 0,24 0 0,1 25 0,0-25 0,0 0 0,-25 0 0,25 0 0,-1 0 0,-24 0 0,25 25 0,0-25 0,-25 0 0</inkml:trace>
  <inkml:trace contextRef="#ctx0" brushRef="#br0" timeOffset="218114.4754">23192 12105 0,'0'0'16,"0"-25"-16,0 25 0,0 0 0,0 0 0,0 0 0,0 0 0,0 0 15,0 0-15,0 0 0,0-25 0,0 25 16,0 0-16,0 0 0,0 0 0,0 0 0,0 0 0,0 0 16,0 0-16,0 0 0,0 0 0,0 0 140,0 0-140,0 0 0,0 0 0,-24 0 0,24 25 16,0-25-16,0 0 0,-25 0 0,25 0 0,0 25 0,-25-25 0,25 0 0,-25 0 0,25 24 0,0-24 0,-25 0 0,25 0 0,0 25 15,-24-25-15,24 0 0,0 0 0,-25 0 0,25 25 0,0-25 0,-25 0 0,25 0 0,0 25 0,0-25 0,-25 0 0,25 0 0,0 0 0,0 25 0,0-25 0,0 0 0,-25 0 0,25 0 0,0 0 0,0 0 0,0 25 0,0-25 0,0 0 0,0 0 0,0 0 16,0 0-16,0 0 0,0 0 0,-24 0 0,24 0 0,0 0 0,0 0 15,0 0-15,0 0 0,0 0 0,0 0 0,0 0 16,0 24-16,0-24 0,0 0 0,0 0 0,0 0 0,0 0 16,0 0-16,24 0 0,-24 0 0,0 0 15,0 0-15,0 0 0,0 0 0,0 0 0,0 0 0,0 0 0,25 0 16,-25 25-16,0-25 0,0 0 0,25 0 31,-25 0-31,25 0 16,-25 0-16,0 0 0,25 0 0,-25 0 0,24 0 0,-24 0 0,25 0 0,-25 0 0,25 0 0,-25 0 0,0 0 0,25 0 15,-25 0-15,25 25 0,-25-25 0,24 0 0,-24 0 0,25 0 0,-25 0 0,0 0 0,0 0 0,25 0 16,-25 0-16,0 0 0,0 0 0,25 0 0,-25 0 15,0 0-15,0 0 0,0 0 16,0 0-16,0 0 0,0 0 0,25-25 0,-25 25 0,0 0 0,0 0 16,0 0-16,0 0 0,0 0 0,0 0 0,0 0 0,24 0 15,-24 0-15,0 0 0,0 0 0</inkml:trace>
  <inkml:trace contextRef="#ctx0" brushRef="#br0" timeOffset="218553.5005">23292 12105 0,'0'0'0,"0"0"0,0 0 0,0-25 0,0 25 0,0 0 0,0 0 0,0 0 0,0-25 0,0 25 0,0 0 0,0 0 0,0 0 0,0 0 0,0 0 0,0 0 0,0 0 16,0 0-16,0 0 0,0 0 0,0 0 0,0 0 15,0 0-15,0 0 0,0 0 0,0 0 0,0 0 0,0 0 16,0 0-16,0 0 0,0 0 0,0 0 0,0 25 15,0-25-15,0 0 0,0 0 0,0 25 0,0-25 0,0 0 16,0 0-16,0 24 0,0-24 0,0 0 0,-25 25 16,25-25-16,0 0 0,0 25 0,0-25 0,0 25 15,0-25-15,0 0 0,0 25 0,0-25 16,0 0-1,-25 25-15,25-25 0,0 24 0,0-24 0,0 0 0,0 25 0,0-25 0,-25 25 0,25-25 0,0 25 0,0-25 0,0 25 16,0-25-16,-25 0 0,25 24 0,0-24 16,0 25-16,0-25 0,0 0 0,0 25 0,0-25 0,-24 0 15,24 25-15,0-25 0,0 0 0,0 0 0,0 25 0,0-25 16,0 0-16,0 0 0,0 0 0,0 24 15,0-24-15,0 0 0,0 0 0,0 0 0,0 0 0,0 0 0,-25 0 16,25 0 140,0 25-156,0-25 0,0 0 0,0 0 0,0 0 16,0 0-16,0 0 0,0 0 0,0 0 0,0 0 0,0 0 0,0 0 0,0 0 0,0 0 0,0 0 0,0 0 0,0 0 0,0 0 0,0 0 0,25 0 0,-25 0 0,0-25 0,0 25 0,0 0 0,0 0 0,0 0 0,0 0 0,0-24 15,0 24-15,0 0 0,0 0 0,0 0 0</inkml:trace>
  <inkml:trace contextRef="#ctx0" brushRef="#br0" timeOffset="220799.629">15602 12774 0,'0'0'16,"0"-24"-16,0 24 0,25 0 0,-25 0 0,0 0 0,0 0 0,0 0 16,0 0-16,0-25 0,25 25 0,-25 0 15,0 0-15,0 0 0,0 0 0,0 0 0,0-25 0,0 25 0,25 0 47,-50 0 62,25 0-109,0 0 0,0 0 0,0 0 0,-25 25 0,25-25 0,0 0 0,0 0 0,-25 25 0,25-25 0,-25 0 0,25 0 0,0 24 0,-24-24 0,24 0 0,-25 25 0,25-25 0,-25 0 16,25 0-16,-25 25 0,25-25 0,0 0 0,-25 0 0,25 25 0,0-25 0,-24 0 0,24 0 0,0 0 0,0 25 0,0-25 0,0 0 0,-25 0 0,25 0 0,0 0 0,0 0 0,0 0 0,0 0 0,0 0 15,0 0-15,0 0 0,25 0 0,-25 0 0,0 24 0,0-24 0,0 0 16,0 0-16,24 0 0,-24 0 0,0 0 0,25 0 0,-25 0 16,25 0-16,-25 0 0,25 0 0,-25 0 15,25 0-15,-25 25 0,24-25 0,-24 0 0,25 0 0,-25 0 16,25 0-16,0 0 0,-25 0 0,25 0 0,-25 0 0,24 0 15,-24 0-15,25 0 0,-25 0 0,0 0 16,25 0-16,-25 25 0,0-25 0,25 0 0,-25 0 16,0 0-16,0 0 0,25 0 0,-25 0 0,0 0 0,0-25 0,0 25 15,0 0-15,0 0 0,0 0 0,0 0 0,0 0 16,0 0-16,0 0 0,0 0 0,0 0 15,0 0-15,0 0 0,0 0 0,0 0 0,0 0 0,0-25 0,0 25 16,0 0-16,0 0 0,0 0 0,0-24 16,0 24-16,0 0 0,-25 0 0</inkml:trace>
  <inkml:trace contextRef="#ctx0" brushRef="#br0" timeOffset="221101.6463">15751 12799 0,'0'-25'0,"0"25"0,0 0 0,0 0 15,0-24-15,0 24 0,0 0 0,0 0 0,0 0 0,-25-25 16,25 25-16,0 0 0,0 0 0,0 0 0,0 0 16,0 0-16,0 0 0,0 0 0,0 0 0,0 0 15,0 0-15,0 0 0,0 0 0,0 25 0,0-25 0,0 0 16,0 0-16,0 24 15,0-24-15,0 25 0,0-25 0,0 25 0,0-25 0,0 25 0,0-25 0,0 25 16,0-25-16,-25 24 0,25-24 31,0 25-31,0-25 0,-49 174 109,49-149-93,0-25-16,0 0 0,-25 0 0,25 24 0,0-24 0,0 0 0,0 0 0,0 0 0,0 0 0,0 0 0,0 0 0,0 0 0,25 0 0</inkml:trace>
  <inkml:trace contextRef="#ctx0" brushRef="#br0" timeOffset="221631.6766">16272 12824 0,'0'0'0,"0"0"0,0 0 0,0 0 15,0-25-15,0 25 0,0 0 0,0 0 0,0 0 16,0 0-16,0 0 0,0 0 0,0 0 0,0 0 47,0 0 15,-25-25-46,25 25-16,0 0 0,0 0 0,-25 0 0,25-24 0,0 24 0,0 0 0,0 0 0,0 0 0,0 0 0,0 0 0,-25 0 0,25 0 0,0 0 0,0 0 0,0 0 0,0 0 0,0 0 0,-24 0 0,24 0 0,0 0 0,0 0 0,0 0 0,0 0 0,0 0 0,-25 0 0,25 0 0,0 0 0,0 0 0,0 0 0,0 0 0,-25 0 0,25 24 0,0-24 15,0 0-15,0 0 0,-25 25 0,25-25 0,0 0 0,0 25 0,-25-25 0,25 0 16,0 25-16,0-25 0,0 25 0,0-25 0,0 24 16,0-24-16,-24 25 0,24-25 0,0 25 0,0-25 0,0 25 15,0-25-15,0 0 0,0 25 0,0-25 0,0 24 16,0-24-16,0 0 0,24 25 0,-24-25 0,0 0 0,0 0 15,0 25-15,0-25 0,0 0 0,25 0 16,-25 0-16,0 0 0,0 0 0,25 0 0,-25 0 0,0 0 0,25 0 16,-25 0-16,0 0 0,25 0 0,-25 0 0,24-25 15,-24 25-15,0 0 0,25 0 0,-25-25 0,0 25 16,0 0-16,25 0 0,-25-24 0,0 24 0,0 0 0,0 0 15,25 0-15,-25 0 0,0-25 0,0 25 0,0 0 16</inkml:trace>
  <inkml:trace contextRef="#ctx0" brushRef="#br0" timeOffset="222142.7058">16346 13196 0,'0'0'0,"0"0"0,0 0 0,0 0 16,0 0-16,0 0 0,0 0 0,0 0 0,0 0 15,0 0-15,0 0 0,0 0 0,0 0 0,0 0 16,0 0-16,0 0 0,0 0 0,0 0 0,0 0 0,0 0 16,0 0-16,0 0 0,25 0 0,-25 0 15,0-25-15,0 25 0,0 0 0,0 0 0,25-25 0,-25 25 0,0 0 16,0 0-16,0-24 0,25 24 0,-25 0 15,0 0-15,0-25 0,25 25 0,-25 0 0,0 0 0,0-25 16,0 25-16,0 0 0,24 0 0,-24-25 0,0 25 16,0 0-16,0 0 0,0 0 0,0 0 0,0 0 0,0 0 0,0 0 15,0 0-15,0 0 0,0 0 0,0 0 16,0 0-16,0 0 0,0 0 0,0 0 0,0 0 0,0 0 15,0 0-15,0 0 0,0 0 0,0 0 0,0 0 0,0 0 16,0 0-16,0 0 0,0 25 0,0-25 0,0 0 16,0 25-16,0-25 0,0 0 0,-24 25 0,24-25 0,0 24 15,0-24-15,0 25 0,0-25 0,0 0 0,0 25 16,0-25-16,0 25 0,-25-25 0,25 0 0,0 25 0,0-25 15,0 0-15,0 25 0,0-25 0,0 0 0,0 0 16,0 24-16,0-24 0,0 0 0,-25 0 0,25 0 16,0 25-16,0-25 0,0 0 0,0 0 0,0 0 15,-25 0-15</inkml:trace>
  <inkml:trace contextRef="#ctx0" brushRef="#br0" timeOffset="223325.7735">17562 12874 0,'0'0'0,"0"0"0,0 0 0,0 0 0,0 0 16,0 0-16,0 0 0,0 0 0,0 0 0,0 0 0,0 0 16,25 0-16,-25 0 0,0 0 0,0 0 46,24 0-46,-24 0 0,25 0 0,-25 0 0,25 0 0,-25 0 0,25 24 0,-25-24 0,25 0 0,-25 0 0,24 0 0,-24 0 0,25 0 0,-25 0 0,25 0 0,-25 0 0,0 25 47,25-25-47,0 0 78,-25 0-78,24 0 0,-24 0 0,0 0 0,0 0 0,0 0 0,0 0 0,0 0 0,0-25 0,0 25 0</inkml:trace>
  <inkml:trace contextRef="#ctx0" brushRef="#br0" timeOffset="223498.7834">17810 12824 0,'0'0'0,"0"0"0,0 0 0,0-25 0,0 25 0,0 0 16,0 0-16,0 0 0,0 0 0,0 0 0,0 0 15,0 0-15,0 0 0,0 0 0,0 0 0,0 25 0,0-25 16,25 0-16,-25 0 0,0 25 0,0-25 0,0 0 15,0 25-15,0-25 0,0 24 0,0-24 0,0 25 0,-25-25 16,25 25-16,0-25 0,0 25 0,0 0 0,0-25 16,-25 24-16,25-24 0,0 25 15,0-25-15,-25 25 0,25-25 0,0 25 0,0-25 0,-25 25 0,25-25 16,0 0-16,0 24 0,0-24 0,-24 0 0,24 25 15,0-25-15,0 0 0,0 0 0</inkml:trace>
  <inkml:trace contextRef="#ctx0" brushRef="#br0" timeOffset="224260.827">18777 13072 0,'0'0'15,"0"-25"-15,0 25 0,0 0 0,0 0 0,0 0 0,-25-25 0,25 25 16,0 0-16,0 0 0,0 0 0,0-24 78,25-1-31,-25 25-47,0 0 0,0 0 0,25 0 0,-25-25 0,0 25 0,0 0 0,0 0 0,25 0 0,-25 0 0,0 0 0,25 0 0,-25 0 0,0 0 0,24 0 47,-24 0-47,25 0 0,-25 0 0,0 0 0,0 0 0,0 0 0,25 0 0,-25 0 0,0 0 0,0 25 0,0-25 0,0 0 0,0 25 0,0-25 0,0 0 15,0 24-15,0-24 0,0 25 0,0-25 0,-25 25 0,25-25 0,0 25 0,-25 0 0,25-25 0,0 24 0,-24-24 0,24 25 0,-25-25 0,25 25 0,0-25 16,-25 25-16,25-25 0,-25 25 0,25-25 0,-25 0 0,25 25 0,-24-25 0,24 0 0,0 24 0,-25-24 0,25 0 0,0 25 0,-25-25 0,25 0 0,0 0 0,0 0 15,-25 0-15,25 25 0,0-25 0,0 0 0,0 0 16,0 0-16,0 0 0,0 0 0,0 0 0,0 0 16,0 0-16,0 0 0,0 0 0,25 0 0,-25 0 0,0 0 15,0 0-15,0 0 0,25 0 0,-25 25 16,0-25-16,25 0 0,-25 0 0,0 0 0,24 0 0,-24 0 0,25 0 15,-25 0-15,25 0 0,-25 0 0,25 0 0,-25 0 0,25 0 16,-25 0-16,24 0 0,-24 0 16,0 0-16,25-25 0,-25 25 0,25 0 0,-25 0 0,0 0 0,25 0 15,-25 0-15,0 0 0,0 0 0,25 0 16,-25 0-16,0-25 0,24 25 0</inkml:trace>
  <inkml:trace contextRef="#ctx0" brushRef="#br0" timeOffset="224874.8621">19447 13196 0,'0'0'0,"0"0"0,0 0 16,0 0-16,0-25 0,0 25 0,0 0 0,0 0 0,0 0 15,0 0-15,0-25 0,0 25 0,0 0 0,0 0 0,0-24 16,0 24-16,0 0 0,0 0 0,0 0 0,0-25 15,0 25-15,0 0 0,0 0 0,-25 0 0,25-25 0,0 25 47,-124 0 62,124 0-109,-25 0 0,25 25 0,0-25 0,0 0 0,0 25 0,-25-25 0,25 0 0,0 24 0,0-24 0,0 25 0,0-25 0,0 0 0,0 25 0,0-25 0,0 25 0,0-25 0,0 25 0,0-25 16,0 0-16,0 25 0,0-25 0,0 24 0,25-24 0,-25 0 0,0 25 0,0-25 0,0 0 16,25 0-16,-25 25 0,0-25 0,0 0 0,25 0 0,-25 25 0,0-25 0,0 0 0,25 0 0,-25 0 0,0 0 0,0 0 0,24 0 0,-24 0 0,25 0 0,-25 25 0,0-25 15,25 0-15,-25 0 0,25 0 0,0 0 16</inkml:trace>
  <inkml:trace contextRef="#ctx0" brushRef="#br0" timeOffset="225453.8952">19621 13320 0,'0'0'0,"0"0"16,0 0-16,0 0 0,0 0 0,0 0 0,0 0 16,0 0 15,0 0-31,0 0 78,24-25-47,-24 25-31,25 0 0,-25 0 0,0 0 0,0 0 0,0 0 0,25 0 0,-25 0 0,0 0 16,0 0-16,0 0 0,0 0 0,25 0 0,-25 0 0,0 0 0,0 0 0,0 25 0,0-25 0,0 0 0,0 0 0,0 0 0,0 0 0,0 0 0,0 0 0,0 0 0,0 25 0,0-25 0,0 0 0,0 0 0,0 25 0,-25-25 0,25 0 0,0 0 0,0 25 0,-25-25 0,25 0 15,0 0-15,-25 24 0,25-24 0,0 0 0,-24 0 0,24 25 0,0-25 0,-25 0 16,25 0-16,0 25 0,-25-25 0,25 0 0,0 0 0,-25 0 15,25 25-15,0-25 0,0 0 0,-25 0 0,25 0 16,0 0-16,0 0 0,0 0 0,0 0 0,0 25 0,0-25 16,0 0-16,0 0 0,0 0 0,0 0 15,0 0-15,0 0 0,0 0 0,0 0 0,0 0 0,0 0 0,0 0 16,0 0-16,0 0 0,25 0 0,-25 0 15,0 0-15,0 0 0,25 0 0,-25 0 0,0 0 0,0 0 0,25 0 16,-25 0-16,25 0 0,-25 0 0,0 0 16,24 0-16,-24 0 0,25 0 0,-25 24 0,25-24 0,-25 0 0,25 0 15,0 0-15,-25 0 0,24 0 0,-24 0 0,25 0 16,-25 0-16,25 0 0,-25 0 15,25 0-15,-25 0 0,0-24 0,25 24 0,-25 0 0,0 0 0</inkml:trace>
  <inkml:trace contextRef="#ctx0" brushRef="#br0" timeOffset="226606.9612">20811 13320 0,'0'0'0,"0"0"15,0 0-15,0 0 0,0 0 0,0 0 0,0 0 0,0 0 16,0 0-16,0 0 0,0 0 0,-25 0 0,25 0 15,0 0-15,0 0 0,0 0 0,0 0 16,0 0-16,0 0 0,0 0 0,0 0 0,0 0 0,0 0 16,0 0-16,0 0 0,0 0 0,0 0 0,0 0 0,0 0 0,0 0 15,0 0-15,0 0 0,0 0 0,0 0 16,0 0-16,0 0 0,0 0 0,0 0 0,0 0 0,0-25 15,25 25-15,-25 0 0,0 0 0,0 0 0,0 0 16,0 0-16,0 0 0,0 0 0,0 0 0,0 0 16,25 0-16,-25 0 0,0 0 0,0 0 0,25 0 0,-25 0 15,25 0-15,-25 0 0,24 0 0,-24 0 0,25 0 0,-25-24 16,25 24-16,-25 0 0,25 0 0,0 0 0,-25 0 15,24 0-15,-24 0 0,25 0 0,-25 0 0,25 0 16,-25 0-16,25 0 0,-25 0 0,25 0 0,-25 0 0,0 0 16,24 0-16,-24 0 0,0 0 0,0 24 0,25-24 0,-25 0 15,0 0-15,0 0 0,0 0 16,0 0-16,0 0 0,0 0 0,0-24 0,0 24 0,0 0 0</inkml:trace>
  <inkml:trace contextRef="#ctx0" brushRef="#br0" timeOffset="227002.9838">21059 13146 0,'0'-24'16,"0"24"-16,0 0 0,0 0 0,0 0 15,0 0-15,0 0 0,0 0 0,0 0 0,0 0 0,0 0 0,0 0 16,0 0-16,0 0 0,0 0 0,0 0 0,0 0 16,0 24-16,0-24 0,0 0 0,0 25 0,0-25 0,0 25 15,0-25-15,-25 25 0,25-25 0,0 25 47,0-25-16,0 25-31,0-1 0,0-24 0,-24 25 0,24-25 0,0 25 0,0 0 0,0-25 0,-25 25 0,25-25 16,0 24-16,0-24 0,0 25 62,-50 74-62,50-99 0,0 0 16,0 0-16,0 0 0,0 25 0,0-25 0,0 0 0</inkml:trace>
  <inkml:trace contextRef="#ctx0" brushRef="#br0" timeOffset="227481.0112">21828 13171 0,'0'-25'16,"0"25"-16,0 0 0,-25 0 0,25 0 0,0 0 15,0 0-15,0-24 0,-24 24 0,24 0 0,0 0 0,0 0 16,-25 0-16,25 0 0,0 0 0,0 0 15,0 0-15,-25 0 0,25 0 0,0 0 0,0 0 0,-25 0 0,25 0 16,0 24-16,0-24 0,-25 0 0,25 25 0,0-25 16,-25 25-16,25-25 0,0 25 0,-24-25 0,24 25 0,0-25 15,0 25-15,-25-1 0,25-24 0,0 25 16,0-25-16,0 25 0,-25-25 0,25 25 0,0-25 0,0 25 0,0-25 15,0 24-15,0-24 0,0 0 0,0 25 0,0-25 16,25 25-16,-25-25 0,0 0 0,0 0 16,25 25-16,-25-25 0,0 0 0,24 0 0,-24 0 0,0 25 15,25-25-15,-25 0 0,25 0 0,-25 0 0,0 0 0,25 0 16,-25 0-16,25 0 0,-25 0 0,25 0 0,-25-25 15,0 25-15,24 0 0,-24 0 0,0 0 0</inkml:trace>
  <inkml:trace contextRef="#ctx0" brushRef="#br0" timeOffset="228334.06">21903 13419 0,'24'0'0,"-24"0"0,0 0 0,0 0 0,0 0 0,0-24 78,0 24-78,0 0 0,25 0 0,-25 0 0,0 0 0,0 0 0,0 0 0,25 0 0,-25 0 0,0 0 0,0 0 0,25 0 0,-25 0 0,0 0 0,0 0 0,0 0 16,25 0-16,-25 0 0,0 0 0,0 0 0,0 24 0,0-24 0,0 0 0,0 0 0,0 0 0,0 0 0,0 0 0,0 25 0,0-25 78,0 0-78,0 0 0,0 25 0,-25-25 0,25 0 0,0 0 0,-25 25 0,25-25 0,0 0 0,-25 25 0,25-25 0,0 0 0,-25 0 0,25 24 0,-24-24 0,24 0 0,0 0 0,-25 0 0,25 0 0,0 25 0,0-25 15,-25 0-15,25 0 0,0 0 0,0 0 0,0 0 0,0 0 0,0 0 0,0 0 0,0 0 0,0 0 0,0 25 0,0-25 0,0 0 0,0 0 16,25 0-16,-25 0 0,0 0 0,0 0 0,25 0 0,-25 0 0,0 0 15,24 0-15,-24 0 0,0 0 0,25 0 16,-25 0-16,0 0 0,0 0 0,0 0 0,25 0 0,-25 0 0,0 0 16,0 25-16,0-25 0,0 0 0,0 0 15,25 0-15,-25 25 0,0-25 31,0 0-31,0 0 0,0 24 0,0-24 0,0 0 0,-25 25 0,25-25 16,0 0-16,0 0 0,0 25 0,-25-25 0,25 0 0,0 0 0,0 25 0,-25-25 0,25 0 0,0 0 0,-24 0 0,24 0 0,-25 0 16,25 0-16,0 0 0,-25 0 0,25 25 0,-25-25 15,25 0-15,0-25 0,-25 25 0,25 0 16,0 0-16,-24 0 0,24 0 0,0 0 0,0 0 0,-25 0 15,25 0-15,0 0 0,0 0 0,0-25 0,0 25 0,0 0 16,0 0-16,0 0 0,0 0 0,0 0 296</inkml:trace>
  <inkml:trace contextRef="#ctx0" brushRef="#br0" timeOffset="230731.1971">22746 13295 0,'0'0'0,"-75"298"1560</inkml:trace>
  <inkml:trace contextRef="#ctx0" brushRef="#br0" timeOffset="232215.2819">22324 13047 0,'0'0'0,"0"0"0,0 0 0,0 0 0,0 0 16,0 0-16,0 0 0,0 0 0,0 0 15,0 0-15,0 0 0,0 0 0,0 0 0,0 0 0,0 0 16,0 0-16,0 0 0,0 0 0,0 0 0,0 0 0,0 0 0,0 0 15,0 0-15,0 0 0,0 0 0,0 0 16,0 0-16,0 0 0,0 0 0,0 0 0,0 0 0,-25 0 16,25 0 15,0 0-31,0 0 0,0 0 0,0 0 0,0 0 0,0 0 0,0 0 0,0 0 0,0 0 0,0 0 0,0 0 187,75 25-140,-50-25-47,-25 0 0,24 0 0,-24 0 0,25 0 0,-25 0 0,25 0 0,-25 0 0,25 0 0,-25 0 0,25 0 0,-25 0 0,0 0 0,24 0 0,-24 0 0,0 0 0,25 0 0,-25 0 78</inkml:trace>
  <inkml:trace contextRef="#ctx0" brushRef="#br0" timeOffset="233404.35">22299 13395 0,'0'0'0,"0"0"15,0 0-15,0 0 0,0 0 0,0 0 0,0 0 16,0 0-16,0 0 0,0 0 0,0 0 0,0 0 15,0 0-15,0 0 0,0 0 78,0 0-78,0 0 0,0 0 0,0 0 0,0 0 0,0 0 0,0 0 0,0 0 0,0 0 0,0 0 0,0 0 0,0 0 0,0 0 0,0 0 0,0 0 0,0 0 0,0 0 0,0 0 188,0 0-188,0 0 0,0 0 0,0 0 0,0 0 0,0 0 0,0 0 15,0 0-15,-24 0 0,24 0 0,0 0 0,0 0 0,0 0 0,0 0 0,0 0 0,0 0 0,0 0 0,0 0 0,0 0 0,0 0 0,0 0 0,0 0 0,0 0 0,0 0 0,0 0 0,0 0 0,0 0 0,0 0 0,0 0 16,0 0-16,0 0 0,0 0 0,0 0 0,0 0 0,0 0 0,0 0 0,0 0 0,0 0 0,24 0 0,-24 0 0,0 0 0,0 0 0,0 0 15,0 0-15,0 0 0,25 0 0,-25 0 0,0 0 16,0 0-16,0 0 0,25 0 0,-25 0 0,0 24 0,25-24 16,-25 0-16,0 0 0,25 0 0,-25 0 0,0 0 15,24 0-15,-24 0 0,25 0 0,-25 0 0,25 0 0,-25 0 0,0 0 47,25 0-47,-25 0 0,25 0 16,-25 0-16,0 0 0,0 0 0,24 0 0,-24 0 0,0 0 0,0 0 0,0 0 0,0 25 0,25-25 0,-25 0 0,0 0 0,0 0 0,0 0 0,0 0 0,0 0 0,0 0 0,0 0 0,0 0 15,0 0-15,0 0 0,0 0 0,0 0 16,0 0-16,0 0 0,0 0 0,0 0 0,0 0 0,0 0 15,0 0-15,0 0 0</inkml:trace>
  <inkml:trace contextRef="#ctx0" brushRef="#br0" timeOffset="236048.5012">22994 13196 0,'0'0'0,"0"0"0,0 0 0,0 0 0,0 0 0,0 0 0,0 0 0,0 0 15,0-25-15,0 25 0,0 0 0,0 0 0,25 0 0,-25 0 0,0 0 0,25 0 0,-25 0 0,0 0 0,24 0 0,-24 0 0,0 0 0,25 0 0,-25 25 0,25-25 0,-25 0 0,0 0 0,25 0 0,-25 0 0,25 0 0,-25 0 0,0 0 0,24 0 0,-24 0 0,25 0 0,-25 0 16,0 0-16,0 0 0,25 0 0,-25 0 0,0 0 0,0 0 0,0 0 0,0 0 0,25 0 16,-25 0-16,0 0 0,0 0 0,0 0 0,0 0 0,0 0 0,0 0 15,0 0-15,0 0 0,25 0 0,-25 0 0,0 0 16,0 0-16,24 0 0,-24 0 0,0 0 0,0 0 0,25 0 15</inkml:trace>
  <inkml:trace contextRef="#ctx0" brushRef="#br0" timeOffset="236925.5513">23490 13345 0,'0'0'0,"0"0"0,0 0 0,0 0 0,0 0 0,0 0 0,0 0 0,0-25 0,0 25 0,0 0 0,0 0 0,0 0 0,0 0 0,0 0 0,0 0 0,25 0 0,-25 0 0,0-25 0,0 25 0,0 0 0,0 0 0,25 0 0,-25 0 0,0-24 16,0 24-16,0 0 0,24 0 0,-24 0 78,0-25-78,25 25 0,-25 0 0,0 0 0,0-25 0,25 25 0,-25 0 0,0 0 0,25-25 0,-25 25 0,0-25 0,0 25 0,25 0 0,-25-25 0,0 25 0,0-24 0,24 24 0,-24 0 0,0-25 0,0 25 0,0-25 0,0 25 0,25 0 0,-25 0 0,0-25 0,0 25 0,0 0 0,0 0 0,0 0 0,0-25 15,0 25-15,0 0 0,0 0 0,0 0 0,0 0 0,0 0 16,0 0-16,0 0 0,0 0 0,0 0 0,0 0 0,0 0 15,0 0-15,0 0 0,0 0 0,0 0 0,0 0 16,0 0-16,0 0 0,0 0 0,0 0 0,0 0 0,0 0 16,0 0-16,0 0 0,0 0 0,0 25 15,0-25-15,0 0 0,0 0 0,0 25 0,0-25 0,0 25 16,0-25-16,-25 25 0,25-25 0,0 24 0,0-24 15,0 25-15,-24-25 0,24 25 0,0 0 0,0-25 0,0 25 16,-25-25-16,25 25 0,0-1 0,0-24 0,0 25 0,-25-25 16,25 25-16,0 0 0,0-25 0,0 25 0,0-25 15,-25 24-15,25-24 0,0 25 0,0-25 0,0 0 0,0 25 16,0-25-16,0 25 0,0-25 0,0 0 15,-25 25-15,25-25 0,0 0 156,0 24-156,0-24 0,0-24 0,0 24 0,0 0 0,0 0 0,0 0 0,0 0 0,0 0 16,0 0-16,0 0 0</inkml:trace>
  <inkml:trace contextRef="#ctx0" brushRef="#br0" timeOffset="239116.6767">15577 13692 0,'0'0'0,"0"0"0,0 0 16,0 0-16,0 0 0,0 0 0,0-25 0,0 25 0,0 0 15,0 0-15,0 0 0,0 0 0,0 0 0,0 0 0,0 0 0,0 0 16,25 0-16,-25 0 0,0 0 0,0-24 15,0 24-15,0 0 0,0 0 0,0 0 0,0 0 0,0 0 16,0 0-16,0 0 0,0 0 0,0 0 0,0 0 125,-49-50-94,49 50-15,0 0-16,0 0 0,0 0 0,0 0 0,-25 0 0,25 0 0,0 0 0,0 0 0,0 0 0,-25 0 0,25 0 0,0 0 0,0 25 0,0-25 0,-25 0 0,25 0 15,0 0-15,0 25 0,-25-25 0,25 0 0,0 24 0,0-24 0,-24 25 0,24-25 0,0 0 0,0 25 0,-25 0 0,25-25 0,0 25 0,0-25 16,-25 24-16,25-24 0,0 25 0,0-25 0,0 25 0,0-25 0,0 25 0,0-25 0,0 25 0,0-25 0,0 0 0,25 24 0,-25-24 0,0 0 0,0 25 0,0-25 0,25 0 0,-25 0 15,0 0-15,24 0 0,-24 25 0,25-25 16,-25 0-16,0 0 0,25 0 0,-25 0 0,25 0 0,0-25 0,-25 25 16,24 0-16,-24 0 0,25 0 0,0 0 0,-25-25 15,25 25-15,0 0 0,-25 0 0,24 0 47,-24-24-47,25 24 0,-25 0 0,25 0 0,-25 0 0,25-25 0,-25 25 0,0 0 0,25 0 0</inkml:trace>
  <inkml:trace contextRef="#ctx0" brushRef="#br0" timeOffset="239555.7018">15925 14064 0,'0'0'0,"0"0"0,0 0 0,0 0 15,0 0-15,0 0 0,0 0 0,0 0 16,0 0-16,0 0 0,0 0 0,0 0 0,0 0 0,0 0 15,0 0-15,0 0 0,0 0 0,0 0 0,0 0 16,24-25-16,-24 25 0,0 0 0,0 0 16,0 0-16,0-24 0,0 24 0,0 0 0,0 0 0,25 0 0,-25 0 15,0-25-15,0 25 0,0 0 0,0 0 0,0-25 0,0 25 16,0 0-16,0 0 0,0 0 0,25-25 0,-25 25 15,0 0-15,0 0 0,0 0 0,0-25 0,0 25 0,0 0 16,0 0-16,0 0 0,0 0 0,0 0 16,0 0-16,0 0 0,0 0 0,0 0 0,0 0 0,0 0 0,0 0 15,0 0-15,0 0 0,0 25 0,0-25 16,0 0-16,0 25 0,0-25 0,0 25 0,0-25 0,0 25 15,0-25-15,-25 24 0,25-24 0,0 25 16,0-25-16,0 25 0,0-25 0,0 25 0,0-25 0,0 25 0,0-25 16,0 24-16,0-24 0,0 25 0,0-25 15,0 25-15,0-25 0,0 0 0,0 25 0,0-25 0,0 0 0,0 25 16,0-25-16,0 0 0,0 24 0,-25-24 0,25 0 0</inkml:trace>
  <inkml:trace contextRef="#ctx0" brushRef="#br0" timeOffset="242078.8461">19943 14163 0,'0'0'15,"0"0"-15,0 0 0,0 0 0,0 0 16,0 0-16,0 0 0,0 0 0,0 0 0,0 0 0,0 0 15,0 0-15,0 0 0,0 0 0,0 0 0,0 0 0,0 0 16,0 0-16,0 0 0,0 0 0,0-24 0,0 24 16,0 0-16,0 0 0,0 0 0,0 0 0,25 0 0,-25 0 15,0 0-15,0 0 0,0 0 0,0 0 0,0 0 16,25 0-16,-25 0 0,0 0 140,223 0-124,-198 0-16,-25 0 15,0-25-15,0 25 16</inkml:trace>
  <inkml:trace contextRef="#ctx0" brushRef="#br0" timeOffset="242588.8753">20092 13965 0,'25'0'0,"-25"0"0,0 0 16,0 0-16,0 0 0,0 0 0,0 0 0,0 0 15,0 0-15,0 0 0,0 0 0,0 0 0,0 0 0,0 0 16,0 0-16,0 0 0,0 0 0,0 0 0,0 0 15,0 0-15,0 0 0,0 0 0,0 0 0,0 0 0,0 0 16,0 0-16,0 0 0,0 0 0,0 0 0,0 0 16,0 0-16,0 0 0,0 0 0,0 0 0,0 0 15,0 0-15,0 0 0,0 0 0,0 0 16,0 0-16,0 0 0,0 0 0,0 0 0,0 0 0,0 0 15,0 0-15,0 0 0,0 0 0,0 0 0,0 0 0,0 0 16,0 0-16,0 0 0,0 0 0,0 0 16,0 0-16,0 0 0,0 0 0,0 0 0,0 0 0,0 0 15,0 0-15,0 0 0,0 0 31,0 0 16,0 0-47,0 0 0,0 0 0,0 0 0,0 0 0,0 0 0,0 0 0,0 0 0,0 0 0,0 0 0,0 0 0,0 0 0,0 0 0,0 0 0,0 0 0,0 0 0,0 0 0,0 25 0,0-25 0,0 0 0,0 0 0,0 25 0,0-25 16,0 24-16,0-24 0,0 0 0,0 25 0,-25-25 0,25 25 0,0-25 0,0 25 31,0-25-15,0 25-16,0-1 0,0-24 0,-25 25 0,25-25 0,0 25 0,0-25 0,0 25 0,0-25 0,0 25 0,0-25 0,-25 24 0,25-24 0,0 25 0,0-25 0,0 0 0,0 0 46,0 25-46,0-25 0,0 0 0,0 0 0,0 25 0,0-25 0,0 0 0,-25 0 0,25 0 0,0 0 0,0 0 0,0 0 0,0 0 0,0 0 0,0 0 0,0 0 0,0 0 0,0 0 16,0 0-16,0 0 0,0 0 0,0 0 0,0 0 0,0 0 16,25 0-16,-25 0 0,0 0 0,0 0 0,0 0 15,0 0-15,0 0 0,0-25 0,0 25 0,0 0 0,25 0 16,-25 0-16,0-25 0</inkml:trace>
  <inkml:trace contextRef="#ctx0" brushRef="#br0" timeOffset="245272.0287">20960 13965 0,'0'0'0,"0"0"0,0 0 0,0 0 0,0 0 16,0 0-16,0 0 0,0 0 15,0 0-15,0 0 0,0 0 0,0 0 0,0 0 0,0 0 0,0 0 0,0 0 16,0 0-16,0 0 0,0 0 156,-25-50-156,25 50 0,0 0 15,25 0-15,-25-24 0,0 24 0,0 0 0,0 0 0,0 0 16,0 0-16,0 0 16,25 0-16,-25 0 15,25 0 1,-1 0-16,-24 0 15,0 0-15,0 0 0,25 24 16,-25 1-16,0-25 16,0 25-16,0-25 0,-25 25 15,25 0-15,0-25 16,-24 24-16,24-24 0,0 25 0,0-25 0,-25 25 15,25-25-15,-25 25 0,-25 0 16,50-25-16,-24 24 16,-1 1-16,0-25 0,0 25 15,0-25-15,25 0 0,0 0 0,0 0 16,-24 25-16,24-25 15,124 25 391</inkml:trace>
  <inkml:trace contextRef="#ctx0" brushRef="#br0" timeOffset="246369.0915">21406 14015 0,'0'0'0,"0"0"0,0 0 0,25 0 0,-25 0 16,0 0-16,0 0 0,0 0 0,0-25 15,0 25-15,0 0 0,0 0 0,0 0 0,25 0 0,-25 0 0,0 0 16,0 0-16,0 0 0,0 0 0,0-25 0,0 25 15,0 0-15,0 0 0,0 0 0,0 0 0,0 0 0,25 0 16,-25 0-16,0 0 0,0 0 0,0 0 16,0 0-16,0 0 0,0 0 0,0-25 0,-25 25 0,25 0 0,0 0 15,0 0-15,0 0 0,0 0 0,0 0 16,0 0-16,0 0 0,0 0 0,0 0 0,0 0 0,0 0 15,0 0-15,-25 0 0,25-25 0,0 25 0,0 0 16,0 0-16,0 0 0,0 0 0,-25 0 0,25 0 0,0 0 16,0 0-16,0 0 0,0 0 0,-24 0 0,24 0 0,0 0 15,0 25-15,0-25 0,0 0 0,-25 0 16,25 0-16,0 0 0,0 0 0,0 0 0,-25 0 0,25 25 0,0-25 15,0 0-15,0 0 0,-25 0 0,25 25 16,0-25-16,0 0 0,0 25 0,-25-25 0,25 0 0,0 24 0,0-24 16,0 0-16,0 25 0,0-25 0,-24 25 15,24-25-15,0 0 0,0 25 0,0-25 0,0 0 0,0 25 0,0-25 16,0 24-16,0-24 0,0 0 0,0 25 15,0-25-15,0 0 0,24 25 0,-24-25 0,0 0 0,0 0 16,0 25-16,0-25 0,0 0 0,25 0 0,-25 0 16,0 0-16,0 25 0,25-25 0,-25 0 15,0 0-15,25 0 0,-25 0 0,25 0 0,-25-25 16,24 25-16,-24 0 0,25 0 0,-25 0 0,25-25 0,-25 25 15,25 0-15,-25 0 0,0-25 0,25 25 0,-25 0 0,0-25 0,24 25 16,-24 0 15,0 0-31,0 0 0,25-24 0,-25 24 0,0 0 0,0 0 0,0 0 0,0 0 0,0 0 16,0 0-16,0 0 0,0 0 0,0 0 0,0 0 0,0 0 0,0 0 0,0 0 0,0 0 31,0 0-31</inkml:trace>
  <inkml:trace contextRef="#ctx0" brushRef="#br0" timeOffset="247200.139">21654 14213 0,'0'0'0,"-24"0"16,24 0-16,0-25 0,0 25 0,0 0 0,0 0 0,0 0 0,0 0 0,0 0 0,0 0 0,24 0 0,-24 0 0,0 0 0,0-25 15,0 25-15,0 0 0,0 0 0,0 0 16,25 0-16,-25 0 0,0 0 0,0 0 0,0 0 0,0 0 15,0-24-15,25 24 0,-25 0 0,0 0 0,0 0 16,0 0-16,0 0 0,25 0 0,-25 0 0,0 0 16,0 0-16,0 0 0,0 0 0,0 0 0,0 0 15,25 0-15,-25 0 0,0 0 0,0 0 0,0 0 0,0 0 0,0 0 16,0 0-16,0 0 0,0 0 0,0 0 15,0 0-15,0 24 0,0-24 0,0 0 16,0 0-16,0 0 0,0 0 0,0 0 0,-25 25 0,25-25 0,0 0 0,0 0 16,0 0-16,0 25 0,-25-25 0,25 0 0,0 0 15,0 0-15,0 0 0,-25 25 0,25-25 0,0 0 16,0 0-16,0 0 0,0 0 0,-25 0 0,25 25 0,0-25 0,0 0 15,0 0-15,0 0 0,0 0 0,0 0 16,0 0-16,0 0 0,0 0 0,0 0 0,0 0 0,0 0 16,0 0-16,0 0 0,0 0 0,0 0 15,0 0-15,0 0 0,0 0 0,0 0 0,0 0 0,25 0 0,-25 0 16,0-25-16,0 25 0,0 0 15,0 0-15,25 0 0,-25 0 0,0 0 0,0 0 0,25 0 0,-25 0 16,0 0-16,0 0 0,25 0 0,-25 0 0,0 0 0,0-25 16,0 25-16,25 0 0,-25 0 0,0 0 0,0 0 15,0 0-15,0 0 0,24 25 0,-24-25 0,0 0 16,0 0-16,0 0 0,0 0 0,0 0 0,0 0 0,0 0 15,0 0-15,0 25 0,25-25 0,-25 0 0,0 0 0,0 24 16,0-24-16,0 0 0,0 0 0,0 25 0,0-25 16,0 0-16,-25 0 0,25 25 0,0-25 0,0 0 0,0 0 15,0 25-15,0-25 78,0 0-78,0 0 0,-24 25 0,24-25 0,0 0 0,0 0 0,-25 0 0,25 0 0,0 0 0,0 0 0,-25 25 0,25-25 0,0 0 0,0 0 0,-25 0 0,25 0 0,0 0 0,0 0 0,0 0 0,0-25 0,0 25 0,0 0 0,-25 0 0,25 0 0,0 0 0,0 0 0,0 0 0,0 0 0,0-25 0,0 25 78,0 0-78,0 0 0,0 0 0,0 0 0,0 0 16,0 0-16,0 0 0,0 0 0,0 0 0,0-25 0,0 25 0,25 0 0,-25 0 0,0 0 0,0 0 0,0 0 0,0 0 0,25 0 0,-25 0 0</inkml:trace>
  <inkml:trace contextRef="#ctx0" brushRef="#br0" timeOffset="248017.1858">22622 14039 0,'0'0'16,"0"0"-16,0 0 0,0 0 0,0 0 0,0 0 0,0 0 172,49-24-172,-49 24 0,25 0 0,-25 0 0,0 0 0,25 0 0,-25 0 0,25 0 0,-25 0 0,0 0 0,25 0 0,-25 0 0,25 0 0,-25 0 0,24 0 0,-24 0 0,25 0 0,-25 0 0,25-25 0,-25 25 0,0 0 0,25 0 0,-25 0 0,0 0 0,25 0 15,-25 0-15,0 0 0,0 0 0,24 0 0,-24 0 0,0 0 0,0 0 0,0 0 0,0 0 0</inkml:trace>
  <inkml:trace contextRef="#ctx0" brushRef="#br0" timeOffset="248451.2106">22671 14238 0,'0'0'16,"0"0"-16,0 0 0,0 0 0,0 0 0,0 0 0,0 0 15,0 0-15,0 0 0,0 0 0,0 0 0,0 0 156,149-25-156,-149 25 0,25 0 0,-25 0 0,25 0 0,0 0 0,-25 0 0,25 0 0,-1 0 0,-24 0 0,25 0 0,0 0 0,-25 0 0,25 0 16,0 0-16,-25 0 0,24 0 0,-24 0 0,25 0 0,-25 0 0,25 0 0,-25 0 0</inkml:trace>
  <inkml:trace contextRef="#ctx0" brushRef="#br0" timeOffset="250702.3393">23440 14015 0,'0'0'0,"0"0"16,0 0-16,0 0 0,0 0 0,0 0 0,-24 0 0,24 0 78,0-25-78,0 25 0,0 0 0,0 0 0,0 0 0,0 0 0,0 0 0,24 0 0,-24 0 0,0 0 0,0 0 0,0 0 0,0 0 78,0 0-78,0 0 0,0 0 0,0 0 0,0 0 0,0 0 0,0-25 0,0 25 0,0 0 15,0 0-15,0 0 0,0 0 0,25 0 0,-25 0 0,0 0 0,0 0 0,0 0 0,0-25 16,0 25-16,0 0 0,25 0 0,-25 0 0,0-25 0,0 25 0,0 0 0,0 0 0,25 0 0,-25-24 0,0 24 0,0 0 0,0 0 0,25-25 0,-25 25 0,0 0 0,0 0 0,0-25 0,0 25 16,24 0-16,-24 0 0,0 0 0,0-25 0,0 25 0,0 0 0,25 0 0,-25-25 0,0 25 0,0 0 0,0 0 15,0 0-15,0-24 0,0 24 0,0 0 0,25 0 0,-25 0 0,0 0 0,0 0 16,0 0-16,0 0 0,0 0 0,0 0 0,0 0 0,0 0 15,0 0-15,0 0 0,0 0 0,0 0 0,0 0 16,0 0 15,0 0-31,0 0 0,0 0 0,0 0 0,0 0 0,0 0 0,0 0 0,0 0 0,0 0 0,0 0 0,0 0 0,0 0 0,0 0 0,-25 0 16,25 24-16,0-24 0,0 0 0,0 0 0,0 25 0,0-25 15,0 0-15,0 25 0,0-25 0,0 25 0,0-25 0,0 25 16,0-25-16,0 0 0,0 24 0,0-24 0,-25 25 16,25-25-16,0 25 0,0-25 0,0 0 0,0 25 0,0-25 15,0 0-15,0 25 0,0-25 0,0 0 0,0 24 16,-24-24-16,24 0 0,0 25 0,0-25 0,0 0 0,0 0 15,0 0-15,0 25 0,0-25 0,0 0 78,0 0-78,0 0 0,0 0 0,0 25 0,0-25 0,0 0 0,0 0 0,0 0 0,0 0 0,0 0 0,0 0 0,0 0 0,0 0 0,0 0 0,0 0 0,0 0 0,0 0 0,24 0 0,-24 0 0,0 0 0,0-25 0,0 25 16</inkml:trace>
  <inkml:trace contextRef="#ctx0" brushRef="#br0" timeOffset="251639.3929">24581 12601 0,'0'0'0,"0"0"15,0 0-15,0 0 0,0 0 0,0 0 0,0 0 16,0 0-16,0 0 0,0 0 0,0 0 0,0 0 16,0 0-16,0 0 0,0 0 0,0 0 0,0 0 0,0 0 15,0 0-15,0 0 0,0 0 0,0 0 0,0 0 16,25 0-16,-25 25 0,0-25 0,0 0 0,25 0 0,-25 0 78,25 0-78,-25 0 0,0 0 0,25 0 0,-25 0 0,0 0 0,24 0 0,-24 0 0,0 0 0,25 24 0,-25-24 15,0 0-15,25 0 0,-25 0 0,0 0 0,25 0 0,-25 0 0,0 0 0,0 0 0,0 0 0,25 0 0,-25 0 0,0 0 0,0 0 0,0 0 0,0 0 0,0 0 0,0 0 0,0 0 0,0 0 16,0 0-16,0 0 0,-25 0 0,25 0 0</inkml:trace>
  <inkml:trace contextRef="#ctx0" brushRef="#br0" timeOffset="251876.4065">24656 12700 0,'-25'0'0,"25"0"15,0 0-15,0 0 0,0 0 0,0 0 0,0 0 16,0 0-16,0 0 0,0 0 0,0 0 0,0 0 15,0 0-15,0 0 0,0 0 0,25 0 0,-25 0 0,0 0 16,25 0-16,-25 0 0,24 0 0,-24 0 16,0 0-16,25 0 0,-25 0 0,25 0 0,-25 25 0,25-25 0,-25 0 15,25 0-15,-25 0 0,0 0 0,24 0 16,-24 0-16,0 0 0,25 0 0,-25 0 0,0 0 0,25 0 0,-25 0 15,0-25-15,0 25 0,0 0 0,0 0 16,25 0-16,-25 0 0,0 0 0,0 0 0,0-25 0</inkml:trace>
  <inkml:trace contextRef="#ctx0" brushRef="#br0" timeOffset="252208.4255">25003 12477 0,'0'0'0,"0"0"0,0 0 16,0 0-16,0 0 0,0 0 0,0 0 0,0 0 15,0-25-15,0 25 0,0 0 0,0 0 0,0 0 16,25 0-16,-25 0 0,0 0 0,0 0 0,25 0 0,-25 25 16,0-25-16,25 0 0,-25 0 0,0 0 0,24 25 15,-24-25-15,0 0 0,0 24 0,25-24 0,-25 0 16,0 25-16,0-25 0,0 25 0,0-25 15,0 25-15,0-25 0,0 25 0,0-25 0,0 24 0,0-24 0,0 25 16,-25-25-16,25 25 0,0-25 0,0 25 0,-24-25 16,24 0-16,-25 25 0,25-25 0,-25 24 0,25-24 15,-25 0-15,25 25 0,-25-25 0,1 0 0,24 0 0,-25 25 16,25-25-16,-25 0 0,25 0 0,-25 0 47,25 25-47,0-25 0,-25 0 0,25 0 0,0 0 0,0 0 0,-25 0 0,25 0 0,0 0 0,0-25 0,0 25 0</inkml:trace>
  <inkml:trace contextRef="#ctx0" brushRef="#br0" timeOffset="254395.5506">25871 12105 0,'0'0'0,"0"0"78,0 0-78,0 0 0,0 0 0,0 0 0,0 0 0,0 0 0,0 0 0,0 0 0,0 0 0,0 0 16,0 0-16,0 0 0,0 0 0,0 0 0,0 0 0,0 0 0,0 0 0,0 0 78,0 0-78,0 0 0,0-25 0,0 25 0,0 0 0,0 0 0,0 0 0,0 0 0,0 0 0,0 0 0,0 0 0,0 0 0,0 0 0,0 0 0,-25 0 0,25 0 0,0 0 0,0 0 0,0 0 0,0 0 0,0 0 0,0 0 0,0 0 0,0 0 0,0 0 47,0 0-47,0 0 15,0 0-15,0 0 16,-24 0-16,24 0 16,0 0-16,0 0 0,0 0 15,0 0-15,0 0 0,-25 0 16,25 0-16,0 0 15,0 0-15,0 0 0,0 0 0,0 0 16,-25 0-16,25 25 16,0-25-16,0 0 0,0 0 15,0 0-15,-25 24 0,25-24 0,0 0 16,50 249 140,-50-249-156,0 24 0,25-24 15,-25 25-15,0 0 16,24-25 0,-24 25-16,0 0 0,0-25 0,0 0 0,0 24 0,0-24 15,0 0-15,0 0 0,0 25 16,25 0-16,-50 0 15,25-25-15,0 25 16,0-25-16,0 24 0,0 1 16,0-25-16,-24 25 0,24-25 15,-25 25-15,0 0 16,0-25-1,-74 49 17,74-49-17,25 0-15,0 0 16,0 0-16,0 0 15,0 0-15,0 0 16,0 0-16,0 0 16,0 0-16,0 0 15,0 0-15,0 0 0,0 0 16,0 0-16,0 0 0,0 0 15,25 25-15,-25-25 16,0 0-16,0 25 0,0-25 0,25 0 16,-25 25-16,0-25 0,0 24 15,0-24-15,25 25 0,-25 0 16,-50 149 46,50-174-62,0 24 16,0-24-16,-25 25 0,25 0 15,-25-25-15,25 25 0,0 0 0,0-25 0,0 0 0,-24 25 16,24-25-16,0 24 0,0-24 16,-25 50-16,25-25 15,0-25-15,-25 25 0,25-1 16,0 1-16,0 0 0,-25 0 15,25 0-15,0-1 16,0 1-16,-25 25 16,25-50-16,0 25 0,0-25 0,-24 49 15,24-24-15,0-25 16,-25 25-16,25 0 15,0-25 95,-25 24-110,50-24 0,-25 0 15</inkml:trace>
  <inkml:trace contextRef="#ctx0" brushRef="#br0" timeOffset="256097.6479">26392 12005 0,'0'0'0,"0"0"0,0 0 0,0 0 15,25 0-15,-25 0 0,0 0 0,0 0 0,0 0 16,0-24-16,0 24 0,0 0 140,50-25-140,-50 25 16,0 0-16,0-25 16,-25 25-16,25 0 15,0-25-15,-25 25 16,25 0-16,0 0 0,0 0 0,-25 0 15,25-25-15,0 25 16,-25 0-16,25 0 0,0 25 16,0-25-1,-24 0-15,24 0 0,0 0 0,0 0 0,-25 25 0,25-25 16,-25 25-16,25 0 15,-25-1 1,0 1-16,25 25 16,0-25-16,-24-1 15,24 1-15,0 0 16,0-25-16,24 50 15,-24-25-15,25-1 16,-25-24-16,0 0 0,248-99 203,-248 99-203,0 0 15,0 0-15,0 0 0,0 0 16,0 0-16,0 0 16,0 0-16,0 0 15,0 0-15,0 0 0,0 0 16,0 0-16,0 0 15,0 0-15,0 0 0,0 0 16,0 0-16,0 0 0,0 0 16,0 0-16,0 0 15,0 0-15,0 0 16,25 0 327</inkml:trace>
  <inkml:trace contextRef="#ctx0" brushRef="#br0" timeOffset="257078.7041">26591 12402 0,'0'0'0,"0"0"0,0 0 15,0 0-15,0 0 0,0 0 0,0 0 0,0 0 16,0 0-16,0 0 0,0 0 0,0 0 0,0 0 15,0 0-15,0 0 0,0 0 0,0 0 0,0 0 0,0 0 0,0 0 16,0 0-16,0 0 0,0 0 16,0 0-16,0 0 0,0 0 0,0 0 0,0 0 0,0 0 0,0 0 15,0 0-15,0 0 0,0 0 0,0-24 0,24 24 0,-24 0 16,0 0-16,0 0 0,0 0 0,0 0 15,25-25-15,-25 25 0,0 0 0,0 0 0,0 0 0,25-25 0,-25 25 16,0 0-16,0 0 0,25 0 16,-25-25-16,0 25 0,0 0 0,25 0 0,-25-25 0,0 25 0,0 0 0,24-24 15,-24 24-15,0 0 0,0 0 0,0-25 0,25 25 78,-25 0-78,0-25 0,0 25 0,0 0 0,0 0 0,0 0 16,25-25-16,-25 25 0,0 0 0,0 0 0,0 0 0,0 0 0,0 0 78,0-25-78,0 25 0,0 0 0,25 0 0,-25 0 0,0 0 0,0 0 0,0 0 0,0 0 0,0 0 0,0 0 0,0 0 0,0 0 0,0 0 0,0 0 15,0 0-15,0 0 0,0 0 0,0 0 0,0 0 0,0 0 0,0 0 0,0 0 0,0 0 0,0 0 0,0 25 0,0-25 0,0 0 0,0 0 0,0 25 0,0-25 0,0 0 16,0 25-16,-25-25 0,25 0 0,0 25 0,0-25 0,0 24 0,0-24 0,0 25 0,0-25 0,0 0 0,0 25 0,0-25 0,0 25 0,-25-25 0,25 25 16,0-25-16,0 24 0,0-24 0,0 25 0,0-25 0,0 25 0,0-25 15,-25 0-15,25 25 0,0-25 16,0 0-16,0 25 0,0-25 0,0 0 0,0 24 0,-24-24 0,24 0 0,0 0 15,0 25-15,0-25 47,0 0-47,0 0 0,0 25 0,0-25 0,0 0 0,-25 0 0,25 0 0,0 0 0,0 25 0,0-25 0,0 0 16,0 0-16,0 0 0,0 0 0,0 0 0,0 0 0,0 0 0,0 0 0,0 0 0,0 0 0,0 0 0,0 0 0,0 0 0,0 0 0,0 0 15,0 0-15,0 0 0,0 0 0,0 0 0,0 0 16,0 0-16,0 0 0,0 0 0,0 0 16,0 0-16,0 0 0,0-25 0,0 25 0,0 0 0,0 0 15,0 0-15,0 0 0,0 0 0,0-25 0,0 25 0,25 0 16,-25 0-16,0-25 0,0 25 0,0 0 0,0 0 0,0-24 15,24 24-15</inkml:trace>
  <inkml:trace contextRef="#ctx0" brushRef="#br0" timeOffset="257761.7431">27335 12055 0,'0'0'0,"0"0"16,0 0-16,0 0 0,-25 0 0,25 0 0,0 0 0,0 0 0,0 0 15,0 0-15,0 0 0,0 0 16,0 0-16,0 0 0,0 0 0,0 0 0,0 0 0,0 0 0,0 0 16,0 0-16,0 0 0,0 0 0,0 0 15,0 0-15,0 0 0,0 0 0,0 0 0,0 0 0,0 0 0,25-25 16,-25 25-16,0 0 0,0 0 0,0 0 15,0 0-15,25 0 0,-25 0 0,0 0 0,0 0 0,24 0 16,-24 25-16,0-25 0,25 0 0,-25 0 140,149 0-140,-124 0 0,-25 0 0,0 0 16,25-25-16,-25 25 0,0 0 0,0 0 16,0 0-16,0 0 0,0 0 15,0 0-15</inkml:trace>
  <inkml:trace contextRef="#ctx0" brushRef="#br0" timeOffset="258179.767">27260 12303 0,'0'0'16,"0"0"-16,0 0 0,0 0 0,0 0 0,0 0 15,0 0-15,0 0 0,0 0 0,0 0 0,0 0 0,0 0 16,0 0-16,0 0 0,0 0 0,0 0 0,0 0 15,0 0-15,0 0 0,0 0 0,0 0 16,0 0-16,0 0 0,0 0 0,25 0 0,-25 0 0,0 0 0,0 0 16,0 0-16,0 0 15,25 0-15,-25 0 0,0 0 0,0 0 0,25 0 0,-25 0 0,0 0 16,25 0-16,-25 0 0,0 0 0,24 0 0,-24 0 0,0 0 156,174-25-156,-174 25 15,0 0-15,0 0 0</inkml:trace>
  <inkml:trace contextRef="#ctx0" brushRef="#br0" timeOffset="259719.8551">26318 12973 0,'0'0'0,"0"0"15,0 0-15,0 0 0,0 0 0,0 0 0,0 0 0,0 0 16,25 0-16,-25 0 0,0 0 0,0 0 0,0 0 15,0 0-15,0 0 0,0-25 0,0 25 16,0 0-16,0 0 0,0 0 0,0 0 0,0 0 0,0 0 16,0 0-16,0 0 0,0 0 0,0 0 0,0 0 15,0 0-15,0 0 0,24 0 0,-24 0 0,0 0 0,0 0 0,0 0 16,0 0-16,0 0 0,0 0 0,0-25 15,0 25-15,0 0 0,0 0 0,0 0 0,0 0 0,0 0 0,0 0 16,0 0-16,0 0 0,0-25 0,0 25 16,-24 0-16,24 0 0,0 0 0,0 0 0,0 0 0,0 0 0,0 0 15,0-24-15,0 24 0,0 0 0,-25 0 16,25 0-16,0 0 0,0 0 0,0 0 0,0 0 0,0 0 0,0 0 15,-25 0-15,25-25 0,0 25 0,0 0 16,0 0-16,0 0 0,0 0 0,0 0 0,-25 0 0,25 0 16,0 0-16,0 0 0,0 0 0,0 0 15,0 0-15,-25 0 0,25 0 0,0 0 0,0 0 0,0 0 0,-24 0 16,24 25-16,0-25 0,0 0 0,0 0 15,0 0-15,0 0 0,-25 0 0,25 0 0,0 0 0,0 0 0,0 24 16,0-24-16,-25 0 0,25 0 0,0 25 16,0-25-16,0 0 0,0 0 0,-25 25 0,25-25 0,0 0 0,0 25 15,0-25-15,-25 25 0,25-25 16,0 24-16,0-24 0,0 0 0,0 25 0,0-25 0,-24 25 0,24-25 15,0 0-15,0 25 0,0-25 0,0 25 0,0-25 0,0 0 16,0 24-16,24-24 0,-24 0 0,0 25 47,0-25-47,0 0 0,0 25 0,0-25 0,0 0 0,25 0 0,-25 25 47,0-25-47,0 0 0,0 0 0,0 0 0,25 0 0,-25 0 0,0 25 0,0-25 0,25 0 0,-25 0 0,0 0 0,25 0 0,-25 0 0,0 0 0,24 0 0,-24 0 0,0 0 0,25-25 0,-25 25 0,0 0 0,25 0 0,-25 0 0,0 0 0,0-25 0,25 25 0,-25 0 15,0 0-15,0 0 0,0 0 0,25 0 16,-25-25-16,0 25 0,0 0 0,0 0 0,0 0 0,0 0 0,0 0 0,24 0 15,-24 0-15,0-25 0,0 25 0,0 0 0,0 0 16,0 0-16,0 0 0,0 0 0,0-24 16,0 24-16,0 0 0,0 0 0,0 0 0,0 0 0,0 0 0,0-25 15,0 25-15,0 0 0,0 0 0,0 0 16,0 0-16,0 0 0,0 0 0</inkml:trace>
  <inkml:trace contextRef="#ctx0" brushRef="#br0" timeOffset="260821.9182">26467 13171 0,'0'-25'0,"0"25"0,0 0 0,0 0 0,0 0 16,0 0-16,0 0 0,0-24 0,0 24 0,0 0 0,0 0 16,0 0-16,0 0 0,0-25 0,0 25 0,0 0 15,0 0-15,0 0 0,24 0 0,-24 0 0,0-25 16,0 25-16,0 0 0,0 0 0,0 0 0,0 0 15,0 0-15,0 0 0,0 0 0,0 0 0,25 0 0,-25 0 78,0 0-78,0 0 0,0-25 0,99 50 78,-99-25-78,0 0 16,0 0-16,0 25 0,0-25 16,0 0-16,0 0 15,0 25-15,0-1 16,0-24-16,0 0 0,0 0 0,-24 25 15,-1 0-15,0 0 16,25-25-16,-25 0 0,0 25 16,1 0-1,-1-25-15,0 24 16,25-24-16,-25 0 0,25 0 15,0 25 1,0-25-16,-25 0 0,25 0 16,0 0-16,0 0 15,0 25-15,0-25 16,0 0-16,0 0 0,0 0 15,25 0-15,-25 25 16,0-25-16,124 0 31,-124 0-31,0 0 0,25 0 0,-25 0 16,25 0-16,0 0 15,-1 0 1,-24 0-16,0 0 0,0 0 0,0 0 0,0 0 16,25 0-16,-25 0 15,0 0-15,0 0 16,0 0-16,0 0 0,0 0 0,0 0 15,0 0-15,0 0 16,0 0-16,25 0 16,-25-25-16,0 25 15,0 0-15,0 0 16,25 0-16,0-25 15</inkml:trace>
  <inkml:trace contextRef="#ctx0" brushRef="#br0" timeOffset="261494.9563">27236 13022 0,'0'0'0,"0"0"0,0 0 0,0 0 16,0 0-16,0 0 0,0 0 15,0 0-15,0 0 0,0 0 0,0-24 0,0 24 0,0 0 0,0 0 0,0 0 16,0 0-16,0 0 0,0 0 15,0 0-15,0 0 0,0 0 0,0 0 0,0 0 0,24 0 0,-24 0 16,0 0-16,0 0 0,0 0 0,0 0 16,0 0-16,25 0 0,-25 0 0,0 0 0,0 0 0,25 0 0,-25 0 15,0 0-15,25 0 0,-25 0 0,0 0 16,25 0-16,-25 0 0,24 0 0,-24 0 0,0 0 0,25 0 0,-25 0 15,25 0-15,-25 0 0,0 0 0,25 0 16,-25 0-16,0 0 0,25 0 0,-25 0 0,0 0 0,24 0 0,-24 0 16,0 0-16,0 0 0,25 0 0,-25 0 0,0 0 15,0 0-15,0 0 0,0 0 0,0 0 0,0 0 16,0 0-16,0 0 0,0 0 0,0 0 218</inkml:trace>
  <inkml:trace contextRef="#ctx0" brushRef="#br0" timeOffset="261684.9675">27161 13171 0,'0'0'0,"0"0"0,0 25 0,0-25 16,0 0-16,0 0 0,0 0 0,0 0 0,0 0 0,0 0 0,0 0 0,0 0 0,0 0 0,0 0 0,0 0 0,25 0 0,-25 0 0,0 0 0,0 0 0,25 0 0,-25 0 0,0 0 0,25 0 0,-25 0 0,24 0 0,-24 0 0,0 0 0,25 0 0,-25 0 0,25 0 15,-25 0-15,25 0 0,-25 0 0,25 0 0,-25 0 16,24 0-16,1 0 0,-25 0 0,25 0 0,0 0 0,-25 0 16,25 0-16,-1 25 0,-24-25 0,25 0 0,-25 0 15,0 0-15,25 0 0,-25 0 0,0 0 0,0 0 0,0 0 16,0 0-16</inkml:trace>
  <inkml:trace contextRef="#ctx0" brushRef="#br0" timeOffset="263051.0456">26268 13742 0,'0'0'0,"0"0"15,0 0-15,0 0 0,0 0 0,0 0 16,0 0-16,0 0 0,0 0 0,0 0 0,0 0 0,0 0 15,0 0-15,0 0 0,0 0 0,0 0 16,0 0-16,0-25 0,0 25 0,0 0 0,25 0 0,-25 0 0,0 0 0,0 0 16,0 0-16,0 0 0,0 0 0,0 0 15,0 0-15,0-25 0,0 25 0,0 0 0,0 0 0,0 0 16,0 0-16,0 0 0,0 0 0,0 0 15,0-25-15,0 25 0,0 0 0,0 0 0,0 0 0,0 0 16,0 0-16,-25 0 0,25 0 78,0 0-78,0 0 0,0 0 0,0 0 0,-25 0 0,25 0 0,0 0 0,0 0 0,-24 0 0,24 0 0,0 0 0,0 0 0,-25 0 0,25 0 0,0 0 0,-25 25 0,25-25 0,0 0 0,-25 0 0,25 0 0,0 25 0,-25-25 16,25 0-16,0 25 0,-24-25 0,24 0 0,0 25 0,-25-25 0,25 24 0,0-24 0,0 25 15,0-25-15,-25 25 0,25-25 0,0 25 0,0-25 0,0 0 0,0 25 0,0-25 0,0 24 16,0-24-16,0 0 0,0 25 0,25-25 0,-25 0 0,0 25 0,0-25 15,0 0-15,25 25 0,-25-25 0,0 0 16,24 0-16,-24 0 0,0 25 0,25-25 16,-25 0-16,0 0 0,25 0 0,-25 0 0,25 0 0,-25 0 0,25 0 15,-25 0-15,24 0 0,-24 0 0,25 0 0,-25 0 0,25 0 16,-25 0-16,0-25 0,25 25 0,-25 0 0,0 0 15,25 0-15,-25 0 0,0 0 0,0 0 0,0 0 0,24-25 16,-24 25-16,0 0 0,0 0 0,0 0 0,0 0 16,0 0-16,0 0 0,0 0 0,0 0 0,0 0 0,0 0 15,0 0 141</inkml:trace>
  <inkml:trace contextRef="#ctx0" brushRef="#br0" timeOffset="263818.0895">26343 14064 0,'-25'0'0,"25"0"16,0 0-16,0 0 0,0 0 0,0 0 0,0 0 0,0 0 15,0 0-15,0 0 0,25 0 0,-25 0 0,0 0 16,0 0-16,0-25 0,0 25 0,0 0 0,0 0 16,24 0-16,-24 0 0,0 0 0,0 0 0,0 0 0,25 0 15,-25 0-15,0 0 0,0 0 0,0 0 16,25 75 155,-50-50-155,25-25-16,0 0 0,0 0 0,-25 0 0,25 24 0,0-24 0,0 0 0,-24 0 0,24 25 0,0-25 0,-25 0 0,25 0 16,0 0-16,0 25 0,-25-25 0,25 0 0,0 0 0,0 0 0,0 0 0,-25 0 0,25 0 0,0 25 0,0-25 0,0 0 0,0 0 0,0 0 0,0 0 0,0 0 0,0 0 0,0 0 0,0 0 0,0 0 0,0 0 15,0 0-15,0 0 0,0 0 0,0 0 0,0 0 0,0 0 0,0 0 0,0 0 0,25 0 0,-25 0 0,0 0 0,0-25 0,25 25 16,-25 0-16,0 0 0,25 0 0,-25 0 0,24 0 0,-24 0 15,0 0-15,25 0 0,-25 0 0,25 0 0,-25 0 16,0 0-16,25 0 0,-25 0 0,0 0 0,0 25 0,25-25 16,-25 0-16,0 0 0,0 0 0,0 0 0,0 0 15,0 0-15,0 25 47,0-25-47,24 0 0,-24 0 0,0 0 0,0 24 0,0-24 0,0 0 0,0 0 0,0 25 0,0-25 0,0 0 0,0 25 0,-24-25 0,24 0 0,0 25 0,0-25 0,0 0 0,0 0 0,0 25 0,0-25 16,0 0-16,-25 0 0,25 25 0,0-25 0,0 0 15,0 0-15,0 0 0,-25 0 0,25 0 0,0 24 0,0-24 16,-25 0-16,25 0 0,0 0 0,0 0 15,0 0-15,-25 0 0,25 0 0,0-24 0,0 24 0,0 0 0,-24 0 16,24 0-16,0 0 0,0 0 0,0 0 0,0 0 16,0 0-16,0-25 0,-25 25 0,25 0 0,0 0 0,0 0 15,0 0-15,0 0 0,0 0 0,0 0 16,0-25-16,0 25 0,0 0 0,0 0 0,0 0 0,0 0 0,0 0 15,0 0-15,0 0 0,0 0 16,0 0-16,0-25 0,25 25 0,-25 0 0,0 0 0,0 0 0,0 0 16,24 0-16,-24 0 0,0 0 0,25 0 46</inkml:trace>
  <inkml:trace contextRef="#ctx0" brushRef="#br0" timeOffset="264255.1145">27310 13990 0,'0'0'15,"0"0"-15,0 0 0,0 0 0,0 0 0,0 0 0,0 0 0,0 0 16,0 0-16,0 0 0,0 0 0,0 0 47,0 0-47,0 0 0,0 0 0,0 0 0,0 0 0,0 0 0,0 0 0,0 0 0,0 0 0,0 0 0,0 0 0,25 0 0,-25 0 0,0 0 0,0 0 0,25 0 0,-25 0 0,0 0 15,24 25-15,-24-25 0,0 0 16,25 0-16,-25 0 0,25 0 0,-25 0 0,25 0 0,-25 0 0,25 0 0,-25 0 15,24 0-15,-24 0 0,25 0 0,-25 0 16,0 0-16,25 0 0,-25 0 0,0 0 0,25 0 0,-25 0 0,0 0 16,0 0-16,0 0 0,25 0 0,-25 24 15,0-24-15,0 0 0,0 0 0,0 0 0,0 0 16,0 0-16,0 0 0,-25 0 0,25 0 0,0 0 0,0 0 0</inkml:trace>
  <inkml:trace contextRef="#ctx0" brushRef="#br0" timeOffset="264494.1282">27236 14213 0,'0'0'0,"0"0"16,0 0-16,0 0 0,0 0 0,-25 0 0,25 0 0,0 0 15,0 0-15,0 0 0,0 0 0,0 0 0,0 0 16,0 0-16,0 0 0,25 0 0,-25 0 0,0 0 15,0 0-15,24 0 0,-24 0 0,25 0 0,-25 0 0,25 0 16,-25 0-16,25 0 0,0 0 0,-25 0 0,24 0 16,1 25-16,-25-25 0,25 0 0,0 0 0,0 0 15,-25 25-15,24-25 0,1 0 0,-25 0 16,25 0-16,0 0 0,-25 24 0,25-24 0,-25 0 0,24 0 0,-24 0 15,0 0-15,25 0 0</inkml:trace>
  <inkml:trace contextRef="#ctx0" brushRef="#br0" timeOffset="301957.271">28004 11757 0,'0'0'16,"0"0"-16,0 0 0,0 0 0,0 0 0,0 0 15,0 0-15,0 0 0,0 0 0,0 0 0,0 0 16,0 0-16,0 0 0,0 0 0,0 0 0,0 0 15,0 0-15,0 0 0,0 0 0,0 0 141,0 0-141,0 0 0,0 0 0,0 0 0,0 0 0,0 0 0,0 0 0,0 0 0,0 0 0,0 25 0,0-25 0,0 0 0,0 0 0,0 0 0,0 0 0,0 0 0,0 0 15,0 0-15,0 0 0,0 0 0,0 0 0,0 0 0,0 0 0,0 0 0,0 0 0,0 0 0,0 0 0,0 0 0,0 0 0,0 0 0,0 0 0,0 0 0,0 0 0,0 25 0,0-25 0,0 0 0,0 0 0,0 0 0,25 0 0,-25 0 0,0 0 0,0 0 16,0 0-16,0 0 0,0 0 0,0 0 0,0 0 0,0 0 16,25 0-16,-25 0 0,0 0 0,0 25 15,0-25-15,25 0 0,-25 0 0,0 0 0,25 0 0,-25 0 16,25 0-16,-25 0 0,0 0 0,24 0 0,-24 0 0,25 0 15,-25 0-15,25 0 0,-25 0 0,25 0 0,-25 0 16,25 0-16,-25 0 0,24 0 0,-24 0 0,25 0 0,-25 0 16,25 0-16,-25 0 0,0 0 0,25 0 0,-25 0 15,0 0-15,25 0 0,-25 0 0,0 0 0,0 0 16,0 0-16,0 0 0,0 0 0,24 0 0,-24 0 15,0 0-15,0 0 0,0 0 0,0 0 0,0 0 0,0 0 16,25-25-16,-25 25 0,0 0 0,0 0 16,0 0-16,0 0 0,0-25 0,25 25 0,-25 0 0,0 0 0,0 0 15,0 0-15,0 0 0,0 0 0,0-25 16</inkml:trace>
  <inkml:trace contextRef="#ctx0" brushRef="#br0" timeOffset="303216.343">28848 11658 0,'0'0'156,"-25"0"-156,25 0 0,0 0 0,0 0 0,0 0 0,0 0 0,0 0 0,0 0 0,0 0 0,-25 0 0,25 0 0,0 0 0,0 0 0,0 0 0,0 0 0,0 0 0,0 0 16,0 0-16,0 0 0,0 0 0,0 0 0,0 0 0,0-25 0,0 25 0,0 0 0,0 0 0,0 0 0,0 0 0,25 0 0,-25 0 0,0 0 0,0 0 0,0-24 0,0 24 0,0 0 0,0 0 0,0 0 0,0 0 0,25 0 0,-25 0 0,0 0 0,0-25 15,0 25-15,0 0 0,25 0 0,-25 0 0,0 0 0,0 0 16,0 0-16,24 0 0,-24 0 0,0 0 0,0 0 15,0 0-15,25 0 0,-25 0 0,0 0 0,0 0 16,0 0-16,25 0 0,-25 0 0,0 0 0,0 0 16,0 0-16,25 0 0,-25 0 0,0 0 0,0 0 0,0 0 15,0 0-15,0 0 0,0 0 0,25 0 16,-25 25-16,0-25 0,0 0 0,0 0 0,0 0 0,0 0 0,0 24 15,0-24-15,0 0 0,-25 0 0,25 25 0,0-25 16,0 0-16,0 0 0,0 25 0,-25-25 0,25 0 0,0 25 16,0-25-16,-25 0 0,25 0 0,0 25 15,0-25-15,0 0 0,-25 0 0,25 24 0,0-24 0,0 0 0,-24 0 16,24 0-16,0 0 0,0 0 0,-25 25 15,25-25-15,0 0 0,0 0 0,0 0 0,-25 0 0,25 0 0,0 0 16,0 0-16,0 0 0,0 0 0,0 0 0,0 0 16,0 0-16,0 0 0,0 0 0,0 0 0,0 0 15,0 0-15,0 0 0,0 0 0,74-25 156,-74 25-156,0 0 0,0 0 0,0 0 0,25 0 0,-25 0 0,0 0 0,0 0 0,25 0 0,-25 0 0,0 25 0,0-25 16,0 0-16,25 0 0,-25 0 0,0 0 0,0 25 0,0-25 0,25 0 0,-25 0 0,0 0 0,0 25 0,0-25 0,0 0 0,0 0 0,0 25 0,0-25 0,0 0 0,0 24 0,0-24 0,0 0 0,0 0 0,0 25 0,0-25 15,0 0-15,0 0 0,0 25 0,0-25 0,-25 0 0,25 0 0,0 0 0,0 25 0,-25-25 0,25 0 0,0 0 0,0 25 0,-25-25 16,25 0-16,0 0 0,0 0 0,-25 0 0,25 24 16,0-24-16,0 0 0,-24 0 0,24 0 0,0 0 15,-25 0-15,25 0 0,0 0 0,-25 0 0,25 0 0,0 0 16,0 0-16,-25 0 0,25 0 0,0 0 0,0 0 15,-25 0-15,25 0 0,0-24 0,0 24 0,0 0 0,0 0 16,-24 0-16,24 0 0,0 0 0,0 0 16,0 0-16,0-25 0,0 25 0,0 0 0,0 0 0,-25 0 0,25 0 15,0 0-15,0 0 0,0 0 0,0 0 16,0 0-16,0 0 0,0 0 0,0 0 0,0 0 0,0 0 15,0 0-15,0 0 0,25 0 0,-25 0 0,0 0 16,0-25-16,0 25 0,0 0 0,0 0 0,0 0 0,0 0 16,24 0-16,-24 0 0,0 0 0,0 0 0,0 0 15,0-25-15,25 25 0,-25 0 0,0 0 0,0 0 0,0 0 16,0 0-16,25 0 0,-25 0 0,0 0 0</inkml:trace>
  <inkml:trace contextRef="#ctx0" brushRef="#br0" timeOffset="303786.3756">29518 11782 0,'0'0'0,"0"0"16,0 0-16,0 0 0,0 0 0,0 0 0,0 0 0,0 0 16,0 0-16,0 0 0,0 0 0,0 0 0,0 0 0,0 0 15,0 0-15,0 0 16,0 0-16,0 0 0,0 0 0,0 0 0,0 0 0,0 0 0,-25 0 0,25 0 0,0 25 15,0-25-15,-25 0 0,25 0 0,-25 25 0,25-25 16,-25 0 46,25 25-46,-24-25-16,24 24 0,-25-24 0,0 25 0,25-25 0,-25 25 0,0-25 0,25 25 0,-24 0 0,-1-25 0,25 24 0,-25-24 0,0 25 0,25-25 16,-25 25-16,1-25 0,24 25 0,-25-25 0,25 25 0,-25-25 0,25 0 0,-25 24 0,25-24 0,-25 0 0,25 25 0,-25-25 0,25 0 0,0 0 0,-24 25 15,24-25-15,0 0 0,-25 0 0,25 0 0,0 25 0,0-25 0,-25 0 0,25 0 0,0 0 0,0 0 0,0 0 0,0 0 0,-25 0 31,25 0-31,0 0 0,0 0 0,0 0 0,0 0 0,0 0 0,0 0 0,0 0 0,0 0 0,0 0 0,0 0 16,0 0-16,0 0 0,0 0 0,25 0 16,-25 0-16,0 0 0,0 0 0,0-25 0,25 25 0,-25 0 15,0 0-15,25 0 0,-25-25 0,0 25 31,24 0-31,-24 0 0,25 0 0,-25 0 0</inkml:trace>
  <inkml:trace contextRef="#ctx0" brushRef="#br0" timeOffset="304468.4146">29443 12030 0,'0'0'0,"0"0"0,0 0 0,0 0 16,0 0-16,0 0 0,0 0 0,0 0 0,25 0 15,-25 0-15,0 0 0,0 0 0,0 0 0,0 0 0,0 0 0,0 0 16,25 0-16,-25 0 0,0 0 0,0 0 0,25 0 0,-25 0 16,0 0-16,0 0 0,24 0 0,-24 0 0,0 0 78,25 0-78,-25 0 0,0 0 0,0 0 0,25 0 0,-25 0 15,0 0-15,0 25 0,25-25 0,-25 0 0,0 0 0,0 0 0,0 0 0,0 25 0,0-25 0,0 0 0,0 0 0,0 25 0,0-25 0,0 0 0,-25 0 0,25 24 0,0-24 16,0 0-16,-25 0 0,25 25 0,0-25 0,-25 0 0,25 25 0,-24-25 0,24 0 0,-25 0 0,25 25 0,-25-25 0,25 0 0,-25 0 0,25 25 0,-25-25 0,25 0 15,-24 0-15,24 25 0,-25-25 0,25 0 16,-25 0-16,25 24 0,0-24 0,-25 0 0,25 0 0,-25 0 16,25 25-16,0-25 0,-24 0 0,24 0 15,0 0-15,0 0 0,-25 25 0,25-25 0,0 0 0,0 0 0,0 0 16,-25 0-16,25 0 0,0 0 15,0 0-15,0 25 0,0-25 0,0 0 0,0 0 0,0 0 0,0 0 16,0 0-16,0 0 0,0 0 0,0 0 0,25 0 0,-25 0 0,0 25 16,0-25-16,25 0 0,-25 0 0,0 0 15,24 0-15,-24 0 0,0 0 0,25 0 0,-25 24 0,25-24 16,-25 0 15,25 0-31,-25 0 0,25 0 0,-1 0 0,-24 0 0,25 0 0,-25 0 0,25 0 16,-25 0-16,25 0 0,-25 0 0,99 25 93,-99-25-77,0 0-16,0 0 0,0 0 0,0 0 0,25-25 0,-25 25 0,0 0 0,0 0 0,0 0 0,0 0 0,0 0 0,0 0 0,0 0 0,0 0 0,0 0 15,0 0-15,0 0 0,0 0 0</inkml:trace>
  <inkml:trace contextRef="#ctx0" brushRef="#br0" timeOffset="308017.6176">28277 13047 0,'0'0'78,"0"0"-78,0 0 0,0 0 0,0 0 0,0 0 0,0 0 0,0 0 0,0 0 15,0 0-15,0 0 0,0 0 0,0 0 0,0 0 0,0 0 0,0 0 0,0 0 0,0 0 0,0 0 0,0 0 0,0 0 0,0 0 0,0 0 0,0 0 0,25 0 0,-25 0 0,0-25 0,0 25 16,0 0-16,25 0 0,-25 0 0,0 0 0,25 0 0,-25-24 0,0 24 0,25 0 0,-25 0 0,24-25 0,-24 25 16,0 0-16,25 0 0,-25-25 0,25 25 0,-25 0 0,25-25 15,-25 25-15,25-25 0,-25 25 0,24 0 0,-24-24 16,0 24-16,25 0 0,-25-25 0,0 25 0,0 0 15,0-25-15,25 25 0,-25 0 0,0 0 0,0 0 0,0-25 0,0 25 16,0 0-16,0 0 0,0 0 0,0 0 16,0 0-16,0 0 0,0 0 296,-99 273-296,99-273 0,0 0 0,0 0 0,0 0 0,0-25 0</inkml:trace>
  <inkml:trace contextRef="#ctx0" brushRef="#br0" timeOffset="309594.7076">28848 12774 0,'0'0'0,"0"0"15,0 0-15,0 0 0,0 0 0,0 0 0,0 0 0,0 0 16,0 0-16,0 0 0,0 0 0,0 0 0,0 0 15,0 0-15,0 0 0,0 0 0,0 0 0,0 0 16,0 0-16,0 0 0,0 0 0,0 0 16,0 0-16,0 0 0,0 0 0,0 0 0,0 0 15,0 0-15,0 0 0,0 0 0,0 0 0,0 0 0,0 0 0,0 0 16,0 0-16,0 0 0,0 0 0,0 0 15,0 0-15,0 0 0,0 0 0,0 0 0,0 0 0,0 0 0,0 0 16,0 0-16,0 0 0,0 0 0,0 0 16,0 0-16,0 0 0,0 0 0,0 0 31,0 0-31,0 0 15,0 0-15,0 0 0,0 0 0,0 0 0,0 0 0,0 0 0,0 0 0,0 0 0,0 0 0,0 0 0,0 0 0,0 0 0,0 0 0,0 0 16,0 0-16,0 0 0,0 0 0,0 0 0,0 0 0,0 0 0,0 0 16,0 0-16,0 0 0,0 0 0,0 0 0,0 0 0,-25 0 15,25 0-15,0 0 0,0 0 0,0 0 0,0 0 0,0 0 16,0 0-16,0 0 0,0 0 0,0 0 0,0 0 0,0 0 15,0 0-15,0 0 0,0 0 0,0 0 47,0 0-47,0 0 0,0 0 0,0 0 16,0 0-16,0 0 0,0 0 0,0 0 0,0 0 0,0 0 0,0 0 0,0 0 0,0 0 0,0 0 0,0 0 0,0 0 0,0 0 0,0 0 0,0 0 0,0 0 0,0 0 0,0 0 15,0 0-15,0 0 0,0 0 0,0 0 0,0 0 16,0 0-16,0 0 0,0 0 0,0 0 0,0 0 0,0 0 16,0 0-16,0 0 0,0 0 0,0 0 0,0 0 0,0 0 15,0 0-15,0 0 0,0 0 0,0 0 187,0 0-187,0 0 16,0 0-16,0 0 16,0 0-16,0 25 15,0-25-15,-25 25 16,25 0-16,-49 49 47,49-49-32,0-25-15,0 0 16,0 0-16,0 0 15,0 0-15,0 0 16,0 25-16,124 148 250,-248-197 233</inkml:trace>
  <inkml:trace contextRef="#ctx0" brushRef="#br0" timeOffset="310435.7559">28897 12700 0,'0'0'15,"0"0"-15,0 0 0,0 0 0,0 0 0,0 0 0,0 0 0,0 0 0,0 0 16,0 0-16,0 0 0,0 0 0,0 0 187,-24 25-187,48-25 0,-24 0 16,0 0-16,0 0 0,0 0 0,0 0 0,0 0 0,0 0 0,0 0 0,25 0 0,-25 0 0,0 0 0,0 0 0,25 25 0,-25-25 15,0 0-15,0 0 0,25 0 0,-25 0 0,25 0 0,-25 0 0,0 0 0,24 0 0,-24 0 0,0 0 0,25 0 0,-25 0 0,25 0 0,-25 0 0,0 0 0,0 0 0,25 0 0,-25 0 16,0 24-16,0-24 0,25 0 0,-25 0 0,0 0 0,0 0 0,0 0 0,25 0 0,-25 0 0,0 0 0,0 0 0,0 0 0,0 0 16,0 0-16,0 0 0,0 0 0,0 0 0,0 0 0,0 0 15,0 0-15,0 0 0,0 0 0,0 0 0,0 0 0,0 0 16,0 0-16,0 0 0,24 0 0,-24 0 0,0 0 16,0-24-16,0 24 0,0 0 0,0 0 0,0 0 0,0 0 0,0 0 15,0 0-15,0 0 0,0 0 16,0 0-16,0 0 0,0 0 0,0 0 0</inkml:trace>
  <inkml:trace contextRef="#ctx0" brushRef="#br0" timeOffset="311353.8084">29394 12799 0,'0'0'0,"0"0"0,0 0 0,0 0 0,0 0 16,0 0-16,0 0 0,0 0 15,0 0-15,0 0 0,0 0 0,0 0 0,0 0 0,0 0 0,0 0 16,0 0-16,0 0 0,0 0 0,0 0 0,0 0 0,0 0 16,0 0-16,0 0 0,0 0 15,0 0-15,0 0 0,0 0 0,0 0 0,0 0 0,0 25 0,0-25 0,0 0 16,0 0-16,0 0 0,-25 25 15,25-25-15,0 0 0,0 25 0,-25-25 0,25 0 0,0 24 0,-25-24 0,25 25 16,-25-25-16,25 25 0,-24-25 0,24 25 0,-25-25 16,25 25-16,0-25 0,-25 24 0,25-24 0,-25 0 15,25 25 16,-25-25-31,25 25 0,-24-25 0,24 25 0,0-25 0,-25 0 0,25 25 0,0-25 0,-25 24 16,25-24-16,0 0 0,-25 25 0,25-25 0,0 0 0,0 25 0,-25-25 0,25 0 0,0 0 0,0 25 0,0-25 0,0 0 16,-25 0-16,25 0 0,0 25 0,0-25 15,0 0-15,0 0 0,0 0 0,0 0 0,0 0 0,0 0 0,0 0 16,0 0-16,0 0 0,0 0 0,0 0 15,0 0-15,0 0 0,0 0 0,0 0 0,0 0 0,0 0 16,0 0-16,0 0 0,0 0 0,0 0 0,0 0 0,0 0 16,0 0 155</inkml:trace>
  <inkml:trace contextRef="#ctx0" brushRef="#br0" timeOffset="312936.899">29890 12849 0,'0'0'16,"0"0"-16,0 0 0,0 0 0,-25 0 0,25 0 0,0 0 15,0 0-15,0 0 0,0 0 0,0 0 0,0 0 16,0 0-16,0 0 0,0 0 0,0 0 0,0 0 0,0 0 16,0 0-16,0 0 0,0 0 0,0 0 0,0 0 0,0 0 15,0 0-15,0 0 141,-25-25-95,25 50-46,0-25 16,-25 0-16,25 0 0,0 0 0,0 0 16,0 0-16,0 0 0,0 25 15,-25-25-15,25 0 0,0 0 0,0 0 16,0 0-1,0 24-15,0 1 16,0-25-16,0 25 0,25-25 16,-25 25-1,0-25-15,25 25 0,-25-1 16,25-24-16,-25 0 0,0 25 15,0-25-15,25 0 16,-25 0-16,24 25 0,-24-25 16,0 0-16,0 0 0,0 25 0,0-25 15,25 25-15,-25-25 0,25 24 16,-25-24-16,0 0 15,0 25-15,0-25 0,0 25 16,-198 74 499,520-496-515,-322 397 0,-25 0 0,25 0 0,0 0 15,0 0-15,0 0 0,0 0 16,0 0-16,0 0 0,0 0 16,0 0-16,0 0 0,0 0 15,0 0-15,25 0 0,-25 0 16</inkml:trace>
  <inkml:trace contextRef="#ctx0" brushRef="#br0" timeOffset="316913.1264">28302 13841 0,'0'0'0,"0"0"15,0 0-15,0 0 0,0 0 0,0 0 0,0 0 0,0 0 16,0 0-16,0 0 0,0 0 0,0 0 15,0 0-15,0 0 0,0 0 0,0 0 47,0 0-47,0 0 0,25 0 0,-25 0 109,0 0-109,0 0 0,0 0 0,0 0 0,0 0 0,0 0 0,0 0 0,0 0 16,0 0-16,0 0 0,0 0 0,0 0 0,0 0 0,0 0 0,0 0 0,0 0 0,0 0 0,0 0 16,0 0-16,0 0 0,0 0 0,0 0 0,0 0 0,0 0 0,0 0 0,0 0 0,0 25 0,0-25 0,0 0 0,0 0 0,-25 25 0,25-25 0,0 0 0,0 0 0,0 24 0,0-24 0,0 0 0,0 0 0,0 25 0,0-25 0,-25 0 0,25 0 15,0 25-15,0-25 0,0 0 0,0 0 0,0 0 0,0 0 0,0 25 0,0-25 0,0 0 16,-24 0-16,24 0 0,0 0 0,0 0 15,0 0-15,0 0 0,0 0 0,0 0 0,0 0 0,0 0 0,0 0 16,0 0-16,0 0 0,0 0 0,0 0 16,0 0-16,0 0 0,0 0 0,0 0 31,24 0-16,-24 0-15,0 0 0,0 0 0,0 0 0,0 0 0,0 0 0,25 0 0,-25 25 0,0-25 0,0 0 0,25 0 16,-25 0-16,0 0 0,0 0 0,25 0 0,-25 0 0,0 0 0,0 0 0,0 0 0,25 0 0,-25 0 0,0 0 0,0 0 0,24 0 16,-24 0-16,0 0 0,0 0 15,0 0-15,25 0 0,-25 0 0,0 0 0,0 0 0,0 24 0,0-24 16,0 0-16,0 0 0,25 0 0,-25 0 0,0 0 0,0 0 15,0 0-15,0 25 0,0-25 0,0 0 0,0 0 16,0 0-16,0 25 0,0-25 0,0 0 0,0 0 16,0 0-16,0 25 0,0-25 0,0 0 0,0 0 0,-25 25 15,25-25-15,0 0 0,0 0 0,0 0 0,0 24 16,0-24-16,-25 0 0,25 0 0,0 25 0,0-25 15,0 0-15,0 0 0,0 0 0,-24 0 0,24 0 0,0 25 0,0-25 16,0 0-16,0 0 0,-25 0 16,25 0-16,0 0 0,0 0 0,0 0 0,-25 0 0,25 0 0,0 0 15,0 0-15,0 0 0,0 0 0,-25 0 16,25 0-16,0 0 0,0 0 0,0 0 0,0 0 0,0 0 0,-25-25 15,25 25-15,0 0 0,0 0 0,0 0 16,0 0-16,0 0 0,0-25 0,0 25 0,-24 0 0,24 0 16,0 0-16,0 0 0,0 0 0,0 0 0,0 0 15,0-24-15,0 24 0,0 0 0,0 0 0,0 0 0,0 0 16,0 0-16,0 0 0,0 0 0,0 0 0,0-25 15,0 25-15,0 0 0,0 0 32,0 0-32,0 0 0,0 0 0,24 0 0,-24 0 0,0-25 0,0 25 0,0 0 46,0 0-46</inkml:trace>
  <inkml:trace contextRef="#ctx0" brushRef="#br0" timeOffset="317505.1602">28426 13816 0,'0'0'0,"0"0"0,0 0 0,0 0 0,0 0 0,0 0 15,0 0-15,0 0 0,0 0 0,0 0 0,0 0 16,0 0-16,0-25 0,0 25 0,0 0 0,0 0 0,0 0 15,0 0-15,0 0 0,0 0 0,0 0 0,0 0 16,0 0-16,0 0 0,0 0 0,0 0 0,0 0 16,0 0-16,0 0 15,0 0-15,0 0 0,0 0 0,0 0 0,0 0 0,0 0 0,0 0 16,0 0-16,0 0 0,0 0 0,0 0 0,0 0 0,0 0 0,0 0 15,0 0-15,0 0 0,0 0 0,0 0 0,0 0 0,0 0 16,0 0-16,0 0 0,0 0 0,0 0 0,0 0 16,0 0-16,0 0 0,0 0 0,0 0 0,0 0 0,0 0 15,0 0-15,0 0 0,0 0 0,0 0 16,0 0-16,0 0 0,0 0 0,0 0 0,0 0 0,0 0 0,0 0 15,0 0-15,0 0 0,0 0 0,0 0 16,0 0-16,25 25 0,-25-25 0,0 0 0,0 0 0,25 0 0,-25 0 16,0 0-16,25 0 0,-25 0 15,24 25-15,-24-25 0,0 0 0,25 0 0,-25 0 0,25 0 0,-25 0 16,25 0-16,-25 25 0,25-25 0,-25 0 15,24 0-15,-24 0 0,0 0 0,25 0 0,-25 0 0,0 0 0,0 0 16,25 0 46,-25 0 16,0 0-78,0 0 0,0 0 0,0 0 0,0 0 0,0 0 0,0 0 0,0 0 16,0 0-16,0 0 0,0 0 0,0-25 0,0 25 0,0 0 0,25 0 0</inkml:trace>
  <inkml:trace contextRef="#ctx0" brushRef="#br0" timeOffset="318045.1911">29021 13915 0,'0'0'0,"0"0"16,0 0-16,0 0 0,0 0 0,0 0 0,0 0 0,0 0 15,0 0-15,0 0 0,0 0 0,0 0 0,0 0 16,0 0-16,0 0 0,0 0 0,0 0 0,0 0 0,0 0 15,0 0-15,0 0 0,0 0 0,0 0 0,0 0 16,0 0-16,-24 0 0,24 25 0,0-25 0,0 0 0,0 0 0,-25 25 16,25-25-16,0 0 0,0 25 0,-25-25 15,25 25-15,-25-25 0,25 0 78,-347 297 31,347-297-109,0 0 0,0 0 0,0 0 0,0 0 0,0 0 0,0 25 0,-25-25 0,25 0 0,0 0 0,0 0 0,0 0 0,0 0 0,0 0 0,0 0 0,0 0 0,0 0 0,0 0 16,0 0-16,25-25 0,-25 25 0,0 0 0,0 0 0,0 0 0,0 0 0,0 0 0,0-25 0,25 25 0,-25 0 0,0 0 0,0-24 0,25 24 0,-25 0 0,0 0 0,24-25 0,-24 25 0</inkml:trace>
  <inkml:trace contextRef="#ctx0" brushRef="#br0" timeOffset="318940.2423">29394 13965 0,'0'0'0,"0"0"0,0 0 0,0 0 0,0 0 0,0 0 15,0 0-15,0 0 0,0 0 16,0 0-16,0 0 0,0 0 0,0 0 0,0 0 0,0 25 0,-25-25 16,25 0-16,0 0 0,0 0 0,0 0 0,0 0 0,0 0 15,0 0-15,0 0 0,-25 0 0,25 0 0,0 25 0,0-25 125,-50 24-125,26-24 0,24 0 0,0 25 0,-25-25 0,25 0 0,0 0 0,-25 0 0,25 0 0,0 25 0,-25-25 0,25 0 0,-25 0 0,25 0 0,0 0 0,-24 25 0,24-25 0,0 0 0,0 0 0,-25 0 0,25 0 0,0 0 0,0 0 0,-25 0 0,25 0 16,0 0-16,0 25 0,0-25 0,0 0 0,0 0 0,0 0 0,0 0 0,0 0 0,0 0 0,0 0 0,0 0 0,0 0 0,0 0 0,0 0 15,0 0-15,0 0 0,0 0 0,0 0 0,0 0 0,0 0 0,0 0 16,0 0-16,0 0 0,0 0 0,0 0 0,0 0 0,0 0 15,0 0-15,0 0 32,0 0-32,0 0 0,0 0 0,0 0 0,25 0 0,-25 0 0,0 24 0,0-24 0,0 0 0,25 0 0,-25 0 0,0 0 15,24 0-15,-24 0 0,0 0 0,25 25 0,-25-25 0,0 0 0,25 0 16,-25 0-16,25 0 0,-25 0 0,0 0 0,25 0 0,-25 25 15,24-25-15,-24 0 0,25 0 0,-25 0 0,25 0 16,-25 0-16,0 0 0,25 0 0,-25 25 0,0-25 0,25 0 16,-25 0-16,0 0 0,24 0 0,-24 0 15,0 0-15,0 0 0,0 0 0,25 0 156,0-25-156,-25 25 0,0 0 0,0 0 0,0 0 0,0 0 0,0 0 0,0-25 0,0 25 0,0 0 0,0 0 0,0 0 0,25 0 0,-25 0 0,0-25 0,0 25 0,0 0 0,0 0 0</inkml:trace>
  <inkml:trace contextRef="#ctx0" brushRef="#br0" timeOffset="319448.2714">29518 14039 0,'0'0'0,"0"-24"16,0 24-16,0 0 0,0 0 0,0 0 0,0 0 0,0 0 15,0 0-15,0 0 0,0 0 0,0 0 0,0 0 16,0 0-16,0 0 0,0 0 0,0 0 0,0 0 0,0 0 15,0 0-15,0 0 0,0 0 0,0 0 0,0 0 16,0 0-16,0 0 0,0 0 0,0 0 0,0 0 16,0 0-16,0 0 0,0 0 0,0 0 0,0 0 0,0 0 15,0 0-15,0 0 0,0 0 0,0 0 0,0 0 16,0 0-16,0 0 0,0 0 0,0 0 15,0 0-15,0 0 0,0 0 0,0 0 0,0 0 0,0 0 0,0 24 16,0-24-16,0 0 0,0 0 0,0 0 16,0 0-16,0 0 0,0 0 0,0 25 0,0-25 0,0 0 15,0 0-15,0 0 0,0 25 0,0-25 0,0 0 16,0 0-16,-25 25 0,25-25 0,0 0 0,0 25 0,0-25 0,0 0 15,-25 24-15,25-24 0,0 25 0,0-25 16,-25 0-16,25 25 0,0-25 0,0 25 0,-25-25 0,25 25 16,0-25-16,-24 0 0,24 24 0,0-24 15,0 25-15,-25-25 0,25 25 0,0-25 0,0 25 0,-25-25 0,25 0 47,0 25-47,0-25 0,-25 25 0,25-25 47,0 0-47,0 24 0,0-24 0,0 0 0,-25 0 0,25 25 0,0-25 0,0 0 0,0 0 0,0 0 0,0 25 0,0-25 0,0 0 0,0 0 78,-24 0-78,24 0 0,0 0 0,0 0 0,0 0 0,0 0 0,0 0 0,0 0 0,0 0 0,0 0 0,0 0 0,0 0 0,0 0 0,0 0 15,0 0-15,0 0 0,24 0 0,-24 0 0,0 0 0,0 0 0,0 0 0,0 0 0,0-25 16,0 25-16,-24 0 0,24 0 0,0-25 0,0 25 0,0 0 0,0 0 0,0-24 0,0 24 0,0 0 0,0 0 16</inkml:trace>
  <inkml:trace contextRef="#ctx0" brushRef="#br0" timeOffset="320832.3506">2406 14957 0,'0'0'15,"0"0"-15,-25 0 0,25 0 0,0 0 0,0 0 16,0 0-16,0 0 0,0 0 0,0 0 0,0 0 0,0 0 16,0 0-16,0 0 0,0 0 0,0 0 46,25 0-30,-25 0-16,0 0 0,0 0 0,0 0 0,0 25 0,0-25 0,0 0 0,0 0 0,25 0 0,-25 0 0,0 0 0,0 0 0,0 0 0,25 0 0,-25 25 0,0-25 16,24 0-16,-24 0 0,0 0 0,25 0 0,-25 0 0,0 0 0,25 0 0,-25 25 0,25-25 0,-25 0 0,0 0 0,25 0 15,-25 0-15,0 0 0,24 0 0,-24 0 16,0 0-16,0 0 0,0 0 0,25 0 0,-25 24 0,0-24 0,0 0 15,0 0-15,0 0 16,0 0-16,0 0 0,0 0 0</inkml:trace>
  <inkml:trace contextRef="#ctx0" brushRef="#br0" timeOffset="321196.3714">2456 15106 0,'0'0'0,"-25"0"0,25 0 0,0 0 16,0 0-16,0 0 0,0 0 0,0 0 0,0 0 0,0 0 15,0 0-15,0 0 0,0-25 16,25 25-16,-25 0 0,0 0 0,0 0 0,24 0 0,-24 0 0,0 0 16,25 0-16,-25 0 0,0 0 0,0 0 0,25 0 0,-25 0 15,0 0-15,25 0 0,-25 0 0,0 0 0,25 0 16,-25 0-16,0 0 0,0 0 31,24 0-31,-24 0 16,0 0-16,0 0 31,0 0-31,25 0 0,-25 0 0,0 0 0,0 0 0,0-25 0</inkml:trace>
  <inkml:trace contextRef="#ctx0" brushRef="#br0" timeOffset="321498.3886">2629 14858 0,'0'0'0,"0"0"0,0 0 0,0 0 0,0 0 0,0 0 0,0 0 0,0 0 0,0 0 0,0 0 0,0-25 0,0 25 0,0 0 0,0 0 0,0 0 0,0 0 0,0 0 0,0 0 16,25 0-16,-25 0 0,0 0 0,0 0 0,0 0 0,25 0 15,-25 0-15,0 0 0,0 0 0,25 0 0,-25 0 16,0 25-16,0-25 0,25 0 0,-25 0 0,0 25 0,0-25 16,24 0-16,-24 25 0,0-25 0,0 24 0,0-24 15,25 25-15,-25-25 0,0 25 0,0-25 0,0 25 16,0-25-16,0 25 0,0-25 0,0 24 0,0-24 0,0 25 15,0-25-15,0 0 0,0 25 0,-25-25 0,25 25 0,0-25 16,0 0-16,0 25 0,-24-25 0,24 0 0,0 0 16,0 24-16,-25-24 0,25 0 0,0 0 0,-25 25 0,25-25 15,0 0-15,0 0 0,-25 0 0,25 0 16,0 0-16,0 0 0,-25 0 0,25 0 62,0 0-62</inkml:trace>
  <inkml:trace contextRef="#ctx0" brushRef="#br0" timeOffset="322173.4273">3820 14387 0,'0'0'0,"-25"0"16,25 0-16,0 0 0,0 0 0,0 0 15,0 0-15,0 0 0,-25 0 0,25 0 0,0 25 0,0-25 16,0 0-16,0 0 0,0 0 0,-24 0 0,24 0 0,0 0 16,0 24-16,0-24 0,0 0 0,0 0 0,-25 25 0,25-25 15,0 0-15,0 25 0,0-25 0,0 25 16,0-25-16,0 25 0,0-25 47,-25 24-47,25 1 0,0-25 0,0 25 0,0 0 0,0 0 0,0-1 0,0 1 0,-25 0 0,25 25 0,0-26 0,0 1 0,0 0 0,0 0 0,0 0 0,0-1 0,0 26 0,0-25 124,50 173-124,-50-173 0,0-25 0,25 25 0,-25-25 0,0 0 0,24 25 0,-24-25 0,25 0 0,-25 0 0,25 0 0,-25 0 0,25 0 0,-25 0 0,25 0 16,-25 0-16,24 0 0,-24 0 0,0 0 0,25-25 0</inkml:trace>
  <inkml:trace contextRef="#ctx0" brushRef="#br0" timeOffset="323746.5172">4341 14585 0,'0'0'0,"0"0"0,0 0 0,0 0 0,0 0 0,0 0 15,0 0-15,0 0 0,0 0 16,0 0-16,0 0 0,0 0 0,0 0 0,0 0 0,0 0 0,0 0 16,0 0-16,0 0 0,0 0 0,0 0 15,0 0-15,0 0 0,0 0 141,0 50-141,0-50 0,0 25 15,0-25-15,0 0 0,0 24 0,0-24 0,0 25 0,0-25 0,0 0 0,0 25 0,0-25 0,0 25 0,0-25 0,0 25 0,0-25 16,0 24-16,0-24 0,0 25 0,0-25 0,0 0 0,0 25 0,0-25 0,0 25 0,0-25 0,0 25 0,0-25 0,0 24 0,0-24 0,0 0 0,0 25 0,0-25 0,0 0 0,0 25 0,25-25 0,-25 0 15,0 25-15,0-25 0,0 0 0,0 25 0,0-25 0,0 0 0,0 0 0,0 0 0,24 0 0,-24 24 0,0-24 0,0 0 16,0 0-16,0 0 0,0 0 0,25 0 0,-25 0 0,0 0 0,0 0 78,25 0-78,-25-24 0,0 24 0,25 0 16,-25 0-16,0-25 0,0 25 0,25 0 0,-25-25 0,0 25 0,24 0 0,-24-25 0,0 25 0,25 0 0,-25-25 0,0 25 0,0 0 0,25-24 0,-25 24 0,0 0 0,0-25 0,0 25 0,25-25 0,-25 25 0,0 0 0,0-25 0,0 25 0,25-25 0,-25 25 0,0 0 0,0-24 15,0 24-15,0-25 0,0 25 0,0-25 0,0 25 0,0-25 0,0 25 16,0-25-16,0 25 0,0-24 0,0 24 15,0 0-15,0-25 0,0 25 0,0-25 0,0 25 0,0 0 0,0 0 16,0-25-16,0 25 0,0 0 16,0 0-16,0 0 0,0 0 0,0 0 0,0 0 0,0 0 0,0 0 15,0 0-15,0 0 0,0 0 0,0 0 78,0 0-78,0 0 0,0 0 0,0 0 0,0 0 0,0 0 0,0-25 0,0 25 0,0 0 0,0 0 0,0 0 0,0 0 0,0 0 16,0 0-16,0 0 0,24 25 78,-24-25-78,0 0 0,0 0 0,0 0 0,0 0 0,0 25 0,0-25 0,0 0 0,0 0 0,0 25 0,0-25 0,0 0 0,0 25 15,0-25-15,0 24 0,0-24 0,0 25 0,0-25 0,0 25 0,0-25 0,0 25 0,0-25 0,0 25 0,0-25 0,0 24 0,0-24 0,-24 25 0,24-25 0,0 25 0,0-25 16,0 25-16,0-25 0,0 25 0,0-25 0,0 0 0,0 24 0,0-24 0,0 0 0,0 25 0,0-25 0,0 25 0,0-25 0,0 0 0,0 0 0,0 25 0,0-25 16,0 0-16,0 0 0,0 25 0,0-25 0,0 0 0,0 0 15,0 0-15,0 0 0,0 24 0,0-24 16,0 0-16,0 0 0,0 0 0,0 0 0,0 0 0,0 0 0,0 0 15,0 0-15,0 0 0,0 0 0,0 0 16,0 0-16,0 0 0,0 0 0,0 0 0,0 0 16,0 0-16,0 0 0,0-24 0,0 24 0,0 0 0</inkml:trace>
  <inkml:trace contextRef="#ctx0" brushRef="#br0" timeOffset="324286.5477">4812 15131 0,'0'0'16,"0"0"-16,0 0 0,0 0 0,0 0 0,0 0 0,0 0 0,0 0 15,0 0-15,0 0 0,0 0 0,0-25 0,0 25 16,0 0-16,0 0 0,0-25 0,25 25 0,-25 0 0,0 0 15,0-25-15,0 25 0,0 0 0,0-24 0,25 24 16,-25 0-16,0-25 0,0 25 0,0 0 0,0 0 0,0-25 16,0 25-16,0 0 0,0 0 0,25 0 0,-25-25 15,0 25-15,0 0 0,0 0 0,0 0 0,0 0 16,0-25-16,0 25 0,0 0 0,0 0 0,0 0 15,0 0-15,0 0 0,0 0 0,0-24 0,0 24 0,0 0 0,0 0 16,0 0-16,0 0 0,0 0 0,0 0 16,0 0-16,0 0 0,0 0 0,0 0 0,0 0 0,0 0 15,0 0-15,24 0 0,-24 0 0,0 24 16,0-24-16,0 0 15,0 0-15,0 25 0,0-25 0,0 0 0,0 25 0,0-25 0,0 25 0,0-25 0,0 25 0,0-25 16,0 0-16,0 24 0,0-24 0,0 25 0,0-25 0,0 25 16,0-25-16,0 0 0,0 25 0,0-25 0,0 0 0,0 25 15,0-25-15,0 0 0,0 0 16,0 0-16,0 24 0,0-24 0,0 0 0,0 0 0,0 0 0,0 0 0,0 0 15,0 0-15,0 0 0,0 0 0,0 0 16,0 0-16,0 0 0,0 0 0,0 0 0,0 0 0,0-24 16,0 24-16,0 0 0</inkml:trace>
  <inkml:trace contextRef="#ctx0" brushRef="#br0" timeOffset="324909.5838">5060 14287 0,'0'0'15,"0"0"-15,0 0 0,0 0 0,0 0 0,0 0 0,0-24 16,25 24-16,-25 0 0,0 0 0,0 0 0,0 0 16,0 0-16,0 0 0,0 0 0,25 0 0,-25 0 0,0 0 15,0 24-15,0-24 0,25 0 0,-25 0 16,0 0-16,0 0 0,0 0 0,0 0 0,24 25 0,-24-25 0,0 0 15,0 0-15,25 25 0,-25-25 0,0 25 16,0-25-16,25 0 0,-25 25 0,0-25 0,0 25 0,25-25 16,-25 24-16,0-24 0,0 25 0,0 0 0,25-25 0,-25 25 15,0-25-15,0 25 0,0-1 0,0-24 0,0 25 0,0 0 16,0-25-16,0 25 0,0 0 0,0-25 0,0 24 78,0 1-78,0-25 15,0 25-15,0 0 0,0-25 0,0 25 0,0-1 0,-25-24 0,25 25 0,0 0 0,0-25 0,0 25 0,0 0 0,0-25 0,-25 24 0,25-24 0,0 25 0,0 0 0,0-25 0,0 25 0,-25-25 0,25 25 0,0-25 0,0 0 0,0 24 0,0-24 0,0 25 0,-25-25 0,25 0 0,0 0 0,0 25 0,0-25 0,0 0 78,0 0-62,0 0-16,-24 0 0,24 0 0,0 0 0,0 0 0,0 0 0,0 0 0,0 0 0,0 0 0,0 0 0,0-25 0,0 25 0,0 0 0,0 0 0,-25 0 16</inkml:trace>
  <inkml:trace contextRef="#ctx0" brushRef="#br0" timeOffset="325597.6231">5581 15106 0,'0'0'0,"0"0"15,0-25-15,0 25 0,0 0 0,0 0 0,0 0 0,0 0 16,0 0-16,0 0 0,0 0 0,0 0 0,0 0 15,0 0-15,0 0 0,0 0 0,0 0 0,0 25 0,0-25 16,0 0-16,0 0 0,0 25 0,0-25 0,0 25 16,0-25-16,0 24 0,0-24 0,0 0 15,0 25-15,0 0 0,0-25 0,0 25 0,0-25 0,0 25 0,0-25 16,0 24-16,0-24 0,0 25 0,0-25 0,0 25 15,0 0-15,0-25 0,0 25 0,0-25 0,0 25 0,0-25 16,0 24-16,0-24 0,0 25 16,0-25-16,0 0 0,0 25 0,0-25 0,-25 0 0,25 0 0,0 0 15,0 25-15,0-25 0,0 0 0,0 0 0,0 0 0,0 0 16,0 0-16,0 0 0,0 0 0,-25 0 0,25 0 15,0-25-15,0 25 0,0 0 0,0 0 0,0 0 0,0-25 16</inkml:trace>
  <inkml:trace contextRef="#ctx0" brushRef="#br0" timeOffset="326276.6616">5581 15056 0,'0'0'0,"0"0"0,0 0 0,25 0 156,74-24-156,-99 48 0,0-24 15,0 25-15,0 0 16,0-25-16,0 25 0,-25 0 16,25-1-16,0 1 0,-25 0 15,1 0-15,24 0 16,-25-25-1,25 24-15,0-24 16,0 0-16,0 0 16,25 0-1,-25 25-15,24-25 16,1 0-1,0 0-15,0 25 0,0 0 16,-25 0 0,24 0-16,-24-1 15,0 1 1,-24 0-16,24 0 15,0-25-15,0 25 0,-100-1 47,76-24-31,24 0-16,0 0 0,0-24 15,-25 24-15,25 0 16,0 0-16,0 0 0,0-25 16,0 25-16,0-25 15,25 25-15,-25-25 0,24 25 16</inkml:trace>
  <inkml:trace contextRef="#ctx0" brushRef="#br0" timeOffset="326483.6738">5978 14883 0,'0'-25'16,"0"25"-16,0 0 0,0 0 0,0 0 0,0 0 16,0 0-16,0 0 0,0 0 0,0 25 0,-25-25 0,25 0 15,0 0-15,0 0 0,0 25 0,0-25 0,0 0 0,-25 24 16,25-24-16,0 0 0,0 25 0,0-25 0,0 25 15,-24-25-15,24 25 0,0-25 0,0 0 0,0 25 16,-25-25-16,25 24 0,0-24 0,0 0 0,0 0 0,0 25 16,0-25-16,0 0 0,0 0 0,0 0 15,0 0-15</inkml:trace>
  <inkml:trace contextRef="#ctx0" brushRef="#br0" timeOffset="327198.7147">6747 14709 0,'0'0'0,"0"0"0,0 0 0,0 0 16,0 0-16,0 0 0,0 0 0,0 0 0,0 0 16,0 0-16,0 0 0,0 0 0,0 0 0,0 0 0,25 0 15,-25 0-15,0 0 0,0 0 0,24 0 0,-24 0 0,0 0 0,25 0 16,-25 0-16,0 0 0,25 0 15,-25 0-15,0 0 0,25 0 0,-25 0 0,0 0 0,25 0 0,-25 25 16,0-25 15,49 0 47,-49 0-78,0 0 0,0 0 0,0 0 0,0 0 0,0 0 0</inkml:trace>
  <inkml:trace contextRef="#ctx0" brushRef="#br0" timeOffset="327354.7236">6772 14932 0,'0'0'0,"0"0"0,0 0 0,0 0 0,0 0 15,0 0-15,0 0 0,0 0 0,0 0 0,0 0 0,0 0 16,24 0-16,-24 0 0,0 0 0,25 0 0,-25-24 15,25 24-15,-25 0 0,25 0 0,-25 0 0,25 0 0,-25 0 16,25 0-16,-25 0 0,24 0 0,-24 0 0,25 0 16,-25 0-16,25 0 0,-25 0 0,0 0 0,25 0 15,-25 0-15,25 0 0,-25 0 0,24 0 16,-24 0-16</inkml:trace>
  <inkml:trace contextRef="#ctx0" brushRef="#br0" timeOffset="329041.8201">8062 13568 0,'0'0'0,"0"0"15,0 0-15,0 0 0,0 0 47,0 0 16,0 0-63,0 0 0,0 0 0,0 0 0,0 0 0,0 0 0,0 0 0,0 0 15,0 0-15,0 0 0,0 0 0,0 0 0,0 0 0,0 0 0,0 0 0,0 0 0,0 0 0,0 0 0,0 0 0,0 0 0,0 0 0,0 0 0,0 0 0,0 0 0,0 0 0,-25 0 0,25 0 0,0 0 0,0 25 0,0-25 0,0 0 0,0 0 16,0 0-16,0 0 0,0 25 0,0-25 0,0 0 0,-25 0 0,25 0 0,0 25 0,0-25 0,0 0 0,0 0 0,0 24 15,0-24-15,-25 0 0,25 0 0,0 25 0,0-25 16,0 0-16,0 25 0,0-25 0,0 0 0,-25 25 0,25-25 16,0 0-16,0 0 0,0 25 0,0-25 15,0 0-15,0 24 0,-25-24 0,25 25 0,0-25 0,0 0 16,0 25-16,0-25 0,0 25 0,0-25 0,0 25 15,0-25-15,-24 24 0,24-24 0,0 0 0,0 25 0,0-25 16,0 25-16,0-25 0,0 25 0,0-25 0,0 25 16,0-25-16,-25 0 0,25 24 0,0-24 0,0 25 0,0-25 15,0 25-15,0-25 0,0 0 0,0 25 16,0-25-16,0 25 0,0-25 0,0 24 0,0-24 0,0 25 0,0-25 15,0 25-15,0-25 0,0 25 0,0-25 16,0 0-16,0 25 0,0-25 0,0 24 0,0-24 0,0 25 0,0-25 78,0 25-78,0-25 0,0 25 0,0-25 0,0 25 0,0-25 0,0 25 16,0-25-16,0 24 0,0-24 0,0 25 0,0-25 0,0 25 0,0-25 0,0 25 0,0-25 0,0 25 78,25 49-78,-25-49 0,0-25 0,0 25 0,0-25 0,0 24 0,0-24 0,0 25 0,0-25 0,0 0 0,0 25 0,24-25 0,-24 25 0,0-25 0,0 25 15,0-25-15,0 24 0,0-24 0,25 25 0,-25-25 0,0 0 0,0 25 0,0-25 0,0 25 0,25-25 0,-25 25 0,0-25 0,0 0 0,25 24 0,-25-24 0,0 25 0,0-25 0,0 0 0,25 25 0,-25-25 0,0 0 0,0 25 0,0-25 0,25 0 0,-25 25 16,0-25-16,0 0 0,0 24 0,24-24 0,-24 0 0,0 25 0,0-25 0,0 0 15,0 0-15,25 25 0,-25-25 0,0 0 0,0 0 0,0 25 16,0-25-16,0 0 0,25 0 16,-25 25-16,0-25 0,0 0 0,0 0 0,0 0 0,0 24 0,0-24 0,25 0 15,-25 0-15,0 25 0,0-25 0,0 0 47,0 0-47,0 0 0,0 0 0,0 25 0,0-25 0,25 0 0,-25 0 0,0 0 0,0 0 0,0 0 0,0 25 0,0-25 0,0 0 0,0 0 0,0 0 0,0 0 0,0 0 16,0 0-16,0 0 0,24 25 0,-24-25 0,0 0 15,0 0-15,0 0 0,0 0 0,0 0 0,0 0 0,0 24 16,0-24-16,0 0 0,0 0 0,0 0 15,0 0-15,0 0 0,0 0 0,0 0 0,0 0 0,0 0 0,0 0 0,0 0 16,0 0-16,0 0 0,0 0 0,0 0 16,0 0-16,0 0 0,0 0 0,0 0 0,0 0 0,0 0 15,0 0 16,0 0-31,0 0 0,0 0 0,0 0 0,0 0 0,0-24 0,0 24 0,0 0 0,0 0 16,-24 0-16,24 0 0,0 0 0,0 0 0,0 0 0,0 0 0,0-25 0,0 25 0,0 0 0,0 0 0,0 0 0</inkml:trace>
  <inkml:trace contextRef="#ctx0" brushRef="#br0" timeOffset="330388.8972">8285 13568 0,'0'0'0,"0"0"0,0 0 0,0 0 16,0 0-16,0 0 0,0 0 0,0 0 0,0 0 15,0 0-15,0 0 0,0 0 0,0 0 0,0 0 0,0 0 0,0 0 16,0 0-16,0 0 0,0 0 0,0 0 16,25 0-16,-25 0 0,0 0 0,0 0 0,0 0 0,24 0 15,-24 0-15,0 0 0,25 0 0,-25 0 0,0 0 16,25 0-16,-25 0 0,0-25 0,25 25 0,-25 0 15,0 0-15,25 0 0,-25 0 0,0 0 110,49 0-110,-49 0 0,0 0 0,0 0 0,0 0 0,0 0 0,0 0 0,0 0 0,0 0 15,0 0-15,0 0 0,0 0 0,0 0 0,0 0 0,25-24 0,-25 24 0,0 0 0</inkml:trace>
  <inkml:trace contextRef="#ctx0" brushRef="#br0" timeOffset="331485.9599">8855 13370 0,'0'0'0,"0"0"0,0 0 0,0 0 0,0 0 0,0 0 15,0 0-15,0 0 0,0 0 16,0 0-16,0 0 0,0 0 0,0 0 0,0 0 0,0 0 0,0 0 16,0 0-16,0-25 0,0 25 0,0 0 0,0 0 0,0 0 15,25 0-15,-25 0 0,0 0 0,0 0 0,0 0 16,25 0-16,-25 0 0,0-25 0,0 25 0,0 0 15,25 0-15,-25 0 0,0 0 0,0 0 0,0 0 0,0 0 0,24 0 47,-24 0-47,0 0 0,0 0 0,0 0 0,0 0 0,0 0 0,25 0 0,-25 0 0,0 0 0,0 25 0,0-25 0,0 0 16,0 0-16,0 0 0,0 0 0,0 0 31,0 25-31,0-25 0,0 0 0,-25 49 78,25-49-78,0 0 0,0 25 0,-24-25 0,24 0 0,0 25 0,0-25 0,-25 0 0,25 25 0,0-25 0,0 0 0,-25 0 0,25 25 0,0-25 0,0 0 0,-25 0 0,25 24 0,0-24 0,0 0 16,0 0-16,0 0 0,0 0 0,0 0 0,0 0 0,0 0 0,0 0 0,0 0 0,0 0 0,0 0 0,0 0 0,0 0 0,0 0 0,0 0 0,25 0 0,-25 0 0,0 0 0,0 0 15,0 0-15,25 0 0,-25 0 0,0 0 0,0 0 0,25 0 0,-25 0 0,0 0 16,0 0-16,24 0 0,-24 0 0,0 0 0,0 0 15,25 0-15,-25 0 0,0 0 0,0 0 0,0 0 16,25 0-16,-25 0 0,0 25 0,0-25 0,0 0 0,0 0 0,0 25 16,25-25-16,-25 0 0,0 25 0,0-25 0,0 0 15,0 0-15,0 25 0,0-25 0,0 0 0,-25 24 16,25-24-16,0 0 0,0 25 0,0-25 0,0 0 0,0 25 15,-25-25-15,25 0 0,0 0 0,0 25 0,-25-25 16,25 0-16,0 0 0,0 0 0,0 25 16,-24-25-16,24 0 0,0 0 0,0 0 0,-25 0 0,25 0 0,0 0 0,0 24 15,0-24-15,-25 0 0,25 0 16,0 0-16,0 0 0,0 0 0,-25 0 0,25-24 0,0 24 0,0 0 15,0 0-15,0 0 0,0 0 0,0 0 0,0 0 0,0 0 16,-25-25-16,25 25 0,0 0 16,0 0-16,0 0 0,0 0 0,0 0 0,0 0 0,0 0 0,0 0 0,0 0 15,0 0-15,0 0 0,0 0 0,25 0 0,-25 0 16,0 0-16,0 0 0,0 0 47,0 0-47,0 0 0,25 0 0,-25 0 0,0 0 0,0 0 109</inkml:trace>
  <inkml:trace contextRef="#ctx0" brushRef="#br0" timeOffset="331919.9847">9451 13444 0,'0'-25'0,"0"25"15,0 0-15,0 0 0,0 25 0,0-25 0,-25 0 0,25 0 16,0 0-16,0 0 0,0 0 0,0 0 0,0 0 16,0 0-16,0 0 0,0 0 0,0 0 0,0 0 0,0 0 15,0 0-15,0 0 0,0 0 0,0 0 0,0 0 16,-25 0-16,25 0 0,0 0 0,0 0 15,0 0-15,0 0 0,0 25 0,0-25 0,0 0 0,0 0 16,0 0-16,0 0 0,0 0 0,0 0 0,-25 0 0,25 25 16,0-25-16,0 0 0,0 0 0,0 0 0,0 25 0,0-25 15,-25 0-15,25 24 0,0-24 16,0 0-16,-24 25 0,24-25 0,0 0 0,0 25 0,0-25 0,-25 0 15,25 25-15,0-25 0,0 25 0,-25-25 156,-74 198-156,99-198 0,0 25 0,0-25 0,-25 0 0,25 0 0,0 0 0,0 0 0,0 25 0,0-25 0,0 0 0,0 0 0,0 0 0,0 0 0,0 0 0,0 0 0,0 0 0,0 0 0,0 0 0,0 0 0,0 0 0,0 0 0,0 0 0,0 0 0,0-25 16,0 25-16,0 0 0,0 0 0,25 0 0,-25-25 0,0 25 0,0 0 0,25 0 0,-25-25 0,0 25 0,0 0 0,24-25 0</inkml:trace>
  <inkml:trace contextRef="#ctx0" brushRef="#br0" timeOffset="332687.0286">9748 13494 0,'0'0'0,"0"-25"0,0 25 0,0 0 0,0 0 0,-25 0 0,25 0 0,0 0 0,0 0 0,0 0 0,0 0 0,0 0 15,0 0-15,0 0 0,0 0 0,0-25 0,0 25 0,0 0 0,0 0 16,0 0-16,0 0 0,0 0 0,25 0 0,-25 0 16,0 0-16,0 0 0,0 0 0,0 0 0,0 0 0,0 0 0,0-25 15,0 25-15,25 0 0,-25 0 0,0 0 16,0 0-16,0 0 0,25 0 0,-25 0 0,0 0 0,0 0 15,25 0-15,-25 0 0,0 0 0,0 0 16,24 0-16,-24 0 0,0 0 0,0 0 0,0 25 0,25-25 0,-25 0 16,0 0-16,0 0 0,0 0 0,0 25 15,0-25-15,0 0 0,0 0 0,0 25 0,0-25 0,0 0 0,0 25 16,0-25-16,0 0 0,-25 24 0,25-24 15,0 0-15,0 25 0,-24-25 0,24 25 16,0-25-16,-25 0 0,25 25 0,0-25 0,-25 25 0,25-25 0,0 0 16,-25 24-16,25-24 0,0 25 0,0-25 0,-25 0 0,25 25 15,0-25-15,0 0 0,-24 25 0,24-25 0,0 0 0,0 0 16,0 0-16,0 25 0,-25-25 0,25 0 15,0 0-15,0 0 0,0 24 0,0-24 0,0 0 0,0 0 16,25 25 124,-25-25-140,24 0 0,-24 0 0,0 0 0,25 0 0,-25 0 0,0 0 0,25 0 0,-25 0 0,25 0 0,-25 0 16,25 0-16,-25 0 0,0 0 0,24 0 0,-24-25 0,25 25 0,-25 0 0,25 0 0,-25 0 0,0 0 0,25 0 0,-25 0 0,25 0 0,-25 0 0,0 0 0,24 0 0,-24 0 0,0 0 0,0 0 0,25 0 0,-25 0 0,0 0 0,0 0 0,0 0 0,0 0 16,0 0-16,25 0 0,-25 0 0,0 0 0,0 0 0,0 0 0,0 0 0,0 0 0,0 0 15,0 0-15,0 0 0,0 0 0,0 0 0,0 0 0,0 0 16,0 0-16,0 0 0,0 0 0,0 0 0,0 0 15,0 0-15,0 0 0,0 0 0,0 0 16,0 0-16</inkml:trace>
  <inkml:trace contextRef="#ctx0" brushRef="#br0" timeOffset="334624.1394">8533 14511 0,'0'0'16,"0"0"-16,0 0 0,0 0 0,0 0 0,0 0 15,0 0-15,0 0 0,0 0 0,0 0 0,0 0 0,0 0 16,0 0-16,0 0 0,0 0 0,25 0 16,-25-25-16,0 25 0,0 0 0,0 0 0,24 0 0,-24-25 0,0 25 15,0 0-15,25-25 0,-25 25 0,0 0 16,0 0-16,0-24 0,25 24 0,-25-25 0,0 25 0,0 0 0,25-25 15,-25 25-15,0 0 0,0-25 0,0 25 16,25-25-16,-25 25 0,0 0 0,0-25 0,0 25 0,0 0 78,0-24-78,24 24 0,-24 0 0,0 0 0,0 0 0,0-25 16,0 25-16,0 0 0,0 0 0,0 0 0,0 0 0,0 0 0,0 0 0,0 0 0,0 0 0,0 0 0,0 0 0,0 0 0,0 0 0,0 0 15,0 0-15,0 0 0,0 0 0,0 25 0,0-25 0,0 0 0,0 0 0,0 0 0,0 24 0,0-24 0,0 0 0,0 25 0,0-25 0,0 25 0,0-25 0,0 0 0,0 25 0,0-25 16,-24 25-16,24-25 0,0 25 0,0-25 0,0 0 15,0 24-15,0-24 0,0 0 0,0 25 0,0-25 16,0 0-16,0 25 0,0-25 0,0 0 0,0 25 0,0-25 0,0 0 16,0 0-16,0 0 0,0 25 0,0-25 15,0 0-15,0 0 0,0 0 0,0 0 0,0 0 0,0 0 0,0 0 78,0 0-62,0 0-16,0 0 0,0 0 0,0 0 0,0 0 0,0 0 0,0 0 0,0 0 0,0 0 0,0 0 0,0-25 0,0 25 0,0 0 0,24 0 0</inkml:trace>
  <inkml:trace contextRef="#ctx0" brushRef="#br0" timeOffset="335504.1897">9029 14188 0,'0'0'16,"-25"0"-16,25 0 0,0 0 0,0 0 0,0 0 0,0 0 0,0 0 16,0 0-16,0 0 0,0 0 15,0 0-15,0 0 0,0 0 0,0 0 0,0 0 0,0 0 0,0 0 16,0 0-16,0 0 0,0 0 0,0 0 0,0 0 0,0 0 15,0 0-15,0 0 0,0 0 0,0 0 0,0 0 16,0 0-16,0 0 0,0 25 0,0-25 0,0 0 0,0 0 16,0 0-16,0 25 0,0-25 0,0 0 0,0 0 156,0 99-156,25-99 0,0 25 15,-25-25-15,0 0 16,25 25-16,-1-25 15,-24 25-15,25-25 16,-25 0-16,0 24 16,0-24-16,25 25 15,-25-25-15,0 25 16,0-25-1,0 0-15,-25 25 16,25-25-16,0 0 0,0 0 16,-25 0-16,25 0 15,-24 0-15,-1 0 16,0 0-16,25 0 15,-25 0-15,25 0 16,-25 0 0</inkml:trace>
  <inkml:trace contextRef="#ctx0" brushRef="#br0" timeOffset="335665.1986">9004 14213 0,'50'-25'0,"-50"25"0,25 0 0,-25 0 0,24 0 0,-24 0 0,0 0 0,25 0 0,-25 0 0,25 0 0,-25 0 0,0 0 0,25-25 0,-25 25 0,0 0 0,0 0 0,25 0 0,-25 0 0,0 0 0,0 0 0,24 0 0,-24 0 0,0 0 0,0 0 0,25 0 15,-25 0-15,0 25 0,0-25 0,25 0 0,-25 0 0,0 0 0</inkml:trace>
  <inkml:trace contextRef="#ctx0" brushRef="#br0" timeOffset="336843.2663">9624 14188 0,'0'0'0,"0"0"0,0 0 0,0 0 0,0 0 16,0 0-16,0 0 0,0 0 0,0 0 16,0 0-16,0 0 0,0 0 0,0 0 0,0 0 0,0 0 0,0 0 15,0 0-15,0 0 0,0 0 0,0 0 16,0 0-16,0 0 0,0 0 31,0 0 47,0 0-78,0 0 0,0 0 0,0 0 0,0 0 0,0 0 0,0 0 0,0 0 0,0 0 0,0 0 0,-25 0 0,25 0 0,0 25 0,0-25 0,0 0 0,0 25 0,-24-25 0,24 0 0,0 25 0,0-25 0,-25 24 16,25-24-16,0 25 0,0-25 0,0 25 0,-25 0 0,25-25 0,0 25 0,-25-25 0,25 25 0,0-25 0,0 24 0,-25-24 0,25 25 0,0-25 0,0 25 0,-24-25 15,24 25-15,0-25 0,0 25 0,0-25 0,-25 0 0,25 24 0,0-24 0,0 0 16,0 25-16,0-25 0,0 0 0,0 0 0,-25 25 15,25-25-15,0 0 0,0 0 0,0 0 0,0 25 0,0-25 16,0 0-16,-25 0 0,25 0 0,0 0 0,0 0 16,0 0-16,0 0 0,0 0 0,0 0 0,0 0 0,0 0 15,0 0-15,0 0 0,0 0 0,0 0 0,0 0 16,0 0-16,25 0 0,-25 0 0,0 0 0,0 0 0,0 0 15,0-25-15,0 25 16,0 0-16,25 0 0,-25-25 0,0 25 0,0 0 0,25-25 0,-25 25 0,0 0 0,0 0 16</inkml:trace>
  <inkml:trace contextRef="#ctx0" brushRef="#br0" timeOffset="338486.3603">10071 14188 0,'0'0'0,"0"0"0,0 0 0,0 0 15,0-25-15,0 25 0,0 0 0,0 0 16,0 0-16,0 0 0,0 0 0,25 0 0,-25 0 0,0 0 0,0-24 16,0 24-16,0 0 0,0 0 0,0 0 0,0 0 15,0 0-15,0 0 0,0 0 0,0 0 0,0 0 16,0 0-16,0 0 0,0 0 0,0-25 0,0 25 0,0 0 0,0 0 15,0 0-15,0 0 0,-25 0 0,25 0 16,0 0-16,0 0 0,0 0 0,0 0 0,0 0 0,-25 0 16,25 0-16,0 0 0,0 0 0,0 0 156,-50 49-156,50-49 0,0 0 0,0 0 0,0 25 0,0-25 0,0 0 0,0 0 0,0 0 0,0 0 0,0 25 0,0-25 0,0 0 15,0 0-15,0 0 0,0 25 0,0-25 0,25 0 0,-25 0 0,0 25 0,0-25 0,0 0 0,25 0 0,-25 24 0,0-24 0,25 0 0,-25 25 0,0-25 0,0 0 0,25 0 0,-25 25 0,0-25 0,24 0 0,-24 0 0,0 25 0,25-25 0,-25 0 0,0 0 0,25 25 0,-25-25 16,0 0-16,25 0 0,-25 25 0,0-25 0,0 0 0,25 0 0,-25 0 15,0 24-15,0-24 0,0 0 0,24 0 0,-24 0 16,0 25-16,0-25 0,0 0 0,0 0 0,0 0 0,0 0 0,0 25 16,0-25-16,0 0 0,0 0 15,0 0-15,0 0 0,0 0 0,0 25 0,0-25 0,0 0 0,0 0 16,0 0-16,0 0 0,0 0 0,0 0 0,0 0 0,-24 25 15,24-25-15,0 0 0,0 0 16,0 0-16,-25 0 0,25 0 0,0 0 0,0 0 0,-25 0 0,25 0 0,0 0 16,0 24-16,-25-24 0,25 0 0,0 0 0,0 0 15,-25 0-15,25 0 0,0 0 0,0-24 16,-24 24-16,24 0 0,0 0 0,0 0 0,0 0 0,0 0 15,-25 0-15,25-25 0,0 25 0,0 0 0,0 0 0,0 0 16,0-25-16,0 25 0,0 0 0,0 0 16,0-25-16,0 25 0,0 0 0,0-25 0,0 25 0,0 0 0,0 0 15,0 0-15,0-24 0,0 24 16,25 0-16,-25 0 0,0 0 0,0-25 0,0 25 0,0 0 0,0 0 15,0 0-15,24 0 0,-24-25 0,0 25 0,0 0 16,25 0-16,-25 0 0,0-25 109,50 0-109,-25 25 0,-25 0 0,0-25 0,24 25 0,-24 0 0,0 0 0,25-24 0,-25 24 0,0 0 0,0 0 0,25 0 0,-25-25 0,0 25 0,0 0 16,0 0-16,0-25 0,0 25 0,0 0 0,0 0 0,25 0 0,-25 0 0,0 0 0,0-25 0,0 25 0,-25 0 0,25 0 0,0 0 0,0 0 0,0 0 0,0 0 0,0 0 0,0 0 0,0-25 0,0 25 0,0 0 15,0 0-15,-25 0 0,25 0 0,0 0 0,0 0 0,0 0 0,-25 0 0,25 0 0,0 0 0,0 0 16,0 0-16,-24 0 0,24 0 0,0 0 16,0 0-16,0 0 0,0 0 0,0 0 0</inkml:trace>
  <inkml:trace contextRef="#ctx0" brushRef="#br0" timeOffset="340221.4595">8905 15007 0,'-25'0'0,"25"0"16,0 0-16,0 0 0,0 0 0,0 0 16,0 0-16,0 0 0,0 0 0,0 0 0,0 0 0,0 0 0,0 0 15,0 0-15,0 0 0,0 0 16,0 0-16,0 0 0,0 0 0,0 0 0,0 0 0,0 0 0,0 0 15,0 0-15,0 0 0,0 0 0,0 0 16,0 0-16,0 0 0,0 25 0,0-25 0,0 0 0,0 0 0,0 24 16,0-24-16,0 0 0,0 0 0,-25 25 15,25-25-15,0 0 0,0 25 0,0-25 156,25 74-156,-25-74 0,0 0 0,0 0 0,25 0 0,-25 0 0,0 0 0,0 0 0,25 0 0,-25 0 0,0 0 0,0 0 0,24 0 0,-24 0 0,0 0 0,0 0 0,25 0 0,-25 0 16,0 0-16,25 25 0,-25-25 0,0 0 0,0 0 0,0 0 0,25 0 0,-25 0 0,0 0 0,0 0 0,0 0 0,25 0 0,-25 0 0,0 0 0,0 25 0,0-25 0,0 0 0,25 0 0,-25 0 0,0 0 0,0 0 15,0 25-15,0-25 0,0 0 0,0 0 0,24 0 0,-24 25 0,0-25 0,0 0 0,0 0 16,0 0-16,0 24 0,0-24 0,0 0 0,0 0 0,0 0 16,0 25-16,0-25 0,0 0 0,0 0 0,0 0 15,-24 25-15,24-25 0,0 0 0,0 0 0,0 0 0,0 25 16,0-25-16,-25 0 0,25 0 0,0 0 15,0 25-15,0-25 0,0 0 0,-25 0 0,25 0 0,0 0 16,0 0-16,0 0 0,0 0 0,-25 0 0,25 0 0,0 0 16,0 0-16,-25 0 0,25 0 0,0 0 0,0 0 0,0 0 15,-25-25-15,25 25 0,0 0 0,0 0 16,0 0-16,-24-25 0,24 25 0,0 0 0,0 0 0,-25 0 15,25 0-15,0-25 0,0 25 0,0 0 16,0 0-16,-25 0 0,25 0 0,0-25 0,0 25 0,0 0 0,0 0 16,0 0-16,0 0 0,0-24 0,0 24 15,0 0-15,0 0 0,0-25 0,0 25 0,0 0 0,0 0 0</inkml:trace>
  <inkml:trace contextRef="#ctx0" brushRef="#br0" timeOffset="340555.4787">8930 15056 0,'0'0'0,"0"0"0,0-24 0,0 24 0,0 0 0,0 0 16,0 0-16,0 0 0,0 0 0,0 0 0,0 0 0,0-25 16,0 25-16,0 0 0,0 0 0,24 0 0,-24 0 15,0 0-15,0 0 0,25 0 0,-25 0 0,0 0 16,0 0-16,25 0 0,-25 0 0,0 0 0,25 0 0,-25 0 15,0 0-15,25 0 110,74 0-95,-74 0-15,-25 0 0,25 0 0,-25 0 0,0 0 0,24 0 0,-24 0 16,0 0-16,0 0 0,25 0 0,-25 0 0,0 0 0,0 0 0</inkml:trace>
  <inkml:trace contextRef="#ctx0" brushRef="#br0" timeOffset="341125.5113">9599 15032 0,'0'0'0,"0"0"0,0 0 15,0 0-15,0 0 0,0 0 0,0 24 16,0-24-16,0 0 0,0 0 16,0 0-16,0 0 15,0 0 94,-99 149-109,99-124 16,-25-25-16,25 25 0,0-25 0,-24 25 16,-1-1-16,0 26 15,25-50-15,-25 25 16,25 0-16,0-25 0,-25 25 0</inkml:trace>
  <inkml:trace contextRef="#ctx0" brushRef="#br0" timeOffset="341633.5403">10021 15056 0,'0'0'0,"25"0"0,-25 0 16,0 0-16,0 0 0,0 0 0,0 0 0,0 0 16,0 0-16,0 0 0,0 0 0,0 0 0,0 0 0,0 0 15,0 0-15,0 0 0,0 0 0,0 0 0,0 0 16,0 0-16,0 0 0,0 0 0,0 0 0,0 0 15,0 0-15,0 0 0,0 0 0,0 0 0,0 0 0,-25 25 16,25-25-16,0 0 0,0 0 0,0 0 0,-25 25 16,25-25-16,0 0 0,0 0 0,-25 25 0,25-25 15,0 0-15,0 25 0,-24-25 0,24 0 0,0 0 0,0 0 16,-25 24-16,25-24 0,0 0 0,0 0 15,0 0-15,-25 25 0,25-25 0,0 0 0,0 0 0,0 0 0,0 0 16,0 0-16,0 0 0,0 0 16,0 0-16,0 0 0,0 0 0,0 0 0,0 0 0,0 0 0,0 0 0,0 0 15,0 0-15,0 0 0,0 25 0,0-25 16,0 0-16,0 0 0,0 0 0,0 0 0,0 0 0,0 0 15,0 0-15,0 0 0,25 0 0,-25 0 47,0 0-47,0 0 0,0 0 0,0 0 0,49 0 78,-49 0-78,25 0 0,-25 0 0,0 0 0,25 0 0,-25 0 0,0 0 0,25 0 0,-25 0 16,0 0-16,25 0 0,-25 0 0,0 0 0,0 0 0,25 0 0,-25 0 0,0 0 0,24 0 0,-24 0 0,0 0 0,0 0 0,0 0 0,25 0 0,-25 0 0,0 0 0,0 0 0,0 0 0,0 0 0,0 0 0,0 0 0,0 0 15,0 0-15,25 0 0,-25 0 0,0 0 0,0 0 0,0 0 0,0 0 0,0 0 0,0 0 0,25 0 0,-25 0 0,0 0 0,0 0 0,0 0 0,0 0 16,25 0-16,-25 0 0,0 0 16,0 0-16,0 0 0,0 0 0,0 0 0,0 0 0,0 0 0,0 0 15,0 0-15,0 0 0,0-25 0,0 25 0,0 0 0,0 0 16,0 0-16</inkml:trace>
  <inkml:trace contextRef="#ctx0" brushRef="#br0" timeOffset="342111.5676">10244 15081 0,'0'-25'0,"0"25"15,0 0-15,0 0 0,0 0 0,0 0 0,0 0 0,0 0 16,0 0-16,0 0 0,0 0 0,0 0 0,0 0 15,0 0-15,0 0 0,0 0 0,0 0 0,0 0 16,0 0-16,0 0 0,0 0 0,0 0 0,0 0 16,0 0-16,0 0 0,0 0 0,0 0 0,0 25 15,0-25-15,0 0 0,25 0 0,-25 0 16,0 25-16,0-25 0,0 0 0,0 25 0,0-25 0,0 0 0,-25 25 0,25-25 15,0 24-15,0-24 0,0 0 16,0 25-16,0-25 0,0 25 0,0-25 0,0 25 0,0-25 0,0 0 16,0 25-16,0-25 0,0 24 0,0-24 0,0 25 0,0-25 156,0 75-156,0-75 15,0 0-15,0 0 0,-24 0 16,24 0-1,0 0-15,0 0 16,0-25-16</inkml:trace>
  <inkml:trace contextRef="#ctx0" brushRef="#br0" timeOffset="343310.6362">10815 13667 0,'0'0'0,"0"0"0,0 0 0,0 0 0,0 0 15,0 0-15,0 0 0,0 0 16,0 0-16,0 0 0,0 0 0,25 0 0,-25 0 0,0 0 0,0 0 16,0 0-16,0 0 0,0 0 0,0 0 0,0 0 0,0 0 46,0 0-46,0 0 0,0 0 0,0 0 0,24 0 0,-24 0 47,0 0-47,0 0 0,0 0 0,0 0 0,0 0 0,0 0 0,0 25 0,0-25 0,0 0 0,0 0 0,0 0 0,0 0 0,25 25 0,-25-25 0,0 0 0,0 0 0,0 0 0,0 25 0,0-25 0,0 0 0,0 0 78,0 0-78,0 25 0,25-25 0,-25 0 0,0 0 0,0 24 16,0-24-16,0 0 0,0 0 0,25 25 0,-25-25 0,0 0 0,0 25 0,0-25 0,0 0 0,0 25 0,25-25 0,-25 0 0,0 25 0,0-25 0,0 24 0,0-24 0,0 0 0,24 25 0,-24-25 0,0 0 15,0 25-15,0-25 0,0 25 0,0-25 0,0 0 0,0 25 0,25-25 0,-25 24 0,0-24 0,0 0 0,0 25 16,0-25-16,0 25 0,0-25 0,0 25 0,0-25 0,0 0 0,25 25 0,-25-25 0,0 24 0,0-24 0,0 25 16,0-25-16,0 25 0,0-25 0,25 0 0,-25 25 0,0-25 15,0 25-15,0-25 0,0 24 0,0-24 0,0 25 0,0-25 16,25 0-16,-25 25 0,0-25 0,0 25 0,0-25 15,0 0-15,0 25 0,0-25 0,0 0 16,0 25-16,0-25 0,0 0 0,0 24 0,0-24 0,-25 25 16,25-25-16,0 0 0,0 25 0,0-25 0,0 0 15,0 25-15,0-25 0,0 25 0,0-25 0,0 0 16,0 24-16,0-24 0,0 0 0,0 25 0,0-25 0,0 0 15,0 25-15,0-25 0,0 25 0,0-25 0,0 0 141,-25 173-141,0-173 0,25 25 0,0-25 0,0 0 0,0 25 0,0-25 0,0 0 15,0 25-15,-25-25 0,25 0 0,0 25 0,0-25 0,0 0 0,0 0 0,0 24 0,-24-24 0,24 0 0,0 25 0,0-25 0,0 0 0,0 0 0,0 25 0,0-25 0,-25 0 0,25 0 0,0 25 0,0-25 0,0 0 16,0 0-16,-25 25 0,25-25 0,0 0 0,0 24 0,-25-24 0,25 0 0,0 0 0,0 25 0,-25-25 0,25 0 0,0 0 0,0 25 0,-24-25 16,24 0-16,0 0 0,0 0 0,0 0 0,0 25 0,-25-25 0,25 0 15,0 0-15,0 0 0,0 0 0,0 0 0,0 0 0,0 0 16,0 0-16,0 25 0,-25-25 0,25 0 15,0 0-15,0 0 0,0 0 0,0 0 0,-25 24 0,25-24 16,0 0-16,0 0 0,0 0 0,0 0 0,0 0 0,-25 25 16,25-25-16,0 0 0,0 0 0,0 0 0,0 0 15,0 0-15,0 0 0,0 0 0,0 0 16,0 0-16,-24 0 0,24 25 0,0-25 0,0 0 0,0 0 0,0 0 15,0 0-15,0 0 0,0 0 0,0 0 0,0 0 0,0 0 16,0 0-16,0-25 0,0 25 0,0 0 16,0 0-16,0 0 0,0 0 0,0 0 0,0-25 0,0 25 0,0 0 15,0 0-15,0 0 0</inkml:trace>
  <inkml:trace contextRef="#ctx0" brushRef="#br0" timeOffset="343889.6694">12030 15280 0,'0'0'16,"0"0"-16,0 0 0,0 0 0,0 0 0,0 0 0,0 0 0,0 0 15,0 0-15,0 0 0,0 0 0,0 0 0,0 0 16,25 0-16,-25 0 0,0 0 0,0 0 0,0 0 0,0 0 0,0 0 16,0 0-16,0 0 0,0 0 0,25 0 15,-25 0-15,0 0 0,0 0 31,0 0-31,0 0 0,0 0 0,0 0 0,0 0 0,0 0 0</inkml:trace>
  <inkml:trace contextRef="#ctx0" brushRef="#br0" timeOffset="344771.7198">12973 14833 0,'0'0'0,"0"0"16,0 0-16,-25 0 0,25 0 0,0 0 0,0 0 0,0 0 16,0 0-16,0 25 0,0-25 0,0 0 0,0 0 15,0 0-15,0 25 0,0-25 0,0 0 16,0 0-16,0 25 15,0-25-15,0 24 0,0-24 0,0 25 0,0-25 0,0 25 0,0-25 0,0 25 78,-25 99-46,25-99-32,0-1 0,0-24 0,0 25 15,0-25-15,0 25 0,0-25 0,-25 25 0,25-25 0,0 25 0,0-25 16,0 0-16,0 24 0,0-24 0,0 0 0,0 25 0,0-25 15,0 0-15,0 0 0,-24 0 0,24 25 0,0-25 0,0 0 0,0 0 16,0 0-16,0 0 0,0 0 0,0 0 0,0 0 0,0 0 0,0-25 0,0 25 0,0 0 0,0 0 0,-25-25 0,25 25 0,0 0 16,0-24-16,0 24 0,0-25 0,0 25 0</inkml:trace>
  <inkml:trace contextRef="#ctx0" brushRef="#br0" timeOffset="344948.7299">12849 14734 0,'0'0'0,"0"0"0,0 0 16,0 0-16,0 0 0,25 0 0,-25-25 0,0 25 0,0 0 15,24 0-15,-24 0 0,25 0 0,-25-25 0,25 25 16,-25 0-16,25-24 0,0 24 0,-25 0 0,24 0 0,1-25 15,0 25-15,-25 0 0,25 0 0,-25-25 0,25 25 16,-25 0-16,24 0 0,-24 0 0,25 0 16,-25 0-16,0 0 0,25 0 0,-25 0 0,0 0 0,0 25 0,0-25 15,25 0-15</inkml:trace>
  <inkml:trace contextRef="#ctx0" brushRef="#br0" timeOffset="345741.7753">13221 14957 0,'0'0'0,"0"0"15,0 0-15,0 0 0,0 0 16,0 0-16,0 0 0,0 0 0,0 0 0,0 0 0,0 0 0,0 0 0,0 0 0,-25 0 16,25 0-16,0 25 0,0-25 15,0 0-15,0 0 0,0 25 0,0-25 0,0 0 0,0 25 0,0-25 16,0 0-16,0 24 0,0-24 0,0 25 15,0-25-15,0 25 0,0-25 0,0 25 0,0-25 0,0 25 16,0-25-16,0 24 0,-25-24 0,25 25 16,0-25-16,0 0 0,0 25 0,0-25 0,0 25 0,25-25 0,-25 0 15,0 25-15,0-25 0,0 0 0,0 0 0,0 0 0,0 24 16,0-24-16,0 0 0,0 0 0,0 0 15,25 0-15,-25 0 0,0 0 0,0 0 0,0 0 0,25-24 0,-25 24 16,0 0-16,25 0 0,-25 0 0,0-25 0,24 25 16,-24 0-16,0-25 0,25 25 78,74-223 46,-99 223-124,0 0 0,0 25 0,-24-25 0,24 0 0,0 24 0,0-24 0,0 0 0,0 25 0,0-25 0,0 25 0,0-25 0,0 25 0,0-25 0,0 0 0,0 25 0,0-25 0,-25 24 0,25-24 0,0 0 0,0 25 0,0-25 0,0 0 0,0 0 0,0 25 0,0-25 0,0 0 0,0 0 0,0 0 0,0 25 0,0-25 0,0 0 0,0 0 0,0 0 0,0 0 0,0 0 16,0 0-16,0 0 0,0 0 0,25 0 0,-25 0 16,0 0-16,0 0 0,0 0 0,0 0 0,24 0 15,-24 0-15,0 0 0,0 0 0,25 0 0,-25 0 16,0 0-16,25 0 0,-25 0 0</inkml:trace>
  <inkml:trace contextRef="#ctx0" brushRef="#br0" timeOffset="346552.8216">13643 15056 0,'0'0'0,"0"-24"16,0 24-16,0 0 0,0 0 0,0 0 0,0 0 16,0 0-16,0 0 0,0 0 0,0 0 0,0 0 15,0 0-15,0 0 0,0 0 0,0 0 16,0 0-16,0 0 0,0 0 0,0 0 0,0 0 0,0 0 15,0 0-15,0 0 0,0 0 0,0 0 0,0 0 0,0 0 0,0 0 16,0 0-16,0 0 0,0 0 16,0 0-16,0 0 0,0 0 0,0 0 0,0 0 0,0 0 0,0 0 15,0 0-15,0 0 0,0 0 16,0 0-16,0 0 0,0 0 0,0 0 0,0 0 156,0 0-156,-25 0 0,25 0 0,0 0 0,0 0 0,0 0 0,0 0 0,0 0 0,0 0 0,0 0 0,0 0 0,0 0 0,-25 0 0,25 24 0,0-24 0,0 0 0,0 0 0,0 0 0,0 0 0,0 0 0,-25 25 15,25-25-15,0 0 0,0 25 0,0-25 0,0 0 0,0 25 0,0-25 0,0 0 0,0 25 0,0-25 0,0 24 0,0-24 0,-25 0 0,25 25 0,0-25 16,0 25-16,0-25 0,25 0 0,-25 25 0,0-25 0,0 0 0,0 0 0,0 25 0,0-25 0,0 0 16,0 0-16,0 24 0,25-24 0,-25 0 0,0 0 0,0 0 15,0 0-15,25 0 0,-25 0 0,0 0 16,25 0-16,-25 0 0,0 0 0,24 0 0,-24 0 0,0 0 15,25 0-15,-25-24 0,25 24 0,-25 0 0,0-25 0,25 25 16,-25 0-16,0-25 0,0 25 0,25 0 0,-25-25 16,0 25-16,0-25 0,0 25 0,0-24 0,0 24 15,0-25-15,0 25 0,0-25 0,0 25 0,0-25 0,0 25 16,0-25-16,0 25 0,0 0 0,0-24 0,0 24 0,0 0 15,0 0-15,0 0 0,0-25 0,0 25 16,0 0-16,-25 0 0,25 0 0,0 0 0,0 0 0,0 0 16,0 0-16,0 0 0,0 0 0,0 0 0,0 0 15,0 0-15,-25 0 0,25 0 0,0 25 0,0-25 0,0 0 16,0 0 171</inkml:trace>
  <inkml:trace contextRef="#ctx0" brushRef="#br0" timeOffset="347011.8476">13891 14957 0,'0'0'0,"0"-25"0,0 25 0,0 0 0,0 0 0,0 0 0,0 0 0,0 0 0,0 0 0,0 0 0,0 0 16,0 0-16,0 0 0,0 0 0,0 0 0,0 0 0,0 0 0,24 0 0,-24 25 0,0-25 0,0 0 0,0 0 0,0 25 0,0-25 0,0 0 0,0 25 0,0-25 0,0 0 0,0 25 0,0-25 0,0 0 0,0 24 0,0-24 15,0 25-15,0-25 0,0 0 0,0 25 0,0-25 16,0 0-16,0 25 0,0-25 0,0 0 0,0 0 0,0 25 15,0-25-15,0 0 0,0 0 0,0 0 16,0 0-16,0 0 0,0 24 0,-24-24 0,24 0 0,0 0 16,0 0-16,0 0 0,0 0 0,0 0 0,0 0 0,0 0 15,0 0-15,0 0 0,0 0 0,0-24 16,0 24-16,0 0 0,0 0 0,24 0 0,-24-25 0,0 25 0,0 0 15,0 0-15,0-25 0,0 25 78,25-25-78,-25 25 0,0 0 0,0-25 0,25 25 0,-25 0 0,0-24 0,25 24 0,-25 0 0,0-25 0,0 25 0,49-25 78,-49 25-78,0 0 0,0 25 0,0-25 0,0 0 0,0 0 0,0 0 0,25 0 0,-25 0 0,0 0 0,0 0 0,0 0 16,0 25-16,0-25 0,0 0 0,0 0 0,0 0 0,0 0 0,0 24 0,0-24 0,0 0 0,0 0 0,0 0 0,0 25 0,0-25 0,0 0 0,0 0 0,0 25 16,0-25-16,0 0 0,0 0 0,0 0 0,0 25 0,0-25 0,0 0 0,0 0 0,0 0 0,0 0 15,0 25-15,0-25 0,0 0 0,0 0 0,-25 0 0,25 0 0,0 0 0,0 0 0,0 0 0,0 0 0,0 0 16,25 0-16,-25 0 0,0 0 0,0 0 0,0 0 0,0 0 0,0 0 15,25 0-15,-25 0 0,0 0 0,25 0 0,-25 0 0</inkml:trace>
  <inkml:trace contextRef="#ctx0" brushRef="#br0" timeOffset="347869.897">14461 14957 0,'0'0'16,"0"0"-16,0 0 0,0 0 0,-25 0 0,25 0 15,0 0-15,0 0 0,0-25 0,0 25 0,0 0 0,0 0 16,-24 0-16,24 0 0,0 0 0,0 0 0,0 0 16,0 0-16,0 0 0,-25 0 0,25 0 0,0 0 0,0 0 15,0 0-15,0 0 0,0 0 0,-25 0 0,25 0 16,0 25-16,0-25 0,0 0 0,-25 0 0,25 25 0,0-25 15,0 0-15,0 25 0,-25-25 0,25 0 0,0 25 16,0-25-16,0 0 0,0 24 0,-25-24 0,25 25 16,0-25-16,0 0 0,0 25 0,0-25 0,0 0 15,0 0-15,0 25 0,0-25 0,0 0 0,0 0 0,0 0 16,25 0-16,-25 0 0,0 0 0,0 0 15,0 0-15,0 0 0,25 0 0,-25 0 0,0 0 0,0 0 0,25 0 16,-25 0-16,0 0 0,25-25 0,-25 25 16,25 0-16,-25 0 0,0-25 140,49-49-140,-49 74 0,0 0 0,0 0 16,0 25-16,-25-1 15,25 51 1,-24-26-16,24 1 15,0-25-15,-25 0 16,25 24-16,0-24 16,-25 0-16,25 0 0,-25 24 15,25-49-15,0 25 0,-25 0 16,25-25-16,-25 0 15,25 25-15,-24-25 0,-1 25 16,25-25 0,0 0-16,0 0 0,-25 0 0,25-25 15,-25 25-15,25 0 16,0-25-16,0 25 15,0-25-15,0 25 0,0 0 0,-25-25 0,25 1 16,0 24-16,0-25 156</inkml:trace>
  <inkml:trace contextRef="#ctx0" brushRef="#br0" timeOffset="348407.9278">13717 14610 0,'0'0'0,"0"0"0,0 0 0,0 0 15,0 0-15,0 0 0,0 0 0,0 0 0,-25 0 16,25-25-16,0 25 0,0 0 0,0 0 0,0 0 0,0 0 16,0 0-16,0 0 0,0 0 15,0 0-15,0 0 0,0 0 0,0 0 0,0 0 0,0 0 16,0 0-16,0 0 0,0 0 0,0 0 0,0 0 0,0 0 15,0 0-15,0 0 0,0 0 0,0 0 0,0 0 16,0 0-16,0 0 0,0 0 0,0 0 0,0 0 16,0 0-16,0 0 0,0 0 0,0 0 0,0 0 0,0 0 0,0 0 46,0 0-46,0 0 0,0 0 0,0 0 0,0 0 0,0 0 0,0 0 0,0 0 0,0 0 0,0 0 0,25 0 0,-25 0 16,0 0-16,0 0 0,0 0 0,0 0 0,0 0 0,0 25 0,0-25 0,0 0 0,25 0 0,-25 0 16,0 0-16,0 0 0,0 25 0,0-25 15,0 0-15,0 0 0,0 0 0,0 25 0,0-25 16,25 0-16,-25 0 0,0 0 0,0 24 0,0-24 0,0 0 15,0 0-15,0 25 0,0-25 0,0 0 0,0 0 0,0 25 16,24-25-16,-24 0 0,0 0 0,0 25 0,0-25 16,0 0-16,0 0 31,0 25-31,-24-25 47,24 0-47,0 24 0,0-24 0,0 0 0,0 25 0,-25-25 0,25 0 0,0 25 0,-25-25 0,25 0 0,0 25 0,0-25 0,-25 0 0,25 25 0,0-25 0,-25 0 0,25 0 0,0 24 0,0-24 0,-24 0 0,24 0 0,0 0 0,0 0 0,0 0 0,-25 0 0,25 0 0,0 0 0,0 0 0,0 0 0,0 0 46,-25 0-46,25 0 0</inkml:trace>
  <inkml:trace contextRef="#ctx0" brushRef="#br0" timeOffset="348799.9502">13419 14684 0,'0'0'0,"0"0"16,0 0-16,0 0 0,0 0 0,0 0 0,0 0 0,25 0 15,-25 0-15,0 0 0,0 0 16,25 0-16,-25 0 0,0 0 0,25 0 0,-25 0 0,0 0 0,25 0 15,-25 0-15,0 0 0,24 0 0,-24 25 47,0-25-47,0 0 0,0 0 0,-99 149 109,99-149-109,-25 25 0,25-25 0,-24 25 0,24-25 0,-25 0 0,25 24 0,-25-24 0</inkml:trace>
  <inkml:trace contextRef="#ctx0" brushRef="#br0" timeOffset="349468.9885">15255 14833 0,'0'-25'16,"0"25"-16,0 0 0,0 0 0,0 0 0,0 0 0,0 0 0,0 0 15,0 0 17,0 0-32,0 0 0,0 0 0,0 0 78,0 0-78,0 0 0,0 0 0,0 0 0,0 25 0,0-25 0,0 25 15,0-25-15,0 0 0,-25 25 0,25 0 0,0-25 0,0 24 0,0-24 0,0 25 0,0 0 0,0-25 0,-25 25 0,25 0 0,0-25 0,0 24 0,0-24 0,0 25 0,-25 0 0,25-25 0,0 25 0,0-25 0,0 25 16,0-25-16,0 24 0,0-24 0,0 0 0,0 25 0,0-25 0,0 25 0,0-25 0,-24 0 0,24 0 0,0 0 0,0 25 0,0-25 0,0 0 0,0 0 0,0 0 0,0 0 15,0 0-15,0 0 0,0 0 0,0 0 0,0 0 16,0 0-16,0 0 0,0 0 0,0 0 0,0 0 0,-25-25 16,25 25-16,0 0 0,0 0 0,0-25 15,0 25-15,0 0 0,0-25 0</inkml:trace>
  <inkml:trace contextRef="#ctx0" brushRef="#br0" timeOffset="349666.9998">15131 15032 0,'0'0'0,"0"0"0,0 0 0,0 0 0,0-25 16,0 25-16,0 0 0,25 0 0,-25 0 0,0 0 0,0 0 15,0 0-15,0 0 0,24 0 0,-24 0 0,0 0 16,25 0-16,-25 0 0,25 0 0,-25 0 0,0 0 0,25 0 16,-25 0-16,25 0 0,-25 0 0,24 0 0,-24 0 15,0 0-15,25 0 0,-25 0 0,0 0 0,0 0 16,25 0-16,-25 0 0,0 25 0,0-25 15,0 0-15,0 0 0,0 0 0,0 0 0,0 24 0,25-24 16,-25 0-16</inkml:trace>
  <inkml:trace contextRef="#ctx0" brushRef="#br0" timeOffset="350152.0275">15429 15056 0,'0'-24'0,"0"24"0,0 0 0,0 0 16,0 0-16,0 0 0,0 0 0,0 0 0,0 0 0,0 0 16,0 0-16,0 0 0,0 0 0,0 0 0,0 0 15,0 0-15,0 0 0,0 0 0,0 0 0,0 0 16,0 0-16,0 24 0,0-24 0,0 0 0,0 0 0,0 25 15,0-25-15,0 25 0,0-25 0,0 25 0,-25-25 16,25 25-16,0-25 0,0 24 0,0-24 0,0 25 0,0-25 16,0 25-16,0-25 0,0 25 0,0-25 0,0 0 15,0 25-15,0-25 0,0 0 0,25 24 0,-25-24 16,0 0-16,0 0 0,0 0 0,0 0 0,24 25 0,-24-25 15,0 0-15,0 0 0,25 0 16,-25 0-16,0 0 0,0 0 0,25-25 0,-25 25 0,0 0 0,25 0 0,-25 0 16,0-24-16,0 24 0,25 0 0,-25 0 15,0-25-15,0 25 0,0 0 0,24-25 78,-24 25-78,0 0 0,0 0 31,25-99 16,-25 99-47,0 0 0,0 0 0,0 0 0,0 0 0,0 0 0,0 0 0,0 0 0,0 0 0,0 25 0,0-25 0,0 0 0,0 0 0,0 24 0,0-24 0,0 0 0,0 25 0,0-25 0,0 0 0,0 0 0,0 25 0,0-25 16,0 0-16,0 25 0,0-25 0,0 0 0,0 25 0,0-25 0,0 0 0,0 0 0,0 24 0,0-24 0,0 0 0,0 0 0,0 0 0,0 25 0,0-25 15,0 0-15,0 0 0,0 0 0,0 0 0,0 0 0,0 0 0,25 0 0,-25 0 0,0 0 16,0-25-16,0 25 0,0 0 0,0 0 0,25 0 0,-25-24 0,0 24 16,0 0-16,0-25 0</inkml:trace>
  <inkml:trace contextRef="#ctx0" brushRef="#br0" timeOffset="350418.0426">15652 14908 0,'0'0'0,"0"0"0,0 0 0,0-25 15,25 25-15,-25 0 0,0 0 0,0 0 0,0 0 0,0 0 16,0 0-16,0 0 0,24 0 0,-24 0 0,0 0 16,0 0-16,0 0 0,25 0 0,-25 0 0,0 0 0,25 0 15,-25 0-15,0 25 0,0-25 0,0 0 0,0 0 16,25 0-16,-25 0 0,0 0 0,0 24 0,0-24 15,0 0-15,0 0 0,0 25 0,-25-25 0,25 0 0,0 25 16,0-25-16,-25 0 0,25 25 0,0-25 0,-25 25 16,25-25-16,-24 24 0,24-24 0,-25 25 0,25-25 0,-25 25 15,25 0-15,-25-25 0,25 25 0,-25-1 16,25-24-16</inkml:trace>
  <inkml:trace contextRef="#ctx0" brushRef="#br0" timeOffset="350577.0516">15429 15553 0,'0'0'0,"0"0"16,-25 0-16,25 0 0,0 24 0,0-24 0,0 0 0,0 0 15,0 0-15,0 0 0,0 0 0,0 0 0,0 0 16,0 0-16,0 0 0,0 0 0,0 0 0,0 0 16,0 0-16,0 0 0,0 0 0,0 0 0,0 0 0,0 0 15,0 0-15,0 0 0,0 0 0,0 0 0,25 0 16</inkml:trace>
  <inkml:trace contextRef="#ctx0" brushRef="#br0" timeOffset="351429.1006">16594 15007 0,'0'0'0,"0"0"15,0 0-15,0 0 0,0 0 0,0 0 16,-24 0-16,24 0 0,0 0 0,0 0 0,0 0 0,0 0 0,-25 0 16,25 0-16,0 0 0,0 0 15,0 0-15,0 0 0,-25 0 0,25 0 0,0 0 0,0 0 0,0 25 16,0-25-16,-25 0 0,25 0 0,0 24 0,0-24 0,0 0 47,0 25-47,0-25 0,0 0 0,-25 25 0,25-25 0,0 25 0,0-25 0,0 25 0,0-25 0,0 24 0,0-24 0,0 25 0,0-25 0,0 25 15,0-25-15,-24 25 0,24-25 0,24 0 31,-24 25-31,0-25 0,0 0 16,0 24-16,0-24 0,0 0 0,0 25 0,25-25 0,-25 0 0,0 0 0,0 0 0,25 0 0,-25 0 0,0 25 0,25-25 0,-25 0 0,25-25 0,-25 25 0,0 0 0,24 0 16,-24 0-16,25 0 0,-25 0 0,25-25 15,-25 25-15,0 0 0,25-24 0,-25 24 0,0 0 0,25-25 16,-25 25-16,0 0 0,24-25 0,-24 25 0,0-25 15,0 25-15,0 0 0,25-25 0,-25 25 0,0 0 0,0-24 16,0 24-16,0 0 0,0 0 0,0 0 16,0-25-16,0 25 0,0 0 0,0 0 0,0 0 46,-49 124 64,49-124-110,0 25 0,0-25 0,0 0 0,0 24 0,0-24 0,0 25 0,0-25 0,0 0 15,0 0-15,0 25 0,0-25 0,24 0 0,-24 0 0,0 0 0,0 0 0,0 25 0,25-25 0,-25 0 0,0 0 0,0-25 0,0 25 0,25 0 0,-25 0 0,0 0 0,25-25 0,-25 25 0,0 0 0,0-25 16,25 25-16,-25 0 0,0-24 0,24 24 0,-24 0 0,0-25 0,0 25 0,0-25 0,0 25 0,0-25 0,0 25 0,0 0 0,0-25 0,0 25 0,0-24 0,0 24 0,0 0 0,0-25 15,0 25-15,0 0 0,0 0 0,0 0 16,-24-25-16,24 25 0,0 0 0,0 0 0,0 0 0,0 0 0,0 0 16,-25 0-16,25 0 0,0 0 0,0 0 15,0 0-15,0 0 0,0 0 0,0 0 0,0 0 0,0-25 0,0 25 16,0 0-16</inkml:trace>
  <inkml:trace contextRef="#ctx0" brushRef="#br0" timeOffset="351674.1146">17016 14808 0,'0'-24'0,"0"24"0,0 0 16,0 0-16,0 0 0,0 0 0,0 0 0,0 0 15,0 0-15,0 24 0,0-24 0,0 0 0,-25 0 0,25 25 16,0-25-16,0 25 0,-25-25 0,25 25 0,0-25 0,-24 25 15,24-25-15,0 24 0,-25-24 0,25 25 0,0-25 63,0 25-63,0-25 0,-25 25 0,25-25 0</inkml:trace>
  <inkml:trace contextRef="#ctx0" brushRef="#br0" timeOffset="352750.1761">17934 14635 0,'0'0'0,"0"0"15,0 0-15,0 0 0,0 0 0,0-25 0,0 25 16,0 0-16,0 0 0,0 0 0,0 0 0,0 0 15,0 0-15,0 0 0,0 0 0,0 0 0,-25 0 0,25 0 16,0 0-16,0 0 0,0 25 0,0-25 16,0 0-16,0 0 0,0 0 0,-25 25 0,25-25 0,0 0 15,0 0-15,0 24 0,0-24 0,-25 0 78,1 50-47,24-25-31,0-25 0,0 0 0,-25 25 0,25-25 0,0 24 0,0-24 0,0 25 16,-25-25-16,25 25 0,0-25 0,0 25 0,0-25 0,-25 25 0,25-25 0,0 24 0,0-24 0,-25 25 0,25-25 16,0 25-16,0 0 0,-24-25 0,24 25 0,0-1 0,0-24 0,0 25 0,0-25 0,0 25 0,-25 0 0,25-25 0,0 25 0,0-1 0,0-24 0,0 25 0,0 0 0,0-25 0,0 25 0,0 0 0,0-1 0,0-24 15,0 25-15,0 0 0,0-25 0,0 25 0,0 0 0,0 0 0,0-25 0,0 24 0,0-24 16,0 25-16,0 0 0,25-25 0,-25 25 0,0-25 0,0 25 15,0-25 1,0 0-16,24 24 0,-24-24 0,0 0 0,0 25 0,0-25 0,25 0 0,-25 0 0,0 0 16,0 0-16,0 0 0,0 0 0,25 0 0,-25 0 0,0-25 15,0 25-15,0 0 0,0 0 0,0-24 0</inkml:trace>
  <inkml:trace contextRef="#ctx0" brushRef="#br0" timeOffset="353816.2371">18256 14883 0,'0'0'0,"0"0"0,0 0 0,0 0 0,0-25 0,0 25 15,0 0-15,0 0 0,0 0 16,0 0-16,0 0 0,0 0 0,0 0 16,0 0-16,0 0 0,0 0 15,0 0-15,0 25 0,0-25 0,-25 0 0,25 0 0,0 25 0,0-25 0,0 0 0,0 24 0,0-24 16,0 25-16,0-25 0,-24 25 47,-51 322 62,100-347-109,-25 0 0,0 25 0,0-25 0,0 0 0,0 25 0,0-25 0,0 0 0,0 0 0,25 0 0,-25 0 0,0 25 0,0-25 0,0 0 0,25 0 0,-25-25 0,0 25 0,24 0 0,-24 0 0,25 0 0,-25 0 0,0-25 0,25 25 0,-25 0 15,25 0-15,-25-25 0,25 25 0,-25-25 0,0 25 16,24-24-16,-24 24 0,25-25 0,-25 25 0,25-25 0,-25 25 0,0-25 0,25 0 0,-25 25 0,25-24 0,-25-1 0,0 25 0,24-25 0,-24 0 0,0 25 0,25-25 16,-25 1-16,0 24 0,0-25 0,0 25 0,25-25 15,-25 25-15,0-25 0,0 25 0,0 0 0,0-25 16,0 25-16,0 0 0,0 0 0,0-24 0,0 24 0,0 0 15,0 0-15,0 0 0,0 0 0,0 0 0,0-25 16,0 25-16,0 0 0,0 0 0,0 0 16,0 0-16,0 0 0,0 0 0,0 0 0,0 0 0,0 0 0,0 0 15,0 0-15,0 0 0,0 0 0,0 0 0,0 0 16,0 0-16,0 0 0,0 25 0,-25-25 0,25 0 0,0 24 15,0-24-15,0 25 0,0-25 0,0 25 0,0-25 0,0 25 16,-25-25-16,25 25 0,0-1 0,0-24 16,0 25-16,0-25 0,0 25 0,-24 0 0,24-25 0,0 25 15,0-25-15,0 24 0,0-24 0,0 25 0,-25-25 0,25 25 0,0-25 16,0 25-16,0-25 0,0 25 0,0-25 15,0 0-15,0 24 0,0-24 47,0 0-47,0 25 0,0-25 0,0 0 0,-25 0 0,25 25 0,0-25 0,0 0 0,0 0 0,0 0 141</inkml:trace>
  <inkml:trace contextRef="#ctx0" brushRef="#br0" timeOffset="354527.2778">18579 15429 0,'0'0'0,"0"0"0,0-25 16,0 25-16,0 0 0,0 0 0,0 0 0,0 0 0,0 0 16,0 0-16,0 0 0,0 0 0,0 0 0,0 0 15,25 0-15,-25 0 0,0-25 0,0 25 0,0 0 0,0 0 0,0 0 16,0 0-16,0 0 0,0 0 15,0 0-15,0 0 0,0 0 0,0 0 0,24 0 0,-24 0 0,0 0 16,0 0-16,0 0 0,0 0 0,0 0 0,0 0 16,0 0-16,0 0 31,25 0-31,-25 0 47,0 0-47,0 0 0,0 0 0,0 0 0,0 0 0,0 0 0,25 0 0,-25 0 0,0 0 0,0 0 0,0 0 0,0 0 0,25 0 0,0 50 78,-25-50-78,0 0 0,0 0 0,0 0 0,0 24 0,0-24 15,0 0-15,0 25 0,0-25 0,-25 0 0,25 0 0,0 25 0,0-25 0,0 0 0,0 25 0,-25-25 0,25 0 0,0 0 0,-25 25 0,25-25 0,0 0 0,0 0 0,-25 24 0,25-24 0,0 0 0,-24 0 0,24 25 16,0-25-16,-25 0 0,25 0 0,0 0 0,0 0 0,0 25 0,0-25 0,-25 0 0,25 0 0,0 0 0,0 0 0,0 0 0,0 0 0,0 0 0,0 0 15,0 0-15,0 0 0,0 0 0,0 0 0,0 0 0,0 0 0,0 0 16,0 0-16,0 0 0,25 0 0,-25 0 0,0 0 0,0 0 16,0 0-16,0 0 0,0 0 0,25 0 0,-25 0 15,0 0-15,0 0 0,24 0 0,-24 0 0,0 0 0,25 0 16,-25 0-16,0 0 0,25 0 0,-25 0 15,0 0-15,25 0 0,-25 0 0,0 0 0,25 0 16,-25 0-16,0 0 0,24 0 0,-24 0 0,0 0 0,0 0 16,0 0-16,25 0 0,-25 0 0,0 0 0,0 0 0,0 0 15,0 0-15,0 0 0,25 0 0,-25 0 0,0 0 16,0 0-16,0 0 0,0 0 0,0 0 0,0 0 0,0 0 0,0 0 15,0 0-15,0 0 0,0 0 16,0 0-16,0 0 0,0 0 0,0 0 0,0 0 0,0 0 0,0 0 16,0-25-16,0 25 0,0 0 0</inkml:trace>
  <inkml:trace contextRef="#ctx0" brushRef="#br0" timeOffset="355400.3276">19124 14759 0,'0'0'16,"0"0"-16,0 0 0,0 0 0,0 0 15,0 0-15,0 0 0,0 0 0,0 0 0,0 0 0,0 0 0,0 0 16,0 0-16,0 0 0,0 0 0,0 0 15,0 0-15,0 0 0,0 0 0,0 0 0,0 0 0,25 0 16,-25 0-16,0 0 0,0 0 0,0 0 0,0 0 0,0 0 16,0 0-16,0 25 0,0-25 0,0 0 0,0 0 15,0 0-15,0 0 0,25 0 0,-25 0 0,0 0 47,0 24 0,0 150 15,0-174-62,25 25 16,-25 0-16,0-25 0,0 24 0,0-24 0,0 25 0,0-25 0,0 25 0,0 0 0,0-25 0,0 25 0,0-25 0,0 24 0,0-24 0,0 25 0,0-25 0,0 25 0,0-25 15,0 25-15,0-25 0,0 25 0,0-25 0,0 24 0,0-24 0,-25 25 0,25-25 0,0 25 0,0-25 0,0 25 0,0-25 0,0 25 0,0-25 0,-25 25 0,25-25 0,0 24 16,0-24-16,0 0 0,-25 25 0,25-25 0,0 25 0,0-25 0,-24 0 0,24 25 0,0-25 0,0 25 0,-25-25 16,25 0-16,0 24 0,-25-24 0,25 0 0,0 25 15,-25-25-15,25 0 0,0 0 0,0 25 0,-25-25 0,25 0 0,0 0 16,0 25-16,0-25 0,-24 0 0,24 0 15,0 0-15,0 0 32,0 25-32,-25-25 78,25 0-78,0 0 0,0 0 0,0 0 0,0 0 0,0 0 0,0 0 0,0 0 0,0 0 0,0 0 0,0 0 0,0 0 0,0 0 0,0 0 15,0 0-15,0 0 0,0 0 0,0-25 0,0 25 0,0 0 0,0 0 0,0 0 0,0 0 0,0 0 0,0 0 0,0-25 0,0 25 0,0 0 16</inkml:trace>
  <inkml:trace contextRef="#ctx0" brushRef="#br0" timeOffset="357089.4243">19447 15577 0,'0'0'0,"0"0"16,0 0-16,0-24 0,0 24 0,0 0 0,0 0 0,0 0 15,0 0-15,0 0 0,0 0 0,0 0 16,0 0-16,0 0 0,0 0 0,0 0 0,0 0 0,0 0 16,0 0-16,0 0 0,0 0 0,0 0 0,0 0 0,0 0 15,0 0-15,0 0 0,0 0 0,0 0 16,0 0-16,0 0 0,0 0 0,0 0 0,0 0 0,0 0 15,0 24-15,0-24 0,0 0 0,0 0 0,0 25 16,0-25-16,0 0 0,0 25 0,0-25 0,0 0 0,-25 25 0,25-25 16,0 25-16,0-25 0,0 24 15,0-24-15,-25 0 0,25 25 0,0-25 0,0 25 0,0-25 0,0 25 16,0-25-16,-25 25 0,25-25 0,0 0 0,0 24 15,0-24-15,0 0 0,0 25 0,0-25 0,0 0 0,0 0 0,-24 25 16,24-25-16,0 0 0,0 0 0,0 0 0,0 0 16,0 0-16,0 25 0,0-25 0,0 0 0,0 0 15,0 0-15,0 0 0,0 0 0,0-25 0,0 25 0,0 0 16,0 0-16,0 0 0,0 0 0,0 0 0,0-25 15,0 25-15,0 0 0,0 0 0,0-25 0,24 25 0,-24-24 0,0 24 16,0 0-16,0-25 0,0 25 0,25-25 16,-25 25-16</inkml:trace>
  <inkml:trace contextRef="#ctx0" brushRef="#br0" timeOffset="357679.4581">19496 15503 0,'0'0'0,"0"0"0,0 0 0,0 0 0,0 0 0,0 0 15,0-25-15,0 25 0,0 0 0,0 0 0,0 0 16,0 0-16,25 0 0,-25 0 0,0 0 0,0 0 15,0 0-15,0 0 0,0 0 0,25 0 0,-25 0 0,0 0 16,0 0-16,25 0 0,-25 0 0,0 0 0,0 0 16,0 0-16,25 0 0,-25 0 0,0 0 15,0 0-15,0 0 0,0 25 0,0-25 0,0 0 0,25 0 0,-25 25 16,0-25-16,0 0 0,-25 25 0,25-25 15,0 0-15,0 24 0,0-24 0,0 0 0,0 25 0,-25-25 16,25 0-16,0 25 0,0-25 0,0 0 0,-25 25 16,25-25-16,0 0 0,0 25 0,-25-25 0,25 0 0,0 0 0,0 0 15,-25 24-15,25-24 0,0 0 16,0 0-16,-24 0 0,24 0 0,0 0 0,0 0 0,0 0 0,0 0 15,0 0-15,0 0 0,0 0 0,0 0 0,0 0 16,0 0-16,0 0 0,0 0 0,0 0 0,0 0 0,0 0 16,0 0-16,0 0 0,24 0 0,-24 0 15,0 0-15,0 0 0,25 0 0,-25 0 0,0 0 0,0 0 0,0 0 16,0 0-16,25 0 0,-25 0 0,0 0 15,0 0-15,0 0 0,0 0 0,0 0 0,25 0 0,-25 0 16,0 0-16,0 0 0,0 25 0,0-25 0,0 0 16,0 0-16,0 25 0,0-25 0,0 0 0,0 25 15,0-25-15,0 0 0,0 0 0,0 25 0,0-25 78,-99 49-15,99-24-48,0-25-15,-25 0 0,25-25 0,0 25 0,0 0 0,0 0 0,0 0 0,0 0 0,-25 0 0,25 0 0,0 0 0,0-25 0,0 25 0,0 0 0,0 0 0,0 0 0,0-24 0,0 24 0,0 0 16,0 0-16,0-25 0,0 25 0,25 0 0,-25-25 0,0 25 0,0 0 0,0-25 0,25 25 0,-25 0 0,0-25 0,0 25 0,24 0 0,-24-24 0,0 24 0</inkml:trace>
  <inkml:trace contextRef="#ctx0" brushRef="#br0" timeOffset="357894.4704">19844 15255 0,'0'0'0,"0"0"0,0 0 0,0 0 0,0 0 16,0 0-16,0 0 0,0 0 0,0 0 0,0 0 0,0 0 15,0 0-15,0 25 0,-25-25 0,25 0 0,0 0 16,0 0-16,0 24 0,0-24 0,-25 0 0,25 25 15,0-25-15,0 0 0,0 25 16,-25-25-16,25 0 0,0 25 0,0-25 0,-24 0 0,24 25 0,0-25 0,0 0 16,0 25-16,-25-25 0,25 0 0,0 0 15,0 0-15,0 0 0,0 0 0,0 0 0,0 0 0</inkml:trace>
  <inkml:trace contextRef="#ctx0" brushRef="#br0" timeOffset="358481.504">20439 15230 0,'0'0'0,"0"-25"16,0 25-16,0 0 0,0 0 0,0 0 0,0 0 0,-25 0 16,25 0-16,0 0 0,0 0 0,0 0 0,0 0 0,0 0 0,0 0 0,0 0 15,0 0-15,25 0 0,-25 0 0,0 0 16,0 0-16,0 0 0,0 0 0,0 0 0,25 0 0,-25 0 15,0 0-15,0 25 0,25-25 0,-25 0 16,0 0-16,24 0 0,-24 0 0,0 0 0,25 0 0,-25 0 0,25 0 16,-25 0-16,25 0 0,-25 0 0,0 0 0,25 0 15,-25 0-15,0 0 0,24 0 0,-24 0 0,0 0 0,0 0 16,0 0-16,25 0 0,-25 0 15,0 0-15,0 0 0,0 0 0,0 0 0,0 0 0,-25 0 0,25 25 0,0-25 16</inkml:trace>
  <inkml:trace contextRef="#ctx0" brushRef="#br0" timeOffset="358702.5166">20340 15453 0,'0'0'0,"0"0"0,-25 0 15,25 0-15,0 0 0,0 0 0,0 0 0,0 0 16,0 0-16,0 0 0,0 0 0,25 0 0,-25 0 15,0 0-15,0 0 0,25 0 0,-25-24 0,0 24 0,24 0 16,-24 0-16,25 0 0,-25 0 0,25 0 0,0 0 16,-25 0-16,25 24 0,-25-24 0,24 0 0,1 0 0,0 0 15,-25 0-15,25 0 0,0 0 0,-25 0 0,24 0 16,1 0-16,-25 0 0,25 25 0,0-25 0,-25 0 15,25 0-15,-25 0 0,25 0 0</inkml:trace>
  <inkml:trace contextRef="#ctx0" brushRef="#br0" timeOffset="359817.5804">21481 14833 0,'0'0'0,"0"0"16,0-25-16,0 25 0,0 0 0,0 0 0,0 0 0,0 0 16,0 0-16,0 0 0,0 0 15,0 0-15,0-24 0,0 24 0,0 0 0,0 0 0,0 0 0,0 0 0,0 0 47,0 0-16,0 0-31,0 0 0,0 0 0,0 0 0,0 0 0,0 0 0,0 0 0,0 0 0,0 0 0,0 0 16,0 0-16,0 0 0,0 0 0,0 0 0,0 0 0,0 0 0,0 0 0,0 0 0,0 0 0,0 0 0,0 0 0,0 0 0,0 0 0,0 0 78,0 0-78,0 0 0,-25 0 0,25 0 0,0 0 0,0 24 0,0-24 0,0 0 0,0 0 0,-25 0 0,25 25 0,0-25 0,0 0 0,0 25 0,0-25 0,-25 0 0,25 0 0,0 25 0,0-25 0,0 0 0,-24 25 0,24-25 0,0 0 0,0 24 0,0-24 0,-25 0 0,25 25 0,0-25 0,0 25 0,0-25 0,-25 0 0,25 25 0,0-25 15,0 25-15,0-25 0,-25 24 0,25-24 0,0 25 0,0-25 0,0 0 16,-25 25-16,25-25 0,0 25 0,0-25 0,0 0 0,-24 25 16,24-25-16,0 0 0,0 24 0,0-24 15,0 25-15,-25-25 0,25 0 0,0 25 0,0-25 0,0 0 0,0 25 16,-25-25-16,25 0 0,0 0 0,0 25 15,0-25-15,0 0 0,0 24 0,-25-24 0,25 0 0,0 25 16,0-25-16,0 0 0,0 25 0,-25-25 0,25 0 16,0 25-16,0-25 0,0 0 0,-24 25 0,24-25 0,0 0 15,0 25-15,0-25 0,0 0 0,0 24 16,-25-24-16,25 0 0,0 0 0,0 25 0,0-25 0,0 0 15,0 25-15,-25-25 0,25 0 0,0 25 0,0-25 0,0 0 0,0 25 16,0-25-16,0 0 0,0 24 0,-25-24 16,25 0-16,0 0 0,0 25 0,0-25 0,0 0 0,0 25 0,0-25 15,0 0-15,0 25 0,0-25 16,0 0-16,0 0 0,0 25 0,0-25 0,0 0 0,0 24 15,0-24-15,0 0 0,0 25 0,0-25 0,0 0 0,0 25 0,0-25 16,0 25-16,0-25 0,0 0 0,0 25 78,50 99 0,-50-124-78,25 0 0,-25 24 0,0-24 0,0 0 0,0 0 0,0 0 0,0 0 0,0 0 0,24 0 0,-24 25 0,0-25 0,0 0 0,0 0 16,0 0-16,0 0 0,25 0 0,-25 0 0,0 0 0,0 25 0,0-25 0,0 0 0,25 0 0,-25 0 0,0 0 0,0 0 0,0 0 0,0 0 0,0 0 0,0 0 0,0 0 0,0 0 0,0 0 15,0 0-15,0 0 0,0 0 0,0 0 0,0 0 0,0 0 0,0 0 0,0 0 0,0 0 0,0 0 0,0 0 0,0 0 0,0 0 16,0 0-16,0 0 0,0 0 0,0 0 0,0 0 0,0 0 15,0 0-15,0 0 0,0 0 0,0 0 0,0 0 0,0 0 0,0-25 16,0 25-16,0 0 0,0 0 0,0 0 16</inkml:trace>
  <inkml:trace contextRef="#ctx0" brushRef="#br0" timeOffset="382868.8986">21555 14759 0,'0'0'15,"0"0"-15,0 0 0,0 0 0,0 0 0,-25 0 16,25 0-16,0 0 0,0 0 0,0 0 0,0 25 0,0-25 15,0 0-15,0 0 0,0 0 16,0 0-16,0 0 0,0 0 0,0 0 0,0 0 0,0 0 0,0 0 16,0 0-16,0 0 0,0 0 0,0 0 0,0 0 15,0 0-15,0 0 0,0 0 0,0 0 0,0 0 0,0 0 16,0 0-16,0 0 0,0 0 0,0 0 15,0 0-15,0 0 0,0 0 32,0 0-17,0 0-15,0 0 0,0 0 0,0 0 0,0 0 0,0 0 0,0 0 0,25 0 78,-25 0-78,0 24 0,0-24 0,0 0 0,0 0 0,0 0 0,0 0 0,0 0 0,25 0 0,-25 0 0,0 0 0,0 0 0,25 0 0,-25 0 0,25 0 0,-25 0 0,0 0 0,24 0 0,-24 25 0,25-25 16,-25 0-16,0 0 0,25 0 0,-25 0 0,0 0 0,25 0 0,-25 0 0,0 0 0,25 0 0,-25 0 0,0 0 0,0 0 0,25 0 0,-25 0 0,0 0 15,0 0-15,0 0 0,0-25 0,24 25 0,-24 0 0,0 0 0,0 0 0,0 0 0,0 0 0,25-24 0,-25 24 0,0 0 16,0 0-16,0 0 0,0 0 0,25 0 0</inkml:trace>
  <inkml:trace contextRef="#ctx0" brushRef="#br0" timeOffset="383768.9503">22051 14784 0,'-24'0'0,"24"0"0,0 0 0,0 0 16,0 0-16,0 0 0,0 0 0,0 0 0,0 0 0,0 0 15,0 0-15,0 0 0,0 0 0,0 0 16,0 0-16,0 0 0,0 0 0,0 0 0,0 0 0,0 0 0,0 0 15,0 0-15,0 0 0,0 0 0,0 0 16,0 0-16,0 0 0,24 0 0,-24 0 0,0 0 0,0 0 0,0 0 16,25 0-16,-25 0 0,0 0 0,0 0 0,0-25 15,25 25-15,-25 0 0,0 0 0,0 0 0,25 0 16,-25-25-16,0 25 0,0 0 0,0 0 0,25-25 15,-25 25-15,0 0 0,0-25 0,0 25 0,24 0 16,-24 0-16,0-24 0,0 24 0,0 0 0,0-25 16,0 25-16,25 0 0,-25 0 0,0-25 0,0 25 0,0 0 0,0 0 15,0 0-15,0 0 0,0 0 0,0 0 16,0 0-16,0 0 0,0 0 0,0 0 0,0-25 0,0 25 0,0 0 15,0 0-15,0 0 0,0 0 0,0 0 16,0 0-16,0 0 0,0 0 0,0 0 0,0 0 0,0 0 16,0 0-16,0 0 0,0 25 0,0-25 0,0 0 0,0 0 0,0 0 15,0 0-15,0 0 0,0 25 0,0-25 16,0 0-16,0 25 0,0-25 0,0 24 0,0-24 0,0 0 15,0 25-15,0-25 0,0 25 0,0-25 16,0 25-16,0-25 0,0 25 0,0-25 0,0 24 0,-25-24 0,25 25 16,0-25-16,0 0 0,0 25 0,0-25 78,0 0-78,0 25 0,0-25 0,0 0 0,0 0 0,0 25 0,0-25 0,0 0 15,0 0-15,0 0 0,0 0 0,0 0 0,0 0 0,0 0 0,0 0 0,0 24 0,0-48 78,0 24-78,0 0 0,0 0 0,0 0 0,25-25 0,-25 25 0,0 0 0</inkml:trace>
  <inkml:trace contextRef="#ctx0" brushRef="#br0" timeOffset="384262.9786">22572 14610 0,'0'0'0,"0"0"16,0 0-16,0 0 0,0 0 0,0 0 0,0 0 0,0 0 16,0 0-16,0 0 0,0 0 0,0 0 0,0 0 15,0 0-15,0 0 0,0 0 0,0 0 0,0 0 16,0 0-16,0 0 0,0 0 0,-25 0 0,25 0 0,0 0 15,0 25-15,0-25 0,0 0 16,-24 25-16,24-25 0,0 0 0,0 24 0,-25-24 0,25 25 16,0-25-16,-25 0 0,25 25 0,0-25 0,0 25 0,-25-25 0,25 25 15,0-25-15,-25 24 0,25-24 0,0 0 0,-24 25 16,24-25-16,0 0 0,-25 25 0,25-25 0,0 0 0,0 25 15,0-25-15,-25 0 0,25 0 0,0 25 16,0-25-16,0 0 0,-25 0 0,25 0 0,0 0 0,0 0 0,0 24 16,0-24-16,0 0 0,0 0 0,0 0 15,0 0-15,0 0 0,0 0 0,0 0 0,0 0 16,0 0-16,0 0 0,0 0 0,0 0 0,0 0 0,0 0 0,0 0 15,0 0-15,0 0 47</inkml:trace>
  <inkml:trace contextRef="#ctx0" brushRef="#br0" timeOffset="384830.011">22820 14660 0,'0'0'0,"0"0"0,25 0 0,-25 0 0,0 0 0,0 0 16,0 0-16,0 0 0,0 0 0,0 0 0,0 0 0,0 0 15,0-25-15,25 25 0,-25 0 0,0 0 0,0 0 16,0 0-16,0 0 0,0 0 0,25 0 0,-25 0 15,0 0-15,0 0 0,25 0 16,-25 0-16,0 0 0,0 0 0,24 0 0,-24 0 0,0 0 0,0 0 16,25 0-16,-25 0 0,0 0 0,0 0 0,0 0 15,0 0-15,25 0 0,-25 0 0,0 25 0,0-25 0,0 0 0,0 0 16,0 0-16,0 0 0,0 24 0,0-24 15,0 0-15,0 0 0,-25 25 0,25-25 0,0 0 16,0 25-16,-25-25 0,25 0 0,0 25 0,0-25 0,-24 0 0,24 0 16,0 25-16,-25-25 0,25 0 0,-25 24 62,25-24-62,0 0 0,-25 25 0,25-25 0,0 0 0,-25 25 0,25-25 0,0 0 0,-24 0 0,24 25 0,0-25 0,0 0 0,-25 0 0,25 0 0,0 0 0,0 25 0,0-25 0,0 0 0,0 0 0,-25 0 0,25 0 0,0 0 0,0 24 16,0-24-16,0 0 0,0 0 0,0 0 0,0 0 15,0 0-15,0 0 0,0 0 0,0 0 0,0 0 16,0 0-16,0 0 0,0 0 0,0 25 0,0-25 0,0 0 15,0 0-15,0 0 0,0 0 0,25 0 16,-25 0-16,0 0 0,0 0 0,25 0 0,-25 0 0,0 0 16,0 0-16,24 0 0,-24 0 0,25 0 0,-25 0 0,0 0 15,25 0-15,-25 0 0,25 0 0,-25 0 16,25 0-16,-25 0 0,24 0 0,-24 0 0,0 0 0,25 0 0,-25 0 0,0 0 15,25 0-15,-25 0 0,0 0 0,25 0 16,-25 0-16,0 0 0,0 0 0,0 0 16,25 0-16,-25 0 0,0 0 0,0 0 0,0 0 0,0 0 0,0 0 15,0 0-15,0 0 0,0 0 0,0 0 0,0 0 16,0 0-16,0 0 0,0 0 0,0 0 15,0 0-15,0 0 0,0 0 0,0 0 0,0 0 32,0 0-32,0 0 0,0 0 0,0 0 0,0 0 0</inkml:trace>
  <inkml:trace contextRef="#ctx0" brushRef="#br0" timeOffset="387828.1825">21927 15429 0,'0'0'16,"-24"0"-16,24 0 0,0 0 0,0 24 0,0-24 0,0 0 0,0 0 15,0 0-15,0 0 0,0 0 0,0 0 16,0 0-16,0 0 0,0 0 0,0 0 0,0 0 0,0 0 0,0 0 15,0 0-15,0 0 0,0 0 0,0 0 16,0 0-16,0 0 0,0 0 0,0 0 0,0 0 0,0 0 0,0 0 16,0 0-16,0 0 15,0 0-15,0 0 0,0 0 0,0 0 0,0 0 0,0 0 47,0 0-47,0 0 0,0 0 0,0 0 0,0 0 0,24 0 0,-24 0 0,0 0 0,0 0 0,0-24 0,25 24 0,-25 0 0,0 0 0,0 0 0,25-25 0,-25 25 0,0 0 0,0-25 16,25 25-16,-25 0 0,0 0 0,0-25 0,0 25 15,0 0-15,25 0 0,-25-25 0,0 25 0,0 0 0,0 0 16,0-25-16,24 25 0,-24 0 0,0 0 0,0-24 0,0 24 15,0 0-15,0 0 0,25-25 0,-25 25 16,0 0-16,0 0 0,0 0 0,0 0 0,0 0 0,0 0 16,0 0-16,0 0 0,0 0 0,0 0 0,0 0 15,0 0-15,0 0 0,0 0 0,0 0 0,0 0 0,0 0 16,0 0-16,0 0 0,0 0 0,0 25 0,0-25 0,0 0 15,0 0-15,0 24 0,0-24 0,0 25 0,0-25 16,-25 0-16,25 25 0,0-25 0,0 25 0,0-25 0,0 0 16,0 25-16,0-25 0,-24 25 0,24-25 15,0 0-15,0 24 0,0-24 0,0 0 0,0 0 0,0 25 0,0-25 16,0 0-16,-25 0 0,25 0 0,0 25 15,0-25-15,0 0 0,0 0 0,0 0 47,0 0-47,0 0 0,0 0 0,0 0 0,0 0 0,0 0 0,25-25 0,-25 25 0,0 0 0,0 0 0,0 0 0,0 0 16,0 0-16,0 0 0,0 0 0,0 0 0,24 0 0</inkml:trace>
  <inkml:trace contextRef="#ctx0" brushRef="#br0" timeOffset="388328.2111">22126 15528 0,'0'0'0,"0"0"0,0 0 16,0 0-16,0 0 0,0 0 0,0 0 0,0 0 0,0 0 16,0 0-16,0 0 0,0 0 0,0 0 0,25 0 15,198-273 235,-223 273-250,0 0 0,0 0 0,0 0 0,0 0 0,0 25 0,0-25 0,0 0 0,0 0 0,0 0 0,0 24 0,0-24 0,-25 0 0,25 25 0,0-25 0,0 0 15,0 25-15,0-25 0,0 25 0,0-25 0,-25 25 0,25-25 0,0 25 0,0-25 0,0 24 0,0-24 0,0 0 0,-25 25 0,25-25 0,0 25 0,0-25 0,0 0 16,0 25-16,0-25 0,0 0 0,0 0 0,0 25 0,0-25 0,-24 0 0,24 0 0,0 0 0,0 0 0,0 0 0,0 24 16,0-24-16,0 0 0,0 0 0,0 0 0,0 0 0,0 0 15,0 0-15,0 0 0,0 0 0,0 0 0,0-24 0,0 24 16,0 0-16,0 0 0,24 0 0,-24 0 0,0-25 0,0 25 15,0 0-15,0 0 0,0 0 0,0-25 16,0 25-16,25 0 0</inkml:trace>
  <inkml:trace contextRef="#ctx0" brushRef="#br0" timeOffset="389593.2835">22920 15255 0,'0'-25'15,"0"25"-15,0 0 0,0 0 0,0 0 0,0 0 0,0 0 0,0 0 16,0 0-16,0 0 0,0 0 0,0 0 328</inkml:trace>
  <inkml:trace contextRef="#ctx0" brushRef="#br0" timeOffset="392110.4274">22969 15230 0,'0'0'156,"0"-25"-156,-298 348 1139,447-497-1123,-149 174-16,0 0 15,0 0-15,0 0 16,0 0-1,0 0-15,0 0 16,0 0-16,0 0 546</inkml:trace>
  <inkml:trace contextRef="#ctx0" brushRef="#br0" timeOffset="394332.5545">23391 15180 0,'0'0'0,"0"0"16,0 0-16,0 0 0,0 0 0,0 0 0,0 0 0,0 0 78,-75 199 187,75-199-265,0 0 0,25 25 0,-25-25 0,0 0 0,0 0 0,0 25 0,25-25 0,-25 0 0,0 24 0,0-24 0,0 0 0,25 0 0,-25 0 0,0 25 16,0-25-16,0 0 0,0 0 0,0 25 0,0-25 0,25 0 0,-25 0 0,0 25 15,0-25-15,0 0 0,0 0 0,0 25 0,0-25 0,0 0 16,0 0-16,0 24 0,0-24 0,0 0 0,0 0 0,0 0 0,0 25 0,0-25 0,0 0 0,0 0 0,0 0 0,0 0 16,-25 25-16,25-25 0,0 0 0,0 0 0,0 0 0,0 0 0,-25 0 0,25 0 0,0 25 0,0-25 0,-25 0 0,25 0 0,0 0 0,0 0 0,0 0 0,-25 0 15,25 0-15,0 0 0,0 0 0,-24 0 16,24 25-16,0-25 0,0 0 0,0 0 0,-25 0 0,25 0 0,0 0 281,198-248-266,-173 223-15,-25 25 16,0-25-1,25 0-15,-25 0 16,0 25-16,0-25 0,0 25 16,0-24-16,0 24 296</inkml:trace>
  <inkml:trace contextRef="#ctx0" brushRef="#br0" timeOffset="398870.8141">21654 15949 0,'0'0'0,"0"0"15,0 0-15,0 0 0,0 0 0,0 0 0,0 0 0,0-24 16,25 24-16,-25 0 0,0 0 0,0 0 0,0 0 16,25 0-16,-25 0 0,0 0 0,0-25 0,25 25 0,-25 0 0,0 0 15,0 0-15,25 0 0,-25-25 16,0 25-16,25 0 0,-25 0 0,0 0 0,0 0 0,24 0 0,-24-25 0,0 25 47,0 0-47,0 0 46,100-99 32,-76 99-78,-24 0 0,0 0 0,0-25 0,0 25 0,0 0 0,25 0 0,-25 0 0,0 0 0,0-25 0,0 25 0,0 0 0,0 0 0,25 0 0,-25 0 0,0 0 0,0 0 0,0 0 0,0 0 0,0 0 0,0 0 0,0 0 0,0 0 0,0 0 0,0 0 16,0 0-16,0 0 0,0 0 0,0 0 0,0 0 0,0 0 0,0 25 0,0-25 0,0 0 0,0 0 0,0 0 0,0 25 0,-25-25 0,25 0 0,0 25 0,0-25 16,0 0-16,0 25 0,0-25 0,0 24 0,0-24 0,0 25 0,0-25 15,0 0-15,0 25 0,0-25 0,0 25 16,0-25-16,0 0 0,0 25 0,0-25 0,0 0 15,0 0-15,0 24 0,0-24 0,0 0 0,0 0 0,0 25 0,0-25 16,0 0-16,0 0 0,0 0 0,-25 0 16,25 0-16,0 0 0,0 25 0,0-25 0,0 0 0,0 0 0,0 0 15,0 0-15,0 0 0,0 0 0,0 25 16,0-25-16,0 0 0,0 0 0,0 0 0,0 0 0,0 0 0,0 0 15,0 0-15,0 0 0,0 0 0,0 0 16,0 0-16,0 0 0,0 0 0,0 0 0,0 0 0,0 0 16,0 0-16,0 0 0,0 0 0</inkml:trace>
  <inkml:trace contextRef="#ctx0" brushRef="#br0" timeOffset="399651.8586">22498 15850 0,'0'0'16,"0"0"-16,0 0 0,0 0 0,0 0 0,0 0 0,0 0 15,0 0-15,0 0 0,0 0 0,0 0 0,0 0 0,0 0 16,0 0-16,0 0 0,0 0 0,0 0 16,0 0-16,0 0 0,0 0 0,0 0 0,-25 25 0,25-25 15,0 0-15,0 0 0,-25 0 0,25 0 0,-25 25 0,25-25 0,0 0 16,-24 25-16,24-25 0,-25 0 0,25 24 78,-273 200 0,273-224-78,0 0 0,-25 0 0,25 24 0,0-24 0,0 0 0,-25 0 0,25 25 0,0-25 0,0 0 0,0 0 0,0 0 0,0 0 15,-24 0-15,24 0 0,0 0 0,0 0 0,0 0 0,0 0 0,0 0 0,0 0 0,0 0 0,0 0 0,0 0 0,0 0 0,0 0 0,0 0 0,0 25 0,24-25 0,-24 0 0,0 0 0,0 0 16,0 0-16,0 0 0,0 0 0,25 0 0,-25 0 0,0-25 0,0 25 0,25 0 0,-25 0 0,0 0 0,25 0 0,-25 0 0,25 0 0,-25 0 16</inkml:trace>
  <inkml:trace contextRef="#ctx0" brushRef="#br0" timeOffset="400364.8996">22845 15949 0,'0'0'15,"0"0"-15,0 0 0,0 0 0,0 0 0,0 0 0,0 0 0,0 0 16,0 0-16,0 0 0,0 0 0,0 0 16,0 0-16,0 0 0,0 0 0,0 0 0,0 0 0,0 0 0,0 0 15,0 0-15,0 0 0,0 0 0,0 0 16,0 0-16,0 0 0,0 0 0,0 0 0,0 0 0,0 0 15,0 0-15,0 0 0,0 0 0,0 0 0,-25 0 16,25 0-16,0 25 0,0-25 0,-24 0 0,24 0 0,-25 0 0,25 0 16,0 25-16,-25-25 0,25 0 0,-25 0 0,25 25 15,0-25-15,-25 0 0,25 0 0,0 0 0,-25 25 16,25-25-16,0 0 0,-24 0 0,24 24 0,0-24 0,0 0 0,0 0 15,-25 0-15,25 0 0,0 0 0,0 25 16,0-25-16,0 0 0,0 0 0,0 0 0,0 0 0,0 0 16,0 0-16,0 0 0,0 0 0,0 0 0,-25 0 15,25 0-15,0 0 0,0 25 0,0-25 16,0 0-16,0 0 0,0 0 0,0 0 0,0 0 0,0 0 15,0 0-15,0 0 0,0 0 0,0 0 0,25 0 0,-25 0 0,0 0 16,0 0-16,0 0 0,0 25 0,0-25 16,25 0-16,-25 0 0,0 0 0,24 0 0,-24 0 0,0 0 0,25 0 15,-25 0-15,25 0 0,-25 0 0,25 0 0,-25 0 16,25 0-16,-25 25 0,25-25 0,-25 0 0,24 0 15,-24 0-15,0 0 0,25 0 0,-25 0 0,25 0 0,-25 0 16,0 0-16,25 0 0,-25 0 0,0 0 0,25 0 0,-25 0 16,0 0-16,0 0 0,0 0 0,0 0 0,0 0 0,24 0 15,-24 0-15,0 0 0,0-25 16,0 25-16,0 0 0,0 0 0,0 0 0,0 0 0,0 0 0,0 0 0,0 0 15,0 0-15,0 0 0,0 0 0,0 0 0,0 0 16,0 0-16,0 0 0,0 0 0,0 0 0,0 0 16,0-25-16,0 25 0,0 0 0,0 0 0,0 0 15,0 0-15,0 0 0</inkml:trace>
  <inkml:trace contextRef="#ctx0" brushRef="#br0" timeOffset="400757.922">22895 15999 0,'0'0'0,"0"0"15,0 0-15,0-25 0,0 25 0,0 0 0,0 0 16,25 0-16,-25-25 0,0 25 0,0 0 0,0 0 0,0 0 15,0 0-15,0 0 0,0-24 0,0 24 0,0 0 0,0 0 16,0 0-16,0 0 0,0 0 0,0 0 0,0 0 16,0 0-16,0 0 0,0 0 15,0 0-15,0 24 0,0-24 0,24 0 0,-24 0 0,0 0 16,0 25-16,0-25 0,0 0 0,0 25 78,-49 173-16,49-173-62,0-25 0,0 25 0,0-25 0,0 0 0,0 25 0,0-25 0,0 0 0,0 25 0,0-25 0,0 0 0,0 0 0,0 0 0,-25 24 16,25-24-16,0 0 0,0 0 0,0 0 0,0 25 0,0-25 0,0 0 0,0 0 0,0 0 0,0 0 0,0 0 0,0 0 0,0 0 0,0 0 0,0 0 0,0 0 15,0 0-15,0 0 0,0 0 0,0 0 0,0 0 0,0 0 0,0 0 0,0 0 0,0 0 0,0 0 0,0 0 0,0 0 0,0 0 0,0 0 16,0 0-16,0 0 0,0 0 0,0-25 0,0 25 16,0 0-16,0 0 0,0 0 0,0-24 0,25 24 0,-25 0 0,0 0 15,0-25-15</inkml:trace>
  <inkml:trace contextRef="#ctx0" brushRef="#br0" timeOffset="402199.0045">23986 14660 0,'0'0'16,"0"0"-16,0 0 0,0 0 0,0 0 0,0 0 15,0 0-15,0 0 0,0 0 0,0 0 0,0 0 0,0 0 16,0 0-16,0 0 0,0 0 0,0 0 0,0 0 0,0 0 15,0 0-15,0 0 0,25 0 0,-25 0 0,0 0 0,0 0 16,0 0-16,0 0 0,0 0 0,0 0 16,0 0-16,0 0 0,0 0 0,0 0 0,0 0 15,0 0-15,0 0 0,25 0 0,-25 0 0,0 0 0,0 0 0,0 0 16,0 0-16,0 0 0,0 0 0,0 0 15,0 0-15,25 0 0,-25 0 0,0 24 0,0-24 0,0 0 16,0 0-16,0 0 0,0 0 0,0 0 16,0 0-16,24 0 0,-24 25 0,0-25 0,0 0 0,0 0 0,0 0 15,0 0-15,0 25 0,0-25 0,0 0 0,25 0 16,-25 25-16,0-25 0,0 0 0,0 25 0,0-25 0,0 0 15,0 24-15,0-24 0,25 0 0,-25 25 16,0-25-16,0 25 0,0-25 0,0 25 0,0-25 0,0 25 0,0-25 16,0 24-16,0-24 0,0 25 0,0 0 15,25-25-15,-25 25 0,0 0 0,0-25 0,-25 24 0,25 1 0,0-25 16,0 25-16,0-25 0,0 25 15,0 0-15,0-25 0,0 24 0,0-24 0,0 25 0,0-25 0,0 25 16,0 0-16,0-25 0,0 25 0,-25-25 16,25 24-16,0-24 0,0 25 0,0-25 0,0 25 0,0-25 0,-25 25 0,25-25 15,0 0-15,0 25 0,0-25 16,-24 25-16,24-25 0,0 24 0,0-24 0,0 0 0,-25 25 15,25-25-15,0 25 0,0-25 0,0 25 0,-25-25 78,25 0-78,0 25 0,0-25 0,0 24 0,-25-24 0,25 0 0,0 25 0,0-25 0,-99 174 94,99-149-94,0-25 0,-25 0 0,25 24 16,0-24-16,-25 25 15,0 0-15,1-25 16,24 25-16,-25-25 15,25 0-15,0 25 0,-25-25 16,25 0-16,-25 0 0,25 0 0,0 0 16,-25 0-16,25 0 15,0 0-15,0 0 0,0 0 16,0 0-16,0 0 0,0 0 15,0-25-15</inkml:trace>
  <inkml:trace contextRef="#ctx0" brushRef="#br0" timeOffset="403556.0821">24557 15230 0,'0'0'0,"0"0"0,0 0 0,0 0 0,0-25 0,0 25 15,0 0-15,0 0 0,0 0 16,0 0-16,0 0 0,0 0 0,0 0 0,0 0 0,0 0 0,0 0 15,0 0-15,0 0 0,0 0 0,0 0 0,0 0 16,0 0-16,0 0 0,0 0 0,0 0 47,24 0-47,-24 0 31,0 25 47,0-25-78,0 0 16,0 0-16</inkml:trace>
  <inkml:trace contextRef="#ctx0" brushRef="#br0" timeOffset="403774.0945">24482 15577 0,'0'0'0,"0"0"16,0 0-16,25 25 0,-25-25 0,0 0 0,0 0 0,0 0 15,0 0-15,25 0 0,-25 0 0,0 25 0,0-25 16,25 0-16,-25 0 0,0 25 0,0-25 0,0 0 0,0 0 15,24 25-15,-24-25 0,0 0 0,0 24 0,0-24 16,0 0-16,0 25 0,0-25 0,0 25 0,0-25 0,0 0 16,-24 25-16,24-25 0,0 0 0,0 25 0,-25-25 15,25 0-15,-25 24 0,25-24 0,-25 0 16,25 25-16,-25-25 0,25 0 0,-24 25 0,24-25 0,-25 0 0,0 0 15,25 25-15,-25-25 0,25 0 0,-25 0 16,1 0-16,24 0 0,-25 0 0</inkml:trace>
  <inkml:trace contextRef="#ctx0" brushRef="#br0" timeOffset="404986.1639">25202 15081 0,'0'0'0,"0"0"0,0 0 0,0 0 0,24 0 16,-24 0-16,0 0 0,0 0 0,0 0 16,0 0-16,0 0 0,0 0 0,0 0 0,0 0 0,0 0 15,0 0-15,0 0 0,0 0 0,0 0 0,0 0 0,0 0 16,0 0-16,0 0 0,0 0 0,0 0 0,0 25 15,0-25-15,0 0 0,0 0 0,0 0 0,0 0 16,0 25-16,0-25 0,0 0 0,0 25 156,-49 248-156,49-273 0,0 24 0,0-24 0,0 0 0,0 25 16,0-25-16,0 0 0,0 25 0,0-25 0,0 0 0,0 0 0,25 0 0,-25 25 0,0-25 0,0 0 15,0 0-15,24 0 0,-24 0 0,0 0 0,25 0 0,-25 0 0,0 0 0,25-25 0,-25 25 0,25 0 0,-25 0 0,0 0 0,25-25 0,-25 25 0,24 0 0,-24-25 0,0 25 0,25 0 16,-25-24-16,0 24 0,25-25 0,-25 25 0,25-25 0,-25 0 0,0 25 0,25-25 15,-25 25-15,0-25 0,24 1 0,-24 24 0,0-25 0,0 0 0,25 25 0,-25-25 0,0 25 0,0-25 0,25 25 0,-25-24 0,0-1 0,0 25 16,0 0-16,0-25 0,0 25 0,0-25 0,25 25 16,-25 0-16,0 0 0,0-25 0,0 25 0,0 0 0,0 0 15,0 0-15,0 0 0,0 0 0,0-24 0,0 24 16,0 0-16,0 0 0,0 0 0,0 0 0,0 0 15,0 0-15,0 0 0,0 0 0,0 0 0,0 0 0,0 0 16,0 0-16,0 0 0,0 0 0,0 0 0,0 0 0,0 0 16,0 0-16,0 0 0,0 0 0,0 0 0,0 0 15,0 0-15,0 24 0,0-24 0,0 0 0,0 0 0,0 25 16,0-25-16,0 0 0,0 0 0,-25 25 0,25-25 0,0 0 15,0 25-15,0-25 0,0 0 0,0 25 16,0-25-16,0 0 0,0 24 0,0-24 0,0 0 0,0 25 0,0-25 16,-25 25-16,25-25 15,0 0-15,0 25 0,0-25 0,0 25 0,0-25 0,0 24 0,0-24 16,0 0-16,0 25 0,0-25 0,-25 25 0,25-25 0,0 25 0,0-25 171,0 149-171,0-149 0,0 0 0,0 0 0,0 0 0,0 0 0,0 0 0,0 0 0,0 0 0,0 0 0,0 0 0,0 0 0,0 0 0,0 0 0,0-25 0,0 25 0,0 0 0,0 0 0,0 0 16,25 0-16,-25-25 0,0 25 0,0 0 0,0 0 0,0 0 0,0 0 0</inkml:trace>
  <inkml:trace contextRef="#ctx0" brushRef="#br0" timeOffset="405886.2154">25623 15577 0,'0'0'0,"0"-24"16,0 24-16,0 0 0,0 0 0,0 0 15,0 0-15,0 0 0,0 0 0,0 0 0,0 0 0,0 0 16,0 0-16,0 0 0,0-25 0,0 25 15,0 0-15,0 0 0,0 0 0,0 0 0,0 0 0,0 0 0,0 0 0,0 0 0,25 0 16,-25 0-16,0 0 0,0 0 0,0-25 0,0 25 16,25 0-16,-25 0 0,0 0 0,0 0 0,0 0 15,25 0-15,-25 0 0,0 0 0,0 0 0,24 0 0,-24 0 47,0 0-47,0 0 0,25 25 0,-25-25 0,0 0 16,0 0-16,0 0 0,0 0 0,0 0 0,25 25 0,-25-25 0,0 0 0,0 0 0,0 24 0,0-24 0,0 0 0,-25 0 0,25 25 15,0-25-15,0 0 0,0 0 0,0 25 0,-25-25 0,25 0 0,0 0 0,0 25 16,-24-25-16,24 0 0,0 0 0,-25 25 0,25-25 0,0 0 15,0 0-15,-25 0 0,25 0 0,0 0 0,0 24 16,-25-24-16,25 0 0,0 0 0,0 0 0,0 0 0,0 0 0,-25 0 16,25 0-16,0 0 0,0 0 15,0 0-15,0 0 0,0 0 0,0 0 0,0 0 0,0 0 0,0 0 0,0 0 16,0 0-16,0 0 0,0 0 0,0 0 15,0 0-15,25 0 0,-25 0 0,0 0 0,0 0 0,0 0 16,0 0-16,25-24 0,-25 24 0,0 0 16,0 0-16,0 0 0,25 0 0,-25 0 0,0 0 0,0 0 15,25 24-15,-25-24 0,0 0 0,0 0 0,24 0 0,-24 0 16,0 0-16,0 0 0,0 25 0,25-25 0,-25 0 15,0 0-15,0 0 0,0 0 0,0 25 0,0-25 0,0 0 16,0 0-16,0 25 0,0-25 0,0 0 16,0 0-16,0 25 0,0-25 0,0 0 0,0 24 0,0-24 0,-25 0 15,25 0-15,0 0 0,0 25 0,0-25 16,-24 0-16,24 0 0,0 0 0,0 25 0,-25-25 0,25 0 0,0 0 0,0 0 15,0 0-15,-25 0 0,25 0 78,0 0-78,0 0 0,0 25 0,-25-25 0,25 0 0,0-25 0,0 25 0,0 0 0,0 0 0,0 0 0,0 0 0,0 0 0,-25 0 0,25 0 0,0 0 0,0 0 0,0 0 0,0 0 0,0 0 0,0 0 0,0 0 0,0 0 16,0 0-16,0-25 0,0 25 0,0 0 0,0 0 0,0 0 0,0 0 0,0 0 0,0 0 0,0 0 0,0 0 0,0 0 16,0 0-16,0 0 0,0 0 0,0-25 0,0 25 15,0 0-15,0 0 0,0 0 0,0 0 0,0 0 0</inkml:trace>
  <inkml:trace contextRef="#ctx0" brushRef="#br0" timeOffset="406462.2483">26219 15081 0,'0'0'0,"0"0"0,0 0 0,0 0 0,0 0 16,0 0-16,0 0 0,0 0 0,0 0 47,0 0-47,0 0 0,0 0 0,0 0 0,0 0 0,0 0 0,0 0 0,0 0 0,0 0 0,0 0 0,24 0 0,-24 0 0,0 0 0,0 0 0,0 0 0,0 0 78,0 0-78,0 0 0,0 25 15,25-25-15,-25 0 0,0 0 0,0 0 0,0 0 0,0 0 0,0 25 0,25-25 0,-25 0 0,0 0 0,0 25 0,0-25 0,0 24 0,25-24 0,-25 25 0,0-25 0,0 25 0,0-25 0,0 25 0,0 0 0,0-25 0,25 24 16,-25 1-16,0 0 0,0-25 0,0 25 0,0 0 0,0 0 0,0-1 0,-25-24 0,25 25 0,0 0 0,0 0 0,0-25 15,0 25-15,-25-1 0,25-24 0,0 25 0,0-25 0,-25 25 0,25 0 16,-25-25-16,25 25 0,0-25 0,-24 24 16,24-24-16,-25 25 0,25-25 0,-25 25 0,25-25 0,-25 0 0,0 25 15,25-25-15,-24 25 0,-1-25 0,25 0 16,-25 24-16,0-24 0,25 25 0,-25-25 0,1 0 0,24 0 0,-25 25 0,0-25 15,25 0-15,-25 0 0,25 25 16,-25-25-16,0 0 0</inkml:trace>
  <inkml:trace contextRef="#ctx0" brushRef="#br0" timeOffset="407242.2929">25202 14908 0,'0'0'0,"0"0"0,0 0 0,0 0 0,0 0 16,0 0-16,0 0 0,0 0 0,0 0 0,0 0 0,0 24 15,0-24-15,0 0 0,0 0 0,0 0 16,0 0-16,0 0 0,0 0 0,0 0 0,0 0 0,-25 0 0,25 0 16,0 0-16,0 0 0,0 0 0,0 0 15,0 0-15,0 0 63,-25 0-63,25 25 0,0-25 15,-198 223 63,173-173-62,25-25-16,-25 0 0,25-25 0,0 24 0,0 1 0,0 0 0,0-25 0,0 25 0,0 0 0,0 0 0,0-1 0,0 1 0,0 0 0,0-25 0,0 25 0,0 0 0,25-1 0,-25 1 0,0-25 0,25 25 0,-25 0 0,0 0 0,24-25 0,-24 24 15,25 1-15,-25 0 0,25-25 0,0 25 0,-25-25 0,25 25 0,-25-25 0,24 24 0,-24-24 0,25 25 0,0-25 0,-25 0 0</inkml:trace>
  <inkml:trace contextRef="#ctx0" brushRef="#br0" timeOffset="408035.3383">26417 15875 0,'0'-25'0,"0"25"0,0 0 15,0 0-15,0 0 0,0 0 0,0 0 0,0 0 0,0 0 16,0-25-16,0 25 0,0 0 0,0 0 0,0 0 0,0 0 0,0 0 16,0 0-16,0 0 0,0 0 0,0 0 15,0 0-15,0 0 0,0 0 0,0 0 0,0 0 0,0 0 16,0 0-16,0 0 0,0 0 0,0 0 15,0 0-15,0 0 0,0 25 0,0-25 0,0 0 0,0 0 0,0 25 16,0-25-16,0 0 0,0 25 0,0-25 0,0 25 16,0-25-16,0 0 0,0 24 0,0-24 0,0 25 0,0-25 15,0 25-15,0-25 0,-25 0 0,25 25 0,0-25 16,0 25-16,0-25 0,0 0 0,0 24 0,0-24 0,0 0 15,0 0-15,0 25 0,0-25 0,0 0 0,0 0 16,0 25-16,0-25 0,0 0 0,0 0 0,0 0 0,0 0 16,0 25-16,0-25 0,0 0 0,0 0 15,0 0-15,0 0 0,0 0 0,0 0 0,0 0 0,0 0 0,0 0 16,0-25-16,0 25 0,0 0 0,0 0 15,0 0-15,0-25 0,0 25 0,0 0 0,0 0 0,0-25 0,0 25 16,0 0-16,0-24 0,0 24 0</inkml:trace>
  <inkml:trace contextRef="#ctx0" brushRef="#br0" timeOffset="408624.3716">26442 15925 0,'0'0'0,"25"0"16,-25 0-16,0 0 0,0-25 0,0 25 0,0 0 0,0 0 16,0 0-16,0 0 0,0 0 0,0-25 0,24 25 15,-24 0-15,0 0 0,0 0 0,0 0 0,25 0 16,-25 0-16,0 0 0,25-25 0,-25 25 0,0 0 0,25 0 15,-25 0-15,0 0 0,0 0 0,25 0 0,-25 0 0,0 0 16,0 0-16,24 0 0,-24 0 0,0 0 0,0 0 16,0 25-16,0-25 0,0 0 0,0 0 15,0 0-15,0 25 0,0-25 0,0 0 0,0 25 0,0-25 0,0 0 16,0 24-16,-24-24 0,24 0 15,0 25-15,0-25 0,-25 0 0,25 25 0,0-25 0,0 0 0,-25 0 16,25 25-16,0-25 0,-25 0 0,25 25 0,0-25 0,0 0 0,-25 0 16,25 0-16,0 24 0,0-24 0,-24 0 0,24 0 15,0 0-15,0 0 0,0 0 0,0 25 0,0-25 0,0 0 16,0 0-16,0 0 0,0 0 15,0 0-15,0 0 0,0 0 0,24 0 0,-24 0 0,0 0 0,0 0 16,0 0-16,25 25 0,-25-25 0,0 0 0,0 0 16,0 0-16,25 0 0,-25 0 0,0 25 0,0-25 0,0 0 15,0 0-15,25 25 0,-25-25 0,0 0 0,0 0 0,0 24 16,0-24-16,0 0 0,0 25 0,0-25 0,0 0 15,0 25-15,0-25 0,0 0 0,-25 0 0,25 25 16,0-25-16,0 0 0,0 0 0,0 0 0,0 25 16,-25-25-16,25 0 0,0 0 0,0 0 0,-25 0 0,25 0 0,0 0 15,0 0-15,-24 0 0,24 0 47,0 0-47,0 0 0,-25 0 0,25 0 0,0 0 0,0 0 0,0 0 0,-25 0 0,25 0 0,0-75 109,0 50-109,25 25 0,-25 0 0,0-24 0</inkml:trace>
  <inkml:trace contextRef="#ctx0" brushRef="#br0" timeOffset="408855.3852">26987 15751 0,'0'-25'0,"25"25"0,-25 0 0,0 0 15,0 0-15,0-25 0,0 25 0,0 0 0,0 0 0,0 0 16,0 0-16,0 0 0,0 0 0,0 0 0,0 0 16,0 0-16,0 0 0,0 0 0,0 0 0,0 0 15,0 0-15,0 0 0,0 0 0,0 0 0,0 0 0,0 25 16,-25-25-16,25 0 0,0 0 0,0 25 15,0-25-15,-24 0 0,24 25 0,0-25 0,-25 0 16,25 25-16,0-25 0,0 0 0,-25 24 0,25-24 0,0 0 16,0 0-16,-25 25 0,25-25 0,0 0 0,0 0 0,-25 25 15,25-25-15,0 0 0,0 0 0,-24 0 0,24 0 0,0 25 16</inkml:trace>
  <inkml:trace contextRef="#ctx0" brushRef="#br0" timeOffset="409591.4273">27360 15304 0,'0'-24'16,"0"24"-16,0 0 0,0 0 0,0 0 0,0 0 0,0 0 15,0 0-15,0 0 0,0 0 0,0 0 0,0 0 0,0 0 16,0 0-16,0 0 0,0 0 0,0 0 0,0 0 16,0 0-16,24 0 0,-24 0 0,0 0 0,0 0 15,0 0-15,25 0 0,-25 0 0,0 0 0,25 0 16,-25 0-16,0 0 0,25 0 0,-25 0 0,25 0 0,-25 0 0,24 0 15,-24 0-15,0 0 0,25 0 0,-25 0 0,25 0 16,-25 0-16,25 0 78,-25 0-78,0 0 0,25 0 0,-25 0 0,0 0 0,0 0 78</inkml:trace>
  <inkml:trace contextRef="#ctx0" brushRef="#br0" timeOffset="409777.4379">27384 15478 0,'0'0'0,"0"0"0,0 0 0,0 0 0,0 0 0,-24 0 0,24 0 0,0 0 0,0 0 0,0 0 0,0 0 0,24 0 0,-24 0 0,0 0 0,0 0 0,0 0 0,0 0 0,25 0 0,-25-25 0,0 25 0,25 0 0,-25 0 0,25 0 0,-25 0 0,25 0 0,-25 0 0,24 0 0,-24 0 0,25 0 16,-25 0-16,25 0 0,-25 0 0,25 25 0,0-25 0,-25 0 16,24 0-16,1 0 0,-25 0 0,25 0 0,0 0 15,-25 0-15,25 25 0,-1-25 0,1 0 0,-25 0 0,25 0 16,0 0-16,-25 25 0,25-25 0</inkml:trace>
  <inkml:trace contextRef="#ctx0" brushRef="#br0" timeOffset="410990.5073">28724 14833 0,'0'0'0,"0"0"15,0 0-15,0 0 0,0-25 0,-25 25 0,25 0 0,0 0 16,0 0-16,0 0 0,0 0 0,0 0 15,0 0-15,0 0 0,0 0 0,0 0 0,0 0 0,0 0 0,0 0 16,0 0-16,0 0 0,0 0 0,0 0 16,0 0-16,0 0 0,0 0 0,0 0 0,0 0 0,0 0 15,0 0-15,-25 0 0,25 0 0,0 25 0,0-25 16,0 0-16,0 0 0,-25 0 0,25 0 0,0 25 0,0-25 15,-24 0 141,-150 198-156,174-173 0,0-25 0,0 25 0,-25-25 0,25 25 0,0-25 0,0 25 0,-25-25 0,25 24 0,0-24 0,0 25 0,-24-25 0,24 25 16,0-25-16,0 25 0,-25-25 0,25 25 0,0-25 0,0 24 0,0 1 0,0-25 0,-25 25 0,25-25 0,0 25 0,0 0 0,0-25 0,0 25 0,0-25 0,-25 24 16,25-24-16,0 25 0,0-25 0,0 25 0,0 0 0,0-25 0,0 25 0,0-25 0,0 24 0,0-24 0,0 25 0,0-25 0,0 25 0,0 0 0,0-25 0,0 25 15,0-25-15,0 24 0,25-24 16,-25 25-16,0-25 0,0 25 0,0 0 0,0-25 0,0 25 0,25-25 0,-25 24 15,0-24-15,0 25 0,0-25 0,25 25 16,-25-25-16,0 0 0,0 25 0,0-25 0,24 25 0,-24-25 16,0 24-16,0-24 0,0 0 0,0 25 0,25-25 15,-25 0-15,0 25 0,0-25 0,0 0 0,0 0 0,0 25 78,25-25-78,-25 0 0,0 0 0,0 25 0,0-25 0,0 0 0,0 0 0,0 0 0,0 0 0,25 0 0,-25 24 0,0-24 0,0 0 0,0 0 0,0 0 0,0 0 0,0 0 0,0 0 0,0 0 0,0 0 16,0 0-16,0 0 0,0 0 0,0 0 0,0 0 0,0 0 0,0 0 0,0 0 0,0 0 0,0 0 0,0 0 0,0-24 15,0 24-15,0 0 0,0 0 0,0 0 0,0 0 0,0-25 0,0 25 16,0 0-16</inkml:trace>
  <inkml:trace contextRef="#ctx0" brushRef="#br0" timeOffset="430911.6466">28848 14908 0,'0'0'0,"0"0"0,0 0 16,0 0-16,0 0 0,0 24 0,0-24 0,0 0 16,0 0-16,0 0 0,0 0 0,0 0 0,0 0 0,0 0 15,0 0-15,0 0 0,0 0 0,0 0 0,0 0 16,0 0-16,0 0 0,0 0 0,0 0 0,0 0 0,0 0 0,0 0 15,0 0-15,0 0 0,0 0 0,0 0 16,0 0-16,0 0 0,0 0 0,0 0 0,0 0 16,0 0-16,0 0 0,0 0 0,0 0 0,0 0 0,0 0 0,0 0 15,0 0-15,0 0 0,0 0 0,0 0 0,0 0 16,0 0-16,25-24 0,-25 24 0,0 0 15,0 0-15,0 0 0,24 0 0,-24 0 0,0 0 0,25 0 0,-25-25 16,0 25-16,25 0 0,-25 0 0,0 0 16,25 0-16,-25-25 0,0 25 0,25 0 0,-25 0 0,0-25 0,24 25 15,-24 0-15,25 0 0,-25-25 0,0 25 16,25 0-16,-25 0 0,0-24 0,25 24 0,-25 0 0,0 0 0,0-25 15,25 25-15,-25 0 0,0 0 0,0 0 16,25-25-16,-25 25 0,0 0 0,0 0 0,0 0 0,0 0 16,0-25-16,24 25 0,-24 0 0,0 0 15,0 0-15,0 0 0,0 0 0,0 0 0,0 0 0,0 0 16,0-25-16,0 25 0,25 0 0,-25 0 0,0 0 0,0 0 0,0 0 15,0 0 219,0 50-234,-25-50 0,25 25 0,0-25 0,0 0 0,0 25 0,-24-25 0,24 0 0,0 24 0,0-24 0,0 0 0,-25 25 0,25-25 0,0 0 0,0 25 0,0-25 0,-25 25 0,25-25 0,0 0 0,0 25 0,0-25 16,-25 0-16,25 24 0,0-24 0,0 0 0,0 25 0,0-25 0,-25 0 0,25 0 16,0 25-16,0-25 0,0 0 0,0 25 0,0-25 0,0 0 0,-25 25 0,25-25 0,0 0 0,0 0 0,0 24 0,0-24 0,0 0 0,0 0 0,0 25 0,-24-25 0,24 0 0,0 0 15,0 25-15,0-25 0,0 0 0,0 0 16,0 25-16,0-25 0,0 0 0,0 0 0,0 0 0,0 0 0,0 25 15,0-25-15,0 0 0,0 0 0,0 0 0,0 0 16,0 0-16,0 0 0,0 0 0,0 0 0,0 0 16,0 0-16,0 0 0,0 0 0,0 0 0,0 0 0,0 0 15,0 0-15,0 0 0,0 0 0,0 0 16,0 0-16,0 0 0,0 0 0,0 0 0,0 0 0,0 0 0,0 0 15,0 0-15,0 0 0,0 0 0,0 0 0,0 0 16,0 0-16,0 0 0,0 0 0,0 0 0,0 0 0,0 0 16,0 0-16,0 0 0,0 0 0,0 0 0,0-25 15,0 25-15,0 0 78</inkml:trace>
  <inkml:trace contextRef="#ctx0" brushRef="#br0" timeOffset="433592.8001">28649 15429 0,'0'0'0,"0"0"15,0 0-15,0 0 0,0 0 0,0 0 0,0 0 0,0 0 16,0 0-16,0 0 0,0 0 0,0 0 0,-24 0 171,24 0-171,0 0 0,0 0 0,0 0 0,0 0 0,0 0 0,0 0 0,-25 0 0,25 0 0,0 0 0,0 0 16,0 0-16,0 0 0,0 0 0,0 0 0,0 0 0,0 0 0,0 0 0,0 0 0,0 0 0,0 0 16,0 0-16,0 0 0,0 0 0,0 0 0,0 0 0,0 0 0,0 0 0,0 0 0,0 0 0,0 0 0,0 0 0,0 0 0,0 0 0,0 0 0,0 0 0,0 0 0,0 0 0,25 0 0,-25 0 0,0 0 0,0 0 0,0 0 0,0 0 15,0 0-15,0 0 0,24 0 0,-24 0 0,0 0 0,0 0 0,25 0 0,-25 0 0,0 0 16,25 0-16,-25 0 0,25 0 0,-25 0 15,0 0-15,25 0 0,-25 0 0,0 0 0,24 0 0,-24 0 16,25 0-16,-25 0 0,0 0 0,25-25 0,-25 25 16,0 0-16,25 0 0,-25 0 0,0 0 0,0 0 15,0 0-15,0 0 0,25 0 0,-25 0 0,0 0 0,0 0 16,0 0-16,0 0 0,0 0 0,0 0 0,0 0 15,0 0-15,0 0 0,0 0 0,0 0 0,0 0 0,0 0 16,0 0-16,0 0 0,0 0 0,0 0 16,0 0-16,0 0 0,0 0 0,0 0 0,0 0 0,24 0 0,-24 0 15,0 0-15,0 0 0,0 0 0,0 0 0,0 0 0,0 0 16,0 0-16,0 0 0,0 0 0,0 0 0,0 0 15</inkml:trace>
  <inkml:trace contextRef="#ctx0" brushRef="#br0" timeOffset="434874.8734">29071 15354 0,'0'0'16,"0"0"-16,0 0 0,0 0 0,0 0 0,0 0 15,0 0-15,0 0 0,0 0 0,0 0 0,0 0 0,0 0 16,0 0-1,0 0 126,0 0-141,0 0 0,0 0 0,0 0 0,0 0 0,0 0 0,0 0 0,0 0 0,0 0 0,0 0 0,0-25 0,0 25 15,0 0-15,0 0 0,0 0 0,25 0 0,-25 0 0,0 0 0,0 0 0,0 0 0,0 0 0,0-25 0,0 25 0,0 0 0,0 0 0,25 0 0,-25 0 0,0 0 0,0 0 0,0 0 0,0 0 16,25 0-16,-25 0 0,0 0 0,0 0 0,0 0 0,0 0 0,0 0 0,0 0 0,24 0 0,-24 0 0,0 0 0,0 0 0,0 25 0,0-25 16,0 0-16,0 0 0,0 0 0,0 0 0,0 0 0,0 0 15,0 0-15,0 25 0,0-25 0,0 0 16,0 0-16,0 0 0,0 0 0,0 0 0,0 0 0,0 25 15,0-25-15,0 0 0,0 0 0,0 0 0,-24 0 0,24 0 0,0 25 16,0-25-16,0 0 0,0 0 0,-25 0 0,25 0 16,0 0-16,0 25 0,-25-25 15,25 0-15,0 0 0,0 0 0,-25 0 0,25 0 0,0 0 0,0 24 0,0-24 16,-25 0-16,25 0 0,0 0 0,0 0 15,0 0-15,0 0 0,0 0 0,0 0 0,-25 0 0,25 0 16,0 0-16,0 0 0,0 0 0,0 0 0,0 0 0,0 0 16,0 0-16,0 0 0,0 0 0,0 0 0,0 0 0,0 0 15,0 0-15,0 0 0,0 0 0,0 0 16,0 0-16,0 0 0,25 0 0,-25 0 0,0 0 15,0 0-15,0 0 0,0 0 0,0 0 0,25 0 0,-25-24 156,124 24-156,-124 0 0,0 0 0,25 0 0,-25 24 0,0-24 0,0 0 0,0 0 0,0 0 0,0 0 0,0 0 0,0 0 0,0 0 0,0 0 0,0 0 0,0 25 16,0-25-16,0 0 0,0 0 0,0 0 0,0 25 0,0-25 0,0 0 0,0 0 0,0 0 0,0 25 0,0-25 0,0 0 0,-25 0 0,25 0 0,0 25 0,0-25 16,0 0-16,0 0 0,0 0 0,-25 24 0,25-24 0,0 0 0,0 0 0,0 0 0,0 0 0,-24 25 0,24-25 0,0 0 0,0 0 0,0 0 0,0 0 15,0 0-15,-25 0 0,25 0 0,0 0 16,0 0-16,0 0 0,0 0 0,-25 0 0,25 0 0,0 0 15,0 0-15,0 0 0,0 0 0,-25 0 0,25 0 16,0 0-16,0 0 0,0 0 0,0 0 0,0 0 0,0 0 16,-25 0-16,25 0 0,0 0 0,0 0 0,0 0 0,0-25 15,0 25-15,0 0 0,0 0 0,-25 0 16,25 0-16,0 0 0,0 0 0,0 0 0,0 0 0,0 0 15,0 0-15,0 0 0,0 0 0,0 0 0,0 0 0,0 0 16,0 0-16,0 0 0,0 0 0,0 0 16,0-24-16,0 24 0,0 0 0,0 0 0,0 0 0,0 0 15,0 0-15,0 0 0,0 0 0,0 0 16,25 0-16,-25 0 0,0 0 0,0-25 0,0 25 0,25 0 0,-25 0 47,0 0-47,0 0 0</inkml:trace>
  <inkml:trace contextRef="#ctx0" brushRef="#br0" timeOffset="435606.9153">29691 15329 0,'0'0'156,"0"0"-156,0 0 0,0 0 0,0 0 0,-25 25 0,25-25 0,0 0 0,0 0 0,-24 0 0,24 25 0,0-25 0,-25 0 16,25 25-16,-25-25 0,25 25 0,0-25 0,-25 0 0,25 24 0,-25-24 0,25 25 0,-24-25 0,24 25 0,-25-25 0,25 0 0,-25 25 0,25-25 0,-25 25 0,25-25 0,-25 0 0,25 24 0,-24-24 0,24 0 0,-25 25 0,25-25 0,-25 0 16,25 0-16,0 25 0,-25-25 0,25 0 0,0 0 0,-25 0 0,25 25 0,0-25 0,0 0 0,-24 0 15,24 0-15,0 0 0,0 0 0,0 0 16,0 25-16,0-25 0,0 0 0,0 0 0,-25 0 0,25 0 0,0 0 15,0 0-15,0 0 0,0 0 16,0 0-16,0 0 0,0 0 0,0 0 0,0 0 0,0 0 0,0 0 16,0 0-16,25 0 0,-25 0 0,0 0 0,0 0 15,0 0-15,0 0 0,0 0 0,0 0 0,0-25 0,24 25 16,-24 0-16,0 0 0,0 0 0,25 0 15,-25 0-15,0 0 0,0 0 0,25 0 0,-25 0 0,0 0 0,25-25 16</inkml:trace>
  <inkml:trace contextRef="#ctx0" brushRef="#br0" timeOffset="436556.9696">30014 15379 0,'0'0'0,"0"0"0,0 0 0,0 0 15,0 0-15,0 0 0,0 0 0,0 0 0,0 0 0,0 0 0,0 0 16,0 0-16,0 0 0,0 0 0,0 0 47,-25 0 31,25 0-78,0 0 0,0 0 0,-25 0 47,-25 50-47,26-50 0,24 0 0,0 24 0,-25-24 15,0 0-15,25 25 16,-25-25-16,0 25 0,25-25 15,0 0-15,-24 0 0,24 25 16,-25-25-16,25 0 0,0 0 16,0 25-16,0-25 0,-25 0 15,25 0-15,0 0 0,0 0 0,0 0 16,0 0-1,0 0-15,0 0 0,0 0 0,0 0 16,0 0-16,0 0 0,0 24 16,0-24-16,0 0 15,0 0-15,25 0 0,-25 0 16,0 0-16,25 25 15,-1-25-15,-24 0 16,25 0-16,-25 0 0,25 0 16,0 0-16,-25 0 0,25 0 15,-25 0-15,24 0 141,175 0-141,-199 0 15,0 0 1,0 0-16,0 0 0,0 0 0,0 0 0,0 0 15,0-25-15,0 25 0,0 0 16,0 0-16,0 0 0</inkml:trace>
  <inkml:trace contextRef="#ctx0" brushRef="#br0" timeOffset="437075.9993">30162 15404 0,'0'0'0,"0"0"0,0-25 0,0 25 0,0 0 0,0 0 0,0 0 0,0 0 0,0 0 0,0 0 0,0 0 0,0 0 0,0 0 0,0 0 0,0 0 0,0 0 0,0 0 0,0 0 16,0 0-16,0 0 0,0 0 0,25 0 0,-25 0 0,0 0 15,0 0-15,0 0 0,0 0 0,0 0 0,0 0 16,0 0-16,0 0 0,0 0 0,0 0 0,0 0 0,0 0 15,0 0-15,0 0 0,0 0 0,0 0 0,0 0 16,0 0-16,0 0 0,0 0 0,0 0 0,0 0 16,0 0-16,0 0 0,0 0 0,0 0 0,0 0 0,0 0 15,0 0-15,0 0 0,0 0 0,0 0 0,0 0 16,0 0-16,0 0 0,0 0 0,0 0 0,0 0 0,0 0 15,0 0-15,0 0 0,0 0 0,0 0 0,0 0 16,0 0-16,0 0 0,0 0 0,0 0 0,0 0 16,0 25-16,0-25 78,0 0-78,0 0 0,0 0 0,0 25 0,0-25 0,-25 0 0,25 24 0,0-24 0,0 0 0,0 25 0,0-25 0,0 0 0,0 25 0,-24-25 0,24 25 0,0-25 0,0 0 15,0 25-15,0-25 0,-25 24 0,25-24 0,0 0 0,0 25 0,0-25 0,0 0 0,-25 25 0,25-25 0,0 0 0,0 25 0,0-25 0,0 0 0,0 0 0,-25 25 0,25-25 0,0 0 0,0 24 16,0-24-16,0 0 0,0 0 0,0 25 0,0-25 15,0 0-15,-25 0 0,25 25 0,0-25 16,0 0-16,0 0 0,0 0 0,0 0 0,0 25 0,0-25 16,0 0-16,0 0 0,0 0 0,0 0 0,0 0 0,0 0 0,0 0 15,0 0-15,0 25 0,0-25 0,0 0 16,0 0-16,0 0 0,0 0 0,0 0 0,0 0 0,0 0 0,0 0 15,0 0-15,0 0 0,0 0 0,0 0 0,0 0 16,0-25-16,0 25 0,0 0 0,0 0 0,0 0 0,0 0 16,0 0-16,0-25 0,0 25 0,0 0 0,0 0 15,0 0-15,0-25 0,0 25 0,0 0 0,0 0 16,0 0-16,0 0 0,0 0 0,0-25 0,0 25 15,0 0-15,25 0 0</inkml:trace>
  <inkml:trace contextRef="#ctx0" brushRef="#br0" timeOffset="439908.1613">28773 16024 0,'0'0'0,"0"0"15,0 0-15,0 0 0,0 0 0,0 0 0,0 0 0,0 0 0,0 0 16,0 0-16,0 0 47,0 0-16,0 0-15,0 0-16,0 0 0,0 0 0,0 0 0,0 0 0,0 0 0,50-25 78,-50 25-78,0 0 0,25 0 0,-25 0 0,0-25 0,0 25 0,25 0 0,-25 0 0,0 0 0,0 0 0,24-25 0,-24 25 0,0 0 0,0 0 0,25-24 0,-25 24 15,0 0-15,0 0 0,25-25 0,-25 25 0,0 0 0,0 0 0,25 0 0,-25-25 0,0 25 0,0 0 0,0 0 16,0 0-16,0 0 0,0 0 0,0 0 0,0 0 0,0 0 0,0 0 0,0 0 0,0 0 0,0 0 0,0 0 0,0 0 0,0 0 0,0 0 15,0 0-15,0 0 0,0 0 0,0 0 0,0 0 0,0 0 0,0 0 0,0 0 0,0 0 0,0 0 0,0 0 16,0 0-16,0 0 0,0 0 0,0 0 16,0 0-16,0 0 0,0 0 0,0 25 0,0-25 0,0 0 15,0 0-15,0 0 0,0 0 0,0 25 0,0-25 16,0 0-16,0 0 0,0 24 0,0-24 0,0 0 0,0 0 0,0 0 15,0 25-15,0-25 0,0 0 0,0 25 0,0-25 16,0 0-16,0 0 0,0 25 0,-25-25 0,25 0 0,0 0 16,0 25-16,0-25 0,0 0 0,0 0 0,0 24 0,0-24 15,0 0-15,0 0 0,-25 0 16,25 25-16,0-25 0,0 0 0,0 0 0,0 0 78,0 0-78,0 0 0,0 25 0,0-25 0,0 0 0,0 0 0,0 0 0,0 0 0,0 0 0,0 0 0,0 0 0,0 0 0,0 0 0,0 0 0,0 0 0,0 0 0,0 0 0,0 0 15,0 0-15,0-25 0,0 25 0,0 0 0,0 0 0,0 0 0,0 0 0,0 0 16,0 0-16,0 0 0,0 0 0,0 0 0,0 0 0,0 0 0,0 0 0,0 0 0,25 0 0,-25 0 0</inkml:trace>
  <inkml:trace contextRef="#ctx0" brushRef="#br0" timeOffset="440686.2058">29493 15875 0,'0'0'0,"0"0"15,0 0-15,0 0 0,0 0 0,0 0 0,0 0 0,0 0 0,0 0 16,0 0-16,0 0 0,-25 0 0,25 0 16,0 0-16,0 0 0,0 25 0,0-25 0,0 0 0,0 0 15,0 0-15,-25 0 0,25 0 0,0 0 0,0 0 0,0 0 0,0 0 16,-25 0-16,25 0 0,0 0 0,0 0 15,0 25-15,-24-25 0,24 0 0,0 0 0,-25 0 0,25 0 0,0 24 16,-25-24-16,25 0 0,-25 0 0,25 0 0,-25 25 16,25-25-16,0 0 0,-24 25 0,24-25 0,-25 0 15,25 0-15,-25 25 0,25-25 0,-25 0 0,25 0 0,-25 25 16,25-25-16,0 0 0,-24 0 0,24 0 0,0 24 0,0-24 15,-25 0-15,25 0 0,0 0 0,0 0 0,0 0 16,0 0-16,0 0 0,0 0 0,0 0 0,0 0 0,0 0 16,0 0-16,0 0 0,0 0 15,0 0-15,0 0 0,0 0 0,0 25 0,0-25 0,0 0 0,0 0 0,0 0 16,0 0-16,0 0 0,0 0 0,0 0 0,0 0 15,0 0-15,0 0 0,0 0 0,0 0 0,0 0 16,0 0-16,0 0 0,0 0 0,0 0 0,25-25 16,-25 25-16,0 0 0,0 0 156</inkml:trace>
  <inkml:trace contextRef="#ctx0" brushRef="#br0" timeOffset="441982.2799">29815 16024 0,'0'0'0,"0"0"15,0 0-15,0 0 0,0 0 0,0 0 0,0 0 0,0 0 16,0 0-16,0 0 0,0 0 0,0 0 15,0 0-15,0 0 0,0 0 0,0 0 0,0 0 0,0 0 0,0 0 16,0 0-16,0 0 0,0 0 0,0 0 0,0 0 16,0 0-16,0 0 0,0 0 0,0 0 0,0 0 0,0 0 15,0 0-15,0 0 0,0 0 0,0 0 0,0-25 16,0 25-16,0 0 0,0 0 0,0 0 0,0 0 15,0 0-15,0 0 0,0 0 0,0 0 0,0 0 0,0 0 16,0 0-16,0 0 0,0 0 0,0 0 16,0 0-16,25 0 0,-25-25 0,0 25 0,0 0 0,0 0 0,0 0 15,0 0-15,0 0 0,0 0 0,0 0 0,0 0 16,25 0-16,-25 0 0,0 0 0,0 0 0,0 0 0,0 0 47,0 0-1,0 0-46,25 0 0,-25 0 0,0 0 0,0 0 0,0 0 0,0 0 0,24 0 0,-24 0 0,0 0 0,0 0 0,0 0 0,25 0 0,-25 0 0,0 0 0,0 0 0,0 0 0,25 0 0,-25 0 0,0 0 0,0 0 0,0 0 0,25 0 0,-25 0 0,0 25 0,0-25 0,0 0 0,0 0 0,0 0 94,25 0-94,-25 0 0,0 0 0,0 0 0,0 0 0,0 0 0,0 0 0,0 0 0,0 25 0,0-25 16,0 0-16,0 0 0,0 0 0,0 0 0,0 25 0,0-25 0,-25 0 0,25 0 0,0 0 0,0 24 0,0-24 0,0 0 0,0 0 0,-25 0 0,25 0 0,0 25 0,0-25 0,0 0 0,-25 0 0,25 0 0,0 25 0,0-25 0,0 0 0,-25 0 0,25 0 0,0 0 0,0 0 0,-24 25 0,24-25 15,0 0-15,-25 0 0,25 0 0,0 0 0,0 0 0,-25 0 0,25 25 16,0-25-16,0 0 0,-25 0 0,25 0 0,0 0 0,0 0 15,0 0-15,-25 24 0,25-24 0,0 0 0,0 0 16,0 0-16,-24 0 0,24 0 0,0 0 0,0 0 0,0 0 0,0 0 16,0 0-16,0 25 0,0-25 0,0 0 15,0 0-15,0 0 0,0 0 0,0 0 0,0 0 0,0 0 16,0 0-16,0 0 0,0 0 0,0 0 0,0 0 0,0 0 15,0 0-15,0 0 0,0 0 0,0 0 0,0 0 0,0 0 16,0 0-16,0 0 0,0 0 0,0 0 0,24 0 16,-24 0-16,0 0 0,0 0 0,0 0 15,0 0-15,0 0 0,25 0 0,-25 0 0,0 0 0,0 0 0,0 0 47,25 0-47,-25 0 0,0 0 0,0 0 0,25 0 0,-25 0 16,0 0-16,25 0 0,-25 0 0,0 0 0,24 0 0,-24 0 0,0 0 0,25 0 0,-25 0 0,0 0 0,0 0 0,25 0 0,-25 0 31,0 0 0,99 0 47,-99 0-78,25 0 0,-25 0 0,0 0 0,0 0 0,0 0 0,0 0 0,0 0 0,25 0 0,-25 0 0,0 0 0,0 0 0,0 0 0,0 0 0,0 0 0,0 0 16,0 0-16,0 0 0,0 0 0,0 0 0,0 0 0,0 0 0,0 0 0,0 0 0,0 0 0,0 0 0,0 0 0,0 0 15,0 0-15,0 0 0,0 0 0,0 0 0,0 0 0,0 0 0,0 0 0,0 0 0,0 0 0,0 0 0,0 0 0,0 0 0,0 0 0,0 0 0,0 0 16,0 0-16,0-25 0,25 25 0,-25 0 0,0 0 0,0 0 15,0 0-15</inkml:trace>
  <inkml:trace contextRef="#ctx0" brushRef="#br0" timeOffset="443546.3694">30832 14610 0,'0'0'0,"0"0"16,0 0-16,0 0 0,0 0 0,0 0 0,0 0 0,0 0 15,0 0-15,0 0 0,0 0 0,0 0 0,0 0 0,0 0 16,0 0 124,0 0-140,0 0 0,0 0 0,0 0 0,0 0 0,0 0 0,0 0 109,75 99-109,-75-99 16,0 0-16,0 25 0,0-25 0,0 0 0,24 0 0,-24 25 0,0-25 0,0 0 0,0 0 0,0 25 0,0-25 0,0 0 0,0 24 0,0-24 0,0 0 0,0 25 0,0-25 0,0 0 0,0 25 0,0-25 0,25 0 16,-25 25-16,0-25 0,0 0 0,0 25 0,0-25 0,0 0 0,0 24 0,0-24 0,0 0 0,0 25 0,0-25 0,0 0 0,0 0 0,0 25 0,0-25 0,0 25 0,0-25 0,0 0 0,0 25 15,0-25-15,0 0 0,0 24 0,0-24 0,-25 0 16,25 0-16,0 25 0,0-25 0,0 0 0,0 25 0,0-25 0,0 0 0,0 25 15,0-25-15,0 0 0,0 25 16,0-25-16,0 0 0,0 24 0,0-24 0,0 0 0,0 25 0,0-25 16,0 0-16,0 25 0,0-25 0,0 0 15,0 25-15,0-25 0,0 0 0,0 25 0,0-25 0,-24 0 0,24 24 16,0-24-16,0 0 0,0 25 0,0-25 15,0 25-15,0-25 0,0 0 0,0 25 0,0-25 0,0 0 0,0 25 16,-25-25-16,25 25 0,0-25 0,0 0 0,0 0 16,0 24-16,0-24 0,0 0 0,-25 25 0,25-25 15,0 0-15,0 25 0,0-25 0,0 0 0,0 0 0,-25 25 0,25-25 16,0 0-16,0 25 0,0-25 0,-25 0 0,25 24 15,0-24-15,0 0 0,0 0 0,-24 25 0,24-25 16,0 0-16,0 25 0,0-25 0,-25 0 0,25 0 0,0 25 16,0-25-16,0 0 0,0 0 0,-25 25 15,25-25-15,0 0 0,0 24 0,0-24 0,-25 0 0,25 0 0,0 25 0,0-25 16,-25 0-16,25 25 0,0-25 156,-148 149-156,148-124 0,0-25 0,0 0 0,0 0 0,-25 0 0,25 0 0,0 24 0,0-24 15,0 0-15,0 0 0,-25 0 0,25 0 0,0 0 0,0 25 0,0-25 0,0 0 0,0 0 0,-25 0 0,25 0 0,0 0 0,0 0 0,0 0 0,0 25 0,0-25 0,0 0 0,0 0 0,0 0 0,0 0 0,0 0 0,0 0 0,0 0 0,0 0 0,0 0 0,0 0 0,0 0 0,0 0 0,0 0 0,0 0 0,0 0 0,0 0 0,0 0 16,0 0-16,0 0 0,0 0 0,0 0 16,-25 0-16,25 0 0,0 0 0,0 0 0,0 0 0,0 0 0,0 0 15,0-25-15,0 25 0,0 0 0,0 0 0,0 0 16,0 0-16,0-25 0,0 25 0,0 0 0,0 0 0,0 0 15</inkml:trace>
  <inkml:trace contextRef="#ctx0" brushRef="#br0" timeOffset="445670.4909">1662 16495 0,'0'0'0,"0"0"0,0 0 0,0 0 0,0 0 15,0 0-15,0 0 0,0 0 0,0 0 16,0 0-16,0 0 0,0 0 0,0 0 0,0 0 0,0 0 0,0 0 16,0 0-16,0 0 0,0 0 0,0 0 0,0 0 0,0 0 0,0 0 15,0 0 79,0 0-94,0 0 0,0 0 0,0 0 0,0 0 0,0 0 0,0 0 0,0 0 0,0 0 0,0 0 0,0 0 0,0 0 0,0 0 0,0 0 0,0 0 0,25 0 0,-25 0 0,0 0 0,0 0 0,0 0 0,25 0 15,-25 0-15,0 0 0,0 0 0,24-25 0,-24 25 0,25 0 0,-25 0 0,0 0 16,25 0-16,-25 0 0,25 0 0,-25 0 0,25 0 0,-25 0 0,24 0 0,-24 0 0,25 0 0,-25 0 0,0 0 0,25 0 0,-25 0 0,0 0 0,25 0 0,-25 0 16,0 0-16,0 0 0,25 0 0,-25 0 0,0 0 0,0 0 0,0 0 15,0 0-15,0 0 0,0 0 0,0 0 0,0 0 16,24 0-16,-24 0 0,0 0 0,0 0 0,0 0 0,0 0 15,0 0-15,0 0 0,0 0 0,-24 0 0,24 0 0,0 0 0,0 0 16,0 0-16</inkml:trace>
  <inkml:trace contextRef="#ctx0" brushRef="#br0" timeOffset="446158.5188">1786 16297 0,'0'0'16,"0"0"-16,0 0 0,0 0 0,0 0 0,0 0 0,0 0 0,0 0 15,0 0-15,0 0 0,0 0 0,0 0 0,0 0 16,0 0-16,0 0 0,0 0 0,0 0 0,0 0 0,0 0 0,0 0 15,0 0-15,0 0 0,0 0 16,0 0-16,0 0 0,0 0 0,0 0 0,0 0 0,0 24 0,0-24 0,0 0 16,0 0-16,0 0 0,0 0 0,0 25 0,0-25 15,0 0-15,0 25 0,0-25 0,0 0 0,25 25 0,-25-25 0,0 25 16,0-25-16,0 25 0,0-25 15,0 24-15,0 1 0,0-25 0,0 25 0,0-25 0,0 25 0,0-25 0,0 25 16,0-1-16,-25-24 0,25 25 0,0-25 0,0 25 0,0-25 16,0 0-16,0 25 0,0-25 0,0 25 0,0-25 15,0 0-15,0 24 0,0-24 0,0 0 0,0 25 0,0-25 0,0 0 16,0 0-16,0 25 0,0-25 0,0 0 0,0 0 15,0 0-15,0 0 0,25 0 0,-25 0 16,0 0-16,0 0 0,0 0 0,0 0 0,0 0 0,0 0 0,0 0 16,0 0-16,0 0 0,25 0 0</inkml:trace>
  <inkml:trace contextRef="#ctx0" brushRef="#br0" timeOffset="446677.5485">2084 16297 0,'0'0'0,"0"0"0,0 0 16,0 0-16,0 0 0,0 0 0,0 0 16,0 0-16,0 0 0,0 0 0,0 0 0,0 0 15,0 0-15,0 0 0,0 0 0,0 0 0,0 0 0,0 0 0,0 0 16,0 0-16,0 0 0,0 0 0,0 0 0,0 0 0,0 0 0,0 0 15,0 0-15,0 0 0,0 0 0,0 0 16,0 0-16,0 0 0,0 0 0,0 0 0,0 0 0,24 0 16,-24 24-16,0-24 0,0 0 0,0 0 0,0 0 0,25 0 0,-25 0 15,0 0-15,0 0 0,25 0 0,-25 25 0,0-25 16,0 0-16,25 0 0,-25 0 0,0 0 15,0 25-15,25-25 0,-25 0 0,0 0 0,24 25 0,-24-25 0,0 0 16,25 25-16,-25-25 0,0 25 0,25-25 0,-25 0 0,0 24 0,0-24 16,25 25-16,-25-25 0,0 0 0,0 25 0,0-25 15,0 25-15,25-25 0,-25 0 0,0 25 0,-25-25 0,25 24 16,0-24-16,0 25 0,0-25 0,0 25 15,-25-25-15,25 25 0,0-25 0,0 0 0,-25 25 0,25-25 16,-25 24-16,25-24 0,-24 25 0,24-25 0,0 25 0,-25-25 0,25 0 16,-25 25-16,25-25 0,-25 0 0,25 25 0,0-25 15,-25 0-15,25 0 0,0 0 0,0 0 0,0 0 0,-24 24 16,24-24-16,0 0 0,0 0 0,0 0 0,0 0 0,0 0 15,0 0-15,24-24 0,-24 24 0,0 0 0,0 0 16,25 0-16</inkml:trace>
  <inkml:trace contextRef="#ctx0" brushRef="#br0" timeOffset="447450.5927">3101 16495 0,'0'0'16,"0"-25"-16,0 25 0,0 0 0,0 0 0,-25 0 0,25 0 0,0 0 0,0 0 78,0 0-78,0 0 109,0 298-109,0-273 16,0-25-16,0 25 0,0-1 15,0 1-15,0-25 16,0 25-1,0-25-15,-25 0 0,25 0 16,0 0-16,0 0 16,0 0-16,0 0 0,0 0 0,0-25 15,0 25-15,0-25 16,-25 1-16,25-26 15</inkml:trace>
  <inkml:trace contextRef="#ctx0" brushRef="#br0" timeOffset="447982.6231">3101 16495 0,'0'0'0,"0"0"0,0-25 0,0 25 0,24 0 0,-24 0 0,0-24 0,0 24 0,25 0 0,-25 0 0,0 0 0,0-25 0,25 25 0,-25 0 0,0 0 16,0 0-16,0 0 0,0 0 0,25 0 0,-25 0 0,0 0 0,0 0 0,0 0 0,0 0 0,0 0 0,0 0 0,0 0 0,0 0 0,0 25 0,0-25 0,0 0 0,0 24 0,0-24 0,0 0 0,0 25 0,25-25 0,-25 25 0,0-25 0,0 25 0,0-25 0,0 0 16,0 25-16,0-25 0,0 24 0,0-24 0,0 25 15,0-25 141,49 149-156,-49-149 0,0 0 0,0 0 0,0 0 0,25-25 0,-25 25 0,0 0 0,0 0 0,0 0 0,0 0 0,0 0 0,25 0 0,-25-25 0,0 25 0,0 0 0,0-24 16,25 24-16,-25 0 0,0-25 0,0 25 0,0-25 0,0 25 0,0-25 0,24 0 0,-24 25 0,0-24 0,0 24 0,0-25 0,0 0 0,0 25 0,0-25 0,25 25 0,-25 0 0,0-25 0,0 25 0,0 0 0,0-24 0,0 24 0,0 0 0,0 0 0,0 0 0,0 0 15,0 0-15,0 0 0,0 0 0,0 0 0,0 0 0,0 0 16,0 0-16,0 0 0,0 0 0,0 0 16,0 0-16,0 0 0,0 0 0,0 0 0,25 0 0,-25 0 0,0 0 15,0 0-15,0 0 0,0 0 0,0 0 16,0 24-16,0-24 0,25 0 0,-25 25 0,0-25 0,0 0 15,0 25-15,0-25 0,0 25 0,0-25 0,0 0 0,0 25 0,0-25 16,0 24-16,0-24 0,0 25 0,0-25 16,0 25-16,0-25 0,0 0 0,0 25 0,25-25 0,-25 0 0,0 25 15,0-25-15,0 0 0,0 24 0,0-24 0,0 0 16,0 0-16,0 25 0,0-25 0,0 0 15,0 0-15,0 0 0,0 0 0,0 0 0,0 0 0,0 0 0,0 0 0,0 0 16,0 0-16,0 0 0,0 0 16,0 0-16,0 0 0,0 0 0,0 25 0,0-25 0,0 0 0,0 0 0,0 0 15,0 0-15,0 0 0,0 0 0,0 0 16,0 0-16,0 0 0,0 0 0,0 0 0</inkml:trace>
  <inkml:trace contextRef="#ctx0" brushRef="#br0" timeOffset="448688.6635">3894 16644 0,'-24'0'16,"24"-25"-16,0 25 0,0 0 0,0 0 15,0 0-15,0 0 0,0 0 0,0 0 0,-25-25 0,25 25 16,0 0-16,0 0 0,0 0 0,0 0 0,-25 0 0,25 0 0,0 0 16,0 0-16,-25 0 0,25 0 0,0 0 15,0 0-15,0 0 0,-25 0 0,25 0 0,0 0 0,0 0 0,-24 0 0,24 0 16,0 0-16,0 0 15,-25 0-15,25 0 0,0 25 0,0-25 0,-25 0 0,25 0 0,0 0 0,0 25 16,0-25-16,-25 0 0,25 25 0,0-25 0,0 0 16,0 25-16,0-25 0,0 0 0,0 24 0,0-24 0,0 0 15,25 25-15,-25-25 0,0 25 0,0-25 0,0 0 16,0 0-16,0 25 0,25-25 0,-25 0 0,0 25 15,0-25-15,0 0 0,25 0 0,-25 0 0,0 0 0,0 24 16,24-24-16,-24 0 0,0 0 0,25 0 0,-25 0 0,0 0 0,0 0 16,25 0-16,-25 0 0,0 0 15,0-24-15,25 24 0,-25 0 0,0 0 0,0 0 0,0 0 0,25-25 16,-25 25-16,0 0 0,0 0 0,0-25 0,24 25 15,-24 0-15,0 0 78,0-25-46,25-24-32,-25 49 0,0 0 0,0-25 0,0 25 0,0 0 0,0 0 15,0-25-15,0 25 0,0 0 0,0 0 0,0 0 0,0 0 0,0 0 0,0 0 0,0 0 0,0 0 0,0 0 0,0 0 0,0 0 0,0 0 0,0 0 0,0 0 0,0 0 0,0 0 0,0 0 0,0 0 0,0 0 0,0 0 0,0 25 16,0-25-16,0 0 0,25 25 0,-25-25 0,0 0 0,0 24 0,0-24 0,0 25 0,0-25 0,0 0 0,0 25 0,0-25 0,0 0 0,25 25 0,-25-25 0,0 0 15,0 0-15,0 25 0,0-25 0,0 0 0,25 0 16,-25 0-16,0 24 0,0-24 0,0 0 0,0 0 0,24 0 16,-24 0-16,0 0 0,0 0 0,0 0 0,25 0 15,-25 0-15,0 0 0,0 0 0,25-24 0,-25 24 0,0 0 0,25 0 16,-25 0-16,0-25 0,0 25 0,25 0 15,-25-25-15</inkml:trace>
  <inkml:trace contextRef="#ctx0" brushRef="#br0" timeOffset="449406.7046">4638 16421 0,'0'0'0,"-24"0"16,24 0-16,0 0 0,0 0 0,0 0 0,0 0 0,0 0 16,0 0-16,0 0 0,0 0 0,0 0 0,0 0 0,0 0 15,0 25-15,0-25 0,0 0 0,0 24 0,0-24 0,0 25 16,0-25-16,24 25 0,-24 0 0,0-25 0,0 25 15,0-25-15,0 24 0,0 1 0,0-25 0,0 25 0,0-25 16,25 25-16,-25-25 0,0 25 0,0-25 0,0 24 16,0-24-16,0 0 0,0 25 0,0-25 0,0 0 0,0 25 15,0-25-15,0 0 0,0 0 0,0 25 0,0-25 16,0 0-16,0 0 0,0 0 0,0 0 0,0 0 0,0 25 15,-25-25-15,25 0 0,0 0 0,0 0 0,0 0 16,0 0-16,0 0 156</inkml:trace>
  <inkml:trace contextRef="#ctx0" brushRef="#br0" timeOffset="449592.7152">4514 16718 0,'0'0'0,"0"-24"0,0 24 0,0 0 0,0 0 0,0 0 0,0 0 0,0-25 0,0 25 0,0 0 0,0 0 0,0 0 0,0 0 16,25-25-1,-25 25-15,0 0 0,0 0 0,25 0 0,-25-25 0,0 25 0,25 0 0,-25 0 0,25 0 0,-25-25 0,0 25 0,24 0 0,-24 0 0,25 0 0,-25 0 0,0 0 0,25 0 0,-25 0 0,25 0 0,-25 0 0,0 0 0,25 0 0,-25 25 16,0-25-16,0 0 0,24 0 0,-24 25 0,0-25 0,0 0 0,25 25 0,-25-25 15,0 0-15,0 25 0</inkml:trace>
  <inkml:trace contextRef="#ctx0" brushRef="#br0" timeOffset="449785.7263">4837 16818 0,'0'0'0,"-25"0"0,25 0 16,0 0-16,0 0 0,0-25 0,0 25 0,25 0 16,-25 0-16,0 0 0,0-25 15,0 25 16,0 0-31,0-25 0,0 25 0,25 0 0,-25 0 0,0-25 0,0 25 0,0 0 0,25 0 0,-25 0 0,0 0 0,0-24 0,0 24 0,0 0 0,24 0 0,-24 0 0,0 0 0,0 24 16,0-24-16,25 0 0,-25 0 0,0 0 0,0 0 0,0 0 16,0 25-16,0-25 0,25 0 0,-25 0 0,0 0 0,0 25 15,0-25-15,0 0 0,0 0 0,0 25 0,0-25 16,0 0-16,0 0 0,0 25 0,0-25 0,0 0 0,0 0 15,0 0-15,0 24 0,0-24 0,0 0 0,0 0 0,0 0 16,0 0-16,0 25 0,0-25 0,0 0 0,25 0 16,-25 0-16,0 0 0,0 0 0,0 0 0,0 0 0,25 0 15,-25 0-15,0 0 0,24 0 0,-24 0 0,0 0 16,25 0-1,-25 0-15</inkml:trace>
  <inkml:trace contextRef="#ctx0" brushRef="#br0" timeOffset="450448.7642">5308 16842 0,'0'-24'0,"0"24"16,0 0-16,0 0 0,0-25 0,0 25 0,-25 0 0,25 0 15,0-25-15,0 25 0,0 0 0,0 0 0,-24 0 16,24-25-16,0 25 0,0 0 0,0 0 0,0 0 0,0-25 15,0 25-15,0 0 0,-25 0 0,25 0 0,0 0 16,0 0-16,0 0 0,0 0 0,0 0 0,0 0 0,0 0 16,-25 0-16,25 0 0,0 0 0,0 0 0,0 0 15,0 0-15,0 0 0,-25 0 0,25 0 0,0 25 16,0-25-16,0 0 0,0 0 0,0 0 0,-25 0 0,25 0 15,0 25-15,0-25 0,0 0 0,0 0 0,0 0 0,0 25 16,-24-25-16,24 0 0,0 0 0,0 25 0,0-25 16,0 0-16,0 24 0,0-24 0,0 0 0,0 25 0,0-25 15,0 0-15,0 25 0,0-25 0,0 0 16,0 25-16,0-25 0,0 0 31,0 0-31,0 0 0,0 25 0,24-25 0,-24 0 0,0 0 0,0 0 0,0 24 0,0-24 0,25 0 0,-25 0 0,0 0 0,0 0 0,0 0 0,0 0 16,25 0-16,-25 0 0,0 0 0,0 0 0,0 0 0,25 0 15,-25 0-15,0 0 0,0 0 0,0 0 0,25-24 16,-25 24-16,0 0 0,0 0 0,0 0 0,24-25 15,-24 25-15,0 0 0,0-25 0,0 25 0,0 0 0,25 0 0,-25-25 16,0 25-16,0-25 0,0 25 16,0 0-16,0-24 0,0 24 0,25 0 0,-25-25 0,0 25 0,0 0 0,0 0 15,0-25-15,0 25 0,0 0 0,0 0 16,0 0-16,0 0 0,0 0 0,0 0 0,0 0 0,0 0 0,0 0 15,0 0-15,0 0 0,0 0 0,0 0 0,0 0 0,0 0 16,0 0-16,0 0 0,0 0 0,0 0 16,0 0-16,0 0 0,0 0 0,0 0 0,0 0 0,0 25 0,0-25 15,0 0-15,0 0 0,0 25 0,0-25 0,0 0 16,0 24-16,0-24 0,0 0 0,0 25 0,0-25 15,0 0-15,0 0 0,0 25 0,0-25 0,0 0 0,0 25 16,0-25-16,0 0 0,0 0 0,25 0 0,-25 25 0,0-25 0,0 0 16,0 0-16,0 0 0,0 0 0,25 0 15,-25 0-15,0 0 0,0 0 0,24 0 0,-24 0 0,0 0 0,0 0 16,25 0-16,-25 0 0,0 0 47,25 0-47,-25-25 0,0 25 0,0 0 0,25 0 0,-25-25 0,0 25 0,25 0 0,-25-25 0</inkml:trace>
  <inkml:trace contextRef="#ctx0" brushRef="#br0" timeOffset="450822.7856">5531 16718 0,'0'0'0,"0"0"0,0-24 0,0 24 15,0 0-15,0 0 0,0 0 0,0 0 0,0 0 0,0 0 16,0 0-16,0 0 0,0 0 0,0 0 0,0 0 16,0 0-16,0 0 0,0 24 0,0-24 0,0 0 0,0 0 15,0 25-15,0-25 0,0 0 0,0 25 0,0-25 16,0 0-16,0 0 0,0 25 0,0-25 0,0 0 0,0 0 15,0 25-15,0-25 0,0 0 0,0 0 0,0 0 0,0 24 16,0-24-16,0 0 0,0 0 0,0 0 0,0 0 16,0 0-16,0 0 0,0 0 0,0 0 0,0 0 15,0 0-15,0 0 0,0 0 0,0 0 0,0 0 47,50-24 31,-50 24-78,0 0 0,0-25 0,25 25 0,-25 0 0,0-25 0,25 25 0,-25 0 0,0 0 0,0 0 0,24 0 0,-24-25 0,0 25 0,0 0 0,0 0 0,0 0 0,25 0 0,-25 0 0,0 0 0,0 25 0,0-25 0,0 0 0,0 0 16,0 0-16,0 0 0,0 25 0,0-25 0,0 0 0,0 0 0,0 25 0,0-25 0,0 0 0,0 24 0,0-24 0,25 0 0,-25 0 0,0 25 0,0-25 0,0 0 0,0 0 0,0 25 0,0-25 15,0 0-15,0 0 0,0 0 0,0 0 0,0 25 16,0-25-16,0 0 0,0 0 0,0 0 0,0 0 0,0 0 15,0 0-15,0 0 0,0 0 0,0 0 16,0 0-16,0 0 0,0 0 0,0 0 0,0-25 0</inkml:trace>
  <inkml:trace contextRef="#ctx0" brushRef="#br0" timeOffset="451160.8049">5159 16495 0,'0'-25'0,"0"25"16,0 0-16,0 0 0,0 0 0,0-24 0,0 24 15,0 0-15,0 0 0,0 0 0,25-25 0,-25 25 78,0 0-78,0 0 0,0 0 0,25 0 0,-25 0 0,0 0 0,25-25 0,-25 25 0,0 0 0,25 0 0,-25 0 0,0 0 16,24 0-16,-24 0 0,0 0 0,25 0 0,-25 0 0,0 0 0,25 0 0,-25 0 0,0 0 0,25 0 0,-25 0 0,0 25 15,25-25-15,-25 0 0,0 0 0,24 25 0,-24-25 0,0 0 0,0 24 0,25-24 0,-25 25 0,0-25 0,0 25 0,0 0 0,0-25 0,0 25 0,0-1 0,0 1 16,0 0-16,0-25 0,0 25 0</inkml:trace>
  <inkml:trace contextRef="#ctx0" brushRef="#br0" timeOffset="451320.8141">5333 17264 0,'0'0'0,"0"0"15,0 0-15,0 0 0,0 0 0,0 0 0,0 0 16,0 0-16,0 0 0,0 0 0,0 0 0,0 0 0,0 0 15,0 0-15,0 0 0,0 0 0,0 0 0,0 0 16,0 0-16,0 0 0,0 0 0,0 0 0,0 0 0,0 0 16,0 0-16,0 0 0,0 0 0,0 0 15,0 0-15,0 0 0,0 0 0</inkml:trace>
  <inkml:trace contextRef="#ctx0" brushRef="#br0" timeOffset="451907.8476">6573 16694 0,'0'0'16,"0"0"-16,0-25 0,0 25 0,0 0 0,-25 0 0,25 0 0,0 0 15,0-25-15,0 25 0,-24 0 0,24 0 0,0 0 16,0 0-16,0 0 0,-25 0 0,25 0 0,-75 124 156,75-99-156,0-25 0,0 25 0,0-25 0,0 24 0,0 1 0,0-25 0,0 0 0,25 25 0,-25-25 0,0 25 0,0-25 0,0 25 0,0-25 0,0 0 0,0 0 0,25 24 0,-25-24 0,0 0 0,0 0 0,0 25 0,25-25 0,-25 0 0,0 0 0,25 0 0,-25 0 0,0 25 0,24-25 15,-24 0-15,0 0 0,25 0 0,-25 0 0,25 0 0,-25-25 0,25 25 0,-25 0 0,0 0 0,25 0 0,-25 0 0,24 0 0,-24 0 0,0 0 16</inkml:trace>
  <inkml:trace contextRef="#ctx0" brushRef="#br0" timeOffset="452479.8804">6871 16867 0,'0'-25'0,"0"25"0,0 0 16,0-24-16,0 24 0,0 0 0,0-25 0,0 25 15,0 0-15,0-25 0,0 25 0,0 0 0,-25 0 0,25-25 16,0 25-16,0 0 0,0 0 0,0-25 0,0 25 0,0 0 15,-25 0-15,25 0 0,0 0 0,0 0 0,0 0 16,0 0-16,-25 0 0,25 0 0,0 0 0,0 0 0,0 0 16,0 0-16,-24 0 0,24 0 0,0 0 0,0 0 15,0 0-15,-25 0 0,25 0 0,0 25 0,0-25 0,-25 0 16,25 0-16,0 25 0,0-25 0,0 0 0,-25 25 0,25-25 15,0 25-15,0-25 0,0 24 0,0-24 0,0 25 16,-25-25-16,25 25 0,0-25 0,0 0 0,0 25 16,0-25-16,0 0 0,0 25 0,0-25 0,0 0 0,0 24 15,25-24-15,-25 0 0,0 0 0,0 0 0,0 0 0,0 25 16,25-25-16,-25 0 0,0 0 0,0 0 0,25 0 0,-25 0 15,0 0-15,25 0 0,-25 0 16,24 0-16,-24 0 0,0 0 0,25-25 0,-25 25 0,25 0 16,-25 0-16,0 0 0,25-24 0,-25 24 0,0 0 0,25-25 0,-25 25 15,0 0-15,0 0 0,25-25 0,-25 25 0,0-25 16,0 25-16,0 0 0,0-25 0,0 25 0,0 0 15,0-24-15,24 24 0,-24 0 0,0-25 47,-24 25-47,24 0 109,0 25-109,0-25 0,0 0 0,0 24 0,0-24 0,0 0 0,0 0 0,0 25 0,0-25 16,0 0-16,0 25 0,0-25 0,0 0 0,0 0 0,0 0 0,0 25 0,24-25 0,-24 0 0,0 0 0,0 0 0,0 25 0,0-25 0,0 0 0,25 0 0,-25 0 0,0 0 0,0 0 0,0 0 0,0 0 0,0 0 0,25 0 0,-25 0 0,0 0 16,0 0-16,0 0 0,0 0 0,25-25 0,-25 25 0,0 0 0,0 0 0,0-25 0,0 25 0,0 0 0,25-25 15</inkml:trace>
  <inkml:trace contextRef="#ctx0" brushRef="#br0" timeOffset="452883.9035">7045 16818 0,'0'0'15,"0"-25"-15,0 25 0,0 0 0,0 0 0,0 0 0,0 0 16,0 0-16,0 0 0,0 0 0,0 0 0,0 0 16,0 0-16,0 0 0,0 0 0,0 25 0,0-25 0,0 0 15,0 0-15,0 0 0,0 24 0,0-24 0,0 0 0,0 25 16,0-25-16,0 0 0,0 25 0,0-25 0,0 0 15,0 25-15,0-25 0,0 25 0,0-25 0,0 0 0,0 24 16,0-24-16,0 0 0,0 0 0,0 25 0,0-25 16,0 0-16,0 0 0,0 0 0,0 25 0,0-25 0,0 0 15,0 0-15,0 0 0,0 0 0,0 0 0,0 0 16,0 0-16,0 0 0,0 0 0,0 0 0,0 0 15,24 0-15,-24-25 0,0 25 0,0 0 0,25 0 0,-25 0 0,0-25 16,0 25-16,25 0 0,-25-24 0,0 24 16,25 0-16,-25-25 0,0 25 0,25-25 0,-25 25 0,0 0 0,24-25 15,-24 25-15,0 0 0,25 0 0,-25-25 78,0 25-78,0 0 0,0 0 0,25 0 0,-25 0 0,0 0 0,0 0 0,0 0 0,0 0 0,0 0 0,0 0 0,0 25 0,0-25 0,0 0 0,0 0 0,0 0 0,0 25 16,0-25-16,0 0 0,0 0 0,0 25 0,0-25 0,0 0 0,0 0 0,0 25 0,0-25 0,0 0 0,0 0 0,0 24 0,0-24 0,0 0 0,0 0 0,0 0 0,0 0 0,0 0 15,0 0-15,0 0 0,0 25 0,0-25 0,0 0 16,0 0-16,0 0 0,0 0 0,0 0 0,0 0 16,0 0-16,0 0 0,0 0 0,0 0 0,0 0 0,0 0 15,0-25-15,0 25 0</inkml:trace>
  <inkml:trace contextRef="#ctx0" brushRef="#br0" timeOffset="453228.9232">6772 16570 0,'-25'0'0,"25"-25"0,0 25 0,0 0 0,0 0 0,0 0 15,0-25-15,0 25 0,0 0 0,0 0 0,0 0 16,0 0-16,0 0 0,0 0 0,0 0 0,0 0 15,0-25-15,25 25 0,-25 0 141,173-49-141,-173 73 0,25-24 0,-25 0 0,0 0 0,0 25 0,25-25 0,-25 0 15,0 0-15,0 25 0,0-25 0,0 0 0,0 25 0,0-25 0,0 0 0,0 25 0,0-25 0,0 0 0,0 0 0,0 0 0,-25 24 0,25-24 0,0 0 0,0 0 0,0 0 0</inkml:trace>
  <inkml:trace contextRef="#ctx0" brushRef="#br0" timeOffset="453403.9332">6970 16371 0,'0'0'0,"0"0"0,0-25 0,0 25 0,25 0 0,-25 0 0,0 0 0,0 0 0,0 0 0,0-25 0,25 25 0,-25 0 0,0 0 0,25 0 0,-25 0 0,24 0 0,1 0 16,-25 0-16,25 0 0,0-24 0,0 24 0,-25 0 0,24 0 0,1 0 0,0 0 0,-25 0 0,25 0 0,0 0 15,-1 0-15,-24 0 0,25 0 0,0 24 0,-25-24 16,25 0-16,-25 0 0,25 0 0,-25 0 0</inkml:trace>
  <inkml:trace contextRef="#ctx0" brushRef="#br0" timeOffset="454854.0162">7888 16321 0,'0'0'0,"0"0"0,0 0 0,0-24 0,0 24 0,0 0 16,0 0-16,-25 0 0,25 0 0,0 0 0,0 0 0,0 0 15,0 0-15,0 0 0,0 0 16,0 0-16,0 0 0,0 24 0,0-24 0,0 0 0,0 25 0,0-25 15,0 25-15,0 0 0,0-25 0,0 25 0,0 0 0,0-1 16,0 1-16,0-25 0,0 25 0,-25 0 16,25 0-16,0-1 0,0-24 0,0 25 0,0 0 0,0 0 0,0 0 0,0-25 15,0 24-15,0 1 0,0 0 0,0-25 16,0 25-16,0 0 0,0-25 0,-25 24 0,25-24 15,0 25-15,0-25 0,0 25 0,0-25 0,0 0 0,0 25 16,0-25-16,0 0 0,0 0 0,0 0 0,0 25 0,0-25 0,0 0 16,0 0-16,0 0 0,0 0 0,0 0 0,0 0 15,0 0-15,0-25 0,0 25 0,0 0 0,-24 0 16,24 0-16,0-25 0,0 25 0,0 0 0,0-25 15,0 25-15,-25 0 0,25-25 0,0 25 0,0-24 0,0 24 0,0-25 16,0 25 93,0-99-109,0 99 0,0 0 0,0-25 0,0 25 0,0 0 0,0 0 0,0-25 0,25 25 0,-25 0 0,0 0 0,0-25 0,24 25 0,-24 0 0,0 0 0,25 0 0,-25-25 0,25 25 16,-25 0-16,25 0 0,-25 0 0,0 0 0,25 0 0,-25 0 0,0 0 0,24 0 0,-24 0 0,0 0 0,25 0 0,-25 0 0,0 0 0,0 25 15,25-25-15,-25 0 0,0 25 0,0-25 0,0 0 0,0 25 0,0-25 0,0 0 0,0 25 0,0-25 0,0 24 0,0-24 0,0 25 0,0-25 0,0 25 16,0-25-16,0 0 0,0 25 0,0-25 0,0 25 16,0-25-16,-25 24 0,25-24 0,0 25 15,0-25-15,0 25 0,0-25 0,0 25 0,0-25 0,0 0 0,25 25 16,-25-25-16,0 0 0,0 24 0,0-24 0,0 0 0,0 0 15,0 0-15,0 25 0,0-25 0,25 0 0,-25 0 16,0 0-16,0 0 0,0 0 0,25 0 0,-25 0 16,0 0-16,25-25 0,-25 25 0,0 0 0,24 0 0,-24-24 0,0 24 15,0 0-15,25-25 0,-25 25 16,0 0-16,0-25 0,25 25 0,-25-25 0,0 25 0,0-25 0,0 25 0,0-24 15,0 24-15,0 0 16,0-25-16,0 25 0,0-25 0,0 25 0,25 0 0,-25-25 0,0 25 0,0 0 0,0 0 16,0-25-16,0 25 0,0 0 0,0 0 15,0 0-15,0 0 0,0 0 0,0 0 0,0 0 0,0 0 0,0 0 172,0 174-172,-25-149 0,25 0 0,0-25 15,0 0-15,0 24 16,0-24-16,0 0 0,0 0 16,0 0-1,0 0-15,0-24 0,0 24 0,0 0 16,0 0-16,0-25 0,0 0 0,25 25 15,-25-25-15,0 25 0,25-25 16,-25 1-16,24-1 0,-24 0 16,25 25-16,-25 0 0,0 0 15,25 0-15,-25 0 0,25 0 16,-25 0-16,25 0 0,-25 25 0,0-25 0,0 25 15,0-25-15,0 0 0,0 24 16,0 1-16,0 0 0,0-25 16,0 25-16,0-25 15,0 25-15,-25-1 0,25-24 16,0 25-1,0-25-15,0 0 16,0-25 0</inkml:trace>
  <inkml:trace contextRef="#ctx0" brushRef="#br0" timeOffset="455098.0301">8310 16520 0,'0'0'0,"0"0"0,0-25 0,0 25 0,0 0 0,0 0 0,0 0 0,0 0 0,0 0 0,0 0 0,24 0 0,-24-25 0,0 25 0,0 0 0,25 0 0,-25 0 0,25 0 0,-25 0 0,25 0 0,0 0 0,-25 0 0,24 0 15,1 0-15,0-24 0,0 24 0,-25 0 0,25 0 16,-1 0-16,1 0 0,0 0 0,0 0 0,0 0 0,-1 0 15</inkml:trace>
  <inkml:trace contextRef="#ctx0" brushRef="#br0" timeOffset="455729.0662">9128 16991 0,'0'0'0,"0"0"0,0 0 0,0 0 16,0 0-16,0 0 0,0 0 0,0 0 0,0 0 15,0 0-15,0 0 0,0 0 0,0 0 0,0 0 0,0 0 16,0 0-16,0 0 0,25 0 0,-25 0 0,0 0 16,0 0-16,0 0 0,25 0 0,-25 0 0,0 0 0,25 0 15,-25 0-15,0 0 0,24-25 0,-24 25 0,25 0 0,-25 0 16,25 0-16,-25-24 0,25 24 0,-25 0 0,25-25 15,-25 25-15,24 0 0,1-25 0,-25 25 0,25 0 0,-25-25 16,25 25-16,0-25 0,-25 25 0,24-24 0,-24 24 16,25-25-16,-25 25 0,25-25 0,-25 25 0,0-25 15,25 25-15,-25-25 0,0 1 0,25 24 0,-25-25 0,0 25 16,0-25-16,0 0 0,0 25 0,0-25 0,0 1 15,0 24-15,0-25 0,0 25 0,0-25 0,0 25 16,0 0-16,-25-25 0,25 25 0,0 0 0,0 0 0,0 0 0,0 0 16,-25 0-16,25 0 0,0 0 0,0 0 15,-25 0-15,25 0 0,0 0 0,0 25 0,0-25 0,0 0 0,-25 0 16,25 25-16,0-25 0,0 25 0,0-25 15,0 24-15,0-24 0,0 25 94,-24 25-78,24-25-16,0-1 0,0-24 0,24 25 0,-24 0 0,0-25 0,0 25 0,0 0 0,0-25 31,0 99-31,0-99 0,0 25 0,-24-25 0,24 0 0,0 24 0,0-24 15,0 0-15,0 25 0,0-25 0,0 0 0,0 0 0,0 0 0,0 0 0,0 25 0,0-25 0,0 0 0,24 0 0,-24 0 0,0 0 0,0 0 0,0 0 0,0 0 0,0 0 0,0 0 0,25 0 0,-25-25 0,0 25 0,0 0 0,25 0 0,-25 0 0,25 0 0,-25 0 0</inkml:trace>
  <inkml:trace contextRef="#ctx0" brushRef="#br0" timeOffset="456143.0899">9773 16842 0,'0'0'16,"0"0"-16,0 0 0,0 0 0,0 0 0,0-24 15,0 24-15,0 0 0,0 0 0,0 0 0,0-25 0,0 25 16,-25 0-16,25 0 0,0 0 0,0 0 0,0 0 0,0 0 16,0 0-16,0-25 0,-25 25 0,25 0 0,0 0 15,0 0-15,0 0 0,-24 0 0,24 0 0,0 0 0,0 25 16,0-25-16,-25 0 0,25 0 0,0 0 0,0 25 15,0-25-15,0 0 0,-25 24 0,25-24 0,0 25 0,0-25 16,0 0-16,0 25 0,0-25 0,0 25 0,0-25 0,0 25 16,0-25-16,0 0 0,0 24 0,0-24 0,0 0 15,0 25-15,0-25 0,0 0 0,0 0 0,0 25 0,0-25 16,0 0-16,0 0 0,0 0 0,0 0 0,0 0 15,25 0-15,-25 0 0,0 0 0,0 0 0,0 0 0,0 0 16,0 0-16,25 0 0,-25 0 0,0 0 0,0 0 16,24 0-16,-24 0 0,0-25 0,0 25 15,25 0-15,-25 0 0,0 0 0,0-25 0,0 25 0,25 0 0,-25 0 0,0-24 16,0 24-16,0 0 0,0 0 0,0 0 15,0-25-15,0 25 0,25 0 0,-25 0 0,0 0 0,0 0 16,0 0-16,0 0 0,0 0 0,0 25 0,0-25 16,0 0-16,0 0 0,0 24 0,0-24 0,0 0 0,0 25 15,0-25-15,0 25 0,0-25 0,0 0 16,0 25-16,0-25 0,0 25 0,0-25 0,0 0 0,0 0 0,0 24 0,0-24 15,0 0-15,0 0 0,0 0 0,0 0 0,0 0 16,0 0-16,0 0 0,0 0 0,0 0 0,0 0 16,0 0-16,0 0 0,0-24 0,0 24 0,0 0 0</inkml:trace>
  <inkml:trace contextRef="#ctx0" brushRef="#br0" timeOffset="456328.1005">9798 16718 0,'0'0'15,"0"0"-15,0 0 0,0 0 0,0-24 0,0 24 0,0 0 16,0 0-16,0 0 0,0 0 0,0 0 0,0 0 15,25 0-15,-25 0 0,0 0 0,0 0 0,24 0 0,-24 0 16,25 0-16,-25 0 0,25 0 0,-25 0 0,25 0 0,-25 0 16,25 0-16,-1 0 0,-24 0 0,25 0 0,0 24 15,-25-24-15,25 0 0,0 0 16,0 0-16,-1 0 0,-24 0 0</inkml:trace>
  <inkml:trace contextRef="#ctx0" brushRef="#br0" timeOffset="457181.1493">11286 16842 0,'0'0'0,"0"-24"16,0 24-16,0 0 0,0 0 0,0 0 0,-25 0 0,25 0 15,0-25-15,0 25 0,0 0 0,0 0 0,0 0 16,0 0-16,0 0 0,0 0 0,0 0 15,0 25-15,0-25 0,0 0 0,0 0 0,0 0 0,0 24 0,0-24 16,0 0-16,0 25 0,0 0 0,0-25 16,0 25-16,0 0 0,0-25 0,0 24 0,0 1 0,0 0 0,0 0 0,0 0 15,0-1-15,0 1 0,0-25 16,0 25-16,0 0 0,0 0 0,0-1 0,-24 1 0,24-25 0,0 25 15,0 0-15,0-25 0,0 25 0,0-1 0,0-24 0,-25 25 0,25-25 16,0 25-16,0-25 0,0 25 0,0-25 16,-25 25-16,25-25 0,0 24 0,0-24 0,0 0 0,0 25 0,0-25 15,0 0-15,-25 25 0,25-25 0,0 0 16,0 0-16,0 25 0,0-25 0,0 0 0,0 0 0,0 0 0,0 0 0,0 0 15,0 0-15,0 25 0,0-25 0,0 0 16,0 0 0,0 0-16,0 0 0,0 0 0,0-25 0,0 25 0,0 0 0,0 0 0,0 0 0,0 0 0,0-25 15,0 25-15,0 0 0,0-25 0,0 25 0,0 0 0,0-25 0,0 25 0,0-24 16</inkml:trace>
  <inkml:trace contextRef="#ctx0" brushRef="#br0" timeOffset="457651.1761">11286 16867 0,'0'0'0,"0"-25"0,0 25 15,0 0-15,0 0 0,0 0 0,0 0 0,0 0 16,0 0-16,0 0 0,0-24 0,0 24 0,0 0 0,25 0 16,-25 0-16,0 0 0,0 0 0,0 0 0,0 0 15,25 0-15,-25 0 0,0 0 0,0 0 0,25 24 16,-25-24-16,0 0 0,0 0 0,24 0 0,-24 0 0,0 0 15,25 0-15,-25 25 0,25-25 0,-25 0 0,0 0 16,0 25-16,25-25 0,-25 0 0,0 0 0,25 25 0,-25-25 0,0 0 16,0 25-16,0-25 0,0 24 0,24-24 156,-123 174-156,99-149 0,0-25 0,-25 0 0,25 0 0,0 0 0,0 0 0,-24 0 0,24 0 0,0 0 0,0 0 0,-25 0 0,25 0 0,0 0 0,0 0 0,-25 0 0,25 0 0,0 0 0,0 0 0,0 0 0,0 0 0,0 0 0,0 0 0,-25-25 0,25 25 0,0 0 0,0 0 0,0 0 0,0 0 15,0 0-15,0 0 0,0 0 0,0 0 0,0 0 0,0 0 0,0 0 0,0 0 0,0 0 0,0 0 0,0 0 0,0 0 0,0 0 16,0 0-16,0 0 0,0 0 0</inkml:trace>
  <inkml:trace contextRef="#ctx0" brushRef="#br0" timeOffset="458140.2041">11906 17016 0,'0'0'0,"0"0"0,0 0 0,0 0 0,0 0 16,0 0-16,0 0 0,0 0 0,0 0 0,0 0 0,0 0 0,0 0 15,0 0-15,0 0 0,0 0 0,0 0 16,0 0-16,0 0 0,0 0 0,25 0 0,-25 0 78,0 0-78,0 0 0,0 0 0,25 0 0,-25 0 0,0 0 0,25 0 0,-25 0 0,24 0 0,-24 0 0,0 0 0,25 0 0,-25 0 0,25 0 15,-25 0-15,25 0 0,-25 0 0,25 0 0,24 0 63,-49 0-63,25 0 0,-25 0 0,0 0 0,0 0 0,0 0 0,0 0 0,25 25 0,-25-25 0,0 0 0,0 0 0,0 0 0,0 0 0,0 0 0,0 0 0,-25 0 0,25 25 15</inkml:trace>
  <inkml:trace contextRef="#ctx0" brushRef="#br0" timeOffset="458541.2271">11906 17338 0,'-25'0'0,"25"0"16,0 0-16,0 0 0,0 0 0,0 0 0,0 0 0,0 0 16,0 0-16,25 0 0,-25 0 0,0 0 0,0 0 0,25 0 15,-25 0-15,0 0 0,25 0 0,-25 0 0,25 0 16,-25 0-16,24 0 0,-24 0 0,25 0 0,0 0 0,-25 0 15,25 0-15,-25 0 0,25 0 0,-1 0 0,1 0 16,-25 0-16,25 0 0,0 0 0,0 0 0,-25 0 0,25-24 16,-1 24-16,1 0 0,0 0 0,-25 0 0,25 0 0,0 0 15,-25 0-15,24 0 0,-24 0 0</inkml:trace>
  <inkml:trace contextRef="#ctx0" brushRef="#br0" timeOffset="460338.3298">13444 16272 0,'0'0'0,"0"0"15,0 0-15,-25-25 0,25 25 16,0 0-16,0 0 0,0 0 0,0 0 0,0 0 0,0 0 0,0 0 15,0 0-15,0 0 0,0 0 0,0 0 0,0 0 16,0 0-16,0 0 0,0 0 0,-24 0 0,24 0 0,0-25 0,0 25 16,0 0-16,0 0 0,0 0 0,0 0 156,-25 75-156,0-75 0,25 0 0,0 0 0,0 24 0,0-24 0,0 0 0,-25 25 0,25-25 0,0 0 0,0 0 0,0 25 0,-25-25 0,25 0 0,0 25 0,0-25 0,0 0 0,-24 25 0,24-25 0,0 0 0,0 0 0,0 25 0,0-25 0,-25 0 15,25 24-15,0-24 0,0 25 0,0-25 0,0 0 0,0 25 0,0-25 0,-25 0 0,25 25 0,0-25 0,0 0 0,0 25 0,0-25 0,0 24 0,0-24 0,0 0 0,0 25 0,0-25 0,0 0 16,-25 25-16,25-25 0,0 0 0,0 0 0,0 25 0,0-25 0,0 0 15,0 25-15,0-25 0,0 0 16,-25 24-16,25-24 0,0 0 0,0 25 0,0-25 0,0 0 0,0 25 0,0-25 16,0 0-16,-25 0 0,25 25 15,0-25-15,0 0 0,0 25 0,0-25 0,0 0 0,0 0 0,0 24 0,0-24 16,0 0-16,0 0 0,0 25 0,0-25 0,0 0 15,-24 25 1,24-25-16,0 0 0,0 25 16,0-25-16,0 0 0,0 0 0,0 25 0,0-25 0,0 0 0,0 24 0,0-24 0,0 0 0,0 25 0,0-25 0,0 0 0,0 25 15,0-25-15,0 0 0,0 25 0,0-25 0,0 0 16,0 25-16,0-25 0,0 0 0,0 24 0,0-24 0,0 0 15,0 25-15,0-25 0,0 0 0,0 25 0,0-25 16,0 0-16,0 0 0,0 25 0,0-25 0,0 0 0,0 0 0,24 0 16,-24 25-16,0-25 0,0 0 0,0 0 15,0 24-15,0-24 0,0 0 0,0 25 0,0-25 0,0 0 78,0 25-78,0-25 0,25 0 0,-25 0 0,0 25 0,0-25 0,0 0 16,0 25-16,0-25 0,25 0 0,-25 24 0,0-24 0,0 25 0,0-25 0,25 0 0,-25 25 0,0-25 0,0 0 0,25 25 0,-25-25 15,0 0-15,0 25 0,25-25 0,-25 0 0,0 24 0,0-24 0,24 0 0,-24 25 0,0-25 0,25 25 0,-25-25 0,0 0 0,25 0 0,-25 25 0,0-25 0,0 0 0,25 25 0,-25-25 0,0 0 0,25 25 0,-25-25 16,0 0-16,0 0 0,24 24 0,-24-24 0,0 0 16,0 0-16,0 25 0,25-25 0,-25 0 0,0 0 0,0 25 15,0-25-15,25 0 0,-25 0 0,0 25 0,0-25 0,0 0 16,25 0-16,-25 0 0,0 25 0,0-25 0,0 0 15,25 0-15,-25 0 0,0 0 0,0 0 0,0 24 0,0-24 0,0 0 16,24 0-16,-24 0 0,0 0 0,0 0 0,0 25 16,0-25-16,0 0 0,25 0 0,-25 0 0,0 0 0,0 0 0,0 0 15,0 25-15,0-25 0,0 0 0,25 0 47,-25 0-47,0 0 0,0 0 0,0 0 0,0 0 0,0 25 0,0-25 0,0 0 0,0 0 0,0 0 0,25 0 0,-25 0 0,0 0 0,0 0 0,0 0 0,0 25 0,0-25 0,0 0 0,0 0 16,0 0-16,0 0 0,0 0 0,0 0 0,0 0 15,0 0-15,0 0 0,0 0 0,0-25 0,0 25 0,0 0 0,0 0 16,0 0-16,0 0 0,0 0 0,-25-25 15,25 25-15,0 0 0,0 0 0,0-25 0,25 25 0,-25 0 16,0 0-16</inkml:trace>
  <inkml:trace contextRef="#ctx0" brushRef="#br0" timeOffset="462985.4812">13791 16222 0,'0'0'15,"0"0"-15,0 0 0,0 0 0,0 0 16,0 0-16,0 0 0,-24 0 15,24 0-15,0 0 16,0 0-16,0 0 0,0 0 16,0 0-16,0 0 15,0 0-15,24 0 0,-24 0 16,0 0-16,0 0 15,0 0-15,0 0 0,25 0 0,-25 25 0,0-25 0,0 0 16,25 0-16,-25 0 0,0 0 0,25 0 0,-25 0 0,25 0 16,24 0-1,-24 25-15,0-25 16,-25 0-16,25 0 0,-25 0 15,24 0-15,-24 0 16,0 0-16,0 0 0,0 0 16,0 0-16,0 0 0,0 0 15,0 0-15,0 0 0,0 0 0,0 0 16,0 0-16,0 0 0,0 0 15,0 0-15,0 0 0,0 0 16,0 0-16,0-25 0</inkml:trace>
  <inkml:trace contextRef="#ctx0" brushRef="#br0" timeOffset="464171.5491">14312 16073 0,'0'0'0,"0"0"15,0 0-15,0 0 0,0 0 0,0 0 0,0 0 0,-25 0 47,25 0-47,0 0 0,0 0 0,0 0 0,0 0 0,0 0 0,0 0 0,0 0 16,0 0-16,0 0 0,0 0 0,0 0 0,0 0 0,0 0 0,0 0 0,0 0 0,0 0 0,0 0 0,0 0 0,0 0 0,0 0 15,0 0-15,0 0 0,0 0 0,0 0 0,0 0 16,0 0-16,0 0 0,0 0 0,0 0 0,0 0 0,0 0 16,0 0-16,0 0 0,0 0 0,0 0 15,0 0-15,0 0 0,0 0 0,0 0 0,0 0 0,0 0 0,0 0 16,0 0-16,0 0 0,0 0 0,0 0 15,0 0-15,0 0 0,0 0 0,0 0 0,0 0 0,0 0 0,0 0 16,0 0-16,0 0 0,0 0 0,0 0 16,0 0-16,25 0 0,-25 0 140,75-24-140,-50 24 0,-25 0 0,0 0 16,0 0-16,0 0 0,0 0 0,0 24 0,0-24 0,0 0 0,0 0 0,0 0 0,0 0 0,0 25 0,0-25 0,0 0 0,0 0 0,0 25 0,0-25 0,0 0 0,0 0 15,0 25-15,-25-25 0,25 0 0,0 0 0,0 25 0,0-25 0,0 0 0,-25 0 0,25 0 0,0 24 0,0-24 0,-25 0 0,25 0 0,0 25 0,0-25 0,-25 0 0,25 0 0,0 0 0,-25 25 0,25-25 0,0 0 16,0 0-16,0 0 0,0 0 0,-24 0 0,24 0 0,0 0 0,0 25 15,0-25-15,0 0 0,0 0 0,0 0 0,0 0 16,0 0-16,0 0 0,0 0 0,0 0 0,0 0 0,0 0 0,0 0 16,0 0-16,0 0 0,0 0 0,0 0 0,0 0 15,0 0-15,0 0 0,0 0 0,0-25 0,24 25 0,-24 0 16,0 0-16,0 0 0,0 0 0,25 0 15,-25 0-15,0 0 0,0-25 0,25 25 0,-25 0 0,0 0 0,0 0 16,25 0-16,-25 0 0,0 0 0,0 0 0,0-25 16,25 25-16,-25 0 0,0 0 0,0 0 0,0 0 15,0 0-15,0 0 0,25 25 0,-25-25 0,0 0 16,0 0-16,0 0 0,0 0 0,0 0 0,0 0 0,0 0 15,0 0-15,0 25 0,0-25 0,0 0 0,0 0 0,0 0 16,0 0-16,0 25 0,0-25 0,0 0 0,0 0 16,0 0-16,0 25 0,0-25 0,0 0 0,0 0 15,-25 24-15,25-24 0,0 0 0,0 0 0,0 0 0,0 25 0,0-25 16,-25 0-16,25 0 0,0 0 0,0 0 0,0 25 0,0-25 15,-25 0-15,25 0 0,0 0 156,-74 25-156,74-25 0,0-25 0,0 25 0,0 0 0,0 0 0,0 0 0,0 0 0,0 0 0,0 0 0,0 0 0,0 0 0,0 0 0,0 0 0,0 0 0,0 0 0,0 0 0,0 0 0,0 0 0,0 0 0,0 0 0,0 0 0,0 0 0,0 0 16,0 0-16,0 0 0,0 0 0,0 0 0,0 0 0,0 0 0,0 0 0,0 0 0,0 0 0,24-25 0,-24 25 0,0 0 0,0 0 0,0 0 0,0 0 0,25 0 0,-25 0 0,0 0 16,25 0-16</inkml:trace>
  <inkml:trace contextRef="#ctx0" brushRef="#br0" timeOffset="464870.5891">14784 16247 0,'0'0'15,"0"0"-15,0 0 0,0 0 0,0 0 0,0 0 0,0 0 0,0 0 16,0 0-16,0 0 0,0 0 0,0 0 0,0 0 15,0 0-15,0 0 0,0 0 0,0 0 0,0 0 0,0 0 16,0 0-16,0 0 0,0 0 0,0 0 0,0 0 0,-25 0 0,25 0 16,0 0-16,0 0 0,0 25 0,-25-25 15,25 0-15,0 0 0,0 25 0,-25-25 0,25 0 0,0 0 0,-25 24 16,25-24-16,0 25 0,-24-25 0,24 0 15,0 25-15,-25-25 0,25 0 0,0 25 0,-25-25 0,25 0 16,0 25-16,-25-25 0,25 0 0,0 25 0,0-25 16,-25 0-16,25 0 31,0 24-31,0-24 0,-24 0 15,24 0-15,0 25 0,0-25 0,0 0 0,-25 0 0,25 0 0,0 25 0,0-25 0,0 0 0,-25 0 0,25 0 0,0 0 0,0 0 16,0 25-16,0-25 0,0 0 0,0 0 0,0 0 0,0 0 0,-25 0 0,25 0 0,0 0 0,0 0 0,0 0 16,0 0-16,0 0 0,0 25 0,0-25 15,0 0-15,0 0 0,0 0 0,0 0 0,0 0 0,0 0 0,0 0 16,0 0-16,0 0 0,0 0 0,0 0 0,0 0 15,0 0-15,0 0 0,0 0 0,0 0 0,0 0 16,0-25-16,0 25 0,25 0 0,-25 0 0,0 0 0,0 0 0,0 0 16,25 0-16,-25-25 0,0 25 0,25 0 156</inkml:trace>
  <inkml:trace contextRef="#ctx0" brushRef="#br0" timeOffset="465519.6262">15056 16371 0,'0'0'0,"0"0"0,0 0 0,0 0 0,0 0 16,0 0-16,0-25 0,0 25 0,0 0 0,0 0 15,0 0-15,0 0 0,0 0 0,0 0 0,0-25 0,0 25 16,0 0-16,0 0 0,25 0 0,-25 0 0,0 0 16,0 0-16,0-24 0,0 24 0,25 0 0,-25 0 0,0 0 15,0 0-15,0 0 0,25 0 0,-25 0 0,0 0 16,0 0-16,0 0 0,25 0 0,-25 0 0,0 0 0,0 0 15,0 0-15,0 0 0,0 0 0,24-25 0,-24 25 16,0 0-16,0 0 0,0 0 0,0 0 0,0 0 16,0 25-16,0-25 0,0 0 0,0 0 15,0 0-15,0 0 0,0 0 0,0 0 0,0 0 0,0 0 0,0 24 16,0-24-16,0 0 0,0 0 0,0 0 0,0 0 0,0 25 15,0-25-15,0 0 0,0 0 0,0 25 16,0-25-16,-24 0 0,24 0 0,0 25 187,-149 149-187,149-174 0,0 0 0,0 0 0,0 0 0,0 0 0,0 0 0,0 0 16,0 0-16,0 0 0,0 0 0,0 0 0,0 0 0,0 0 0,0 0 0,25 0 0,-25 0 0,0 0 0,0 0 0,0 0 0,24 0 15,-24 0-15,0 0 0,25 0 0,-25 0 0,0 0 0,25 0 0,-25 0 0,25-25 0,-25 25 0,25 0 0,-25 0 0,24 0 0,-24 0 0,0 0 0,25 0 0,-25 0 0,25 0 0,-25 0 0,0 0 0,25 0 0,-25 0 0,0 0 0,25 0 0,-25 0 16,0 0-16,0-25 0,24 25 0,-24 0 0,0 0 16,0 0-16,0 0 0,0 0 15,25 0-15,-25 0 0,0 0 0,0 0 0,0 0 0,0 0 0,0 0 0,0 0 16,25 0-16,-25 0 0,0 0 0,0 0 0,0 0 15,0 0-15,0 0 0,0 0 47,25 0-47,-25 0 0,0 0 0,0 0 0,0 0 0,0 0 0,0 0 0,0 0 0,0 0 0,0 0 0,0 0 0,0 0 0,0 0 0</inkml:trace>
  <inkml:trace contextRef="#ctx0" brushRef="#br0" timeOffset="467306.7284">13965 16892 0,'0'0'0,"0"0"0,0 0 0,0 0 0,0 0 0,0 0 15,-25 0-15,25 0 16,0 0-16,0 0 0,0 0 0,0 0 0,0 0 0,0 0 0,0 0 0,0 0 0,0 0 15,0 0-15,0 0 0,0 0 0,0 0 16,0 0-16,0 0 0,0 0 0,0 0 0,0 0 0,0 0 0,0 0 16,0 0-16,0 0 0,0 0 0,0 0 0,0 0 15,0 0-15,0 0 0,0 0 0,0 0 0,0 0 0,0 0 16,0 0-16,0 0 0,0 0 0,0 0 0,0 0 15,0 0-15,0 0 0,0 0 0,0 0 0,0 0 0,0 0 0,0 0 16,0 0-16,25 0 0,-25 0 0,0 0 16,0 0-16,0 0 0,0-25 0,25 25 0,-25 0 0,0 0 0,0 0 15,25-25-15,-25 25 0,0 0 0,0 0 16,24 0-16,-24-24 0,0 24 0,0 0 0,0 0 0,25-25 0,-25 25 15,0 0-15,0 0 0,0 0 0,0-25 0,0 25 16,25 0-16,-25 0 0,0 0 0,0 0 0,0 0 0,0 0 16,0 0-16,0 0 0,0 0 0,0 0 15,0 0-15,0 0 0,0 0 0,0 0 0,0 0 0,0 0 16,0 0-16,0 0 0,0 0 0,0 0 0,0 0 0,0 0 0,0 0 47,0 0-47,0 0 0,0 0 0,0 0 0,0 0 0,0 0 0,0 0 0,0 0 0,0 0 0,0 0 15,0 0-15,0 0 0,0 0 0,0 0 0,0 0 0,0 0 0,0 0 0,0 0 0,0 0 0,0 0 0,0 0 0,0 0 16,0 0-16,0 0 0,0 0 0,0 0 0,0 0 15,0 0-15,0 0 0,0 0 0,0 0 0,0-25 0,0 25 0,0 0 16,0 0-16,0 0 0,0 0 16,0 0-16,0 0 0,0 0 0,0 0 0,0 0 0,0 0 0,0 0 0,0 0 15,0 0-15,0 0 0,0 0 0,0 0 16,0 25-16,0-25 0,0 0 0,0 0 0,0 0 93,0 0-93,0 25 0,0-25 0,0 0 0,0 25 0,0-25 0,0 0 0,-25 24 0,25-24 0,0 25 0,0-25 0,0 0 0,0 25 0,0-25 0,0 25 0,0-25 0,0 0 0,0 25 16,0-25-16,-25 24 0,25-24 0,0 0 0,0 25 0,0-25 0,0 0 0,0 25 0,0-25 0,0 25 0,-24-25 0,24 0 0,0 0 0,0 25 140,0 24-124,0-74-16,0 25 16,0-24-16,24 24 15,-24-25-15,25 25 16,-25-25-16</inkml:trace>
  <inkml:trace contextRef="#ctx0" brushRef="#br0" timeOffset="468312.786">14287 16718 0,'0'0'15,"0"0"-15,0 0 0,0 0 0,0 0 0,0 0 0,0 0 0,0 0 0,0 0 16,0 0-16,0 0 0,0 0 0,0 0 15,0 0-15,0 0 0,0 0 0,0 0 0,0 0 0,0 0 0,0 0 16,0 0-16,0 0 0,0 0 16,0 0-16,0 0 0,0 0 0,0 0 0,0 0 0,0 0 0,25 0 0,-25 0 15,0 0-15,0 0 0,0 0 0,0 0 0,0 0 16,0 25-16,0-25 0,-25 0 0,25 0 0,0 0 0,0 0 15,0 0-15,0 25 0,0-25 0,0 0 0,0 0 16,0 25-16,0-25 0,0 0 0,0 0 0,0 0 16,0 25-16,0-25 0,0 0 0,-24 0 0,24 0 0,0 0 0,0 24 15,0-24-15,0 0 0,0 0 0,0 0 0,0 0 16,0 0-16,0 0 0,0 0 0,0 0 0,0 0 0,0 0 0,0 0 15,0 0-15,0 0 0,0 0 0,0 0 16,0 0-16,0 0 0,0 0 0,0 0 0,0 0 0,0 0 16,24 0-16,-24 0 0,0 0 0,0 0 0,0 0 15,0 0-15,0 0 0,0 0 0,0 0 0,25 0 0,-25 0 0,0 0 16,0 0-16,0 0 0,25 0 156,50 25-156,-51-25 15,-24 0-15,0 0 16,25 25-16,-25-25 16,0 0-16,0 25 0,25-25 15,-25 25-15,0-25 16,-25 24-16,25 1 15,0-25-15,0 25 16,-25-25 0,25 25-16,-24-25 15,24 0-15,0 0 0,0 0 0,0 0 0,-25 25 16,0-25-16</inkml:trace>
  <inkml:trace contextRef="#ctx0" brushRef="#br0" timeOffset="469002.8254">14362 16694 0,'0'0'0,"0"0"0,0 0 0,0 0 0,0 0 0,0 0 16,0 0-16,0 0 0,0 0 0,0 0 0,0 0 16,0 0-16,0 0 0,0 0 0,0 0 0,0 0 0,0 0 15,0 0-15,0 0 0,0 0 0,0 0 0,0 0 16,0 0-16,0 0 0,0 0 0,0 0 0,0 0 0,0 0 15,0 0-15,0 0 0,0 0 0,0 0 0,0 0 0,0 0 16,0 0-16,0 0 0,0 0 0,0 0 0,0 0 16,0 0-16,0 0 0,0 0 0,0 0 0,0 0 0,0 0 15,0 0-15,0 0 0,0-25 0,0 25 0,0 0 16,0 0-16,0 0 0,0 0 0,0 0 0,0 0 15,0 0-15,0 0 0,0 0 0,0 0 0,0 0 0,0 0 16,0 0-16,0 0 0,0 0 0,0 0 0,0 0 16,0 0-16,0 0 0,0 0 0,0 0 0,0 0 0,0 0 0,0 0 15,0 0-15,0 0 0,0 0 0,0 0 16,0 0-16,0 0 0,0 0 0,0 0 0,0 0 0,0 0 15,0 0-15,0 0 0,0 0 0,0 0 0,0 0 16,0 0-16,0 0 78,0 0-47,0 0-31,0 0 0,25 0 0,-25 0 0,0 0 0,0 0 0,0 0 0,0 0 0,25 0 0,-25 0 0,0 0 16,0 0-16,0 0 0,24 0 0,-24 0 0,0 0 0,0 0 0,0 25 0,25-25 0,-25 0 47,0 0-47,0 0 0,25 0 15,0 0-15,0 0 16,-1 0-16,-24 0 15,0 24-15,25-24 0,-25 0 0,0 0 0,25 0 16,-25 0 0,25 0-16,-25 0 0,0 0 0,0 0 15,0 0 1,0 0-16,0 0 0,0 0 15,0 0-15,0 0 16,0 0-16,0 0 16,0 0-16,0 0 15</inkml:trace>
  <inkml:trace contextRef="#ctx0" brushRef="#br0" timeOffset="469615.8605">15180 16793 0,'0'0'0,"0"0"0,0 0 0,0 0 0,0 0 16,0 0-16,0 0 0,0 0 15,0 0-15,0 0 0,0 0 0,0 0 0,-24-25 0,24 25 0,0 0 0,0 0 94,0 0-94,0 0 0,0 0 0,0 0 0,0 0 0,0 0 0,0 0 0,0 0 0,0 0 0,0 0 0,0 0 0,0 0 0,0 0 0,0 0 0,0 25 0,0-25 0,-75 74 93,75-74-93,-25 25 0,25-25 0,0 0 0,-24 25 0,24-25 0,0 0 0,0 25 0,-25-25 0,25 0 0,0 24 0,-25-24 0,25 0 16,0 25-16,0-25 0,-25 0 0,25 25 0,0-25 0,0 0 0,-25 0 0,25 25 0,0-25 0,0 0 0,0 0 0,0 25 0,-24-25 0,24 0 0,0 0 0,0 0 0,0 0 0,0 0 0,0 24 0,0-24 0,0 0 0,0 0 16,-25 0-16,25 0 0,0 0 0,0 0 0,0 0 0,0 0 0,0 0 0,0 0 0,0 0 0,0 0 0,0 0 0,0 0 0,0 0 15,0 0-15,0 0 0,0 0 0,0 0 16,25 0-16,-25 0 0,0 0 0,0 0 0,0 0 0,0 0 0,0 0 15,0 0-15,0-24 0,0 24 0,24 0 16,-24 0-16,0 0 0,0 0 0,0 0 0,0 0 0,0-25 0,0 25 16,25 0-16,-25 0 0,0 0 15,0 0-15,0 0 0</inkml:trace>
  <inkml:trace contextRef="#ctx0" brushRef="#br0" timeOffset="470853.9313">15553 16793 0,'0'-25'0,"0"25"0,-25 0 0,25 0 0,0 0 0,0 0 16,0 0-16,0-25 0,0 25 0,0 0 15,0 0-15,0 0 0,0 0 0,0 0 0,0 0 0,-25 0 0,25 0 16,0 0-16,0-25 0,0 25 0,0 0 172,-25 50-172,25-50 0,0 25 0,0-25 0,0 0 0,0 0 0,0 25 0,0-25 15,0 0-15,0 24 0,0-24 0,25 0 0,-25 25 0,0-25 0,0 0 0,0 0 0,0 25 0,25-25 0,-25 0 0,0 25 0,0-25 0,0 0 0,25 0 0,-25 25 0,0-25 0,0 0 0,0 0 0,0 24 0,24-24 16,-24 0-16,0 0 0,0 25 0,0-25 0,0 0 0,25 0 0,-25 0 0,0 25 15,0-25-15,0 0 0,0 0 0,0 0 0,25 0 0,-25 0 0,0 25 0,0-25 0,0 0 0,0 0 0,0 0 0,0 0 0,0 0 0,0 0 0,0 25 0,0-25 0,0 0 16,0 0-16,0 0 0,0 0 0,0 0 0,0 24 16,0-24-16,0 0 0,0 0 0,0 0 0,0 0 0,0 0 0,0 0 15,0 0-15,0 25 0,0-25 0,-25 0 0,25 0 16,0 0-16,0 0 0,0 0 0,0 0 0,0 0 15,-25 0-15,25 0 16,0 0-16,0 0 0,0 0 0,-24 25 0,24-25 0,0 0 0,0 0 0,0 0 0,0 0 0,-25 0 16,25 0-16,0 0 0,0 0 0,0 0 15,0 0-15,0 0 0,-25 0 0,25 0 0,0 0 0,0 0 0,0 0 0,0 0 16,0 0-16,0 0 0,0-25 0,0 25 15,0 0-15,0 0 0,0 0 0,0 0 0,-25 0 16,25-25-16,0 25 0,0 0 0,0 0 0,0 0 0,0-24 0,0 24 16,0 0-16,0 0 0,0-25 0,0 25 0,0 0 15,0 0-15,0 0 0,0 0 0,0-25 0,0 25 0,25 0 0,-25 0 16,0 0-16,0 0 0,0 0 0,0 0 15,0-25-15,0 25 0,25 0 0,-25 0 0,0 0 0,0 0 16,0 0-16,25-25 0,-25 25 0,0 0 0,0 0 0,24 0 0,-24 0 16,0 0-16,25 0 0,-25 0 0,0 0 0,0 0 156,124-24-141,-99 24-15,-25-25 16,0 25-16,0-25 15,25 25-15,-25 0 0,0-25 16,0 25-16,0-25 16,0 25-16,0 0 0,-25 0 15,25-24-15,-25 24 16,25 0-1,-25 0-15,1 0 0,-1 0 16,25 0-16,-50 24 16,50-24-16</inkml:trace>
  <inkml:trace contextRef="#ctx0" brushRef="#br0" timeOffset="472380.0186">14163 17562 0,'0'0'16,"0"0"-16,0-25 0,0 25 0,0 0 0,0 0 0,0 0 0,0 0 16,0 0-16,0 0 0,0 0 0,0 0 0,0 0 15,0-25-15,0 25 0,0 0 0,0 0 0,0 0 0,0 0 0,0 0 16,0 0-16,0 0 0,0 0 0,0 0 0,0 0 0,0 0 15,0 0-15,0 0 0,0 0 0,0 0 16,0 0-16,0 0 0,0 0 0,0 0 0,0 0 0,0 0 16,0 0-16,0 0 0,0 0 0,0 0 0,0 0 0,0 0 0,0 0 15,0 0-15,0 0 0,0 0 0,0 0 0,0 0 0,0 0 16,0 0-16,0 0 0,0 25 15,0-25-15,0 0 0,0 0 0,0 0 0,0 0 0,-24 0 0,24 0 16,0 0-16,0 25 0,0-25 0,0 0 0,0 0 0,0 0 0,0 0 16,0 0-16,0 0 0,0 0 0,0 25 0,0-25 0,0 0 15,0 0-15,0 0 0,0 0 16,0 0-16,0 24 0,0-24 0,0 0 0,24 0 78,100 75 0,-124-75-78,0 0 15,25 0-15,-25 0 0,0 25 0,0-25 0,0 0 0,0 0 0,0 0 0,0 0 0,25 0 0,-25 0 0,0 0 0,0 0 16,0 0-16,0 0 0,0 24 0,0-24 0,0 0 0,0 0 0,25 0 0,-25 0 0,0 0 0,0 0 0,0 0 0,0 0 0,0 0 0,0 0 0,0 0 0,0 0 0,0 0 0,0 0 0,0 0 16,0 0-16,0 0 0,0 25 0,0-25 0,0 0 0,0 0 0,0 0 0,0 0 0,-25 0 0,25 0 0,0 0 0,0 0 0,0 0 0,0 0 0,0 0 0,-25 0 15,25 25-15,0-25 0,0 0 0,-25 0 0,25 0 16,0 0-16,0 0 0,-24 0 0,24 0 0,0 0 0,0 0 0,0 0 0,-25 0 15,25 0-15,0 0 0,0 0 0,0 0 0,0 0 32,0 0-32,-25 0 0,25 0 0,0 0 0,0 0 0,0 0 0,0 0 0,0-25 0,0 25 0,0 0 0,0 0 15,0-25-15,0 25 0,-25 0 0,25 0 0,0-24 16,0 24-16,0-25 0,0 25 0,25 0 0,-25-25 0,0 25 0,0-25 15</inkml:trace>
  <inkml:trace contextRef="#ctx0" brushRef="#br0" timeOffset="472685.036">14238 17462 0,'0'0'0,"0"0"0,0 0 0,0 0 16,0 0-16,0 0 0,0 0 0,0 0 0,0 0 0,0 0 15,0 0-15,0 0 0,0 0 0,25 0 0,-25 0 0,0 0 16,0 0-16,0 0 0,0-24 0,0 24 0,0 0 0,0 0 15,24 0-15,-24 0 0,0 0 0,0 0 0,0 0 0,25 0 16,-25 0-16,0 0 0,0 0 0,25 0 0,-25 0 16,0 0-16,0 0 0,25 0 0,-25 0 0,0 0 0,0 0 0,25 0 15,-25 0-15,0 0 0,0 0 0,25 0 0,-25 0 16,0 0-16,0 0 0,0 0 0,24 0 0,-24 0 0,0 0 15,0 0-15,0 0 0,25 0 0,-25 0 0,0 0 16,0 0-16,0 0 0,0 0 0,0 0 0,25 0 0,-25 0 0,0 24 16,0-24-16,0 0 0,0 0 0,0 0 15,0 0-15,0 0 0,0 0 0,25 0 0,-25 0 0,0 0 0,0 0 16,0 0-16,25 25 15,-25-25-15</inkml:trace>
  <inkml:trace contextRef="#ctx0" brushRef="#br0" timeOffset="473331.073">14908 17587 0,'0'0'16,"0"0"-16,0 0 0,0 0 0,0 0 0,0 0 15,0 0-15,0 0 0,0 0 0,0 0 16,0 0-16,0 0 0,0 0 0,0 0 0,0 0 0,0 0 0,0 0 15,0 0-15,0 0 0,0 0 0,0 0 0,0 0 16,0 0-16,0 0 0,0 0 0,0 0 0,0 0 0,0 24 0,-25-24 16,25 0-16,0 25 0,0-25 0,0 0 0,-25 25 15,25-25-15,0 0 0,0 25 0,-25-25 0,25 25 16,0-25-16,-25 24 0,25-24 0,-24 25 0,24-25 0,0 25 15,-25-25-15,25 25 0,-25-25 0,25 25 0,0-25 0,-25 0 0,25 24 16,0-24-16,0 0 0,-25 25 0,25-25 0,0 0 0,0 25 0,0-25 16,0 0-16,-24 0 0,24 0 0,0 25 0,0-25 15,0 0-15,0 0 0,0 0 0,0 0 47,0 0-47,0 25 0,0-25 0,0 0 0,0 0 0,-25 0 0,25 0 0,0 0 0,0 0 0,0 0 0,0 0 16,0 0-16,0 0 0,0 0 0,0 0 0,0 0 0,0 0 0,0 0 0,0 0 0,0 0 0,0 0 0,0 0 0,0 0 124,25 0-124,-25 0 0,0 0 0,24 0 0,-24 0 0,0 0 0,0-25 0,25 25 0,-25 0 0,25 0 0</inkml:trace>
  <inkml:trace contextRef="#ctx0" brushRef="#br0" timeOffset="473884.1046">15329 17636 0,'0'0'0,"0"0"16,0 0-16,0 0 0,0 0 0,0 0 0,0 0 0,0 0 15,0 0-15,0 0 0,0 0 0,0 0 0,0 0 0,0 0 16,0 0-16,0 0 0,0 0 0,0 0 0,0 0 0,0 0 16,0 0-16,0 0 0,0 0 0,0 0 0,-25 0 0,25 25 15,0-25-15,0 0 0,0 0 0,0 0 0,0 25 16,-24-25-16,24 0 0,0 0 0,0 0 0,0 25 0,-25-25 15,25 0-15,0 0 0,0 0 0,-25 24 0,25-24 16,0 0-16,0 0 0,0 25 0,-25-25 0,25 0 16,0 0-16,0 0 0,0 0 0,-25 0 0,25 25 0,0-25 0,0 0 15,0 0-15,0 0 0,0 0 0,0 0 0,0 0 0,0 0 16,0 25-16,0-25 0,0 0 0,0 0 15,0 0-15,0 0 0,0 0 0,0 0 0,0 0 0,0 0 0,0 0 16,0 0-16,0 0 0,0 0 0,0 0 47,0 0-47,0 0 0,0 0 0,0 0 0,25 0 0,-25 0 0,0 0 0,0 0 0,0 0 0,0 25 0,0-25 0,25 0 0,-25 0 0,0 0 0,0 0 0,25 0 0,-25 0 0,0 0 0,25 0 0,-25 0 47,0 0-47,24 0 0,-24 0 0,25-25 78,50 50-78,-50-25 0,-25 0 0,24 0 0,-24 0 0,0 0 0,25 0 0,-25 0 15,0 0-15,25 0 0,-25 0 0,0 0 0,0 0 0,0 0 0,25 0 0,-25 0 0,0 0 0,0 0 0,0 0 0,0 0 0,0 0 0,0 0 0,0 0 0,0 0 0,0 0 0,0 0 0,0 0 0,0 0 0,0 0 0,0 0 0,0 0 0,0 0 0,0 0 16,0 0-16,0 0 0,0 0 0,0-25 0,0 25 0,0 0 0,0 0 0,0 0 0,0 0 0,0 0 0,0 0 0,0 0 0,0 0 0,0 0 0,0 0 15,0 0-15,0-25 0,0 25 0,0 0 16,0 0-16,0 0 0,0-25 0,0 25 0,0 0 16</inkml:trace>
  <inkml:trace contextRef="#ctx0" brushRef="#br0" timeOffset="474267.1265">15553 17587 0,'0'0'0,"0"0"0,0 0 0,0 0 16,0 0-16,0-25 0,0 25 0,0 0 0,0 0 0,0 0 15,0 0-15,0 0 0,0 0 0,0 0 0,0 0 0,0 0 16,0 0-16,24 0 0,-24 0 0,0 0 0,0 0 0,0 0 15,0 25-15,0-25 0,0 0 0,0 0 0,0 0 16,0 24-16,0-24 0,0 0 0,0 25 0,0-25 0,0 0 16,0 25-16,0-25 0,0 0 0,0 25 0,0-25 0,0 0 15,0 25-15,0-25 0,0 24 0,0-24 0,0 0 0,-24 25 16,24-25-16,0 25 0,0-25 0,0 25 0,0-25 0,0 0 15,0 25-15,0-25 0,0 0 0,0 24 0,0-24 16,0 0-16,0 25 0,0-25 0,-25 0 0,25 25 0,0-25 16,0 0-16,0 0 0,0 25 0,0-25 0,0 0 0,0 0 15,0 0-15,0 25 0,0-25 0,0 0 0,0 0 0,0 0 16,0 0-16,0 0 0,0 0 0,0 0 0,0 0 0,0 0 15,0 24-15,0-24 0,0 0 0,0 0 0,0 0 16,0 0-16,0 0 0,0 0 0,0 0 0,0 0 0,0 0 16,0 0-16,0 0 0,0 0 0,0 0 15,0 0-15,0 0 0,0 0 0,0-24 0,0 24 0,0 0 0,0 0 16,0 0-16,0 0 0,0 0 0,0 0 0,0-25 0,0 25 0,0 0 15,0 0-15,0-25 0,0 25 0,0 0 0,0 0 16,0 0-16,0-25 0,0 25 0</inkml:trace>
  <inkml:trace contextRef="#ctx0" brushRef="#br0" timeOffset="476262.2406">17735 16371 0,'0'0'0,"-24"0"0,24 0 0,0 0 0,0 0 0,0 0 15,0 0-15,0 0 0,0 0 0,0 0 78,0 0-78,0 0 0,0 0 0,0 0 78,0 0-78,0 0 0,0 0 16,0 0-16,24 0 0,-24 0 0,0 0 0,25 25 0,-25-25 0,0 0 0,25 0 0,0 0 0,-25 0 0,25 0 0,-1 0 0,-24 0 0,25 0 16,0 0-16,0 0 0,-25 0 0,25 0 0,-1 0 0,-24 0 0,25 0 0,-25 0 0,0 0 0,25 0 0,-25 0 0,0 0 0,25 0 15,-25 0-15,0 0 0,0 0 0,0 0 0,0 0 0,0 0 0,0 0 0,0 0 0,0 0 0,0 0 0,0 0 0,0 0 16,0 0-16,0 0 0,0 0 0,0 0 0,0 0 0</inkml:trace>
  <inkml:trace contextRef="#ctx0" brushRef="#br0" timeOffset="477072.287">18380 16495 0,'0'0'0,"0"-25"0,0 25 0,25 0 0,-25 0 0,0 0 16,0 0-16,0 0 0,0-24 15,0 24-15,25 0 0,-25 0 0,0 0 0,0-25 0,0 25 0,0 0 16,25 0-16,-25-25 0,0 25 0,0 0 0,24 0 15,-24-25-15,0 25 0,0 0 0,0-25 16,25 25-16,-25 0 0,0-25 0,0 25 0,0-24 0,25 24 0,-25-25 0,0 25 16,0 0-16,0-25 0,25 25 0,-25-25 15,0 25-15,0 0 0,0 0 0,0-25 0,0 25 0,0 0 0,0 0 16,0 0-16,0 0 0,0 0 0,0 0 0,0 0 15,0 0-15,0 0 0,0 0 0,0 0 0,0 0 16,0 0-16,0 0 0,0 0 0,0 0 0,0 0 0,0 0 16,0 0-16,0 0 124,0 50-124,0-50 0,0 25 0,0-25 0,0 0 0,0 25 0,-25-25 0,25 0 0,0 24 0,0-24 0,0 0 32,0 25-32,0-25 0,0 25 0,0-25 0,0 25 15,0-25 1,-25 25-16,25-25 0,0 25 0,0-25 15,0 24-15,0-24 0,0 0 0,0 25 0,0-25 16,0 0 0,0 0-16,0 0 0,0 0 15,-25 0-15,25 0 0,0 0 0,0 0 16,0 0-16,25 0 15,-25 0 1</inkml:trace>
  <inkml:trace contextRef="#ctx0" brushRef="#br0" timeOffset="477465.3094">18901 16297 0,'0'0'0,"0"0"16,0 0-1,0 0-15,0 0 0</inkml:trace>
  <inkml:trace contextRef="#ctx0" brushRef="#br0" timeOffset="478576.373">19050 16321 0,'0'0'0,"0"-24"16,0 24-16,0 0 0,0 0 0,0 0 0,0 0 15,0 0-15,-25 0 0,25 0 0,0 0 0,0-25 0,0 25 16,0 0-16,0 0 0,0 0 0,0 0 15,0 0-15,0 0 0,0 0 0,0 0 0,0 0 0,0 0 0,0 0 16,0 0-16,0 0 0,0 0 0,0 0 0,0 0 16,0 0-16,0-25 0,0 25 0,0 0 15,0 0-15,0 0 0,0 0 0,0 0 0,0 0 0,0 0 0,0 0 0,0 0 47,0 0-47,0 0 0,0 0 0,0 0 0,0 0 0,0 0 0,-25 0 0,25 0 94,0 0-94,0 0 0,0 0 0,0 0 0,0 0 0,0 25 0,0-25 0,0 0 0,-24 0 0,24 0 0,0 25 0,0-25 0,0 0 0,-25 0 0,25 24 0,0-24 0,0 0 0,-25 25 0,25-25 0,0 25 0,0-25 0,0 0 0,-25 25 15,25-25-15,0 0 0,0 25 0,-25-25 0,25 25 0,0-25 0,0 0 0,-24 24 0,24-24 0,0 0 0,0 25 0,-25-25 0,25 0 0,0 25 0,0-25 0,0 0 0,0 25 0,-25-25 16,25 0-16,0 0 0,0 0 0,0 25 0,0-25 15,0 0-15,-25 0 0,25 0 0,0 0 0,0 0 0,0 24 0,0-24 16,0 0-16,0 0 0,0 0 0,-25 0 16,25 0-16,0 0 0,0 0 0,0 0 0,0 0 0,0 0 15,0 25-15,0-25 0,0 0 0,0 0 0,0 0 0,0 0 16,0 0-16,0 0 0,0 0 0,0 0 15,0 0-15,0 0 0,0 0 0,0 0 0,25 0 0,-25-25 0,0 25 16,0 0-16,25 0 0,-25 0 0,25 0 16,-25 0-16,0 0 0,25 0 0,-25 0 0</inkml:trace>
  <inkml:trace contextRef="#ctx0" brushRef="#br0" timeOffset="479338.4166">19224 16470 0,'0'0'0,"-25"0"0,25 0 0,0 0 16,0-24-16,0 24 0,0 0 0,0 0 0,0 0 15,0 0-15,0 0 0,0-25 0,0 25 0,0 0 16,0 0-16,0 0 0,0 0 0,0 0 0,0-25 0,0 25 16,25 0-16,-25 0 0,0 0 0,0 0 0,0 0 0,0 0 15,0 0-15,0 0 0,0-25 0,0 25 0,0 0 16,0 0-16,24 0 0,-24 0 0,0 0 0,0 0 15,0 0-15,25 0 0,-25 0 0,0 0 0,25 0 0,-25 0 16,0 0-16,25 0 0,-25 0 0,0 0 0,0 0 0,25 0 16,-25 0-16,0 0 0,0 0 0,0 0 0,0 0 15,0 0-15,24 0 16,-24 0-16,0 0 0,0 0 0,0 0 0,0 25 0,0-25 0,0 0 0,0 0 15,0 0-15,0 0 0,0 25 0,0-25 0,0 0 0,0 25 0,0-25 16,-24 0-16,24 0 0,0 24 0,0-24 16,0 0-16,-25 25 0,25-25 0,0 0 0,0 25 15,-25-25-15,25 0 0,0 25 0,-25-25 0,25 0 0,0 25 16,-25-25-16,25 0 0,0 0 0,-24 24 0,24-24 0,0 0 0,0 0 15,0 25-15,-25-25 0,25 0 16,0 0-16,0 0 0,0 0 0,0 0 0,0 0 0,0 0 0,0 0 16,0 25-16,0-25 0,0 0 0,0 0 15,0 0-15,0 0 0,0 0 0,0 0 0,0 0 0,0 0 0,0 0 0,0 0 16,0 0-16,25 0 0,-25 0 0,0 0 0,0 0 0,0 0 15,0 0-15,24 0 0,-24 0 0,0 0 0,25 0 16,-25 0-16,0 0 0,25 0 0,-25 0 0,0 0 0,25 0 16,-25 0-16,25-25 0,-25 25 0,0 0 0,24 0 15,-24 0-15,0 0 0,25 0 0,-25 0 0,0 0 0,25 0 16,-25 0-16,0 0 0,0 0 0,0 0 15,25 0-15,-25 0 0,0-25 0,0 25 0,0 0 0,25 0 0,-25 0 16,0 0-16,0 0 0,0 0 0,0 0 0,24 0 16,-24 0-16,0 0 0,0 0 0,0 0 0,0 0 0,0 0 15,0 0-15,0 0 0,0 0 0,0 0 16,0 0-16,0 0 0,0 0 0,0 0 0,0 0 0,0 0 15,0 0-15,0 0 0,0 0 0,0 0 0,0 0 16,0 0-16,0 25 0</inkml:trace>
  <inkml:trace contextRef="#ctx0" brushRef="#br0" timeOffset="480786.4994">17983 17165 0,'0'0'16,"0"0"-16,0 0 0,0 0 0,0 0 16,-24 0-16,24 0 0,0 0 0,0 0 0,0 0 0,0 0 0,0 0 15,0 0-15,0 0 0,0 0 0,0 0 0,0 0 16,0 0-16,0 0 0,0 0 0,0 0 0,0 0 0,0 0 15,0 0-15,0 0 0,0 0 0,24 0 0,-24 0 16,0 0-16,0 0 0,0 0 0,0 0 0,0 0 0,25 0 0,-25 0 16,0 0-16,25-25 0,-25 25 0,0 0 15,0 0-15,25-25 0,-25 25 0,25 0 0,-25 0 0,0-25 0,24 25 16,-24 0-16,0 0 0,25-24 0,-25 24 15,0 0-15,25-25 0,-25 25 0,0 0 0,0-25 0,25 25 0,-25 0 16,0 0-16,0-25 0,25 25 0,-25 0 0,0 0 16,0-25-16,0 25 0,0 0 0,0 0 0,0 0 15,24 0-15,-24 0 0,0-24 0,0 24 0,0 0 0,0 0 0,0 0 16,0 0-16,0 0 15,0 0-15,0 0 0,0 0 0,0 0 0,0 0 0,0 0 0,0 0 0,0 0 0,0 24 16,0-24-16,0 0 0,0 0 0,0 0 16,0 25-16,0-25 0,0 0 0,0 25 0,0-25 0,-24 25 0,24-25 15,0 0-15,0 25 0,0-25 0,0 24 0,0-24 16,0 25-16,0-25 0,0 0 0,0 25 0,0-25 0,0 0 15,0 0-15,0 25 0,0-25 0,0 0 0,0 0 16,0 25-16,0-25 0,0 0 0,0 0 0,0 0 0,0 0 203</inkml:trace>
  <inkml:trace contextRef="#ctx0" brushRef="#br0" timeOffset="481299.5288">18331 17190 0,'0'0'0,"0"0"0,0 0 0,0-25 0,0 25 0,0 0 0,0 0 0,0 0 0,0 0 0,0 0 0,0 0 0,0 0 0,24 0 0,-24-25 0,0 25 0,0 0 0,0 0 0,25 0 0,-25-25 0,0 25 0,0 0 16,25 0-16,-25-25 0,0 25 0,0 0 0,25-24 0,-25 24 16,0 0-16,0-25 0,25 25 0,-25 0 0,0-25 15,0 25-15,0 0 0,24-25 0,-24 25 0,0 0 0,0 0 16,0 0-16,0-25 0,0 25 0,25 0 0,-25 0 0,0 0 15,0-24-15,0 24 0,0 0 0,0 0 0,0 0 16,0 0-16,0 0 0,0 0 0,0 0 0,0 0 0,0 0 16,0 0-16,0 0 0,0 0 0,0 0 0,0 0 15,0 0-15,0 0 0,0 0 0,0 0 0,0 0 0,0 0 16,0 0-16,0 0 0,0 24 0,0-24 0,0 0 15,0 0-15,0 0 0,0 0 0,0 0 0,0 0 0,0 25 16,0-25-16,0 0 0,0 0 0,0 0 0,0 25 16,0-25-16,0 0 0,0 0 0,0 25 15,0-25-15,0 0 0,0 25 0,0-25 0,0 0 0,0 24 0,0-24 16,0 0-16,0 25 0,-25-25 0,25 0 0,0 25 0,0-25 15,0 0-15,0 25 0,0-25 0,0 0 0,0 0 16,0 25-16,0-25 0,-24 0 0,24 0 0,0 24 0,0-24 16,0 0-16,0 0 0,0 0 0,0 0 15,0 25-15,0-25 0,0 0 0,0 0 0,0 0 0,0 0 0,0 0 0,0 0 16,0 0-16,0 0 0,0 0 0,0 0 0,0 0 15,0 0-15,0 0 0,0 0 0,0 0 0,0 0 16,0 0-16,0 0 0,0 0 0,0 0 0,0 0 0,0 0 0,0 0 16,0 0-16,0 0 0,0 0 0,0 0 62,24 0 16</inkml:trace>
  <inkml:trace contextRef="#ctx0" brushRef="#br0" timeOffset="481813.5582">19174 16917 0,'0'0'16,"0"0"-16,0 0 0,0 0 0,0 0 16,0 0-16,0 0 0,0 0 0,0 0 0,0 0 0,0 0 0,0 0 15,0 0-15,0 0 0,0 0 0,0 0 0,0 0 16,0 0-16,0 0 0,0 0 0,0 0 0,-25 0 0,25 0 15,0 0-15,0 0 0,0 0 0,0 25 16,-25-25-16,25 0 0,0 0 0,0 24 0,-24-24 0,24 0 0,0 25 16,-25-25-16,25 25 0,0-25 0,-25 25 15,25-25-15,0 0 0,0 25 0,-25-25 0,25 24 0,0-24 0,-25 0 0,25 25 16,0-25-16,0 25 0,-24-25 0,24 0 15,0 0-15,0 25 0,-25-25 0,25 0 0,0 0 0,0 25 0,0-25 16,0 0 31,-25 0-47,25 0 0,0 0 0,0 24 0,0-24 0,0 0 0,0 0 0,0 0 0,0 0 0,0 0 0,-25 0 0,25 25 0,0-25 0,0 0 0,0 0 0,0 0 0,0 0 0,0 0 0,0 0 15,0 0-15,0 0 0,0 0 0,0 25 0,0-25 0,0 0 0,0 0 0,0 0 16,0 0-16,-25 0 0,25 0 16,0 0-16,0 0 0,0 0 0,0 0 0,25 0 0,-25 0 0,0-25 0,0 25 15,0 0-15,0 0 0,0 0 0,25 0 0,-25 0 16,0-25-16,0 25 0,0 0 0,25 0 0,-25 0 0,0 0 0</inkml:trace>
  <inkml:trace contextRef="#ctx0" brushRef="#br0" timeOffset="482842.617">19670 16942 0,'0'0'0,"0"0"0,0 0 0,0 0 0,-25 0 0,25 0 16,0 0-16,0 0 0,0-25 0,0 25 15,0 0-15,0 0 0,0 0 0,-24 0 0,24 0 0,0 0 0,0 0 16,0 0-16,0 0 0,0 0 16,0 0-16,0 0 0,0 0 0,0 0 0,0 0 0,-25 0 0,25-25 0,0 25 15,0 0-15,0 0 0,0 0 0,0 0 16,0 0-16,0 25 0,0-25 0,0 0 0,0 0 0,0 0 0,0 0 15,0 0-15,0 0 0,0 0 0,0 0 0,0 25 16,0-25-16,0 0 0,-25 0 0,25 0 0,0 0 0,25 24 0,-25-24 16,0 0-16,0 0 0,0 25 46,0-25 32,25 75-78,-25-51 0,24-24 0,-24 0 0,0 0 0,0 25 0,0-25 0,25 0 0,-25 0 0,0 25 0,0-25 0,0 0 0,0 0 0,0 25 0,25-25 0,-25 0 0,0 0 0,0 0 0,0 25 0,0-25 0,0 0 0,0 0 0,25 0 16,-25 0-16,0 24 0,0-24 0,0 0 0,0 0 0,0 0 0,0 25 0,0-25 0,0 0 0,25 0 0,-25 0 0,0 0 0,0 25 0,0-25 0,0 0 0,0 0 0,0 0 0,0 0 0,0 25 16,0-25-16,0 0 0,0 0 0,0 0 0,0 0 0,0 0 15,0 0-15,0 0 0,0 25 0,0-25 0,0 0 0,0 0 31,-25 0-31,25 0 0,0 0 0,0 0 0,0 0 0,0 0 0,-25 0 0,25 0 0,0 0 0,0 0 0,0 0 16,-25 24-16,25-24 0,0 0 0,0 0 16,-25 0-16,25 0 0,0 0 0,0 0 0,0 0 0,0 0 0,-24 0 15,24 0-15,0 0 0,0 0 0,0 0 16,0 0-16,0 0 0,-25-24 0,25 24 0,0 0 0,0 0 15,0 0-15,0 0 0,0-25 0,25 25 0,-25 0 0,0 0 0,0-25 16,0 25-16,0 0 0,0 0 16,0-25-16,0 25 0,24 0 0,-24-25 0,0 25 0,0 0 0,0-24 0,0 24 78,75-50-16,-50 25-46,-25 25-16,24 0 0,-24 0 0,0 0 0,25 0 0,-25 0 0,0-25 0,0 25 0,25 0 0,-25 0 0,0 0 0,0 0 0,0-24 0,25 24 0,-25 0 0,0 0 0,0 0 0,25 0 0,-25-25 0,0 25 0,0 0 0,0 0 15,0 0-15,0 0 0,24 0 0,-24-25 0,0 25 0,0 0 0,0 0 0,0 0 0,0 0 0,0 0 0,0 0 0,0 0 0,0-25 0,-24 25 0,24 0 0,0 0 0,0 0 0,0 0 0,0 0 16,0 0-16,0 0 0,-25-25 0,25 25 15,0 0-15,0 0 0,0 0 0,-25 0 0,25 0 0,0 0 16,0 0-16</inkml:trace>
  <inkml:trace contextRef="#ctx0" brushRef="#br0" timeOffset="484155.6921">17884 17884 0,'0'0'16,"0"0"-16,0 0 0,-25 0 0,25 0 0,0 0 16,0 0-16,0 0 0,0 0 0,0 0 0,0 0 0,0 0 0,0 0 15,0 0-15,0 0 0,0-25 0,0 25 0,0 0 0,0 0 16,25 0-16,-25 0 0,0 0 0,0 0 0,0-24 15,0 24-15,25 0 0,-25 0 0,0 0 0,25-25 0,-25 25 16,0 0-16,0 0 0,25-25 0,-25 25 0,0 0 16,24 0-16,-24-25 0,0 25 0,25 0 0,-25 0 0,0-25 15,0 25-15,0 0 0,25 0 0,-25-24 0,0 24 0,0 0 0,0-25 16,0 25-16,25 0 0,-25 0 0,0-25 15,0 25-15,0 0 0,0-25 0,0 25 0,0 0 0,0 0 0,0-25 0,0 25 16,0 0-16,0 0 0,0-24 0,25 24 0,-25 0 16,0 0-16,0 0 0,0 0 0,0 0 0,0 0 0,0 0 15,0 0-15,0 0 0,0 0 0,0 0 0,0 0 16,0 0-16,0 0 0,0 0 0,0 0 0,0 0 15,0 0-15,0 0 0,0 0 0,0 0 0,0 0 0,0 24 0,0-24 0,0 0 16,0 25-16,0-25 0,0 0 16,0 25-16,0-25 0,0 25 0,-25-25 0,25 0 0,0 25 0,0-25 15,0 24-15,0-24 0,0 0 0,0 25 0,0-25 0,0 25 0,0-25 16,0 0-16,0 25 0,0-25 0,0 0 0,0 0 15,0 25-15,0-25 0,0 0 0,0 0 0,0 24 0,0-24 0,0 0 16,0 0-16,0 0 0,0 0 0,0 0 16,0 0-16,0 25 0,0-25 0,0 0 0,0 0 0,0 0 0,0 0 0,0 0 15,0 0-15,0 0 0,0 0 16,0 0-16,0 0 0,0 0 0,0 0 0,0 0 0,25-25 0,-25 25 0,0 0 15,0 0-15,0 0 0</inkml:trace>
  <inkml:trace contextRef="#ctx0" brushRef="#br0" timeOffset="484673.7217">18703 17587 0,'0'0'0,"0"0"16,0 0-16,0 0 0,0 0 0,0 0 0,0 0 0,0 0 15,0 0-15,0 0 0,0 0 0,0 0 0,0 0 16,0 0-16,-25 24 0,25-24 0,0 0 0,0 0 0,0 0 16,0 0-16,-25 25 0,25-25 0,0 0 0,0 0 0,-25 25 0,25-25 15,0 0-15,-24 25 0,24-25 47,0 25-47,-25-25 0,25 0 0,0 24 0,-25-24 0,25 25 0,-25-25 0,25 25 0,-25-25 16,25 0-16,0 25 0,-25-25 0,25 25 0,-24-25 0,24 24 0,-25-24 0,25 25 0,0-25 0,-25 0 0,25 25 15,0-25-15,-25 0 0,25 25 0,0-25 0,0 0 0,-25 0 0,25 25 0,0-25 47,0 0-47,0 0 31,0 0-31,0 0 0,-24 24 0,24-24 0,0 0 0,0 0 0,0 0 0,0 0 0,0 0 0,0 0 47,0 0-47,0 0 0,0 0 0,0 0 0,0 0 0,0 25 0,0-25 0,0 0 0,0 0 0,0 0 0,0 0 0,24-25 0,-24 25 0,0 0 0,0 0 0,25 0 16,-25 0-16,25 0 0,-25 0 0,25 0 0,-25 0 0,25 0 0,-25-24 0,24 24 0,-24 0 0,25 0 0,0 0 0</inkml:trace>
  <inkml:trace contextRef="#ctx0" brushRef="#br0" timeOffset="485176.7505">19248 17636 0,'0'0'0,"0"0"0,0 0 16,0 0-16,0 0 0,0 0 0,0 0 0,0 0 0,0 0 16,0 0-16,0 0 0,0 0 0,0 0 0,0 0 0,0 0 15,0 0-15,0 0 0,0 0 0,0 0 0,0 0 0,0 0 16,0 0-1,0 0-15,0 0 0,0 0 0,0 25 0,0-25 0,0 0 0,0 0 0,-24 0 16,24 25-16,0-25 0,0 0 0,-25 0 0,25 0 0,0 25 0,0-25 16,-25 0-16,25 0 0,0 0 0,0 24 0,-25-24 15,25 0-15,0 0 0,-25 0 0,25 25 0,0-25 0,0 0 0,-24 0 16,24 0-16,0 0 0,0 25 0,0-25 15,-25 0-15,25 0 0,0 0 0,0 0 0,0 0 0,0 0 0,0 25 0,0-25 16,0 0-16,0 0 0,0 0 0,0 0 0,0 0 16,0 0-16,0 0 0,0 0 0,0 0 0,0 0 0,0 0 0,0 0 15,0 0-15,0 0 0,0 0 16,0 0-16,0 0 0,25 25 0,-25-25 0,0 0 0,0 0 0,0 0 0,24 0 15,-24 0-15,0 0 0,0 0 0,25 0 16,-25 0-16,25 0 0,-25 0 0,0 0 0,25 24 0,-25-24 0,25 0 0,-25 0 16,24 0-16,-24 0 0,25 0 0,0 0 15,-25 0-15,25 0 0,-25 0 0,25 0 0,-25 0 0,24 0 0,-24 0 0,25 0 16,-25 0-16,25 0 0,-25 0 0,25 0 15,-25 0-15,0 0 0,25 0 0,-25 0 0,0 0 0,0 0 0,0 0 16,0 0-16,24 0 0,-24 0 0,0 0 16,0 0-16,0 0 0,0 0 0,0-24 0,0 24 0,0 0 0,0 0 0,0 0 15,-24 0-15,24 0 0,0 0 0,0 0 16,0 0-16,0 0 0,0 0 0,0 0 0,0-25 0,0 25 0,0 0 15,0 0-15,0 0 0,0 0 0</inkml:trace>
  <inkml:trace contextRef="#ctx0" brushRef="#br0" timeOffset="485472.7674">19472 17686 0,'0'0'0,"-25"-25"0,25 25 16,0 0-16,0 0 0,0 0 0,0 0 0,0 0 0,0 0 16,0 0-16,0 0 0,0 0 0,0 0 0,0 0 0,0 0 15,0 0-15,0 0 0,0 0 0,0 0 0,0 0 16,0 0-16,0 0 0,0 0 0,0 25 0,0-25 0,0 0 15,0 0-15,0 0 0,25 0 0,-25 25 0,0-25 0,0 0 16,0 24-16,0-24 0,0 0 0,0 25 0,0-25 0,0 0 16,-25 25-16,25-25 0,0 25 0,0-25 0,0 25 0,0-25 15,0 24-15,0-24 0,0 25 0,-25-25 0,25 25 0,0-25 16,0 25-16,0-25 0,0 0 0,0 25 0,0-25 15,0 24-15,0-24 0,0 0 0,-25 0 0,25 25 0,0-25 16,0 0-16,0 0 0,0 0 0,0 0 16,0 25-16,0-25 0,0 0 0,0 0 0,0 0 0,0 0 0,0 0 0,0 0 15,0 0-15,0 0 0,0 0 0,0 0 16,0 0-16,0 0 0,0 0 0,0 0 0</inkml:trace>
  <inkml:trace contextRef="#ctx0" brushRef="#br0" timeOffset="487407.8781">21282 16768 0,'0'0'0,"0"0"0,0 0 0,0 0 0,0 0 0,0 0 15,0 0-15,0 0 0,0 0 78,0 25 0,0-25-78,0 0 0,0 0 16,0 0-16,25 0 0,-25-25 0,0 25 0,0 0 0,0 0 0,25 0 0,-25 0 0,0-25 0,25 25 0,-25 0 0,0 0 0,0-25 0,25 25 0,-25 0 0,0-24 0,0 24 0,24 0 0,-24-25 0,0 25 0,0 0 0,25-25 0,-25 25 0,0 0 0,0-25 0,0 25 0,25 0 0,-25 0 16,0-25-16,0 25 0,0 0 0,0 0 0,0 0 0,0-24 0,0 24 0,25 0 0,-25 0 0,0 0 0,0 0 0,0 0 0,0 0 0,0 0 15,0 0-15,0 0 0,0 0 0,0 0 16,0 0-16,0 0 0,0-25 0,0 25 0,0 0 0,0 0 0,0 0 15,0 0-15,0 0 0,0 0 0,0 0 16,0 0-16,0 0 0,0 0 0,0 25 0,0-25 0,0 0 16,0 0-16,0 0 0,0 0 0,0 24 0,0-24 15,0 0-15,0 25 0,0-25 0,0 0 0,0 25 0,0-25 16,0 25-16,0-25 0,0 0 0,0 25 0,-25-25 0,25 24 15,0-24-15,0 0 0,0 25 0,0-25 0,0 25 0,0-25 16,0 0-16,0 25 0,0-25 0,0 0 0,0 25 0,0-25 16,0 0-16,0 0 0,0 24 0,0-24 0,0 0 15,0 0-15,0 0 0,0 0 0,0 25 47,0-25-47,0 0 0,0 0 0,0 0 0,0 0 0,0 0 0,0 0 0,0 0 0,0 0 0,0 0 0,0 0 0,0 0 0,0 0 0,0 0 0,0 0 0,0 0 0,0 0 47,0 0 31</inkml:trace>
  <inkml:trace contextRef="#ctx0" brushRef="#br0" timeOffset="488616.9473">20811 17214 0,'0'0'0,"-25"0"15,25 0-15,0 0 0,0 0 0,0 0 0,0 0 16,0 0-16,0 0 0,0 0 0,0 0 0,0 0 0,0 0 16,0 0-16,0 0 0,0 0 15,0 0-15,0 0 0,0 0 0,0 0 0,0 0 0,0 0 0,0 0 0,0 0 16,0 0-16,0 0 0,0 0 0,0 0 15,25 0-15,-25 0 0,0 0 0,0 0 0,0 0 0,25 0 0,-25 0 0,0 0 16,25 0-16,-25 0 0,25 25 0,-25-25 0,0 0 16,24 0-16,-24 0 0,25 0 0,-25 0 0,25 0 15,-25 0-15,25 0 0,-25 0 0,25 0 0,-25 0 0,0 0 16,24 0-16,-24-25 0,25 25 0,-25 0 15,0 0-15,25 0 0,-25 0 0,0 0 0,0 0 0,25 0 0,-25 0 16,0 0-16,25 0 0,-25 0 156</inkml:trace>
  <inkml:trace contextRef="#ctx0" brushRef="#br0" timeOffset="489602.0036">21382 17140 0,'0'0'0,"0"0"15,0 0-15,0 0 0,0 0 0,0 0 0,0-25 0,24 25 16,-24 0-16,0 0 0,0 0 0,0 0 16,0 0-16,0 0 0,0 0 0,0 0 0,0 0 0,0 0 0,0 0 15,0 0-15,0 0 0,0 0 0,0-25 16,0 25-16,0 0 0,25 0 0,-25 0 0,0 0 0,0 0 0,0 0 15,0 0-15,0 0 0,0 0 0,0 0 0,0 0 16,0 0-16,0 0 0,0 0 0,0 0 0,0 0 0,0 0 16,0 0-16,0 0 0,0 0 0,0 0 0,0 0 15,0 0-15,0 0 0,0 0 0,0 0 0,0 0 16,0-24-16,0 24 0,0 0 0,0 0 15,0 0-15,25 0 0,-25 0 0,0 0 0,0 0 0,0 0 0,0 0 0,0 0 0,0 0 16,0 0-16,0 0 0,25 0 0,-25 0 16,0 0-16,0 0 0,0 0 0,0 0 0,0 0 0,25 0 0,-25 0 15,0 0-15,0 0 0,0 0 109,-50 124-31,50-124-78,0 0 0,0 0 0,0 0 0,-25 24 0,25-24 0,0 0 0,0 0 0,0 0 0,-25 0 0,25 0 0,0 25 0,0-25 0,0 0 0,0 0 0,0 0 0,0 0 0,0 0 0,0 0 0,0 0 0,0 0 0,0 0 0,0 0 0,0 0 0,0 0 0,0 0 0,0 0 0,0 0 0,0 0 16,25 0-16,-25 0 0,0 0 0,0 0 0,0-25 0,0 25 0,0 0 0,25 0 0,-25 0 0,0 0 0,0 0 0,0 0 16,25 0-16,-25 0 0,0 0 0,0 0 15,0 0-15,25 0 0,-25 0 0,0 0 0,0 0 0,0 0 16,0 0-16,24 0 0,-24 0 0,0 0 0,0 0 0,0 0 0,0 25 15,0-25-15,25 0 0,-25 0 0,0 0 16,0 0-16,0 0 0,0 0 0,0 25 0,0-25 0,0 0 16,0 0-16,0 0 0,0 0 0,0 0 0,0 25 0,0-25 15,0 0-15,0 0 0,0 0 0,0 25 0,0-25 0,0 0 16,0 0-16,0 0 0,0 0 0,-25 24 0,25-24 0,0 0 15,0 0-15,0 0 0,-24 0 0,24 0 0,0 25 16,0-25-16,0 0 0,-25 0 0,25 0 0,0 0 0,0 0 16,-25 0-16,25 25 0,0-25 0,0 0 0,0 0 0,0 0 15,-25 0-15,25 0 0,0 0 0,0 0 16,0 0-16,0 0 0,0 0 0,0 0 0,0 0 0,-25 0 0,25 0 15,0 0-15,0 0 0,0-25 0,0 25 0,0 0 16,0 0-16,0 0 0,0 0 0,0 0 0,0 0 16,0 0-16,0 0 0,0 0 0,0 0 0,0 0 15,0 0-15,0-25 0,0 25 0,0 0 0,0 0 0,0 0 0,0 0 16,0 0-16,0 0 0,0 0 0,0 0 0,25-24 0,-25 24 15,0 0-15,0 0 0,0 0 0,0 0 16,0 0-16,25 0 0,-25 0 0,0 0 0,0 0 0,25-25 0,-25 25 0</inkml:trace>
  <inkml:trace contextRef="#ctx0" brushRef="#br0" timeOffset="490187.0371">22101 17016 0,'0'0'0,"0"0"0,0 0 0,0 0 0,0 0 15,0 0-15,0 0 0,0 0 0,0 0 0,0 0 0,0 0 16,0 0-16,0 0 0,0 0 15,0 0-15,0 0 0,0 0 0,0 0 0,0 0 0,0 0 0,-25 0 0,25 0 16,0 0-16,0 25 0,0-25 0,0 0 16,0 0-16,-25 25 0,25-25 140,-148 173-140,148-173 0,-25 25 0,25-25 0,0 0 0,-25 25 0,25-25 0,0 0 0,-25 25 0,25-25 0,0 0 0,0 0 0,-25 24 0,25-24 0,0 0 0,0 0 0,0 0 0,0 25 0,0-25 0,-24 0 0,24 0 0,0 0 0,0 0 0,0 0 0,0 25 16,0-25-16,0 0 0,0 0 0,0 0 0,0 0 0,0 0 0,0 0 0,0 0 0,0 0 0,0 0 0,0 0 0,0 0 0,0 0 0,0 0 0,0 0 15,0 0-15,0 0 0,0 0 0,0 0 0,0 0 0,0 0 0,0 0 0,0 0 0,0 0 0,0 0 16,0 0-16,24 0 0,-24 0 0,0 0 15,0 0-15,25-25 0,-25 25 0,0 0 0,25 0 0,-25 0 16,25-25-16,-25 25 0</inkml:trace>
  <inkml:trace contextRef="#ctx0" brushRef="#br0" timeOffset="491073.0878">22473 17190 0,'0'0'15,"-25"0"-15,25 0 0,0 0 0,0 0 16,0 0-16,0 0 0,0 0 0,0 0 0,0 0 0,0 0 0,0 0 15,0 0-15,0 0 0,0 0 78,0 0-78,0 0 0,0 0 0,0 0 0,0 0 0,0 0 0,0 0 0,0 0 0,0 0 0,-25 0 0,25 0 32,0 0-32,0 24 15,0-24-15,-24 0 0,24 0 0,0 0 0,0 0 0,-25 0 0,25 25 0,0-25 0,0 0 0,-25 0 0,25 0 0,-25 25 47,25-25-47,0 0 0,-25 0 0,25 25 16,0-25-16,-24 0 0,24 25 15,0-25-15,-25 0 0,25 0 0,0 0 16,0 24-16,0-24 15,0 0-15,0 0 0,0 0 0,0 0 16,0 0-16,0 0 16,0 0-16,0 0 0,0 0 15,0 0-15,0 0 16,0 0-16,0 25 15,25-25-15,-1 0 16,-24 0-16,25 0 16,-25 0-16,25 0 15,-25 0-15,25 0 0,-25 0 0,25 0 0,-1-25 16,-24 25-16,25 0 0,-25 0 0,25 0 15,-25 0-15,25 0 16,-25 0-16,25 0 0</inkml:trace>
  <inkml:trace contextRef="#ctx0" brushRef="#br0" timeOffset="491433.1084">22622 17140 0,'0'0'0,"0"0"0,0-25 0,0 25 0,0 0 0,0 0 0,0 0 0,0 0 0,0 0 0,0 0 0,0 0 0,0 0 0,0 0 0,0 0 16,0 0-16,0 0 0,0 0 0,0 0 0,0 0 0,0 0 0,0 0 0,0 0 0,0 0 0,0 0 0,0 0 0,0 0 0,0 25 0,0-25 0,0 0 0,0 0 0,0 0 0,0 0 0,0 0 0,0 0 16,0 25-16,0-25 0,0 0 0,0 0 0,0 25 0,0-25 15,0 0 63,0 0-78,0 24 0,0-24 0,0 0 0,0 25 0,0-25 0,0 0 0,0 25 0,0-25 16,0 25-16,0-25 0,0 0 0,0 25 0,-25-25 0,25 24 0,0-24 0,0 0 0,0 25 0,0-25 0,0 0 0,0 25 0,0-25 0,0 0 0,0 25 0,0-25 0,0 0 0,0 25 0,0-25 15,0 0-15,0 0 0,0 24 0,0-24 0,0 0 0,0 0 0,0 25 0,0-25 0,0 0 0,0 0 0,0 0 0,0 0 0,0 0 0,0 0 0,0 25 16,0-25-16,0 0 0,0 0 0,0 0 78,0 0-78,0 0 0,0 0 0,0 0 0,0 0 0</inkml:trace>
  <inkml:trace contextRef="#ctx0" brushRef="#br0" timeOffset="492685.18">21010 17884 0,'0'0'0,"0"0"16,0 0-16,0 0 0,0 0 0,0 0 15,0 0-15,0 0 0,0 0 0,0 0 0,0 0 0,0 0 0,0 0 16,0 0-16,0 0 0,0 0 0,0 0 16,0 0-16,0 0 0,0 0 0,0 0 0,0-25 0,0 25 0,0 0 0,0 0 15,0 0-15,0 0 0,24 0 0,-24 0 0,0 0 0,0-24 16,0 24-16,25 0 0,-25 0 15,0 0-15,0 0 0,25-25 0,-25 25 0,0 0 0,0 0 0,25 0 0,-25-25 16,0 25-16,25 0 0,-25 0 0,0 0 0,0-25 16,0 25-16,24 0 0,-24 0 0,0-25 0,0 25 0,0 0 0,0 0 15,25 0-15,-25-24 0,0 24 0,0 0 16,0 0-16,0 0 0,0 0 0,0-25 0,0 25 156,25 0-156,-25 0 0,0 0 0,0 0 0,0 0 0,0 0 0,0 0 0,0 25 0,0-25 0,0 0 0,0 0 0,0 24 0,0-24 0,0 0 0,0 25 15,0-25-15,0 0 0,0 25 0,0-25 0,0 25 0,0-25 0,0 0 0,0 25 0,0-25 0,0 0 0,0 24 0,0-24 0,0 0 0,0 25 0,0-25 0,0 0 16,0 0-16,0 25 0,0-25 0,0 0 0,0 0 0,0 25 0,0-25 0,0 0 0,0 0 0,0 0 0,0 25 0,0-25 0,0 0 0,0 0 0,0 0 0,0 0 16,0 0-16,0 0 0,0 0 0,0 0 0,0 0 15,0 0-15,0 0 0,0 0 0,0 0 0,0 0 16,0 0-16,0 0 0,0 0 0,0 0 0,0 0 0,0 0 0,0 0 15,0 0-15,0 0 0,0 0 0,0 0 0,0-25 0,25 25 16,-25 0-16,0 0 0,0 0 0,0 0 0,25 0 0</inkml:trace>
  <inkml:trace contextRef="#ctx0" brushRef="#br0" timeOffset="493237.2115">21927 17735 0,'0'0'0,"0"0"0,0 0 0,0 0 0,0 0 16,0 0-16,0 0 0,0 0 0,0 0 15,0 0-15,0 0 0,0 0 0,0 0 0,0 0 0,-24 0 0,24 0 16,0 0-16,0 0 0,0 0 0,0 0 0,0 0 16,-25 0-16,25 25 0,0-25 0,0 0 0,-25 0 0,25 0 15,0 25-15,-25-25 0,25 0 0,0 25 0,-25-25 0,25 0 0,-24 25 16,24-25-16,0 0 0,-25 24 0,25-24 0,-25 0 15,25 25-15,0-25 0,-25 0 0,25 25 0,-25-25 0,25 0 16,0 25-16,-25-25 0,25 0 0,-24 0 0,24 25 16,0-25-16,-25 0 0,25 0 0,0 0 0,-25 24 0,25-24 0,0 0 15,-25 0-15,25 0 0,0 25 0,0-25 0,0 0 16,-25 0-16,25 0 0,0 0 0,0 0 0,0 25 15,0-25-15,0 0 0,0 0 0,0 0 0,0 0 0,-24 0 0,24 0 0,0 0 16,0 0-16,0 0 0,0 0 0,0 0 0,0 0 16,0 0-16,0 0 0,0 0 0,0 0 15,0 0-15,0 0 0,0 0 0,0 0 0,24 0 0,-24 0 0,0 0 16,0 0-16,0 0 0,0 0 0,25 0 0,-25 0 0,0 0 0,25 0 15,-25 0-15,0 0 0,25-25 0,-25 25 0,25 0 16,-25 0-16,0 0 0,24 0 0,-24 0 0,25-25 0,-25 25 16</inkml:trace>
  <inkml:trace contextRef="#ctx0" brushRef="#br0" timeOffset="494076.2595">22448 17760 0,'0'0'0,"0"0"0,0 0 0,0 0 0,0 0 0,0 0 0,0-25 0,0 25 16,0 0-16,0 0 0,0 0 0,0 0 0,0 0 15,0 0-15,0 0 0,0 0 0,0 0 0,25-24 0,-25 24 16,0 0-16,0 0 0,0 0 0,0 0 15,0 0-15,25 0 0,-25 0 0,0 0 0,0 0 0,0 0 0,25 0 0,-25 0 16,0 0-16,0 0 0,24 0 0,-24 0 109,50 49-109,-50-49 16,0 0-16,0 0 0,0 25 0,0-25 0,0 0 0,0 0 0,0 25 0,0-25 0,0 0 0,0 0 0,-25 25 0,25-25 0,0 0 0,0 24 0,0-24 0,-25 0 0,25 0 0,0 25 0,-24-25 0,24 0 15,0 25-15,-25-25 0,25 0 0,-25 25 0,25-25 0,0 0 0,-25 25 0,25-25 0,0 0 0,-25 0 0,25 24 0,0-24 0,-24 0 0,24 0 0,0 25 0,0-25 16,-25 0-16,25 0 0,0 0 0,0 0 0,0 0 0,0 25 0,0-25 0,0 0 0,0 0 0,0 0 0,0 0 0,0 0 16,0 0-16,0 0 0,0 0 0,0 0 0,0 0 0,0 0 15,0 0-15,0 0 0,0 0 0,25 0 0,-25 0 0,0 0 16,0 0-16,0 0 0,24 0 0,-24 0 15,0 0-15,25 0 0,-25 0 0,0 0 0,25 0 0,-25 0 0,0 0 0,25 0 16,-25 0-16,25 0 0,-25 0 0,0 0 16,24 0-16,-24 0 0,25 0 0,-25 0 0,0 0 0,25 0 0,-25 0 15,25 0-15,-25 0 0,0 0 0,25 0 0,-25 0 16,0 0-16,24 0 0,-24-25 0,0 25 0,0 0 0,25 0 0,-25 0 15,0 0-15,0 0 0,0 0 0,25 0 16,-25 0-16,0 0 0,0 0 0,0 0 0,0 0 0,0 0 0,0 0 156</inkml:trace>
  <inkml:trace contextRef="#ctx0" brushRef="#br0" timeOffset="495193.3234">23465 16495 0,'0'0'0,"0"-25"0,0 25 0,0 0 0,0 0 15,0 0-15,0 0 0,0 0 16,0 0-16,0 0 0,0 0 0,0 0 0,0 0 0,0 0 0,0 0 0,0 0 15,0 0-15,0 0 0,0 0 0,0 0 16,0-24-16,0 24 0,0 0 0,0 0 0,0 0 0,0 0 0,0 0 16,0 0-16,0 0 0,0 0 0,0 24 15,0-24-15,0 0 0,0 0 0,25 0 0,-25 0 0,0 0 16,0 0-16,0 0 0,0 0 0,0 0 0,0 0 0,0 25 0,25-25 47,-25 0-47,0 0 0,0 25 0,0-25 0,0 0 0,0 0 46,0 25-46,0-25 78,49 173-78,-49-148 0,0-25 0,0 25 0,0-25 0,0 25 0,0-25 0,0 25 0,0-25 0,0 24 0,0-24 0,0 25 0,0-25 0,0 25 0,0-25 0,0 25 16,0 0-16,0-25 0,0 24 0,0-24 0,0 25 0,0-25 0,0 25 0,0-25 0,0 25 0,0-25 0,0 25 0,0-25 0,0 24 0,0-24 0,0 0 0,0 25 0,0-25 0,0 25 16,0-25-16,0 0 0,0 25 0,-24-25 0,24 25 0,0-25 0,0 0 0,0 24 0,0-24 0,0 25 0,0-25 0,-25 0 0,25 25 15,0-25-15,0 25 0,-25-25 0,25 25 0,0-25 16,0 24-16,-25-24 0,25 25 0,0-25 0,0 0 0,0 25 0,-25-25 15,25 25-15,0-25 0,0 0 0,0 25 0,-24-25 16,24 0-16,0 24 0,0-24 0,0 25 0,0-25 0,0 0 0,-25 0 16,25 25-16,0-25 0,0 0 0,0 25 0,0-25 0,-25 0 15,25 25-15,0-25 0,0 0 16,-25 25-16,25-25 0,0 0 0,0 24 0,-25-24 0,25 0 0,0 25 15,0-25-15,-24 25 0,24-25 0,0 0 0,0 25 0,-25-25 16,25 0-16,0 0 0,0 25 0,0-25 0,-25 0 0,25 24 16,0-24-16,0 0 0,0 0 0,-25 0 15,25 25-15,0-25 0,0 0 0,0 0 0,0 0 0,-25 25 0,25-25 16,0 0-16,0 0 0,0 0 0,0 0 0,0 0 0,0 0 47,0 0-47,-24 25 0,24-25 0,0 0 0,0 0 0,0 0 0,0 0 15,0 0-15,0 0 0,0 0 0,0 0 0,0 0 0,0 0 0,0 0 0,0 0 16,0 0-16,0 0 0,0 0 0,0 0 0,0 0 0,0 0 0,0 0 0,0 0 0,0 0 0,0 0 0,0 0 0,0 0 0,0 0 0,-25 0 0,25 0 15,0 0-15,0 25 0,0-25 0,0 0 16,0 0-16,0 0 0,-25 0 0,25 0 0,0 0 0,0 0 0,0 0 0,0 0 16,0 0-16,0 0 0,0 0 0,0 0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1-03T02:25:22.62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5631 4862 0</inkml:trace>
  <inkml:trace contextRef="#ctx0" brushRef="#br0" timeOffset="3446.1971">2505 1885 0,'0'0'16,"0"0"-16,0-25 0,0 25 0,0 0 0,0 0 0,0 0 15,0 0-15,0 0 0,0 0 0,0 0 0,0 0 16,0 0-16,0 0 0,0 0 0,0 0 0,0-24 0,0 24 0,0 0 15,0 0-15,0 0 0,0 0 0,0-25 0,0 25 16,0 0-16,0 0 0,25 0 0,-25 0 0,0 0 0,0-25 16,0 25-16,0 0 0,0 0 0,0 0 0,0 0 0,0 0 15,0 0-15,0 0 0,0 0 0,0 0 0,0 0 16,-25 0-16,25 0 0,0 0 0,0 0 0,0 0 0,0 25 15,0-25-15,0 0 0,0 0 0,0 0 0,0 0 16,-25 25-16,25-25 0,0 0 0,0 0 0,0 0 0,0 0 16,-24 0-16,24 0 0,0 0 0,0 24 0,0-24 0,-25 0 15,25 0-15,0 0 0,-25 25 0,25-25 0,0 25 0,0-25 16,-25 25-16,25-25 0,0 25 0,0-25 0,0 24 0,0-24 15,-25 25-15,25-25 0,0 25 0,0-25 0,0 25 0,0-25 16,-24 25-16,24-25 0,0 0 0,0 24 0,0-24 16,0 25-16,-25-25 0,25 0 0,0 25 0,0-25 15,0 0-15,-25 25 0,25-25 0,0 0 16,0 0-16,0 0 0,0 0 0,0 0 0,0 0 0,0 0 0,0 0 0</inkml:trace>
  <inkml:trace contextRef="#ctx0" brushRef="#br0" timeOffset="3811.2179">2232 1885 0,'0'-25'0,"0"25"0,0 0 0,0 0 0,0 0 0,0 0 0,25 0 0,-25 0 0,0 0 0,0 0 0,0 0 0,0-24 0,0 24 16,0 0-16</inkml:trace>
  <inkml:trace contextRef="#ctx0" brushRef="#br0" timeOffset="4673.2672">2183 1885 0,'0'0'0,"0"0"0,0 0 16,0 0-16,0 0 0,0 0 0,0 0 0,0 0 0,0 0 15,0 0-15,0 0 0,0 0 0,0 0 0,0 0 0,0 0 16,0 0-16,25 0 0,-25 0 0,0 0 0,0 0 0,0 0 16,-25 0-16,25 0 0,0 0 0,0 0 0,0 0 15,0 0-15,0 0 0,0 0 0,0 0 0,0-25 0,0 25 16,0 0-16,0 0 0,0 0 0,0 0 0,0 25 0,0-25 15,0 0-15,25 0 0,-25 0 0,0 25 0,0-25 0,0 0 16,24 0-16,-24 25 0,25-25 0,-25 0 0,0 0 16,25 0-16,-25 0 0,0 25 0,0-25 0,25 0 0,-25 0 0,0 0 15,0 0-15,0 24 0,25-24 0,-25 0 0,0 0 16,24 0-16,-24 0 0,0 25 0,25-25 0,-25 0 0,25 0 15,-25 0-15,25 25 0,-25-25 0,0 0 0,25 0 0,-25 0 16,24 25-16,-24-25 0,0 0 0,25 0 0,-25 0 16,0 0-16,0 0 0,25 0 0,-25 0 0,0 0 0,0-25 15,0 25-15,0 0 0,0 0 0,0 0 0,0 0 16,0 0-16,0 0 0,0 0 0,0 0 0,0 0 0,0 0 15,0 0-15,0 0 0,0 0 0,0 0 0,0 0 0,0 0 16,0 0-16,0 0 0,0 0 0,0 0 0,0 0 0,0 0 16,-25 0-16,25 0 0,0 0 0,-25 0 0,25 0 15,0 0-15,0 0 0,0 0 0,0 0 0,0 0 0,0 0 16,0 0-16,0 0 0,0 0 0</inkml:trace>
  <inkml:trace contextRef="#ctx0" brushRef="#br0" timeOffset="8525.4875">2133 2034 0,'0'0'16,"0"0"108</inkml:trace>
  <inkml:trace contextRef="#ctx0" brushRef="#br0" timeOffset="9796.5602">3746 1587 0,'0'0'0,"0"0"0,0 0 0,0 0 0,0 0 15,0 0-15,0 0 0,0 0 0,0 0 0,0 0 0,0 0 16,0 0-16,-25-24 0,25 24 0,25 0 0,-25 0 16,0 0-16,0 0 0,0 0 0,0 0 0,0 0 0,0-25 15,0 25-15,0 0 0,0 0 0,0 0 0,0 0 0,0 0 16,0 0-16,0 0 0,0 0 0,0 0 0,0 0 15,0 0-15,0 0 0,0 0 0,0 0 0,0 0 0,0 0 16,0 0-16,0 0 0,0 0 0,0 0 0,0 0 16,0 0-16,0 0 0,0 25 0,0-25 0,0 0 0,0 0 15,0 0-15,0 0 0,0 0 0,-25 0 0,25 24 0,0-24 16,0 0-16,0 0 0,0 25 0,0-25 0,0 0 15,0 25-15,0-25 0,25 25 0,-25-25 0,0 25 0,0 0 16,0-25-16,0 24 0,0 1 0,0-25 0,0 25 16,0-25-16,0 25 0,0-25 0,0 25 0,0-25 0,0 24 15,0-24-15,0 25 0,0-25 0,0 25 0,0-25 0,0 0 16,0 25-16,0-25 0,0 0 0,-25 25 0,25-25 15,0 0-15,0 0 0,0 0 0,0 24 0,0-24 0,25 0 16,-25 0-16,0 0 0,0 0 0,0 25 0,0-25 16,0 0-16,0 0 0,0 0 0,0-25 0,0 25 0,0 0 15,0 0-15,0 0 0,0 0 0,0 0 0,0 0 0,0 0 16,0 0-16,0 0 0,0 0 0,0 0 0,0 0 15,0 0-15,0 0 0,0 0 0,0 0 0,-25 0 16,25 0-16,0 0 0,0-24 0,0 24 0,0 0 0,0-25 16,0 25-16,-25 0 0,25-25 0,0 25 0,0 0 0</inkml:trace>
  <inkml:trace contextRef="#ctx0" brushRef="#br0" timeOffset="10869.6217">3572 1538 0,'0'-25'16,"0"25"-16,0 0 0,0 0 0,0 0 0,0 0 0,0 0 15,0 0-15,0-25 0,0 25 0,25 0 0,-25 0 16,0 0-16,0 0 0,0 0 0,24 0 0,-24-25 0,0 25 16,25 0-16,-25 0 0,25 0 0,-25 0 0,0 0 0,25 0 15,-25 0-15,25 0 0,-25 0 0,25 0 0,-25 0 16,0 0-16,24 0 0,-24 0 0,0 0 0,25 0 0,-25 0 15,0 0-15,0 0 0,25 0 0,-25 0 0,0 0 16,0 0-16,25 0 0,-25 0 0,0 0 0,25 0 0,-25 0 16,24 0-16</inkml:trace>
  <inkml:trace contextRef="#ctx0" brushRef="#br0" timeOffset="11119.636">3522 1513 0,'0'0'16,"0"0"-16,0 0 0,0 0 0,0 0 0,0 0 0,0 0 15,0 0-15,0 0 0,-25 0 0,25 0 0,0 0 16,0 0-16,0 0 0,0 0 0,0 0 0,0 0 0,0 0 16,0 0-16,25 25 0,-25-25 0,0 0 0,0 0 15,0 0-15,0 0 0,0 0 0,0 0 0,0 0 0,0 0 16,0 0-16,0 0 0,0 0 0,0 0 0,0 0 15,0 0-15,25 0 0,-25 0 0,0 0 0,25 0 0,-25 0 16,25 0-16,-25-25 0,24 25 0,-24 0 0,25 0 0,-25 0 16,25 0-16,-25-25 0,25 25 0,0 0 0,-25 0 15,25 0-15,-1 0 0,-24 0 0,25 0 0,-25 0 0,25 0 16,-25 0-16,25 0 0,-25 0 0,0 0 0,25-25 15,-25 25-15,0 0 0,24 0 0,-24 0 0,0 0 0,25 0 16,-25 0-16,0-24 0,0 24 0,0 0 0,25 0 0,-25 0 16,0 0-16,0 0 0,0 0 0,0 0 0,0 0 15,0 24-15,25-24 0,-25 0 0,0 0 0,0-24 16,0 24-16,0 0 0,0 0 0,0 0 0,0 0 0,0 0 15,0 0-15,0 24 0,0-24 0,0 0 0,0 0 16,0 0-16,0 0 0,0-24 0,0 24 0,0 0 0,0 0 16,0 0-16,-25-25 0,25 25 0,0 0 0</inkml:trace>
  <inkml:trace contextRef="#ctx0" brushRef="#br0" timeOffset="12540.7172">4167 1736 0,'0'0'0,"0"0"0,0 0 16,0 0-16,0 0 0,0-24 0,0 24 0,0 0 0,0 0 15,0 0-15,0 0 0,0 0 0,0 0 0,0 0 0,25 0 16,-25 24-16,0-24 0,0-24 0,0 24 0,0 0 15,0 0-15,0 0 0,0 0 0,0 0 0,0 0 16,0 0-16,0 0 0,0 0 0,0 0 0,0 0 0,0 0 16,0 0-16,0 0 0,0 0 0,0 0 0,0 24 0,-25-24 15,25 0-15,25 0 0,-25 0 0,0 0 0,0 25 16,0-25-16,0 0 0,0 0 0,0 25 0,0-25 0,0 0 15,0 25-15,0-25 0,0 25 0,0-25 0,0 24 0,0-24 16,0 25-16,0-25 0,0 25 0,0-25 0,0 25 16,0-25-16,0 0 0,0 25 0,0-25 0,25 0 15,-25 24-15,0-24 0,0 0 0,0 0 0,0 0 0,0 0 0,0 0 16,0 0-16,0 25 0,0-25 0,25 0 0,-25 0 15,0 0-15,0 0 0,0 0 0,0 0 0,24 0 0,-24 25 16,0-25-16,0 0 0,0 0 0,25-25 0,-25 25 0,0 0 16,0 0-16,0 0 0,0 0 0,25 0 0,-25 0 15,0 0-15,0 0 0,0 0 0,0 0 0,25-25 0,-25 25 16,0 0-16,25 0 0,-25 0 0,0-24 0,24 24 15,-24 0-15,0 0 0,0 0 0,0 0 0,0-25 0,0 25 16,25 0-16,-25 0 0,0 0 0,0 0 0,0-25 0,0 25 16,0 0-16,0 0 0,0 0 0,0-25 0,0 25 15,0 0-15,0 0 0,-25-25 0,25 25 0,0 0 0,0-24 16,0 24-16,0-25 0,0 25 0,0 0 0,0-25 15,0 25-15,0 0 0,0-25 0,0 25 0,0 0 0,0-25 16,0 25-16,0 0 0,0 0 0,0 0 0,0-24 16,0 24-16,0 0 0,0 0 0,0 0 0,0 0 15,0 0-15,0 0 0,0 0 0,25 0 0,-25 24 0,0-24 16,0 0-16,0 0 0,0 0 0,0 25 0,0-25 0,0 0 15,0 0-15,0 25 0,0-25 0,25 0 0,-25 25 16,0-25-16,0 0 0,0 25 0,0-25 0,0 0 0,0 24 16,0-24-16,0 25 0,0-25 0,0 0 0,0 25 15,0-25-15,0 25 0,0-25 0,0 25 0,0-25 0,0 0 0,25 24 16,-25-24-16,0 0 0,0 25 0,0-25 0,0 0 15,0 0-15,0 0 0,0 25 0,0-25 0,0 0 0,0 0 16,0 0-16,0 0 0,0 0 0,0 25 0,0-25 16,0 0-16,0 0 0,0 0 0,0 0 0,0-25 15,0 25-15,0 0 0,0 0 0,0 0 0,0 0 0,0 0 16,0-25-16,0 25 0,0 0 0,0 0 0,0-25 0,0 25 15,0 0-15,0-24 0,0 24 0,0 0 0,0-25 16,0 25-16,0 0 0,0-25 0,25 25 0,-25-25 0,0 25 0,0-25 16,0 25-16,0-24 0,24 24 0,-24 0 15,0-25-15,0 25 0,0 0 0,25-25 0,-25 25 0,0 0 0,0 0 16,0 0-16,0 0 0,25-25 0,-25 25 0,0 0 15,0 0-15,0 0 0,0 0 0,0 0 0,25 0 0,-25 0 16,0 0-16,0 25 0,0-25 0,0 0 0,25 0 16,-25 25-16,0-25 0,0 0 0,0 0 0,0 25 0,24-25 15,-24 24-15,0-24 0,0 0 0,0 25 0,0-25 0,0 0 16,0 25-16,0-25 0,25 0 15,-25 25-15,0-25 0,0 0 0,0 0 0,0 25 0,0-25 0,0 0 16,0 0-16,0 24 0,0-24 0,0 0 0,0 0 0,0 0 0,0 0 16,0 25-16,0-25 0,0 0 0,0 0 15,0 0-15,0 0 0,0 0 0,0 0 0,0 0 0,0 0 16,0 0-16,0 0 0,0-25 0,0 25 0,0 0 0,0 0 15,0 0-15,0-24 0,0 24 0,0 0 0,0-25 16,25 25-16,-25 0 0,0-25 0,0 25 0,0 0 0,0-25 16,0 25-16,25-25 0,-25 25 0,0 0 0,0-24 15,0 24-15,25-25 0,-25 25 0,0 0 0,24-25 0,-24 25 16,0 0-16,0 0 0,25-25 0,-25 25 0,0 0 0,25 0 15,-25 0-15,0 0 0,0 0 0,0 0 0,25 0 16,-25 0-16,0 25 0,0-25 0,0 0 0,0 25 0,0-25 16,0 25-16,0-25 0,0 0 0,0 24 0,0-24 0,0 25 15,0-25-15,0 0 0,0 25 0,0-25 0,0 25 16,0-25-16,0 0 0,0 25 0,0-25 0,0 0 0,0 0 15,0 0-15,0 24 0,0-24 0,0 0 0,0 0 16,0 0-16,0 0 0,0 0 0,0 0 0,0 0 0,0 0 16,0 0-16,-25 0 0,25 0 0,0-24 0,0 24 15,0 0-15,0 0 0,0-25 0,-25 25 0,25 0 0</inkml:trace>
  <inkml:trace contextRef="#ctx0" brushRef="#br0" timeOffset="12788.7314">4564 1488 0,'0'0'0,"0"0"16,0 0-16,-25 0 0,25-25 0,0 25 0,0 0 16,0 0-16,25 0 0,-25 0 0,0 0 0,0 0 15,0 0-15,25 0 0,-25 0 0,0-24 0,25 24 0,-25 0 16,0 0-16,24 0 0,-24 0 0,25 0 0,-25 0 0,25 0 15,-25 0-15,25 0 0,-25-25 0,25 25 0,-1 0 16,-24 0-16,25 0 0,0-25 0,-25 25 0,25 0 0,0 0 16,0 0-16,-1 0 0,-24 0 0,25 0 0,0 0 31,0 0-31,0 0 0,-1 0 15</inkml:trace>
  <inkml:trace contextRef="#ctx0" brushRef="#br0" timeOffset="14265.8157">5904 1836 0,'0'0'0,"0"0"0,0 0 0,0 0 0,0 0 15,0 0-15,0 0 0,0 0 0,0 0 0,0 0 0,0 0 16,0 0-16,0 0 0,0 0 0,0 0 0,0 0 16,0 0-16,0 0 0,0 0 0,0 0 0,24 24 0,-24-24 15,0 0-15,0 0 0,0 25 0,0-25 0,0 0 0,0 25 16,0-25-16,0 0 0,0 25 0,25-25 0,-25 0 15,0 25-15,0-25 0,0 0 0,0 24 0,0-24 0,0 0 16,0 25-16,0-25 0,0 0 0,0 25 0,0-25 16,0 0-16,0 25 0,0-25 0,0 0 0,0 0 0,0 25 15,0-25-15,0 0 0,0 0 0,0 0 0,0 0 16,0 0-16,0 0 0,0 0 0,0 0 0,0 0 15,0 0-15,0 0 0,0 0 0,0 0 0,0 0 0,-25 0 16,25 0-16,0 0 0,0 0 0,0-25 0,0 25 0,0 0 16,0 0-16,0-25 0,0 25 0,0 0 0,25-25 15,-25 25-15,0 0 0,0-25 0,0 25 0,0-24 0,0 24 16,25 0-16,-25-25 0,0 25 0,0-25 0,0 25 0,0 0 15,25-25-15,-25 25 0,0 0 0,0-25 0,0 25 16,0 0-16,25 0 0,-25 0 0,0 0 0,0-24 0,0 24 16,0 0-16,24 0 0,-24 0 0,0 24 0,0-24 15,0 0-15,0 0 0,25 0 0,-25 0 0,0 25 0,0-25 16,0 0-16,0 25 0,0-25 0,0 0 0,0 0 0,0 25 15,25-25-15,-25 0 0,0 25 0,0-25 0,0 0 16,0 24-16,0-24 0,-25 0 0,25 25 0,0-25 0,0 0 16,0 25-16,0-25 0,0 0 0,0 0 0,0 0 15,0 0-15,0 0 0,0 0 0,0 0 0,0 0 0,0 0 16,0 0-16,0 0 0,0 0 0,0 0 0,0 0 15,0 0-15,0 0 0,0 0 0,0 0 0,0 0 0,0-25 16,0 25-16,25 0 0,-25 0 0,0-25 0,0 25 0,0 0 16,0-24-16,25 24 0,-25 0 0,0-25 0,0 25 15,0-25-15,25 25 0,-25 0 0,0-25 0,0 25 0,24 0 16,-24-25-16,0 25 0,25 0 0,-25-24 0,0 24 0,0 0 15,25 0-15,-25 0 0,0 0 0,0 0 0,0 0 16,25 0-16,-25 0 0,0 0 0,0 0 0,0 0 0,0 0 16,0 0-16,0 24 0,0-24 0,0 0 0,0 0 15,0 0-15,25 0 0,-25 0 0,0 25 0,0-25 0,0 0 16,0 0-16,0 25 0,0-25 0,0 0 0,0 25 0,0-25 15,0 0-15,0 25 0,0-25 0,0 0 0,0 24 16,0-24-16,0 0 0,0 0 0,0 0 0,0 0 0,0 25 16,0-25-16,0 0 0,0 0 0,0 0 0,0 0 15,0 0-15,0 0 0,0 0 0,24 0 0,-24 0 0,0 0 16,0 0-16,0 0 0,25 0 0,-25 0 0,0 0 15,25-25-15,-25 25 0,0 0 0,25-24 0,-25 24 0,0 0 16,25-25-16,-25 25 0,0 0 0,24-25 0,-24 25 16,0 0-16,0-25 0,0 25 0,25 0 0,-25-25 0,0 25 15,0 0-15,0 0 0,0-24 0,0 24 0,0 0 0,0 0 16,0 0-16,0 0 0,0 0 0,0 0 0,0 0 0,0 0 15,0 0-15,0 0 0,0 0 0,0 24 0,0-24 16,0 0-16,0 0 0,0 0 0,0 25 0,0-25 0,0 0 16,0 0-16,0 0 0,0 25 0,0-25 0,0 0 15,0 0-15,25 25 0,-25-25 0,0 0 0,0 0 0,0 25 16,0-25-16,0 0 0,25 24 0,-25-24 0,0 0 0,0 0 15,0 25-15,0-25 0,0 0 0,25 0 0,-25 0 16,0 0-16,0 0 0,0 0 0,24 25 0,-24-50 0,0 25 16,0 0-16,25 0 0,-25 0 0,0 0 0,25 0 15,-25-25-15,0 25 0,0 0 0,25 0 0,-25-24 0,0 24 16,0 0-16,0-25 0,0 25 0,0-25 0,0 25 15,-25-25-15,25 25 0,0-25 0,0 25 0,0-24 0,0-1 16,-25 25-16,25-25 0,0 25 0,0 0 0,0-25 0,0 25 16,-25 0-16,25 0 0,0 0 0,0 0 0,-24 0 15,24 0-15,0 0 0,-25 0 0,25 0 0,0 0 16,-25 0-16,25 0 0,0 0 0,-25 0 0,25 25 0,0-25 0,-25 0 15,25 0-15,0 0 0,0 0 0,0 0 0,0 0 16,-24 25-16,24-25 0,0 0 0,0 0 0,0 0 16,0 0-16,0 0 0,24-25 0,-24 25 0,0 0 0,0 0 15,0 0-15,25 0 0,-25 0 0,0-25 0,25 25 16,-25 0-16,0 0 0,25 0 0</inkml:trace>
  <inkml:trace contextRef="#ctx0" brushRef="#br0" timeOffset="14595.8348">6772 1488 0,'0'0'0,"0"-25"0,0 25 15,0 0-15,0 0 0,0 0 0,0 0 0,0 0 16,0 0-16,0 0 0,0 0 0,0 0 0,0 0 0,0 0 15,0 0-15,0 0 0,0 25 0,0-25 0,0 0 0,0 25 16,0-25-16,0 25 0,0-25 0,0 25 0,0-25 16,0 24-16,0 1 0,0-25 0,0 25 0,0 0 0,0 0 15,0-25-15,0 25 0,0-1 0,0 1 0,0 0 0,24-25 16,-24 25-16,0 0 0,0-25 0,0 24 0,0 1 15,0-25-15,0 25 0,0-25 0,0 25 0,0-25 0,0 25 16,0-25-16,25 24 0,-25-24 0,0 0 0,0 0 0,0 25 16,0-25-16,0 0 0,0 0 0,0 0 0,0 0 15,0 0-15,0 0 0,0 0 0,0 0 0,0 0 0,0 0 16,0 0-16,0 0 0,0 0 0,0 0 0,0-25 15,0 25-15,0 0 0,0-24 0</inkml:trace>
  <inkml:trace contextRef="#ctx0" brushRef="#br0" timeOffset="14761.8443">6772 1860 0,'0'0'0,"-25"0"0,25 0 0,0 0 0,0 0 0,0 0 15,0 0-15,0 0 0,0 0 0,0 0 0,0-24 0,0 24 16,25 0-16,-25 0 0,0 0 0,0 0 0,24 0 0,-24 0 16,0-25-16,0 25 0,25 0 0,-25 0 0,0-25 15,25 25-15,-25 0 0,25 0 0,-25 0 0,0-25 16,25 25-16,-25 0 0,0 0 0,0 0 0,0 0 0,0-25 15,0 25-15,0 0 0,0 0 0,0 0 0,0 0 0,0-24 16,-25 24-16</inkml:trace>
  <inkml:trace contextRef="#ctx0" brushRef="#br0" timeOffset="14990.8574">6400 1712 0,'0'0'16,"0"0"-16,-25 0 0,25 0 0,0-25 0,0 25 0,0 0 15,0 0-15,-25-25 0,25 25 0,25 0 0,-25 0 16,0-25-16,0 25 0,0 0 0,0 0 0,25-25 0,-25 25 15,0 0-15,0 0 0,24 0 0,-24 0 0,0-25 0,0 25 16,25 0-16,-25 0 0,0 0 0,25 0 0,-25 0 16,0 0-16,0 0 0,25 0 0,-25 0 0,0 0 0,25 0 15,-25 0-15,0 0 0,24 25 0,-24-25 0,0 25 16,0-25-16,25 25 0,-25-25 0,0 25 0,0 0 0,0-1 15,25-24-15,-25 25 0,0 0 0,0 0 0,0 0 0</inkml:trace>
  <inkml:trace contextRef="#ctx0" brushRef="#br0" timeOffset="15150.8664">6672 2282 0,'0'0'0,"0"25"0,0-25 0,0 25 0,0-25 16,0 0-16,0 24 0,0-24 0,0 0 0,0 0 0,25 0 16,-25 0-16,0 0 0,0 0 0,0 0 0,0 0 15,0 0-15,0 0 0,0 0 0,0 0 0,0 0 0,0-24 16,0 24-16,0 0 0,0 0 0,0 0 0,0-25 15,0 25-15,0 0 0,0 0 0,0 0 0,0 0 0,25-25 16</inkml:trace>
  <inkml:trace contextRef="#ctx0" brushRef="#br0" timeOffset="15858.907">7541 1687 0,'0'-25'0,"-25"25"0,25 0 15,0 0-15,0 0 0,0-25 0,0 25 0,-25 0 0,25 0 16,0 0-16,0 0 0,0 0 0,0 0 0,0 0 15,-25 0-15,25 0 0,0 0 0,0 0 0,0 0 0,0 0 16,0 0-16,0 0 0,0 0 0,0 0 0,-25 25 0,25-25 16,0 0-16,0 0 0,0 25 0,-24-25 0,24 0 15,0 25-15,0-25 0,0 24 0,0-24 0,0 25 16,0-25-16,0 25 0,0-25 0,0 25 0,0-25 0,0 25 15,0-1-15,0-24 0,0 0 0,0 25 0,24-25 0,-24 25 16,0-25-16,0 25 0,25-25 0,-25 0 0,0 25 0,0-25 16,25 0-16,-25 0 0,0 0 0,0 0 0,25 24 15,-25-24-15,0 0 0,0 0 0,25 0 0,-25 0 0,0 0 16,0 0-16,24-24 0,-24 24 0,0 0 0,0-25 15,25 25-15,-25 0 0,0-25 0,25 25 0,-25 0 0,0 0 16,0-25-16,25 25 0,-25 0 0,0 0 0,0-25 0,0 25 16,0 0-16,0 0 0,0-24 0,0 24 0,0 0 15,0 0-15,0-25 0,0 25 0,0 0 0,0 0 0,0-25 16,0 25-16,0 0 0,0 0 0,0 0 0,0 0 15,0-25-15,0 25 0,0 0 0,-25 0 0,25 0 0,0 25 16,0-25-16,0 0 0,0 0 0,0 0 0,0 25 0,-25-25 16,25 0-16,0 0 0,0 25 0,0-25 0,0 0 15,0 24-15,0-24 0,0 0 0,0 25 0,25-25 16,-25 0-16,0 25 0,0-25 0,0 25 0,25-25 0,-25 0 15,0 25-15,0-25 0,0 0 0,0 24 0,0-24 0,0 0 16,25 0-16,-25 0 0,0 0 0,0 0 0,0 0 0,24 25 16,-24-25-16,0 0 0,25 0 0,-25 0 0,0-25 15,0 25-15,25 0 0,-25 0 0,0-24 0,25 24 0,-25-25 16,0 25-16,0 0 0,0-25 0,25 25 0,-25-25 15,0 25-15,0 0 0,0-25 0,0 25 0,0-24 0,0 24 16,0 0-16,-25-25 0,25 25 0,0-25 0,0 25 0,0 0 16,0-25-16,-25 25 0,25 0 0,0 0 0,0 0 15,0-25-15,-25 25 0,25 0 0,0 0 0,0 0 0,0-24 16,0 24-16,-25 0 0,25 0 0,0 0 0,0 0 15,-24 0-15,24 0 0,0 0 0,0 0 0,-25-25 0,25 25 16,0 0-16,0 0 0,0 0 0</inkml:trace>
  <inkml:trace contextRef="#ctx0" brushRef="#br0" timeOffset="16064.9188">7615 1439 0,'0'0'0,"0"0"16,0 0-16,0 0 0,0 0 0,0 0 0,0 0 15,0 0-15,0 0 0,0 0 0,25 0 0,-25 0 0,0 0 16,25 0-16,-25 0 0,24 0 0,-24-25 0,0 25 15,25 25-15,-25-25 0,0 0 0,25 0 0,-25 0 0,0 24 16,0-24-16,0 0 0,25 25 0,-25-25 0,0 25 0,0-25 16,-25 25-16,25-25 0,0 25 0,0-25 0,-25 0 15,25 24-15,-25-24 0,25 25 0,0-25 0,-24 0 0,24 25 16,-25-25-16,25 0 0,-25 25 0,25-25 0</inkml:trace>
  <inkml:trace contextRef="#ctx0" brushRef="#br0" timeOffset="16584.9486">8235 1687 0,'0'-25'0,"25"25"0,-25 0 0,0 0 0,0 0 0,0-25 0,0 25 15,0 0-15,0 0 0,0 0 0,0-25 0,25 25 16,-25 0-16,0 0 0,0 0 0,0 0 0,-25 0 0,25-25 15,0 25-15,0 0 0,0 0 0,0 0 0,0 0 0,0 0 16,0 0-16,-25 0 0,25 0 0,0 0 0,0 0 0,0 25 16,-25-25-16,25 0 0,0 0 0,0 0 0,0 0 15,-24 25-15,24-25 0,0 0 0,0 25 0,0-25 16,0 0-16,0 0 0,0 25 0,0-25 0,0 0 0,0 25 15,0-25-15,0 0 0,24 24 0,-24-24 0,0 0 0,0 25 16,25-25-16,-25 0 0,0 25 0,25-25 0,-25 0 0,25 25 16,-25-25-16,0 0 0,25 25 0,-25-25 0,0 0 15,24 0-15,-24 24 0,0-24 0,25 0 0,-25 0 0,0 0 16,0 25-16,0-25 0,0 0 0,0 0 0,0 0 15,0 25-15,0-25 0,0 0 0,0 0 0,0 0 0,0 0 16,-25 0-16,25 25 0,0-25 0,0 0 0,0 0 0,-24 0 16,24 25-16,0-25 0,0 0 0,-25 0 15,25 0-15,0 0 0,0 0 0,0 0 0,-25 0 0,25 24 0,0-24 16,0 0-16,0 0 0,0 0 0,0 0 0,0 0 15,0 0-15,0-24 0,0 24 0,0 0 0,0 0 0,0-25 16,25 25-16,-25 0 0,0-25 0,25 25 0,-25 0 0,24-25 16,1 25-16</inkml:trace>
  <inkml:trace contextRef="#ctx0" brushRef="#br0" timeOffset="16976.971">8682 1712 0,'0'0'0,"0"0"16,0 0-16,0 0 0,0 0 0,0 0 0,-25 0 15,25 0-15,0-25 0,0 25 0,0 0 0,0 0 16,0 0-16,0 0 0,-25 0 0,25-25 0,0 25 0,0 0 16,0 0-16,0 0 0,-25 0 0,25 0 0,0 0 15,0 0-15,0 0 0,0 25 0,0-25 0,-25 0 0,25 0 0,0 0 16,0 25-16,0-25 0,0 0 0,0 0 15,-24 24-15,24-24 0,0 25 0,0-25 0,0 0 0,0 25 0,0-25 16,0 0-16,0 25 0,0-25 0,0 0 0,0 25 16,0-25-16,0 24 0,0-24 0,0 25 0,0-25 0,0 25 15,0-25-15,24 25 0,-24-25 0,0 25 0,0-25 0,0 0 16,25 0-16,-25 24 0,0-24 0,0 0 0,0 0 15,25 0-15,-25 0 0,0 0 0,0 0 0,25-24 0,-25 24 16,0 0-16,0 0 0,25-25 0,-25 25 0,0-25 16,0 25-16,0-25 0,24 25 0,-24-25 0,0 25 15,0 0-15,0-24 0,0 24 0,0-25 0,0 25 0,0 0 0,0-25 16,0 25-16,0-25 0,0 25 0,0 0 0,0-25 15,0 25-15,0 0 0,0 0 0,-24-24 0,24 24 16,0 0-16,0 0 0,0 0 0,0 0 0,0 0 0,-25 0 16,25 0-16,0 0 0,0 0 0,0 0 0,0 0 15,0 0-15,-25 0 0,25 0 0,0 0 0,0 0 0,0-25 0,0 25 16,-25 0-16,25 0 0,0 0 15,0 0-15,0 0 0</inkml:trace>
  <inkml:trace contextRef="#ctx0" brushRef="#br0" timeOffset="17219.9849">8632 1439 0,'0'0'0,"-25"0"0,25 0 0,0 0 0,0-25 15,25 25-15,-25 0 0,0 0 0,0 0 0,0 0 0,0 0 16,25 0-16,-25 0 0,0-25 0,25 25 0,-25 0 0,0 0 15,24 0-15,-24 0 0,25 0 0,-25 0 0,25 0 16,-25 0-16,0 0 0,0 0 0,25 0 0,-25 25 0,0-25 16,0 0-16,0 0 0,0 0 0,0 25 0,0-25 15,0 0-15,-25 24 0,25-24 0,0 0 0,0 0 0,-25 25 16,25-25-16,0 0 0,0 0 0,-25 0 0,25 25 0,0-25 15,-24 0-15,24 0 0,0 0 0,0 0 0</inkml:trace>
  <inkml:trace contextRef="#ctx0" brushRef="#br0" timeOffset="17451.9982">8855 1166 0,'0'0'0,"0"0"15,25 0-15,-25 0 0,0 0 0,0-25 0,25 25 16,-25 0-16,25 0 0,-25 0 0,0 0 0,24 0 0,-24 0 15,25 0-15,-25 0 0,0 0 0,25-25 0,-25 25 0,0 25 16,25-25-16,-25 0 0,0 0 0,0 0 0,0 0 16,0 0-16,0 25 0,0-25 0,0 0 0,0 25 0,0-25 15,0 24-15,-25-24 0,25 25 0,0-25 0,-25 25 0,25 0 16,-25-25-16,25 25 0,-24-25 0,-1 24 0,25-24 15,-25 25-15,0-25 0,25 0 0,-25 25 0</inkml:trace>
  <inkml:trace contextRef="#ctx0" brushRef="#br0" timeOffset="18491.0576">9872 1637 0,'0'0'0,"0"0"0,0 0 0,-25 0 0,25 0 16,0 0-16,0 0 0,0 0 0,-24 0 0,24 0 16,0 0-16,0-25 0,0 25 0,-25 0 0,25 0 0,0 0 15,0 0-15,0 0 0,0 0 0,0 25 0,0-25 0,0 0 16,-25 0-16,25 0 0,0 25 0,0-25 0,0 0 15,0 0-15,0 25 0,0-25 0,0 0 0,0 25 0,0-25 16,0 24-16,0-24 0,0 25 0,0-25 0,0 25 16,0 0-16,0-25 0,0 25 0,0-25 0,0 24 0,0-24 15,25 25-15,-25-25 0,0 25 0,0-25 0,0 25 0,0-25 16,25 0-16,-25 25 0,0-25 0,24 0 0,-24 0 15,0 0-15,0 0 0,25 0 0,-25 0 0,0 0 0,25 0 16,-25 0-16,0 0 0,25 0 0,-25 0 0,0-25 16,25 25-16,-25 0 0,0-25 0,24 25 0,-24 0 0,0-25 15,25 25-15,-25-25 0,0 25 0,0 0 0,25-24 0,-25 24 16,0-25-16,0 25 0,0 0 0,25-25 0,-25 25 15,0 0-15,0 0 0,0-25 0,0 25 0,0 0 0,0-25 16,0 25-16,0 0 0,0 0 0,0-24 0,0 24 16,0 0-16,0 0 0,0 0 0,0 0 0,0-25 0,0 25 15,0 0-15,0 0 0,0 25 0,0-25 0,0 0 0,0 0 16,0 0-16,0 0 0,0 0 0,-25 0 0,25 0 15,0 24-15,0-24 0,0 0 0,0 25 0,0-25 0,0 0 16,0 25-16,0-25 0,0 0 0,0 25 0,0-25 16,0 25-16,0-25 0,0 0 0,0 24 0,0-24 0,0 25 15,0-25-15,0 0 0,0 25 0,0-25 0,0 25 16,25-25-16,-25 0 0,0 25 0,0-25 0,0 0 0,0 0 15,25 0-15,-25 0 0,0 24 0,25-24 0,-25 0 16,0 0-16,24 0 0,-24 0 0,25 0 0,-25-24 0,0 24 16,25 0-16,-25 0 0,25-25 0,-25 25 0,25 0 15,-25-25-15,0 25 0,24-25 0,-24 25 0,0 0 0,0-25 16,0 25-16,25-24 0,-25 24 0,0-25 0,0 25 0,0 0 15,0-25-15,0 25 0,0-25 0,0 25 0,0 0 16,0 0-16,0-25 0,-25 25 0,25 0 0,0 0 0,0-24 16,0 24-16,0 0 0,0 0 0,0 0 0,0 0 0,0 0 15,0 0-15,0 0 0,0 0 0,0 0 0,0 0 16,0 0-16,0 0 0,0 0 0,0 0 0,0 24 0,0-24 15,0 0-15,0 0 0,0 25 0,0-25 0,0 0 0,0 25 16,0-25-16,0 0 0,0 25 0,0-25 0,0 25 16,0-25-16,0 0 0,0 24 0,0-24 0,0 0 0,25 25 15,-25-25-15,0 0 0,0 25 0,0-25 0,0 0 16,0 0-16,25 0 0,-25 25 0,0-25 0,25 0 0,-25 0 15,0 0-15,25 0 0,-25-25 0,24 25 0,-24 0 0,25 0 16,-25 0-16,25-25 0,-25 25 0,25 0 0,0 0 16,-25-25-16</inkml:trace>
  <inkml:trace contextRef="#ctx0" brushRef="#br0" timeOffset="18891.0805">10616 1786 0,'0'0'15,"0"0"-15,0-25 0,0 25 0,0 0 0,0 0 0,0 0 16,-24-25-16,24 25 0,0 0 0,0-24 0,0 24 16,0 0-16,-25 0 0,25-25 0,0 25 0,0 0 0,0-25 15,0 25-15,0 0 0,0 0 0,0 0 0,-25 0 16,25 0-16,0 0 0,0 25 0,0-25 0,0 0 0,0 0 15,0 0-15,0 25 0,0-25 0,-25 0 0,25 24 0,0-24 16,0 0-16,0 25 0,0-25 0,0 25 0,0-25 16,0 25-16,-25-25 0,25 0 0,0 25 0,25-25 0,-25 24 15,0-24-15,0 0 0,0 25 0,0-25 0,0 0 16,0 25-16,0-25 0,0 0 0,0 0 0,0 0 15,25 25-15,-25-25 0,0 0 0,0 0 0,0 0 0,0 0 16,25 0-16,-25 0 0,0-25 0,0 25 0,0 0 16,25 0-16,-25-25 0,0 25 0,0 0 0,0 0 0,24-25 0,-24 25 15,0-24-15,0 24 0,0 0 0,0-25 0,0 25 16,25-25-16,-25 25 0,0 0 0,0-25 0,0 25 0,0-25 15,0 25-15,0 0 0,0 0 0,0 0 16,0 0-16,0 0 0,0 0 0,0 0 0,0 25 0,0-25 0,0 0 16,0 0-16,0 25 0,0-25 0,0 0 0,0 25 0,0-25 15,0 0-15,0 25 0,0-25 0,0 0 0,0 24 16,0-24-16,0 25 0,0-25 0,0 0 0,25 25 0,-25-25 15,0 0-15,0 25 0,0-25 0,0 0 0,0 0 16,0 0-16,0 0 0,0 0 0,0-25 0,0 25 0,0 0 16,25-25-16,-25 25 0,0 0 0,0-25 0,0 25 15</inkml:trace>
  <inkml:trace contextRef="#ctx0" brushRef="#br0" timeOffset="19120.0936">10592 1364 0,'0'0'0,"-25"0"0,25 0 16,0 0-16,0 0 0,0-25 0,0 25 0,0 0 15,0 0-15,0 0 0,25 0 0,-25-24 0,0 24 0,0 0 16,24 0-16,-24 0 0,0 0 0,25-25 0,-25 25 0,25 0 16,-25 0-16,25 0 0,-25 0 0,0 0 0,25 0 0,-25 0 15,0 0-15,0 25 0,0-25 0,24 0 0,-24 0 16,0 24-16,0-24 0,0 25 0,-24-25 0,24 25 0,0-25 15,0 0-15,0 25 0,0-25 0,-25 25 0,25-25 16,0 24-16,0-24 0,-25 0 0,25 25 0,-25-25 0,25 0 16,-25 25-16,25-25 0,0 0 0</inkml:trace>
  <inkml:trace contextRef="#ctx0" brushRef="#br0" timeOffset="19981.1428">11385 1786 0,'0'0'0,"0"25"0,25-25 0,-25 0 0,0 0 15,0 0-15,0-25 0,0 25 0,25 0 0,-25 0 16,0 0-16,0 0 0,25-25 0,-25 25 0,0 0 0,25-25 15,-25 25-15,24-24 0,-24 24 0,0-25 0,25 25 0,-25-25 16,25 25-16,-25-25 0,25 25 0,-25-25 0,25 25 16,-25-25-16,0 1 0,24 24 0,-24 0 0,0-25 15,25 25-15,-25-25 0,0 25 0,0-25 0,0 25 0,0 0 16,0-25-16,0 25 0,0 0 0,0-24 0,0 24 0,0-25 15,0 25-15,0 0 0,-25 0 0,25-25 0,0 25 0,-24 0 16,24 0-16,0 0 0,-25 0 0,25 0 0,0 0 16,-25 0-16,25 0 0,0 0 0,-25 0 0,25 0 0,0 0 15,-25 0-15,25 0 0,0 0 0,0 0 0,0 0 16,0 0-16,0 0 0,0 0 0,-24 0 0,24 0 0,0 25 15,0-25-15,24 0 0,-24 25 0,0-25 0,0 0 0,0 24 16,0 1-16,0-25 0,0 25 0,0-25 16,25 25-16,-25 0 0,0-25 0,0 24 0,0 1 0,25 0 15,-25-25-15,0 25 0,0 0 0,0 0 0,0-25 0,25 24 16,-25 1-16,0-25 0,0 25 0,0-25 0,0 25 0,0-25 15,0 25-15,0-1 0,0-24 0,0 25 0,0-25 16,0 25-16,0-25 0,0 0 0,0 25 0,0-25 0,0 25 16,0-25-16,0 0 0,0 0 0,0 24 0,0-24 15,0 0-15,0 0 0,0 0 0,0 0 0,0 0 0,0 0 16,0 0-16,0 0 0,0 0 0,25 0 0,-25-24 0,0 24 15,0 0-15,0-25 0,24 25 0,-24-25 0,0 25 16,25 0-16,-25-25 0,0 25 0,0-25 0,0 25 0,25 0 16,-25-24-16,0 24 0,0 0 0,0 0 0,0 0 15,0-25-15,0 25 0,0 0 0,0 0 0,0 0 0,0 0 16,0 0-16,0 0 0,0 0 0,0 0 0,0 0 0,0 0 15,0 0-15,0 0 0,0 0 0,25 0 0,-25 25 16,0-25-16,0 0 0,0 0 0,0 24 0,0-24 0,0 0 16,0 25-16,0-25 0,25 0 0,-25 25 0,0-25 15,0 0-15,0 25 0,0-25 0,24 0 0,-24 25 0,0-25 16,0 0-16,0 24 0,25-24 0,-25 0 0,0 0 15,25 25-15,-25-25 0,0 0 0,25 0 0,-25 0 0,0 0 16,25 0-16,-25 0 0,0-25 0,0 25 0,24 0 0,-24 0 16,0-24-16,0 24 0,0 0 0,0-25 0</inkml:trace>
  <inkml:trace contextRef="#ctx0" brushRef="#br0" timeOffset="20631.18">11807 1836 0,'0'0'0,"0"0"15,0 0-15,0 0 0,0 0 0,0 0 0,0 0 0,0 0 16,0 0-16,0 0 0,0 0 0,0 0 0,0 0 0,25 0 15,-25 0-15,0 0 0,0 0 0,25 0 0,-25 0 16,24 0-16,-24-25 0,25 25 0,-25 0 0,25-25 0,-25 25 16,25 0-16,-25-25 0,25 25 0,-25-25 0,24 25 15,-24-24-15,25 24 0,-25-25 0,25 0 0,-25 25 0,25-25 16,-25 25-16,25-25 0,-25 25 0,0-25 0,0 25 0,0 0 15,0-24-15,24 24 0,-48 0 0,24 0 0,0-25 16,0 25-16,0 0 0,0 0 0,0 0 0,-25-25 0,25 25 16,0 0-16,-25 0 0,25-25 0,0 25 0,-25 0 15,25 0-15,0-25 0,-25 25 0,25 0 0,0 0 0,0-24 16,-24 24-16,24 0 0,0 0 0,0 0 0,0 0 0,0 0 15,0 0-15,0-25 0,0 25 0,0 25 0,0-25 16,-25 0-16,25 0 0,0 0 0,0 24 0,0-24 0,0 0 16,0 25-16,0-25 0,0 25 0,0-25 0,0 25 15,0-25-15,0 25 0,0-1 0,0-24 0,0 25 0,0 0 16,25 0-16,-25 0 0,0-25 0,0 25 0,0-1 0,0 1 15,0 0-15,0 0 0,0-25 0,0 25 0,0-1 16,0 1-16,0-25 0,0 25 0,0-25 0,0 25 0,0-25 16,0 25-16,0-25 0,0 24 0,0-24 0,0 25 15,0-25-15,0 0 0,0 25 0,0-25 0,0 0 0,0 25 16,0-25-16,0 0 0,0 0 0,0 0 0,0 0 15,0 0-15,0 0 0,0 0 0,0 0 0,0 0 0,0 0 16,0 0-16,0-25 0,0 25 0,24 0 0,-24 0 16,0-25-16,0 25 0,25 0 0,-25-25 0,25 25 0,-25-24 15,0 24-15,25-25 0,-25 25 0,0 0 0,25 0 16,-25-25-16,0 25 0,24 0 0,-24 0 0,0 0 0,0 0 15,0 0-15,0 0 0,0 0 0,0 0 0,25 0 0,-25 0 16,0 0-16,0 0 0,0 0 0,0 0 0,0 0 16,0 0-16,0 0 0,0 0 0,0 25 0,0-25 0,0 0 15,0 0-15,0 0 0,0 0 0,0 0 0,0 25 0,0-25 16,0 0-16,0 24 0,0-24 0,0 0 0,0 0 15,0 25-15,0-25 0,0 0 0,0 25 0,0-25 0,0 0 16,0 0-16,0 0 0,0 25 0,0-25 0,0 0 16,0 0-16,0 0 0,25 0 0,-25 25 0,0-25 0,0 0 15,0 0-15,25-25 0,-25 25 0,25 0 0,-25 0 16,25 0-16,-25-25 0</inkml:trace>
  <inkml:trace contextRef="#ctx0" brushRef="#br0" timeOffset="21382.223">12477 1885 0,'0'0'0,"0"0"0,0-25 0,0 25 0,0 0 16,0-24-16,0 24 0,-25 0 0,25-25 0,0 25 0,0 0 15,0 0-15,0-25 0,0 25 0,-25 0 0,25 0 0,0-25 16,0 25-16,0 0 0,0 0 0,0 0 0,-25 0 16,25 0-16,0 0 0,0 0 0,-24 0 0,24 0 0,0 0 15,0 0-15,0 0 0,-25 0 0,25 0 0,0 25 16,0-25-16,0 0 0,-25 0 0,25 0 0,0 25 0,0-25 15,0 0-15,0 25 0,0-25 0,0 0 0,0 24 0,0-24 16,0 25-16,0-25 0,0 0 0,0 25 0,0-25 16,0 25-16,0-25 0,0 25 0,25-25 0,-25 24 0,0-24 15,0 0-15,0 25 0,25-25 0,-25 0 0,0 0 16,0 25-16,0-25 0,24 0 0,-24 0 0,0 0 0,0 0 15,0 0-15,25 25 0,-25-25 0,0-25 0,0 25 0,0 0 16,25 0-16,-25 0 0,0-25 0,0 25 0,25 0 16,-25-25-16,0 25 0,0 0 0,25-24 0,-25 24 0,0 0 15,0 0-15,0-25 0,0 25 0,0 0 16,0 0-16,24-25 0,-24 25 0,0 0 0,0 0 0,0 0 0,-24 0 15,24-25-15,0 25 0,0 0 0,0 0 0,0 0 0,0 0 16,0 0-16,0 0 0,0-25 0,0 25 0,0 0 16,0 0-16,0 0 0,0 0 0,24 0 0,-24-24 0,0 24 15,0 0-15,0 0 0,0 0 0,25 0 0,-25 0 16,0-25-16,0 25 0,25 0 0,-25 0 0,0 0 0,0 25 15,0-25-15,25 0 0,-25 0 0,0 0 0,0 0 0,25 24 16,-25-24-16,0 0 0,0 0 0,24 25 0,-24-25 16,0 0-16,0 25 0,0-25 0,0 25 0,0-25 0,0 0 15,0 25-15,0-25 0,0 0 0,0 24 0,0-24 16,0 0-16,0 0 0,0 25 0,0-25 0,0 0 15,0 0-15,0 25 0,0-25 0,0 0 0,0 0 0,0 0 16,0 0-16,0 25 0,0-25 0,0 0 0,0 0 0,0 0 16,0 0-16,0 0 0,0-25 0,0 25 0,0 0 0,0 0 15,0 0-15,0 0 0,0 0 0,0 0 0,0-25 16,0 25-16,0 0 0,0 0 0,0 0 0,0-25 0,0 25 15,0-24-15,0 24 0,25 0 0,-25-25 0,0 25 16,0-25-16,0 25 0,0-25 0,25 25 0,-25 0 0,0 0 16,0-25-16,0 25 0,0 0 0,25 0 0,-25 0 0,0 0 15,0 0-15,25 0 0,-25 0 0,0 0 0,0 0 16,0 0-16,24 0 0,-24 0 0,0 0 0,0 0 0,0 0 15,0 0-15,25 25 0,-25-25 0,0 0 0,0 0 16,0 0-16,0 25 0,0-25 0,0 0 0,0 0 0,0 25 16,0-25-16,0 0 0,0 0 0,0 25 0,0-25 0,0 0 15,0 24-15,0-24 0,0 0 0,0 0 0,0 25 16,0-25-16,0 0 0,0 0 0,0 0 0,0 0 0,25 0 15,-25 0-15,0 0 0,25-25 0,-25 25 0,25 0 16,-25 0-16,24 0 0,-24 0 0,25 0 0,-25-24 0,25 24 16,-25 0-16,25 0 0,0-25 0</inkml:trace>
  <inkml:trace contextRef="#ctx0" brushRef="#br0" timeOffset="21887.2518">13171 1786 0,'0'-25'0,"-25"25"16,25 0-16,0-25 0,0 25 0,-24 0 0,24 0 0,0 0 16,0-24-16,-25 24 0,25 0 0,0 0 0,0 0 0,-25 0 15,25 0-15,0 0 0,-25 0 0,25 24 0,0-24 16,0 0-16,-25 0 0,25 0 0,0 0 0,-24 25 0,24-25 15,0 25-15,0-25 0,-25 0 0,25 25 0,0-25 16,0 25-16,0-25 0,0 24 0,0-24 0,0 0 0,0 25 16,0-25-16,0 0 0,0 0 0,0 25 0,0-25 15,0 0-15,0 25 0,0-25 0,0 0 0,25 0 0,-25 25 16,0-25-16,0 0 0,24 0 0,-24 0 0,0 0 15,25 0-15,-25 0 0,0 0 0,25-25 0,-25 25 0,25 0 16,-25 0-16,25-25 0,-25 25 0,0 0 0,0-25 0,24 25 16,-24 0-16,0-25 0,0 25 0,0 0 0,0-24 15,0 24-15,0 0 0,0-25 0,0 25 0,0 0 0,-24-25 16,24 25-16,0 0 0,0 0 0,0-25 0,0 25 0,0 0 15,-25 0-15,25 0 0,0 0 0,0 0 0,0 25 16,0-25-16,0 0 0,0 0 0,0 0 0,0 25 0,0-25 16,0 25-16,0-25 0,0 24 0,0-24 0,0 25 0,25 0 15,-25-25-15,0 25 0,0 0 0,0-1 0,0 1 16,0-25-16,24 25 0,-24 0 0,0 0 0,0-1 15,0-24-15,25 25 0,-25 0 0,0-25 0,0 25 0,0-25 16,0 25-16,0-25 0,0 24 0,0-24 0,0 25 16,0-25-16,0 0 0,0 25 0,0-25 0,0 25 0,0-25 15,0 0-15,0 25 0,0-25 0,0 0 0,-25 24 16,25-24-16,0 0 0,0 25 0,0-25 0,0 0 0,-24 0 15,24 25-15,0-25 0,0 0 0,0 0 0,-25-25 0,25 25 16,0 0-16,0 0 0,0 0 0,-25 0 0,25 0 16,0 0-16,0 0 0,0 0 0,-25 0 0,25 0 15,0 0-15,0-25 0,-25 25 0,25-24 0,0 24 0,0-25 16,-24 25-16,24-25 0,-25 25 0,25-25 0,-25 0 15</inkml:trace>
  <inkml:trace contextRef="#ctx0" brushRef="#br0" timeOffset="22131.2658">12303 1637 0,'0'0'0,"0"-25"0,-25 25 0,25-25 15,0 25-15,0-24 0,0 24 0,0 0 0,0-25 0,0 25 16,0 0-16,25-25 0,-25 25 0,0 0 0,25 0 15,-25 0-15,25 0 0,-25-25 0,0 25 0,25 0 0,-25 0 16,24 0-16,1 0 0,-25 25 0,25-25 0,-25 0 16,0 0-16,25 0 0,-25 0 0,25 0 0,-25 25 0,0-25 15,24 0-15,-24 0 0,25 0 0,-25 0 0,0 0 0,25 0 16,-25 0-16,0 25 0,25-25 0,-25 0 0,0 0 15,25 0-15,-25 0 0,24 24 0,-24-24 0</inkml:trace>
  <inkml:trace contextRef="#ctx0" brushRef="#br0" timeOffset="22883.3088">14114 1712 0,'0'0'15,"0"0"-15,0 0 0,-25 0 0,25-25 0,0 25 16,0 0-16,0 0 0,0 0 0,-25 0 0,25 0 0,0-25 16,0 25-16,0 0 0,-25 0 0,25 0 0,0 0 0,0 0 15,0 0-15,-24 0 0,24 0 0,0 0 0,0 0 16,-25 0-16,25 0 0,0 0 0,0 25 0,-25-25 0,25 0 15,-25 0-15,25 0 0,0 25 0,-25-25 0,25 24 16,0-24-16,-24 25 0,24-25 0,0 25 0,0-25 0,0 25 16,0 0-16,0-25 0,-25 24 0,25-24 0,25 25 0,-25-25 15,0 25-15,0-25 0,0 0 0,0 25 0,0-25 16,24 0-16,-24 0 0,0 25 0,25-25 0,-25 0 0,0 0 15,25 0-15,-25 0 0,0 0 0,25 0 0,-25 0 16,0 0-16,25 0 0,-25-25 0,0 25 0,24 0 0,-24 0 16,0 0-16,25-25 0,-25 25 0,0-25 0,25 25 0,-25 0 15,0-25-15,0 25 0,0 0 0,25-24 0,-25 24 16,0-25-16,0 25 0,0 0 0,-25-25 0,25 25 0,0-25 15,0 25-15,0 0 0,0-25 0,0 25 0,0 0 16,0 0-16,0 0 0,0 0 0,0 0 0,-25 0 0,25 0 16,0 25-16,0-25 0,0 0 0,0 25 0,0-25 0,0 25 15,0-25-15,0 25 0,0-25 0,0 24 0,25-24 16,-25 25-16,0 0 0,0 0 0,0-25 0,0 25 0,0-1 15,0 1-15,0-25 0,0 25 0,0 0 0,25 0 16,-25-1-16,0-24 0,0 25 0,0 0 0,0-25 0,0 25 16,0 0-16,0-25 0,0 24 0,0 1 0,0-25 0,-25 0 15,25 25-15,0-25 0,0 25 0,0-25 0,0 0 16,0 0-16,0 25 0,0-25 0,0 0 0,-25 0 15,25 0-15,0 0 0,0 0 0,-25 0 0,25 0 0,0 0 16,-24 0-16,24-25 0,0 25 0,-25 0 0,25 0 16,0 0-16,0-25 0,0 25 0,0 0 0,0-25 0,0 25 15,0 0-15,0 0 0,25-25 0,-25 25 0,0 0 16,24 0-16,-24-24 0,0 24 0,25 0 0,-25 0 0,25-25 15,-25 25-15,25 0 0,-25-25 0,25 25 0,-25 0 16,24-25-16,-24 25 0,25 0 0,-25-25 0,25 25 16,-25-24-16,0 24 0,25 0 0,-25-25 0,0 25 0,25-25 0,-25 25 15,0-25-15,0 0 0,0 25 0,24-24 0</inkml:trace>
  <inkml:trace contextRef="#ctx0" brushRef="#br0" timeOffset="23103.3214">14312 1736 0,'0'0'0,"-25"0"0,25 0 0,0 0 15,0 0-15,0 0 0,0 0 0,0 0 0,0 0 0,0 0 16,0 0-16,0 0 0,0 0 0,0 0 0,0 0 0,0 0 15,0 0-15,0 0 0,0 0 0,0 0 0,0 0 16,0 0-16,0 25 0,0-25 0,25 25 0,-25-25 0,0 0 16,0 25-16,0-25 0,0 25 0,0-25 0,0 0 15,0 24-15,0-24 0,0 25 0,0-25 0,0 25 0,0-25 16,0 25-16,0-25 0,0 25 0,0-25 0,0 0 0,0 0 15,0 0-15,0 24 0,0-24 0,0 0 0,0 0 16,0 0-16,0 0 0,0 0 0,0 0 0,0 0 0,25-24 16,-25 24-16,0 0 0,0 0 0,25-25 0</inkml:trace>
  <inkml:trace contextRef="#ctx0" brushRef="#br0" timeOffset="23258.3301">14436 1612 0,'0'0'16,"0"-25"-16,0 25 0,0 0 0,0 0 0,0 0 15,0 0-15,0-24 0,0 24 0,0 0 0,0 0 0,0 0 16,0 0-16,0 0 0,0 0 0,0 0 0,0 0 0,0 0 15,0 0-15,0 0 0,0 0 0,0 0 0,0 0 16,25 24-16,-25-24 0,0 0 0,0 0 0,0 0 0,0 0 16,0 0-16,0 25 0,0-25 0,0 0 0</inkml:trace>
  <inkml:trace contextRef="#ctx0" brushRef="#br0" timeOffset="23841.3636">14660 1761 0,'0'0'0,"0"-25"0,0 25 0,0 0 0,0 0 0,0 0 15,0 0-15,0 0 0,0 0 0,0 0 0,0-24 16,0 24-16,0 0 0,0-25 0,0 25 0,-25 0 0,25 0 16,0-25-16,0 25 0,0 0 0,0 0 0,0-25 15,-25 25-15,25 0 0,0 0 0,0 0 0,-25 0 0,25 0 16,0 0-16,0 0 0,-25 0 0,25 0 0,0 0 0,-24 25 15,24-25-15,0 0 0,0 0 0,-25 0 0,25 25 16,0-25-16,-25 0 0,25 0 0,0 25 0,0-25 0,-25 0 16,25 24-16,0-24 0,0 0 0,0 25 0,0-25 15,0 25-15,0-25 0,0 25 0,0-25 0,0 25 0,0-25 16,0 24-16,0-24 0,0 25 0,25-25 0,-25 25 15,0-25-15,0 25 0,0-25 0,25 0 0,-25 25 0,0-25 16,0 0-16,0 0 0,25 0 0,-25 0 0,0 0 0,0 24 16,24-24-16,-24 0 0,0 0 0,25 0 0,-25-24 15,25 24-15,-25 0 0,0 0 0,25 0 0,-25-25 0,0 25 16,25 0-16,-25 0 0,0-25 0,24 25 0,-24 0 0,0-25 15,25 25-15,-25-25 0,0 25 0,0 0 0,0-24 16,0 24-16,25-25 0,-25 25 0,0 0 0,0-25 0,0 25 16,0-25-16,0 25 0,0 0 0,0-25 0,0 25 15,0 0-15,0-24 0,0 24 0,0 0 0,-25 0 0,25 0 16,0 0-16,0 0 0,0 0 0,0 0 0,0 0 0,0 0 15,0 0-15,0 0 0,0 0 0,0 0 0,0 24 16,0-24-16,0 0 0,0 0 0,0 25 0,0-25 0,0 25 16,0-25-16,0 0 0,0 25 0,0-25 0,0 0 15,0 25-15,0-25 0,0 24 0,0-24 0,0 0 0,0 25 16,0-25-16,0 0 0,0 25 0,0-25 0,0 0 0,0 0 15,0 0-15,25 0 0,-25 0 0,0 0 0,0 25 16,0-25-16,0 0 0,25 0 0,-25 0 0,0 0 0,0 0 16,25 0-16,-25 0 0,0 0 0,0 0 0,24-25 15,-24 25-15,0 0 0,25 0 0,-25-25 0,0 25 0,0 0 16,0-25-16,25 25 0,-25 0 0,0-24 0,0 24 0,0-25 15,0 0-15</inkml:trace>
  <inkml:trace contextRef="#ctx0" brushRef="#br0" timeOffset="24191.3836">14858 1736 0,'0'0'0,"0"-24"0,0 24 0,0 0 0,-25 0 16,25 0-16,0 0 0,0 0 0,0 0 0,0 0 15,0 0-15,0 0 0,0 0 0,0 0 0,0 24 0,0-24 16,0 0-16,0 25 0,25-25 0,-25 0 0,0 25 0,0-25 15,0 25-15,0-25 0,0 0 0,0 25 0,0-25 16,0 0-16,0 24 0,0-24 0,0 25 0,0-25 0,0 0 16,0 25-16,0-25 0,0 0 0,0 25 0,0-25 15,0 0-15,0 0 0,0 25 0,0-25 0,0 0 0,0 0 16,0 0-16,0 0 0,0 0 0,0 0 0,0 0 0,0 0 15,0 0-15,0 0 0,0 0 0,0 0 0,25-25 16,-25 25-16,0 0 0,0-25 0,0 25 0,25 0 16,-25-25-16,0 25 0,0-25 0,24 25 0,-24 0 0,0-24 15,0 24-15,25 0 0,-25-25 0,0 25 0,25-25 0,-25 25 16,0 0-16,25 0 0,-25-25 0,0 25 0,0 0 15,0 0-15,25 0 0,-25 0 0,0 0 0,0 25 0,0-25 16,0 0-16,0 0 0,0 25 0,0-25 0,24 0 16,-24 0-16,0 25 0,0-25 0,0 0 0,0 24 0,0-24 15,-24 0-15,24 0 0,0 25 0,0-25 0,0 0 0,0 0 16,0 0-16,0 25 0,0-25 0,24 0 0,-24 0 15,0 0-15,0 0 0,0 25 0,0-25 0,25 0 0,-25 0 16,0 0-16,0 0 0,25 0 0,-25 0 0,25 0 16,-25 0-16,25 0 0,-25 0 0</inkml:trace>
  <inkml:trace contextRef="#ctx0" brushRef="#br0" timeOffset="24729.4144">15627 1761 0,'0'0'0,"0"0"16,0-25-16,0 25 0,0 0 0,0-24 0,0 24 0,0 0 15,-25 0-15,25-25 0,0 25 0,0 0 0,0 0 0,0-25 16,0 25-16,0 0 0,0 0 0,0 0 0,0 0 15,0 25-15,0-25 0,0 0 0,25 0 0,-25 25 0,0-25 16,0 0-16,0 24 0,0-24 0,0 25 0,0-25 16,25 25-16,-25-25 0,0 25 0,0-25 0,0 25 0,0-25 15,0 24-15,0-24 0,0 25 0,0-25 0,0 25 0,0-25 16,0 0-16,0 25 0,0-25 0,0 25 0,0-25 15,0 0-15,0 24 0,0-24 0,0 0 0,0 0 0,0 25 16,0-25-16,0 0 0,0 0 0,0 0 0,0 0 16,0 0-16,0 0 0,0 0 0,0 0 0,0-25 0,0 25 15,-25 0-15,25 0 0,0 0 0,0-24 0,0 24 16,0 0-16,25-25 0,-25 25 0,0-25 0,0 25 0,0 0 15,0-25-15,0 0 0,0 25 0,25-24 0,-25 24 0,0-25 16,24 0-16,-24 25 0,0-25 0,25 25 0,-25-25 16,0 25-16,0 0 0,25-24 0,-25 24 0,0 0 0,25 0 15,-25 0-15,0 0 0,0 0 0,0 0 0,25 24 0,-25-24 16,0 0-16,0 0 0,0 25 0,0-25 0,0 25 15,0-25-15,0 0 0,0 25 0,0-25 0,0 25 16,0-25-16,0 0 0,0 24 0,0-24 0,0 0 0,0 0 16,0 25-16,0-25 0,0 0 0,0 0 0,0 25 0,0-25 15,0 0-15,0 0 0,0 25 0,0-25 0,0 0 16,0 0-16,24 0 0,-24 0 0,0 25 0,0-25 0,0 0 15,25 0-15,-25 0 0,25 0 0,-25 0 0,0-25 16,25 25-16,-25 0 0,25 0 0,-25 0 0,24-25 0,-24 25 16,25 0-16</inkml:trace>
  <inkml:trace contextRef="#ctx0" brushRef="#br0" timeOffset="25255.4445">16073 1761 0,'0'-25'0,"0"25"0,0 0 0,-24-24 16,24 24-16,0 0 0,0 0 0,0-25 0,-25 25 0,25 0 16,0 0-16,0 0 0,0 0 0,0 0 0,-25-25 0,25 25 15,0 0-15,0 0 0,0 0 0,0 0 0,0 0 16,-25 0-16,25 0 0,0 0 0,0 0 0,0 0 0,0 25 15,-25-25-15,25 25 0,0-25 0,0 24 0,0-24 16,0 25-16,-24-25 0,24 25 0,0 0 0,0-25 0,0 0 16,0 25-16,0-25 0,0 24 0,0-24 0,0 0 0,0 25 15,0-25-15,0 0 0,0 25 0,24-25 0,-24 0 16,0 0-16,0 25 0,0-25 0,0 0 0,0 0 0,0 0 15,25 0-15,-25 0 0,0 0 0,25 0 0,-25 0 16,0 0-16,0 0 0,25 0 0,-25-25 0,25 25 0,-25 0 16,0 0-16,24-25 0,-24 25 0,0 0 0,0-25 0,25 25 15,-25-24-15,0 24 0,0 0 0,0-25 0,0 25 16,0 0-16,0 0 0,0-25 0,0 25 0,0 0 0,0 0 15,0 0-15,0 0 0,0 0 0,0 0 0,0 0 16,0 0-16,0 0 0,-25 25 0,25-25 0,0 0 0,0 25 16,0-25-16,0 24 0,0 1 0,0-25 0,0 25 0,0 0 15,0-25-15,0 25 0,0-1 0,0-24 0,0 25 16,0 0-16,25-25 0,-25 25 0,0 0 0,0-25 0,0 24 15,0 1-15,0 0 0,0-25 0,0 25 0,0 0 16,25-25-16,-25 24 0,0 1 0,0-25 0,0 25 0,0-25 16,0 25-16,0-25 0,0 0 0,0 25 0,0-25 0,0 0 15,0 0-15,0 0 0,-25 24 0,25-24 0,0 0 16,0 0-16,-25 0 0,25 0 0,0 0 0,-24 0 15,24 0-15,0 0 0,-25 0 0,25 0 0,-25 0 0,25 0 16,0 0-16,-25 0 0,25 0 0,0 0 0,0 0 16,-25 0-16,25 0 0,0 0 0,0 0 0,0-24 0,0 24 15,0 0-15,0 0 0,0 0 0,0-25 0,0 25 16,0-25-16,0 25 0,0-25 0,25 25 0,-25-25 0,0 25 15,25-24-15,-25-1 0,0 0 0</inkml:trace>
  <inkml:trace contextRef="#ctx0" brushRef="#br0" timeOffset="25908.4818">16123 1836 0,'0'0'15,"0"0"-15,0 0 0,25 0 0,-25-25 0,0 25 16,0 0-16,0 0 0,25-25 0,-25 25 0,0 0 0,0 0 15,24 0-15,-24-25 0,25 25 0,-25 0 0,0 0 16,25-25-16,-25 25 0,25 0 0,-25-24 0,25 24 0,-25 0 16,24-25-16,-24 25 0,25-25 0,-25 25 0,25-25 0,-25 25 15,25-25-15,-25 25 0,25-25 0,-25 25 0,0-24 16,0 24-16,25-25 0,-25 25 0,0-25 0,0 25 15,0 0-15,0-25 0,0 25 0,0 0 0,0-25 0,0 25 16,0-24-16,0 24 0,-25 0 0,25-25 0,0 25 0,0 0 16,-25-25-16,25 25 0,-25 0 0,25-25 0,0 25 0,-25 0 15,25 0-15,-25 0 0,25 0 0,0 0 0,-24 0 16,24 0-16,-25 0 0,25 0 0,0 0 0,-25 0 0,25 0 15,0 0-15,0 0 0,0 0 0,0 0 0,-25 0 16,25 25-16,0-25 0,0 25 0,0-25 0,0 25 0,0-25 16,0 24-16,0-24 0,0 25 0,0-25 0,0 25 0,0 0 15,25 0-15,-25-1 0,0 1 0,0 0 0,0 0 16,0 0-16,0 0 0,0-1 0,0-24 0,0 25 0,0 0 15,0 0-15,0 0 0,0-25 0,0 24 0,0 1 16,0-25-16,0 25 0,0-25 0,0 25 0,0-25 0,0 0 16,0 25-16,0-25 0,0 0 0,0 0 0,0 24 0,0-24 15,0 0-15,0 0 0,0 0 0,0 0 0,0 25 16,0-25-16,0 0 0,0 0 0,0 0 0,25 0 0,-25 0 15,0 0-15,0 0 0,0 0 0,0 0 0,0-25 16,25 25-16,-25 0 0,0-24 0,0 24 0,0-25 0,24 25 16,-24-25-16,0 25 0,0-25 0,25 25 0,-25 0 0,0 0 15,0 0-15,25 0 0,-25-25 0,0 25 0,0 25 16,0-25-16,0 0 0,0 0 0,25 0 0,-25 0 0,0 0 15,0 0-15,0 0 0,0 25 0,0-25 0,0 0 16,25 0-16,-25 0 0,0 0 0,0 0 0,0 25 0,0-25 16,0 0-16,0 0 0,0 0 0,0 0 0,0 0 0,0 25 15,0-25-15,0 0 0,0 24 0,0-24 0,0 0 16,0 25-16,0-25 0,0 0 0,0 0 0,0 0 0,0 25 15,0-25-15,0 0 0,0 0 0,0 0 0,0 0 16,25 25-16,-25-25 0,0 0 0,0 0 0,0 0 0,24 0 16,-24 0-16,0 0 0,25 0 0,-25 0 0</inkml:trace>
  <inkml:trace contextRef="#ctx0" brushRef="#br0" timeOffset="26467.5138">16644 1836 0,'0'0'0,"0"0"0,0-25 0,-25 25 0,25 0 0,0 0 16,0 0-16,0 0 0,0-25 0,0 25 0,0 0 0,0 0 15,0 0-15,0 0 0,0 0 0,0 25 0,0-25 16,0 0-16,0 0 0,0 0 0,0 0 0,0 0 0,0 0 16,0 25-16,0-25 0,0 0 0,0 24 0,0-24 15,25 0-15,-25 25 0,0-25 0,0 25 0,0-25 0,0 25 16,0-25-16,0 0 0,0 25 0,0-25 0,25 24 0,-25-24 15,0 0-15,0 25 0,0-25 0,0 0 0,0 25 16,25-25-16,-25 0 0,0 0 0,0 0 0,0 25 16,24-25-16,-24 0 0,0 0 0,0 0 0,25 0 0,-25 0 15,0-25-15,25 25 0,-25 0 0,0 0 0,25 0 0,-25 0 16,0-25-16,25 25 0,-25 0 0,0 0 0,24 0 0,-24-25 15,0 25-15,25 0 0,-25 0 0,0-24 0,25 24 16,-25 0-16,0 0 0,0-25 0,25 25 0,-25 0 16,0 0-16,0-25 0,0 25 0,0 0 0,0-25 0,0 25 15,0 0-15,0-25 0,0 25 0,0-24 0,0 24 0,0 0 16,0-25-16,0 25 0,0 0 0,0 0 15,0-25-15,0 25 0,0 0 0,0 0 0,0 0 0,0 0 0,0 0 16,-25 0-16,25-25 0,0 25 0,0 0 0,0 0 16,0 0-16,0 0 0,0 25 0,0-25 0,0 0 0,-25 0 15,25 0-15,0 0 0,0 0 0,0 0 0,0 0 0,0 0 16,0 0-16,0 25 0,-25-25 0,25 0 0,0 0 15,0 25-15,0-25 0,0 0 0,0 24 0,0-24 0,0 25 16,0-25-16,0 25 0,0-25 0,0 25 0,0-25 16,0 0-16,25 25 0,-25-25 0,0 24 0,0-24 15,0 0-15,0 25 0,25-25 0,-25 0 0,0 0 0,0 25 0,25-25 16,-25 0-16,0 0 0,25 0 0,-25 0 0,24 0 15,-24 25-15,0-50 0,25 25 0,-25 0 0,25 0 16,-25 0-16,25 0 0,-25 0 0,25-25 0,-25 25 0,24 0 16,-24-25-16,25 25 0,-25-24 0,0 24 0,0-25 0,0 25 15,25-25-15,-25 25 0,0-25 0</inkml:trace>
  <inkml:trace contextRef="#ctx0" brushRef="#br0" timeOffset="27080.5489">17115 1761 0,'0'0'0,"0"-25"0,0 25 16,0 0-16,0 0 0,0 0 0,0 0 0,0 0 16,0 0-16,0 0 0,0 0 0,0 0 0,0 0 0,0 0 15,0 0-15,0 25 0,0-25 0,0 0 0,0 25 16,0-25-16,0 25 0,0-25 0,0 0 0,0 25 0,0-25 15,0 24-15,0-24 0,0 25 0,0-25 0,0 25 16,0-25-16,0 25 0,0-25 0,0 0 0,0 25 0,0-25 16,0 0-16,0 24 0,0-24 0,0 0 0,0 0 15,0 25-15,0-25 0,0 0 0,0 0 0,0 0 0,25 0 16,-25 0-16,0 0 0,0 0 0,0 0 0,0 0 0,0 0 15,0 0-15,0 0 0,0 0 0,0 0 0,0 0 16,0 0-16,0-25 0,0 25 0,0 0 0,0-24 0,0 24 16,0 0-16,0-25 0,0 25 0,0 0 0,0-25 0,0 25 15,0 0-15,0-25 0,0 25 0,0 0 0,0-25 16,25 25-16,-25 0 0,0-24 0,0 24 0,0 0 0,25-25 15,-25 25-15,0-25 0,24 25 0,-24 0 0,0 0 16,0-25-16,0 25 0,25 0 0,-25 0 0,0 0 0,0 0 16,0 0-16,0 0 0,25 0 0,-25 0 15,0 0-15,0 0 0,0 25 0,0-25 0,0 0 0,25 25 0,-25-25 16,0 25-16,0-25 0,0 24 0,0-24 0,0 0 0,0 25 15,0-25-15,0 25 0,0-25 0,0 25 0,0-25 16,0 25-16,0-25 0,0 24 0,0-24 0,0 0 0,0 25 16,0-25-16,0 0 0,-25 0 0,25 0 0,0 0 0,0 0 15,0 0-15,0 0 0,0 0 0,0 0 0,0 0 16,0 0-16,0 0 0,0 0 0,0 0 0,0 0 0,0 0 15,0 0-15,0 0 0,0-25 0,25 25 0,-25 0 16,0-24-16,0 24 0,0 0 0,0-25 0,25 0 0,-25 25 16,0-25-16,0 0 0,24 25 0,-24-24 0,0 24 0,0-25 15,25 25-15,-25-25 0,0 25 0,25 0 0,-25-25 16,0 25-16,0 0 0,25 0 0,-25 0 0,0 0 0,0 0 15,25 0-15,-25 0 0,0 0 0,0 0 0,0 0 16,24 0-16,-24 25 0,0-25 0,0 0 0,0 0 0,0 0 16,0 25-16,0-25 0,0 0 0,0 25 0,0-25 0,0 24 15,0-24-15,0 25 0,0-25 0,0 25 0,0-25 16,0 0-16,0 25 0,0-25 0,0 0 0,0 25 0,0-25 15,0 0-15,0 0 0,0 24 0,0-24 0,0 0 16,0 0-16,0 0 0,0 0 0,0 0 0,0 0 0,0 25 16,0-25-16,-24 0 0,24-25 0,0 25 0,0 0 0</inkml:trace>
  <inkml:trace contextRef="#ctx0" brushRef="#br0" timeOffset="27336.5635">16892 1587 0,'-25'0'0,"25"-24"0,0 24 0,0 0 16,0-25-16,0 25 0,25-25 0,-25 25 0,0-25 0,0 25 16,0-25-16,0 25 0,0 0 0,25-24 0,-25 24 15,0 0-15,25 0 0,-25 0 0,0-25 0,24 25 16,-24 0-16,0 0 0,25 0 0,-25 0 0,0 0 0,25 0 0,-25 0 15,0 25-15,25-25 0,-25 0 0,0 0 0,25 24 16,-25-24-16,0 0 0,24 25 0,-24-25 0,0 0 0,0 25 16,25-25-16,-25 0 0,0 25 0,0-25 0,25 25 15,-25-25-15,0 24 0,0 1 0,0-25 0,0 25 0,0 0 16,0 0-16,0 0 0</inkml:trace>
  <inkml:trace contextRef="#ctx0" brushRef="#br0" timeOffset="27518.5739">17016 2356 0,'-25'25'0,"25"-25"0,0 0 15,0 25-15,0-25 0,0 0 0,0 25 0,0-25 16,0 0-16,0 0 0,0 0 0,0 0 0,0 0 16,0 0-16,0 0 0,0 0 0,0 0 0,0 0 0,0-25 15,0 25-15,0 0 0,0 0 0,0 0 0,0-25 16,0 25-16,0 0 0,0-25 0,0 25 0,-25-24 0,25 24 15,0-25-15,0 0 0,0 0 0,0 25 0,0-25 16</inkml:trace>
  <inkml:trace contextRef="#ctx0" brushRef="#br0" timeOffset="27706.5847">16867 1290 0,'-25'0'0,"25"0"0,0 0 0,0-25 0,0 25 16,0 0-16,0 0 0,0 0 0,-24 0 0,24 0 15,0 0-15,0 0 0,0 0 0,0 0 0,0 0 0,0 0 0,0-25 16,0 25-16,0 0 0,0 0 0,0 0 0,0 0 15,0 25-15,0-25 0,0 0 0,0 0 0,0 0 0,0 0 16,0 0-16,0 0 0,0 0 0,0 0 0,0 0 0,0 0 16,0 0-16,-25 0 0,25 0 0,0 0 0,0 0 15</inkml:trace>
  <inkml:trace contextRef="#ctx0" brushRef="#br0" timeOffset="48448.7709">3894 3026 0,'0'0'0,"0"0"0,0 25 16,-24-25-16,24 0 0,0 0 0,0 0 0,0 0 15,0 0-15,0 0 0,0 0 0,0 0 0,-25 0 0,25 0 16,0 0-16,0 0 0,0 25 0,0-25 0,0 0 16,0 0-16,0 0 0,0 0 0,0 0 0,0 0 15,0 0-15,0 25 0,0-25 0,0 0 0,0 0 0,0 0 16,0 0-16,0 0 0,0 0 0</inkml:trace>
  <inkml:trace contextRef="#ctx0" brushRef="#br0" timeOffset="49203.8143">3845 3076 0,'0'0'0,"0"0"0,0 0 16,0 0-16,0 0 0,0 0 0,0 0 0,0 0 15,0 0-15,0 0 0,0 0 0,0 0 0,0 0 0,0 0 16,0 0-16,0 0 0,0 0 0,0 0 0,0 0 16,0 0-16,0 0 0,0 0 0,0 0 0,0 0 15,0 0-15,0 0 0,0 0 0,0 0 63,0 0-63,0 0 0,0 0 0,0 0 0,0 0 0,0 0 0,0 0 0,0 0 0,0 0 0,0 0 0,0 0 15,0 0-15,0 0 0,0 0 0,0 0 0,0 0 0,0 0 0,0 0 0,0 0 0,0 0 0,0-25 0,0 25 0,0 0 0,0 0 0,0 0 0,0 0 0,0 0 0,0 0 0,0 0 16,0 0-16,0 0 0,0 0 0,0 0 0,0 0 15,0 0-15,0 0 0,-25 0 0,25 0 0,0 0 0,0 0 16,0 0-16,0 0 0,0 0 0,0 0 0,-25 0 0,25 0 16,0 0-16,0 0 0,0 0 0,0 0 0,0 0 15,-25 0-15,25 0 0,0 0 0,0 0 0,0 0 16,-24 0-16,24 0 0,0 0 0,0 0 0,-25 0 15,25 0-15,0 0 0,0 0 0,-25 0 0,25 25 0,0-25 16,-25 0-16,25 0 0,0 0 0,-25 25 0,25-25 16,0 0-16,-25 0 0,25 24 0,0-24 0,-24 0 0,24 25 15,0-25-15,-25 0 0,25 25 0,-25-25 0,25 0 16,0 25-16,0-25 0,-25 25 0,25-25 0,0 0 15,0 24-15,0-24 0,-25 0 0,25 25 0,0-25 0,0 25 16,0-25-16,0 25 0,0-25 0,25 25 0,-25-25 16,0 24-16,0-24 0,0 25 0,25 0 0,-25-25 0,0 25 15,0-25-15,25 0 0,-25 25 0,0-25 0,0 24 16,25-24-16,-25 0 0,0 25 0,24-25 0,-24 0 0,25 0 15,-25 0-15,0 25 0,25-25 0,-25 0 0,25 0 16,-25 0-16,0 0 0,25 0 0,-25 0 0,0 0 0,25 0 16,-25 0-16,0 0 0,0 0 0,24 0 0,-24 0 15,0 0-15,0 0 0,25 0 0,-25 0 0,0 0 16,0 0-16,0 0 0,25 0 0,-25 0 0,0-25 15,0 25-15,0 0 0,0 0 0,0 0 0,0-25 0,25 25 16,-25 0-16,0 0 0,0 0 0,0-24 0,0 24 0,0 0 16,0 0-16,0 0 0,0-25 0,0 25 0,0 0 15,0 0-15,0 0 0,0 0 0,0 0 0,0 0 16,0 0-16,0 0 0,0 0 0,0 0 0,0 0 0,0 0 15,0 0-15,0 0 0,0 0 0,0 0 0,0 0 16,25 0-16,-25 0 0,0 0 0,0 25 0,0-25 0,0 0 16,0 0-16,0 0 0,0 24 0,0-24 0,0 0 15,0 0-15,0 25 0,0-25 0,0 0 0,0 0 16,24 25-16,-24-25 0,0 0 0,0 0 0,0 0 0,0 0 15,0 25-15,0-25 0,0 0 0,0 0 0,0 0 16,0 0-16,0 0 0,0 0 0,0 0 0,0 0 0,0 0 16,0 0-16,0 0 0,0-25 0,-24 25 0,24 0 15</inkml:trace>
  <inkml:trace contextRef="#ctx0" brushRef="#br0" timeOffset="49361.8232">3770 3522 0,'0'-25'0,"0"25"0,0 0 16,0 0-16,0 0 0,0 0 0,0 0 0,0 0 0,0 0 16,0 0-16,0 0 0,0 0 0,0 0 0,0 0 15,0 0-15,25 0 0,-25 0 0,25-24 0,-25 24 0,25 0 16,0 0-16,-25 0 0,24 0 0,-24 0 15,25-25-15,0 25 0,-25 0 0,25 0 0,0 0 0,-25-25 16,24 25-16,-24 0 0,25-25 0,-25 25 0,25 0 0,-25-25 16,25 25-16,-25 0 0,25-24 0,-25 24 0,24-25 15</inkml:trace>
  <inkml:trace contextRef="#ctx0" brushRef="#br0" timeOffset="49653.84">4192 2977 0,'0'0'0,"0"-25"0,0 25 15,0 0-15,0 0 0,0-25 0,0 25 0,0 0 16,0 0-16,0 0 0,0 0 0,0 0 0,-25 25 0,25-25 16,0 0-16,0 25 0,0-25 0,0 24 0,0-24 15,0 25-15,0 0 0,0-25 0,0 25 0,0 0 16,0-1-16,0 1 0,0 0 0,0-25 0,0 25 0,0 0 15,0-1-15,0 1 0,0 0 0,0 0 0,0 0 16,0-1-16,0 1 0,0-25 0,0 25 0,0 0 0,0-25 16,0 25-16,0-1 0,0-24 0,0 25 0,0-25 15,0 25-15,0-25 0,0 0 0,0 25 0,0-25 0,0 0 16,-25 25-16,25-25 0,0 0 0,0 0 0,0 0 15,0 0-15,0 0 0,0 0 0,0 0 0,0-25 0,0 25 16,25 0-16,-25-25 0,0 25 0,0-25 0</inkml:trace>
  <inkml:trace contextRef="#ctx0" brushRef="#br0" timeOffset="50069.8638">4465 3150 0,'0'0'15,"0"0"-15,0-25 0,0 25 0,0 0 0,0 0 16,0 0-16,0 0 0,-25-24 0,25 24 0,0 0 0,0 0 16,0 0-16,0 0 0,0 0 0,0 0 0,0 0 15,0 0-15,0 0 0,0 0 0,0 0 0,0 0 0,0 0 16,0 0-16,0 0 0,0 0 0,0 0 0,0 0 15,0 0-15,0 24 0,0-24 0,0 25 0,0-25 0,0 0 16,0 25-16,0-25 0,25 25 0,-25-25 0,0 25 16,0-25-16,25 24 0,-25-24 0,0 25 0,24-25 0,-24 25 15,0-25-15,25 25 0,-25-25 0,0 0 0,25 25 16,-25-25-16,0 0 0,25 0 0,-25 0 0,0 24 15,25-24-15,-25 0 0,24 0 0,-24 0 0,0 0 0,25 25 16,-25-25-16,0 0 0,0 0 0,0 0 0,0 0 16,0 0-16,0 25 0,0-25 0,0 0 0,0 0 0,0 0 15,0 0-15,0 0 0,0 0 0,0 25 0,-25-25 16,25 0-16,0 0 0,0 0 0,-24 25 0,24-25 15,0 0-15,0 0 0,-25 0 0,25 0 0,0 0 0,0 0 16,0 0-16,0 0 0,-25 0 0,25 0 0,0-25 16,0 25-16,0 0 0,0 0 0,0 0 0,0-25 0,0 25 15,0 0-15,25-25 0</inkml:trace>
  <inkml:trace contextRef="#ctx0" brushRef="#br0" timeOffset="50534.8903">4812 3125 0,'0'0'0,"0"0"0,0 0 0,0 0 15,-25 0-15,25 0 0,0 0 0,0 0 0,0 0 0,0 0 16,0 25-16,0-25 0,0 0 0,0 0 0,0 0 16,25 25-16,-25-25 0,0 0 0,0 25 0,0-25 0,0 25 15,0-25-15,25 24 0,-25-24 0,0 25 0,0 0 16,25-25-16,-25 25 0,0-25 0,0 25 0,25-25 0,-25 24 15,0-24-15,0 25 0,0-25 0,0 0 16,24 25-16,-24-25 0,0 0 0,25 25 0,-25-25 0,0 0 16,0 25-16,25-25 0,-25 0 0,0 0 0,0 0 15,0 0-15,0 0 0,25 0 0,-25 0 0,0 0 0,0 0 16,0-25-16,0 25 0,0 0 0,0 0 0,0-25 0,0 25 15,0-25-15,0 25 0,0 0 0,0-25 0,0 25 16,0-24-16,0 24 0,0-25 0,0 25 0,0 0 0,0-25 16,0 25-16,0-25 0,0 25 0,0 0 0,0-25 15,0 25-15,0 0 0,0-24 0,0 24 0,0 0 16,0 0-16,0 0 0,0 0 0,0 0 0,0 0 0,0 0 15,0 0-15,0 24 0,0-24 0,0 0 0,0 0 16,0 25-16,0-25 0,0 0 0,0 25 0,0-25 16,25 0-16,-25 25 0,0-25 0,0 0 0,0 25 0,0-25 15,0 24-15,0-24 0,0 25 0,0-25 0,0 25 0,0 0 16,24-25-16,-24 0 0,0 25 0,0-25 15,0 0-15,0 24 0,0-24 0,0 0 0,25 0 0,-25 0 16,0 0-16,0 25 0,0-25 0,0 0 0,0 0 0,0-25 16,0 25-16,25 0 0,-25 0 0,0 0 0,0-24 15,0 24-15,0-25 0</inkml:trace>
  <inkml:trace contextRef="#ctx0" brushRef="#br0" timeOffset="50765.9036">4986 2977 0,'0'0'0,"0"0"0,0 0 0,0 0 16,0 0-16,0 0 0,0 0 0,0 0 0,0 0 0,25 0 16,-25-25-16,0 25 0,24 0 0,-24 0 0,0 0 15,25 0-15,-25 0 0,25 0 0,-25 0 0,25 0 0,-25 25 16,0-25-16,0 0 0,0 0 0,0 24 0,25-24 15,-25 0-15,-25 25 0,25-25 0,0 0 0,0 25 0,0-25 16,0 25-16,0-25 0,0 0 0,-25 0 0,25 25 16,0-25-16,0 0 0,0 0 0,-25 0 0,25 0 15,0 0-15</inkml:trace>
  <inkml:trace contextRef="#ctx0" brushRef="#br0" timeOffset="50955.9145">5135 2853 0,'24'-25'0,"-24"25"15,25 0-15,-25 0 0,25 0 0,-25 0 0,25 0 0,-25 0 16,25 0-16,-25 0 0,0 0 0,24 0 0,-24 0 16,0 0-16,25 25 0,-25-25 0,0 0 0,0 24 0,-25-24 15,25 0-15,0 25 0,-24-25 0,24 25 0,-25-25 16,25 25-16,-25-25 0,0 25 0,25-25 0,-25 24 15,25-24-15,-24 25 0</inkml:trace>
  <inkml:trace contextRef="#ctx0" brushRef="#br0" timeOffset="51542.948">6350 3076 0,'0'-25'0,"0"25"0,0 0 0,0 0 16,0 0-16,0 0 0,0-25 0,0 25 0,0 0 16,0 0-16,0-25 0,0 25 0,0 0 0,-25 0 0,25-24 15,0 24-15,0 0 0,0-25 0,0 25 0,0 0 16,0 0-16,0 0 0,0 0 0,0-25 0,0 25 15,0 0-15,-25 0 0,25 0 0,0 25 0,0-25 0,0 0 16,-24 0-16,24 0 0,0 0 0,0 0 0,-25 25 16,25-25-16,0 0 0,-25 0 0,25 0 0,-25 24 0,25-24 15,0 0-15,0 0 0,-25 25 0,25-25 0,0 25 16,0-25-16,0 25 0,0-25 0,0 25 0,0-25 15,0 24-15,25-24 0,-25 25 0,0 0 0,25-25 0,-25 25 16,0 0-16,25-25 0,-25 24 0,25 1 0,-25-25 16,0 25-16,24-25 0,-24 25 0,25 0 0,-25-25 0,0 24 15,25-24-15,-25 25 0,0-25 0,0 0 0,25 25 16,-25-25-16,0 25 0,0-25 0,0 0 0,0 0 0,0 25 15,0-25-15,0 0 0,0 0 0,0 0 0,0 24 16,0-24-16,0 0 0,-25 0 0,25 0 0,0 0 16,0 0-16,-25 0 0,25 0 0,0 0 0,0 0 0,-25 0 15,25 0-15,0 0 0,0 0 0,0 0 0,0-24 0,-24 24 16,24 0-16,0 0 0,0 0 0,0 0 0,0 0 15,0 0-15,0-25 0,0 25 0,0 0 0,0 0 16,0 0-16,24 0 0,-24 0 0,0-25 0,0 25 0,0 0 16,25 0-16,-25 0 0,0-25 0,25 25 0,-25 0 15</inkml:trace>
  <inkml:trace contextRef="#ctx0" brushRef="#br0" timeOffset="51768.9609">6772 3200 0,'0'0'15,"0"0"-15,0 0 0,0 0 0,0 0 0,0 0 16,-25 0-16,25 0 0,0 0 0,0 0 0,25 0 0,-25 0 16,0 0-16,0 0 0,0 0 0,24 0 0,-24 0 15,0 0-15,25 0 0,-25 0 0,25 0 0,-25 0 16,0 0-16,25 0 0,-25 0 0,25 0 0,-25 0 0,0 0 15,25 0-15,-25 0 0,0 0 0,24 0 0,-24 25 0,0-25 16,0 0-16,0 0 0,0 0 0,0 0 0,0 24 16,0-24-16,0 0 0</inkml:trace>
  <inkml:trace contextRef="#ctx0" brushRef="#br0" timeOffset="51929.9702">6796 3497 0,'0'0'0,"0"0"0,0 0 15,0 0-15,0 0 0,0 0 0,0 0 0,0 0 0,25 0 16,-25 0-16,0 0 0,0-24 0,25 24 0,-25 0 15,25 0-15,-25 0 0,25 0 0,0 0 0,-25-25 0,24 25 16,-24 0-16,25 0 0,-25 0 0,0 0 0,25 0 16,-25 0-16,25 0 0,-25 0 0,0 0 0</inkml:trace>
  <inkml:trace contextRef="#ctx0" brushRef="#br0" timeOffset="52602.0086">7987 2679 0,'0'0'0,"0"0"15,0 0-15,0 0 0,0 0 0,0 0 0,-25 0 16,25 0-16,0 0 0,0 0 0,0 0 0,0 0 0,0 0 15,0 0-15,0 0 0,0 0 0,0 0 0,0 0 16,0 0-16,0 0 0,0 0 0,0 0 0,0 0 0,0 25 16,0-25-16,0 0 0,25 0 0,-25 25 0,0-25 0,0 0 15,0 24-15,0-24 0,0 25 0,0-25 0,0 0 16,25 25-16,-25-25 0,0 25 0,0-25 0,0 25 15,0-25-15,25 0 0,-25 24 0,0-24 0,0 25 0,25-25 16,-25 25-16,0-25 0,0 25 0,0-25 0,24 0 16,-24 25-16,0-25 0,0 0 0,0 0 0,0 24 15,0-24-15,0 0 0,0 0 0,0 0 0,0 25 0,0-25 16,-24 0-16,24 0 0,0 25 0,0-25 0,0 0 15,0 0-15,-25 0 0,25 25 0,0-25 0,0 0 0,-25 0 16,25 0-16,0 0 0,-25 25 0,25-25 0,0 0 16,0 0-16,-25 0 0,25 0 0,0 0 0,0 0 0,0 0 15,-25 0-15,25 0 0,0 0 0,0 0 0,0 0 16,0 0-16,0 0 0,0 0 0,0 0 0,25 0 15,-25 0-15,0 0 0,0 0 0,0 0 0,0 0 0,25 0 16,-25 0-16,0 0 0,0 0 0,25 0 0,-25 0 16,25 0-16,-25 0 0,0 0 0,25 24 0,-25-24 15,0 0-15,24 25 0,-24-25 0,0 25 0,25-25 0,-25 25 16,0-25-16,0 25 0,0-25 0,0 24 0,25-24 15,-25 25-15,0 0 0,0-25 0,0 25 0,0-25 0,0 25 16,0-25-16,0 24 0,0-24 0,0 0 0,0 25 16,0-25-16,0 25 0,0-25 0,0 0 0,0 0 0,0 25 15,0-25-15,0 0 0,0 0 0,0 0 0,0 0 16,0 0-16,0 0 0,0 0 0,0 0 0,0 0 15,0 0-15,0-25 0,25 25 0,-25 0 0,0-25 0</inkml:trace>
  <inkml:trace contextRef="#ctx0" brushRef="#br0" timeOffset="53684.0705">8806 3200 0,'0'0'0,"0"0"0,0 0 0,0 0 0,0 0 16,0 0-16,0 0 0,0 0 0,0 0 0,0 0 16,0 0-16,0 0 0,0 0 0,0 0 0,0 0 0,0 0 15,0 0-15,0 0 0,0 0 0,0-25 0,0 25 16,0 0-16,0 0 0,-25 0 0,25 0 0,0 0 15,0 0-15,0 0 0,0 0 0,0 0 0,0-25 0,0 25 16,0 0-16,0 0 0,0 0 0,0 0 0,0 0 16,0 0-16,0 0 0,0 0 0,0 0 0,0 0 0,0 0 15,0 0-15,0 0 0,0-25 0,25 25 0,-25 0 16,0 0-16,0 0 0,0 0 0,0 0 0,0-24 15,24 24-15,-24 0 0,0 0 0,0 0 0,0 0 0,0 0 16,0 0-16,0 0 0,0 24 0,25-24 0,-25 0 16,0 0-16,0 0 0,0 0 0,0 25 0,0-25 0,25 0 15,-25 25-15,0-25 0,0 0 0,25 25 0,-25-25 16,0 25-16,0-25 0,0 24 0,0-24 0,25 25 15,-25-25-15,0 25 0,0-25 0,0 25 0,0-25 0,0 25 16,0-25-16,0 24 0,0-24 0,-25 0 0,25 25 16,0-25-16,0 25 0,0-25 0,0 0 0,0 25 0,0-25 15,-25 0-15,25 25 0,0-25 0,0 0 0,0 0 16,0 24-16,0-24 0,0 0 0,0 0 0,0 0 0,-25 0 15,25 0-15,0 0 0,0 0 0,0 0 0,0 0 16,0 0-16,0 0 0,0 0 0,0 0 0,0 0 16,0 0-16,0 0 0,0 0 0,0 0 0,0-24 0,0 24 15,0 0-15,0-25 0,0 25 0,25-25 0,-25 25 16,0-25-16,0 25 0,25-25 0,-25 25 0,0-24 0,25 24 15</inkml:trace>
  <inkml:trace contextRef="#ctx0" brushRef="#br0" timeOffset="53927.0844">9004 3200 0,'0'-25'0,"0"25"0,0 0 15,0 0-15,0 0 0,0 0 0,0-25 0,0 25 16,0 0-16,0 0 0,0 0 0,0 0 0,0 0 0,0 0 15,0 0-15,0 0 0,0 0 0,-25 0 0,25 0 16,0 0-16,0 0 0,0 0 0,0 0 0,0 0 16,0 25-16,0-25 0,-25 0 0,25 0 0,0 25 0,0-25 15,0 25-15,0-25 0,0 24 0,0-24 0,0 25 16,0-25-16,0 25 0,0-25 0,0 25 0,25 0 0,-25-25 15,0 24-15,0-24 0,0 25 0,0-25 0,0 25 16,25-25-16,-25 25 0,0-25 0,0 0 0,25 25 0,-25-25 16,0 0-16,0 0 0,25 0 0,-25 0 0,25 0 15,-25 0-15,24 0 0,-24 0 0,25 0 0,-25 0 16,25-25-16,-25 25 0,25 0 0,0-25 0,-25 25 0,24 0 15,-24-25-15,25 25 0,-25 0 0</inkml:trace>
  <inkml:trace contextRef="#ctx0" brushRef="#br0" timeOffset="54149.097">9575 3225 0,'0'0'0,"0"-25"0,0 25 15,0 0-15,0 0 0,0 0 0,0 0 0,0-25 16,0 25-16,24 0 0,-24 0 0,0 0 0,0 0 0,0 0 15,25 0-15,-25-25 0,0 25 0,25 0 0,-25 0 16,0 0-16,25 0 0,-25 0 0,0 0 0,25 0 0,-25 0 16,0 0-16,24 0 0,-24 0 0,0 0 0,25 0 15,-25 0-15,0 0 0,25 25 0,-25-25 0,0 0 16,0 0-16,0 0 0,25 0 0,-25 0 0,0 0 0,0 25 15</inkml:trace>
  <inkml:trace contextRef="#ctx0" brushRef="#br0" timeOffset="54339.108">9550 3473 0,'0'0'0,"0"0"16,0 0-16,0 0 0,0 0 16,0 0-16,25 0 0,-25 0 0,0 0 0,0 0 0,24-25 0,-24 25 15,25 0-15,-25 0 0,0 0 0,25 0 0,-25 0 0,25 0 16,-25 0-16,25 0 0,-25 0 0,24-25 0,-24 25 15,25 0-15,-25 0 0,25 0 0,-25 0 0,25 0 0,0-25 16,-25 25-16,24 0 0,1 0 0,-25 0 0,25 0 16,0 0-16</inkml:trace>
  <inkml:trace contextRef="#ctx0" brushRef="#br0" timeOffset="54645.1255">10542 2902 0,'0'0'0,"-25"0"0,25 0 0,0 0 15,-25 0-15,25-25 0,0 25 0,0 0 0,-24 0 16,24 0-16,0 0 0,-25 25 0,25-25 0,0 0 15,-25 0-15,25 25 0,0-25 0,0 0 0,-25 25 0,25-25 16,0 25-16,0-25 0,-25 24 0,25 1 0,0 0 16,0-25-16,0 25 0,0 0 0,-24-1 0,24 1 15,0 0-15,0 0 0,0 0 0,0-1 0,24 1 16,-24 0-16,0 0 0,0-25 0,25 25 0,-25-1 0,0-24 15,25 25-15,0-25 0,-25 25 0,25-25 0,-1 25 0,-24-25 16,25 0-16,0 25 0,0-25 0,0 0 0</inkml:trace>
  <inkml:trace contextRef="#ctx0" brushRef="#br0" timeOffset="57543.291">11088 3249 0,'0'0'0,"0"0"0,0 0 0,0 0 15,0 0-15,0-24 0,0 24 0,0 0 0,0 0 16,0 0-16,0 0 0,0 0 0,0 0 0,0 0 15,0 0-15,0 0 0,0 0 0,0 0 0,0-25 0,0 25 16,0 0-16,0 0 0,0 0 0,0 0 0,0 0 16,0 0-16,0 0 0,0 0 0,0 0 0,0-25 0,0 25 15,0 0-15,0 0 0,0 0 0,-25 0 0,25 0 16,0 0-16,0 0 0,0 0 0,0 0 0,0 0 0,0 0 15,0 0-15,-25 0 0,25 0 0,0 0 0,0 0 16,0 0-16,0 0 0,0 0 0,-25 0 0,25 0 16,0 0-16,0 0 0,0 0 0,0 0 0,-25 0 0,25 0 15,0 0-15,0 0 0,0 0 0,-24 0 0,24 0 16,0 0-16,0 0 0,0 0 0,0 0 0,0 0 15,-25 0-15,25 0 0,0 0 0,0 0 0,0 25 0,-25-25 16,25 0-16,0 0 0,-25 25 0,25-25 0,0 0 16,0 24-16,0-24 0,-25 0 0,25 25 0,0-25 0,0 0 15,0 25-15,0-25 0,0 25 0,0-25 0,0 0 16,0 25-16,0-25 0,0 0 0,0 24 0,0-24 0,0 25 15,0-25-15,25 0 0,-25 25 0,0-25 0,0 0 16,0 0-16,0 25 0,25-25 0,-25 0 0,0 0 16,0 0-16,0 0 0,25 0 0,-25 0 0,0 0 0,0 0 15,25 0-15,-25-25 0,0 25 0,24 0 0,-24 0 16,0 0-16,25 0 0,-25-25 0,0 25 0,25 0 0,-25 0 15,0 0-15,0-25 0,0 25 0,25 0 0,-25 0 16,0-24-16,0 24 0,0 0 0,0 0 0,0 0 0,0-25 16,0 25-16,0 0 0,0 0 0,0 0 0,0 0 15,0-25-15,0 25 0,0 0 0,0 0 0,0 0 16,0 0-16,0 0 0,0 0 0,0 0 0,0-25 0,0 25 15,0 0-15,0 0 0,0 0 0,0 0 0,0 0 16,0 0-16,0 0 0,0 0 0,0 0 0,0 0 16,0 0-16,0 0 0,0 0 0,0 0 0,0 0 0,0 0 15,0 0-15,0 0 0,0 0 0,0 0 0,0 0 16,0 0-16,0 0 0,0 0 0,0 0 0,0 0 0,0 0 15,0 0-15,0 0 0,0 0 0,0 0 0,0 0 16,0 0-16,0 0 0,0 0 0,0 0 0,0 0 0,0 25 16,0-25-16,0 0 0,0 0 0,0 0 0,0 0 15,0 25-15,0-25 0,0 0 0,0 0 0,0 25 16,0-25-16,0 0 0,0 24 0,0-24 0,0 0 0,0 25 15,0-25-15,0 0 0,0 25 0,0-25 0,0 0 0,25 0 16,-25 25-16,0-25 0,0 0 0,0 0 0,24 25 16,-24-25-16,0 0 0,0 0 0,0 0 0,0 0 15,25 0-15,-25 0 0,0 0 0,0 0 0,0 0 0,0 0 16,25 0-16,-25 0 0,0 0 0,0-25 0,25 25 15,-25 0-15,0-25 0,0 25 0,25 0 0,-25-25 0,0 25 16,25 0-16,-25-25 0,0 25 0,24 0 0,-24 0 16,25-24-16,-25 24 0,0 0 0</inkml:trace>
  <inkml:trace contextRef="#ctx0" brushRef="#br0" timeOffset="57756.3034">11485 3225 0,'0'0'0,"0"0"0,0 0 0,0 0 16,0 0-16,0 0 0,0 0 0,0 0 16,0 0-16,0 0 0,0 0 0,0 0 0,0 0 0,0 0 0,0 0 0,0 0 15,0 0-15,0 0 0,0 0 0,0 0 0,0 0 16,0 0-16,0 0 0,0 0 0,0 0 0,0 24 15,0-24-15,0 0 0,0 0 0,0 0 0,0 0 0,0 0 16,0 25-16</inkml:trace>
  <inkml:trace contextRef="#ctx0" brushRef="#br0" timeOffset="57961.3152">11534 3398 0,'25'0'0,"-25"25"16,0-25-16,0 0 0,0 0 0,0 0 0,25 25 0,-25-25 16,0 0-16,0 0 0,0 25 0,25-25 0,-25 0 15,0 0-15,0 24 0,24-24 0,-24 0 0,0 0 0,0 0 16,25 25-16,-25-25 0,0 0 0,0 0 0,0 25 15,0-25-15,0 0 0,0 0 0,0 25 0,0-25 0,-25 25 16,25-25-16,0 0 0,0 24 0,0-24 0,-24 25 16,24-25-16,0 0 0,0 25 0,0-25 0,0 0 0,-25 0 15,25 0-15,0 0 0,0 0 0,0 0 0,0 0 16,0 0-16</inkml:trace>
  <inkml:trace contextRef="#ctx0" brushRef="#br0" timeOffset="58501.346">11981 3026 0,'0'-25'0,"0"25"0,0 0 0,0 0 16,0 0-16,0 0 0,0 0 0,0 0 0,0 25 0,0-25 15,0 0-15,0 0 0,24 25 0,-24-25 0,0 25 16,0-25-16,0 25 0,0-25 0,0 24 0,0 1 16,25-25-16,-25 25 0,0 0 0,0-25 0,0 25 0,0-1 15,0-24-15,0 25 0,0 0 0,25-25 16,-25 25-16,0-25 0,0 25 0,0-25 0,0 24 0,0-24 15,0 0-15,0 25 0,0-25 0,0 0 0,0 25 0,0-25 16,0 0-16,0 0 0,0 0 0,0 0 0,0 0 16,0 0-16,0 0 0,0 0 0,0 0 0,0 0 0,0 0 15,0 0-15,0 0 0,0 0 0,0 0 0,0 0 16,0-25-16,0 25 0,0 0 0,0-25 0,0 25 0,25 0 15,-25-24-15,0 24 0,0 0 0,0-25 0,25 25 16,-25 0-16,0 0 0,24 0 0,-24 0 0,0-25 16,25 25-16,-25 0 0,0 0 0,0 0 0,25 0 0,-25 0 15,0 0-15,25 0 0,-25 25 0,0-25 0,0 0 16,25 0-16,-25 25 0,0-25 0,0 0 0,0 24 0,0-24 15,0 25-15,0-25 0,25 0 0,-25 25 16,0-25-16,-25 25 0,25-25 0,0 0 0,0 25 0,0-25 0,0 0 16,0 0-16,0 24 0,0-24 0,0 0 0,-25 0 15,25 0-15,0 25 0,0-25 0,-25 0 0,25 0 16,0 0-16,0 0 0,-25 0 0,25 0 0,0 0 0,0 0 15,0 0-15,-25 0 0,25 0 0,0 0 0,0 0 16,0 0-16,0 0 0,0-25 0,0 25 0,0 0 0,0 0 16,0-24-16,0 24 0,25 0 0,-25-25 0,0 25 15,25-25-15,-25 25 0,25-25 0,-25 25 0,25 0 16</inkml:trace>
  <inkml:trace contextRef="#ctx0" brushRef="#br0" timeOffset="58657.355">12502 3249 0,'0'0'0,"0"0"0,0 0 0,0 0 0,0 0 0,0 0 15,0 0-15,0 0 0,0 0 0,0 0 0,0 0 16,0 0-16,0 0 0,0 0 0,0 0 0,0 0 0,0 0 16,0 0-16,0 0 0,0 25 0,0-25 0,0 0 15,0 0-15,24 0 0,-24 0 0,0 0 0,0 0 0</inkml:trace>
  <inkml:trace contextRef="#ctx0" brushRef="#br0" timeOffset="58845.3657">12626 3324 0,'0'25'0,"0"-25"15,0 0-15,0 0 0,0 0 0,24 24 16,-24-24-16,0 0 0,0 0 0,25 25 0,-25-25 0,0 0 15,0 0-15,0 25 0,25-25 0,-25 0 0,0 25 16,0-25-16,0 0 0,0 25 0,0-25 0,0 24 0,0-24 16,0 0-16,0 25 0,0-25 0,0 25 0,-25-25 15,25 0-15,0 25 0,0-25 0,0 0 0,0 0 0,-25 25 16,25-25-16,0 0 0,0 0 0,0 0 0,0 0 0,-24 24 15,24-24-15,0 0 0,0-24 0,0 24 16,0 0-16</inkml:trace>
  <inkml:trace contextRef="#ctx0" brushRef="#br0" timeOffset="59209.3865">13246 3150 0,'0'0'0,"0"0"0,0-25 0,0 25 16,0 0-16,-25-24 0,25 24 0,0 0 0,0-25 0,0 25 16,-25 0-16,25 0 0,0-25 0,0 25 0,0 0 0,0 0 15,-25 0-15,25 0 0,0 0 0,0 0 0,0 0 16,0 0-16,0 0 0,-25 0 0,25 0 0,0 25 15,0-25-15,0 0 0,0 25 0,0-25 0,-24 24 0,24-24 16,0 25-16,0-25 0,0 25 0,0 0 0,0-25 16,0 25-16,0-25 0,0 24 0,0 1 0,0-25 0,0 25 15,0-25-15,0 25 0,0 0 0,24-25 0,-24 24 16,0-24-16,0 25 0,0-25 0,25 0 0,-25 25 15,0-25-15,0 0 0,25 0 0,-25 25 0,0-25 16,0 0-16,25 0 0,-25 0 0,0 0 0,25 0 0,-25 0 16,0-25-16,25 25 0,-25 0 0,0 0 0,24-25 0,-24 25 15,25 0-15,-25-25 0,25 25 0,-25-24 0,25 24 16,-25 0-16,25-25 0</inkml:trace>
  <inkml:trace contextRef="#ctx0" brushRef="#br0" timeOffset="59358.3951">13593 3225 0,'0'0'0,"0"0"16,0 0-16,0 0 0,0 0 0,0 0 0,0 0 0,0 0 15,0 0-15,0 0 0,0 0 0,0 0 0,0 0 16,0 0-16,0 0 0,0 0 0,0 0 0,0 0 16,0 0-16,0 0 0,0 0 0,0 0 0,0 0 0,0 0 15,0 0-15,0 0 0,25 0 0,-25 0 0,0 0 16</inkml:trace>
  <inkml:trace contextRef="#ctx0" brushRef="#br0" timeOffset="59577.4076">13692 3299 0,'0'0'0,"0"0"0,0 0 0,0 0 0,0 0 0,25 25 15,-25-25-15,0 0 0,0 0 0,0 0 0,0 0 16,25 0-16,-25 25 0,0-25 0,0 0 0,25 0 0,-25 24 16,0-24-16,0 0 0,24 25 0,-24-25 0,0 0 15,0 25-15,0-25 0,0 25 0,0-25 0,0 25 0,0-25 16,0 0-16,-24 24 0,24-24 0,0 25 0,0-25 15,-25 0-15,25 25 0,0-25 0,-25 0 0,25 25 16,0-25-16,0 25 0,-25-25 0,25 0 0,0 0 0,-25 0 16,25 0-16,0 24 0,0-24 0,0 0 0,0 0 15</inkml:trace>
  <inkml:trace contextRef="#ctx0" brushRef="#br0" timeOffset="59971.4301">14412 3349 0,'-25'0'0,"25"-25"0,0 25 0,0 0 15,0-25-15,0 25 0,-25 0 0,25-25 0,0 25 16,0 0-16,0 0 0,-25 0 0,25-25 0,0 25 15,-25 0-15,25 0 0,0 0 0,0-24 0,-25 24 0,25 0 16,0 0-16,0 0 0,-24 0 0,24 0 0,0 0 16,0 0-16,-25 24 0,25-24 0,0 0 0,0 0 15,-25 0-15,25 25 0,0-25 0,0 0 0,0 25 0,-25-25 16,25 25-16,0-25 0,0 0 0,0 25 0,0-25 15,0 24-15,0-24 0,0 25 0,0-25 0,0 0 16,0 25-16,0-25 0,0 25 0,0-25 0,0 0 0,0 25 16,0-25-16,0 0 0,25 0 0,-25 0 0,0 0 15,25 24-15,-25-24 0,0 0 0,25 0 0,-25-24 0,24 24 16,-24 0-16,25 0 0,-25 0 0,25-25 0,-25 25 15,25 0-15,-25-25 0,25 25 0,-25-25 0,0 25 16,25-25-16,-25 25 0,0-24 0,24 24 0,-24-25 0,0 25 16,0-25-16,0 25 0,0-25 0,0 0 0,0 25 0,0-24 15</inkml:trace>
  <inkml:trace contextRef="#ctx0" brushRef="#br0" timeOffset="60225.4447">14412 3175 0,'0'-25'0,"0"0"16,0 25-16,0-24 0,-25 24 0,25-25 0,0 25 0,0-25 15,0 25-15,0 0 0,0-25 0,0 25 16,0 0-16,0 0 0,0 0 0,0 0 0,0 0 0,0 0 16,0 0-16,0 0 0,0 0 0,0 0 0,0 0 0,0 25 15,0-25-15,0 0 0,0 0 0,0 25 0,0-25 16,0 25-16,0-25 0,0 24 0,0 1 0,25-25 15,-25 25-15,0 0 0,0-25 0,0 25 0,0-1 16,0-24-16,0 25 0,0 0 0,0-25 0,24 25 0,-24 0 16,0-25-16,0 24 0,0-24 0,0 25 0,0-25 0,0 25 15,0-25-15,25 0 0,-25 25 0,0-25 0,0 0 16,0 25-16,0-25 0,0 0 0,0 0 0,0 24 0,0-24 15,0 0-15,0 0 0,0 0 0,0 0 16,0 0-16,0 0 0,0 0 0,0 0 0,0 0 0,0 0 16,25 0-16,-25 0 0,0 0 0,0 0 0,0-24 0,0 24 15,0 0-15,0 0 0,25-25 0,-25 25 0,0 0 16,0-25-16,25 25 0</inkml:trace>
  <inkml:trace contextRef="#ctx0" brushRef="#br0" timeOffset="60552.4633">14759 2902 0,'0'0'0,"0"0"0,0 0 0,25 0 0,-25 0 16,0 0-16,0 0 0,24 0 0,-24 25 0,0-25 0,25 0 15,-25 25-15,0-25 0,25 0 0,-25 25 0,25-1 16,-25-24-16,0 25 0,25 0 0,-25-25 0,0 25 16,0 0-16,24-25 0,-24 24 0,0 1 0,0 0 0,25-25 15,-25 25-15,0 0 0,0-1 0,0-24 0,0 25 16,0-25-16,0 25 0,0 0 0,0-25 0,-25 25 0,25-25 15,0 24-15,0-24 0,0 25 0,-24-25 0,24 25 16,0 0-16,-25-25 0,25 25 0,-25-25 0,25 24 16,0-24-16,-25 25 0,25-25 0,0 25 0,-25-25 0,25 25 15,0-25-15,-24 0 0,24 0 0,0 25 0,0-25 16,-25 0-16,25 0 0,0 0 0,0 0 0,0-25 0,0 25 15,25 0-15,-25 0 0</inkml:trace>
  <inkml:trace contextRef="#ctx0" brushRef="#br0" timeOffset="61041.4913">15329 2853 0,'0'0'0,"0"-25"0,0 25 16,0-25-16,0 25 0,0 0 0,0-25 0,-25 25 15,25 0-15,0 0 0,0 0 0,0 0 0,0 0 0,0 0 16,0 0-16,0 0 0,0 0 0,0 0 0,0 0 15,0 0-15,0 0 0,0 0 0,0 0 0,0 0 16,0 25-16,0-25 0,0 0 0,0 25 0,0-25 0,0 25 16,0-1-16,0-24 0,0 25 0,0 0 0,0 0 15,0 0-15,0-1 0,25 1 0,-25 0 0,0 0 16,0 0-16,0-1 0,0 1 0,0 0 0,0 0 0,0 0 15,25-1-15,-25 1 0,0 0 0,0 0 0,0-25 0,25 25 16,-25-1-16,0 1 0,0-25 0,25 25 0,-25 0 16,0-25-16,0 25 0,0-25 0,25 24 0,-25-24 0,0 25 15,0-25-15,0 0 0,0 0 0,0 0 0,0 0 16,0 25-16,0-25 0,0 0 0,0 0 0,0 0 0,0 0 15,0 0-15,0-25 0,0 25 0,0 0 0,0 0 16,0-25-16,0 25 0,0 0 0,0-24 0</inkml:trace>
  <inkml:trace contextRef="#ctx0" brushRef="#br0" timeOffset="61744.5315">16073 3274 0,'0'0'16,"0"0"-16,0 0 0,0 0 0,0 0 0,0 0 16,0 0-16,0 0 0,0 0 0,0 0 0,0 0 0,0 0 15,0 0-15,0-25 0,0 25 0,0 0 0,0 0 16,0 0-16,0 0 0,0 0 0,0-24 0,0 24 0,0 0 15,0 0-15,-24 0 0,24 0 0,0 0 0,0 0 16,0 0-16,-25 0 0,25 0 0,0 0 0,0 0 0,-25 0 16,25 0-16,0 24 0,-25-24 0,25 0 0,0 0 15,-25 0-15,25 25 0,0-25 0,0 0 0,-24 25 16,24-25-16,0 0 0,0 25 0,0-25 0,0 25 0,-25-25 15,25 0-15,0 24 0,0-24 0,0 25 0,25-25 16,-25 25-16,0-25 0,0 25 0,0-25 0,0 25 0,24-25 16,-24 0-16,0 24 0,0-24 0,0 0 0,25 25 15,-25-25-15,0 0 0,0 0 0,25 0 0,-25 0 0,0 0 16,25 0-16,-25 0 0,0 0 0,25 0 0,-25 0 15,0 0-15,24 0 0,-24-25 0,0 25 0,0 0 16,25 0-16,-25-24 0,0 24 0,0 0 0,0 0 0,0-25 16,25 25-16,-25 0 0,0-25 0,0 25 0,0 0 15,0-25-15,0 25 0,0 0 0,0 0 0,0 0 16,0 0-16,0-25 0,0 25 0,0 0 0,0 0 0,0 0 15,0 0-15,0 0 0,0 0 0,0 0 0,0 0 16,0 0-16,0 0 0,0 0 0,0 25 0,0-25 0,0 0 16,0 0-16,0 0 0,0 25 0,0-25 0,0 0 15,25 25-15,-25-25 0,0 25 0,0-25 0,0 24 0,0-24 16,0 25-16,0-25 0,0 0 0,0 25 0,0-25 15,0 0-15,25 25 0,-25-25 0,0 0 0,0 0 16,0 0-16,24 0 0,-24 0 0,0 0 0,25 0 0</inkml:trace>
  <inkml:trace contextRef="#ctx0" brushRef="#br0" timeOffset="61905.5408">16421 3473 0,'0'0'0,"0"0"0,0 0 16,-25 0-16,25 24 0,0-24 0,0 0 0,0 0 15,0 0-15,0 0 0,25 25 0,-25-25 0,0 0 16,0 25-16,0-25 0,0 25 0,0-25 0,0 25 0,-25-1 15,25-24-15,0 25 0,0-25 0,0 25 0,0 0 16,-25-25-16,25 25 0,0-25 0,0 25 0,-25-25 0,25 24 16,0-24-16</inkml:trace>
  <inkml:trace contextRef="#ctx0" brushRef="#br0" timeOffset="64736.7027">16892 3125 0,'0'0'0,"0"0"0,0 0 15,0 0-15,0 0 0,0 0 0,0 0 0,0 0 16,0 0-16,0 0 0,0 0 0,0 0 0,0 0 0,0 0 16,0 0-16,0 0 0,0 0 0,0 0 0,0 0 15,0 0-15,0 0 0,0 0 0,0 0 0,0 0 0,0 0 16,0 0-16,0 0 0,0 0 0,0 0 0,0 0 15,0 0-15,0 0 0,0 25 0,0-25 0,0 0 16,0 0-16,0 0 0,0 0 0,0 0 0,0 25 0,0-25 16,0 0-16,0 25 0,0-25 0,0 0 15,0 25-15,0-1 0,0-24 0,0 25 0,0-25 0,0 25 0,0-25 16,0 25-16,-25 0 0,25-25 0,0 24 0,0-24 15,0 25-15,0 0 0,0-25 0,0 25 0,0-25 16,0 25-16,0-25 0,0 24 0,0-24 0,0 25 0,0-25 16,0 25-16,0-25 0,0 0 0,0 0 0,0 0 15,0 25-15,0-25 0,0 0 0,0 0 0,0 0 0,0 0 16,0 0-16,0 0 0,0 0 0,0 0 0,0 0 15,0 0-15,0 0 0,0 0 0,0 0 0,0 0 0,0 0 16,0 0-16,0 0 0,0 0 0,0 0 0,0 0 16,0 0-16,0 0 0,0 0 0,0 0 0,0 0 15,0 0-15,0 0 0,0 0 0,0 0 0,0 0 0,0 0 16,0 0-16,25 0 0,-25 0 0,0 0 0,0-25 0,0 25 15,0 0-15,25 0 0,-25-25 0,0 25 0,0 0 16,25 0-16,-25-25 0,0 25 0,0 0 16,24 0-16,-24-24 0,0 24 0,0 0 0,25 0 0,-25-25 15,0 25-15,25 0 0,-25 0 0,0 0 0,0 0 0,25-25 16,-25 25-16,0 0 0,0 0 0,0 0 0,25 0 15,-25 0-15,0 0 0,0 25 0,0-25 0,0 0 0,24 0 16,-24 0-16,0 0 0,0 25 0,0-25 0,0 0 16,0 24-16,0-24 0,25 0 0,-25 25 0,0-25 15,0 0-15,0 25 0,0-25 0,0 0 0,0 25 0,0-25 16,0 0-16,0 0 0,0 25 0,0-25 0,-25 0 0,25 0 15,0 24-15,0-24 0,0 0 0,0 0 16,-24 25-16,24-25 0,0 0 0,0 0 0,-25 0 0,25 0 16,0 0-16,-25 0 0,25 25 0,0-25 0,0 0 15,-25 0-15,25-25 0,0 25 0,-25 0 0,25 0 0,0 0 16,0 0-16,-24 0 0,24 0 0,0 0 0,0 0 0,0 0 15,0 0-15,0 0 0,0 0 0,0 0 0,0 0 16,0 0-16,0-25 0,0 25 0,0 0 0,0 0 16,0 0-16,0 0 0,24 0 0,-24 0 0,0 0 15,0 0-15,25 0 0,-25-24 0</inkml:trace>
  <inkml:trace contextRef="#ctx0" brushRef="#br0" timeOffset="64969.716">17512 3597 0,'0'0'0,"0"0"0,0 0 0,0 0 0,0 24 0,0-24 16,0 0-16,0 0 0,0 0 0,0 0 0,0 0 15,0 0-15,0 0 0,0 0 0,25 25 0,-25-25 16,0 0-16,0 25 0,0-25 0,0 0 0,0 25 0,0-25 15,0 0-15,0 25 0,-25-25 0,25 25 0,0-25 16,0 0-16,0 24 0,0-24 0,0 0 0,0 0 16,0 0-16,-25 25 0,25-25 0,0 0 0,0 0 0,0 0 15,0 0-15,25 0 0,-25-25 0</inkml:trace>
  <inkml:trace contextRef="#ctx0" brushRef="#br0" timeOffset="65340.7372">18231 3349 0,'0'-25'0,"0"25"0,0 0 0,0-25 0,0 25 15,-24-25-15,24 25 0,0 0 0,0 0 0,0 0 16,0-25-16,-25 25 0,25 0 0,0 0 0,0 0 0,0 0 16,-25 0-16,25 0 0,0 0 0,0 0 0,0 0 15,-25 0-15,25 0 0,0 25 0,-25-25 0,25 0 16,0 0-16,-24 25 0,24-25 0,0 0 0,-25 25 0,25-25 15,0 0-15,0 25 0,0-25 0,0 24 0,-25-24 16,25 25-16,0 0 0,0-25 0,25 25 0,-25-25 16,0 25-16,0-25 0,0 24 0,0-24 0,0 25 0,25-25 15,-25 0-15,0 25 0,24-25 0,-24 25 0,0-25 16,25 0-16,-25 0 0,25 0 0,-25 0 0,0 0 0,25 0 15,0 0-15,-25 0 0,24 0 0,-24-25 0,25 25 16,0 0-16,0-25 0,-25 25 0,25 0 0,-1-25 0,-24 25 16,25 0-16</inkml:trace>
  <inkml:trace contextRef="#ctx0" brushRef="#br0" timeOffset="65580.751">18604 3497 0,'0'0'0,"0"0"16,24 0-16,-24 0 0,0 0 0,0 0 0,0 0 15,0-24-15,0 24 0,25 0 0,-25 0 0,0 24 16,0-24-16,0 0 0,25 0 0,-25 0 0,0 0 0,0 0 16,0 0-16,25 0 0,-25 25 0,0-25 0,0 0 15,0 25-15,0-25 0,0 0 0,0 25 0,0-25 16,0 25-16,0-25 0,-25 0 0,25 24 0,0-24 0,0 25 15,-25-25-15,25 0 0,0 25 0,-25-25 0,25 0 16,-24 25-16,24-25 0,0 0 0,-25 25 0,25-25 0,0 0 16,0 0-16,-25 25 0,25-25 0,0 0 0</inkml:trace>
  <inkml:trace contextRef="#ctx0" brushRef="#br0" timeOffset="65966.773">19348 3497 0,'0'0'16,"0"0"-16,0 0 0,0-24 0,0 24 0,0 0 15,0-25-15,0 25 0,0 0 0,0-25 0,0 25 0,0-25 16,0 25-16,-25 0 0,25-25 0,0 25 0,0 0 15,0 0-15,-25-24 0,25 24 0,0 0 0,0 0 16,-25-25-16,25 25 0,0 0 0,-25 0 0,25 0 0,-24 0 16,24 0-16,0 0 0,-25 0 0,25 0 0,-25 25 15,25-25-15,-25 0 0,25 0 0,0 0 0,-25 0 0,25 24 16,-24-24-16,24 0 0,0 0 0,0 0 0,-25 25 15,25-25-15,0 0 0,0 25 0,0-25 0,0 0 0,0 25 16,0-25-16,0 0 0,0 0 0,0 25 0,0-25 16,0 0-16,0 24 0,0-24 0,25 25 0,-25-25 15,0 0-15,24 0 0,-24 0 0,0 25 0,25-25 0,-25 0 16,0 0-16,25 0 0,-25-25 0,25 25 0,-25 0 15,0 0-15,25 0 0,-25 0 0,24-25 0,-24 25 0,0 0 16,25-24-16,-25 24 0,0-25 0,25 25 0,-25-25 16,0 25-16,25-25 0,-25 0 0</inkml:trace>
  <inkml:trace contextRef="#ctx0" brushRef="#br0" timeOffset="66214.7871">19372 3150 0,'0'-25'0,"0"1"0,0 24 0,0-25 0,-24 25 0,24-25 16,0 25-16,0 0 0,0 0 0,0 0 0,0-25 16,0 25-16,0 0 0,0 0 0,0 0 0,0 0 15,0 25-15,0-25 0,0 0 0,0 25 0,0-25 0,24 25 16,-24-25-16,0 24 0,0 1 0,0-25 0,0 25 15,0 0-15,0 0 0,0-25 0,0 24 0,0 1 0,0 0 16,0 0-16,0-25 0,0 25 0,0-1 0,0-24 16,0 25-16,0 0 0,0-25 0,0 25 0,0-25 0,0 25 15,0-25-15,0 24 0,0-24 0,0 0 0,0 25 16,0-25-16,0 0 0,0 0 0,0 0 0,0 0 15,0 0-15,0 0 0,0 0 0,0 0 0,0 0 0,0 0 16,0 0-16,0 0 0,0 0 0,0 0 0,0 0 16,0 0-16,0 0 0,0 0 0,0 0 0,25-25 15,-25 25-15,0 0 0,25 0 0</inkml:trace>
  <inkml:trace contextRef="#ctx0" brushRef="#br0" timeOffset="66669.8133">20389 3150 0,'0'-25'15,"0"25"-15,0 0 0,-24 0 0,24-24 0,0 24 0,0 0 16,0 0-16,0 0 0,0-25 0,0 25 0,0 0 0,-25 0 16,25 0-16,0-25 0,0 25 0,0 0 0,0 0 15,0 0-15,-25 0 0,25 0 0,0 0 0,0 0 16,-25 0-16,25 0 0,0 0 0,-25 0 0,25 0 15,0 0-15,-24 0 0,24 0 0,0 25 0,-25-25 0,25 0 16,-25 0-16,25 25 0,-25-25 0,25 24 0,0-24 0,-25 25 16,25-25-16,0 25 0,0-25 0,-24 25 0,24 0 15,0-25-15,0 24 0,0-24 0,0 25 0,0 0 16,0-25-16,0 25 0,0-25 0,24 25 0,-24-25 0,0 24 15,0-24-15,0 25 0,25-25 0,-25 25 0,0-25 16,25 25-16,-25-25 0,0 0 0,25 25 0,-25-25 0,0 0 16,0 24-16,25-24 0,-25 0 0,0 0 0,24 0 15,-24 25-15,0-25 0,25 0 0,-25 0 0,0 0 0,0 0 16,25 0-16,-25 0 0,0 0 0,25-25 15,-25 25-15,0 0 0,25 0 0,-25 0 0,0 0 0,0-24 16,24 24-16,-24 0 0,0 0 0,0 0 0,0-25 0,0 25 16,0 0-16,0-25 0,0 25 0</inkml:trace>
  <inkml:trace contextRef="#ctx0" brushRef="#br0" timeOffset="66848.8235">20191 3324 0,'0'-25'16,"-25"25"-16,25 0 0,0 0 0,0 0 0,0 0 15,0 0-15,0 0 0,0 0 0,25 0 0,-25 0 0,0 0 16,0 0-16,25 0 0,-25 0 0,0 0 0,25 0 15,-25 0-15,24 0 0,-24 0 0,25 0 0,0 0 16,-25 0-16,25 0 0,-25 0 0,25 0 0,-1 0 0,-24 0 16,25 0-16,0 25 0,-25-25 0,25 0 0,0 0 15,-1-25-15,-24 25 0,25 0 0,0 0 0,0 0 16,-25 0-16</inkml:trace>
  <inkml:trace contextRef="#ctx0" brushRef="#br0" timeOffset="67183.8425">20861 3076 0,'0'-25'0,"0"25"0,0 0 0,0-25 16,0 25-16,0 0 0,0-25 0,0 25 0,0 0 0,0 0 16,0 0-16,0-24 0,0 24 0,0 0 0,0 0 15,0 0-15,0 0 0,0 0 0,0 24 0,0-24 0,0 0 16,0 25-16,0-25 0,0 0 0,0 25 0,0 0 15,0-25-15,0 25 0,0-1 0,0-24 0,0 25 16,0 0-16,-25 0 0,25 0 0,0-25 0,0 24 0,0 1 16,0 0-16,0 0 0,0-25 0,0 25 0,0-1 15,0-24-15,0 25 0,-25-25 0,25 25 0,0 0 0,0-25 16,0 0-16,0 25 0,0-25 0,0 0 0,0 0 15,0 24-15,0-24 0,0 0 0,0 0 0,0 0 16,0 0-16,0 25 0,0-25 0,0 0 0,0 0 0,0 0 16,0 0-16,0 0 0,0-25 0,0 25 0,0 0 15,0 0-15,0-24 0,0 24 0,-25 0 0,25-25 0,0 25 16,0-25-16,0 25 0,0 0 0,25-25 0,-25 25 15,0-25-15,0 25 0,0-24 0</inkml:trace>
  <inkml:trace contextRef="#ctx0" brushRef="#br0" timeOffset="67662.8701">20886 3026 0,'0'0'0,"0"0"0,0-25 15,0 25-15,0-24 0,0 24 0,0 0 0,0 0 16,0-25-16,0 25 0,0 0 0,0 0 0,0 0 0,0 0 16,0 0-16,24 0 0,-24 0 0,0 0 0,0 0 15,25 0-15,-25 0 0,25 0 0,-25 0 0,25 0 0,-25 0 16,25 0-16,-25 0 0,24 0 0,-24 0 0,25 0 15,-25 25-15,25-25 0,-25 0 0,25 24 0,-25-24 0,0 0 16,0 25-16,25-25 0,-25 25 0,0-25 0,0 25 16,0-25-16,0 25 0,0-25 0,0 24 0,0 1 15,0-25-15,0 25 0,-25-25 0,25 25 0,0-25 0,0 0 16,-25 25-16,25-25 0,0 24 0,-25-24 0,25 0 15,-25 0-15,25 25 0,0-25 0,-24 0 0,24 0 0,0 0 16,-25 0-16,25 25 0,0-25 0,0 0 0,-25 0 16,25 0-16,0 0 0,0 0 0,0 0 0,-25 0 0,25 25 15,0-25-15,0 0 0,0 0 0,0 0 0,0 0 16,0 0-16,0 0 0,0 0 0,0 0 0,0 0 15,0 0-15,0 0 0,0 0 0,0 0 0,0 0 0,0 0 16,25 0-16,-25 0 0,0 0 0,0 0 0,0 25 16,25-25-16,-25 0 0,0 0 0,25 0 0,-25 0 15,24 24-15,-24-24 0,25 0 0,-25 0 0,25 25 0,0-25 16,-25 0-16,25 25 0,-1-25 0,-24 0 0,25 25 15,-25-25-15,25 0 0,-25 25 0,25-25 0,-25 0 0,0 24 16,25-24-16,-25 0 0,0 0 0,0 25 0,24-25 16,-24 0-16,0 0 0,0 0 0,0 0 0,0 0 0,0 0 15,0 0-15,0 0 0,0 0 0,0 0 0,0 0 16,0 0-16,0 0 0,0 0 0,0 0 0,0-25 15,0 25-15,0 0 0,0-24 0,0 24 0,0-25 0,0 25 16,0-25-16</inkml:trace>
  <inkml:trace contextRef="#ctx0" brushRef="#br0" timeOffset="68328.9081">21506 2778 0,'0'0'0,"0"0"16,0 0-16,0-25 0,24 25 0,-24 0 0,0 0 0,0 0 16,0 0-16,0 0 0,25 0 0,-25 0 0,0 0 15,0 0-15,0 0 0,0 0 0,0 0 0,25 0 0,-25 0 16,0 0-16,0 25 0,0-25 0,0 0 0,0 0 15,0 25-15,0-25 0,0 0 0,0 25 0,0-25 0,0 25 16,0-25-16,0 24 0,0-24 0,-25 0 0,25 25 16,0-25-16,0 25 0,0-25 0,0 25 0,0-25 15,0 25-15,0-25 0,0 24 0,0-24 0,0 25 0,0-25 16,0 25-16,0-25 0,0 25 0,0-25 0,0 0 15,0 25-15,0-25 0,0 0 0,0 0 0,0 24 0,0-24 16,0 0-16,25 0 0,-25 0 0,0 0 0,0 0 16,0 0-16,0 0 0,0 0 0,25 0 0,-25 0 15,0 0-15,0 0 0,0 0 0,0 0 0,25 0 0,-25 0 16,0 0-16,0 0 0,0-24 0,0 24 0,0 0 15,0 0-15,0 0 0,0 0 0,0 0 0,0 0 0,0 0 16,0 0-16,-25 0 0,25 0 0,0 0 0,0 0 16,0 0-16,0 0 0,-25 0 0,25 0 0,0 0 15,0 24-15,0-24 0,0 0 0,0 0 0,0 0 0,0 25 16,0-25-16,0 0 0,0 0 0,0 25 0,0-25 15,0 0-15,0 25 0,0-25 0,0 0 0,0 25 0,0-25 16,0 24-16,0-24 0,0 25 0,0-25 0,0 25 16,0-25-16,0 25 0,0-25 0,0 25 0,0-25 0,0 24 15,0-24-15,0 25 0,0-25 0,0 25 0,0-25 16,0 25-16,0-25 0,0 25 0,0-25 0,0 24 15,0-24-15,25 25 0,-25-25 0,0 0 0,0 25 0,0-25 16,0 25-16,0-25 0,25 0 0,-25 25 0,0-25 16,0 0-16,0 0 0,0 0 0,-25 0 0,25 24 15,0-24-15,0 0 0,0 0 0,0 0 0,-25 0 0,25 0 16,0 0-16,-25 0 0,25 0 0,0 0 0,-25 25 15,25-25-15,0 0 0,-24 0 0,24 0 0,0 0 0,0 0 16,-25 0-16,25 0 0,0 0 0,0 0 0,0 0 16,0 0-16,0 0 0,-25 0 0,25 0 0,0 0 0,0-25 15,0 25-15,25 0 0,-25 0 0,0 0 0,0-24 16</inkml:trace>
  <inkml:trace contextRef="#ctx0" brushRef="#br0" timeOffset="72123.1252">3721 4663 0,'0'0'16,"0"0"-16,0 0 0,0 0 0,0 0 0,0 0 16,0 0-16,0 0 0,0 0 0,0 0 0,0 0 0,0 0 15,0 0-15,0 0 0,0 0 0,0 0 0,-25 0 0,25 0 16,0 0-16,0 0 0,0 0 0,0 0 0,0 0 15,0 0-15,0 0 0,0 0 0,0 0 0,0 0 16,0 0-16,0 0 0,0 0 0,0 0 0,0 0 0,0 0 16,0 25-16,0-25 0,0 0 0,0 25 0,0-25 15,0 25-15,0-25 0,0 24 0,0-24 0,0 25 16,0 0-16,0-25 0,0 25 0,0 0 0,0-25 0,0 25 15,0-1-15,0-24 0,0 25 0,0-25 0,0 25 16,0-25-16,0 25 0,0-25 0,0 25 0,0-25 16,25 0-16,-25 24 0,0-24 0,0 0 0,0 25 0,0-25 15,0 0-15,0 0 0,0 0 0,0 25 0,0-25 16,0 0-16,0 0 0,0 0 0,0 0 0,0 0 0,0 0 15,0 0-15,0 0 0,0 0 0,0 0 0,0 0 16,0 0-16,0 0 0,0-25 0,0 25 0,0 0 0,0 0 16,0 0-16</inkml:trace>
  <inkml:trace contextRef="#ctx0" brushRef="#br0" timeOffset="72527.1483">3919 4762 0,'0'0'0,"0"-24"16,0 24-16,0 0 0,0 0 0,0 0 0,0 0 15,0 0-15,0 0 0,0 0 0,0 0 0,0 0 0,0 0 16,0 0-16,0 0 0,0 0 0,0 0 0,0 0 15,0 0-15,0 0 0,-25 0 0,25 24 0,0-24 16,0 0-16,0 0 0,0 0 0,0 0 0,0 0 0,-24 25 16,24-25-16,0 0 0,-25 0 0,25 25 0,0-25 15,0 0-15,-25 25 0,25-25 0,0 0 0,0 25 0,0-25 16,-25 0-16,25 25 0,0-25 0,0 0 0,0 24 15,0-24-15,0 0 0,0 0 0,0 0 0,25 0 0,-25 25 16,0-25-16,0 0 0,25 0 0,-25 0 0,0 0 16,0 0-16,25 0 0,-25 0 0,24 25 0,-24-25 15,0 0-15,25 0 0,-25 0 0,0 0 0,25 0 0,-25 25 16,0-25-16,25 0 0,-25 0 0,0 0 0,0 25 15,25-25-15,-25 0 0,0 0 0,0 0 0,0 24 0,0-24 16,24 0-16,-24 0 0,0 0 0,0 25 0,0-25 16,25 0-16,-25 0 0,0 0 0,0 0 0,0 0 15,0 0-15</inkml:trace>
  <inkml:trace contextRef="#ctx0" brushRef="#br0" timeOffset="73415.1991">4142 5035 0,'-24'0'0,"24"0"16,0 0-16,0 0 0,0 0 0,0 0 0,0-24 16,0 24-16,0 0 0,0 0 0,0 0 0,0-25 0,0 25 15,0 0-15,24-25 0,-24 25 0,0 0 0,0-25 16,25 25-16,-25-25 0,0 25 0,25 0 0,-25-24 15,0-1-15,25 25 0,-25-25 0,0 25 0,25-25 0,-25 25 16,0-25-16,24 25 0,-24-25 0,0 25 0,25 0 16,-25-24-16,0 24 0,0-25 0,0 25 0,0-25 0,0 25 15,0 0-15,0-25 0,0 25 0,0 0 0,-25-25 0,25 25 16,0 0-16,0 0 0,-24-24 0,24 24 15,0 0-15,-25 0 0,25 0 0,0-25 0,0 25 0,-25 0 16,25 0-16,0 0 0,-25 0 0,25 0 0,0 0 16,0 0-16,-25 0 0,25 0 0,0 0 0,0 0 0,0 0 15,-24 0-15,24 0 0,0 0 0,0 0 0,0 0 16,0 0-16,0 0 0,0 0 0,0 25 0,0-25 0,0 0 15,0 0-15,0 24 0,24-24 0,-24 0 0,0 25 16,0-25-16,0 25 0,0-25 0,25 25 0,-25-25 16,0 25-16,0-25 0,0 24 0,0 1 0,0-25 0,0 25 15,0-25-15,0 25 0,0-25 0,0 25 0,25 0 16,-25-25-16,0 24 0,0-24 0,0 25 0,0-25 0,0 25 15,0-25-15,0 25 0,0-25 0,0 25 0,-25-25 16,25 0-16,0 24 0,0-24 0,0 0 0,0 25 16,0-25-16,0 0 0,0 0 0,0 0 0,0 25 0,0-25 15,0 0-15,0 0 0,0 0 0,0 0 0,0 0 16,0 0-16,0 0 0,0 0 0,0 0 0,0-25 0,0 25 15,25 0-15,-25-25 0,0 25 0,0 0 0,25-24 16,-25 24-16,0 0 0,0-25 0,25 25 0,-25 0 16,0-25-16,0 25 0,0 0 0,0 0 0,0-25 0,24 25 15,-24 0-15,0 0 0,0 0 0,0 0 0,0 0 0,0 0 16,0 0-16,25 0 0,-25 0 0,0 0 0,0 0 15,0 0-15,0 0 0,0 0 0,0 0 0,0 0 16,0 0-16,0 0 0,0 0 0,0 25 0,0-25 0,0 0 16,0 0-16,0 25 0,25-25 0,-25 0 0,0 25 15,0-25-15,0 0 0,25 24 0,-25-24 0,0 25 0,0-25 16,0 0-16,0 25 0,25-25 0,-25 0 0,0 0 15,0 25-15,0-25 0,0 0 0,0 0 0,0 0 0,24 0 16,-24 0-16,0 0 0,0 0 0,0 0 0,25 0 16,-25 0-16,0-25 0,25 25 0,-25 0 0,0 0 15,25-25-15,-25 25 0,0 0 0,0-25 0,25 25 0,-25 0 16,0-24-16,0 24 0,0 0 0,0-25 0,0 25 15,0-25-15,0 25 0,-25 0 0,25-25 0,0 25 16,0 0-16,0 0 0,0-25 0,0 25 0,0 0 0,0 0 16,0 0-16,0 0 0,0 0 0,0 0 0,0 0 15,0 0-15,0 0 0,0 25 0,0-25 0,0 0 16,0 0-16,0 25 0,0-25 0,0 25 0,0-25 0,0 25 15,0-25-15,0 0 0,0 24 0,0-24 0,0 0 0,0 25 16,25-25-16,-25 0 0,0 25 0,0-25 0,0 0 16,0 25-16,0-25 0,0 0 0,0 0 0,0 0 15,0 0-15,0 0 0,0 0 0,0 0 0,0 0 0,0 0 16,0 0-16,24 0 0,-24 0 0,0-25 0,0 25 15</inkml:trace>
  <inkml:trace contextRef="#ctx0" brushRef="#br0" timeOffset="73558.2071">4589 4738 0,'0'-25'0,"0"25"15,0 0-15,0 0 0,0 0 0,0 0 0,0 0 0,0 0 16,0 0-16,0 0 0,0 0 0,0 0 0,0 0 16,0 0-16,0 0 0,0 0 0,0 0 0,25 0 15,-25 0-15,0 0 0,0 0 0,24 0 0,-24 0 0,0 0 16,25 0-16</inkml:trace>
  <inkml:trace contextRef="#ctx0" brushRef="#br0" timeOffset="73968.2307">5507 4936 0,'24'0'0,"-24"0"0,0 0 15,0-25-15,0 25 0,0 0 0,0 0 0,0-24 0,0 24 16,0 0-16,0 0 0,0-25 0,-24 25 0,24 0 16,0 0-16,0-25 0,0 25 0,0 0 0,0 0 0,-25 0 15,25-25-15,0 25 0,-25 0 0,25 0 0,0 0 16,-25 0-16,0 0 0,25 0 0,-24 0 0,24 0 15,-25 0-15,25 0 0,-25 0 0,0 25 0,25-25 0,-25 0 16,25 0-16,-24 0 0,24 25 0,0-25 0,-25 0 16,25 25-16,0-25 0,-25 0 0,25 24 0,0-24 0,0 0 15,0 25-15,0-25 0,25 25 0,-25-25 0,0 0 16,0 25-16,25-25 0,-25 25 0,0-25 0,24 0 15,-24 24-15,25-24 0,-25 0 0,25 25 0,-25-25 16,25 0-16,-25 0 0,0 25 0,25-25 0,-25 0 0,24 0 16,-24 0-16,25 0 0,-25 0 0,25 0 0,-25 0 0,0-25 15,25 25-15,-25 0 0,25 0 0,-25-25 0,0 25 16,24-24-16,-24 24 0,0 0 0,25-25 0,-25 25 0,0-25 15,0 0-15,0 25 0</inkml:trace>
  <inkml:trace contextRef="#ctx0" brushRef="#br0" timeOffset="74590.2661">5531 4564 0,'-24'0'0,"24"-25"0,0 25 0,0 0 15,0 0-15,0 0 0,0 0 0,0 0 0,0 0 16,0 0-16,0 0 0,0 0 0,0 0 0,0 0 0,0 25 16,0-25-16,0 0 0,0 25 0,0-25 0,24 25 15,-24-25-15,0 24 0,0-24 0,0 25 0,0 0 16,0-25-16,0 25 0,25 0 0,-25-25 0,0 24 15,0 1-15,0 0 0,0 0 0,0-25 0,0 25 0,0 0 16,0-1-16,0-24 0,0 25 0,0 0 0,25-25 0,-25 25 16,0 0-16,0-25 0,0 24 0,0-24 0,0 25 15,0-25-15,0 25 0,0-25 0,0 0 0,0 0 16,0 25-16,0-25 0,25 0 0,-25 0 0,0 0 0,0 0 15,0 0-15,0 0 0,0 0 0,0 0 0,0 0 0,0 0 16,0-25-16,25 25 0,-25 0 0,0 0 16,0-25-16,0 25 0,24 0 0,-24-25 0,0 25 0,0 0 15,25-24-15,-25 24 0,0 0 0,0 0 0,25 0 16,-25-25-16,0 25 0,0 0 0,25 0 0,-25 0 0,0 0 15,0-25-15,25 25 0,-25 0 0,0 0 0,0 0 16,0-25-16,0 25 0,0 0 0,0 0 0,0 0 0,0 0 16,0 0-16,0 0 0,0 0 0,0 0 0,0 0 15,0 0-15,0 0 0,0 0 0,-25 0 0,25 0 16,0 0-16,0 0 0,0 25 0,0-25 0,0 0 0,0 0 15,0 25-15,0-25 0,0 0 0,0 25 0,25-25 0,-25 24 16,0-24-16,0 0 0,0 25 0,0-25 16,0 25-16,0-25 0,0 0 0,0 25 0,0-25 0,0 0 15,24 25-15,-24-25 0,0 0 0,0 0 0,25 24 0,-25-24 16,0 0-16,25 0 0,-25 0 0,0 0 0,25 0 15,-25 0-15,0 0 0,25 0 0,-25 0 0,0-24 0,25 24 16,-25 0-16,0-25 0,0 25 0,24-25 0,-24 25 16,0-25-16,0 25 0,0-25 0,0 25 0,0-24 15,0 24-15,0-25 0,0 25 0,0-25 0,-24 25 16,24-25-16,0 25 0,0-25 0,-25 25 0,25-24 0,-25 24 15,25 0-15,0-25 0,-25 25 0,25 0 0,-25 0 16,25 0-16,-25 0 0,25 0 0,0 0 0,-24 0 0,24 0 16,0 0-16,0 0 0,-25 0 0,25 0 0,0 0 15,0 0-15,0 0 0,0 0 0,0 0 0,0 0 16,0 0-16,0 0 0,0 0 0,25 0 0,-25 0 0,0 0 15,24-25-15,-24 25 0</inkml:trace>
  <inkml:trace contextRef="#ctx0" brushRef="#br0" timeOffset="74753.2756">6077 4589 0,'0'0'0,"0"0"0,0 0 0,0 0 0,0 0 0,0 0 16,-25 0-16,25 0 0,0 0 0,0-25 0,-24 25 16,24 25-16,0-25 0,0 0 0,-25 0 0,25 0 0,0 0 15,-25 0-15,25 0 0,0 25 0,-25-25 0,25 0 16,-25 24-16,25-24 0,-24 0 0,-1 0 0,0 25 15,0-25-15,0 0 0,0 25 0,1-25 0</inkml:trace>
  <inkml:trace contextRef="#ctx0" brushRef="#br0" timeOffset="74898.2839">5308 4762 0,'-25'0'16,"25"25"-16,-24-25 0,24 0 0,0 0 0,0 0 15,0 0-15,0 0 0,0 0 0,0-25 0,0 25 0,24 0 16,-24 0-16,25 0 0,-25 0 0,25-24 0,0 24 16,0 0-16,-1 0 0,1-25 0,0 25 0,0 0 15,0 0-15,-1 0 0,1-25 0,0 25 0,0 0 0,0 0 16,-1 0-16,1 0 0,0 0 0,-25 0 0,25 0 0</inkml:trace>
  <inkml:trace contextRef="#ctx0" brushRef="#br0" timeOffset="75819.3366">7045 4812 0,'0'0'0,"0"0"0,0 0 0,0 0 0,0 0 15,0 0-15,0 0 0,0 0 0,0 0 0,0 0 0,0 0 16,0 0-16,0 0 0,0 0 0,0-25 0,-25 25 15,25 0-15,0 0 0,0 0 0,0 0 0,0 0 0,0 0 16,-25 0-16,25 0 0,0-25 0,0 25 0,0 0 16,-25 0-16,25 0 0,0 0 0,0 0 0,-25 0 0,25 0 15,0 0-15,0 0 0,-24 0 0,24 0 0,0 25 16,-25-25-16,25 0 0,-25 0 0,25 0 0,0 0 0,-25 25 15,25-25-15,0 0 0,-25 0 0,25 25 0,0-25 16,0 0-16,0 0 0,0 25 0,0-25 0,0 0 16,0 25-16,0-25 0,0 24 0,0-24 0,0 0 0,0 25 15,0-25-15,0 25 0,25-25 0,-25 25 0,0-25 16,25 0-16,-25 25 0,0-25 0,25 0 0,-25 24 0,0-24 15,25 0-15,-25 0 0,24 0 0,-24 25 0,25-25 16,-25 0-16,25-25 0,-25 25 0,25 0 0,-25 0 0,25-24 16,-25 24-16,24 0 0,-24-25 0,25 25 15,-25-25-15,25 25 0,-25-25 0,25 0 0,-25 25 0,0-24 16,25 24-16</inkml:trace>
  <inkml:trace contextRef="#ctx0" brushRef="#br0" timeOffset="76327.3656">7144 4490 0,'0'-25'0,"0"25"0,0 0 16,0 0-16,0 0 0,0 0 0,0 0 0,0 0 0,0 0 15,0 0-15,0 0 0,-25 0 0,25 0 0,0 25 16,0-25-16,0 0 0,0 24 0,0-24 0,0 25 0,0-25 16,0 25-16,25-25 0,-25 25 0,0 0 0,0-25 15,0 24-15,0 1 0,0 0 0,0-25 0,0 25 16,0 0-16,0-1 0,0-24 0,0 25 0,0 0 0,0-25 15,0 25-15,25 0 0,-25-25 0,0 25 0,0-1 16,0-24-16,0 25 0,0-25 0,0 25 0,0-25 16,0 25-16,0-25 0,24 25 0,-24-25 0,0 0 0,0 24 15,0-24-15,0 0 0,0 25 0,0-25 0,0 0 16,25 0-16,-25 0 0,0 0 0,0 0 0,0 0 15,0 0-15,0 0 0,0 0 0,25 0 0,-25 0 0,0 0 16,0 0-16,25 0 0,-25-25 0,0 25 0,0 0 0,25 0 16,-25-24-16,0 24 0,0 0 0,24 0 0,-24-25 15,0 25-15,0 0 0,0 0 0,0-25 0,0 25 16,0 0-16,0 0 0,0-25 0,0 25 0,0 0 0,0 0 15,0-25-15,0 25 0,0 0 0,0 0 0,0-24 0,0 24 16,0 0-16,-24 0 0,24 0 0,0 0 0,0 0 16,0 0-16,0 0 0,0 0 0,0 0 0,0 0 15,0 0-15,-25 0 0,25 0 0,0 0 0,0 24 0,0-24 16,0 0-16,0 0 0,0 25 0,0-25 0,0 0 15,0 25-15,25-25 0,-25 0 0,0 25 0,0-25 16,0 25-16,0-25 0,0 0 0,24 24 0,-24-24 16,0 0-16,0 25 0,0-25 0,25 0 0,-25 25 0,0-25 15,25 0-15,-25 0 0,0 0 0,25 25 0,-25-25 16,0 0-16,25 0 0,-25 0 0,0-25 0,24 25 0,-24 0 15,0 0-15,25 0 0,-25-25 0,0 25 0,25 0 0,-25-25 16,0 25-16,0-24 0,0 24 0</inkml:trace>
  <inkml:trace contextRef="#ctx0" brushRef="#br0" timeOffset="76535.3775">7392 4688 0,'0'0'0,"-25"0"0,25 0 0,0-25 16,0 25-16,0 0 0,0-25 0,0 25 0,-25 0 15,25-24-15,0 24 0,0 0 0,25 0 0,-25-25 16,0 25-16,0 0 0,0-25 0,0 25 0,25 0 0,-25 0 15,0 0-15,0 0 0,0 0 0,25 0 0,-25 0 0,0 0 16,0 0-16,0 0 0,0 0 0,24 0 0,-24 0 16,0 25-16,0-25 0,0 0 0,25 25 0,-25-25 15,0 24-15,0-24 0,0 0 0,0 0 0,0 25 0,25-25 16,-25 0-16,0 0 0,0 0 0,0 0 0,25 0 15</inkml:trace>
  <inkml:trace contextRef="#ctx0" brushRef="#br0" timeOffset="76708.3874">7565 4465 0,'0'0'0,"0"0"0,0-25 0,0 25 15,0 0-15,0 0 0,0 0 0,0 0 0,25 0 0,-25 0 16,0 0-16,0 0 0,25 0 0,-25 0 0,25 0 16,-25 0-16,0 25 0,25-25 0,-25 0 0,0 0 15,24 25-15,-24-25 0,0 0 0,0 24 0,0-24 0,0 25 16,0-25-16,0 25 0,-24-25 0,24 0 0,0 25 15,-25-25-15,25 25 0,-25-25 0,25 0 0,-25 24 16,0-24-16</inkml:trace>
  <inkml:trace contextRef="#ctx0" brushRef="#br0" timeOffset="76880.3973">7119 4738 0,'0'0'0,"-25"0"16,25 0-16,0 0 0,0 0 0,0 0 0,0 0 16,0 0-16,0 0 0,25 0 0,-25-25 0,0 25 0,25 0 15,-25 0-15,25-25 0,-25 25 0,24 0 0,1 0 16,-25 0-16,25 0 0,0 0 0,0-25 0,-1 25 0,1 0 15,-25 0-15,25 0 0,0 0 0,0 0 0,-1 0 16,1 0-16,0 0 0,0 0 0,0 0 0,-1 0 16,1 0-16</inkml:trace>
  <inkml:trace contextRef="#ctx0" brushRef="#br0" timeOffset="77158.413">8508 4638 0,'0'0'0,"-25"0"15,25 0-15,0 0 0,0 0 0,0 0 0,0 0 16,0 0-16,0 0 0,-25 0 0,25 0 0,0 25 16,0-25-16,-24 0 0,24 0 0,0 25 0,0-25 0,-25 0 15,25 25-15,0-25 0,0 25 0,-25-25 0,25 24 16,0-24-16,0 25 0,-25-25 0,25 25 0,0-25 15,0 25-15,0-25 0,-25 25 0,25-25 0,0 25 0,0-25 16,0 0-16,-24 24 0,24-24 0,0 0 0,0 25 16,-25-25-16,25 25 0,0-25 0,0 0 0,-25 0 0,25 25 15,0-25-15,0 0 0,0 0 0,-25 0 0,25 0 16,0 0-16,0 0 0,0 0 0,0 0 0,0 0 0</inkml:trace>
  <inkml:trace contextRef="#ctx0" brushRef="#br0" timeOffset="77354.4244">8210 4738 0,'-24'-25'16,"24"25"-16,0 0 0,0 0 0,0 0 0,0 0 0,0 0 15,0 0-15,24 0 0,-24 0 0,0 0 0,0 0 16,0 0-16,0 0 0,25 0 0,-25 25 0,0-25 16,0 0-16,25 24 0,-25-24 0,25 0 0,-25 25 0,0-25 15,25 25-15,-25-25 0,24 25 0,-24-25 0,0 25 16,25-25-16,-25 0 0,0 25 0,25-25 0,-25 24 0,25-24 15,-25 0-15,25 25 0,-25-25 0,24 0 0,-24 25 16,25-25-16,-25 0 0,25 0 0,-25 0 0,25 0 16,0 0-16,-25 0 0,24 0 0</inkml:trace>
  <inkml:trace contextRef="#ctx0" brushRef="#br0" timeOffset="77869.4537">8880 4887 0,'0'-25'0,"0"25"0,0 0 0,0 0 0,0 0 15,0-25-15,-25 25 0,25 0 0,0 0 0,0-25 16,0 25-16,0 0 0,-25-25 0,25 25 0,0 0 0,0-25 15,0 25-15,-24 0 0,24-24 0,0 24 0,0 0 16,-25 0-16,25 0 0,0-25 0,-25 25 0,25 0 0,0 0 16,-25 0-16,25 0 0,0 0 0,0 0 0,-25 0 15,25 25-15,0-25 0,0 0 0,0 0 0,-24 0 0,24 24 16,0-24-16,0 0 0,0 25 0,0-25 0,0 0 15,-25 25-15,25-25 0,0 25 0,0-25 0,0 25 16,25-25-16,-25 0 0,0 25 0,0-25 0,0 24 16,0-24-16,0 25 0,0-25 0,24 0 0,-24 25 0,0-25 15,0 0-15,0 25 0,25-25 0,-25 0 0,0 0 16,0 0-16,0 0 0,0 0 0,25 0 0,-25 0 0,0 0 15,0 0-15,0 0 0,25 0 0,-25 0 0,0 0 16,0-25-16,25 25 0,-25 0 0,0 0 0,0-25 0,24 25 16,-24-25-16,0 25 0,0 0 0,0-24 0,0 24 15,0 0-15,25-25 0,-25 25 0,0-25 0,0 25 16,0 0-16,0-25 0,0 25 0,0 0 0,0 0 0,0-25 15,0 25-15,0 0 0,0 0 0,0 0 0,0 0 16,0 0-16,0 0 0,0 0 0,0 0 0,0 0 0,0 0 16,0 0-16,0 0 0,0 0 0,0 0 0,0 25 15,0-25-15,0 0 0,0 0 0,0 25 0,0-25 0,0 0 16,0 25-16,0-25 0,0 25 0,0-25 0,0 0 15,0 24-15,0-24 0,0 25 0,0-25 0,0 0 16,25 25-16,-25-25 0,0 0 0,0 25 0,0-25 0,0 0 16,0 0-16,25 25 0,-25-25 0,0 0 0,0 0 15,25 0-15,-25 0 0,0 0 0,24 0 0,-24 0 0,25-25 16,0 25-16,-25 0 0,25 0 0,-25-25 0,25 25 15,0 0-15,-25-25 0</inkml:trace>
  <inkml:trace contextRef="#ctx0" brushRef="#br0" timeOffset="78108.4674">9227 4837 0,'0'0'0,"0"-25"0,0 25 0,-24 0 0,24-25 16,0 25-16,0 0 0,0-25 0,0 25 0,0 0 15,0 0-15,-25-24 0,25 24 0,0 0 0,0 0 0,0 0 16,0 0-16,0-25 0,0 25 0,0 0 0,0 0 16,0 0-16,0 0 0,0 0 0,-25 0 0,25 0 15,0 25-15,0-25 0,0 0 0,0 0 0,0 24 0,0-24 16,0 0-16,-25 25 0,25-25 0,0 25 0,0-25 15,0 25-15,0-25 0,0 25 0,0-25 0,0 0 16,0 25-16,0-25 0,25 24 0,-25-24 0,0 0 0,0 25 16,0-25-16,0 0 0,25 0 0,-25 25 0,0-25 0,25 0 15,-25 0-15,0 0 0,24 0 0,-24 0 0,0 0 16,25-25-16,-25 25 0,25 0 0,-25-25 0,25 25 15,-25 0-15,0-24 0,25-1 0,-25 25 0,24-25 16</inkml:trace>
  <inkml:trace contextRef="#ctx0" brushRef="#br0" timeOffset="78276.4771">9426 4316 0,'-25'0'0,"25"0"0,0 0 0,0 0 0,0 0 0,-25 0 16,25 0-16,0 0 0,0 25 0,0-25 0,-25 0 15,25 0-15,0 25 0,0-25 0,0 24 0,-24-24 0,24 25 16,0-25-16,0 25 0,0-25 0,-25 25 0,25-25 15,0 25-15,0-25 0,0 24 0,-25-24 0,25 25 0,0-25 16,0 25-16,0-25 0,0 0 0</inkml:trace>
  <inkml:trace contextRef="#ctx0" brushRef="#br0" timeOffset="78909.5131">10517 4887 0,'0'0'0,"0"0"0,0 0 0,0 0 16,0 0-16,0 0 0,0 0 0,0 0 0,0-25 0,0 25 15,0 0-15,0 0 0,0 0 0,0-25 0,0 25 16,0 0-16,-25 0 0,25 0 0,0 0 0,0-25 0,0 25 16,0 0-16,0 0 0,0 0 0,0-25 0,-24 25 15,24 0-15,0 0 0,0 0 0,-25-25 0,25 25 0,0 0 16,-25 0-16,25 0 0,-25-24 0,25 24 0,-25 0 15,25 0-15,-24 0 0,24 0 0,-25 0 0,25 0 16,-25 0-16,25 0 0,-25 0 0,25 0 0,-25 0 16,25 0-16,-24 0 0,24 0 0,0 24 0,-25-24 0,25 0 15,0 0-15,0 25 0,-25-25 0,25 0 0,0 0 16,0 25-16,0-25 0,0 25 0,0-25 0,0 0 0,0 25 15,0-25-15,0 0 0,0 25 0,0-25 0,25 24 16,-25-24-16,0 0 0,0 25 0,25-25 0,-25 25 0,0-25 16,24 0-16,-24 0 0,0 25 0,25-25 0,-25 0 15,25 0-15,-25 0 0,25 0 0,-25 0 0,0 0 16,25 0-16,-25 0 0,24 0 0,-24 0 0,25 0 0,-25-25 15,25 25-15,-25 0 0,25-25 0,-25 25 0,25 0 16,-25-25-16,24 1 0,-24 24 0,0-25 0,25 25 0,-25-25 16,0 0-16</inkml:trace>
  <inkml:trace contextRef="#ctx0" brushRef="#br0" timeOffset="79159.5276">10542 4440 0,'-25'0'16,"25"-25"-16,0 25 0,0 0 0,0 0 0,0 0 0,0-25 16,0 25-16,0 0 0,0 0 0,0 0 0,0 25 15,0-25-15,0 0 0,0 0 0,0 0 0,0 25 0,0-25 16,0 25-16,0-25 0,0 0 0,0 25 0,0-1 15,0-24-15,0 25 0,0-25 0,0 25 0,0 0 16,0 0-16,0-25 0,25 24 0,-25 1 0,0 0 0,0 0 16,0 0-16,0-25 0,0 24 0,0 1 0,0 0 0,0 0 15,0-25-15,0 25 0,0 0 0,0-25 16,0 24-16,0-24 0,0 25 0,0 0 0,0-25 0,0 25 16,0-25-16,0 0 0,0 25 0,0-25 0,0 0 0,0 24 15,0-24-15,0 0 0,0 0 0,25 0 0,-25 0 16,0 0-16,0 0 0,0-24 0,25 24 0,-25 0 0,0 0 15</inkml:trace>
  <inkml:trace contextRef="#ctx0" brushRef="#br0" timeOffset="79826.5658">10691 4862 0,'0'0'0,"0"-25"16,0 25-16,0 0 0,0-25 0,0 25 0,0 0 0,0 0 15,0-25-15,0 25 0,0 0 0,0 0 0,0 0 16,0 0-16,0 0 0,0 0 0,0 0 0,0 0 16,0 0-16,0 0 0,0 0 0,0 0 0,0 0 0,0 0 15,0 0-15,0 0 0,0 0 0,0 25 0,0-25 16,0 0-16,0 0 0,0 25 0,0-25 0,0 0 0,0 25 15,0-25-15,0 0 0,0 25 0,0-25 16,0 24-16,0-24 0,0 25 0,0-25 0,0 0 0,0 25 0,0-25 16,0 25-16,0-25 0,0 0 0,25 25 0,-25-25 15,0 0-15,0 0 0,0 24 0,0-24 0,24 0 16,-24 0-16,0 0 0,0 0 0,0 0 0,0 0 0,0 0 15,25 0-15,-25 0 0,0 0 0,0-24 0,25 24 16,-25 0-16,0 0 0,0-25 0,0 25 0,25 0 16,-25-25-16,0 25 0,0 0 0,0-25 0,0 25 0,0 0 15,0-25-15,0 25 0,25 0 0,-25-24 0,0 24 16,0-25-16,0 25 0,0 0 0,0 0 0,0-25 0,0 25 15,0 0-15,0-25 0,0 25 0,0 0 0,0 0 16,0 0-16,0 0 0,0-25 0,0 25 0,0 0 16,0 0-16,0 0 0,0 0 0,0 0 0,0 0 0,0 0 15,0 25-15,0-25 0,24 0 0,-24 0 0,0 25 16,0-25-16,0 0 0,0 25 0,0-25 0,0 0 0,0 25 15,0-25-15,0 24 0,0-24 0,25 0 0,-25 25 16,0-25-16,0 0 0,0 0 0,0 25 0,0-25 16,0 0-16,0 0 0,0 25 0,0-25 0,0 0 0,0 0 15,0 0-15,0 0 0,0 0 0,0 0 0,0 0 0,0 0 16,0 0-16,0 0 0,0 0 0,0 0 0,0 0 15,0 0-15,25-25 0,-25 25 0,0 0 0,0 0 16,0-25-16,25 25 0,-25 0 0,0-25 0,0 25 0,0 0 16,25-24-16,-25 24 0,0 0 0,0 0 0,0-25 15,0 25-15,0 0 0,24 0 0,-24 0 0,0 0 16,0 0-16,0 0 0,0 0 0,0 0 0,0 0 0,0 0 15,0 0-15,0 0 0,0 0 0,0 0 0,0 25 16,0-25-16,0 0 0,0 0 0,0 24 0,0-24 16,25 0-16,-25 25 0,0-25 0,0 25 0,0-25 0,0 0 15,0 25-15,0-25 0,0 0 0,0 25 0,0-25 0,0 0 16,25 0-16,-25 0 0,0 0 0,0 0 0,0 0 15,25 0-15,-25 0 0,0 0 0,25 0 0,-25 0 16,24 0-16,-24-25 0,0 25 0,25 0 0,-25-25 0,25 25 16,-25 0-16,0-25 0,25 25 0,-25-25 0,25 25 15</inkml:trace>
  <inkml:trace contextRef="#ctx0" brushRef="#br0" timeOffset="80212.5879">11212 4490 0,'0'0'0,"0"0"0,0 0 0,0 0 15,-25 0-15,25 0 0,0 0 0,0 0 0,0 0 0,0 0 16,0 0-16,0 0 0,0 0 0,0 24 0,0-24 15,0 25-15,0-25 0,0 0 0,25 25 0,-25 0 16,0-25-16,0 25 0,0-1 0,0-24 0,0 25 0,0 0 16,0 0-16,0 0 0,0-25 0,0 24 0,0 1 15,0-25-15,0 25 0,0 0 0,0-25 0,0 25 16,0-25-16,0 25 0,0-25 0,0 24 0,-25-24 0,25 25 15,0-25-15,0 0 0,0 25 0,0-25 0,0 0 16,0 0-16,0 0 0,0 0 0,0 0 0,0 0 0,0 0 16,0 0-16,25 0 0,-25 0 0,0 0 0,0-25 15,25 25-15,-25 0 0,0-25 0,24 25 0,-24 0 0,25-24 16,-25 24-16,25 0 0,-25-25 0,0 25 0,25 0 0,-25-25 15,25 25-15,-25 0 0,0 0 0,0 0 0,24 0 16,-24 0-16,0 0 0,0 0 0,0 0 0,0 0 16,0 0-16,0 0 0,0 0 0,25 25 0,-25-25 0,0 0 15,0 0-15,0 25 0,0-25 0,0 0 0,0 0 16,0 24-16,0-24 0,0 0 0,0 25 0,-25-25 15,25 0-15,0 25 0,0-25 0,0 0 0,0 0 0,-24 25 16,24-25-16,0 0 0,0 0 0,-25 0 0,25 0 16,0 0-16,-25 0 0,25 0 0,0 0 0</inkml:trace>
  <inkml:trace contextRef="#ctx0" brushRef="#br0" timeOffset="80402.5987">10765 4539 0,'-25'0'0,"25"0"0,0 0 15,0 0-15,0 0 0,0 0 0,0-25 0,0 25 16,0 0-16,0 0 0,0 0 0,0 0 0,25 0 16,-25 0-16,0 0 0,0 0 0,0 0 0,0 0 15,0 0-15,0 0 0,25 0 0,-25 0 0,0 25 0,0-25 16,0 0-16,0 0 0,25 25 0,-25-25 0,0 0 0</inkml:trace>
  <inkml:trace contextRef="#ctx0" brushRef="#br0" timeOffset="80572.6084">10716 5432 0,'0'0'0,"0"25"16,0-25-16,0 25 0,0-25 0,0 0 15,0 0-15,0 0 0,0 0 0,0 0 0,0 0 0,0 0 16,0 0-16,0 0 0,0 0 0,0-25 0,0 25 0,0 0 15,0-25-15,-25 25 0,25-25 0</inkml:trace>
  <inkml:trace contextRef="#ctx0" brushRef="#br0" timeOffset="80762.6193">10071 4688 0,'0'-25'0,"0"25"16,0 0-16,0 0 0,0 0 0,25-25 0,-25 25 15,0 0-15,24-24 0,-24 24 0,25 0 0,-25-25 16,25 25-16,-25-25 0,25 25 0,0 0 0,-1 0 0,1 0 15,0-25-15,0 25 0,0 0 0,-1 0 0,1 0 16,0 25-16,0-25 0,0 0 0,-1 0 0,1 0 0,0 0 16,0 0-16,0 0 0,-1 0 0,1 25 0</inkml:trace>
  <inkml:trace contextRef="#ctx0" brushRef="#br0" timeOffset="81258.6477">12179 4911 0,'0'0'15,"0"-24"-15,0 24 0,0 0 0,0 0 0,0 0 16,0 0-16,0 0 0,0-25 0,0 25 0,0 0 0,0 0 15,0 0-15,0-25 0,0 25 0,0 0 0,-25 0 16,25-25-16,0 25 0,0 0 0,0 0 0,-25 0 0,25-25 16,0 25-16,-24 0 0,24 0 0,0 0 0,-25-25 15,25 25-15,-25 0 0,25 0 0,-25 0 0,0 0 0,25 0 16,-24 0-16,24 0 0,-25 0 0,0 0 0,25 0 15,-25 0-15,25 0 0,-25 0 0,25 0 0,-24 0 16,24 25-16,0-25 0,-25 0 0,25 0 0,0 25 0,0-25 16,0 0-16,0 25 0,0-25 0,0 25 0,0-25 15,0 0-15,0 25 0,25-25 0,-25 24 0,0-24 0,0 25 16,24-25-16,-24 0 0,0 25 0,0-25 0,25 25 15,-25-25-15,25 0 0,-25 0 0,0 25 0,25-25 0,-25 0 16,25 0-16,-25 0 0,24 0 0,-24 0 0,25 0 16,-25 0-16,25-25 0,-25 25 0,25 0 0,-25 0 15,0-25-15,25 25 0,-25-25 0,24 25 0,-24-25 0,25 25 16,-25-24-16,0 24 0,25-25 0</inkml:trace>
  <inkml:trace contextRef="#ctx0" brushRef="#br0" timeOffset="81520.6627">12179 4415 0,'0'-25'0,"0"25"0,-25 0 0,25 0 15,0 0-15,0 0 0,0 0 0,0 0 0,0 25 0,0-25 16,0 0-16,0 0 0,0 0 0,0 25 0,0-25 16,0 0-16,0 25 0,0-25 0,0 25 0,0-25 15,0 24-15,0 1 0,0-25 0,0 25 0,0 0 0,0 0 16,25-25-16,-25 24 0,0 1 0,0 0 0,0 0 15,0-25-15,0 25 0,0-1 0,0 1 0,0 0 0,0 0 16,0-25-16,0 25 0,0 0 0,0-1 0,0-24 16,0 25-16,0 0 0,0-25 0,0 25 0,0-25 15,0 25-15,0-25 0,0 24 0,0-24 0,0 0 0,0 0 16,0 25-16,0-25 0,0 0 0,0 0 0,0 0 15,0 0-15,0-25 0,0 25 0,25 0 0,-25 0 0,0 0 16,0-24-16,0 24 0,0 0 0</inkml:trace>
  <inkml:trace contextRef="#ctx0" brushRef="#br0" timeOffset="82350.7101">12328 4837 0,'0'0'0,"0"0"0,0 0 0,0-25 0,0 25 16,0 0-16,0 0 0,0 0 0,0-25 0,0 25 16,0 0-16,0 0 0,0 0 0,0 0 0,0 0 0,0 0 15,0 0-15,0 0 0,0 0 0,0 0 0,0 0 16,0 0-16,0 0 0,0 0 0,0 0 0,0 0 15,0 0-15,0 25 0,0-25 0,0 0 0,0 25 0,0-25 16,0 0-16,0 25 0,0-25 0,0 25 0,0-25 16,0 24-16,0-24 0,0 25 0,0-25 0,0 25 0,0-25 15,0 0-15,0 25 0,0-25 0,25 25 0,-25-25 16,0 0-16,0 0 0,0 0 0,0 24 0,25-24 15,-25 0-15,0 0 0,0 0 0,0 0 0,0 0 0,24 0 16,-24 0-16,0-24 0,0 24 0,0 0 0,25 0 16,-25-25-16,0 25 0,0 0 0,0 0 0,25-25 0,-25 25 15,0 0-15,0-25 0,0 25 0,0-25 0,0 25 16,0 0-16,0-24 0,0 24 0,0 0 0,0-25 15,0 25-15,0 0 0,0-25 0,0 25 0,0 0 0,0 0 16,0-25-16,0 25 0,0 0 0,0 0 0,0 0 0,0 0 16,0 0-16,0 0 0,0 0 0,0 0 0,0 0 15,0 0-15,0 0 0,0 0 0,25 0 0,-25 0 16,0 0-16,0 25 0,0-25 0,0 0 0,0 0 0,0 25 15,0-25-15,0 0 0,0 25 0,0-25 0,0 0 16,0 24-16,0-24 0,0 25 0,0-25 0,0 0 16,0 25-16,0-25 0,0 0 0,0 25 0,0-25 0,0 0 15,25 25-15,-25-25 0,0 0 0,0 24 0,0-24 16,24 0-16,-24 25 0,0-25 0,0 0 0,0 0 15,25 0-15,-25 0 0,0 0 0,0 0 0,25 0 0,-25 0 16,0 0-16,0 0 0,25 0 0,-25 0 0,0-25 0,25 25 16,-25 0-16,0-24 0,0 24 0,24 0 0,-24 0 15,0-25-15,0 25 0,0 0 0,0-25 0,0 25 16,0 0-16,0-25 0,0 25 0,0 0 0,0-25 0,0 25 15,0 0-15,0-24 0,0 24 0,0 0 0,0 0 16,0 0-16,0-25 0,0 25 0,0 0 0,0 0 0,0 0 16,0 0-16,0 0 0,0 0 0,0 0 0,0 0 15,0 0-15,0 0 0,0 0 0,0 0 0,0 0 0,0 0 16,0 0-16,0 25 0,0-25 0,0 0 0,0 0 15,0 24-15,0-24 0,0 25 0,0-25 0,0 0 16,0 25-16,0-25 0,0 25 0,25-25 0,-25 0 0,0 25 16,0-25-16,0 0 0,0 24 0,0-24 0,25 0 15,-25 0-15,0 0 0,0 0 0,0 25 0,25-25 0,-25 0 16,0 0-16,0-25 0,25 25 0,-25 0 0,0 0 15,24 0-15,-24-24 0,0 24 0,25 0 0,-25-25 16,0 25-16,0 0 0,0-25 0,25 25 0,-25-25 0,0 25 16,0-25-16,0 25 0,0-24 0,0-1 0,0 25 15,0-25-15,0 25 0,0-25 0,-25 25 0,25-25 0,0 25 16,0 0-16,0 0 0,0-25 0,-25 25 0,25 0 15,0 0-15,0 0 0,0 0 0,0 0 0,0 0 16,-24 0-16,24 0 0,0 0 0,0 0 0,0 0 0,0 25 16,0-25-16,0 0 0,0 0 0,0 0 0,-25 0 15,25 25-15,0-25 0,0 0 0,0 0 0,25 0 0,-25 0 16,0 0-16,0 0 0,0 0 0,0 25 0</inkml:trace>
  <inkml:trace contextRef="#ctx0" brushRef="#br0" timeOffset="82656.7277">13022 4787 0,'0'0'0,"0"0"0,0 0 0,0 0 16,0 0-16,0-25 0,0 25 0,0 0 0,0 0 15,0 0-15,0 0 0,0 0 0,0 0 0,0-24 0,0 24 16,0 0-16,0 0 0,0 0 0,0 0 0,-24 0 15,24 0-15,0 0 0,0 24 0,0-24 0,0 0 0,-25 0 16,25 0-16,0 0 0,0 0 0,-25 25 0,25-25 16,0 0-16,0 25 0,0-25 0,0 25 0,-25-25 15,25 25-15,0-25 0,0 25 0,0-25 0,0 24 0,0-24 16,0 25-16,25-25 0,-25 25 0,0-25 0,0 0 15,0 25-15,0-25 0,25 25 0,-25-25 0,0 0 0,0 0 16,25 24-16,-25-24 0,0 0 0,0 0 0,24 0 16,-24 0-16,0 0 0,0-24 0,25 24 0,-25 0 0,0 0 15,25-25-15,-25 25 0,0 0 0,25-25 0,-25 25 16,0 0-16,0-25 0</inkml:trace>
  <inkml:trace contextRef="#ctx0" brushRef="#br0" timeOffset="82885.7407">12824 4589 0,'0'0'16,"0"0"-16,0 0 0,0 0 0,0 0 0,0-25 16,0 25-16,0 0 0,0 0 0,0 0 0,0 0 15,0 0-15,0 0 0,0 0 0,0 0 0,25 0 0,-25 25 16,0-25-16,0 0 0,0 0 0,25 0 0,-25 25 15,0-25-15,0 0 0,0 0 0,0 24 0,0-24 0,0 0 16,0 25-16,0-25 0,0 0 0,-25 25 0,25-25 0,0 0 16,0 25-16,-25-25 0,25 0 0,-25 25 0,25-25 15,0 0-15,-25 0 0,1 0 0,24 24 0,-25-24 16,25 0-16</inkml:trace>
  <inkml:trace contextRef="#ctx0" brushRef="#br0" timeOffset="83094.7527">12378 4614 0,'0'0'0,"0"0"0,0 0 0,0-25 0,0 25 0,0 0 16,0 0-16,0 0 0,0 0 0,0 0 0,0-25 0,24 25 16,-24 0-16,0 0 0,0 0 0,0 0 15,25 0-15,-25-25 0,0 25 0,0 0 0,25 0 0,-25 0 16,0 25-16,0-25 0,0 0 0,25 0 0,-25 0 0,0 25 15,0-25-15,0 25 0,0-25 0,0 24 0,0-24 16,0 25-16,0 0 0,0 0 0,0-25 0,0 25 0,0-1 16,0 1-16,0 0 0</inkml:trace>
  <inkml:trace contextRef="#ctx0" brushRef="#br0" timeOffset="83253.7617">12353 5407 0,'0'25'0,"0"-25"0,0 0 0,0 25 0,0-25 15,0 0-15,0 0 0,0 0 0,0 0 0,0 0 16,0 0-16,0 0 0,0 0 0,0 0 0,0 0 0,-25 0 15,25 0-15,0 0 0,0-25 0,0 25 0,0 0 16,0-25-16,0 25 0,0 0 0,-25-24 0,25 24 0,0-25 16,-25 0-16,25 25 0</inkml:trace>
  <inkml:trace contextRef="#ctx0" brushRef="#br0" timeOffset="83417.7712">11881 4738 0,'0'0'0,"0"-25"0,25 25 15,-25 0-15,0-25 0,0 25 0,0 0 0,25-25 16,-25 25-16,25 0 0,-25-25 0,25 25 0,-1 0 0,-24-24 15,25 24-15,0 0 0,0 0 0,0 0 0,-25-25 16,24 25-16,1 0 0,0 0 0,0 0 0,0 0 0,0 25 16,-1-25-16,1 0 0,0 0 0,0 0 0,0 0 15,-1 0-15</inkml:trace>
  <inkml:trace contextRef="#ctx0" brushRef="#br0" timeOffset="83995.8042">13767 4564 0,'0'0'0,"0"-25"0,0 25 15,0 0-15,0-25 0,0 25 0,0 0 0,0 0 0,0 0 16,0 0-16,0 0 0,0 0 0,0 0 0,0 0 15,0 0-15,0 0 0,0 25 0,0-25 0,0 25 0,0-25 16,0 25-16,0-25 0,24 25 0,-24-1 0,0-24 16,0 25-16,0 0 0,0 0 0,0-25 0,25 25 15,-25-1-15,0-24 0,0 25 0,0 0 0,0-25 0,0 25 16,0 0-16,0-25 0,0 25 0,0-1 0,0-24 15,0 25-15,0 0 0,0-25 0,0 25 0,0-25 0,0 25 16,0-25-16,0 24 0,0-24 0,0 25 0,0-25 16,0 0-16,0 0 0,0 25 0,0-25 0,0 0 15,0 0-15,0 0 0,0 0 0,0-25 0,0 25 0,0 0 16,0 0-16,25-25 0,-25 25 0,0 0 0,0-24 15,25 24-15</inkml:trace>
  <inkml:trace contextRef="#ctx0" brushRef="#br0" timeOffset="84304.8219">14064 4762 0,'0'-24'0,"0"24"0,0 0 0,0-25 0,0 25 16,0 0-16,0 0 0,0-25 0,0 25 0,0 0 16,0 0-16,-25 0 0,25 0 0,0-25 0,0 25 0,0 0 15,0 0-15,0 0 0,0 0 0,0 0 0,-24 0 16,24 0-16,0 25 0,0-25 0,-25 0 0,25 0 15,0 0-15,-25 25 0,25-25 0,0 0 0,0 25 0,-25-25 16,25 0-16,0 24 0,-25-24 0,25 25 0,0-25 16,0 25-16,0-25 0,-24 25 0,24-25 0,0 0 15,0 25-15,0-25 0,0 25 0,0-25 0,0 24 0,0-24 16,24 25-16,-24-25 0,0 0 0,0 0 0,0 25 15,25-25-15,-25 0 0,0 0 0,25 0 0,-25 25 0,25-25 16,-25 0-16,25 0 0,-25 0 0,24 0 0,-24 0 16,25 25-16,-25-25 0,25 0 0,-25 0 0,25 0 0,-25 24 15,25-24-15,-25 0 0,24 25 0,1-25 0,-25 0 16,25 0-16,0 25 0,-25-25 0,25 0 0,-1 0 15,1 0-15</inkml:trace>
  <inkml:trace contextRef="#ctx0" brushRef="#br0" timeOffset="84805.8506">14684 4713 0,'0'0'0,"0"-25"0,0 25 0,0-25 15,-24 25-15,24-25 0,0 25 0,0 0 0,-25-24 16,25 24-16,0 0 0,0 0 0,-25 0 0,25 0 15,0 0-15,-25 0 0,25 0 0,0 0 0,0 0 0,-25 0 16,25 0-16,0 0 0,0 0 0,-24 0 0,24 24 16,0-24-16,0 0 0,-25 0 0,25 25 0,0-25 0,0 0 15,0 25-15,0-25 0,-25 25 0,25-25 0,0 25 16,0-25-16,0 24 0,0-24 0,0 25 0,0-25 0,0 25 15,0 0-15,0-25 0,0 25 0,0-25 0,0 25 16,0-25-16,0 24 0,0-24 0,0 25 0,0-25 0,25 0 16,-25 25-16,0-25 0,0 0 0,0 0 0,0 25 15,25-25-15,-25 0 0,0 0 0,0 0 0,0 0 16,24 0-16,-24 0 0,0 0 0,0 0 0,25 0 0,-25 0 15,0 0-15,25-25 0,-25 25 0,0 0 0,0 0 16,25-25-16,-25 25 0,0 0 0,0-25 0,25 25 0,-25 0 16,0-24-16,0 24 0,0-25 0,0 25 0,0 0 15,0-25-15,0 25 0,0 0 0,0-25 0,0 25 16,0 0-16,0 0 0,0 0 0,0 0 0,0 0 0,0 0 15,0 0-15,0 0 0,0 0 0,0 0 0,0 25 16,0-25-16,0 0 0,0 25 0,0-25 0,0 0 0,0 25 16,0-25-16,0 24 0,0-24 0,0 25 0,0-25 15,0 25-15,0-25 0,0 25 0,0-25 0,0 0 0,0 25 16,0-25-16,0 0 0,0 24 0,0-24 0,0 0 15,0 0-15,0 0 0,0 0 0,0 0 0,0 0 16,0 0-16,0 0 0,0 0 0,0 0 0,0 0 0,0 0 16,0-24-16</inkml:trace>
  <inkml:trace contextRef="#ctx0" brushRef="#br0" timeOffset="84950.8589">14536 4911 0,'0'0'0,"0"0"0,0 0 0,0 0 16,0 0-16,0 0 0,0 0 0,0 0 0,0 0 16,0 0-16,24 0 0,-24 0 0,0-24 0,25 24 15,-25 0-15,25 0 0,0 0 0,-25 0 0,25 0 0,-25 0 16,24 0-16,1 0 0,-25 0 0,25 0 0,0 0 15,-25 0-15,25 0 0,-25 0 0,24 0 0,1 0 16,-25 0-16,25 0 0,-25 0 0</inkml:trace>
  <inkml:trace contextRef="#ctx0" brushRef="#br0" timeOffset="85492.8899">15379 4837 0,'0'-25'0,"0"25"0,-25 0 0,25 0 0,0-25 16,0 25-16,0 0 0,0 0 0,0 0 0,0 0 15,0 0-15,0 0 0,0 0 0,0 0 0,0 0 0,0 0 16,0 0-16,0 0 0,0 0 0,0 0 0,0 25 16,0-25-16,0 0 0,0 25 0,25-25 0,-25 0 15,0 25-15,0-25 0,0 25 0,0-25 0,0 24 0,0-24 16,0 0-16,0 25 0,0-25 0,0 0 0,0 25 15,0-25-15,25 0 0,-25 25 0,0-25 0,0 0 16,0 0-16,0 0 0,0 0 0,0 0 0,0 0 0,0 0 16,0 0-16,0 0 0,0 0 0,0 0 0,0 0 0,0 0 15,0 0-15,0 0 0,0 0 0,0 0 0,0-25 16,0 25-16,0 0 0,0-25 0,25 25 0,-25 0 15,0-25-15,0 25 0,24-24 0,-24 24 0,0-25 0,25 25 16,-25-25-16,0 25 0,25 0 0,-25-25 0,0 25 16,0 0-16,25 0 0,-25 0 0,0-25 0,0 25 0,0 0 15,25 25-15,-25-25 0,0 0 0,0 0 0,0 0 16,0 25-16,0-25 0,24 0 0,-24 25 0,0-25 0,0 0 15,0 25-15,0-25 0,0 24 0,0-24 0,0 0 16,0 25-16,0-25 0,0 25 0,0-25 0,0 0 16,0 25-16,0-25 0,0 0 0,0 25 0,0-25 15,25 0-15,-25 0 0,0 24 0,0-24 0,25 0 0,-25 0 16,0 0-16,25 0 0,-25 0 0,25 0 0,-25 0 15,24 0-15,-24 0 0,25-24 0,-25 24 0,25 0 0,0 0 16,-25 0-16</inkml:trace>
  <inkml:trace contextRef="#ctx0" brushRef="#br0" timeOffset="85971.9171">15875 4862 0,'0'-25'0,"0"25"0,-25-25 0,25 25 15,0-25-15,0 25 0,0 0 0,0-25 0,-25 25 16,25 0-16,0-24 0,0 24 0,0 0 0,0 0 16,0 0-16,-24 0 0,24 0 0,0 24 0,0-24 0,0 0 15,0 0-15,-25 25 0,25-25 0,0 25 0,0-25 16,0 25-16,0-25 0,0 0 0,-25 25 0,25-25 0,0 25 15,0-25-15,0 0 0,0 24 0,0-24 0,0 0 16,0 25-16,0-25 0,0 0 0,0 0 0,25 0 16,-25 25-16,0-25 0,0 0 0,0 0 0,0 0 15,25 0-15,-25 0 0,0 0 0,0 0 0,24 0 0,-24 0 16,0 0-16,25 0 0,-25-25 0,0 25 0,25 0 0,-25 0 15,0 0-15,0 0 0,25-25 0,-25 25 0,0 0 16,0 0-16,0-24 0,0 24 0,0 0 0,0-25 16,0 25-16,0 0 0,0 0 0,0 0 0,0-25 0,0 25 15,0 0-15,0 0 0,0 0 0,0 0 0,0 0 0,0 0 16,0 0-16,0 25 0,0-25 0,0 0 0,0 0 15,0 25-15,0-25 0,0 24 0,0-24 0,0 25 16,0-25-16,0 25 0,0 0 0,0-25 0,0 25 0,0-1 16,0-24-16,0 25 0,0 0 0,0-25 0,0 25 15,0-25-15,0 25 0,0-1 0,0-24 0,0 25 16,0-25-16,0 25 0,-25-25 0,25 25 0,0-25 0,0 0 15,0 25-15,0-25 0,-25 0 0,25 0 0,0 0 16,0 24-16,0-24 0,0 0 0,-25 0 0,25 0 16,0 0-16,0 0 0,0 0 0,-24 0 0,24 0 0,0 0 15,0 0-15,0-24 0,-25 24 0,25 0 0,0 0 16,0-25-16,0 25 0,0 0 0,0 0 0,0-25 0,-25 25 15,25-25-15,0 25 0,0-25 0,25 25 0,-25-24 16,0 24-16,0-25 0,0 0 0,0 0 0,25 25 0</inkml:trace>
  <inkml:trace contextRef="#ctx0" brushRef="#br0" timeOffset="86592.9527">15949 4837 0,'0'-25'0,"0"25"0,0 0 16,0 0-16,0 0 0,25-25 0,-25 25 0,0 0 0,25 0 15,-25-25-15,0 25 0,25 0 0,0-24 0,-25 24 16,24-25-16,-24 25 0,25-25 0,0 25 0,-25 0 0,25-25 16,-25 0-16,25 25 0,-25-24 0,24 24 0,-24-25 15,25 25-15,-25-25 0,25 25 0,-25 0 0,0-25 0,0 25 16,0-25-16,0 25 0,0-24 0,0 24 0,0-25 15,0 25-15,0-25 0,0 25 0,0-25 0,0 25 0,-25 0 16,25-25-16,0 25 0,0 0 0,-25 0 0,25-24 16,0 24-16,-24 0 0,24 0 0,0 0 0,0 0 15,-25 0-15,25 0 0,0 0 0,0 0 0,-25 0 0,25 0 16,0 0-16,0 0 0,0 0 0,-25 0 0,25 0 15,0 0-15,0 24 0,0-24 0,0 0 0,0 0 16,0 25-16,0-25 0,0 25 0,0-25 0,0 0 0,0 25 16,0-25-16,0 25 0,0-1 0,0-24 0,0 25 15,0-25-15,0 25 0,0 0 0,0 0 0,0-25 16,0 24-16,0 1 0,0 0 0,0 0 0,0-25 0,0 25 15,0-1-15,0-24 0,0 25 0,0 0 0,0-25 0,0 25 16,0-25-16,-25 25 0,25-25 0,0 0 0,0 25 16,0-25-16,0 0 0,0 0 0,0 0 0,0 0 15,0 0-15,0 0 0,0 0 0,0 0 0,0 0 0,0 0 16,0 0-16,0 0 0,25 0 0,-25 0 0,0 0 15,0 0-15,0-25 0,25 25 0,-25 0 0,0 0 0,0-25 16,25 25-16,-25 0 0,25-25 0,-25 25 0,0 0 16,24 0-16,-24-25 0,0 25 0,0 0 0,25 0 0,-25 0 15,0 0-15,0 0 0,0 0 0,0 0 0,0 25 16,0-25-16,0 0 0,25 0 0,-25 25 0,0-25 15,0 0-15,0 25 0,0-25 0,0 0 0,0 25 0,0-25 16,0 24-16,0-24 0,0 0 0,0 25 0,0-25 16,0 0-16,0 0 0,0 25 0,0-25 0,0 0 15,0 0-15,0 0 0,0 0 0,0 0 0,0 0 0,0 0 16,25 0-16,-25 25 0,0-25 0,0 0 0,25 0 15,-25 0-15,0 0 0,24 0 0,-24 0 0,25 0 0,-25 0 16,0 0-16,25 0 0,-25 0 0,25 0 0</inkml:trace>
  <inkml:trace contextRef="#ctx0" brushRef="#br0" timeOffset="87119.9827">16495 4887 0,'0'-25'0,"0"25"16,0 0-16,0-25 0,0 25 0,0 0 0,0-25 16,0 25-16,0 0 0,0-25 0,0 25 0,0 0 0,0 0 15,0 0-15,0-25 0,0 25 0,0 0 0,0 0 16,0 0-16,0 0 0,0 0 0,0 0 0,0 0 0,0 0 15,0 0-15,0 25 0,0-25 0,0 0 0,0 0 16,0 0-16,0 0 0,0 25 0,0-25 0,0 0 16,0 25-16,0-25 0,0 25 0,0-25 0,0 25 0,0-25 15,0 24-15,0-24 0,0 25 0,0-25 0,0 25 16,0-25-16,0 0 0,0 25 0,0-25 0,0 0 15,25 25-15,-25-25 0,0 0 0,0 0 0,0 0 0,0 24 16,0-24-16,25 0 0,-25 0 0,0 0 0,0 0 16,25 0-16,-25 0 0,24-24 0,-24 24 0,0 0 0,25 0 15,0 0-15,-25 0 0,25 0 0,-25-25 0,25 25 16,-25 0-16,24 0 0,-24 0 0,25-25 0,-25 25 0,25 0 15,-25 0-15,0 0 0,0-25 0,25 25 0,-25 0 16,0 0-16,0-25 0,0 25 0,0 0 0,0-24 16,0 24-16,0 0 0,0-25 0,0 25 0,0 0 0,0-25 15,-25 25-15,25 0 0,0-25 0,0 25 0,0 0 0,0-25 16,0 25-16,-25 0 0,25 0 0,0-25 0,0 25 15,0 0-15,0 0 0,0 0 0,0 0 0,-25 0 16,25 0-16,0 0 0,0 0 0,0 0 0,0 25 16,0-25-16,0 0 0,-24 0 0,24 0 0,0 25 0,0-25 15,0 0-15,0 25 0,0-25 0,0 25 0,0-25 16,0 0-16,0 25 0,0-25 0,0 24 0,0-24 0,0 0 15,24 25-15,-24-25 0,0 0 0,0 25 0,0-25 16,0 0-16,0 25 0,25-25 0,-25 0 0,0 0 16,0 25-16,25-25 0,-25 0 0,0 0 0,0 0 0,25 0 15,-25 0-15,0 0 0,25 0 0,-25 0 0,24-25 0,-24 25 16,0 0-16,25 0 0,-25-25 0,25 25 0,-25 0 15,0-25-15,25 25 0</inkml:trace>
  <inkml:trace contextRef="#ctx0" brushRef="#br0" timeOffset="87688.0154">16966 4762 0,'0'0'0,"0"0"0,0 0 16,0 0-16,0 0 0,0 0 0,0 0 0,0 0 15,0 0-15,0 0 0,0 0 0,0 0 0,0 0 16,0 0-16,0 0 0,0 25 0,25-25 0,-25 0 0,0 25 16,0-25-16,0 25 0,0-25 0,0 25 0,0-25 15,0 25-15,0-25 0,0 24 0,0-24 0,0 0 0,0 25 16,0-25-16,0 25 0,0-25 0,0 25 0,0-25 15,0 0-15,0 25 0,0-25 0,0 0 0,0 0 16,0 0-16,0 0 0,0 0 0,0 0 0,0 0 0,0 0 16,0 0-16,-25 0 0,25 0 0,0 0 0,0 0 15,0 0-15,0-25 0,0 25 0,0 0 0,0 0 0,0-25 16,0 25-16,0 0 0,0-25 0,0 25 0,0-25 15,0 25-15,0-24 0,0 24 0,0 0 0,25-25 0,-25 25 16,0 0-16,0-25 0,25 25 0,-25 0 0,0 0 16,0-25-16,25 25 0,-25 0 0,0 0 0,0 0 15,25 0-15,-25 0 0,0 0 0,0 0 0,24 0 0,-24 0 16,0 25-16,0-25 0,0 0 0,25 0 0,-25 25 15,0-25-15,0 0 0,0 0 0,0 25 0,0-25 0,0 0 16,0 24-16,0-24 0,0 0 0,0 0 0,0 0 16,0 25-16,0-25 0,0 0 0,0 0 0,0 0 0,0 25 15,0-25-15,0 0 0,0 0 0,0 0 0,0 0 16,0 0-16,0 0 0,0 0 0,0 0 0,0 0 15,0 0-15,0-25 0,0 25 0,0 0 0,0 0 0,0-25 16,0 25-16,0 0 0,0-24 0,25 24 0,-25 0 16,0-25-16,0 25 0,25-25 0,-25 25 0,0 0 15,25-25-15,-25 25 0,0 0 0,24-25 0,-24 25 0,25 0 16,-25 0-16,0 0 0,25-25 0,-25 25 0,0 0 15,0 0-15,25 0 0,-25 0 0,0 0 0,0 25 0,0-25 16,25 0-16,-25 0 0,0 0 0,0 25 0,0-25 16,0 0-16,0 0 0,0 25 0,0-25 0,0 0 0,0 25 15,0-25-15,0 25 0,24-25 0,-24 0 0,0 24 16,0-24-16,0 0 0,0 25 0,0-25 0,0 0 15,0 0-15,0 25 0,0-25 0,0 0 0,0 0 0,0 0 16,0 0-16,0 0 0,-24 0 0,24 0 0,0 0 16</inkml:trace>
  <inkml:trace contextRef="#ctx0" brushRef="#br0" timeOffset="87913.0283">16842 4564 0,'0'0'0,"0"-25"0,0 25 0,0 0 0,0 0 0,25 0 16,-25 0-16,0-25 0,25 25 0,-25 0 0,0 0 16,25 0-16,-25 0 0,25 0 0,-25 0 0,24 0 0,-24 0 15,25 0-15,-25 0 0,25 25 0,-25-25 0,0 0 16,25 25-16,-25-25 0,0 0 0,25 25 0,-25 0 0,0-25 15,0 24-15,0 1 0,0 0 0,0-25 0,-25 25 16,25 0-16,0-1 0</inkml:trace>
  <inkml:trace contextRef="#ctx0" brushRef="#br0" timeOffset="88063.0367">16842 5333 0,'0'25'0,"-24"-25"0,24 0 0,0 25 0,0-25 16,0 0-16,0 0 0,0 0 0,0 0 0,0 0 0,0 0 15,0 0-15,0 0 0,0 0 0,0 0 0,0 0 16,0 0-16,0 0 0,0-25 0,0 25 0,24 0 0,-24-25 15,0 25-15,0-25 0,-24 0 0,24 25 0,0-24 16</inkml:trace>
  <inkml:trace contextRef="#ctx0" brushRef="#br0" timeOffset="88224.0459">16594 4589 0,'0'0'16,"0"0"-16,0 0 0,0-25 0,0 25 0,0 0 0,0 0 15,0-25-15,0 25 0,0 0 0,25 0 0,-25 0 16,0 0-16,0-25 0,0 25 0,0 0 0,0 0 0,25 0 15,-25 0-15,0 0 0,0 0 0,0 0 0,0 0 16,0-24-16,25 24 0</inkml:trace>
  <inkml:trace contextRef="#ctx0" brushRef="#br0" timeOffset="88742.0757">18430 4465 0,'0'0'0,"0"-25"0,0 25 0,0 0 0,-25 0 15,25 0-15,0 0 0,0-25 0,0 25 0,0 0 0,0 25 16,0-25-16,0 0 0,0 0 0,0 0 0,0 25 15,0-25-15,0 0 0,0 25 0,0-25 0,0 24 0,0 1 16,0 0-16,0-25 0,0 25 0,0 0 0,0-1 16,0 1-16,0 0 0,0 0 0,0 0 0,0-1 0,0 1 15,0 0-15,0 0 0,-25 0 0,25-25 0,0 25 16,0-1-16,0 1 0,0 0 0,0 0 0,0 0 15,0-1-15,0-24 0,0 25 0,0 0 0,0-25 0,-25 25 16,25-25-16,0 0 0,0 0 0,0 25 0,0-25 16,0 0-16,0 0 0,0 0 0,0 0 0,-24-25 0,24 25 15,0 0-15,0-25 0,0 25 0,0-25 0,0 25 16,0-25-16,0 1 0</inkml:trace>
  <inkml:trace contextRef="#ctx0" brushRef="#br0" timeOffset="88884.0837">18355 4837 0,'0'0'0,"0"0"16,25-25-16,-25 25 0,0 0 0,0 0 0,0 0 15,0 0-15,25 0 0,-25-25 0,0 25 0,0 0 16,25 0-16,-25 0 0,25 0 0,-25 0 0,24 0 0,-24 0 15,25 0-15,0 0 0,-25 0 0,25 25 0,0-25 16,0 0-16,-25 0 0,24 25 0,1-25 0,0 0 16,-25 25-16,25-25 0,0 0 0,-1 25 0,-24-25 0,25 0 15,0 24-15,-25-24 0,25 0 0</inkml:trace>
  <inkml:trace contextRef="#ctx0" brushRef="#br0" timeOffset="89322.1089">19000 4887 0,'0'-25'0,"0"25"0,0 0 0,0-25 0,0 25 15,-24 0-15,24 0 0,0-25 0,0 25 0,0 0 16,0-25-16,0 25 0,0 0 0,-25-25 0,25 25 0,0 0 15,0 0-15,0-24 0,0 24 0,-25 0 0,25 0 16,0 0-16,0 0 0,0 0 0,-25 0 0,25 0 16,0 0-16,0 0 0,-25 24 0,25-24 0,0 0 0,0 0 15,0 25-15,-24-25 0,24 0 0,0 25 0,0-25 16,-25 0-16,25 25 0,0-25 0,0 25 0,0-25 0,0 25 15,0-25-15,0 24 0,0-24 0,0 25 0,0-25 16,0 25-16,0-25 0,0 25 0,0 0 0,0-25 0,0 0 16,0 24-16,25-24 0,-25 25 0,0-25 0,0 0 15,24 0-15,-24 0 0,0 0 0,0 0 0,25 0 16,-25 0-16,25-25 0,-25 25 0,0 0 0,25-24 0,-25 24 15,0-25-15,25 25 0,-25 0 0,0-25 0,24 25 16,-24-25-16,0 25 0,0 0 0,0-25 0,25 25 0,-25-24 16,0 24-16,0 0 0,0-25 0,0 25 0,0 0 15,0-25-15,0 25 0,0 0 0,0 0 0,0 0 16,0 0-16,0 0 0,0 0 0,0 0 0,0 0 0,0 0 15,25 0-15,-25 0 0,0 0 0,0 0 0,0 0 16,0 25-16,0-25 0,0 0 0,0 25 0,0-25 0,0 0 16,0 24-16,0-24 0,0 25 0,25-25 0,-25 25 0,0-25 15,0 25-15,0-25 0,0 25 0,0-25 16,0 0-16,0 24 0,0-24 0,25 0 0,-25 25 0,0-25 15,0 0-15,24 0 0,-24 0 0,0 0 0,25 0 16,-25-25-16,25 25 0,-25 0 0,25-24 0</inkml:trace>
  <inkml:trace contextRef="#ctx0" brushRef="#br0" timeOffset="89911.1424">20141 4986 0,'-24'0'0,"24"25"0,0-25 0,0 0 16,0 0-16,0 0 0,0 0 0,0 0 0,0 0 15,24 0-15,-24 0 0,0-25 0,25 25 0,-25 0 16,25 0-16,-25 0 0,25-25 0,0 25 0,-25-25 0,24 25 15,1 0-15,0-25 0,0 25 0,-25-24 0,25 24 0,-1-25 16,1 25-16,0-25 0,0 25 0,-25-25 0,25 25 16,-1-25-16,1 25 0,-25-25 0,25 25 0,-25-24 15,25-1-15,-25 25 0,25-25 0,-25 0 0,0 0 0,0 1 16,0 24-16,0-25 0,0 0 0,0 0 0,0 25 0,0-25 15,0 1-15,-25 24 0,25-25 0,0 25 0,-25 0 16,25-25-16,0 25 0,-25 0 0,25 0 0,-25 0 16,25 0-16,0 0 0,-24 0 0,24 0 0,-25 0 0,25 0 15,0 0-15,-25 0 0,25 25 0,0-25 0,0 0 16,0 0-16,-25 0 0,25 25 0,0-25 0,0 0 15,0 24-15,0-24 0,0 25 0,0-25 0,0 25 0,0-25 16,25 25-16,-25 0 0,0-1 0,0-24 0,0 25 16,0 0-16,0 0 0,0-25 0,0 25 0,0-1 15,0 1-15,0 0 0,0 0 0,0-25 0,0 25 0,0 0 16,0-25-16,0 24 0,-25 1 0,25-25 0,0 25 0,0-25 15,0 25-15,0-25 0,0 25 0,0-25 0,0 24 16,0-24-16,0 0 0,0 0 0,0 25 0,0-25 16,0 0-16,25 0 0,-25 0 0,0 0 0,0 0 0,25 0 15,-25 0-15,25 0 0,-25 0 0,24 0 0,-24-25 16,25 25-16,0 0 0</inkml:trace>
  <inkml:trace contextRef="#ctx0" brushRef="#br0" timeOffset="90382.1695">20886 4936 0,'0'0'0,"0"0"0,0-25 15,0 25-15,24 0 0,-24 0 0,0-24 0,-24 24 16,24 0-16,0 0 0,0-25 0,0 25 0,0 0 0,0 0 15,-25-25-15,25 25 0,0 0 0,0-25 0,0 25 16,-25 0-16,25 0 0,0 0 0,-25-25 0,25 25 16,0 0-16,-25 0 0,25 0 0,0 0 0,-24 0 0,24 0 15,0 0-15,-25 0 0,25 0 0,0 25 0,-25-25 16,25 0-16,0 0 0,0 25 0,-25-25 0,25 0 0,0 25 15,0-25-15,0 25 0,0-25 0,-25 0 0,25 24 16,25-24-16,-25 25 0,0-25 0,0 0 0,0 25 16,0-25-16,0 25 0,25-25 0,-25 0 0,0 0 0,0 25 15,25-25-15,-25 0 0,0 0 0,0 0 0,25 0 16,-25 24-16,0-24 0,24 0 0,-24 0 0,0 0 0,25 0 15,-25-24-15,25 24 0,-25 0 0,25 0 0,-25 0 0,25 0 16,-25 0-16,24-25 0,-24 25 0,0 0 0,25-25 16,-25 25-16,0 0 0,0-25 0,25 25 0,-25 0 15,0-25-15,0 25 0,0 0 0,0-24 0,0 24 0,0 0 16,0-25-16,0 25 0,0 0 0,0 0 0,0 0 15,0-25-15,0 25 0,0 0 0,0 0 0,-25 0 16,25 0-16,0 0 0,0 0 0,0 0 0,0 0 16,0 0-16,0 0 0,0 0 0,0 25 0,0-25 0,0 0 15,0 0-15,0 25 0,0-25 0,0 0 0,0 24 16,0-24-16,0 0 0,0 25 0,0-25 0,0 25 0,0-25 15,0 0-15,0 25 0,0-25 0,0 0 0,0 25 0,0-25 16,0 0-16,0 24 0,0-24 0,0 0 16,0 0-16,25 0 0,-25 0 0,0 0 0,0 0 0,25 0 15,-25 0-15,0 0 0,25 0 0,-25-24 0,24 24 16,-24-25-16,0 25 0,25 0 0,-25-25 0</inkml:trace>
  <inkml:trace contextRef="#ctx0" brushRef="#br0" timeOffset="90936.2012">21109 4787 0,'0'0'0,"0"0"0,0 0 0,0 0 16,0 0-16,0 0 0,0 0 0,0 0 0,0 0 0,0 0 15,0 25-15,0-25 0,0 0 0,25 0 0,-25 25 0,0-25 16,0 0-16,0 25 0,0-25 0,0 25 0,0-25 16,0 24-16,0-24 0,0 25 0,0-25 0,0 0 15,0 25-15,0-25 0,0 0 0,0 25 0,0-25 0,0 0 16,0 0-16,0 25 0,0-25 0,0 0 0,0 0 15,0 0-15,0 0 0,0 0 0,0 0 0,0 0 0,0 0 16,0 0-16,0 0 0,0 0 0,0 0 0,0 0 16,0 0-16,0-25 0,0 25 0,0 0 0,0 0 0,0-25 15,0 25-15,0-25 0,0 25 0,0 0 16,0-25-16,0 25 0,24-24 0,-24 24 0,0-25 0,0 25 15,25 0-15,-25 0 0,0-25 0,25 25 0,-25 0 0,0 0 16,0 0-16,25 0 0,-25 0 0,0 0 0,25 0 16,-25 0-16,0 0 0,24 0 0,-24 0 0,0 0 0,0 25 15,25-25-15,-25 0 0,0 0 0,0 25 0,0-25 16,0 0-16,0 24 0,0-24 0,25 0 0,-25 25 0,0-25 15,-25 25-15,25-25 0,0 0 0,0 25 0,0-25 16,0 0-16,0 0 0,0 25 0,0-25 0,0 0 16,0 0-16,0 24 0,0-24 0,0 0 0,0 0 0,0 0 15,0 0-15,0 0 0,0 0 0,0 0 0,0 0 16,0 0-16,0-24 0,0 24 0,0 0 0,25 0 15,-25-25-15,0 25 0,0 0 0,25-25 0,-25 25 0,25 0 16,-25-25-16,0 25 0,24-25 0,-24 25 0,25 0 16,-25-24-16,0 24 0,25 0 0,-25-25 0,25 25 0,-25 0 15,0 0-15,25 0 0,-25 0 0,0 0 0,0 0 16,0 0-16,0 0 0,0 0 0,24 0 0,-24 25 0,0-25 15,0 0-15,0 24 0,-24-24 0,24 0 0,0 25 16,0-25-16,0 25 0,0-25 0,0 0 0,0 25 16,0-25-16,-25 0 0,25 25 0,0-25 0,0 0 0,0 0 15,0 24-15,0-24 0,0 0 0,0 0 16,0 0-16,0-24 0,0 24 0,0 0 0,0 0 0,0-25 0,0 25 15</inkml:trace>
  <inkml:trace contextRef="#ctx0" brushRef="#br0" timeOffset="91125.2119">21332 4514 0,'-25'0'0,"25"0"0,0 0 0,0-24 0,0 24 16,0 0-16,0 0 0,0 0 0,0 0 0,0-25 16,0 25-16,25 0 0,-25 0 0,25 0 0,-25 0 0,25 0 15,-1 0-15,1-25 0,-25 25 0,25 0 0,0 0 16,0 0-16,-25 0 0,24 0 0,1 0 0,-25 0 15,25 0-15,0 0 0,-25 0 0,25 0 0,-1 0 0,-24 0 16,25 25-16,-25-25 0,25 0 0,0 0 0,-25 0 16,25 0-16,-25 0 0</inkml:trace>
  <inkml:trace contextRef="#ctx0" brushRef="#br0" timeOffset="91708.2454">22547 4887 0,'0'0'0,"-24"-25"0,24 25 0,0 0 0,0 0 0,0-25 15,-25 25-15,25 0 0,0-25 0,0 25 0,0 0 16,0 0-16,0 0 0,0 0 0,0 0 0,0-25 16,0 25-16,0 0 0,0 0 0,25 25 0,-25-25 0,0 0 15,0 0-15,0 0 0,0 0 0,24 25 0,-24-25 0,0 0 16,0 25-16,0-25 0,0 25 0,0-25 0,0 0 15,0 24-15,0-24 0,0 0 0,0 25 0,0-25 16,0 25-16,0-25 0,0 0 0,0 0 0,0 25 0,0-25 16,0 0-16,0 0 0,0 25 0,0-25 0,0 0 15,0 0-15,0 0 0,0 0 0,0 24 0,0-24 16,0 0-16,0 0 0,0 0 0,0 0 0,0 0 0,0 0 15,0 0-15,0-24 0,0 24 0,0 0 0,0 0 0,25 0 16,-25-25-16,0 25 0,25 0 0,-25-25 0,0 25 16,25-25-16,-25 25 0,25 0 0,-25-25 0,24 25 15,-24-24-15,0 24 0,25-25 0,-25 25 0,0 0 0,25-25 16,-25 25-16,0 0 0,0 0 0,0 0 0,0 0 15,25 0-15,-25 0 0,0 0 0,0 0 0,0 0 0,0 0 16,0 0-16,0 0 0,0 0 0,0 0 0,0 0 16,0 0-16,0 0 0,0 25 0,0-25 0,0 0 15,0 0-15,0 25 0,0-25 0,0 0 0,0 24 16,0-24-16,25 25 0,-25-25 0,0 0 0,0 25 0,0-25 15,0 25-15,0-25 0,0 0 0,0 25 0,25-25 0,-25 24 16,0-24-16,0 0 0,24 25 0,-24-25 0,0 0 16,25 0-16,-25 0 0,0 25 0,25-25 0,-25-25 15,25 25-15,-25 0 0,25 0 0,-1 0 0,-24-25 0,25 25 16,-25-24-16,25 24 0,-25-25 0</inkml:trace>
  <inkml:trace contextRef="#ctx0" brushRef="#br0" timeOffset="92573.2947">23068 4440 0,'0'0'0,"0"0"0,0 0 0,0 0 16,0-25-16,0 25 0,0 0 0,0 0 0,0 0 16,0 0-16,0 0 0,0 0 0,0 0 0,0 25 15,0-25-15,0 0 0,0 25 0,0-25 0,0 0 0,0 25 16,0-1-16,0-24 0,0 25 0,0 0 0,0 0 15,0-25-15,-24 25 0,24-1 0,0 1 0,0 0 0,0 0 16,0 0-16,0-1 0,0 1 0,0 0 0,0-25 16,0 25-16,0 0 0,-25 0 0,25-25 0,0 24 15,0 1-15,0-25 0,0 25 0,0-25 0,0 25 16,0-25-16,0 0 0,0 0 0,0 25 0,0-25 0,0 0 15,0 0-15,0 0 0,0 0 0,0 0 0,0 0 0,0 0 16,0 0-16,0 0 0,25 0 0,-25 0 0,0 0 16,0-25-16,0 25 0,0 0 0,24 0 0,-24-25 15,0 25-15,25-25 0,-25 25 0,0 0 0,25-25 0,-25 25 16,0-24-16,25 24 0,-25-25 0,25 25 0,-25 0 15,0-25-15,0 25 0,24 0 0,-24 0 0,0 0 0,0-25 16,0 25-16,0 0 0,0 0 0,0 0 0,0 25 16,0-25-16,0 0 0,0 0 0,0 0 0,0 0 0,0 0 15,25 0-15,-25 25 0,0-25 0,0 0 0,0 0 16,0 25-16,0-25 0,0 0 0,0 24 0,0-24 0,0 0 15,0 25-15,0-25 0,0 0 0,25 25 0,-25-25 16,0 0-16,0 25 0,0-25 0,0 0 0,0 25 16,0-25-16,25 0 0,-25 0 0,0 0 0,0 0 0,0 0 15,0 0-15,25 0 0,-25 0 0,0 0 0,0 0 16,24 0-16,-24 0 0,0 0 0,25 0 0,-25-25 15,0 25-15,25 0 0,-25-25 0,0 25 0,0 0 0,25-25 16,-25 25-16,0 0 0,0-25 0,25 25 0,-25 0 16,0-24-16,0 24 0,0-25 0,0 25 0,0 0 0,0-25 15,0 25-15,0 0 0,0 0 0,0-25 0,0 25 16,0 0-16,0 0 0,0 0 0,0 0 0,0 0 0,0 0 15,0 0-15,0 0 0,0 0 0,0 0 0,0 0 16,0 0-16,0 0 0,0 25 0,0-25 0,0 0 0,0 0 16,0 25-16,0-25 0,0 0 0,0 0 0,0 25 15,0-25-15,0 0 0,0 24 0,0-24 0,0 0 16,0 25-16,0-25 0,0 25 0,0-25 0,0 0 0,24 25 15,-24-25-15,0 0 0,0 25 0,0-25 0,25 0 16,-25 0-16,0 24 0,0-24 0,25 0 0,-25 0 16,0 0-16,0 0 0,25 25 0,-25-25 0,0 0 0,25-25 15,-25 25-15,0 0 0,24 0 0,-24 0 0,0 0 16,0-24-16,25 24 0,-25 0 0,0-25 0,0 25 15,0 0-15,25-25 0,-25 25 0,0 0 0,0-25 0,0 25 16,0-25-16,0 25 0,0 0 0,25-24 0,-25 24 0,0 0 16,0-25-16,0 25 0,0 0 0,0 0 0,0 0 15,0 0-15,0 0 0,0 0 0,0 0 0,0 0 16,0 25-16,0-25 0,0 0 0,0 24 0,0-24 0,0 0 15,0 25-15,0-25 0,0 25 0,0-25 0,0 25 0,0-25 16,0 0-16,0 25 0,0-25 0,0 0 0,0 0 16,0 24-16,0-24 0,0 0 0,0 0 0,0 0 15,0 0-15,25 0 0,-25 0 0,0 0 0,0 0 0,0 0 16,24-24-16,-24 24 0,0 0 0,0-25 0,0 25 15</inkml:trace>
  <inkml:trace contextRef="#ctx0" brushRef="#br0" timeOffset="92764.3058">23688 4614 0,'0'0'0,"0"0"0,0 0 16,25 0-16,-25 0 0,0 0 0,0 0 0,25 0 0,-25 0 16,0 0-16,25 0 0,-25 0 0,0 0 0,25 24 15,-25-24-15,0 0 0,0 0 0,24 25 0,-24-25 0,0 25 16,0-25-16,0 0 0,0 25 0,-24-25 0,24 0 15,0 25-15,-25-25 0,25 24 0,-25-24 0,25 0 0,-25 0 16,0 25-16,25-25 0,-24 0 0,24 0 0,-25 0 16,25 25-16</inkml:trace>
  <inkml:trace contextRef="#ctx0" brushRef="#br0" timeOffset="93189.3301">24284 4762 0,'25'0'0,"-25"0"0,0 0 0,0-24 16,0 24-16,0 0 0,0 0 0,0-25 0,-25 25 0,25 0 15,0-25-15,0 25 0,0 0 0,0 0 0,0-25 16,-25 25-16,25 0 0,0 0 0,0 0 0,0 0 15,0 0-15,0 0 0,0 0 0,0 0 0,0 0 0,0 0 16,-25 0-16,25 0 0,0 0 0,0 25 0,0-25 16,0 0-16,0 25 0,0-25 0,0 0 0,0 25 0,0-25 15,0 24-15,0-24 0,0 25 0,25-25 0,-25 25 16,0-25-16,0 25 0,0-25 0,25 25 0,-25-25 15,0 0-15,0 25 0,25-25 0,-25 24 0,0-24 16,0 25-16,24-25 0,-24 0 0,0 0 0,0 25 0,0-25 16,0 0-16,0 0 0,0 0 0,0 0 0,0 0 0,0 25 15,0-25-15,0 0 0,0 0 0,-24 0 16,24 0-16,0 0 0,-25-25 0,25 25 0,0 0 0,0 0 15,-25 0-15,25 0 0,0 0 0,-25 0 0,25 0 16,0 0-16,0 0 0,0 0 0,-25 0 0,25 0 0,0 0 16,0 0-16,0 0 0,0 0 0,0 0 0,25 0 0,-25-25 15,0 25-15,25 0 0,-25 0 0,25 0 0,-25 0 16,25 0-16,-1 0 0,-24 0 0</inkml:trace>
  <inkml:trace contextRef="#ctx0" brushRef="#br0" timeOffset="94030.3782">24681 4887 0,'0'0'0,"0"-25"0,0 25 0,0 0 15,-25-25-15,25 25 0,0 0 0,0-25 0,0 25 0,-25 0 16,25-25-16,0 25 0,0 0 0,0 0 0,-25 0 16,25-25-16,0 25 0,0 0 0,-25 0 0,25 0 0,0 25 15,0-25-15,-24 0 0,24 0 0,0 0 0,0 0 16,-25 0-16,25 25 0,0-25 0,0 0 0,-25 25 15,25-25-15,0 0 0,0 25 0,0-25 0,-25 25 16,25-25-16,0 24 0,0-24 0,0 25 0,0-25 0,0 25 16,0-25-16,0 25 0,25-25 0,-25 25 0,0-25 0,0 24 15,0-24-15,25 0 0,-25 25 0,0-25 0,25 0 16,-25 0-16,24 0 0,-24 0 0,25 0 0,-25 0 0,0 0 15,25 0-15,-25 0 0,25 0 0,-25 0 0,25 0 16,-25-25-16,0 25 0,24 0 0,-24 0 0,0-24 0,0 24 16,0 0-16,25-25 0,-25 25 0,0-25 0,0 25 15,0 0-15,0-25 0,0 25 0,0-25 0,0 25 16,0-24-16,0 24 0,0-25 0,0 25 0,0 0 0,0-25 15,0 25-15,0 0 0,0 0 0,0 0 0,0 0 16,0 0-16,0 0 0,0 0 0,0 0 0,0 0 16,0 0-16,0 0 0,0 0 0,0 25 0,0-25 0,0 0 15,0 25-15,0-25 0,0 24 0,0-24 0,0 0 16,0 25-16,0-25 0,0 25 0,0-25 0,0 0 0,0 25 15,0-25-15,0 25 0,0-25 0,0 0 16,0 24-16,0-24 0,25 0 0,-25 0 0,0 25 0,0-25 16,0 0-16,25 0 0,-25 0 0,0 0 0,25 0 0,-25 0 15,24 0-15,-24 0 0,0 0 0,25 0 0,-25 0 16,25 0-16,-25-25 0,25 25 0,-25 0 0,25 0 0,-25-24 15,25 24-15,-25 0 0,0-25 0,0 25 0,24-25 16,-24 25-16,0-25 0,0 25 0,0-25 0,0 25 0,0-24 16,0 24-16,-24-25 0,24 25 0,0 0 0,0-25 15,0 25-15,0 0 0,0 0 0,0-25 0,0 25 0,0 0 16,0 0-16,0 0 0,0 0 0,0 0 0,0 0 15,0 25-15,-25-25 0,25 0 0,0 0 0,0 25 16,0-25-16,0 0 0,0 25 0,0-25 0,0 0 16,0 24-16,0-24 0,0 0 0,0 25 0,0-25 0,0 25 15,25-25-15,-25 25 0,0-25 0,0 0 0,0 25 16,0-25-16,0 0 0,24 0 0,-24 24 0,0-24 0,0 0 15,25 0-15,-25 0 0,0 25 0,25-25 0,-25 0 16,0 0-16,25 0 0,-25-25 0,25 25 0,-25 0 0,0 0 16,24 0-16,-24-24 0,0 24 0,25 0 0,-25 0 15,0-25-15,25 25 0,-25-25 0,0 25 0,25 0 0,-25-25 16,0 25-16,0-25 0,0 25 0,25-24 0,-25 24 15,0 0-15,0-25 0,0 25 0,0 0 0,0 0 16,0 0-16,0-25 0,0 25 0,0 0 0,0 25 0,0-25 16,0 0-16,0 0 0,-25 0 0,25 25 0,0-25 15,0 0-15,0 0 0,0 24 0,0-24 0,0 0 0,0 25 16,0-25-16,0 25 0,0-25 0,0 0 0,0 25 15,0-25-15,25 0 0,-25 0 0,0 25 0,0-25 0,24 0 16,-24 0-16,0 0 0,25 0 0,-25 0 0,25 0 16,-25 0-16,0 0 0,25 0 0,-25 0 0,0 0 15,25 0-15,-25-25 0,0 25 0</inkml:trace>
  <inkml:trace contextRef="#ctx0" brushRef="#br0" timeOffset="95731.4755">3249 6251 0,'0'-25'0,"0"25"0,0-25 0,0 25 0,0 0 0,0-25 16,0 25-16,0-24 0,25 24 0,-25 0 0,0 0 0,0 0 15,0-25-15,0 25 0,0 0 0,0 0 0,0 0 16,0 0-16,0 0 0,0 0 0,0 0 0,0 0 15,0 0-15,0 0 0,0 0 0,0 0 0,0 0 0,0 0 16,0 0-16,0-25 0,0 25 0,0 0 0,0 0 16,0 0-16,0 0 0,0 0 0,0-25 0,0 25 0,0 0 15,0 0-15,0 0 0,0-25 0,0 25 16,0 0-16,0 0 0,25 0 0,-25 0 0,0 0 0,0-24 15,0 24-15,0 0 0,0 0 0,0 0 0,0 0 16,0 0-16,0 0 0,0 0 0,0 0 0,0 0 0,0 0 16,0 0-16,0 0 0,0 0 0,0 24 0,0-24 0,0 0 15,0 0-15,0 0 0,0 0 0,0 0 0,0 25 16,0-25-16,0 0 0,0 25 0,0-25 0,0 0 15,0 25-15,0-25 0,0 25 0,0-1 0,0-24 0,0 25 16,0-25-16,0 25 0,0-25 0,0 25 0,25 0 16,-25-25-16,0 24 0,0-24 0,0 25 0,0-25 0,0 25 15,0-25-15,0 25 0,25-25 0,-25 25 0,0-25 16,0 0-16,0 0 0,0 24 0,0-24 0,0 0 15,0 0-15,0 25 0,0-25 0,0 0 0,0 0 0,0 0 16,0 0-16,0 0 0,0 0 0,0 0 0,0 0 16,-25 0-16,25 0 0,0 0 0</inkml:trace>
  <inkml:trace contextRef="#ctx0" brushRef="#br0" timeOffset="96425.5152">3299 6028 0,'-25'0'16,"25"-25"-16,0 25 0,-25 0 0,25 0 0,0 0 0,-24 0 15,24 0-15,0 0 0,-25 0 0,25 0 0,0 0 16,-25 0-16,25 0 0,0-25 0,-25 25 0,25 0 0,0 0 15,0 25-15,-25-25 0,25 0 0,0 0 0,-24 0 16,24 0-16,0 0 0,-25 0 0,25 25 0,0-25 0,0 0 16,-25 0-16,25 0 0,0 24 0,0-24 0,-25 0 15,25 0-15,0 25 0,0-25 0,-25 0 0,25 25 0,0-25 16,0 0-16,-24 25 0,24-25 0,0 0 0,0 25 15,-25-25-15,25 24 0,0-24 0,0 0 0,0 25 0,0-25 16,0 25-16,0-25 0,0 25 0,0-25 0,0 25 16,0-25-16,0 24 0,0 1 0,25-25 0,-25 25 0,0-25 15,0 25-15,0-25 0,0 25 0,24-1 0,-24-24 16,0 25-16,25-25 0,-25 25 0,0-25 0,25 25 15,-25-25-15,25 25 0,-25-25 0,25 0 0,-1 24 0,-24-24 16,25 25-16,0-25 0,-25 0 0,25 25 0,-25-25 0,25 25 16,-1-25-16,1 0 0,-25 25 0,25-25 0,0 24 15,0-24-15,-1 0 0,1 0 0,0 25 0,-25-25 16,25 0-16,0 0 0,-1 0 0,-24 0 0,25 0 0,0 0 15,-25 0-15,25-25 0,0 25 0,-25 0 0,24-24 16,-24 24-16,25 0 0,-25-25 0,25 25 0,-25-25 16,25 25-16,-25-25 0,0 0 0,25 25 0,-25-24 0,0-1 15,25 25-15,-25-25 0,0 0 0,0 0 0,0 25 0,0-24 16,0-1-16,0 0 0,0 0 0,0 0 0,0 1 15,0 24-15,-25-25 0,25 0 0,0 0 0,0 0 16,-25 1-16,25 24 0,0-25 0,-25 0 0,25 25 0,-25-25 16,25 25-16,-25-25 0,25 25 0,0-24 0,-24 24 15,24 0-15,-25-25 0,25 25 0,0 0 0,-25 0 16,25 0-16,-25 0 0,25-25 0,0 25 0,-25 0 15,25 0-15,0 0 0,-24 0 0,24 0 0,0 0 0,0 0 16,-25 0-16,25 0 0,0 0 0,0 0 0,-25 0 0,25 0 16</inkml:trace>
  <inkml:trace contextRef="#ctx0" brushRef="#br0" timeOffset="97211.5601">5358 6127 0,'0'0'15,"0"0"-15,0 0 0,-25-25 0,25 25 0,0 0 16,0 0-16,0 0 0,-25-25 0,25 25 0,0 0 0,0 0 15,0-25-15,0 25 0,-25 0 0,25 0 0,0 0 16,0-24-16,0 24 0,0 0 0,0 0 0,0 0 0,0 0 16,0 0-16,0 0 0,0 0 0,0 0 0,0 0 15,0 0-15,0 0 0,0 24 0,0-24 0,0 0 16,0 25-16,0-25 0,0 25 0,-24 0 0,24-25 0,24 25 15,-24-1-15,0 1 0,0-25 0,0 25 0,0 0 16,0 0-16,25-25 0,-25 24 0,0 1 0,0 0 0,25-25 16,-25 25-16,0-25 0,0 25 0,0-25 0,25 24 15,-25-24-15,0 25 0,0-25 0,0 0 0,0 25 16,0-25-16,0 0 0,0 0 0,0 25 0,0-25 0,0 0 15,0 0-15,0 0 0,0 0 0,0 0 0,-25 0 16,25 0-16,0 0 0,0 0 0,-25-25 0,25 25 0,0 0 16,-25 0-16,25-25 0</inkml:trace>
  <inkml:trace contextRef="#ctx0" brushRef="#br0" timeOffset="97397.5708">5035 6003 0,'-24'-25'0,"24"25"0,0 0 15,0 0-15,0 0 0,0-25 0,24 25 0,-24 0 16,0 0-16,0-25 0,25 25 0,-25 0 0,0 0 0,25-24 15,0 24-15,-25 0 0,25 0 0,-1-25 0,-24 25 16,25 0-16,0 0 0,0 0 0,-25 0 0,25 0 0,-1 0 16,1 0-16,-25 0 0,25 0 0,0 25 0,-25-25 15,25 0-15,-1 24 0,-24-24 0,25 0 0,0 25 0,-25-25 16,25 25-16</inkml:trace>
  <inkml:trace contextRef="#ctx0" brushRef="#br0" timeOffset="97879.5984">5829 6276 0,'-25'0'0,"25"0"15,0-25-15,0 25 0,0 0 0,0 0 0,-25-25 0,25 25 16,0 0-16,0-25 0,0 25 0,-24 0 0,24 0 16,0 0-16,0-25 0,0 25 0,-25 0 0,25 0 15,0 0-15,0 0 0,-25 0 0,25 0 0,0 0 0,-25 25 16,25-25-16,0 0 0,-25 0 0,25 0 0,-24 0 15,24 25-15,0-25 0,0 0 0,-25 25 0,25-25 16,0 0-16,-25 25 0,25-25 0,0 24 0,0-24 0,0 0 16,0 25-16,0-25 0,0 25 0,0-25 0,0 0 15,0 25-15,0-25 0,0 0 0,0 25 0,25-25 0,-25 0 16,0 24-16,0-24 0,0 0 0,25 0 0,-25 0 15,0 0-15,0 25 0,0-25 0,0 0 0,0 0 0,0 0 16,0 0-16,0 0 0,24 0 0,-24 0 0,0 0 16,0 0-16,0 0 0,0 0 0,25 0 0,-25-25 15,0 25-15,0 0 0,0 0 0,25 0 0,-25-24 0,0 24 16,0 0-16,0-25 0,0 25 0,0 0 0,25-25 15,-25 25-15,0 0 0,0-25 0,0 25 0,0 0 16,0-25-16,0 25 0,0 0 0,0 0 0,0-24 0,0 24 16,0 0-16,0 0 0,0 0 0,0 0 0,0 0 15,-25 0-15,25 0 0,0 0 0,0 0 0,0 24 0,0-24 16,0 0-16,0 0 0,0 25 0,0-25 0,0 25 15,0-25-15,0 25 0,0-25 0,0 0 0,0 25 0,0-25 16,25 0-16,-25 24 0,0-24 0,0 0 0,0 25 16,0-25-16,25 0 0,-25 0 0,0 0 0,0 25 15,0-25-15,24 0 0,-24 0 0,0 0 0,25 0 0,-25 0 16,0-25-16,25 25 0,-25 0 0,0 0 0,25 0 0,-25-25 15,25 25-15</inkml:trace>
  <inkml:trace contextRef="#ctx0" brushRef="#br0" timeOffset="98150.6139">6003 6300 0,'0'0'0,"0"-24"0,0 24 16,0 0-16,0-25 0,0 25 0,0 0 0,-25-25 0,25 25 15,0 0-15,0-25 0,0 25 0,0 0 0,-25 0 16,25 0-16,0 0 0,0 0 0,0 0 0,-25 0 16,25 0-16,0 0 0,0 0 0,0 0 0,0 0 15,-24 0-15,24 25 0,0-25 0,0 0 0,0 0 0,0 25 16,-25-25-16,25 0 0,0 0 0,0 25 0,0-25 0,0 24 15,0-24-15,25 25 0,-25-25 0,0 25 0,0-25 16,0 25-16,24 0 0,-24-25 0,0 24 0,25-24 16,-25 25-16,0-25 0,25 25 0,-25-25 0,25 25 0,-25-25 15,25 25-15,-25-25 0,24 0 0,-24 0 0,25 0 16,-25 0-16,25 0 0,0 0 0,-25 0 0,25-25 0,-1 25 15,-24-25-15,25 25 0,-25-25 0,25 25 0,-25-25 16,25 25-16,-25-24 0,25-1 0,-25 25 0,0-25 16,24 0-16,-24 25 0,0-25 0,0 1 0</inkml:trace>
  <inkml:trace contextRef="#ctx0" brushRef="#br0" timeOffset="98533.6358">6251 5928 0,'0'0'16,"0"-24"-16,0 24 0,0 0 0,0 0 0,-25 0 16,25 0-16,0 0 0,0 0 0,0 0 0,0 0 0,0 0 15,0 0-15,0 0 0,0 0 0,0 0 0,0 24 16,0-24-16,0 25 0,0-25 0,25 0 0,-25 25 0,0 0 15,0-25-15,0 25 0,0-1 0,0-24 0,0 25 16,0 0-16,0 0 0,0 0 0,0-25 0,0 24 0,0 1 16,0 0-16,25 0 0,-25 0 0,0-25 0,0 24 15,0 1-15,0 0 0,0-25 0,0 25 0,0-25 16,0 25-16,-25-25 0,25 24 0,0-24 0,0 0 0,25 0 15,-25 0-15,0 25 0,0-25 0,0 0 0,0 0 16,0 0-16,0 0 0,0-25 0,0 25 0,0 0 16,0 0-16,0 0 0,24-24 0,-24 24 0,0-25 0,0 25 15,25 0-15,-25-25 0,0 25 0,25-25 0,-25 25 16,0 0-16,25-25 0,-25 25 0,0 0 0,0 0 0,25 0 15,-25 0-15,0 0 0,0 0 0,24 0 0,-24 0 16,0 0-16,0 0 0,0 25 0,25-25 0,-25 0 0,0 0 16,0 25-16,0-25 0,0 25 0,25-25 0,-25 0 15,0 25-15,0-25 0,0 24 0,0-24 0,0 0 16,0 25-16,0-25 0,0 0 0,0 0 0,0 25 0,0-25 15,0 0-15,0 0 0,0 0 0,-25 0 0,25 0 16,0 0-16,0 0 0,-25 0 0,25 0 0,0 0 0,-24-25 16</inkml:trace>
  <inkml:trace contextRef="#ctx0" brushRef="#br0" timeOffset="98736.6474">5904 5879 0,'0'0'0,"-25"0"0,25-25 0,0 25 15,0 0-15,0 0 0,-25 0 0,25 0 0,0 0 16,0 0-16,0 0 0,0 25 0,0-25 0,0 0 0,-25 25 16,25-25-16,0 24 0,25 1 0,-25-25 0,0 25 15,0 0-15,0 0 0,0-25 0,0 24 0,0 1 0,0 0 16,0-25-16,0 25 0,0 0 0,0-25 0,0 24 15</inkml:trace>
  <inkml:trace contextRef="#ctx0" brushRef="#br0" timeOffset="99478.6898">7615 6077 0,'-25'0'0,"25"0"0,0 0 0,0 0 16,-25 0-16,25 0 0,0 0 0,0 0 0,-24 0 0,24 0 16,0-25-16,0 25 0,0 0 0,0 0 0,0 0 15,0 0-15,0 0 0,0 0 0,0 0 0,0 0 16,0 0-16,0 0 0,0 0 0,0 0 0,0 0 0,0 0 15,0 0-15,24-24 0,-24 24 0,0 0 0,0 0 16,25 0-16,-25 0 0,0 24 0,0-24 0,25 0 16,-25 0-16,0 0 0,0 25 0,25-25 0,-25 25 0,0-25 15,0 25-15,0 0 0,0-25 0,0 24 0,0 1 0,0-25 16,0 25-16,0 0 0,0-25 0,-25 25 0,25-1 15,0-24-15,0 25 0,0 0 0,0-25 0,-25 25 16,25-25-16,0 0 0,0 25 0,0-25 0,0 0 0,0 24 16,0-24-16,0 0 0,0 0 0,0 0 0,0 25 15,0-25-15,0 0 0,0 0 0,0 0 0,0 0 16,0 0-16,0 0 0,0-25 0,25 25 0,-25 0 0,0 0 15,0 0-15,0-24 0,0 24 0,25 0 0,-25-25 16,0 25-16,25-25 0,-25 25 0,0-25 0,24 25 0,-24-25 16,0 25-16,0-24 0,0-1 0,25 25 0,-25-25 15,0 25-15,0-25 0,0 25 0,0-25 0,0 25 0,0-24 16,0 24-16,0 0 0,0 0 0,0 0 0,0 0 15,0 0-15,0 0 0,0 0 0,0 0 0,0 0 16,0 0-16,0 0 0,0 24 0,0-24 0,0 0 0,0 25 16,0-25-16,0 25 0,0-25 0,0 25 0,0 0 15,25-25-15,-25 24 0,0-24 0,0 25 0,25-25 0,-25 25 16,25-25-16,-25 25 0,0-25 0,24 0 0,-24 0 15,25 25-15,0-25 0,-25 0 0,25 0 0,-25 0 16,25 0-16,-1 0 0,-24 0 0,25 0 0,-25 0 0,25-25 16,0 25-16,-25 0 0,25-25 0,-25 25 0</inkml:trace>
  <inkml:trace contextRef="#ctx0" brushRef="#br0" timeOffset="100082.7244">8855 6325 0,'0'0'0,"-25"0"15,25-25-15,0 25 0,0 0 0,0 0 0,0 0 0,0 0 16,0 0-16,0 0 0,0 0 0,0 0 0,0 0 15,0 0-15,0 0 0,0 0 0,25 0 0,-25 0 16,0 0-16,25 0 0,-25-24 0,0 24 0,25 0 0,-25 0 16,25 0-16,-25 0 0,24 0 0,-24 0 0,25 0 15,0 0-15,-25 0 0,25 0 0,-25 0 0,25 0 16,-25 0-16,25 0 0,-25 0 0,0 0 0,24 0 0,-24 0 15,0 0-15,25 0 0,-25 0 0,0 0 0,0 0 16,0 0-16,0 0 0</inkml:trace>
  <inkml:trace contextRef="#ctx0" brushRef="#br0" timeOffset="100265.7347">8830 6474 0,'0'0'0,"0"0"0,0 0 0,0 0 0,0 0 15,0 0-15,0 0 0,0 0 0,25 0 0,-25 0 0,0 0 16,25 0-16,-25-25 0,25 25 0,-25 0 0,25 0 15,-25 0-15,24 0 0,-24 0 0,25 0 0,-25 0 16,25 0-16,0 0 0,-25 0 0,25 0 0,-25 0 0,25 0 16,-1 0-16,-24-25 0,25 25 0,0 0 0,0 0 15,-25 0-15</inkml:trace>
  <inkml:trace contextRef="#ctx0" brushRef="#br0" timeOffset="101018.7779">10120 6251 0,'0'0'0,"0"0"0,0 0 0,0 0 0,0 0 0,0 0 15,0-25-15,0 25 0,0 0 0,-24 0 0,24-25 16,0 25-16,0 0 0,0 0 0,0 0 0,0-25 16,0 25-16,0 0 0,-25 0 0,25-24 0,0 24 0,0 0 15,0 0-15,-25 0 0,25 0 0,0 0 0,0-25 16,-25 25-16,25 0 0,0 25 0,-25-25 0,25 0 0,0 0 15,-25 0-15,25 0 0,-24 24 0,24-24 0,-25 0 16,25 25-16,0-25 0,-25 25 0,25-25 0,0 0 16,0 25-16,-25-25 0,25 25 0,0-25 0,0 24 0,0-24 15,0 25-15,0-25 0,25 0 0,-25 25 0,0-25 16,0 25-16,0-25 0,25 0 0,-25 25 0,0-25 0,0 0 15,25 0-15,-25 24 0,0-24 0,24 0 0,-24 0 16,25 0-16,-25 0 0,0 0 0,25 0 0,-25 0 16,0 0-16,25 0 0,-25 0 0,25 0 0,-25-24 0,0 24 15,0 0-15,25 0 0,-25-25 0,0 25 0,0 0 16,24 0-16,-24-25 0,0 25 0,0 0 0,0-25 15,0 25-15,0 0 0,0 0 0,0-25 0,0 25 0,0 0 16,0 0-16,0-24 0,0 24 0,0 0 0,-24-25 0,24 25 16,0 0-16,0 0 0,0 0 0,0 0 0,0 0 15,0 0-15,0 0 0,0 0 0,0 0 0,24 0 16,-24 0-16,0 0 0,0 0 15,0 0-15,0 25 0,0-25 0,0 0 0,0 24 0,0-24 0,0 0 16,0 25-16,0-25 0,0 25 0,0-25 0,0 25 0,0-25 0,0 25 16,0-25-16,25 24 0,-25-24 0,0 0 0,0 25 15,0-25-15,0 25 0,0-25 0,0 0 0,0 0 16,0 25-16,0-25 0,25 0 0,-25 0 15,0 0-15,0 0 0,0 0 0,25 0 0,-25 0 0,0-25 0,25 25 16,-25 0-16,24-25 0,-24 25 0</inkml:trace>
  <inkml:trace contextRef="#ctx0" brushRef="#br0" timeOffset="101297.7937">10616 6102 0,'0'-25'0,"0"25"0,0 0 0,-24-25 0,24 25 0,0-24 16,0 24-16,-25 0 0,25 0 0,0 0 0,-25-25 15,25 25-15,0 0 0,0 0 0,0 0 0,-25 0 16,25 0-16,0 25 0,0-25 0,-25 0 0,25 0 0,0 24 16,-24-24-16,24 25 0,0-25 0,-25 25 0,25 0 15,0-25-15,-25 25 0,25-1 0,0 1 0,0 0 16,0-25-16,0 25 0,0 0 0,0-1 0,0-24 0,0 25 15,0 0-15,0-25 0,25 25 0,-25-25 0,0 25 16,25-25-16,-25 24 0,0-24 0,24 0 0,-24 0 0,25 25 16,0-25-16,-25 0 0,25 0 0,0 0 0,-25 0 15,24 0-15,1 0 0,0 0 0,0 0 0,-25-25 0,25 25 16,-1 0-16</inkml:trace>
  <inkml:trace contextRef="#ctx0" brushRef="#br0" timeOffset="101682.8159">10939 6424 0,'0'0'16,"0"0"-16,0 0 0,0 0 0,0 0 0,0 0 15,0 0-15,0 0 0,0 0 0,0-24 0,0 24 0,0 0 16,25 0-16,-25-25 0,0 25 0,0 0 0,24-25 15,-24 25-15,0 0 0,25-25 0,-25 25 0,0-25 16,25 25-16,-25-24 0,0 24 0,25-25 0,-25 25 0,0-25 16,0 25-16,0-25 0,0 25 0,25-25 0,-25 25 15,0-24-15,0 24 0,0-25 0,0 25 0,0-25 0,0 25 16,0 0-16,0 0 0,0-25 0,0 25 0,0 0 15,0 0-15,0 0 0,0 0 0,-25 0 0,25 0 0,0 0 16,0 25-16,0-25 0,0 0 0,0 0 0,0 25 16,0-25-16,0 25 0,0-25 0,0 24 0,0-24 15,0 25-15,0-25 0,0 25 0,0-25 0,25 25 0,-25-25 16,0 25-16,0-1 0,0-24 0,0 25 0,0-25 15,0 25-15,0-25 0,24 25 0,-24-25 0,0 25 16,0-25-16,0 0 0,0 24 0,0-24 0,25 25 0,-25-25 16,0 0-16,0 0 0,0 25 0,0-25 0,0 0 0,0 0 15,0 0-15,0 0 0,0 0 0,25 0 0,-25 0 16</inkml:trace>
  <inkml:trace contextRef="#ctx0" brushRef="#br0" timeOffset="101907.8288">11410 6375 0,'0'0'0,"0"0"0,0 0 0,0 25 0,0-25 16,0 0-16,0 0 0,25 0 0,-25 0 0,0 0 16,0 0-16,0 0 0,25 0 0,-25 0 0,0 24 0,0-24 15,0 0-15,25 0 0,-25 25 0,0-25 0,0 25 16,0-25-16,0 0 0,0 25 0,0-25 0,0 0 15,0 25-15,-25-25 0,25 24 0,0-24 0,0 0 0,0 25 16,-25-25-16,25 0 0,0 25 0,0-25 0,0 0 16,0 0-16,-25 0 0,25 0 0,0 0 0,0 0 0,0 0 15,0 0-15,25 0 0</inkml:trace>
  <inkml:trace contextRef="#ctx0" brushRef="#br0" timeOffset="102315.8521">11782 6152 0,'-25'0'0,"25"0"0,0-25 0,0 25 0,-24 0 16,24-25-16,0 25 0,0 0 0,0 0 0,-25 0 0,25-25 15,0 25-15,0 0 0,0 0 0,-25 0 0,25 0 16,0 0-16,0 0 0,0 0 0,0 25 0,-25-25 0,25 0 15,0 0-15,0 25 0,0-25 0,0 0 0,0 25 16,0-25-16,0 24 0,0 1 0,0-25 0,0 25 16,0-25-16,0 25 0,0 0 0,0-1 0,0-24 0,0 25 15,0 0-15,25-25 0,-25 25 0,0-25 0,0 25 16,25-25-16,-25 24 0,0-24 0,25 0 0,-25 25 15,0-25-15,24 0 0,-24 0 0,0 0 0,0 0 0,25 0 16,-25 0-16,0 0 0,25 0 0,-25 0 0,25-25 0,-25 25 16,0-24-16,25 24 0,-25-25 0,0 25 0,24-25 15,-24 25-15,0-25 0,0 0 0,0 25 0,25-24 16,-25 24-16,0-25 0,0 0 0,0 25 0,0-25 0,0 25 15,0-25-15,-25 25 0,25-24 0,0 24 0,0 0 16,0 0-16,0 0 0,0 0 0,0 0 0,0 0 16,-24 0-16,24 0 0,0 24 0,0-24 0,0 0 0,-25 25 15,25-25-15,0 0 0,0 25 0,0-25 0,0 0 0,0 25 16,0-25-16,0 0 0,0 25 0</inkml:trace>
  <inkml:trace contextRef="#ctx0" brushRef="#br0" timeOffset="102535.8647">12080 6350 0,'0'0'0,"0"0"0,0 0 0,25 0 0,-25 0 16,0 0-16,0 0 0,0 0 0,0 0 0,0 0 0,0 0 16,0 0-16,0 25 0,0-25 0,0 0 0,0 0 15,0 25-15,0-25 0,0 0 0,0 24 0,0-24 0,0 25 16,0-25-16,0 25 0,-25-25 0,25 0 0,0 25 15,0-25-15,0 25 0,0-25 0,0 0 0,0 24 16,0-24-16,0 0 0,0 0 0,0 0 0,0 25 0,0-25 16,0 0-16,25 0 0,-25 0 0,0 0 0,24 0 15,-24 0-15,25-25 0,0 25 0,-25 0 0</inkml:trace>
  <inkml:trace contextRef="#ctx0" brushRef="#br0" timeOffset="102915.8864">12452 6152 0,'0'0'0,"0"0"0,-25-25 0,25 25 16,0 0-16,0 0 0,0 0 0,-25-25 0,25 25 0,0 0 16,0 0-16,0 0 0,0 0 0,0 0 0,-24 0 15,24 0-15,0 0 0,0 0 0,0 0 0,0 25 0,-25-25 16,25 0-16,0 0 0,0 25 0,0-25 0,0 24 15,0-24-15,0 25 0,0-25 0,0 25 0,-25-25 0,25 25 16,25 0-16,-25-1 0,0-24 0,0 25 0,0 0 16,0-25-16,0 25 0,25 0 0,-25-25 0,0 24 15,24-24-15,-24 25 0,0-25 0,25 25 0,-25-25 0,0 0 16,25 0-16,-25 25 0,25-25 0,-25 0 0,0 0 15,25 0-15,-25-25 0,24 25 0,-24 0 0,0 0 0,25-25 16,-25 25-16,0-25 0,25 25 0,-25-24 0,0 24 16,0-25-16,0 25 0,0-25 0,0 0 0,0 25 15,0-25-15,0 25 0,0-24 0,0-1 0,-25 25 0,25-25 16,0 25-16,0-25 0,0 25 0,-25 0 0,25-25 15,0 25-15,0 0 0,0 0 0,0 0 0,0 0 0,-24 0 16,24 0-16,0 0 0,0 25 0,0-25 0,0 0 16,0 0-16,0 0 0,0 25 0,0-25 0,0 0 15,0 0-15</inkml:trace>
  <inkml:trace contextRef="#ctx0" brushRef="#br0" timeOffset="103140.8993">12799 6375 0,'0'0'0,"0"0"15,0 0-15,0 0 0,0 0 0,25 0 0,-25 0 0,0 0 16,0 25-16,0-25 0,0 0 0,0 0 0,25 0 16,-25 0-16,0 24 0,0-24 0,0 0 0,0 25 15,0-25-15,0 25 0,0-25 0,0 25 0,0-25 0,-25 25 16,25-25-16,0 24 0,0-24 0,0 25 0,0-25 15,-25 25-15,25-25 0,0 25 0,0-25 0,0 0 0,0 25 16,0-25-16,0 0 0,0 0 0,0 0 0,0 0 16,0 0-16,0 0 0,25 0 0</inkml:trace>
  <inkml:trace contextRef="#ctx0" brushRef="#br0" timeOffset="103545.9224">13221 6226 0,'0'-25'0,"0"25"0,-25 0 0,25-25 0,0 25 16,0 0-16,0 0 0,0-24 0,-25 24 0,25 0 16,0 0-16,0 0 0,0-25 0,0 25 0,0 0 0,0 0 15,-25 0-15,25 0 0,0 0 0,0 0 0,0 25 16,0-25-16,-24 0 0,24 0 0,0 0 0,0 24 15,-25-24-15,25 25 0,0-25 0,0 25 0,-25 0 0,25-25 16,0 25-16,0-1 0,0 1 0,0-25 0,0 25 0,0 0 16,0 0-16,0-1 0,0-24 0,0 25 0,0 0 15,0-25-15,25 25 0,-25-25 0,0 25 0,25-25 16,-25 0-16,0 24 0,24-24 0,-24 0 0,25 0 15,-25 0-15,25 0 0,-25 0 0,25 0 0,-25-24 0,25 24 16,-25 0-16,25-25 0,-25 25 0,0-25 0,24 25 0,-24-25 16,0 25-16,25-25 0,-25 25 0,0-24 0,0-1 15,0 25-15,0-25 0,0 25 0,0-25 0,0 25 16,0-25-16,0 25 0,0-24 0,0 24 0,-25 0 15,25 0-15,0 0 0,0 0 0,0-25 0,-24 25 0,24 0 16,0 0-16,0 0 0,0 0 0,-25 0 0,25 25 0,0-25 16,0 0-16,0 0 0,0 0 0,0 0 0,0 0 15,0 0-15,0 0 0</inkml:trace>
  <inkml:trace contextRef="#ctx0" brushRef="#br0" timeOffset="103800.9368">13370 5953 0,'0'0'0,"0"0"16,25 0-16,-25 0 0,0 0 0,0 25 0,24-25 0,-24 0 16,0 0-16,25 0 0,-25 0 0,0 25 0,25-25 15,-25 25-15,0-25 0,25 24 0,-25-24 0,25 25 16,-25 0-16,0-25 0,0 25 0,24 0 0,-24-1 0,0 1 15,0 0-15,0 0 0,0 0 0,25-1 0,-25 1 16,0 0-16,0 0 0,0-25 0,0 25 0,0-1 0,0 1 16,0 0-16,-25 0 0,25-25 0,0 25 0,0-1 15,0-24-15,-24 25 0,24 0 0,-25-25 0,25 0 0,-25 25 16,25-25-16,-25 25 0,0-25 0</inkml:trace>
  <inkml:trace contextRef="#ctx0" brushRef="#br0" timeOffset="104218.9607">14015 6276 0,'0'0'0,"0"0"0,0 0 0,0 0 0,0 0 15,0 0-15,24 0 0,-24 0 0,0 0 0,25 0 16,-25 0-16,25 0 0,-25 0 0,25 0 0,-25-25 0,25 25 16,-1 0-16,-24 0 0,25 0 0,0 0 0,-25 0 15,25 0-15,0 0 0,-25 0 0,24 0 0,-24 0 0,0 0 16,25 0-16,-25 0 0,0 0 0,0 0 0,0 0 15,0 0-15,0 0 0,0-25 0,0 25 0,0 0 0,-25 0 16,25 0-16,0 0 0,0 0 0</inkml:trace>
  <inkml:trace contextRef="#ctx0" brushRef="#br0" timeOffset="104403.9715">14188 6127 0,'-25'0'0,"25"-25"0,0 25 16,0 0-16,0 0 0,0 0 0,0 0 0,-24 0 16,24 0-16,0 0 0,0 0 0,0 0 0,0 0 0,0 0 15,0 25-15,0-25 0,24 0 0,-24 25 0,0-25 16,0 24-16,0-24 0,0 25 0,0 0 0,0-25 15,0 25-15,0 0 0,0-25 0,25 24 0,-25 1 0,0-25 16,0 25-16,0-25 0,0 25 0,0-25 0,0 25 16,-25-25-16,25 24 0,0-24 0,0 25 0,0-25 15,0 0-15,0 0 0,0 25 0</inkml:trace>
  <inkml:trace contextRef="#ctx0" brushRef="#br0" timeOffset="105016.0064">14957 5779 0,'0'0'0,"0"0"15,0 0-15,0 0 0,0 0 0,0 0 0,0 0 16,0 0-16,0 0 0,0 0 0,0 0 0,0 0 15,0 0-15,0 25 0,25-25 0,-25 25 0,0-25 0,0 25 16,0 0-16,0-25 0,0 25 0,0-1 0,0 1 16,0 0-16,0-25 0,0 25 0,25 0 0,-25-1 15,0 1-15,0 0 0,0-25 0,0 25 0,0 0 0,0-1 16,0-24-16,0 25 0,0 0 0,0 0 0,0-25 0,0 25 15,0-25-15,-25 24 0,25-24 0,0 0 0,0 25 16,0-25-16,0 0 0,0 0 0,0 0 0,0 25 0,0-25 16,0 0-16,0 0 0,0 0 0,0-25 0,0 25 15,0 0-15,0 0 0,0 0 0,0-25 0,0 25 16,25 0-16,-25-24 0,0 24 0,0-25 0,0 25 15,25 0-15,-25-25 0,0 25 0,24-25 0,-24 25 0,0 0 16,25 0-16,-25 0 0,0 0 0,25-25 0,-25 50 16,0-25-16,25 0 0,-25 0 0,0 0 0,25 0 0,-25 25 15,0-25-15,0 0 0,24 25 0,-24-25 0,0 0 16,0 25-16,0-25 0,0 24 0,0-24 0,25 25 15,-25-25-15,-25 0 0,25 25 0,0-25 0,0 0 0,0 25 16,0-25-16,0 0 0,0 0 0,-24 0 0,24 25 16,0-25-16,0 0 0,-25 0 0,25 0 0,0 24 0,-25-24 15,25 0-15,0 0 0,-25 0 0,25 0 0,-25 0 0,25 0 16,0 0-16,-24 0 0,24 0 0,0 0 15,0 0-15,0 0 0,0 0 0,-25 0 0,50 0 0,-25 0 16,0 0-16,0 0 0,0-24 0,24 24 0,-24 0 0,0-25 16,25 25-16,-25 0 0,25-25 0</inkml:trace>
  <inkml:trace contextRef="#ctx0" brushRef="#br0" timeOffset="105270.0211">15602 6052 0,'0'0'0,"0"-24"0,0 24 0,-25 0 0,25-25 0,0 25 16,0 0-16,0 0 0,-24 0 0,24-25 0,0 25 16,0 0-16,-25 0 0,25 25 0,0-25 0,-25 0 0,25 25 15,0-25-15,-25 24 0,25 1 0,0-25 0,-25 25 16,25 0-16,0 0 0,0-1 0,0 1 0,0 0 0,0 0 15,0 0-15,0-1 0,0 1 0,0 0 0,25 0 16,-25 0-16,25-1 0,-25 1 0,25 0 0,0-25 0,-1 25 16,-24 0-16,25-25 0,0 24 0,0-24 0,0 25 15,-1-25-15,1 0 0,-25 25 0,25-25 0,0 0 0</inkml:trace>
  <inkml:trace contextRef="#ctx0" brushRef="#br0" timeOffset="107403.1431">16148 6127 0,'0'0'0,"0"0"16,0-25-16,0 25 0,0 0 0,-25 0 0,25 0 15,0 0-15,0-25 0,0 25 0,0 0 0,0 0 16,0 0-16,-25 0 0,25 0 0,0 0 0,0 0 0,0 0 16,0 0-16,0 0 0,0 0 0,0 0 0,-25 0 15,25 25-15,0-25 0,0 0 0,0 0 0,-24 0 0,24 0 16,0 25-16,0-25 0,-25 0 0,25 25 0,0-25 15,0 24-15,0-24 0,-25 25 0,25-25 0,0 25 0,0-25 16,0 25-16,0 0 0,0-25 0,0 24 0,0 1 16,0-25-16,0 25 0,0 0 0,25-25 0,-25 25 15,0-25-15,0 24 0,0-24 0,25 25 0,-25-25 0,0 25 16,0-25-16,24 0 0,-24 0 0,0 25 0,0-25 15,25 0-15,-25 0 0,0 0 0,25 0 0,-25-25 0,0 25 16,0 0-16,25 0 0,-25-25 0,0 25 0,25-25 16,-25 25-16,0-24 0,24 24 0,-24-25 0,0 25 15,0-25-15,0 25 0,0-25 0,0 25 0,0-25 0,0 1 16,0 24-16,0-25 0,0 25 0,0-25 0,0 25 15,0-25-15,0 25 0,0-25 0,0 25 0,0-24 0,0 24 16,0 0-16,0-25 0,0 25 0,0 0 0,0 0 16,0 0-16,0 0 0,0 0 0,0 0 0,0 0 15,0 0-15,0 0 0,0 0 0,0 0 0,0 0 0,0 0 16,0 25-16,0-25 0,0 0 0,0 0 0,0 0 15,0 0-15,0 24 0,0-24 0,25 0 0</inkml:trace>
  <inkml:trace contextRef="#ctx0" brushRef="#br0" timeOffset="107622.1556">16446 6350 0,'0'0'0,"0"0"0,0 0 0,0 0 15,0 0-15,0 0 0,0 0 0,0 25 0,0-25 0,0 0 16,0 0-16,0 0 0,0 0 0,0 25 0,0-25 15,0 0-15,0 24 0,0-24 0,0 0 0,-25 25 0,25-25 16,0 25-16,0-25 0,0 25 0,0-25 0,-25 25 16,25-1-16,0-24 0,0 25 0,-25-25 0,25 25 0,0-25 15,0 0-15,0 25 0,0-25 0,0 0 0,0 25 16,0-25-16,0 0 0,0 0 0,25 0 0</inkml:trace>
  <inkml:trace contextRef="#ctx0" brushRef="#br0" timeOffset="107980.1761">16669 6548 0,'0'-24'0,"0"24"0,0 0 0,0 0 16,0-25-16,25 25 0,-25 0 0,0-25 0,0 25 0,24 0 15,-24-25-15,25 25 0,-25-25 0,0 25 0,25-24 16,-25 24-16,25-25 0,-25 25 0,0-25 0,25 25 15,-25-25-15,0 25 0,24-25 0,-24 25 0,0-24 0,0 24 16,0-25-16,0 25 0,0-25 0,25 25 0,-25-25 16,0 25-16,0-25 0,0 25 0,0-24 0,0 24 0,0-25 15,0 25-15,0 0 0,0 0 0,0 0 0,0-25 16,0 25-16,0 0 0,0 0 0,0 0 0,0 25 0,0-25 15,0 0-15,0 0 0,0 25 0,0-25 0,0 0 16,0 24-16,0-24 0,0 25 0,0-25 0,0 25 16,-25-25-16,25 25 0,0-25 0,0 25 0,0-1 0,0-24 15,0 25-15,0-25 0,0 25 0,0 0 0,0-25 16,0 25-16,0-25 0,0 24 0,0-24 0,0 25 0,0-25 15,0 25-15,0-25 0,0 25 0,0-25 0,0 0 16,0 25-16,0-25 0,0 0 0,0 24 0,25-24 0,-25 0 16,25 0-16,-25 0 0,0 0 0</inkml:trace>
  <inkml:trace contextRef="#ctx0" brushRef="#br0" timeOffset="108176.1873">17115 6499 0,'0'0'0,"0"0"0,0 0 0,0 0 0,0 0 0,0 25 16,0-25-16,0 0 0,0 0 0,0 0 0,0 0 15,25 0-15,-25 0 0,0 24 0,0-24 0,0 0 16,0 25-16,0-25 0,0 25 0,0-25 0,0 0 0,0 25 16,0-25-16,0 25 0,-25-25 0,25 0 0,0 24 15,0-24-15,0 0 0,0 0 0,0 25 0,0-25 16,-25 0-16,25 0 0,0 0 0,0 0 0,0 0 0,0 0 15,0 0-15</inkml:trace>
  <inkml:trace contextRef="#ctx0" brushRef="#br0" timeOffset="108620.2127">17388 6127 0,'-25'0'0,"25"0"0,0 0 16,0 0-16,0 0 0,0 0 0,-25 0 0,25-25 15,0 25-15,0 0 0,0 0 0,0 0 0,0 0 0,0 0 16,0 0-16,0 0 0,-24 0 0,24 0 0,0 0 16,0 0-16,0 0 0,0 25 0,0-25 0,-25 0 15,25 0-15,0 25 0,0-25 0,-25 0 0,25 24 0,0-24 16,0 25-16,0 0 0,-25-25 0,25 25 0,0 0 15,0-25-15,0 24 0,0 1 0,0-25 0,0 25 0,0 0 16,0-25-16,0 25 0,0-25 0,0 24 0,0-24 16,25 25-16,-25-25 0,0 0 0,0 0 0,25 25 15,-25-25-15,0 0 0,25 0 0,-25 0 0,24 0 0,-24 0 16,25 0-16,-25 0 0,25-25 0,-25 25 0,25 0 15,-25-25-15,25 25 0,-25-24 0,24 24 0,-24-25 0,25 25 16,-25-25-16,0 25 0,25-25 0,-25 0 0,0 25 16,0-24-16,0-1 0,25 25 0,-25-25 0,-25 0 15,25 25-15,0-25 0,0 25 0,0-24 0,0 24 0,0-25 16,0 25-16,0-25 0,-25 25 0,25 0 0,0 0 15,0 0-15,0 0 0,0 0 0,-25 0 0,25 0 0,0 0 16,0 25-16,0-25 0,-24 0 0,24 0 0,0 0 16,0 25-16,0-25 0,0 0 0,0 0 0,0 24 0,0-24 15,0 0-15,0 0 0,0 0 0</inkml:trace>
  <inkml:trace contextRef="#ctx0" brushRef="#br0" timeOffset="108820.2241">17636 6325 0,'0'0'0,"0"0"0,0 0 15,0 0-15,0 0 0,0 0 0,0 0 0,0 0 0,0 25 16,25-25-16,-25 0 0,0 0 0,0 25 0,0-25 16,0 25-16,0-25 0,0 0 0,0 24 0,0-24 15,0 25-15,0-25 0,0 25 0,0-25 0,0 25 0,0-25 16,0 25-16,0-25 0,0 24 0,0-24 0,0 0 15,0 0-15,0 25 0,0-25 0,0 0 0,0 0 0,0 0 16,0 0-16,0 0 0,25 0 0</inkml:trace>
  <inkml:trace contextRef="#ctx0" brushRef="#br0" timeOffset="109220.247">18033 6102 0,'0'0'0,"0"0"0,0 0 0,0 0 15,0-25-15,-25 25 0,25 0 0,0 0 0,0 0 0,0 0 16,0 0-16,-25 0 0,25 0 0,0 0 0,0 0 16,0 0-16,0 0 0,0 0 0,-24 0 0,24 0 0,0 25 15,0-25-15,0 0 0,0 25 0,0-25 0,-25 25 16,25-25-16,0 24 0,0 1 0,0-25 0,0 25 15,0 0-15,0-25 0,0 25 0,0-1 0,0 1 0,0-25 16,0 25-16,25-25 0,-25 25 0,0 0 0,0-25 16,0 24-16,24-24 0,-24 25 0,25-25 0,-25 0 0,0 0 15,25 25-15,-25-25 0,25 0 0,-25 0 16,25 0-16,-25 0 0,24-25 0,-24 25 0,25 0 0,-25 0 0,25-25 15,-25 25-15,25-24 0,-25 24 0,0-25 0,25 25 16,-25-25-16,0 0 0,0 25 0,0-25 0,0 25 16,0-24-16,0-1 0,0 25 0,0-25 0,0 25 0,0-25 15,0 25-15,-25 0 0,25-25 0,0 25 0,0 0 16,0 0-16,0 0 0,0 0 0,-25 0 0,25 0 15,0 0-15,0 0 0,0 0 0,0 0 0,0 0 0,0 0 16,0 0-16,0 0 0,0 0 0,0 0 0,0 0 16,0 0-16</inkml:trace>
  <inkml:trace contextRef="#ctx0" brushRef="#br0" timeOffset="109519.2641">18405 5904 0,'0'0'16,"0"0"-16,25 0 0,-25 0 0,0 0 0,25 0 16,-25 0-16,0 0 0,0 0 0,24 0 0,-24 0 0,0 0 15,25 24-15,-25-24 0,0 0 0,25 25 0,-25-25 16,0 25-16,25-25 0,-25 25 0,0 0 0,0-25 0,0 24 15,25 1-15,-25 0 0,0-25 0,0 25 0,0 0 16,0-1-16,-25 1 0,25 0 0,0 0 0,0-25 0,0 25 16,-25-1-16,25 1 0,0 0 0,-25 0 0,25 0 15,-25-25-15,25 24 0,-24 1 0,24 0 0,0-25 16,-25 25-16,25-25 0,0 25 0,-25-25 0,25 0 0,0 24 15,0-24-15,0 0 0,0 0 0,0 0 0,0 0 16,0 0-16,0 0 0</inkml:trace>
  <inkml:trace contextRef="#ctx0" brushRef="#br0" timeOffset="109686.2737">18827 6300 0,'0'0'0,"0"0"16,0 0-16,0 0 0,0 0 0,0 0 0,0 0 0,0 0 15,0 0-15,0 0 0,0 0 0,0 0 0,0 0 0,0 0 16,0 0-16,0 0 0,0 0 0,0 0 0,0 25 16</inkml:trace>
  <inkml:trace contextRef="#ctx0" brushRef="#br0" timeOffset="109870.2842">18876 6424 0,'0'0'0,"0"0"0,0 25 0,0-25 15,25 0-15,-25 0 0,0 25 0,0-25 0,25 0 0,-25 25 16,0-25-16,0 0 0,0 25 0,25-25 0,-25 0 0,0 24 15,0-24-15,0 25 0,0-25 0,0 0 0,0 25 0,-25-25 16,25 25-16,0-25 0,-25 0 0,25 25 0,-25-25 16,25 0-16,-24 24 0,24-24 0,-25 0 0,0 0 15,25 25-15,-25-25 0,25 0 0,-25 0 0,1 0 0</inkml:trace>
  <inkml:trace contextRef="#ctx0" brushRef="#br0" timeOffset="110279.3076">18678 6325 0,'0'0'0,"0"0"0,-25 0 16,25 0-16,0 0 0,0 0 0,0 0 0,0 0 0,0 0 15,0 0-15,0 0 0,0-25 0,0 25 0,25 0 16,-25 0-16,0 0 0,0 0 0,25 0 0,-25 0 15,25 0-15,-25 0 0,0 0 0,24 0 0,-24 0 0,25 0 16,0 0-16,-25 0 0,25 0 0,-25 0 0,25 0 16,-1 0-16,-24 0 0,25 0 0,0 0 0,0-24 0,-25 24 15,25 0-15,-25 0 0,24 0 0,1 0 0,-25 0 16,25 0-16,-25 0 0,0-25 0,25 25 0,-25 0 16,0 0-16</inkml:trace>
  <inkml:trace contextRef="#ctx0" brushRef="#br0" timeOffset="110556.3234">18976 6052 0,'0'0'15,"-25"-24"-15,25 24 0,0 0 0,0 0 0,0 0 0,0 0 16,0 0-16,0 0 0,0 0 0,0 0 0,0 0 0,0 0 16,0 0-16,0 24 0,0-24 0,0 0 0,0 25 15,0-25-15,0 25 0,0-25 0,0 25 0,0 0 16,0-1-16,0-24 0,0 25 0,0 0 0,0 0 0,0 0 15,0-1-15,0 1 0,0 0 0,-25 0 0,25 0 16,0-1-16,0 1 0,0 0 0,0-25 0,0 25 0,-25 0 16,25-1-16,0 1 0,0-25 0,0 25 0,0 0 15,-25 0-15,25-25 0,0 24 0,0 1 0,-24-25 16,24 25-16,0-25 0,-25 25 0,25-25 0,-25 0 0</inkml:trace>
  <inkml:trace contextRef="#ctx0" brushRef="#br0" timeOffset="111232.3621">19670 6251 0,'0'0'0,"0"-25"0,0 25 0,0 0 0,0 0 0,0 0 16,0 0-16,0 0 0,25 0 0,-25 0 0,0 0 15,0 0-15,0-25 0,0 25 0,0 0 0,-25 0 16,25 0-16,0 0 0,0-25 0,0 25 0,0 0 0,0 0 15,0 0-15,0 0 0,0-24 0,0 24 0,-25 0 16,25 0-16,0 0 0,0 0 0,-24 0 0,24 0 16,0 0-16,0 0 0,-25 0 0,25 0 0,0 0 0,-25 0 15,25 0-15,-25 0 0,25 0 0,0 0 0,-25 0 16,25 24-16,0-24 0,-25 0 0,25 25 0,0-25 0,0 25 15,-24-25-15,24 25 0,0-25 0,0 25 0,0-1 16,0-24-16,0 25 0,24-25 0,-24 25 0,0 0 0,0-25 16,25 25-16,-25-25 0,0 24 0,25 1 0,-25-25 15,25 25-15,-25-25 0,25 25 0,-25-25 0,25 0 16,-1 25-16,-24-25 0,25 0 0,0 0 0,0 0 0,-25 0 15,25 0-15,-1 0 0,1-25 0,0 25 0,0 0 16,0 0-16,-25-25 0,24 25 0,1-25 0,0 25 0,-25 0 16,25-25-16,-25 25 0,25 0 0,-25-24 0,24 24 15,-24 0-15</inkml:trace>
  <inkml:trace contextRef="#ctx0" brushRef="#br0" timeOffset="111508.3779">20340 5953 0,'0'0'16,"-25"0"-16,25 0 0,0 0 0,0 0 0,-25 0 15,25 0-15,0 0 0,-25 0 0,25 0 0,0 25 0,-24-25 16,24 0-16,0 25 0,-25-25 0,25 25 0,0-1 15,-25-24-15,25 25 0,0 0 0,-25 0 0,25 0 16,0-1-16,0 1 0,0-25 0,0 25 0,0 0 0,0 0 16,0-1-16,0 1 0,0 0 0,0 0 0,0-25 0,0 25 15,0-1-15,25-24 0,-25 25 0,0 0 16,25-25-16,-25 25 0,25-25 0,-25 25 0,24-25 0,-24 0 15,25 0-15,0 24 0,0-24 0,0 0 0,-25 0 16</inkml:trace>
  <inkml:trace contextRef="#ctx0" brushRef="#br0" timeOffset="112022.4073">20737 6226 0,'0'0'0,"0"0"0,0 0 0,0 0 16,-25-25-16,25 25 0,0 0 0,0 0 0,0 0 15,0-25-15,0 25 0,0 0 0,0 0 0,0-24 0,0 24 16,0 0-16,0 0 0,0 0 0,-25 0 0,25 0 16,0-25-16,0 25 0,0 0 0,-25 0 0,25 0 0,0 0 15,-25 0-15,25 0 0,0 25 0,-24-25 0,24 0 16,0 0-16,0 24 0,-25-24 0,25 0 0,0 25 15,-25-25-15,25 25 0,0-25 0,0 25 0,0-25 0,0 25 16,0-25-16,0 24 0,0 1 0,0-25 0,0 25 16,0-25-16,25 25 0,-25 0 0,0-25 0,0 24 0,25-24 15,-25 0-15,0 25 0,0-25 0,24 0 0,-24 25 16,0-25-16,0 0 0,25 0 0,-25 0 0,0 0 15,25 0-15,-25 0 0,0 0 0,25 0 0,-25-25 0,25 25 16,-25 0-16,0-25 0,25 25 0,-25 0 0,0-24 16,24 24-16,-24-25 0,0 25 0,0-25 0,0 25 0,0-25 15,0 25-15,0-25 0,0 25 0,0-24 0,0 24 16,0-25-16,0 25 0,0-25 0,0 25 0,0 0 0,0-25 15,0 25-15,0 0 0,0 0 0,0 0 0,0 0 16,0 0-16,0 0 0,-24 0 0,24 0 0,0 25 16,0-25-16,0 0 0,0 0 0,0 0 0,0 25 0,0-25 15,0 0-15,0 0 0,24 0 0,-24 0 0</inkml:trace>
  <inkml:trace contextRef="#ctx0" brushRef="#br0" timeOffset="112238.4196">21034 6350 0,'0'0'0,"0"0"0,0 0 15,0 0-15,0 0 0,0 0 0,0 0 0,0 0 16,0 0-16,0 25 0,0-25 0,0 0 0,25 0 16,-25 0-16,0 0 0,0 25 0,0-25 0,0 0 0,0 24 15,0-24-15,0 25 0,0-25 0,-25 25 0,25-25 16,0 25-16,0-25 0,0 0 0,0 25 0,-24-25 0,24 24 15,0-24-15,0 25 0,0-25 0,0 0 0,0 25 16,0-25-16,0 0 0,0 0 0,0 0 0,0 25 16,0-25-16,0 0 0,0 0 0</inkml:trace>
  <inkml:trace contextRef="#ctx0" brushRef="#br0" timeOffset="112649.4431">21382 6152 0,'0'-25'0,"0"25"0,-25-25 0,25 25 0,0 0 16,0-25-16,0 25 0,0 0 0,0 0 0,-25 0 0,25-25 16,0 25-16,0 0 0,0 0 0,-25 0 0,25 0 15,0 0-15,0 0 0,0 0 0,-25 25 0,25-25 16,0 0-16,0 25 0,-24-25 0,24 25 0,0-25 0,0 25 15,-25-25-15,25 24 0,0 1 0,0-25 0,0 25 16,0 0-16,-25-25 0,25 25 0,0-1 0,0 1 0,0-25 16,0 25-16,0 0 0,25-25 0,-25 25 0,0-25 15,0 24-15,0-24 0,0 25 0,0-25 0,0 0 16,0 25-16,25-25 0,-25 0 0,0 0 0,0 0 0,24 0 15,-24 0-15,0 0 0,25 0 0,-25 0 0,0 0 16,25-25-16,-25 25 0,0 0 0,25-25 0,-25 25 0,0-24 16,0 24-16,25-25 0,-25 25 0,0-25 0,0 25 15,0-25-15,24 0 0,-24 25 0,0-24 0,0-1 0,0 0 16,0 25-16,0-25 0,0 0 0,0 25 0,0-24 15,0 24-15,-24 0 0,24 0 0,0-25 0,0 25 16,0 0-16,0 0 0,0 25 0,-25-25 0,25 0 0,0 0 16,0 0-16,-25 24 0,25-24 0,0 0 0,0 25 0,0-25 15,0 0-15,0 25 0,0-25 0,0 0 0,0 0 16</inkml:trace>
  <inkml:trace contextRef="#ctx0" brushRef="#br0" timeOffset="112852.4548">21530 6400 0,'0'0'0,"0"0"16,0 0-16,0 0 0,0 0 0,0 0 0,0 0 0,0 24 16,0-24-16,0 0 0,0 0 0,0 25 0,0-25 15,0 0-15,0 25 0,0-25 0,-24 25 0,24-25 0,0 0 16,0 25-16,0-25 0,0 24 0,0-24 0,0 25 15,-25-25-15,25 25 0,0-25 0,0 25 0,0-25 16,0 0-16,0 25 0,0-25 0,0 0 0,0 0 0,25 0 16</inkml:trace>
  <inkml:trace contextRef="#ctx0" brushRef="#br0" timeOffset="113215.4755">21729 6648 0,'25'0'15,"-25"-25"-15,0 25 0,0 0 0,0-25 0,0 25 0,25 0 16,-25-25-16,0 25 0,24-25 0,-24 25 0,0 0 15,25-24-15,-25 24 0,25-25 0,-25 25 0,0-25 0,25 25 16,-25-25-16,0 25 0,0-25 0,25 25 0,-25-24 16,0 24-16,0-25 0,0 0 0,0 25 0,24-25 15,-24 25-15,0-25 0,0 25 0,0-24 0,0 24 0,0 0 16,0-25-16,0 25 0,0 0 0,0 0 0,0 0 0,0 0 15,0 0-15,0 0 0,0 0 0,0 0 0,0 0 16,0 0-16,0 0 0,0 0 0,0 0 0,0 0 16,0 0-16,0 0 0,0 0 0,0 0 0,0 0 15,0 25-15,0-25 0,0 0 0,0 24 0,0-24 0,0 0 16,0 25-16,0-25 0,0 25 0,0-25 0,0 25 15,0-25-15,0 25 0,0-25 0,0 0 0,0 24 0,0-24 16,0 25-16,0-25 0,0 0 0,0 25 0,0-25 16,0 0-16,0 25 0,0-25 0,0 0 0,0 0 15,0 0-15,-24 25 0,24-25 0,0 0 0,0 0 0,0 0 16,0 0-16,0 0 0,0 24 0,24-24 0,-24 0 0,0 0 15,0 0-15</inkml:trace>
  <inkml:trace contextRef="#ctx0" brushRef="#br0" timeOffset="113677.5019">22299 6127 0,'0'0'0,"0"0"16,0-25-16,0 25 0,0 0 0,0 0 0,0-25 0,0 25 15,0 0-15,-24 0 0,24-25 0,0 25 0,0 0 16,0 0-16,0 0 0,0 0 0,0 0 0,0 25 16,0-25-16,0 0 0,0 0 0,-25 0 0,25 25 0,0-25 15,0 25-15,0-25 0,0 25 0,-25-25 0,25 24 16,0-24-16,0 25 0,0 0 0,0 0 0,-25-25 0,25 25 15,0-1-15,0-24 0,0 25 0,0 0 0,0-25 16,0 25-16,0-25 0,0 25 0,0-25 0,0 24 0,0-24 16,0 25-16,0-25 0,25 0 0,-25 0 0,0 25 15,0-25-15,0 0 0,25 0 0,-25 0 0,0 0 16,0 0-16,25 0 0,-25 0 0,24-25 0,-24 25 0,25 0 15,-25 0-15,25-25 0,0 25 0,-25 0 0,25-24 16,-1 24-16,-24 0 0,25-25 0,-25 25 0,25-25 16,-25 25-16,0 0 0,25-25 0,-25 25 0,0 0 0,25-25 15,-25 25-15,0 0 0,0 0 0,0-24 0,0 24 16,0 0-16,0 0 0,0-25 0,0 25 0,0 0 0,0 0 15,0-25-15,-25 25 0,25 0 0,0-25 0,0 25 16,-25 0-16,25 0 0,0-25 0,-25 25 0,25 0 0,0 0 16,-25 0-16,25 0 0,0 0 0,-24 0 0,24 0 15,-25 25-15,25-25 0,0 0 0,-25 0 0,25 25 16,-25-25-16,25 0 0,0 0 0,-25 25 0,25-25 0</inkml:trace>
  <inkml:trace contextRef="#ctx0" brushRef="#br0" timeOffset="113925.5161">22101 6524 0,'0'0'0,"0"0"0,0 0 16,0 0-16,0 24 0,0-24 0,0 0 0,0 0 15,0 0-15,0 25 0,0-25 0,0 0 0,0 25 16,0-25-16,0 0 0,0 25 0,0-25 0,0 25 0,0-25 16,0 0-16,0 24 0,0-24 0,-25 25 0,25-25 15,0 0-15,0 25 0,0-25 0,0 0 0,0 25 16,0-25-16,0 0 0,0 25 0,0-25 0,0 0 0,0 0 15,0 0-15,0 0 0,0 0 0,0 0 0</inkml:trace>
  <inkml:trace contextRef="#ctx0" brushRef="#br0" timeOffset="114264.5355">22771 5804 0,'0'0'16,"0"0"-16,0 25 0,25-25 0,-25 0 0,0 0 15,0 25-15,0-25 0,0 0 0,24 25 0,-24-25 0,0 25 16,0-25-16,25 24 0,-25 1 0,0 0 0,25 0 16,-25-25-16,0 25 0,25-1 0,-25 1 0,0 0 15,0 0-15,0 0 0,25-1 0,-50 1 0,25 0 0,0 0 16,0 0-16,0-1 0,-25 1 0,25 0 0,-25 0 0,25 0 15,-25-1-15,1 1 0,24 0 0,-25 0 0,0 0 16,0-25-16,0 24 0,25 1 0,-25 0 16,1-25-16,-1 25 0,0-25 0,0 25 0</inkml:trace>
  <inkml:trace contextRef="#ctx0" brushRef="#br0" timeOffset="114797.566">23068 6300 0,'0'0'15,"0"0"-15,0 0 0,0 0 0,0 0 0,0 0 16,0 0-16,0 0 0,25 0 0,-25 0 0,0 0 0,25 0 16,-25 0-16,25 0 0,0 0 0,-25 0 0,24 0 15,-24 0-15,25 0 0,0 0 0,-25 0 0,25 0 0,0 0 16,-25 0-16,24 0 0,1 0 0,-25 0 0,25 0 15,-25 0-15,25 0 0,-25 0 0,25-24 0,-25 24 0,24 0 16,-24 0-16,0 0 0,0 0 0</inkml:trace>
  <inkml:trace contextRef="#ctx0" brushRef="#br0" timeOffset="115020.5788">23416 6152 0,'0'0'0,"0"0"0,0 0 0,0 0 0,0 0 15,0 0-15,0 0 0,0 0 0,0 0 0,0 0 0,0 0 16,0 0-16,0 24 0,0-24 0,0 0 0,0 0 15,0 0-15,0 25 0,0-25 0,0 0 0,0 25 0,0-25 16,0 25-16,0-25 0,0 25 0,-25-1 0,25-24 16,0 25-16,0-25 0,0 25 0,0 0 0,0-25 15,-25 25-15,25-1 0,0-24 0,0 25 0,-25 0 0,25-25 16,0 25-16,0-25 0,0 25 0,0-25 0,0 0 0,0 24 15,0-24-15,0 0 0,0 25 0,25-25 0,-25 0 16</inkml:trace>
  <inkml:trace contextRef="#ctx0" brushRef="#br0" timeOffset="115377.5992">24135 6449 0,'0'0'0,"0"-25"0,0 25 0,0-24 15,0 24-15,0-25 0,0 25 0,0-25 0,-25 25 16,25-25-16,0 0 0,0 25 0,0-24 0,0 24 16,0 0-16,0-25 0,-25 25 0,25 0 0,0-25 15,0 25-15,0 0 0,-24 0 0,24 0 0,0 0 0,0 0 16,-25 0-16,25 0 0,0 0 0,-25 0 0,25 0 0,0 25 15,-25-25-15,25 0 0,0 0 0,0 25 0,-25-25 16,25 0-16,0 24 0,0-24 0,0 0 0,-24 25 16,24-25-16,0 0 0,0 25 0,0-25 0,0 25 0,0-25 15,0 0-15,0 25 0,0-25 0,24 0 0,-24 0 16,0 24-16,0-24 0,0 0 0,25 0 0,-25 25 0,0-25 15,0 0-15,25 0 0,-25 0 0,25 0 0,-25 0 16,0 0-16,25 0 0,-25 0 0,24 0 0,-24-25 16,25 25-16,-25 0 0,0 0 0,25-24 0,-25 24 0,25-25 15,-25 25-15,0-25 0,25 25 0,-25-25 0,0 0 16</inkml:trace>
  <inkml:trace contextRef="#ctx0" brushRef="#br0" timeOffset="115603.6121">24259 5978 0,'0'-25'0,"0"25"0,0 0 0,0 0 0,0-25 15,0 25-15,0 0 0,0 0 0,0 0 0,0 0 16,0 25-16,0-25 0,0 0 0,0 0 0,0 25 0,0-25 15,0 25-15,0-25 0,0 25 0,0-25 0,0 24 16,0 1-16,0 0 0,0-25 0,25 25 0,-25 0 16,0-1-16,0 1 0,0 0 0,-25 0 0,25 0 0,0-1 15,0-24-15,0 25 0,0 0 0,0 0 0,0 0 16,0-25-16,0 24 0,0 1 0,-25-25 0,25 25 0,0 0 15,0-25-15,0 25 0,0-25 0,0 24 0,0-24 16,0 25-16,0-25 0,0 0 0,0 0 0,0 25 0,0-25 16,0 0-16,0 0 0,25 0 0,-25 0 0,0-25 15,0 25-15,25 0 0</inkml:trace>
  <inkml:trace contextRef="#ctx0" brushRef="#br0" timeOffset="115903.6293">24681 6003 0,'0'0'0,"0"0"16,0 0-16,0-25 0,0 25 0,0 0 0,-25 0 15,25 0-15,0 0 0,0 0 0,0 0 0,0 0 16,0 0-16,-25 0 0,25 0 0,0 0 0,0 0 0,0 25 15,-25-25-15,25 25 0,0-25 0,-25 24 0,25-24 16,0 25-16,0 0 0,-24 0 0,24 0 0,0-25 0,0 24 16,0 1-16,-25 0 0,25 0 0,0 0 0,0-25 15,0 24-15,0 1 0,0-25 0,0 25 0,0 0 16,0-25-16,0 25 0,0-25 0,0 24 0,0-24 0,0 0 15,0 25-15,0-25 0,25 0 0,-25 25 0,0-25 16,0 0-16,24 0 0,-24 0 0,25 0 0,-25 0 0,25 0 16,0 0-16,-25 0 0,25 0 0</inkml:trace>
  <inkml:trace contextRef="#ctx0" brushRef="#br0" timeOffset="116307.6524">25053 6226 0,'25'0'0,"-25"-25"0,0 25 0,-25-25 0,25 25 15,0 0-15,0-24 0,0 24 0,0 0 0,0-25 16,0 25-16,-25 0 0,25 0 0,0 0 0,0-25 0,0 25 16,0 0-16,0 0 0,-25 0 0,25 0 0,0 0 15,0 0-15,0 0 0,0 0 0,-25 0 0,25 0 0,0 25 16,0-25-16,-24 0 0,24 0 0,0 25 0,-25-25 15,25 24-15,0-24 0,0 25 0,-25-25 0,25 25 0,0 0 16,0-25-16,0 25 0,0-1 0,0-24 0,0 25 16,0 0-16,0-25 0,0 25 0,0-25 0,0 25 15,0-25-15,0 24 0,0-24 0,25 0 0,-25 25 0,0-25 16,0 0-16,0 0 0,25 25 0,-25-25 0,0 0 0,0 0 15,24 0-15,-24 0 0,25-25 0,-25 25 0,0 0 16,25 0-16,-25 0 0,25-25 0,-25 25 0,0 0 16,25-24-16,-25 24 0,0-25 0,24 25 0,-24-25 15,0 25-15,0-25 0,0 25 0,25-25 0,-25 25 0,0-24 16,0-1-16,0 25 0,0 0 0,0-25 0,0 25 15,0 0-15,0-25 0,-25 25 0,25 0 0,0 0 0,0 0 16,0 0-16,0 0 0,0 0 0,0 25 0,0-25 16,0 0-16,0 0 0,-24 0 0,24 0 0,0 0 15,0 0-15,0 0 0,0 0 0</inkml:trace>
  <inkml:trace contextRef="#ctx0" brushRef="#br0" timeOffset="116503.6636">25177 6325 0,'0'0'0,"0"0"0,0 0 16,0 0-16,0 0 0,0 0 0,0 0 0,0 0 15,0 0-15,0 25 0,0-25 0,0 0 0,0 0 0,0 25 16,0-25-16,0 0 0,0 25 0,0-25 0,0 24 16,0-24-16,0 25 0,0-25 0,0 25 0,-25-25 15,25 25-15,0-25 0,0 0 0,0 25 0,0-25 0,0 0 16,0 24-16,0-24 0,0 0 0,0 0 0,0 0 15,0 0-15,0 25 0,0-25 0,0 0 0,0 0 0,25-25 16</inkml:trace>
  <inkml:trace contextRef="#ctx0" brushRef="#br0" timeOffset="116929.688">25549 6052 0,'0'-24'0,"0"24"0,0 0 0,0 0 0,0-25 0,0 25 15,0 0-15,0 0 0,0 0 0,0 0 0,-25-25 16,25 25-16,0 0 0,0 0 0,0 0 0,0 0 16,0 0-16,0 0 0,0 0 0,0 0 0,-25 0 0,25 25 15,0-25-15,0 0 0,-25 0 0,25 25 0,0-25 16,-24 0-16,24 24 0,0 1 0,0-25 0,-25 25 15,25 0-15,0 0 0,-25-1 0,25-24 0,0 25 0,0 0 16,-25 0-16,25 0 0,0-1 0,0-24 0,0 25 0,0 0 16,0-25-16,0 25 0,0-25 0,0 25 0,0-25 15,25 0-15,-25 0 0,0 24 0,0-24 0,0 0 16,25 0-16,-25 0 0,0 0 0,25 0 0,-25 0 0,24 0 15,-24 0-15,25-24 0,-25 24 0,0 0 0,25-25 16,-25 25-16,25 0 0,-25-25 0,25 25 0,-25-25 0,0 25 16,24 0-16,-24-25 0,0 25 0,0-24 0,25-1 15,-25 25-15,0-25 0,0 25 0,0-25 0,0 0 0,0 25 16,0-24-16,0 24 0,0 0 0,0-25 0,0 25 15,0 0-15,0 0 0,0 0 0,0 0 0,-25 0 16,25 0-16,0 0 0,0 0 0,0 0 0,0 0 0,0 0 16,0 0-16,-24 0 0,24 0 0,0 0 0,0 25 15,0-25-15,0 0 0</inkml:trace>
  <inkml:trace contextRef="#ctx0" brushRef="#br0" timeOffset="117147.7004">25722 6300 0,'0'0'0,"0"0"0,0 0 15,0 0-15,0 25 0,0-25 0,0 0 0,0 0 16,0 0-16,0 0 0,0 25 0,0-25 0,0 0 0,0 25 16,0-25-16,0 0 0,0 25 0,0-25 0,0 24 15,0-24-15,-24 25 0,24-25 0,0 25 0,0-25 0,0 25 16,-25-25-16,25 25 0,0-25 0,0 24 0,0-24 15,-25 0-15,25 25 0,0-25 0,0 0 0,0 25 0,0-25 16,0 0-16,0 0 0,0 0 0,0 0 0,0 0 16,0 0-16,25 0 0</inkml:trace>
  <inkml:trace contextRef="#ctx0" brushRef="#br0" timeOffset="117580.7252">26070 6052 0,'0'-24'0,"0"24"0,0 0 0,0 0 16,0 0-16,0 0 0,0 0 0,0 0 0,0 0 16,0 0-16,0 0 0,0 0 0,0 0 0,0 0 15,-25 0-15,25 0 0,0 0 0,0 0 0,0 0 0,0 24 16,-25-24-16,25 0 0,0 25 0,-25-25 0,25 25 15,0-25-15,0 25 0,-24 0 0,24-25 0,0 24 16,0 1-16,-25-25 0,25 25 0,0 0 0,0 0 0,0-25 16,0 24-16,-25 1 0,25-25 0,0 25 0,25-25 15,-25 25-15,0-25 0,0 25 0,0-25 0,0 24 0,0-24 16,0 0-16,0 0 0,25 0 0,-25 25 0,0-25 15,0 0-15,24 0 0,-24 0 0,0 0 0,25-25 0,-25 25 16,0 0-16,25 0 0,-25-24 0,25 24 0,-25 0 16,25-25-16,-25 25 0,24-25 0,-24 25 0,0-25 15,25 25-15,-25-25 0,0 1 0,0 24 0,0-25 0,25 0 16,-25 25-16,0-25 0,0 0 0,0 25 0,0-24 15,0 24-15,0-25 0,0 25 0,0 0 0,0 0 0,0 0 16,-25-25-16,25 25 0,0 0 0,0 0 0,0 0 16,-25 25-16,25-25 0,0 0 0,0 0 0,-24 0 15,24 0-15,0 0 0,0 25 0,0-25 0,0 0 0,-25 0 16,25 0-16,0 0 0,0 0 0,0 0 0,0 24 15,0-24-15</inkml:trace>
  <inkml:trace contextRef="#ctx0" brushRef="#br0" timeOffset="117783.7367">26219 6300 0,'0'0'0,"0"0"0,0 0 0,0 0 0,0 0 0,0 0 16,0 25-16,24-25 0,-24 0 0,0 0 0,0 0 0,0 25 15,0-25-15,0 0 0,0 25 0,0-25 0,-24 25 16,24-25-16,0 0 0,0 24 0,-25-24 0,25 25 15,0-25-15,-25 25 0,25-25 0,0 25 0,-25-25 0,25 25 16,0-25-16,0 24 0,-25-24 0,25 0 0,0 25 16,0-25-16,0 0 0,0 0 0,0 0 0,0 0 15,0 25-15</inkml:trace>
  <inkml:trace contextRef="#ctx0" brushRef="#br0" timeOffset="118191.7601">26392 6474 0,'0'0'0,"0"0"0,0 0 0,0-25 0,0 25 0,0 0 16,0 0-16,25 0 0,-25-25 0,0 25 0,0 0 0,25 0 16,-25-24-16,0 24 0,25 0 0,-25-25 0,0 25 15,24 0-15,-24-25 0,0 25 0,25-25 0,-25 25 16,0 0-16,25-25 0,-25 25 0,0-24 0,25-1 0,-25 25 15,0-25-15,0 25 0,25-25 0,-25 0 0,0 25 16,0-24-16,24-1 0,-24 25 0,0-25 0,0 25 16,0-25-16,25 25 0,-25-25 0,0 25 0,0-24 0,0 24 15,0 0-15,25-25 0,-25 25 0,0 0 0,0 0 16,0 0-16,0 0 0,0 0 0,0 0 0,0 0 15,0 0-15,0 0 0,0 0 0,0 25 0,0-25 0,0 0 16,0 24-16,0-24 0,-25 25 0,25 0 0,0-25 0,0 25 16,0 0-16,0-25 0,0 24 0,-25 1 0,25 0 15,0-25-15,0 25 0,0 0 0,0-1 0,0-24 16,0 25-16,0-25 0,0 25 0,0-25 0,0 25 0,0-25 15,0 25-15,0-25 0,0 0 0,0 24 0,0-24 16,0 0-16,0 0 0,0 0 0,0 0 0,0 0 0,0 0 16,0 25-16,0-25 0,0 0 0,0 0 0,0-25 15,25 25-15,-25 0 0,0 0 0,0 0 0,25 0 16,-25-24-16,0 24 0</inkml:trace>
  <inkml:trace contextRef="#ctx0" brushRef="#br0" timeOffset="118491.7773">27012 5804 0,'0'0'0,"0"0"15,0 0-15,0 25 0,0-25 0,0 0 0,0 0 0,25 0 16,-25 0-16,0 25 0,0-25 0,25 0 0,-25 0 15,0 25-15,25-25 0,-25 25 0,0-1 0,25-24 16,-25 25-16,0 0 0,24 0 0,-24 0 0,0-1 0,0-24 16,25 25-16,-25 0 0,0 0 0,0 0 0,0-1 15,0 1-15,-25 0 0,25 0 0,0 0 0,0-1 16,-24 1-16,24 0 0,0-25 0,-25 25 0,25 0 0,-25-1 15,0-24-15,25 25 0,-25 0 0,0-25 0,1 25 16,24 0-16,-25-25 0,0 24 0,0-24 0,0 25 0,25 0 16,-24-25-16,-1 25 0,0-25 0,0 0 0,25 25 15,-25-25-15,1 0 0,-1 24 0</inkml:trace>
  <inkml:trace contextRef="#ctx0" brushRef="#br0" timeOffset="120334.8827">3373 7714 0,'0'0'0,"0"0"0,0 0 0,0 0 0,0 0 15,0 0-15,0 0 0,0 0 0,0 0 0,0 0 0,0 0 16,0 0-16,0 0 0,0 0 0,0 0 0,0 0 15,0 0-15,0 0 0,0 0 0,0 0 0,0 0 16,0 0-16,0 0 0,0 0 0,0-25 0,0 25 0,0 0 16,0 0-16,0 0 0,0 0 0,0 0 0,0 0 15,0 0-15,0 0 0,0 0 0,0 0 0,0-24 0,0 24 16,0 0-16,0 0 0,0 0 0,25 0 0,-25 0 15,0 0-15,0 0 0,25 0 0,-25-25 0,0 25 16,25 0-16,-25 0 0,0 0 0,25 0 0,-25 0 0,0 0 16,0 0-16,24 0 0,-24 25 0,0-25 0,0 0 15,0 0-15,0 0 0,0 24 0,0-24 0,0 25 0,0-25 16,0 0-16,0 25 0,0-25 0,0 25 0,0-25 15,-24 25-15,24-1 0,0-24 0,-25 25 0,25-25 0,0 25 16,-25-25-16,25 25 0,-25-25 0,25 25 0,0-25 16,-25 24-16,25-24 0,0 25 0,-24-25 0,24 25 15,0-25-15,-25 0 0,25 25 0,0-25 0,0 0 0,0 0 16,0 25-16,0-25 0,0 0 0,0 0 0,0 0 15,0 0-15,0 0 0,0 0 0,0 0 0,0 25 0,25-25 16,-25 0-16,0 0 0,24 0 0,-24 0 0,25 0 16,-25 0-16,25-25 0,-25 25 0,25 0 0,-25 0 0,25 0 15,-1 0-15,-24 0 0,25 0 0,-25 0 0,25 0 16,-25 0-16,25 0 0,-25 0 0,0-25 0,25 25 15,-25 0-15,0 0 0,0 0 0,0 0 0,0 0 0,0 0 16,0 0-16,0 0 0,0 0 0</inkml:trace>
  <inkml:trace contextRef="#ctx0" brushRef="#br0" timeOffset="121064.9245">3448 7565 0,'-25'0'0,"25"0"0,0 0 0,-25 0 0,25 0 0,-25 0 15,25 0-15,0 0 0,-24 0 0,24 0 0,-25 0 16,25 0-16,0 0 0,-25 0 0,25 0 0,0 0 16,0 0-16,-25 0 0,25 0 0,0 0 0,0 0 0,-25 0 15,25 0-15,0 0 0,-24 0 0,24 25 0,0-25 0,-25 0 16,25 0-16,0 25 0,-25-25 0,25 0 0,0 0 15,-25 25-15,25-25 0,0 0 0,-25 25 0,25-25 16,0 0-16,-24 24 0,24-24 0,0 0 0,-25 25 0,25-25 16,0 0-16,0 25 0,-25-25 0,25 25 0,0-25 15,0 0-15,0 25 0,0-25 0,0 24 0,0-24 0,0 25 16,0-25-16,0 25 0,0-25 0,0 25 0,0-25 15,0 25-15,0-25 0,25 24 0,-25-24 0,0 0 0,0 25 16,0-25-16,0 25 0,0-25 0,0 25 0,0-25 16,0 25-16,25 0 0,-25-25 0,0 24 0,0-24 0,0 25 15,24-25-15,-24 25 0,0-25 0,0 25 0,25-25 0,-25 25 16,0-25-16,25 24 0,-25-24 0,0 0 0,25 25 15,-25-25-15,25 0 0,-25 25 0,24-25 0,-24 0 0,25 25 16,-25-25-16,25 0 0,0 25 0,-25-25 16,25 0-16,-1 24 0,-24-24 0,25 0 0,0 25 0,-25-25 15,25 0-15,0 0 0,-25 25 0,24-25 0,1 0 16,-25 0-16,25 0 0,0 0 0,-25 0 0,25 0 0,-1 0 15,1-25-15,-25 25 0,25 0 0,0-25 0,0 25 16,-25 0-16,25-24 0,-1 24 0,-24-25 0,25 25 16,0 0-16,-25-25 0,0 25 0,25-25 0,-25 25 0,25-25 15,-25 25-15,0-24 0,0 24 0,24-25 0,-24 25 16,0-25-16,0 25 0,0-25 0,0 25 0,0-25 0,0 1 15,0-1-15,-24 25 0,24-25 0,0 0 0,0 0 0,0 0 16,-25 1-16,25 24 0,0-25 0,0 0 0,-25 0 16,25 0-16,0 1 0,-25-1 0,25 0 0,0 0 15,0 25-15,-25-25 0,25 25 0,0-24 0,0 24 0,-24-25 16,24 25-16,-25 0 0,25 0 0,0 0 0,-25 0 15,25 0-15,-25 0 0,25 0 0,0 0 0,-25 0 16,25 0-16,0 0 0,-25 0 0,25 0 0,0 0 0,0 0 16,-24 0-16,24 0 0,0 0 0,0 0 0,0 0 15,0 0-15,0 0 0</inkml:trace>
  <inkml:trace contextRef="#ctx0" brushRef="#br0" timeOffset="121629.9567">5383 7590 0,'0'0'0,"0"-25"15,0 25-15,0 0 0,0 0 0,0 0 0,-25 0 0,25 0 16,0 0-16,0 0 0,0 0 0,0 0 0,0 0 15,-25 0-15,25 25 0,0-25 0,0 0 0,0 25 16,0-25-16,0 0 0,0 25 0,0-25 0,0 25 16,0-1-16,0-24 0,25 25 0,-25 0 0,0 0 0,0-25 15,0 25-15,25-1 0,-25-24 0,0 25 0,0 0 16,0 0-16,24-25 0,-24 25 0,0-25 0,0 24 15,0-24-15,0 25 0,0-25 0,0 25 0,0-25 0,0 25 16,0-25-16,0 0 0,0 25 0,0-25 0,0 0 0,0 25 16,0-25-16,0 0 0,0 0 0,0 0 0,0 0 15,0 0-15,0 0 0,0 0 0,0 0 0,0 0 0,0 0 16,0 0-16,0 0 0,0-25 0</inkml:trace>
  <inkml:trace contextRef="#ctx0" brushRef="#br0" timeOffset="121953.9753">5730 7689 0,'0'0'0,"-25"0"0,25 0 16,0 0-16,0-24 0,0 24 0,0 0 0,0 0 15,0 0-15,0 0 0,-25 0 0,25 0 0,0 0 16,0 0-16,-25 0 0,25 0 0,0 0 0,-24 0 0,24 0 15,0 0-15,0 0 0,-25 24 0,25-24 0,0 0 16,-25 25-16,25-25 0,0 0 0,0 25 0,0-25 16,0 0-16,-25 25 0,25-25 0,0 0 0,0 25 0,0-25 15,0 0-15,0 24 0,0-24 0,25 25 0,-25-25 0,0 25 16,0-25-16,25 0 0,-25 25 0,0-25 0,0 25 15,25-25-15,-25 0 0,24 24 0,-24-24 0,0 0 0,25 25 16,-25-25-16,0 0 0,25 0 0,-25 25 0,25-25 16,-25 0-16,0 0 0,25 0 0,-25 0 0,24 0 15,-24 0-15,0 0 0,25 0 0,-25 0 0,25 0 0,-25 0 16,0 0-16,25 0 0,-25-25 0,25 25 0,-25 0 15,0 0-15,25-25 0</inkml:trace>
  <inkml:trace contextRef="#ctx0" brushRef="#br0" timeOffset="122293.9947">6152 7565 0,'0'0'0,"0"0"0,0 0 0,0 0 0,0 0 0,0-24 16,0 24-16,0 0 0,0 0 0,0 0 0,-25 24 15,25-24-15,25 0 0,-25 0 0,0 0 0,0 25 0,0-25 16,0 25-16,0-25 0,0 25 0,0-25 0,0 25 16,0-1-16,0 1 0,0-25 0,24 25 0,-24 0 15,0 0-15,0-1 0,0-24 0,0 25 0,0 0 0,0 0 16,0-25-16,0 25 0,0-1 0,0-24 0,0 25 15,25-25-15,-25 25 0,0-25 0,0 0 0,0 25 0,0-25 16,0 0-16,25 0 0,-25 0 0,0 0 0,0 0 16,0 25-16,25-25 0,-25 0 0,0 0 0,25 0 15,-25 0-15,24 0 0,-24 0 0,25 0 0,-25 0 0,25 0 16,-25 0-16,25 0 0,-25 0 0,25 0 0,-1 0 15,-24 0-15,25 25 0,0-25 0,0 0 0,-25 0 0,25 0 16,-1 0-16,-24 24 0,25-24 0,0 0 0,-25 0 16,25 0-16</inkml:trace>
  <inkml:trace contextRef="#ctx0" brushRef="#br0" timeOffset="124831.1399">7838 7293 0,'0'0'0,"0"0"0,0 0 0,0 0 0,-25 0 15,25 0-15,0 0 0,0 0 0,0 0 0,0 0 16,0 0-16,0 0 0,0 0 0,0 0 0,0 0 0,0 0 16,0 0-16,-24 0 0,24 0 0,0 0 0,0 0 15,0 0-15,0 0 0,0 0 0,0 0 0,0 0 0,0 0 16,0 0-16,0 0 0,0 0 0,0 0 0,0 24 15,0-24-15,0 0 0,0 0 0,-25 0 0,25 25 0,0-25 16,0 0-16,25 0 0,-25 25 0,0-25 0,0 0 16,0 0-16,0 25 0,0-25 0,0 0 0,0 25 0,24-25 15,-24 0-15,0 24 0,0-24 0,0 0 0,25 0 16,-25 25-16,0-25 0,0 0 0,0 25 0,0-25 15,25 0-15,-25 25 0,0-25 0,0 0 0,0 25 0,0-25 16,0 0-16,0 0 0,0 24 0,0-24 0,0 0 16,0 0-16,0 25 0,0-25 0,0 0 0,0 0 15,0 0-15,-25 0 0,25 25 0,0-25 0,0 0 0,0 0 16,-25 0-16,25 0 0,0 0 0,0 0 0,0 0 15,0 0-15,-24 0 0,24 0 0,0 0 0,0 0 16,0 0-16,0 0 0,0 0 0,0 0 0,0 0 0,0 0 16,-25 0-16,25 0 0,0 0 0,0 0 0,0 0 0,0 0 15,0 0-15,0 0 0,0 0 0,0 0 0,0 0 16,25 0-16,-25 0 0,0 0 0,0 0 0,0 0 0,0 25 15,0-25-15,24 0 0,-24 0 0,0 0 0,0 25 16,0-25-16,25 24 0,-25-24 0,0 25 0,25-25 16,-25 25-16,0-25 0,0 25 0,25-25 0,-25 25 0,0-1 15,0-24-15,0 25 0,0-25 0,25 25 0,-25 0 16,0-25-16,0 25 0,0-25 0,0 0 0,0 24 0,0-24 15,0 25-15,0-25 0,0 0 0,0 0 0,0 25 16,0-25-16,0 0 0,0 0 0,0 0 0,0 0 16,0 0-16,0 0 0,0 0 0,0 0 0,0 0 0,0 0 15,0 0-15,24 0 0,-24 0 0,0 0 0,0-25 16,0 25-16,0 0 0,0 0 0,0 0 0,0-25 0</inkml:trace>
  <inkml:trace contextRef="#ctx0" brushRef="#br0" timeOffset="125575.1824">8508 7441 0,'-25'-24'0,"25"24"0,0 0 0,0 0 0,0 0 0,0-25 16,-25 25-16,25 0 0,0 0 0,0 0 0,0 0 15,0 0-15,-24 0 0,24 0 0,0 0 0,0 25 16,-25-25-16,25 0 0,0 0 0,0 24 0,-25-24 0,25 0 15,0 25-15,0-25 0,-25 25 0,25-25 0,0 25 0,0 0 16,0-25-16,0 24 0,0 1 0,-25 0 16,25-25-16,0 25 0,0 0 0,0-1 0,0 1 0,0 0 15,25-25-15,-25 25 0,0 0 0,0-25 0,0 24 16,25 1-16,-25-25 0,0 25 0,25-25 0,-25 25 0,0-25 15,25 0-15,-25 25 0,0-25 0,24 0 0,-24 0 0,25 0 16,-25 0-16,25 0 0,0 0 0,-25 0 0,25 0 16,-25 0-16,24 0 0,-24 0 0</inkml:trace>
  <inkml:trace contextRef="#ctx0" brushRef="#br0" timeOffset="125950.2039">8731 7888 0,'0'0'0,"-25"0"15,25 0-15,0 0 0,0 0 0,0 0 0,0 0 0,0 0 16,0 0-16,0 0 0,0 0 0,0 0 0,0 0 15,0 0-15,0 0 0,0 0 0,0 0 0,0-25 0,0 25 16,0 0-16,0 0 0,25-25 0,-25 25 0,0 0 16,0-25-16,0 25 0,0 0 0,0-24 0,0 24 0,0-25 15,0 0-15,25 25 0,-25-25 0,0 25 0,0-25 16,0 1-16,0 24 0,0-25 0,0 0 0,0 25 15,0-25-15,0 0 0,0 25 0,0-24 0,0 24 0,0 0 16,0-25-16,0 25 0,0 0 0,0 0 0,0 0 16,0 0-16,0 0 0,0 0 0,0 0 0,0 0 0,0 0 15,0 0-15,0 25 0,0-25 0,0 0 0,0 24 16,0-24-16,0 0 0,0 25 0,0-25 0,0 25 15,0-25-15,0 25 0,0-25 0,0 25 0,0-25 0,0 24 16,25 1-16,-25-25 0,0 25 0,0-25 0,0 25 16,0-25-16,0 25 0,0-25 0,0 24 0,0-24 15,0 25-15,0-25 0,0 0 0,0 25 0,25-25 0,-25 0 16,0 25-16,0-25 0,0 0 0,0 25 0,0-25 15,0 0-15,0 0 0,24 0 0,-24 24 0,0-24 0,0 0 16,25 0-16,-25 0 0,0 0 0</inkml:trace>
  <inkml:trace contextRef="#ctx0" brushRef="#br0" timeOffset="126158.2158">9054 7863 0,'0'0'0,"0"0"16,0 0-16,0 0 0,0 0 0,0 0 0,0 0 0,0 0 15,0 0-15,0 0 0,0 0 0,0 0 0,0 25 16,0-25-16,0 0 0,0 0 0,0 25 0,0-25 15,0 0-15,0 24 0,0-24 0,0 25 0,0-25 0,-25 0 16,25 25-16,0-25 0,0 25 0,0-25 0,0 25 16,0-25-16,0 0 0,0 25 0,0-25 0,0 0 0,-25 0 15,25 0-15,0 0 0,0 0 0,0 0 0,0 0 16,25 0-16,-25 0 0,0 0 0,25-25 0,-25 25 0</inkml:trace>
  <inkml:trace contextRef="#ctx0" brushRef="#br0" timeOffset="126537.2375">9277 7565 0,'0'0'0,"0"0"0,0-24 0,-25 24 16,25 0-16,0 0 0,0 0 0,0 0 0,0 0 15,0 0-15,-25 0 0,25 0 0,0 0 0,0 0 16,0 0-16,0 0 0,-24 0 0,24 24 0,0-24 0,0 0 15,0 25-15,0-25 0,0 25 0,0-25 0,0 25 16,0-25-16,0 25 0,0-1 0,-25-24 0,25 25 16,0 0-16,25-25 0,-25 25 0,0 0 0,0-25 0,0 24 15,0 1-15,0-25 0,24 25 0,-24-25 0,0 25 16,0-25-16,25 0 0,-25 25 0,0-25 0,25 0 0,-25 0 15,0 0-15,25 0 0,-25 0 0,0 0 0,25 0 16,-25 0-16,0 0 0,24-25 0,-24 25 0,0 0 16,0-25-16,25 25 0,-25-25 0,0 25 0,0-25 0,0 25 15,25-24-15,-25 24 0,0-25 0,0 0 0,0 25 16,0-25-16,0 25 0,0-25 0,0 25 0,0-24 0,0 24 15,0-25-15,-25 25 0,25 0 0,0-25 0,0 25 0,0 0 16,0 0-16,0 0 0,0 0 0,0 0 0,0 25 16,0-25-16,0 0 0,0 0 0,0 0 0,0 0 15,0 25-15,0-25 0,0 0 0,0 0 0,0 0 0,0 24 16,0-24-16</inkml:trace>
  <inkml:trace contextRef="#ctx0" brushRef="#br0" timeOffset="126763.2504">9674 7863 0,'25'0'0,"-25"0"0,0 0 0,0 0 16,0 0-16,0 0 0,0 0 0,0 0 0,0 0 16,0 0-16,0 0 0,0 0 0,0 0 0,0 0 15,0 0-15,0 25 0,0-25 0,0 0 0,0 0 0,0 25 16,0-25-16,-25 24 0,25-24 0,0 0 0,0 25 15,0-25-15,0 25 0,0-25 0,0 25 0,0-25 0,0 0 16,0 25-16,-25-25 0,25 0 0,0 25 0,0-25 16,0 0-16,0 0 0,0 24 0,0-24 0,0 0 0,0 0 15,0 0-15,25 0 0,-25 0 0</inkml:trace>
  <inkml:trace contextRef="#ctx0" brushRef="#br0" timeOffset="127168.2736">9996 7615 0,'0'0'16,"0"-25"-16,0 25 0,0 0 0,0 0 0,-25-25 16,25 25-16,0 0 0,0 0 0,0 0 0,0 0 0,0 0 15,0 0-15,0 0 0,-24 0 0,24 0 0,0 0 16,0 0-16,0 0 0,0 0 0,0 0 0,0 0 15,-25 0-15,25 25 0,0-25 0,0 0 0,0 25 0,0-25 16,-25 25-16,25 0 0,0-25 0,0 24 0,0 1 16,0-25-16,0 25 0,0 0 0,0 0 0,0-25 15,0 24-15,0 1 0,0-25 0,0 25 0,0 0 0,0-25 16,25 25-16,-25-25 0,0 0 0,0 24 0,25-24 15,-25 0-15,0 0 0,0 0 0,24 0 0,-24 0 0,0 0 16,25 0-16,-25 0 0,0 0 0,0-24 0,25 24 16,-25 0-16,0-25 0,0 25 0,25-25 0,-25 25 0,0-25 15,0 25-15,0-25 0,0 25 0,0-24 0,0 24 16,0-25-16,0 0 0,0 25 0,0-25 0,0 25 15,0-25-15,0 25 0,0 0 0,0-24 0,0 24 0,0 0 16,-25 0-16,25 0 0,0 0 0,0 0 0,0 0 16,0 0-16,0 0 0,0 0 0,0 0 0,-25 0 0,25 0 15,0 24-15,0-24 0,0 0 0,0 0 0,0 0 16,25 25-16,-25-25 0,0 0 0</inkml:trace>
  <inkml:trace contextRef="#ctx0" brushRef="#br0" timeOffset="127362.2847">10269 7838 0,'0'0'0,"0"0"0,0 25 0,0-25 16,0 0-16,25 0 0,-25 0 0,0 25 0,0-25 16,0 0-16,0 0 0,0 25 0,0-25 0,0 24 0,0-24 15,0 0-15,0 25 0,0-25 0,-25 25 0,25-25 16,0 25-16,0-25 0,0 25 0,0-25 0,0 25 0,0-25 15,0 0-15,0 24 0,0-24 0,0 0 0,0 0 16,0 0-16,0 25 0,0-25 0,0-25 0,25 25 16,-25 0-16</inkml:trace>
  <inkml:trace contextRef="#ctx0" brushRef="#br0" timeOffset="127749.3068">10616 7565 0,'0'0'0,"0"-24"0,0 24 0,-24 0 0,24 0 16,0-25-16,0 25 0,0 0 0,0 0 0,0 0 16,-25 0-16,25 0 0,0 0 0,0 0 0,0 0 0,0 25 15,-25-25-15,25 0 0,0 24 0,0-24 0,0 25 16,0 0-16,0-25 0,-25 25 0,25 0 0,0-25 0,0 24 15,0 1-15,0 0 0,0-25 0,0 25 0,0 0 16,0-1-16,0-24 0,0 25 0,25 0 0,-25-25 0,0 25 16,0-25-16,0 25 0,0-25 0,0 0 0,25 24 15,-25-24-15,0 0 0,25 0 0,-25 0 0,0 0 16,24 0-16,-24 0 0,0 0 0,25 0 0,-25 0 0,25-24 15,-25 24-15,0 0 0,25-25 0,-25 25 0,0-25 16,0 25-16,0-25 0,0 25 0,0-25 0,0 25 16,0-24-16,0 24 0,0-25 0,0 0 0,0 25 0,-25-25 15,25 25-15,0 0 0,0-25 0,0 25 0,0 0 16,-25-24-16,25 24 0,0 0 0,0 0 0,0 0 0,0 0 15,0 0-15,0 0 0,-25 0 0,25 0 0,0 0 16,0 0-16,0 0 0,0 0 0,0 0 0,0 0 0</inkml:trace>
  <inkml:trace contextRef="#ctx0" brushRef="#br0" timeOffset="128060.3246">10988 7367 0,'0'0'0,"0"0"0,0 0 15,25 0-15,-25 0 0,0 0 0,0 0 0,0 0 16,0 0-16,25 0 0,-25 0 0,0 0 0,0 0 0,25 0 16,-25 0-16,0 25 0,25-25 0,-25 0 0,0 25 15,24-25-15,-24 24 0,0-24 0,25 25 0,-25 0 16,0-25-16,25 25 0,-25 0 0,0-1 0,0 1 0,25 0 15,-25 0-15,0 0 0,0-1 0,0 1 0,0-25 16,0 25-16,0 0 0,0 0 0,0-1 0,0 1 0,0-25 16,-25 25-16,25 0 0,0-25 0,-25 25 0,25-25 15,0 24-15,-25-24 0,25 0 0,0 25 0,0-25 0,-24 0 16,24 0-16,0 25 0,0-25 0,-25 0 0,25 0 15,0 0-15,0 0 0,0 0 0,0 0 0,0-25 0,0 25 16,0 0-16,0 0 0,0 0 0,0-25 0</inkml:trace>
  <inkml:trace contextRef="#ctx0" brushRef="#br0" timeOffset="128210.3332">11460 7739 0,'0'0'0,"0"0"15,0 0-15,0-25 0,0 25 0,0 0 0,0 0 0,0 0 16,0 0-16,0 0 0,0 0 0,0 0 0,0 0 15,0 0-15,0 0 0,0 0 0,0 0 0,0 0 0,0 25 16,0-25-16,0 0 0</inkml:trace>
  <inkml:trace contextRef="#ctx0" brushRef="#br0" timeOffset="128389.3434">11509 7888 0,'0'0'0,"0"25"0,0-25 16,0 0-16,25 24 0,-25-24 0,0 0 0,0 0 15,0 25-15,0-25 0,0 25 0,25-25 0,-25 0 0,0 25 16,0-25-16,0 25 0,0-25 0,0 25 0,0-25 15,-25 0-15,25 24 0,0-24 0,0 25 0,-25-25 0,25 25 16,0-25-16,-24 25 0,24-25 0,-25 25 0,25-25 16,-25 0-16,0 24 0,25-24 0,-25 0 0,25 0 0</inkml:trace>
  <inkml:trace contextRef="#ctx0" brushRef="#br0" timeOffset="128850.3698">12005 7491 0,'0'0'15,"0"0"-15,0 0 0,0 0 0,-24 0 0,24 0 16,0 25-16,-25-25 0,25 0 0,0 0 0,-25 25 0,25-25 15,-25 24-15,25-24 0,0 25 0,0-25 0,-25 25 16,25 0-16,0 0 0,0-1 0,-24 1 0,24 0 0,0 0 16,0-25-16,0 25 0,0-1 0,0 1 0,0 0 15,0 0-15,0 0 0,0-25 0,0 24 0,0 1 0,0-25 16,0 25-16,0 0 0,24-25 0,-24 25 0,0 0 15,0-25-15,25 24 0,-25-24 0,25 0 0,-25 25 16,25-25-16,-25 0 0,25 0 0,-1 25 0,-24-25 0,25 0 16,0-25-16,-25 25 0,25 0 0</inkml:trace>
  <inkml:trace contextRef="#ctx0" brushRef="#br0" timeOffset="129411.4019">12452 7565 0,'0'-24'0,"-25"24"0,25 0 0,0 0 0,0-25 15,-25 25-15,25 0 0,0 0 0,-24 0 0,24 0 16,0 0-16,-25 0 0,25 0 0,0 0 0,-25 0 0,25 0 16,0 0-16,-25 0 0,25 0 0,0 0 0,0 25 0,-25-25 15,25 24-15,0-24 0,0 0 0,0 25 0,-24 0 16,24-25-16,0 25 0,0 0 0,0-25 0,0 24 15,0 1-15,0 0 0,0-25 0,0 25 0,24 0 16,-24-25-16,0 24 0,0 1 0,0-25 0,25 25 0,-25-25 16,0 25-16,25-25 0,-25 0 0,25 25 0,-25-25 0,0 0 15,25 0-15,-25 24 0,24-24 0,-24 0 16,25 0-16,-25 0 0,25 0 0,0 0 0,-25-24 15,25 24-15,-25 0 0,0 0 0,24-25 0,-24 25 0,0 0 16,25-25-16,-25 25 0,0 0 0,0-25 0,0 25 0,0-25 16,0 25-16,0-24 0,0 24 0,0-25 0,0 0 0,0 25 15,-25-25-15,25 25 0,0-25 0,0 25 0,0-24 16,0 24-16,-24-25 0,24 25 0,0 0 0,0 0 15,0 0-15,0 0 0,0 0 0,-25 0 0,25 0 0,0 0 16,0 0-16,0 0 0,0 0 0,0 25 0,0-25 16,-25 0-16,25 0 0,0 24 0,0-24 0,0 0 0,25 0 15,-25 0-15,0 25 0</inkml:trace>
  <inkml:trace contextRef="#ctx0" brushRef="#br0" timeOffset="129600.4125">12725 7838 0,'0'0'0,"0"0"0,0 25 0,0-25 15,0 0-15,0 0 0,0 0 0,0 0 0,0 0 0,0 25 16,-25-25-16,25 0 0,0 0 0,0 25 0,0-25 16,0 0-16,0 24 0,0-24 0,0 0 0,0 25 0,0-25 15,0 25-15,-25-25 0,25 25 0,0-25 0,0 0 16,0 25-16,0-25 0,-25 0 0,25 25 0,0-25 0,0 0 15,0 0-15,0 0 0,0 0 0</inkml:trace>
  <inkml:trace contextRef="#ctx0" brushRef="#br0" timeOffset="129986.4348">13022 7987 0,'0'0'16,"0"0"-16,0-25 0,25 25 0,-25 0 0,0-25 0,0 25 0,25-24 15,-25 24-15,0-25 0,25 25 0,-25-25 0,0 25 16,25-25-16,-25 25 0,0-25 0,0 25 0,0-24 16,0 24-16,24-25 0,-24 0 0,0 25 0,0-25 0,0 25 15,0-25-15,0 25 0,0-24 0,0 24 0,0 0 16,0-25-16,0 25 0,0 0 0,0 0 0,0 0 0,0-25 15,0 25-15,-24 0 0,24 0 0,0 0 0,0 0 16,0 0-16,0 0 0,0 0 0,0 0 0,0-25 16,0 25-16,0 0 0,0 0 0,0 0 0,0 0 0,0 0 15,0 0-15,0 0 0,0 25 0,0-25 0,0 0 16,0 0-16,0 0 0,0 25 0,0-25 0,0 0 0,0 25 15,0-25-15,0 24 0,0 1 0,0-25 16,0 25-16,0 0 0,0-25 0,0 25 0,0-1 0,0-24 0,0 25 16,0-25-16,0 25 0,0-25 0,0 25 0,0 0 15,0-25-15,0 0 0,0 24 0,0-24 0,0 25 16,0-25-16,0 0 0,0 0 0,24 25 0,-24-25 0,0 0 15,25 0-15,-25 0 0</inkml:trace>
  <inkml:trace contextRef="#ctx0" brushRef="#br0" timeOffset="130143.4437">13444 7714 0,'0'0'0,"0"0"16,0 0-16,-25 0 0,25 0 0,0 0 0,0 0 0,0 0 15,0 0-15,0 0 0,0 25 0,0-25 0,0 0 16,0 0-16,0 0 0,0 0 0,0 0 0,0 0 0,0 0 15,0 0-15,0 0 0</inkml:trace>
  <inkml:trace contextRef="#ctx0" brushRef="#br0" timeOffset="130345.4553">13469 7913 0,'0'24'0,"25"-24"0,-25 0 16,0 0-16,0 25 0,0-25 0,0 0 0,0 0 0,0 25 0,0-25 15,0 0-15,0 25 0,0-25 0,0 25 0,0-25 0,0 25 16,0-25-16,0 24 0,0-24 0,0 25 0,0-25 15,-25 25-15,25-25 0,0 0 0,0 25 0,-25-25 16,25 25-16,0-25 0,0 0 0,0 0 0,-25 0 0,25 0 16,0 0-16,0 0 0,0 0 0,0 0 0,0 0 0,0 0 15,0 0-15</inkml:trace>
  <inkml:trace contextRef="#ctx0" brushRef="#br0" timeOffset="130765.4793">13891 7640 0,'-25'0'0,"25"-25"0,0 25 0,0 0 0,-25 0 0,25-25 16,0 25-16,0 0 0,0 0 0,-25 0 0,25 0 15,0 0-15,0 0 0,0 0 0,0 0 0,0 0 0,0 0 16,-25 0-16,25 0 0,0 0 0,0 25 0,0-25 15,0 25-15,0-25 0,-24 25 0,24-25 0,0 24 0,0 1 16,0-25-16,0 25 0,0 0 0,0 0 0,0-25 16,0 24-16,0 1 0,0 0 0,0-25 0,0 25 0,0 0 15,0-25-15,0 24 0,0-24 0,24 25 0,-24-25 16,0 0-16,0 25 0,0-25 0,25 0 0,-25 0 15,0 0-15,25 0 0,-25 0 0,0 0 0,25 0 16,-25 0-16,25-25 0,-25 25 0,24 0 0,-24-25 0,0 25 16,25-24-16,-25 24 0,25-25 0,-25 25 0,0-25 0,0 0 15,25 25-15,-25-25 0,0 1 0,0-1 0,0 25 16,0-25-16,0 0 0,0 0 0,0 1 0,0 24 15,0-25-15,0 25 0,0-25 0,0 25 0,0-25 0,0 25 16,0 0-16,0 0 0,0 0 0,0 0 0,0 0 16,-25 0-16,25 0 0,0 0 0,0 0 0,0 25 0,0-25 15,0 0-15,0 0 0,-25 25 0,25-25 0,0 0 16,0 25-16,0-25 0,0 0 0,25 0 0,-25 0 15,0 24-15,0-24 0</inkml:trace>
  <inkml:trace contextRef="#ctx0" brushRef="#br0" timeOffset="130879.4858">14163 7764 0,'0'0'0,"0"0"16,0 0-16,0 0 0,0 0 0,0 0 0,0 0 16,0 0-16,0 0 0</inkml:trace>
  <inkml:trace contextRef="#ctx0" brushRef="#br0" timeOffset="131080.4973">14287 7863 0,'0'25'0,"0"-25"0,0 0 0,0 0 15,0 25-15,0-25 0,0 0 0,0 0 0,0 24 0,0-24 0,0 0 0,0 25 0,0-25 0,0 0 0,0 25 0,0-25 16,0 0-16,0 25 0,0-25 0,0 0 0,0 25 16,-24-25-16,24 0 0,0 0 0,0 25 0,0-25 0,0 0 15,0 0-15,0 24 0,0-24 0,0 0 0,0 0 16,0 0-16,0 0 0,0 0 0,0 0 0,0 0 0,0 0 15,24-24-15</inkml:trace>
  <inkml:trace contextRef="#ctx0" brushRef="#br0" timeOffset="131462.5192">14734 7590 0,'0'-25'0,"0"25"15,0 0-15,0 0 0,-25-24 0,25 24 0,0 0 0,0 0 16,0 0-16,0 0 0,0 0 0,0 0 0,0 0 0,0 0 15,0 0-15,0 0 0,-25 0 0,25 24 0,0-24 16,0 0-16,0 25 0,0-25 0,-24 25 0,24 0 16,0-25-16,0 25 0,0-1 0,0 1 0,-25-25 0,25 25 15,0 0-15,0 0 0,0-1 0,0-24 0,0 25 16,0 0-16,0-25 0,0 25 0,25 0 0,-25-25 0,0 24 15,0-24-15,24 0 0,-24 25 0,0-25 0,25 0 16,-25 0-16,0 0 0,25 25 0,-25-25 0,0 0 0,25-25 16,-25 25-16,25 0 0,-25 0 0,24-25 0,-24 25 15,0 0-15,25-24 0,-25 24 0,0-25 0,0 25 16,25-25-16,-25 25 0,0-25 0,0 0 0,0 25 0,0-24 15,0-1-15,0 25 0,-25-25 0,25 0 0,0 25 16,0-25-16,0 25 0,0-24 0,0 24 0,-25 0 0,25-25 16,0 25-16,0 0 0,0 0 0,0 0 0,-24 0 15,24 0-15,0 0 0,0 0 0,0 0 0,0 0 0,0 0 16,0 0-16,0 0 0,0 0 0,0 0 0,0 0 15</inkml:trace>
  <inkml:trace contextRef="#ctx0" brushRef="#br0" timeOffset="131722.5341">15106 7441 0,'0'0'0,"0"0"0,25 0 0,-25 0 0,0 0 0,0 0 15,25 0-15,-25 0 0,0 0 0,24 0 0,-24 25 16,0-25-16,25 0 0,-25 25 0,0-25 0,25 0 0,-25 25 15,0 0-15,0-25 0,25 24 0,-25 1 0,0 0 16,0-25-16,0 25 0,0 0 0,0-1 0,0 1 0,0 0 16,-25 0-16,25 0 0,0-25 0,0 24 0,-25 1 15,25 0-15,0 0 0,0-25 0,-25 25 0,25-25 16,0 24-16,-24 1 0,24-25 0,0 25 0,-25-25 0,25 0 15,0 25-15,-25-25 0,25 0 0,0 0 0,0 0 16,0 0-16,0 25 0,25-25 0,-25-25 0</inkml:trace>
  <inkml:trace contextRef="#ctx0" brushRef="#br0" timeOffset="131942.5466">15925 7813 0,'0'0'0,"0"-24"0,0 24 0,0 0 0,0 0 16,0 0-16,0-25 0,0 25 0,0 0 0,0 0 0,0 0 16,0 0-16,0 0 0,0 0 0,0 0 0,0 0 15,0 0-15,0 0 0,0 0 0,0 0 0,0 0 0,0 0 16,0 25-16,0-25 0,0 0 0,0 0 0,0 0 15,0 0-15,0 0 0,-25 24 0,25-24 0</inkml:trace>
  <inkml:trace contextRef="#ctx0" brushRef="#br0" timeOffset="132109.5562">15949 7888 0,'0'25'0,"0"-25"15,0 0-15,0 0 0,0 0 0,0 24 0,25-24 0,-25 0 16,0 25-16,0-25 0,25 0 0,-25 25 0,0-25 16,25 25-16,-25-25 0,0 25 0,0-25 0,0 25 15,25-1-15,-25-24 0,0 25 0,0-25 0,-25 25 0,25 0 16,0-25-16,-25 25 0,25-1 0,-25-24 0,25 25 15,-25-25-15,1 25 0,-1-25 0,25 25 0,-25-25 16,0 0-16,0 25 0,25-25 0</inkml:trace>
  <inkml:trace contextRef="#ctx0" brushRef="#br0" timeOffset="132722.5913">17041 7516 0,'0'0'0,"0"0"0,0 0 0,0 0 0,0 0 15,0 0-15,0-25 0,-25 25 0,25 0 0,0 0 16,0 0-16,0 0 0,0 0 0,0 0 0,0 0 0,0 0 16,-25 0-16,25 0 0,0 25 0,0-25 0,0 0 15,-25 0-15,25 25 0,0-25 0,0 24 0,-24-24 0,24 25 16,0 0-16,0-25 0,-25 25 0,25 0 0,0-1 15,0 1-15,0-25 0,-25 25 0,25 0 0,0 0 16,0-1-16,0-24 0,0 25 0,0 0 0,0-25 0,0 25 16,0 0-16,0-25 0,25 24 0,-25-24 0,0 25 15,25-25-15,-25 0 0,0 25 0,24-25 0,-24 0 0,25 0 16,0 25-16,-25-25 0,25 0 0,0 0 0,-1 0 15,-24 0-15,25 0 0,0 0 0,0-25 0</inkml:trace>
  <inkml:trace contextRef="#ctx0" brushRef="#br0" timeOffset="133136.6149">17487 7764 0,'0'0'0,"0"-25"0,0 0 16,0 25-16,0-25 0,-25 25 0,25-24 0,0 24 15,0 0-15,0-25 0,0 25 0,0 0 0,0 0 0,-24 0 16,24 0-16,0 0 0,0 0 0,0 0 0,0 0 15,-25 0-15,25 0 0,0 0 0,0 0 0,-25 0 16,25 0-16,0 25 0,0-25 0,-25 0 0,25 0 0,0 24 16,0-24-16,0 25 0,-25-25 0,25 25 0,0-25 15,0 25-15,0-25 0,0 25 0,0-1 0,0-24 0,0 25 16,0-25-16,0 25 0,0-25 0,0 25 0,0-25 15,25 25-15,-25-25 0,0 24 0,0-24 0,0 0 0,25 25 16,-25-25-16,0 0 0,25 0 0,-25 0 0,0 0 16,0 0-16,25 0 0,-25 0 0,0 0 0,24-25 15,-24 25-15,0 0 0,25-24 0,-25 24 0,0-25 0,0 25 16,25-25-16,-25 0 0,0 25 0,0-25 0,0 25 0,0-24 15,25-1-15,-25 0 0,0 25 0,0-25 0,0 0 16,0 25-16,0-24 0,0-1 0,0 25 0,0-25 16,0 25-16,0 0 0,0-25 0,0 25 0,0 0 15,0 0-15,0 0 0,0 0 0,0 0 0,-25 0 0,25 0 16,0 0-16,0 0 0,0 0 0,0 0 0,0 25 15,0-25-15,0 0 0,0 0 0,0 25 0,0-25 0,0 0 16,0 0-16,0 25 0,0-25 0,0 0 0,0 0 16,0 0-16,25 24 0</inkml:trace>
  <inkml:trace contextRef="#ctx0" brushRef="#br0" timeOffset="133283.6233">17735 7838 0,'0'0'0,"0"0"0,0 0 0,0 0 0,0 0 0,0 0 15,0 0-15,0 0 0,0 0 0,0 0 0,0 0 16,0 0-16,0 0 0,0 0 0,0 0 0,0 0 0,0 0 15,0 0-15,25 0 0,-25 0 0,0 0 0,0 0 16,0 0-16,0 0 0,25 25 0</inkml:trace>
  <inkml:trace contextRef="#ctx0" brushRef="#br0" timeOffset="133465.6338">17884 7962 0,'0'25'0,"0"-25"0,0 0 0,0 0 16,0 25-16,0-25 0,0 0 0,0 25 0,25-25 15,-25 0-15,0 25 0,0-25 0,0 0 0,0 24 0,0-24 16,0 25-16,0-25 0,-25 25 0,25-25 0,0 0 0,0 25 15,0-25-15,0 0 0,0 25 0,0-25 0,-25 0 16,25 24-16,0-24 0,0 0 0,0 0 0,0 0 0,0 0 16,0 0-16,0 0 0,0 0 0,0 0 0,0 0 15,0 0-15,25 0 0</inkml:trace>
  <inkml:trace contextRef="#ctx0" brushRef="#br0" timeOffset="133891.6581">18479 7689 0,'0'-24'0,"0"24"0,0-25 0,0 25 16,0 0-16,0-25 0,0 25 0,0 0 0,0-25 15,-24 25-15,24 0 0,0 0 0,0 0 0,0 0 16,0 0-16,-25 0 0,25 0 0,0 0 0,0 0 0,0 0 15,-25 0-15,25 0 0,0 25 0,0-25 0,-25 0 16,25 25-16,0-25 0,0 25 0,-25-1 0,25-24 0,0 25 16,0 0-16,0 0 0,0-25 0,-24 25 0,24-1 15,0 1-15,0-25 0,0 25 0,0 0 0,24 0 0,-24-25 16,0 24-16,0 1 0,0-25 0,0 25 0,25-25 15,-25 25-15,0-25 0,25 0 0,-25 25 0,25-25 16,-25 0-16,0 0 0,25 0 0,-1 0 0,-24 0 0,25-25 16,-25 25-16,25 0 0,-25-25 0,25 25 0,-25 0 15,25-25-15,-25 25 0,25-25 0,-25 25 0,0-24 16,24-1-16,-24 25 0,0-25 0,0 25 0,0-25 0,0 0 15,0 25-15,0-24 0,0-1 0,0 25 0,-24-25 16,24 25-16,0 0 0,0-25 0,0 25 0,-25 0 0,25 0 16,0-25-16,0 25 0,-25 0 0,25 0 0,0 0 15,0 0-15,0 0 0,-25 25 0,25-25 0,0 0 0,0 0 16,0 0-16,0 0 0,0 0 0,0 25 0,0-25 15,0 0-15,0 0 0,0 0 0,0 0 0</inkml:trace>
  <inkml:trace contextRef="#ctx0" brushRef="#br0" timeOffset="134060.6678">18827 7764 0,'0'0'16,"0"0"-16,0 0 0,0 0 0,0 0 0,0 0 15,0 0-15,0 0 0,0 0 0,0 0 0,0 0 16,0 0-16,0 0 0,0 0 0,0 0 0,0 0 0,0 0 15,0 0-15,0 0 0,0 0 0,25 25 0,-25-25 16,0 0-16,0 0 0,0 0 0</inkml:trace>
  <inkml:trace contextRef="#ctx0" brushRef="#br0" timeOffset="134479.6918">19075 7962 0,'0'0'0,"0"0"0,0 0 0,0 0 0,0 0 15,0 0-15,0 0 0,0 0 0,0 0 0,0 0 16,0 0-16,0 0 0,0 0 0,0 25 0,0-25 0,0 0 15,0 0-15,0 0 0,0 0 0,0 25 0,0-25 0,0 0 16,0 0-16,0 0 0,0 25 0,0-25 0,0 0 16,0 0-16,0 0 0,0 25 0,0-25 0,0 0 15,0 0-15,0 0 0,0 0 0,0 0 0,0 0 0,0 24 16,0-24-16,0 0 0,0 0 0,0 0 0,0 0 0,0 0 15,0 0-15,0 0 0,0 0 0,-25 0 0,25 0 16,0 0-16,0 0 0,0 25 0,0-25 0,0 0 16,0 0-16,0 25 0,-25-25 0,25 0 0,0 25 0,0-25 15,-25 25-15,25-25 0,0 0 0,-24 24 0,24-24 16,0 25-16,-25-25 0,25 25 0,-25-25 0,25 25 0,0-25 15,-25 25-15,25-25 0,0 0 0,-25 24 0,25-24 16,0 0-16,0 0 0,0 0 0,0 0 0,0 0 16,0 0-16,0 0 0,0 0 0,25 0 0,-25-24 15,0 24-15,25 0 0,-25-25 0</inkml:trace>
  <inkml:trace contextRef="#ctx0" brushRef="#br0" timeOffset="134954.7189">19546 7888 0,'-25'0'0,"25"25"0,0-25 0,0 0 0,0 0 15,0 0-15,0 0 0,0-25 0,0 25 0,0 0 16,0 0-16,0 0 0,0 0 0,0 0 0,0 0 0,0-25 16,25 25-16,-25 0 0,0 0 0,0 0 0,25-25 15,-25 25-15,0 0 0,0 0 0,25-25 0,-25 25 0,0 0 16,25-24-16,-25 24 0,0 0 0,0-25 0,24 25 15,-24-25-15,0 0 0,0 25 0,25-25 0,-25 1 0,0 24 16,0-25-16,0 0 0,0 0 0,25 25 0,-25-25 16,0 25-16,0-24 0,0 24 0,0-25 0,0 25 15,0 0-15,0 0 0,0 0 0,0 0 0,0 0 0,0 0 16,0 0-16,0 0 0,0 0 0,0 0 0,0 0 15,0 0-15,0 0 0,0 25 0,0-25 0,0 0 16,0 0-16,0 24 0,0-24 0,0 25 0,0-25 0,0 25 16,0-25-16,0 25 0,0-25 0,0 25 0,0-1 15,0-24-15,0 25 0,0 0 0,0 0 0,0-25 0,0 25 16,-25-1-16,25 1 0,0 0 0,0-25 0,0 25 15,-25 0-15,25-1 0,0-24 0,0 25 0,0 0 0,0-25 16,-24 25-16,24-25 0,0 0 0,0 25 0,0-25 16,0 0-16,0 0 0,0 0 0,24 0 0,-24 0 15,25 0-15,-25 0 0,25-25 0,0 25 0,-25 0 0</inkml:trace>
  <inkml:trace contextRef="#ctx0" brushRef="#br0" timeOffset="135123.7286">20092 7813 0,'0'0'16,"0"-24"-16,0 24 0,0 0 0,0 0 0,0 0 15,-25 0-15,25 0 0,0 0 0,0 0 0,0 0 0,0 0 16,0 0-16,0 0 0,0 0 0,0 0 0,0 0 16,0 0-16,0 24 0,0-24 0,0 0 0,0 0 15,0 0-15,0 0 0,0 0 0,0 0 0,0 25 0,0-25 16,0 0-16,0 0 0,0 0 0</inkml:trace>
  <inkml:trace contextRef="#ctx0" brushRef="#br0" timeOffset="135318.7397">20092 7937 0,'25'25'0,"-25"-25"16,0 0-16,0 0 0,0 25 0,0-25 0,0 0 15,24 0-15,-24 25 0,0-25 0,0 0 0,0 25 16,0-25-16,0 0 0,0 25 0,0-25 0,0 24 0,0-24 16,0 0-16,0 25 0,0-25 0,0 25 0,0-25 15,-24 0-15,24 25 0,0-25 0,0 0 0,-25 25 16,25-25-16,0 0 0,0 0 0,0 24 0,-25-24 0,25 0 15,0 0-15,0 0 0,0 0 0,0 0 0,0 0 16,0 0-16,0 0 0,0-24 0,0 24 0,25 0 0,-25 0 16</inkml:trace>
  <inkml:trace contextRef="#ctx0" brushRef="#br0" timeOffset="135705.7619">20687 7640 0,'0'0'0,"0"-25"0,0 25 0,0 0 0,0 0 0,-25-25 15,25 25-15,0 0 0,0 0 0,0 0 0,0 0 16,-25-25-16,25 25 0,0 0 0,0 0 0,0 0 0,0 0 16,-24 25-16,24-25 0,0 0 0,0 0 0,0 0 15,0 25-15,-25-25 0,25 0 0,0 25 0,0-25 16,0 0-16,-25 25 0,25-1 0,0-24 0,0 25 0,0-25 15,0 25-15,0 0 0,0-25 0,0 25 0,0-1 16,0-24-16,0 25 0,0-25 0,0 25 0,25-25 0,-25 25 16,0-25-16,0 25 0,25-25 0,-25 0 0,0 0 15,0 24-15,24-24 0,-24 0 0,0 0 0,25 0 16,-25 0-16,0-24 0,25 24 0,-25 0 0,25 0 0,-25-25 15,0 25-15,25-25 0,-25 25 0,0-25 0,0 25 16,0-25-16,25 25 0,-25-24 0,0-1 0,0 0 0,0 25 16,0-25-16,0 25 0,0-25 0,0 1 0,0 24 15,0 0-15,0-25 0,0 25 0,0 0 0,0 0 0,0 0 16,-25 0-16,25 0 0,0 0 0,0 0 0,0 0 15,-25 0-15,25 0 0,0 0 0,0 25 0,-25-25 16,25 0-16,0 0 0,0 0 0,0 0 0,0 0 0</inkml:trace>
  <inkml:trace contextRef="#ctx0" brushRef="#br0" timeOffset="135957.7763">21010 7441 0,'0'0'0,"0"0"0,24 0 0,-24 0 0,0 0 15,0 25-15,0-25 0,25 0 0,-25 0 0,0 0 16,0 25-16,25-25 0,-25 25 0,0-25 0,0 25 0,0-25 16,0 24-16,25 1 0,-25-25 0,0 25 0,0 0 15,0 0-15,0-1 0,-25 1 0,25 0 0,0 0 16,0 0-16,0-25 0,-25 24 0,25 1 0,0 0 0,-25 0 15,25 0-15,-24-25 0,24 24 0,-25 1 0,0-25 0,25 25 16,-25 0-16,0-25 0,25 25 0,-24-25 0,-1 25 16,0-25-16,25 0 0,-25 24 0,0-24 0,1 0 15,24 0-15</inkml:trace>
  <inkml:trace contextRef="#ctx0" brushRef="#br0" timeOffset="136437.8038">22101 7739 0,'0'0'15,"0"0"-15,0 0 0,0 0 0,0 0 0,0 0 0,0-25 16,0 25-16,0 0 0,0 0 0,0 0 0,0 0 15,0 0-15,0 0 0,0 0 0,0 0 0,0 0 16,0 0-16,0 0 0,0 0 0,0 0 0,0 25 0,0-25 16,0 0-16,0 0 0,0 0 0,0 0 0,0 0 15,25 0-15,-25 0 0,0 0 0,-25 0 0,25 25 16</inkml:trace>
  <inkml:trace contextRef="#ctx0" brushRef="#br0" timeOffset="136650.8159">22126 7913 0,'0'0'0,"0"24"0,0-24 0,0 0 15,0 0-15,0 0 0,25 0 0,-25 0 0,0 25 0,0-25 16,24 0-16,-24 0 0,0 25 0,25-25 0,-25 0 16,0 25-16,25-25 0,-25 25 0,0-25 0,0 0 15,0 25-15,25-25 0,-25 24 0,0-24 0,0 25 0,0-25 16,0 25-16,-25-25 0,25 25 0,0-25 0,-25 0 15,25 25-15,0-25 0,-25 0 0,25 0 0,0 24 0,-24-24 16,24 0-16,0 0 0,-25 0 0,25 0 0,0 0 16,0 0-16,0 0 0,0 0 0</inkml:trace>
  <inkml:trace contextRef="#ctx0" brushRef="#br0" timeOffset="136980.8346">22870 7417 0,'0'0'0,"0"0"0,0-25 0,0 25 0,0 0 16,-25 0-16,25 0 0,0 0 0,0 0 0,0 0 15,-25 0-15,25 0 0,0 0 0,0 25 0,-24-25 0,24 0 16,-25 24-16,25-24 0,0 25 0,-25 0 0,25-25 16,0 25-16,-25 0 0,25-1 0,0 1 0,-25 0 0,25 0 15,0 0-15,-25-1 0,25 1 0,0 0 0,0 0 16,-24 0-16,24-25 0,0 24 0,0 1 0,0 0 15,0 0-15,0 0 0,0-1 0,0-24 0,0 25 0,0 0 16,0-25-16,0 25 0,24-25 0,-24 25 0,0-25 16,25 0-16,-25 25 0,0-25 0,25 0 0,0 0 15,-25 0-15,25 0 0,0 0 0,-25 0 0</inkml:trace>
  <inkml:trace contextRef="#ctx0" brushRef="#br0" timeOffset="137365.8566">23242 7640 0,'0'-25'0,"0"25"0,0-25 0,0 25 0,0 0 16,0-25-16,-25 25 0,25 0 0,0 0 0,0 0 16,0 0-16,0 0 0,-25-24 0,25 24 0,0 0 0,0 0 15,0 24-15,-24-24 0,24 0 0,0 0 0,-25 0 16,25 0-16,0 25 0,-25-25 0,25 0 0,0 25 15,0-25-15,-25 25 0,25-25 0,0 25 0,0-1 0,0-24 16,0 25-16,0 0 0,0-25 0,0 25 0,0 0 16,0-25-16,0 24 0,0 1 0,0-25 0,0 25 15,0-25-15,0 25 0,0-25 0,25 25 0,-25-25 0,0 0 16,0 0-16,25 24 0,-25-24 0,0 0 0,25 0 0,-25 0 15,0 0-15,24-24 0,-24 24 0,25 0 0,-25 0 16,25-25-16,-25 25 0,25-25 0,-25 25 0,0-25 0,25 25 16,-25-25-16,0 25 0,24-24 0,-24 24 0,0-25 15,0 0-15,0 25 0,0-25 0,0 0 0,0 25 16,0-24-16,0 24 0,0-25 0,0 25 0,0 0 15,0 0-15,0 0 0,-24 0 0,24 0 0,0 0 0,0 0 16,-25 0-16,25 0 0,0 25 0,0-25 0,0 0 0,-25 0 16,25 24-16,0-24 0,0 0 0,0 0 0,0 0 15,25 25-15,-25-25 0</inkml:trace>
  <inkml:trace contextRef="#ctx0" brushRef="#br0" timeOffset="137561.8679">23465 7838 0,'0'0'0,"0"0"0,0 25 0,0-25 16,0 0-16,0 0 0,0 0 0,0 0 0,0 0 15,0 0-15,25 0 0,-25 0 0,0 25 0,0-25 16,-25 0-16,25 25 0,0-25 0,0 24 0,0-24 0,0 25 16,0-25-16,0 25 0,-25-25 0,25 25 0,0-25 15,0 25-15,-24-25 0,24 25 0,0-25 0,0 24 0,-25-24 16,25 25-16,0-25 0,0 0 0,0 0 0,0 0 15,0 0-15,25 0 0,-25 0 0,0 0 0,0 0 16</inkml:trace>
  <inkml:trace contextRef="#ctx0" brushRef="#br0" timeOffset="137948.8902">23912 7565 0,'0'0'0,"0"0"0,0-24 0,0 24 0,0 0 0,-25 0 15,25-25-15,0 25 0,0 0 0,0 0 0,-25 0 16,25 0-16,0 0 0,0 0 0,-25 0 0,25 25 0,0-25 16,-25 0-16,25 24 0,-24 1 0,24-25 0,0 25 15,-25 0-15,25 0 0,0-25 0,0 24 0,-25 1 0,25 0 16,0 0-16,0-25 0,0 25 0,0-1 15,0-24-15,0 25 0,0 0 0,25-25 0,-25 25 0,0-25 16,0 0-16,0 25 0,25-25 0,-25 0 0,0 0 0,0 0 16,24 0-16,-24 24 0,0-24 0,25-24 0,-25 24 15,25 0-15,-25 0 0,25 0 0,-25 0 0,25-25 0,-25 25 16,0 0-16,25-25 0,-25 25 0,0-25 0,24 25 15,-24-25-15,0 1 0,0 24 0,0-25 0,0 25 0,0-25 16,0 0-16,0 25 0,0-25 0,0 25 0,0-24 16,0 24-16,0 0 0,0 0 0,0-25 0,0 25 15,0 0-15,0 0 0,0 25 0,-24-25 0,24 0 0,0 0 16,0 0-16,0 0 0,0 24 0,0-24 0,0 0 15,0 0-15,0 0 0,0 25 0,24-25 0</inkml:trace>
  <inkml:trace contextRef="#ctx0" brushRef="#br0" timeOffset="138154.902">24160 7813 0,'0'0'0,"0"25"0,0-25 0,0 0 0,0 0 16,0 0-16,0 0 0,0 0 0,0 0 0,25 0 0,-25 25 15,0-25-15,0 0 0,0 0 0,0 25 0,0-25 16,0 25-16,0-25 0,0 0 0,0 24 0,0-24 15,0 25-15,0-25 0,-25 25 0,25-25 0,0 0 0,0 25 16,-25-25-16,25 25 0,0-25 0,0 25 0,-25-25 16,25 0-16,0 0 0,0 24 0,0-24 0,0 0 0,0 0 15,0 0-15,0 0 0,0 0 0,0 0 0,0 0 16</inkml:trace>
  <inkml:trace contextRef="#ctx0" brushRef="#br0" timeOffset="138549.9244">24581 7590 0,'0'0'0,"0"0"0,0-25 0,0 25 0,0 0 0,0 0 15,0 0-15,-24 0 0,24 0 0,0 0 0,0 0 16,0 0-16,-25 0 0,25 25 0,0-25 0,0 0 15,0 0-15,-25 25 0,25-25 0,0 25 0,0-25 0,0 25 16,0-1-16,-25-24 0,25 25 0,0 0 0,0-25 0,0 25 16,0 0-16,-25-1 0,25-24 0,0 25 15,0-25-15,0 25 0,0 0 0,0-25 0,0 25 0,25-25 16,-25 24-16,0-24 0,0 0 0,0 25 0,0-25 0,25 0 15,-25 0-15,0 0 0,0 0 0,25 0 16,-25 0-16,0 0 0,25 0 0,-25 0 0,24 0 0,-24 0 0,25-25 16,-25 25-16,25 0 0,-25-24 0,25 24 0,-25-25 15,0 25-15,25-25 0,-25 25 0,0-25 0,24 0 0,-24 1 16,0 24-16,0-25 0,0 0 0,25 0 15,-25 25-15,0-25 0,0 25 0,0-24 0,0 24 0,0-25 16,0 25-16,-25 0 0,25 0 0,0 0 0,0 0 0,0 0 16,-24 0-16,24 25 0,0-25 0,0 0 0,-25 0 15,25 0-15,0 24 0,0-24 0,0 0 0,0 0 16,0 0-16</inkml:trace>
  <inkml:trace contextRef="#ctx0" brushRef="#br0" timeOffset="138760.9364">24854 7813 0,'0'0'0,"0"0"0,0 0 0,0 0 16,0 0-16,25 0 0,-25 0 0,0 0 0,0 25 0,0-25 16,0 0-16,0 0 0,0 0 0,0 0 0,0 25 15,0-25-15,0 0 0,0 0 0,-25 25 0,25-25 16,0 25-16,0-25 0,0 0 0,0 24 0,-25-24 0,25 25 15,0-25-15,0 25 0,0-25 0,-24 0 0,24 25 0,0-25 16,0 25-16,0-25 0,0 0 0,0 0 0,0 0 16,0 25-16,0-25 0,0 0 0,0 0 0</inkml:trace>
  <inkml:trace contextRef="#ctx0" brushRef="#br0" timeOffset="139022.9514">25053 8062 0,'0'0'0,"0"0"0,0 0 0,0 0 15,0 24-15,0-24 0,0 0 0,0 0 0,0 0 0,-25 0 16,25 25-16,0-25 0,0 0 0,0 0 0,0 25 16,0-25-16,0 0 0,0 25 0,-25-25 0,25 0 15,0 25-15,0-25 0,0 24 0,0-24 0,0 25 0,-25-25 16,25 0-16,0 25 0,0-25 0,0 25 0,-24-25 15,24 25-15,-25-1 0,25-24 0,0 25 0,-25-25 0,25 25 16,-25-25-16,0 25 0,25 0 0,-25-25 0,25 24 16,-24-24-16,24 25 0,-25-25 0,25 25 0,-25-25 0,25 0 15,-25 25-15,25-25 0,0 0 0,0 0 0,-25 0 16,25 0-16,0 0 0</inkml:trace>
  <inkml:trace contextRef="#ctx0" brushRef="#br0" timeOffset="139470.9772">25574 8062 0,'0'-25'16,"0"25"-16,0 0 0,0 0 0,24 0 0,-24 0 0,0-25 16,0 25-16,0 0 0,25-25 0,-25 25 0,0 0 15,0 0-15,25-25 0,-25 25 0,0-25 0,25 25 0,-25 0 16,0-24-16,25 24 0,-25-25 0,0 25 15,24 0-15,-24-25 0,0 0 0,25 25 0,-25-25 0,0 25 16,25-24-16,-25-1 0,0 25 0,25-25 0,-25 0 0,0 25 16,25-25-16,-25 1 0,0 24 0,24-25 0,-24 0 15,0 25-15,25 0 0,-25-25 0,0 25 0,0 0 0,0-25 16,0 25-16,0 0 0,0 0 0,0 0 0,0 0 15,0 25-15,0-25 0,0 0 0,0 0 0,0 25 0,0-25 16,0 25-16,0-25 0,0 25 0,0-1 0,0-24 16,0 25-16,-25 0 0,25-25 0,0 25 0,0 0 15,0-25-15,0 24 0,0 1 0,0-25 0,0 25 0,-24 0 16,24-25-16,0 25 0,0-25 0,0 24 0,0-24 15,0 25-15,0-25 0,0 25 0,0-25 0,0 0 16,0 25-16,0-25 0,0 0 0,0 25 0,0-25 0,0 0 16,0 0-16,0 0 0,0 0 0,0 0 0,0 0 15,0 0-15,0 0 0</inkml:trace>
  <inkml:trace contextRef="#ctx0" brushRef="#br0" timeOffset="139708.9909">26119 7491 0,'0'0'0,"0"0"0,0 0 0,0 0 0,0 0 16,0 0-16,25 0 0,-25 0 0,0 0 0,0 0 16,0 0-16,25 25 0,-25-25 0,0 0 0,25 25 15,-25-25-15,25 24 0,-25-24 0,0 25 0,24 0 0,-24 0 16,0 0-16,0-1 0,25 1 0,-25 0 0,0 0 15,0 0-15,-25-1 0,25 1 0,0 0 0,0 0 16,-24 0-16,24-1 0,-25 1 0,0 0 0,25 0 0,-25 0 16,0 0-16,25-1 0,-24-24 0,-1 25 0,0 0 15,25-25-15,-25 25 0,25-25 0</inkml:trace>
  <inkml:trace contextRef="#ctx0" brushRef="#br0" timeOffset="140522.0374">26417 7193 0,'0'0'0,"0"-24"15,0 24-15,0 0 0,0 0 0,0 0 0,0 0 0,0 0 16,0 0-16,0 0 0,25-25 0,-25 25 0,0 0 16,0 0-16,25 0 0,-25 0 0,0 0 0,0 0 15,0 0-15,24 0 0,-24 0 0,0 0 0,0 0 0,0 0 16,0 25-16,25-25 0,-25 0 0,0 0 0,0 0 15,0 0-15,0 24 0,0-24 0,0 0 0,0 25 16,0-25-16,0 25 0,-25-25 0,25 25 0,0-25 0,0 25 16,0-25-16,-24 24 0,24 1 0,0-25 0,0 25 15,-25 0-15,25-25 0,0 25 0,0-25 0,0 24 16,0-24-16,0 25 0,0-25 0,0 25 0,25-25 0,-25 25 15,0-25-15,0 0 0,0 0 0,24 25 0,-24-25 0,0 0 16,25 0-16,-25 0 0,0 0 0,25 0 0,-25 0 16,0 0-16,0 0 0,25 0 0,-25 0 0,0 0 15,0 0-15,0 0 0,0 0 0,25 0 0,-25 0 0,0 0 16,0 0-16,0-25 0,-25 25 0,25 0 0,0 0 15,0 0-15,0 0 0,0 0 0,0 0 0,0 0 16,0 0-16,0 0 0,-25 0 0,25 0 0,0 0 0,0 0 16,0 0-16,0 0 0,0 0 0,0 25 0,0-25 0,0 0 15,0 24-15,0-24 0,0 25 0,0-25 0,0 25 16,0-25-16,0 25 0,25-25 0,-25 25 0,0-1 15,0 1-15,0-25 0,0 25 0,0 0 0,0 0 0,0-1 16,0-24-16,0 25 0,0 0 0,0 0 0,0-25 16,0 25-16,0-1 0,0-24 0,0 25 0,0-25 15,-25 25-15,25-25 0,0 0 0,0 25 0,0-25 0,0 0 16,0 0-16,0 25 0,0-25 0,0 0 0,0 0 15,25-25-15,-25 25 0,0 0 0,0 0 0</inkml:trace>
  <inkml:trace contextRef="#ctx0" brushRef="#br0" timeOffset="141136.0725">27310 7863 0,'0'25'0,"0"-25"0,0 0 0,0 0 0,25 0 15,-25 0-15,0 0 0,25 0 0,-25 0 0,24 0 16,-24 0-16,25-25 0,0 25 0,0 0 0,0-25 0,-1 25 16,1 0-16,0-25 0,0 25 0,0 0 0,-1-24 15,1 24-15,-25-25 0,25 25 0,0-25 0,0 25 0,-25-25 16,24 0-16,1 25 0,-25-24 0,25 24 0,-25-25 15,25 0-15,-25 0 0,25 25 0,-25-25 0,0 1 16,0-1-16,24 25 0,-24-25 0,0 0 0,25 0 16,-25 25-16,0-24 0,0-1 0,0 25 0,0-25 0,0 25 15,0 0-15,0-25 0,0 25 0,-25 0 0,25 0 0,0 0 16,0 0-16,0 0 0,0 0 0,0 0 0,0 0 15,-24 0-15,24 0 0,0 0 0,0 0 0,0 25 16,0-25-16,-25 0 0,25 25 0,0-25 0,0 25 16,-25-25-16,25 24 0,0-24 0,0 25 0,0 0 0,-25 0 15,25-25-15,0 25 0,0-1 0,0 1 0,0 0 0,0 0 16,0-25-16,0 25 0,-25-1 0,25 1 0,0 0 15,0 0-15,0-25 0,0 25 0,0-1 0,0-24 0,0 25 16,0 0-16,0-25 0,0 25 0,0-25 0,0 25 16,0-25-16,25 0 0,-25 0 0,0 24 0,0-24 15,25 0-15,-25 0 0,25 0 0,-25 0 0,25 0 0,-25 0 16,24 0-16,1 0 0,0 0 0,-25 0 0,25 0 15</inkml:trace>
  <inkml:trace contextRef="#ctx0" brushRef="#br0" timeOffset="141503.0935">28153 7888 0,'0'-25'0,"0"25"15,0 0-15,0-25 0,0 25 0,0-25 0,0 25 16,0 0-16,0-24 0,0 24 0,0 0 0,0-25 15,0 25-15,0 0 0,0 0 0,0 0 0,0-25 0,0 25 16,0 0-16,0 0 0,0 0 0,-24 0 0,24 0 16,0 0-16,0 25 0,0-25 0,-25 0 0,25 0 15,0 0-15,0 25 0,-25-25 0,25 0 0,0 0 0,0 24 16,-25-24-16,25 0 0,0 25 0,0-25 0,0 0 15,0 25-15,0-25 0,0 0 0,0 0 0,0 0 0,0 25 16,0-25-16,0 0 0,0 0 0,0 0 0,0 0 16,0 0-16,0 0 0,0 0 0,0 0 0,0 0 0,0 0 15,25 0-15,-25 0 0,0 0 0,0 0 0,0 0 16,0 0-16,25 0 0,-25 0 0,0 0 0,0 0 15,0-25-15,25 25 0,-25 0 0,0 0 0,0 0 0,0-25 16,0 25-16,0 0 0,0 0 0,24 0 0,-24 0 16,0 0-16,0 0 0,0 0 0,-24 0 0,24 0 15,0 0-15,0 0 0,0 0 0,0 0 0,0 25 0,0-25 16,0 0-16,0 25 0,0-25 0,0 25 0,0-25 15,0 0-15,0 24 0,0-24 0,0 0 0,-25 0 0,25 25 16,25-25-16,-25 0 0,0 0 0,0 0 0,0 0 16,0 0-16,0 0 0,24 0 0,-24-25 0,0 25 0,25 0 15,-25-24-15,25 24 0,-25-25 0</inkml:trace>
  <inkml:trace contextRef="#ctx0" brushRef="#br0" timeOffset="141673.1032">28129 7541 0,'0'0'0,"0"0"0,0 0 0,0 0 0,0 0 0,0 0 16,0 0-16,0 0 0,24 0 0,-24 0 0,0 0 15,25 24-15,-25-24 0,25 0 0,0 0 0,-25 0 16,25 0-16,-1 0 0,1 0 0,0 25 0,0-25 0,0 0 15,-1 0-15,1 0 0,0 0 0,0 0 0,0 0 16,-1 0-16,1 0 0</inkml:trace>
  <inkml:trace contextRef="#ctx0" brushRef="#br0" timeOffset="142390.1442">28823 7317 0,'0'0'0,"0"0"16,0 0-16,0 0 0,0 0 0,0 0 0,0 0 0,0 0 15,0 0-15,0 25 0,0-25 0,0 0 0,0 25 16,0-25-16,0 25 0,0-25 0,0 25 0,0-1 16,0 1-16,0-25 0,0 25 0,0 0 0,-25 0 0,25-1 15,0 1-15,0 0 0,0 0 0,0 0 0,-25-1 0,25 1 16,0 0-16,0-25 0,0 25 0,0 0 0,-24-1 15,24-24-15,0 25 0,0-25 0,0 25 0,0-25 0,0 25 16,0-25-16,0 0 0,0 25 0,0-25 16,0 0-16,0 0 0,0 0 0,0 0 0,0 0 0,0 0 15,0 0-15,0 0 0,0 0 0,0 0 0,0 0 16,0 0-16,0 0 0,0 0 0,0-25 0,0 25 0,0 0 15,24 0-15,-24-25 0,0 25 0,0-25 0,25 25 16,-25-25-16,25 25 0,-25-24 0,25 24 0,0-25 0,-25 0 16,24 25-16,-24-25 0,25 25 0,-25 0 0,25-25 15,-25 25-15,0 0 0,0 0 0,25 0 0,-25 0 0,0 0 16,0 0-16,0 0 0,0 0 0,0 25 0,0-25 15,0 0-15,0 25 0,0-25 0,0 0 0,0 25 0,0-25 16,0 0-16,0 25 0,0-25 0,0 24 0,0-24 16,0 25-16,0-25 0,0 0 0,0 25 0,0-25 15,0 25-15,0-25 0,0 25 0,0-25 0,0 0 0,0 24 16,25-24-16,-25 0 0,0 25 0,0-25 0,0 0 15,24 0-15,-24 0 0,0 25 0,25-25 0,-25 0 0,0 0 16,25 0-16,-25 0 0,25 0 0,-25 0 16,25 0-16,0 0 0,-25 0 0,24 0 0,-24 0 0,25 0 15,-25 0-15,25 0 0,0-25 0,-25 25 0,0 0 0,25 0 16,-25-25-16,24 25 0,-24 0 0,0-24 0,0 24 15,25 0-15,-25-25 0,0 25 0,0-25 0,0 25 0,0 0 16,0-25-16,0 25 0,0 0 0,0-25 0,0 25 16,-25 0-16,25 0 0,0-24 0,0 24 0,0 0 0,0 0 15,0 0-15,0 0 0,0 0 0,0 0 0,0 0 16,0 0-16,-24 0 0,24 0 0,0 0 0,0 0 15,0 0-15,0 0 0,0 24 0,0-24 0,0 0 0,0 25 16,-25-25-16,25 0 0,0 25 0,0-25 0,0 25 16,0-25-16,0 0 0,0 25 0,0-25 0,0 0 0,0 24 15,0-24-15,25 0 0,-25 0 0,0 25 0,0-25 16,24 0-16,-24 0 0,25 0 0,-25 25 0,25-25 0,-25 0 15,0 0-15,25 0 0,-25 0 0,25 0 0,-25 0 16,24 0-16,-24 0 0,25 0 0,-25 0 0,25-25 16,-25 25-16,0 0 0,25-25 0</inkml:trace>
  <inkml:trace contextRef="#ctx0" brushRef="#br0" timeOffset="142575.1548">29443 7590 0,'0'0'16,"-25"0"-16,25 0 0,0 0 0,0-25 0,0 25 0,0 0 15,0 0-15,0 0 0,0 0 0,25 0 0,-25 0 16,0 0-16,25 0 0,-25 0 0,0 0 0,25 0 0,-25 0 15,25 0-15,-25 0 0,24 0 0,-24 0 0,25 0 16,-25 0-16,0 0 0,25 25 0,-25-25 0,0 0 16,0 25-16,0-25 0,0 25 0,0-25 0,0 25 15,0-25-15,0 24 0,0 1 0,0-25 0,0 25 0,0 0 16,0 0-16,-25-1 0</inkml:trace>
  <inkml:trace contextRef="#ctx0" brushRef="#br0" timeOffset="142732.1638">29394 8334 0,'0'0'0,"-25"25"16,25-25-16,0 0 0,0 0 0,0 0 0,0 25 0,0-25 15,0 0-15,0 0 0,0 0 0,0 0 0,0-25 16,0 25-16,0 0 0,0 0 0,0 0 0,0 0 16,0 0-16,25 0 0,-25 0 0,0 0 0,0 0 0,24-25 15,-24 25-15,0 0 0,25 0 0,-25-24 0,25 24 16,-25 0-16,25 0 0</inkml:trace>
  <inkml:trace contextRef="#ctx0" brushRef="#br0" timeOffset="143157.1881">30311 7665 0,'0'0'16,"0"-25"-16,0 25 0,25 0 0,-25-25 0,0 25 0,0 0 15,0 0-15,0-25 0,0 25 0,0 0 0,0 0 16,-25 0-16,25 0 0,0 0 0,0 0 0,0 0 0,0 0 16,-24 0-16,24 25 0,0-25 0,0 0 0,0 0 15,0 0-15,0 0 0,-25 25 0,25-25 0,0 0 16,0 0-16,0 25 0,0-25 0,0 0 0,0 24 0,0-24 15,0 25-15,0-25 0,0 25 0,0-25 0,0 25 16,0 0-16,0-25 0,0 24 0,0-24 0,0 25 16,0 0-16,25-25 0,-25 25 0,0 0 0,0-25 0,0 24 15,24 1-15,-24-25 0,0 25 0,0-25 0,0 25 16,0-25-16,0 25 0,0-25 0,0 0 0,0 25 0,0-25 15,0 0-15,0 0 0,0 0 0,0 0 0,0 0 16,0 0-16,0 0 0,0 0 0,-24 0 0,24 0 0,0 0 16,0 0-16,-25 0 0,25 0 0,0 0 0,-25 0 15,25 0-15,0 0 0,0 0 0,-25-25 0,25 25 16,0 0-16,0 0 0,0 0 0,0 0 0,0 0 0,0-25 15,0 25-15,0 0 0,0 0 0,25-25 0,-25 25 0,25 0 16,-25 0-16,25-25 0,-25 25 0</inkml:trace>
  <inkml:trace contextRef="#ctx0" brushRef="#br0" timeOffset="143408.2024">30659 7739 0,'0'0'0,"0"0"16,0 0-16,0 0 0,0 0 0,0 0 0,0 0 0,0-25 15,0 25-15,0 0 0,0 0 0,0 0 0,0 0 16,0 0-16,0 0 0,24 0 0,-24 25 0,0-25 0,0 0 15,0 25-15,0-25 0,0 0 0,0 25 0,0-25 16,-24 24-16,24-24 0,0 25 0,0-25 0,0 25 0,0-25 16,0 25-16,0-25 0,0 25 0,0-25 0,0 0 15,0 24-15,-25-24 0,25 0 0,0 25 0,0-25 16,0 0-16,0 0 0,0 0 0,0 25 0,0-25 0,0 0 15,0 0-15,0 0 0,0 0 0,25 0 0,-25 0 0,0 0 16,0 0-16,0 0 0,0-25 0,24 25 0,-24 0 16,0 0-16,0 0 0,0-25 0,25 25 0</inkml:trace>
  <inkml:trace contextRef="#ctx0" brushRef="#br0" timeOffset="143793.2243">30783 7764 0,'0'-25'0,"0"25"0,0 0 0,0 0 0,0 0 16,0 0-16,0 25 0,0-25 0,0 0 0,0 0 15,0 0-15,0 0 0,0 25 0,0-25 0,0 0 0,0 24 16,0-24-16,0 0 0,0 25 0,0-25 0,0 25 15,0-25-15,0 0 0,0 25 0,0-25 0,0 25 0,0-25 16,0 24-16,0-24 0,-25 0 0,25 25 0,0-25 16,0 0-16,0 0 0,0 25 0,0-25 0,0 0 0,0 0 15,0 0-15,0 0 0,0 0 0,0 0 0,0 0 16,0 0-16,0 0 0,0 0 0,0 0 0,25 0 0,-25 0 15,0 0-15,0-25 0,0 25 0,0 0 0,24-25 16,-24 25-16,0 0 0,0-24 0,25 24 0,-25-25 16,0 25-16,25 0 0,-25-25 0,25 25 0,-25-25 0,0 25 15,25-25-15,-25 25 0,0 0 0,24 0 0,-24-24 16,0 24-16,25 0 0,-25 0 0,0 0 0,0 0 0,0 0 15,0 0-15,0 0 0,25 24 0,-25-24 0,0 0 0,0 0 16,0 25-16,-25-25 0,25 0 0,0 25 0,0-25 16,0 0-16,0 25 0,0-25 0,25 0 0,-25 0 0,0 25 15,0-25-15,0 0 0,0 24 0,0-24 0,0 0 16,0 0-16,0 25 0,0-25 0,0 0 0,0 0 0,25 0 15,-25 0-15,0 0 0,0 0 0,25 0 0,-25 0 16,0 0-16,24 0 0,-24 0 0,0 0 0,25-25 0,-25 25 16,0 0-16,25 0 0</inkml:trace>
  <inkml:trace contextRef="#ctx0" brushRef="#br0" timeOffset="144138.2442">31328 7590 0,'0'0'0,"0"0"0,0 0 0,0 0 15,0 0-15,0 0 0,0 0 0,0 0 0,0 0 16,0 0-16,0 0 0,0 0 0,0 0 0,0 0 0,0 25 15,0-25-15,-24 0 0,24 25 0,0-25 0,0 0 16,0 25-16,0-25 0,0 24 0,0-24 0,0 25 0,0 0 16,0-25-16,-25 25 0,25-25 0,0 25 0,0-25 15,0 24-15,0-24 0,0 25 0,0-25 0,0 0 16,0 25-16,0-25 0,0 0 0,0 0 0,0 0 0,0 25 15,0-25-15,0 0 0,0 0 0,0 0 0,0 0 0,25 0 16,-25 0-16,0 0 0,0 0 0,0 0 0,24-25 16,-24 25-16,0 0 0,25 0 0,-25 0 0,25 0 0,-25-25 15,0 25-15,25 0 0,-25 0 0,25 0 0,-25 0 16,0 0-16,0 0 0,0 0 0,24 0 0,-24 0 0,0 0 15,0 0-15,0 0 0,0 25 0,0-25 0,0 0 0,0 0 16,0 25-16,0-25 0,0 25 0,0-25 0,0 0 16,-24 24-16,24-24 0,0 0 0,0 25 0,-25-25 0,25 0 15,0 0-15,0 0 0,-25 0 0,25 0 0,0 0 16,0 0-16,0 0 0,-25 0 0</inkml:trace>
  <inkml:trace contextRef="#ctx0" brushRef="#br0" timeOffset="144299.2533">31105 7516 0,'-25'0'15,"25"0"-15,0 0 0,0 0 0,-25-25 0,25 25 16,25 0-16,-25 0 0,0 0 0,0 0 0,0 0 16,0 0-16,0 0 0,0 0 0,0 0 0,0 0 0,0 0 15,0 0-15,0 0 0,0 0 0,0 0 0,0-25 0,0 25 16,0 0-16,0 0 0,0 0 0,-25-25 0</inkml:trace>
  <inkml:trace contextRef="#ctx0" brushRef="#br0" timeOffset="145998.3504">3225 9475 0,'0'0'0,"0"0"0,0 0 0,0-24 0,0 24 16,0 0-16,0 0 0,0 0 0,0-25 0,0 25 16,0 0-16,0 0 0,24-25 0,-24 25 0,0 0 0,0 0 15,0-25-15,0 25 0,0-25 0,-24 25 0,24 0 16,0-24-16,0 24 0,0 0 0,0-25 0,0 25 0,-25-25 15,25 25-15,0 0 0,0 0 0,0 0 0,-25-25 16,25 25-16,0 0 0,0 0 0,0 0 0,-25 0 0,25 0 16,0 0-16,-25 0 0,25 0 0,0 0 0,-24 25 15,24-25-15,0 0 0,-25 0 0,25 25 0,0-25 0,0 0 16,-25 25-16,25-25 0,0 24 0,0 1 0,0-25 15,-25 25-15,25-25 0,0 25 0,0 0 0,0-25 0,0 24 16,0-24-16,0 25 0,0-25 0,25 0 0,-25 25 16,0-25-16,0 25 0,25-25 0,-25 0 0,25 0 0,-25 25 15,0-25-15,24 0 0,-24 0 0,25 24 0,-25-24 16,25 0-16,-25 0 0,25 0 0,-25 0 0,25 0 0,-1 0 15,-24 0-15,25 0 0,-25 0 0,25 0 0,-25 0 16,25 0-16,-25-24 0,0 24 0,25 0 0,-25 0 16,0 0-16,0-25 0,0 25 0,0 0 0,24 0 0,-24-25 15,0 25-15,0 0 0,0-25 0,0 25 0,0-25 16,0 25-16,0 0 0,0-24 0,0 24 0,0-25 0,0 25 15,0-25-15,0 25 0,0-25 0,0 25 0,0-25 16,-24 25-16,24-24 0,0 24 0,0 0 0,0-25 0,-25 25 16,25 0-16,0 0 0,0-25 0,0 25 0,0 0 15,0 0-15,0 0 0,0 25 0,0-25 0,0 0 16,-25 0-16,25 25 0,0-25 0,0 0 0,0 24 0,0-24 15,25 25-15,-25-25 0,0 25 0,0-25 0,0 25 16,0-25-16,25 25 0,-25-25 0,0 24 0,0-24 16,0 25-16,24-25 0,-24 25 0,0-25 0,0 0 0,25 25 15,-25-25-15,0 0 0,0 0 0,0 25 0,0-25 16,25 0-16,-25 0 0,0 0 0,0 0 0,25 0 15,-25 0-15,25 0 0,-25-25 0,0 25 0,24 0 0,-24 0 16,0-25-16,25 25 0,-25 0 0,0-25 0,25 25 16,-25-25-16,0 25 0,0 0 0,0-24 0,0 24 0,25-25 15,-25 25-15,0-25 0,-25 25 0,25 0 0,0-25 16,0 25-16,0 0 0,0-25 0,-25 25 0,25-24 0,0 24 15,0 0-15,0-25 0,-25 25 0,25 0 0,0 0 16,0 0-16,0 0 0,0 0 0,0 0 0,0 0 0,-24 0 16,24 0-16,0 25 0,0-25 0,0 0 0,0 24 15,0-24-15,0 25 0,0-25 0,0 25 0,0-25 0,0 25 16,0-25-16,24 25 0,-24-1 0,0-24 0,0 25 15,0-25-15,0 0 0,25 25 0,-25-25 0,0 25 16,0-25-16,25 0 0,-25 0 0,0 25 0,25-25 0,-25 0 16,0 0-16,25 0 0,-25 0 0,0 0 0,24-25 15,-24 25-15,25 0 0,0 0 0,-25-25 0</inkml:trace>
  <inkml:trace contextRef="#ctx0" brushRef="#br0" timeOffset="146374.3721">3894 9327 0,'0'-25'0,"0"25"0,-24 0 0,24 0 0,0 0 16,0-25-16,-25 25 0,25 0 0,0 0 0,0 0 0,-25 0 15,25 0-15,0 0 0,-25 0 0,25 0 0,0 0 16,0 0-16,-25 0 0,25 0 0,0 0 0,-24 25 0,24-25 16,0 0-16,0 0 0,0 25 0,-25-25 0,25 24 15,0-24-15,0 25 0,0-25 0,0 25 0,0-25 0,0 0 16,0 25-16,0-25 0,0 25 0,0-25 0,0 0 15,0 24-15,0-24 0,25 0 0,-25 25 0,0-25 16,0 0-16,24 0 0,-24 0 0,0 0 0,0 0 0,25 0 16,-25 0-16,0 0 0,25 0 0,-25 0 0,0 0 15,25 0-15,-25 0 0,0 0 0,0-25 0,25 25 0,-25 0 16,0 0-16,24-24 0,-24 24 0,0 0 0,0-25 15,0 25-15,0 0 0,25 0 0,-25-25 0,0 25 16,0 0-16,0 0 0,0 0 0,0 0 0,0 0 0,0 0 16,0 0-16,0 0 0,0 0 0,0 0 0,0 0 0,0 0 15,0 25-15,0-25 0,0 0 0,0 25 16,0-25-16,0 0 0,0 24 0,0-24 0,0 25 0,0-25 15,0 25-15,0-25 0,25 0 0,-25 25 0,0-25 0,0 0 16,0 0-16,0 0 0,0 0 0,0 0 0,0 0 16,0 0-16,0 0 0,0 0 0,0 0 0</inkml:trace>
  <inkml:trace contextRef="#ctx0" brushRef="#br0" timeOffset="146597.3847">3894 8979 0,'0'-25'0,"0"25"0,0 0 0,0 0 0,0 0 0,25 0 16,-25-24-16,0 24 0,0 0 0,0 0 0,25 0 16,-25 0-16,0 0 0,0 0 0,25 0 0,-25 24 0,0-24 15,0 0-15,0 0 0,0 0 0,0 25 0,0-25 16,0 0-16,0 25 0,0-25 0,0 25 0,0-25 15,0 25-15,0-25 0,0 25 0,-25-25 0,25 24 16,0-24-16,-25 25 0,25-25 0,-25 0 0,25 25 0,0-25 16,-24 0-16</inkml:trace>
  <inkml:trace contextRef="#ctx0" brushRef="#br0" timeOffset="147024.4093">4787 9178 0,'25'0'0,"-25"0"15,0 0-15,0-25 0,0 25 0,0 0 16,0-25-16,0 25 0,0 0 0,0-25 0,0 25 0,0 0 15,0-24-15,0 24 0,0 0 0,-25 0 0,25-25 0,0 25 16,0 0-16,0 0 0,0 0 0,-25 0 0,25-25 16,0 25-16,0 0 0,0 25 0,0-25 0,-24 0 0,24 0 15,0 0-15,0 25 0,0-25 0,-25 0 0,25 24 16,0-24-16,0 25 0,0-25 0,0 25 0,0-25 0,0 25 15,0-25-15,0 25 0,0-1 0,25-24 0,-25 25 16,0 0-16,24-25 0,-24 25 0,25-25 0,-25 25 16,25-1-16,-25-24 0,25 25 0,0-25 0,-25 0 0,25 25 15,-25-25-15,24 25 0,-24-25 0,0 0 0,25 0 16,-25 0-16,0 25 0,0-25 0,0 0 0,0 0 15,0 0-15,0 0 0,-25 0 0,25 0 0,0 0 0,-24 0 16,24 0-16,0 24 0,-25-24 0,25 0 0,-25 0 16,0 0-16,25 0 0,-25 0 0,0 25 0,1-25 0,24 0 15,-25 0-15,0 25 0,0-25 0,0 0 0,1 25 16,24-25-16,-25 0 0,0 0 0</inkml:trace>
  <inkml:trace contextRef="#ctx0" brushRef="#br0" timeOffset="147704.4482">3845 10542 0,'-25'0'15,"25"0"-15,0 0 0,-25 0 0,25 0 0,0-25 16,0 25-16,-25 0 0,25 0 0,0 0 0,0 0 0,-24 0 15,24 0-15,0 0 0,0 0 0,0 0 0,0 0 16,0 0-16,0 0 0,0 0 0,0 0 0,0 0 16,0 0-16,0 0 0,0 0 0,0 0 0,0 0 0,0 0 15,0 0-15,24-25 0,-24 25 0,0 0 0,0 0 16,25 0-16,-25 0 0,0 0 0,0 0 0,25 0 0,-25 0 15,0 0-15,0 0 0,0 0 0,25 25 0,-25-25 16,0 0-16,0 0 0,0 25 0,0-25 0,0 25 0,0-25 16,0 25-16,-25-25 0,25 24 0,0-24 0,0 25 15,0-25-15,-25 25 0,25-25 0,0 25 16,-25 0-16,25-25 0,0 24 0,-24-24 0,24 25 0,-25-25 0,25 25 15,0-25-15,-25 25 0,25-25 0,0 0 0,0 0 16,0 25-16,0-25 0,0 0 0,0 0 0,0 0 16,25 0-16,-25 0 0,0 0 0,0 0 0,0 0 0,25 0 15,-25 0-15,0 0 0,0 0 0,24 0 0,-24 0 16,0 0-16,0 0 0,25 0 0,-25 0 0,0 0 0,0 0 15,0 0-15,25 24 0,-25-24 0,0 0 0,0 0 16,0 0-16,0 25 0,0-25 0,0 0 0,0 25 0,0-25 16,0 0-16,-25 25 0,25-25 0,0 0 0,0 25 15,0-25-15,-25 0 0,25 24 0,0-24 0,0 0 16,-24 0-16,24 0 0,0 25 0,0-25 0,-25 0 0,25 0 15,0 0-15,-25 0 0,25 0 0,0 0 0,0 0 16,0-25-16,-25 25 0,25 0 0,0 0 0,0-24 0,0 24 16,0-25-16,0 25 0,0-25 0,0 0 0,0 25 15,0-25-15</inkml:trace>
  <inkml:trace contextRef="#ctx0" brushRef="#br0" timeOffset="148218.4776">3746 10368 0,'0'0'0,"0"0"0,-25-24 0,25 24 15,-25 0-15,25-25 0,-25 25 0,25 0 0,-25-25 16,25 25-16,-25 0 0,1 0 0,24-25 0,-25 25 0,25 0 16,-25 0-16,25 0 0,-25 0 0,25 0 0,-25 0 15,25 0-15,0 25 0,-24-25 0,24 0 0,-25 0 0,25 25 16,0-25-16,0 0 0,-25 25 0,25-25 0,0 24 15,0-24-15,-25 25 0,25-25 0,0 25 0,0 0 16,0-25-16,25 25 0,-25-1 0,0 1 0,0-25 16,0 25-16,0 0 0,0 0 0,0-1 0,0 1 0,25-25 15,-25 25-15,0 0 0,0 0 0,0-1 0,0 1 0,0 0 16,0 0-16,0 0 0,25-1 0,-25 1 0,0-25 15,0 25-15,0 0 0,24 0 0,-24-25 0,0 24 16,0 1-16,25-25 0,-25 0 0,0 25 0,25-25 0,-25 25 16,25-25-16,-25 0 0,25 0 0,-25 25 0,24-25 15,-24 0-15,25 0 0,0 0 0,-25 0 0,25 0 0,0 24 16,0-24-16,-1 0 0,1 0 0,0 0 0,0-24 15,0 24-15,-1 0 0,1 0 0,0 0 0,0 0 16,0 0-16,-1-25 0,1 25 0,0 0 0,-25-25 0,25 25 16,-25 0-16,0-25 0,25 25 0,-25-25 0,0 25 0,24-24 15,-24-1-15,0 25 0,0-25 0,0 0 0,0 0 16,0 1-16,0-1 0,0 0 0,-24 0 0,24 0 15,0 1-15,-25-26 0,25 25 0,-25 0 0,25 1 0,0-26 16,-25 25-16,25 0 0,-25 1 0,25-1 0,-24 0 16,24 0-16,0 0 0,-25 25 0,25-24 0,-25 24 15,25-25-15,0 25 0,-25 0 0,25 0 0,0 0 0,0 0 16,-25 0-16,25 0 0,0 0 0,0 0 0,0 0 15,0 0-15,0 25 0,0-25 0,0 0 0,0 0 16,0 0-16</inkml:trace>
  <inkml:trace contextRef="#ctx0" brushRef="#br0" timeOffset="148708.5056">4862 10443 0,'0'0'0,"0"-25"0,0 25 0,0 0 15,0 0-15,-25 0 0,25 0 0,0 0 0,0 0 16,-25 0-16,25 0 0,0 0 0,0 0 0,0 0 16,0 0-16,0 25 0,0-25 0,0 0 0,0 25 0,0-25 15,0 24-15,0-24 0,0 25 0,0 0 0,0 0 16,25-25-16,-25 25 0,0-1 0,0 1 0,0 0 0,0 0 15,25-25-15,-25 25 0,0-1 0,0 1 0,0 0 16,0 0-16,0-25 0,25 25 0,-25-1 0,0-24 16,0 25-16,0 0 0,0-25 0,0 25 0,0-25 15,0 0-15,0 25 0,0-25 0,0 0 0,0 0 0,0 0 16,0 0-16,0 0 0,0 0 0,0 0 0,0 0 15,0 0-15,0-25 0,0 25 0,-25 0 0,25-25 0,0 25 16,0-25-16,0 0 0,0 25 0,-25-24 0,25-1 16,0 0-16,0 25 0,0-25 0</inkml:trace>
  <inkml:trace contextRef="#ctx0" brushRef="#br0" timeOffset="149007.5227">4862 10443 0,'0'0'0,"0"0"0,0 0 0,0 0 16,0-25-16,0 25 0,0 0 0,25 0 0,-25 0 15,0 25-15,0-25 0,0 0 0,24 0 0,-24 0 16,0 0-16,0 25 0,25-25 0,-25 0 0,0 24 0,25-24 15,-25 25-15,0-25 0,25 25 0,-25 0 0,0-25 16,25 25-16,-25-1 0,0-24 0,24 25 0,-24 0 16,0-25-16,25 25 0,-25 0 0,0-25 0,0 24 0,0 1 15,0 0-15,0-25 0,0 25 0,0 0 0,0-1 16,0-24-16,0 25 0,0 0 0,-25-25 0,25 25 0,0-25 15,-24 25-15,24-25 0,0 24 0,-25-24 0,25 25 16,0-25-16,0 0 0,-25 0 0,25 25 0,0-25 16,-25 0-16,25 0 0,0 0 0,-25 0 0,25 0 0,0 0 15,0 0-15,-24 0 0,24 0 0,0 0 0,0 0 16,0 0-16,0 0 0,0 0 0,0 0 0,0 0 0,0-25 15,0 25-15,0 0 0,24 0 0,-24 0 0,0-25 16,25 25-16,-25 0 0,25-24 0,-25 24 0</inkml:trace>
  <inkml:trace contextRef="#ctx0" brushRef="#br0" timeOffset="149514.5515">5283 10765 0,'-24'0'0,"24"0"0,0 0 15,0 0-15,0 0 0,0-25 0,0 25 0,-25 0 16,25 0-16,0 0 0,0 0 0,0 0 15,0-24-15,0 24 0,0 0 0,0 0 0,0 0 0,0 24 0,0-24 16,0 0-16,0 0 0,0 0 0,0 25 0,0-25 0,0 0 16,0 25-16,0-25 0,0 0 0,0 25 0,25 0 15,-25-25-15,0 24 0,0-24 0,0 25 0,0-25 16,0 25-16,0-25 0,0 25 0,0-25 0,0 25 0,0-25 15,0 24-15,24-24 0,-24 25 0,0-25 0,0 0 16,0 25-16,0-25 0,0 0 0,25 0 0,-25 0 0,0 0 16,0 0-16,0 0 0,25 0 0,-25 0 0,0 0 15,0-25-15,25 25 0,-25 0 0,0-25 0,0 25 0,25-24 16,-25 24-16,0-25 0,0 25 0,0-25 0,24 25 15,-24-25-15,0 0 0,0 25 0,-24-24 0,24 24 0,0-25 16,0 25-16,0-25 0,0 25 0,0 0 0,0-25 16,-25 25-16,25 0 0,0 0 0,0-25 0,0 25 15,0 0-15,0 0 0,0 0 0,0 0 0,0 0 0,0 0 16,0 0-16,0 0 0,0 0 0,0 0 0,0 25 15,0-25-15,0 0 0,0 0 0,0 0 0,0 25 16,0-25-16,0 0 0,0 25 0,0-25 0,25 0 0,-25 25 16,0-25-16,0 24 0,0-24 0,0 25 0,0-25 15,0 25-15,0-25 0,0 25 0,24-25 0,-24 25 0,0-25 16,0 24-16,0-24 0,0 0 0,0 25 0,25-25 15,-25 0-15,0 0 0,0 0 0,0 0 0,25 0 0,-25 0 16,0 0-16,0 0 0,25 0 0,-25-25 0,0 25 16,25 0-16,-25-24 0,0 24 0,0 0 0,24-25 15,-24 25-15,0-25 0,0 25 0,0-25 0,0 25 0,0-25 16,0 25-16</inkml:trace>
  <inkml:trace contextRef="#ctx0" brushRef="#br0" timeOffset="149883.5728">5531 10765 0,'0'0'0,"25"0"16,-25-25-16,0 25 0,0 0 0,0 0 0,0 0 0,0 0 16,0 0-16,0 0 0,0 0 0,0 0 0,0 0 15,0 25-15,0-25 0,0 0 0,0 25 0,0-25 0,0 0 16,0 25-16,0-25 0,0 25 0,0-25 0,0 24 15,0-24-15,0 25 0,0-25 0,0 25 0,0-25 0,0 25 16,0-25-16,0 0 0,0 25 0,0-25 0,0 24 16,0-24-16,0 0 0,0 0 0,25 25 0,-25-25 15,0 0-15,0 0 0,0 0 0,0 0 0,0 0 0,0 0 16,0 0-16,0-25 0,0 25 0,0 0 0,0 0 0,0-24 15,25 24-15,-25 0 0,0-25 0,0 25 0,25-25 16,-25 25-16,0-25 0,24 25 0,-24-25 0,0 1 16,0 24-16,25-25 0,-25 25 0,0 0 0,25-25 15,-25 25-15,0 0 0,0 0 0,25 0 0,-25 0 0,0 0 16,0 0-16,0 0 0,25 0 0,-25 0 0,0 0 15,0 25-15,0-25 0,0 25 0,0-25 0,0 0 16,0 24-16,0-24 0,24 25 0,-24-25 0,0 0 0,0 25 16,0-25-16,0 25 0,0-25 0,0 25 0,0-25 15,0 0-15,0 24 0,0-24 0,0 0 0,0 0 0,0 25 16,25-25-16,-25 0 0,0 0 0,25 0 0,-25 0 15,0 0-15,25 0 0,0 0 0,-25 0 0,25 0 0,-1-25 16,-24 25-16,25 0 0,0-24 0,-25 24 0,25-25 16,0 25-16,-25 0 0,24-25 0,-24 25 0,25-25 0</inkml:trace>
  <inkml:trace contextRef="#ctx0" brushRef="#br0" timeOffset="150299.5966">6102 10790 0,'0'0'0,"0"0"0,-25 0 15,25-25-15,0 25 0,-25 0 0,25 0 0,0 0 16,-24-25-16,24 25 0,0 0 0,-25 0 0,25 0 16,0 0-16,-25 0 0,25 0 0,0 0 0,0 0 0,0 0 15,0 0-15,-25 0 0,25 25 0,0-25 0,0 0 16,0 0-16,0 25 0,0-25 0,0 0 0,0 25 0,0-25 15,0 25-15,25-25 0,-25 0 0,0 24 0,0-24 16,0 0-16,25 0 0,-25 25 0,0-25 0,0 0 16,0 0-16,25 0 0,-25 0 15,0 0-15,0 25 0,24-25 0,-24 0 0,0-25 0,0 25 0,0 0 0,0 0 16,25 0-16,-25 0 0,0 0 0,0 0 0,0 0 0,0-25 15,0 25-15,0 0 0,0 0 0,0 0 0,0-24 16,-25 24-16,25 0 0,0 0 0,0 0 0,0-25 0,0 25 16,0 0-16,0 0 0,0 0 0,0 0 0,0 0 15,0 0-15,-24 25 0,24-25 0,0 0 0,0 24 16,24-24-16,-24 0 0,0 25 0,0-25 0,0 25 0,0 0 15,0-25-15,0 25 0,0-25 0,0 24 0,0 1 16,0-25-16,0 25 0,0 0 0,0-25 0,0 25 0,0-1 16,0-24-16,0 25 0,0 0 0,0-25 0,0 25 15,0 0-15,0-25 0,-24 25 0,24-25 0,0 24 16,0-24-16,0 0 0,0 25 0,-25-25 0,25 0 0,0 25 15,0-25-15,-25 0 0,25 0 0,0 0 0,0 0 16,-25 0-16,25 25 0,0-25 0,-25 0 0,25 0 0,-24-25 16,-1 25-16,25 0 0,-25 0 0,25 0 0,-25 0 15,25-25-15,-25 25 0,0-25 0,25 25 0,-24-24 16,-1 24-16,25-25 0,-25 25 0</inkml:trace>
  <inkml:trace contextRef="#ctx0" brushRef="#br0" timeOffset="150458.6057">5358 10517 0,'0'0'0,"25"0"16,-25-25-16,0 25 0,0 0 0,24 0 0,-24 0 16,0-24-16,25 24 0,0 0 0,-25 0 0,25 0 0,0-25 15,-25 25-15,24 0 0,1 0 0,0 0 0,0-25 16,-25 25-16,25 0 0,-1 0 0</inkml:trace>
  <inkml:trace contextRef="#ctx0" brushRef="#br0" timeOffset="151117.6434">6375 10244 0,'0'0'0,"0"0"16,0 25-16,0-25 0,0 0 0,0 25 0,0-25 15,0 0-15,0 25 0,25 0 0,-25-25 0,0 24 16,0 1-16,0 0 0,0 0 0,0 0 0,0-1 0,0 1 15,0 0-15,0 0 0,0 0 0,0-1 0,0 1 16,0 0-16,0 0 0,0 0 0,24-1 0,-24 1 16,0 0-16,0 0 0,0-25 0,0 25 0,0-1 0,0-24 15,0 0-15,0 25 0,0-25 0,0 0 0,0 25 16,0-25-16,0 0 0,0 0 0,0 0 0,0 0 15,0 0-15,0-25 0,0 25 0,0 0 0,0 0 0,0 0 16,0-25-16,0 25 0,25-24 0,-25 24 0,0-25 0,0 25 16,0-25-16,0 25 0,0-25 0,0 25 0,0-25 15,0 25-15,0-24 0,25 24 0,-25 0 0,0 0 16,0-25-16,0 25 0,0 0 0,0 0 0,25 0 0,-25 0 15,0 0-15,0 0 0,25 0 0,-25 0 0,0 0 16,24 25-16,-24-25 0,0 0 0,25 24 0,-25-24 16,25 25-16,-25-25 0,0 25 0,25-25 0,-25 25 0,0-25 15,0 25-15,25-25 0,-25 24 0,0-24 0,0 25 16,0-25-16,0 25 0,0-25 0,0 25 0,0-25 0,-25 0 15,25 0-15,0 25 0,0-25 0,-25 0 0,25 0 16,0 24-16,-25-24 0,25 0 0,0 0 0,-25 0 0,25 0 16,-24 0-16,24 0 0,-25 0 0,25 0 0,0 0 15,-25 0-15,25-24 0,0 24 0,0 0 0,0 0 16,-25-25-16,25 25 0,25 0 0,-25 0 0,0-25 0,0 25 15,25 0-15,-25-25 0,0 25 0,25 0 0,-25-25 16,24 25-16,1 0 0,0 0 0,-25-24 0</inkml:trace>
  <inkml:trace contextRef="#ctx0" brushRef="#br0" timeOffset="151626.6725">7094 10790 0,'0'-25'0,"0"25"16,0 0-16,-25 0 0,25 0 0,0 0 0,-24-25 15,24 25-15,0 0 0,-25 0 0,25 0 0,-25-24 16,25 24-16,0 0 0,-25 0 0,25 0 0,0-25 0,-25 25 15,25 0-15,0 0 0,-24 0 0,24 0 0,0 0 0,-25 0 16,25 0-16,0 0 0,-25 0 0,25 0 0,0 0 16,0 0-16,-25 0 0,25 25 0,0-25 0,0 0 15,-25 24-15,25-24 0,0 25 0,0-25 0,-25 25 0,25-25 16,0 25-16,0 0 0,0-25 0,0 24 0,0-24 15,0 25-15,0 0 0,0-25 0,0 25 0,0-25 16,0 0-16,25 25 0,-25-25 0,0 24 0,25-24 0,-25 0 16,25 0-16,-25 25 0,0-25 0,25 0 0,-25 0 15,0 0-15,25 0 0,-25 0 0,24 0 0,-24 0 16,0 0-16,25 0 0,-25-25 0,0 25 0,25 0 0,-25 0 15,0-24-15,0 24 0,25 0 0,-25-25 0,0 25 0,0-25 16,0 25-16,0-25 0,0 25 0,25-25 0,-25 25 16,0-24-16,0 24 0,-25 0 0,25-25 0,0 25 15,0-25-15,0 25 0,0 0 0,0 0 0,0-25 0,0 25 16,0 0-16,0 0 0,-25 0 0,25 0 0,0 0 15,0 0-15,0 0 0,0 0 0,0 0 0,0 0 16,0 0-16,0 0 0,0 25 0,0-25 0,0 0 0,0 0 16,0 25-16,0-25 0,0 25 0,0-25 0,0 24 15,25-24-15,-25 25 0,0-25 0,0 0 0,0 25 0,0-25 16,25 25-16,-25-25 0,0 25 0,0-25 0,24 0 15,-24 24-15,0-24 0,0 0 0,0 0 0,25 25 0,-25-25 16,0 0-16,25 0 0,-25 0 0,0 0 0,25 0 16,-25-25-16,0 25 0,25 0 0,-25 0 0,0-24 15,24 24-15,-24-25 0,0 25 0,25-25 0,-25 25 0,0-25 16,0 25-16,0-25 0,0 25 0</inkml:trace>
  <inkml:trace contextRef="#ctx0" brushRef="#br0" timeOffset="151990.6933">7218 10790 0,'0'0'0,"0"-25"0,-25 0 16,25 25-16,0-24 0,0 24 0,0 0 0,0-25 16,0 25-16,0 0 0,0 0 0,0 0 0,0 0 0,0 0 15,0 0-15,0 0 0,0 0 0,0 0 0,25 25 16,-25-25-16,0 0 0,0 24 0,0-24 0,0 25 0,0-25 15,0 25-15,25-25 0,-25 25 0,0-25 0,0 25 16,0-25-16,0 24 0,0-24 0,0 25 0,0-25 0,0 25 16,0-25-16,0 25 0,0-25 0,0 0 15,0 0-15,0 25 0,0-25 0,0 0 0,0 0 0,0 0 16,0 24-16,0-24 0,0 0 0,0 0 0,0 0 15,0-24-15,0 24 0,0 0 0,0 0 0,25 0 0,-25 0 16,0-25-16,0 25 0,0-25 0,0 25 0,0-25 16,0 25-16,25-25 0,-25 25 0,0-24 0,0 24 0,0-25 15,0 0-15,24 25 0,-24-25 0,0 25 0,0 0 16,0-25-16,0 25 0,0 0 0,25 0 0,-25 0 0,0 0 15,0 0-15,0 0 0,0 0 0,0 0 0,0 25 16,0-25-16,25 0 0,-25 25 0,0-25 0,0 25 0,0-25 16,0 25-16,0-25 0,0 24 0,0-24 0,25 25 15,-25-25-15,0 25 0,0-25 0,0 25 0,0-25 16,25 0-16,-25 25 0,0-25 0,0 0 0,0 24 0,24-24 15,-24 0-15,0 0 0,0 25 0,25-25 16,-25 0-16,0 0 0,25 0 0,-25 0 0,25 0 0,0-25 0,-25 25 16,24 0-16,-24 0 0,25-24 0,0 24 0</inkml:trace>
  <inkml:trace contextRef="#ctx0" brushRef="#br0" timeOffset="152405.7171">7665 10765 0,'-25'-25'16,"25"25"-16,0 0 0,-25 0 0,25-24 0,0 24 0,-25 0 15,25 0-15,0 0 0,0 0 0,0 0 0,-25 0 16,25 0-16,0 0 0,0 0 0,0 0 0,0 24 0,0-24 15,0 25-15,0-25 0,0 0 0,0 25 0,0-25 16,0 25-16,0-25 0,0 25 0,0-25 0,0 24 16,25-24-16,-25 0 0,0 25 0,0-25 0,25 0 0,-25 0 15,0 25-15,0-25 0,25 0 0,-25 0 0,0 0 16,25 0-16,-25 0 0,0 0 0,24 0 0,-24 0 0,25 0 15,-25 0-15,25 0 0,-25-25 0,0 25 0,25 0 16,-25-25-16,0 25 0,25 0 0,-25 0 0,0-24 0,0 24 16,0-25-16,0 25 0,0 0 0,0-25 0,0 25 15,0 0-15,0 0 0,-25-25 0,25 25 0,0 0 16,0 0-16,0 0 0,0 0 0,-25 0 0,25 0 0,0 0 15,0 0-15,0 25 0,0-25 0,0 25 0,0-25 16,0 25-16,0-1 0,0-24 0,0 25 0,0 0 0,0 0 16,0-25-16,0 25 0,0-1 0,0 1 0,0 0 15,0 0-15,0-25 0,25 25 0,-25-1 0,0 1 0,0 0 16,0-25-16,-25 25 0,25 0 0,0-25 15,0 25-15,0-1 0,0-24 0,0 25 0,-25-25 0,25 25 16,0-25-16,0 25 0,-25-25 0,25 0 0,0 25 0,-24-25 16,24 0-16,0 0 0,-25 0 0,25 0 0,-25 0 15,25 0-15,0 0 0,-25 0 0,25 0 0,-25 0 16,1-25-16,24 25 0,-25 0 0</inkml:trace>
  <inkml:trace contextRef="#ctx0" brushRef="#br0" timeOffset="152641.7306">7293 10294 0,'0'-25'0,"0"25"16,24 0-16,-24 0 0,0-25 0,25 25 0,-25 0 0,0 0 15,25 25-15,-25-25 0,0 0 0,25 0 0,-25 25 0,25-25 16,-25 25-16,0-25 0,24 25 0,-24-25 0,0 24 16,0-24-16,0 25 0,0 0 0,0-25 0,0 25 15,0-25-15,0 25 0,0-25 0,0 24 0,-24-24 16,24 25-16,0-25 0,-25 0 0,25 25 0</inkml:trace>
  <inkml:trace contextRef="#ctx0" brushRef="#br0" timeOffset="153156.76">8954 10840 0,'0'0'0,"-24"0"0,24-25 16,0 25-16,0-25 0,-25 25 0,25 0 0,0-25 0,-25 25 15,25-25-15,-25 25 0,25 0 0,-25 0 0,25-24 16,-24 24-16,24 0 0,-25 0 0,25 0 0,-25 0 0,25 0 16,-25 0-16,25 0 0,-25 0 0,25 0 0,-24 0 15,24 24-15,0-24 0,-25 25 0,25-25 0,0 25 16,-25-25-16,25 25 0,0 0 0,0-25 0,0 24 15,-25 1-15,25-25 0,25 25 0,-25 0 0,0-25 0,0 25 16,0-25-16,25 24 0,-25-24 0,0 25 0,25-25 0,-25 25 16,0-25-16,24 0 0,-24 25 0,25-25 0,-25 0 15,25 0-15,-25 0 0,0 0 0,25 0 0,-25 0 16,0 0-16,25 0 0,-25-25 0,0 25 0,24 0 15,-24-25-15,0 25 0,25-25 0,-25 25 0,0-24 0,0 24 16,0-25-16,25 25 0,-25-25 0,0 0 0,0 25 0,0-25 16,0 1-16,0-1 0,25 25 0</inkml:trace>
  <inkml:trace contextRef="#ctx0" brushRef="#br0" timeOffset="153606.7858">8880 10542 0,'0'0'0,"0"0"0,0-25 16,0 25-16,-25 0 0,25 0 0,0 0 0,0 0 0,0-25 16,0 25-16,0 0 0,0 25 0,0-25 0,0 0 15,0 0-15,0 0 0,0 25 0,0-25 0,0 0 0,0 25 16,0-25-16,0 25 0,0-25 0,0 24 15,0 1-15,0 0 0,0-25 0,0 25 0,0 0 0,0-1 16,0-24-16,0 25 0,25 0 0,-25 0 0,0 0 16,0-25-16,0 24 0,25 1 0,-25-25 0,0 25 0,0 0 15,0-25-15,25 25 0,-25-25 0,0 0 0,0 24 16,24-24-16,-24 25 0,0-25 0,0 0 0,25 0 0,-25 0 15,0 0-15,0 25 0,25-25 0,-25 0 0,0 0 0,0-25 16,0 25-16,25 0 0,-25 0 0,0 0 0,0 0 16,0-25-16,25 25 0,-25 0 0,0-24 0,0 24 15,25-25-15,-25 25 0,0 0 0,0-25 0,0 25 16,0 0-16,24-25 0,-24 25 0,0 0 0,0-25 0,0 25 15,0 0-15,0 0 0,0 0 0,0 0 0,-24 0 16,24 0-16,0 0 0,0 0 0,0-24 0,0 24 0,0 0 16,-25 0-16,25 24 0,0-24 0,0 0 0,0 0 15,0 0-15,-25 0 0,25 0 0,0 0 0,0 0 0,0 0 16,0 25-16,0-25 0,0 0 0,0 25 0,0-25 15,0 0-15,0 25 0,0-25 0,25 0 0,-25 25 0,0-25 16,0 0-16,0 24 0,25-24 0,-25 0 0,0 25 16,24-25-16,-24 0 0,0 0 0,0 0 0,0 25 15,25-25-15,-25 0 0,0 0 0,25 0 0,-25 0 0,0 0 16,0 0-16,25 0 0,-25 0 0,0 0 0,0 0 15,0 0-15,25-25 0,-25 25 0,0 0 0,0-25 16,0 25-16,0-24 0,0 24 0</inkml:trace>
  <inkml:trace contextRef="#ctx0" brushRef="#br0" timeOffset="153796.7966">9103 10592 0,'-24'0'16,"24"-25"-16,0 25 0,0 0 0,0 0 0,0-25 15,0 25-15,0 0 0,0-25 0,0 25 0,0 0 0,24-25 16,-24 25-16,0 0 0,0 0 0,25 0 15,-25-24-15,0 24 0,25 0 0,-25 0 0,0 0 0,0 0 0,25 24 16,-25-24-16,0 0 0,0 0 0,0 0 0,25 25 16,-25-25-16,0 0 0,0 25 0,0-25 0,0 0 15,0 0-15,0 25 0,24-25 0,-24 0 0</inkml:trace>
  <inkml:trace contextRef="#ctx0" brushRef="#br0" timeOffset="153975.8069">9302 10344 0,'0'0'0,"25"-25"0,-25 25 0,0 0 0,0 0 0,0 0 16,0 0-16,24 0 0,-24 25 0,0-25 0,25 0 0,-25 0 16,0 0-16,0 24 0,25-24 0,-25 0 0,0 25 15,0-25-15,0 0 0,0 25 0,0-25 0,0 25 0,0-25 16,-25 25-16,25-25 0,0 24 0,-25-24 0,25 0 15,-24 25-15</inkml:trace>
  <inkml:trace contextRef="#ctx0" brushRef="#br0" timeOffset="154137.8161">8830 10716 0,'-24'0'0,"24"24"0,0-24 0,0 0 0,0 0 16,0 0-16,0 0 0,0 0 0,0 0 0,24-24 16,-24 24-16,0 0 0,25 0 0,-25 0 0,25 0 0,-25 0 15,25 0-15,-25 0 0,25 0 0,-1 0 0,1 0 16,0 0-16,0 0 0,0 0 0,0 0 0,-1 0 15,1 0-15,25 0 0,-25 0 0</inkml:trace>
  <inkml:trace contextRef="#ctx0" brushRef="#br0" timeOffset="154478.8356">10220 10542 0,'-25'0'0,"25"-25"0,0 25 0,0 0 0,0-25 16,0 25-16,0 0 0,-25 0 0,25-24 0,0 24 0,0 0 15,0 0-15,0 0 0,0 0 0,0 0 0,0 0 16,0 0-16,0 0 0,25 24 0,-25-24 0,0 0 0,0 25 15,0 0-15,25-25 0,-25 25 0,0 0 16,0-1-16,0-24 0,24 25 0,-24 0 0,0 0 0,0 0 16,0-1-16,0 1 0,0 0 0,0 0 0,0 0 0,25-25 15,-25 24-15,0 1 0,-25 0 0,25 0 0,0-25 16,0 25-16,0-25 0,0 24 0,0-24 15,0 25-15,-24-25 0,24 25 0,0-25 0,0 0 0,0 0 0,-25 0 16,25 0-16,0 0 0,0 0 0,-25 0 0,25 0 0,0 0 16,0-25-16</inkml:trace>
  <inkml:trace contextRef="#ctx0" brushRef="#br0" timeOffset="155290.8819">10170 10889 0,'0'0'0,"0"0"15,25-25-15,-25 25 0,0 0 0,25-24 0,-25 24 16,24-25-16,-24 25 0,25 0 0,-25-25 0,25 25 16,-25 0-16,25-25 0,-25 25 0,25 0 0,-25 0 0,24-25 15,-24 25-15,25 0 0,-25 0 0,0 0 0,0 0 16,25 25-16,-25-25 0,0 0 0,0 0 0,0 25 0,25-25 15,-25 25-15,0-25 0,0 25 0,0-25 0,0 24 16,0-24-16,0 25 0,0-25 0,0 25 0,0-25 0,0 25 16,0-25-16,0 0 0,0 25 0,0-25 0,0 24 15,0-24-15,0 0 0,0 25 0,0-25 0,0 0 0,0 0 16,25 0-16,-25 25 0,0-25 0,0 0 0,0 0 15,24 0-15,-24 25 0,0-25 0,0 0 0,25 0 16,-25 0-16,0 0 0,25 0 0,-25 0 0,0-25 0,25 25 16,-25 0-16,0 0 0,25 0 0,-25-25 0,0 25 15,0 0-15,0-25 0,0 25 0,0 0 0,0-24 16,0 24-16,0-25 0,0 25 0,0-25 0,0 25 0,0-25 15,0 25-15,0-25 0,0 1 0,0 24 0,0-25 16,0 0-16,0 25 0,0-25 0,-25 25 0,25 0 0,0-25 16,0 25-16,0 0 0,0 0 0,0-24 0,0 24 15,0 0-15,0 0 0,0 0 0,0 0 0,0 24 16,0-24-16,0 0 0,25 0 0,-25 25 0,0-25 0,0 0 15,0 25-15,0-25 0,0 25 0,24-25 0,-24 25 0,0-25 16,0 24-16,0-24 0,0 25 0,0-25 0,0 25 16,0-25-16,0 25 0,0-25 0,0 25 0,0-25 15,0 24-15,0-24 0,0 25 0,0-25 0,0 0 0,0 25 16,0-25-16,0 0 0,0 0 0,0 0 0,0 0 15,0 0-15,0 25 0,0-25 0,0 0 0,0 0 16,0-25-16,0 25 0,0 0 0,0 0 0,0 0 0,0 0 16,0-25-16,0 25 0,0-25 0,0 25 0,0 0 15,0-24-15,0 24 0,0-25 0,0 25 0,0-25 16,0 25-16,0-25 0,0 25 0,0-25 0,25 25 0,-25 0 15,0-24-15,0 24 0,0 0 0,25 0 0,-25 0 0,0 0 16,0-25-16,25 25 0,-25 0 0,0 0 0,0 0 16,25 25-16,-25-25 0,0 0 0,0 0 0,24 0 15,-24 24-15,0-24 0,0 0 0,25 25 0,-25-25 0,0 25 16,0-25-16,0 0 0,0 25 0,0-25 0,0 25 15,25-25-15,-25 24 0,0-24 0,0 0 0,0 25 0,0-25 16,0 0-16,0 0 0,0 25 0,0-25 0,0 0 16,0 0-16,0 0 0,0 0 0,0 0 0,0 0 15,0 0-15,0 0 0,0 0 0,0 0 0,0-25 0,0 25 16,0 0-16,0 0 0,0-25 0,0 25 0,25-24 15,-25 24-15,0-25 0,0 25 0,25-25 0,-25 25 0,0-25 16,24 25-16,-24-25 0,0 1 0,0 24 0,25 0 16,-25-25-16,0 25 0,25 0 0,-25 0 0,0 0 15,0 0-15,0 0 0,0 0 0,0 0 0,25 25 0,-25-25 16,0 0-16,0 24 0,0-24 0,0 25 0,0-25 15,0 25-15,0 0 0,0-25 0,0 25 0,0-25 0,0 24 16,0-24-16,0 25 0,0-25 0,0 0 16,0 25-16,0-25 0,0 25 0,0-25 0,0 0 0,0 0 15,0 0-15,0 0 0,0 0 0,-25 0 0,25 0 0,0 0 16,0-25-16,0 25 0</inkml:trace>
  <inkml:trace contextRef="#ctx0" brushRef="#br0" timeOffset="155465.8921">10641 10542 0,'0'0'0,"0"0"16,0 0-16,0 0 0,0 0 0,0 0 0,0 0 0,0-25 16,25 25-16,-25 0 0,25 0 0,0 0 0,-25 0 0,24 0 15,1-25-15,0 25 0,0 0 0,0 0 0,-1 0 16,1 0-16,0-24 0,0 24 0,0 0 0,24 0 15,-24 0-15,0 0 0,24 0 0</inkml:trace>
  <inkml:trace contextRef="#ctx0" brushRef="#br0" timeOffset="156122.9295">11757 10964 0,'0'0'0,"0"0"0,0 0 0,0 0 16,0 0-16,0 0 0,0 0 0,0 0 15,0 0-15,0-25 0,0 25 0,25 0 0,-25-25 0,25 25 16,-25 0-16,25-25 0,0 25 0,-25-25 0,24 1 15,1 24-15,0-25 0,0 0 0,0 0 0,-25 25 0,24-25 16,1 1-16,0-1 0,0 25 0,0-25 0,-25 0 16,24 25-16,-24-25 0,25 1 0,-25 24 0,0-25 0,25 25 15,-25-25-15,0 25 0,0-25 0,0 25 0,0-25 16,-25 25-16,25-24 0,0 24 0,0 0 0,-25-25 15,25 25-15,0 0 0,-24-25 0,24 25 0,-25 0 0,25-25 16,0 25-16,-25 0 0,25 0 0,0 0 0,-25 0 0,25 0 16,0 0-16,-25 0 0,25 0 0,0 0 0,0 0 15,0 0-15,-24 0 0,24 25 0,0-25 0,0 0 16,0 25-16,0-25 0,0 25 0,0-25 0,0 24 0,0-24 15,0 25-15,0-25 0,0 25 0,0 0 0,24 0 16,-24-25-16,0 24 0,0 1 0,0 0 0,0 0 0,0 0 16,0-1-16,0-24 0,0 25 0,0 0 15,0 0-15,0 0 0,0-25 0,0 24 0,0 1 0,0-25 0,0 25 16,0-25-16,0 25 0,0-25 0,0 0 15,0 0-15,0 25 0,0-25 0,0 0 0,0 0 0,0 0 16,0 0-16,0 0 0,0 0 0,25-25 0,-25 25 0,0 0 16,0 0-16,25-25 0,-25 25 0,25 0 0,-25-25 15,0 25-15,25-25 0,-25 25 0,24 0 0,-24-24 16,25 24-16,-25 0 0,0-25 0,25 25 0,-25 0 0,0 0 15,0 0-15,25 0 0,-25 0 0,0 0 0,0 0 16,0 0-16,0 25 0,0-25 0,0 0 0,25 0 16,-25 24-16,0-24 0,0 0 0,0 25 0,0-25 0,0 0 15,0 25-15,0-25 0,0 0 0,0 25 0,0-25 0,0 0 16,0 25-16,0-25 0,0 0 0,0 24 0,0-24 15,0 0-15,0 25 0,0-25 0,25 0 0,-25 0 16,0 25-16,24-25 0,-24 0 0,25 0 0,-25 0 16,25 0-16,0 0 0,-25 0 0,25 0 0</inkml:trace>
  <inkml:trace contextRef="#ctx0" brushRef="#br0" timeOffset="156616.9579">12750 10840 0,'0'0'0,"0"-25"0,-25 25 0,25 0 0,0-25 0,-25 25 0,25-25 0,0 25 0,-25 0 0,25-25 0,0 25 15,-25 0-15,25 0 0,0-24 0,-24 24 0,24 0 16,0 0-16,0 0 0,-25 0 0,25 0 0,0 0 0,0 0 16,-25 0-16,25 0 0,0 24 0,0-24 0,-25 0 15,25 0-15,0 25 0,0-25 0,-25 0 0,25 25 16,0-25-16,0 25 0,0-25 0,-24 25 0,24-25 0,0 24 15,0-24-15,0 25 0,0-25 0,0 25 0,0-25 0,0 25 16,0-25-16,24 25 0,-24-25 0,0 24 0,0-24 16,25 0-16,-25 25 0,0-25 0,0 0 0,25 0 15,-25 0-15,0 25 0,25-25 0,-25 0 0,0 0 0,25-25 16,-25 25-16,0 0 0,24 0 0,-24 0 0,0 0 15,25-25-15,-25 25 0,0-24 0,25 24 0,-25 0 0,0-25 16,0 25-16,25-25 0,-25 25 0,0-25 0,0 25 16,0 0-16,0-25 0,0 25 0,0-24 0,0 24 15,0 0-15,0-25 0,0 25 0,0 0 0,0 0 0,0-25 16,0 25-16,0 0 0,0 0 0,0 0 0,0 0 15,0 0-15,0 0 0,0 0 0,0 0 0,0 0 0,0 25 16,0-25-16,0 0 0,0 0 0,0 25 0,-25-25 16,25 0-16,0 24 0,0-24 0,0 25 0,0-25 15,0 0-15,0 25 0,0-25 0,0 25 0,0-25 0,25 0 16,-25 25-16,0-25 0,0 0 0,0 24 0,0-24 15,0 0-15,25 0 0,-25 25 0,0-25 0,0 0 0,24 0 16,-24 0-16,0 0 0,25 0 0,-25 0 0,25 0 16,-25 0-16,0 0 0,25 0 0,-25-25 0,25 25 15,-25 0-15,0 0 0,24-24 0,-24 24 0,0 0 0,25-25 16,-25 25-16,0-25 0</inkml:trace>
  <inkml:trace contextRef="#ctx0" brushRef="#br0" timeOffset="156992.9793">12923 10790 0,'0'0'0,"0"-25"0,-25 25 16,25 0-16,0 0 0,0-25 0,0 25 0,0 0 0,0 0 15,0 0-15,0 0 0,0 25 0,0-25 0,0 0 16,0 0-16,0 0 0,25 25 0,-25-25 0,0 25 15,0-25-15,0 0 0,0 25 0,0-25 0,0 24 0,0-24 16,0 25-16,0-25 0,0 25 0,0-25 0,0 25 16,0-25-16,0 25 0,0-25 0,0 0 0,0 24 0,0-24 15,0 0-15,0 25 0,0-25 0,0 0 0,0 0 16,0 25-16,0-25 0,0 0 0,0 0 0,0 0 15,0 0-15,0 0 0,0-25 0,0 25 0,0 0 16,0 0-16,0 0 0,0-25 0,0 25 0,0-24 0,0 24 16,0 0-16,25-25 0,-25 25 0,0-25 0,0 0 15,0 25-15,25-25 0,-25 25 0,0-24 0,0 24 0,25-25 16,-25 25-16,0-25 0,0 25 0,24 0 0,-24 0 0,0 0 15,25-25-15,-25 25 0,0 25 0,0-25 0,25 0 16,-25 0-16,0 0 0,0 25 0,0-25 0,0 0 16,0 25-16,25-25 0,-25 0 0,0 24 0,0-24 0,0 25 15,0-25-15,0 25 0,0-25 0,0 0 0,0 25 16,0-25-16,0 0 0,0 25 0,0-25 0,25 24 15,-25-24-15,0 0 0,0 0 0,0 25 0,0-25 0,0 0 16,24 0-16,-24 0 0,0 0 0,0 25 0,25-25 16,-25 0-16,25 0 0,-25 0 0,25 0 0,0 0 15,-25 0-15,25 0 0,-1-25 0</inkml:trace>
  <inkml:trace contextRef="#ctx0" brushRef="#br0" timeOffset="157444.0052">13469 10765 0,'0'0'0,"0"-25"0,-25 25 0,25 0 0,0 0 0,0-24 0,-25 24 0,25 0 0,0 0 0,0 0 0,-24 0 0,24 0 0,0 0 0,0 0 16,0 0-16,-25 24 0,25-24 0,0 0 0,0 25 16,0-25-16,0 25 0,0-25 0,-25 25 0,25-25 0,0 25 15,0-25-15,0 24 0,25-24 0,-25 25 0,0 0 16,0-25-16,0 0 0,25 25 0,-25-25 0,0 25 0,0-25 15,24 0-15,-24 0 0,0 24 0,25-24 0,-25 0 16,0 0-16,25 0 0,-25 0 0,25 0 0,-25 0 16,0 0-16,25 0 0,-25 0 0,24-24 0,-24 24 0,0 0 15,0 0-15,0-25 0,25 25 0,-25 0 0,0-25 16,0 25-16,0-25 0,-25 25 0,25-25 0,0 25 0,0-24 15,0 24-15,-24-25 0,24 25 0,0-25 0,0 25 16,0 0-16,-25-25 0,25 25 0,0 0 0,0 0 16,0 0-16,0 0 0,0 0 0,0 25 0,0-25 0,0 0 15,0 25-15,0-25 0,0 25 0,0-25 0,0 24 0,0 1 16,0-25-16,0 25 0,0 0 0,0-25 0,0 25 15,0-1-15,0-24 0,25 25 0,-25 0 0,0-25 0,0 25 16,0 0-16,0-1 0,0-24 0,0 25 0,24 0 16,-24-25-16,0 25 0,0-25 0,0 25 0,0-25 15,0 25-15,0-25 0,0 24 0,0-24 0,0 25 0,0-25 16,0 0-16,0 25 0,-24-25 0,24 0 0,0 25 15,-25-25-15,25 0 0,-25 25 0,0-25 0,25 0 16,-25 24-16,1-24 0,-1 0 0,0 25 0,0-25 16,0 25-16,1-25 0</inkml:trace>
  <inkml:trace contextRef="#ctx0" brushRef="#br0" timeOffset="157579.013">12923 11633 0,'0'0'0,"0"0"15,0 0-15,-25 0 0,25 0 0,0 0 0,0 0 0,0-24 0,0 24 0,0 0 0,0 0 0,0 0 0,0 0 0,-24 0 0,24-25 0,0 25 0,0 0 0,0 0 0,0 0 0,0-25 0,0 25 0,0 0 0,0-25 16</inkml:trace>
  <inkml:trace contextRef="#ctx0" brushRef="#br0" timeOffset="160030.1532">6896 7665 0,'0'0'0,"0"-25"0,0 25 16,0 0-16,0 0 0,-25 0 0,25 0 0,0 0 16,0 0-16,0 0 0,0 0 0,0 0 0,0 0 0,0-25 15,0 25-15,0 0 0,0 0 0,0 0 0,0 0 0,0 0 16,0 0-16,0 0 0,0 0 0,0 0 0,0 0 15,0 0-15,0 0 0,0 0 0,0 0 0,0 0 16,0 0-16,0 0 0,0 0 0,0 0 0,-25 0 0,25 0 16,0 0-16,0 0 0,0 0 0,0 0 0,0 0 15,0 0-15,0 0 0,0 0 0,0 0 0,0 0 0,0 0 16,0 0-16,0 0 0,0 0 0,0 0 0,0 0 15,0 0-15,0 0 0,0 0 0,0 0 0,0 0 16,0 0-16,0 0 0,0 0 0,0 0 0,0 0 16,0 0-16,0 0 0,0 0 0,0 0 0,0 0 0,0 0 15,0 0-15,0 0 0,0 0 0,0 0 0,0 0 0,0 0 16,0 0-16,0 0 0,0 0 0,0 0 0,0 0 15,0 0-15,0 25 0,0-25 0,0 0 0,0 0 16,0 0-16,0 0 0,0 0 0,0 0 0,0 0 0,0 25 16,0-25-16,0 0 0,0 0 0,0 0 0,25 0 15,-25 24-15,0-24 0,0 0 0,0 25 0,0-25 0,0 0 16,0 25-16,0-25 0,0 0 0,0 25 0,0-25 15,0 25-15,25-25 0,-25 0 0,0 24 0,0-24 0,0 25 16,0-25-16,0 25 0,25-25 0,-25 0 0,0 25 16,0-25-16,0 0 0,24 25 0,-24-25 0,0 0 15,0 24-15,0-24 0,0 0 0,0 0 0,25 0 0,-25 0 16,0 25-16,0-25 0,0 0 0,0 0 0,0 0 15,0 0-15,0 0 0,0 0 0,0 0 0,0 0 16,0 0-16,0 0 0,0 0 0,0 0 0,0 0 0,0 0 16,0 0-16,0 0 0,0 0 0,0 0 0,0 0 15,0 0-15,25-25 0,-25 25 0,0 0 0,0 0 0,0 0 16,0 0-16,0 0 0,0-24 0,0 24 0,0 0 15,0 0-15,25-25 0,-25 25 0,0 0 0,0-25 0,0 25 16,0-25-16,0 25 0,0 0 0,0-25 0,0 25 16,0-24-16,0 24 0,0-25 0,0 25 0,25-25 15,-25 25-15,0-25 0,0 25 0,0-25 0,0 25 0,0 0 16,0-24-16,0 24 0,0-25 0,0 25 0,0 0 15,24 0-15,-24-25 0,0 25 0,0 0 0,0 0 0,0 0 16,0 0-16,0 0 0,-24 0 0,24 0 0,0 0 16,0 0-16,0 0 0,0 0 0,0 0 0,0 0 0,0 0 15,0 0-15,0 0 0,0 0 0,0 0 0,0 0 16,0 25-16,0-25 0,0 0 0,0 0 0,0 25 15,0-25-15,0 0 0,0 0 0,0 24 0,0-24 0,0 25 16,0-25-16,0 0 0,0 25 0,24-25 0,-24 25 16,0-25-16,0 25 0,0-25 0,0 24 0,25-24 15,-25 25-15,0-25 0,0 25 0,25-25 0,-25 25 0,0-25 16,0 25-16,25-25 0,-25 0 0,0 24 0,0-24 15,25 25-15,-25-25 0,0 0 0,0 25 0,24-25 0,-24 0 16,0 25-16,0-25 0,25 0 0,-25 25 0,0-25 16,0 0-16,0 0 0,0 0 0,0 0 0,0 25 0,25-25 15,-25 0-15,0 0 0,0 0 0,0-25 0,0 25 16,0 0-16,0 0 0,0 0 0,25 0 0,-25-25 15,0 25-15,0 0 0,0-25 0,0 25 0,25 0 0,-25-25 16,0 25-16,0-25 0,0 25 0,0-24 0,0 24 16,0-25-16,0 25 0,0-25 0,24 25 0,-24-25 0,0 25 15,0-25-15,0 25 0,0-24 0,0 24 0,0-25 16,0 25-16,-24 0 0,24-25 0,0 25 0,0 0 15,0 0-15,0 0 0,0 0 0,0-25 0,0 25 0,0 0 16,0 0-16,0 0 0,0 0 0,0 0 0,0 0 16,0 0-16,0 0 0,0 0 0,0 0 0,0 0 15,0 0-15,0 0 0</inkml:trace>
  <inkml:trace contextRef="#ctx0" brushRef="#br0" timeOffset="160452.1773">7615 8037 0,'0'0'0,"0"0"0,0 0 0,-25 0 16,25 0-16,0 0 0,0 0 0,0 0 0,0 0 0,0-25 15,0 25-15,0 0 0,0 0 0,0 0 0,0 0 16,0 0-16,0 0 0,0 0 0,0 0 0,25 0 0,-25 0 15,0 0-15,0 0 0,25-25 0,-25 25 0,0 0 16,25 0-16,-25 0 0,24 0 0,-24 0 0,25 0 0,-25 0 16,0-25-16,25 25 0,-25 0 0,25 0 0,-25 0 15,25 0-15,-25 0 0,0 0 0,24 0 0,-24 0 16,0 25-16,0-25 0,0 0 0,0 0 0,0 0 0,0 0 15,0 0-15</inkml:trace>
  <inkml:trace contextRef="#ctx0" brushRef="#br0" timeOffset="160624.1871">7665 8186 0,'0'0'0,"0"0"0,-25 0 0,25 24 16,0-24-16,0 0 0,0 0 0,0 0 0,0 0 16,25 0-16,-25 0 0,0 0 0,0 0 0,24-24 0,-24 24 15,0 0-15,25 0 0,-25 0 0,25 0 0,0-25 16,-25 25-16,25 0 0,-25 0 0,24 0 0,-24 0 0,25 0 15,0 0-15,-25 0 0,25-25 0,-25 25 0,25 0 0,-25 0 16,24 0-16</inkml:trace>
  <inkml:trace contextRef="#ctx0" brushRef="#br0" timeOffset="162385.2879">13866 10592 0,'0'0'0,"0"0"0,0 0 16,0 0-16,0 0 0,0 0 0,0 0 0,0 0 0,0 0 15,0 0-15,0 0 0,0 0 0,0 0 0,0 0 16,0 0-16,0 0 0,0-25 0,0 25 0,0 0 0,0 0 16,0 0-16,0 0 0,0 0 0,0 0 0,0 0 15,0 0-15,0 0 0,0 0 0,0 0 0,0 0 16,0 0-16,0 0 0,0 0 0,0 0 0,0 0 0,0 0 15,0 0-15,0 25 0,-25-25 0,25 0 0,0 0 0,0 24 16,-25-24-16,25 0 0,0 25 0,0-25 0,-25 0 16,25 25-16,0-25 0,0 0 0,0 25 0,0-25 15,-24 0-15,24 25 0,0-25 0,0 0 0,0 0 0,0 24 16,0-24-16,0 0 0,0 0 0,0 0 0,0 25 15,0-25-15,0 0 0,0 0 0,0 0 0,24 0 16,-24 25-16,0-25 0,0 0 0,0 0 0,25 0 16,-25 25-16,0-25 0,25 0 0,-25 0 0,25 25 0,-25-25 15,0 0-15,25 0 0,-25 0 0,24 24 0,-24-24 16,25 0-16,-25 0 0,0 0 0,25 0 0,-25 0 0,0 0 15,25 0-15,-25 0 0,25 0 0,-25 0 0,0 0 0,24 0 16,-24 0-16,25 0 0,-25 0 0,0 0 0,25-24 16,-25 24-16,25 0 0,-25 0 0,0-25 0,25 25 15,-25 0-15,0 0 0,24-25 0,-24 25 0,0-25 0,25 25 16,-25 0-16,0-25 0,0 25 0,0-24 0,25 24 15,-25 0-15,0-25 0,0 25 0,0-25 0,0 25 0,0 0 16,0-25-16,25 25 0,-25-25 0,0 25 0,0 0 16,0-24-16,0 24 0,0 0 0,0-25 0,0 25 15,0 0-15,0-25 0,0 25 0,0 0 0,0 0 16,0 0-16,0 0 0,0 0 0,0 0 0,0 0 0,0 0 15,0 0-15,0 0 0,0 0 0,0 0 0,0 0 0,0 0 16,0 0-16,0 0 0,0 0 0,0 0 0,0 0 16,0 25-16,0-25 0,0 0 0,0 0 0,0 25 15,0-25-15,0 0 0,0 24 0,0-24 0,0 25 0,0-25 16,0 25-16,0-25 0,0 25 0,0-25 0,25 25 15,-25-25-15,0 24 0,0 1 0,0-25 0,0 25 0,0-25 16,24 25-16,-24-25 0,0 25 0,0-25 0,0 24 16,0-24-16,25 0 0,-25 25 0,0-25 0,0 0 0,0 0 15,0 0-15,25 0 0,-25 0 0,0 0 0,0 0 16,0 0-16,25 0 0,-25 0 0,0 0 0,25-25 15,-25 25-15,0 0 0,25-24 0,-25 24 0,24-25 0,-24 25 16,0-25-16,25 25 0,-25-25 0,0 25 0,25-25 16,-25 25-16,0-24 0,0 24 0,0-25 0,0 0 15,0 25-15,0-25 0,0 25 0,0-25 0,0 25 0,0 0 16,0-24-16,0 24 0,0 0 0,0 0 0,0-25 15,0 25-15,0 0 0,0 0 0,0 0 0,0 0 0,0 0 16,0 0-16,0 0 0,0 25 0,0-25 0,0 0 16,0 0-16,0 24 0,0-24 0,0 25 0,0-25 0,0 25 15,0-25-15,0 25 0,0-25 0,0 25 0,0-25 16,0 24-16,0-24 0,0 25 0,0 0 0,25-25 15,-25 0-15,0 25 0,0-25 0,0 25 0,0-25 0,25 0 16,-25 0-16,0 24 0,24-24 0,-24 0 0,25 0 16,0 0-16,-25 0 0,25 0 0,0 0 0,-1 0 0,1-24 15,-25 24-15,25 0 0,0 0 0,0-25 0,-25 25 16,24-25-16</inkml:trace>
  <inkml:trace contextRef="#ctx0" brushRef="#br0" timeOffset="162749.3087">14932 10641 0,'0'0'0,"0"0"0,0-25 0,0 25 15,-24 0-15,24 0 0,0-24 0,0 24 0,0 0 16,0 0-16,-25 0 0,25-25 0,0 25 0,0 0 15,0 0-15,0 0 0,-25 0 0,25 0 0,0 0 0,0 0 16,0 0-16,0 25 0,-25-25 0,25 0 0,0 24 16,0-24-16,0 25 0,0-25 0,-25 25 0,25-25 0,0 25 15,0-25-15,0 25 0,0-25 0,0 24 0,0-24 16,0 0-16,0 25 0,0-25 0,0 25 0,25-25 0,-25 0 15,0 0-15,0 25 0,0-25 0,0 0 0,0 0 16,25 0-16,-25 0 0,0 0 0,25 0 0,-25 0 16,0 0-16,25 0 0,-25 0 0,0 0 0,24 0 0,-24-25 15,0 25-15,25 0 0,-25 0 0,0-25 0,25 25 16,-25 0-16,0 0 0,0-25 0,25 25 0,-25 0 15,0-24-15,0 24 0,0 0 0,0 0 0,0 0 0,0 0 16,0 0-16,0 0 0,0 0 0,0 0 0,0 0 16,0 0-16,0 0 0,0 24 0,0-24 0,-25 25 15,25-25-15,0 25 0,0-25 0,0 25 0,0-25 0,0 25 16,0-25-16,0 24 0,0-24 0,0 25 0,0-25 0,0 0 15,0 25-15,0-25 0,0 0 0,0 0 0,0 0 16,0 0-16,0 0 0,0 0 0,0 0 0,25 0 16,-25-25-16,0 25 0,0-25 0</inkml:trace>
  <inkml:trace contextRef="#ctx0" brushRef="#br0" timeOffset="162955.3203">15156 10145 0,'0'0'0,"0"0"15,24 0-15,-24 0 0,0 0 0,0 0 0,0 0 16,25 0-16,-25 0 0,0 25 0,25-25 0,-25 0 16,0 25-16,0-25 0,0 0 0,25 25 0,-25-25 0,0 24 15,-25-24-15,25 25 0,0-25 0,0 0 0,-25 25 16,25-25-16,-25 25 0,25-25 0,-24 0 0,-1 25 0,25-25 15,-25 24-15,0-24 0,0 0 0,1 0 0</inkml:trace>
  <inkml:trace contextRef="#ctx0" brushRef="#br0" timeOffset="163616.3583">16197 10616 0,'0'0'15,"-24"0"-15,24 0 0,0 0 0,0 0 0,0 0 0,0-24 16,0 24-16,0 0 0,0 0 0,0 0 0,0 0 16,0 0-16,0 0 0,24 0 0,-24 0 0,0 0 0,0 24 15,25-24-15,-25 0 0,0 0 0,25 25 0,-25-25 16,0 25-16,25-25 0,-25 25 0,0-25 0,25 25 15,-25-25-15,0 24 0,0-24 0,24 25 0,-24-25 0,0 25 16,0-25-16,0 25 0,25-25 0,-25 0 0,0 25 16,0-25-16,0 0 0,0 0 0,0 0 0,0 0 0,0 24 15,0-24-15,25 0 0,-25 0 0,0 0 0,0 0 16,0 0-16,0-24 0,0 24 0,0 0 0,25 0 0,-25 0 15,0-25-15,0 25 0,0 0 0,25-25 0,-25 25 16,0 0-16,0-25 0,25 25 0,-25-25 0,0 25 16,0-24-16,24 24 0,-24-25 0,0 0 0,0 25 15,25-25-15,-25 25 0,0 0 0,0-25 0,25 25 0,-25 0 16,0 0-16,0 0 0,0 0 0,0 0 0,0 0 15,25 0-15,-25 0 0,0 25 0,0-25 0,0 0 0,0 0 16,0 25-16,0-25 0,25 0 0,-25 25 0,0-25 16,0 25-16,0-25 0,0 24 0,24-24 0,-24 25 0,0-25 15,0 25-15,0-25 0,25 25 0,-25-25 0,0 25 16,25-25-16,-25 0 0,0 24 0,25-24 0,-25 0 0,0 25 15,25-25-15,-25 0 0,24 0 0,-24 0 0,25 0 16,-25 0-16,25 0 0,-25 0 0,25 0 0,-25-25 16,25 25-16,-25 0 0,24-24 0,-24 24 0,25-25 0,-25 25 15,0-25-15,25 0 0,-25 25 0,0-25 0,0 25 16,25-24-16,-25-1 0,0 25 0,0-25 0,0 25 0,0 0 15,0-25-15,0 25 0,0 0 0,0 0 0,0 0 16,0 0-16,0 0 0,0 0 0,0 0 0,-25 0 0,25 0 16,0 0-16,-25 0 0,25 0 0,0 0 0,-25 0 15</inkml:trace>
  <inkml:trace contextRef="#ctx0" brushRef="#br0" timeOffset="164966.4355">3721 12179 0,'0'25'0,"0"-25"0,0 0 16,0 0-16,-25 0 0,25 0 0,0 0 0,0 0 15,0 0-15,-25 0 0,25 0 0,0 0 0,0 0 0,0 0 16,0 0-16,-25 0 0,25 0 0,0 0 0,0 0 16,0 0-16,0 25 0,0-25 0,0 0 0,0 0 0,0 0 15,0 0-15,0 0 0,0 0 0,0 0 0,0 0 16,0 0-16,0 0 0,0 0 0,0 0 0,0 0 0,0 25 15,0-25-15,0 0 0,0 0 0,0 0 0,0 0 16,0 0-16,0 24 0,-25-24 0,25 0 0,0 25 16,0-25-16,0 0 0,-24 25 0,24-25 0,0 25 0,0-25 15,0 25-15,0-25 0,-25 24 0,25-24 0,0 25 16,0-25-16,0 0 0,0 25 0,0-25 0,0 0 0,0 0 15,0 0-15,0 0 0,0 0 0,0 0 0,25 0 16,-25 0-16,0 0 0,0 0 0,24 0 0,-24 0 0,0 0 16,25 0-16,-25 0 0,25 0 0,-25 0 0,0 0 15,25 0-15,-25 0 0,0-25 0,25 25 0,-25 0 16,0 0-16,0 0 0,25 0 0,-25 0 0,0 0 0,0 0 15,24 0-15,-24 0 0,0 0 0,25 0 0,-25 0 16,0 0-16,25 0 0,-25 0 0,0 0 0,25 0 16,-25 0-16,0 0 0,25 0 0,-25 0 0,24 0 0,-24 0 15,0 0-15,25 0 0,-25-25 0,25 25 0,-25 0 16,0 0-16,0 0 0,0-24 0,25 24 0</inkml:trace>
  <inkml:trace contextRef="#ctx0" brushRef="#br0" timeOffset="165203.4491">3919 12254 0,'-25'0'0,"25"0"15,0 0-15,0 0 0,0 0 0,0 0 0,0 0 16,0 0-16,0 0 0,0 0 0,0 0 0,0 0 16,0 0-16,0 0 0,0 0 0,0 24 0,0-24 0,0 0 15,0 25-15,0-25 0,0 0 0,0 25 0,0-25 16,0 25-16,0 0 0,0-25 0,0 24 0,0 1 0,0-25 15,0 25-15,0 0 0,0-25 0,0 25 0,0-1 16,0-24-16,-24 25 0,24 0 0,0-25 0,0 25 0,0-25 16,0 25-16,0-25 0,0 24 0,0-24 0,0 0 15,0 25-15,0-25 0,0 0 0,0 0 0,0 0 16,0 0-16,0 0 0,0 0 0,0 0 0,0 0 0</inkml:trace>
  <inkml:trace contextRef="#ctx0" brushRef="#br0" timeOffset="165753.4803">3746 12055 0,'0'0'0,"-25"-25"0,25 25 0,-25 0 0,25 0 0,-25 0 15,25-25-15,-25 25 0,25 0 0,-25 0 0,25 0 16,-24 0-16,24 0 0,-25 0 0,25 0 0,-25 0 0,25 0 16,-25 0-16,25 0 0,-25 25 0,25-25 0,-24 0 15,24 0-15,0 25 0,0-25 0,-25 25 0,25-25 0,0 25 16,0-25-16,-25 24 0,25-24 0,0 25 0,0 0 15,0-25-15,0 25 0,-25 0 0,25 0 0,0-25 16,0 24-16,0 1 0,0 0 0,0 0 0,0 0 0,0-25 16,0 24-16,0 1 0,25 0 0,-25 0 0,0 0 15,0-1-15,0-24 0,25 25 0,-25 0 0,0 0 16,25 0-16,-25-1 0,24 1 0,-24-25 0,25 25 0,-25 0 15,25 0-15,-25-25 0,25 24 0,0 1 0,-1-25 16,-24 25-16,25-25 0,0 25 0,0-25 0,0 25 0,0-25 16,-1 0-16,1 0 0,0 24 0,0-24 0,0 0 15,-1 0-15,26 0 0,-25-24 0,0 24 0,-1 0 0,1 0 16,0-25-16,0 25 0,0-25 0,-25 25 0,24-25 15,1 25-15,0-25 0,-25 25 0,25-24 0,0 24 16,-25-25-16,24 0 0,-24 25 0,0-25 0,25 0 0,-25 1 16,0-1-16,0 25 0,0-25 0,0 0 0,-25 0 0,25 1 15,0-1-15,-24 0 0,24-25 0,-25 26 0,0-1 16,25 0-16,-25 0 0,25 0 0,-25 1 0,1-1 15,24 0-15,-25 0 0,25 0 0,-25 0 0,0 25 0,25-24 16,-25 24-16,25 0 0,0 0 0,-24-25 0,24 25 16,-25 0-16,25 0 0,-25 25 0,25-25 0,-25 0 15,25 0-15,0 0 0,-25 0 0,25 24 0,0-24 16,0 0-16,0 0 0,0 0 0,0 0 0,0 25 0,0-25 15</inkml:trace>
  <inkml:trace contextRef="#ctx0" brushRef="#br0" timeOffset="166277.5105">5482 12129 0,'0'0'0,"0"0"0,0 0 0,-25-24 0,25 24 0,0 0 16,0 0-16,0 0 0,0 0 0,-25 0 0,25 0 15,0 0-15,0 0 0,0 0 0,0 0 0,0 0 16,0 0-16,0 0 0,0 0 0,0 0 0,0 0 0,0 24 15,0-24-15,0 0 0,0 25 0,0-25 0,0 25 16,0-25-16,25 25 0,-25-25 0,0 25 0,0 0 16,0-25-16,0 24 0,0 1 0,0 0 0,0-25 0,0 25 15,0 0-15,0-1 0,0-24 0,0 25 0,0 0 16,0-25-16,0 25 0,0-25 0,0 25 0,0-25 0,0 24 15,0-24-15,0 25 0,-25-25 0,25 0 0,0 25 16,0-25-16,0 0 0,0 0 0,25 0 0,-25 0 0,0 0 16,0 0-16,0 0 0,0 0 0,0 0 0,0-25 15,0 25-15,0 0 0,0-25 0,25 25 0</inkml:trace>
  <inkml:trace contextRef="#ctx0" brushRef="#br0" timeOffset="166595.5287">5755 12179 0,'0'-25'0,"0"25"0,0 0 15,0 0-15,0 0 0,-25 0 0,25 0 0,0 0 0,0-25 16,-25 25-16,25 0 0,0 0 0,-25 0 0,25 0 16,0 0-16,-25 0 0,25 0 0,0 0 0,-24 0 15,24 25-15,0-25 0,-25 0 0,25 0 0,-25 25 16,25-25-16,0 0 0,-25 0 0,25 25 0,0-25 0,0 25 15,-25-25-15,25 0 0,0 25 0,0-25 0,0 0 16,0 24-16,0-24 0,0 0 0,0 25 0,0-25 0,0 0 16,0 25-16,0-25 0,25 25 0,-25-25 0,0 0 15,0 25-15,25-25 0,-25 24 0,0-24 0,25 25 16,-25-25-16,0 0 0,25 25 0,-25-25 0,24 0 0,-24 25 15,25-25-15,0 0 0,-25 0 0,25 25 0,0-25 0,-1 0 16,-24 0-16,25 0 0,0 0 0,-25 0 0,25 0 16,-25-25-16,25 25 0,-25 0 0,25 0 0,-25 0 0,0 0 15,0-25-15,0 25 0,0 0 0,0 0 0,0-25 16</inkml:trace>
  <inkml:trace contextRef="#ctx0" brushRef="#br0" timeOffset="166975.5503">6052 12005 0,'-24'0'0,"24"0"0,0 0 0,0-24 16,0 24-16,0 0 0,0 0 0,-25 0 0,25 0 0,0 0 15,0 0-15,0 0 0,0 0 0,0 24 0,0-24 16,25 0-16,-25 25 0,0-25 0,0 0 0,0 25 15,0 0-15,0-25 0,0 25 0,0-1 0,24-24 0,-24 25 16,0 0-16,0 0 0,0-25 0,0 25 0,25 0 0,-25-1 16,0-24-16,0 25 0,0 0 0,0 0 0,0 0 15,0-25-15,0 24 0,0 1 0,25-25 0,-25 25 16,0-25-16,0 25 0,0-25 0,0 0 0,25 25 15,-25-25-15,0 0 0,0 0 0,0 0 0,0 0 0,0 0 16,0 0-16,0 0 0,0 0 0,0 0 0,25 0 16,-25 0-16,0 0 0,0 0 0,0 0 0,0 0 0,0 0 15,24 0-15,-24 0 0,0 0 0,0 0 0,0 0 16,25 0-16,-25 24 0,0-24 0,0 0 0,25 0 0,-25 0 15,0 0-15,25 0 0,-25 0 0,25 0 0,-25 0 16,24 0-16,1 0 0,-25 0 0,25 0 0,-25-24 16,25 24-16,0 0 0,-25 0 0,24 0 0,1 0 0,-25-25 15,25 25-15,-25 0 0</inkml:trace>
  <inkml:trace contextRef="#ctx0" brushRef="#br0" timeOffset="167131.5593">6697 12154 0,'0'0'0,"0"0"0,0 0 0,0 0 0,0 0 15,0 0-15,0 0 0,0 0 0,0 0 0,0 0 16,0 0-16,0 0 0,0 0 0,0 0 0,0 0 0,0 0 16,25 0-16,-25 0 0,0 25 0,0-25 0,0 0 15,0 25-15,0-25 0</inkml:trace>
  <inkml:trace contextRef="#ctx0" brushRef="#br0" timeOffset="167263.5669">6796 12477 0,'0'0'0,"0"0"0,0 0 16,0 0-16,0 0 0,0 0 0,0 0 0,0 0 0,0 0 15,0 0-15,0-25 0,0 25 0,0 0 0,0 0 16,25 0-16,-25 0 0,0 0 0,0 0 0,0-25 0</inkml:trace>
  <inkml:trace contextRef="#ctx0" brushRef="#br0" timeOffset="168919.6616">7987 12154 0,'-25'-25'0,"25"25"0,0 0 0,0 0 15,-25 0-15,25-24 0,0 24 0,0 0 0,-24 0 0,24 0 16,-25 0-16,25 0 0,0 24 0,-25-24 0,25 0 15,0 0-15,-25 0 0,25 25 0,-25-25 0,25 0 0,0 25 16,-24-25-16,24 0 0,0 25 0,0 0 0,0-25 16,0 25-16,0-25 0,0 24 0,0 1 0,0-25 0,0 25 15,0 0-15,24-25 0,-24 25 0,0-1 0,0-24 16,25 25-16,-25-25 0,25 25 0,-25-25 0,0 0 15,25 25-15,-25-25 0,25 0 0,-25 0 0,24 25 0,-24-25 16,0 0-16,25 0 0,-25 0 0,25 0 0,-25 0 16,25 0-16,-25 0 0,25-25 0,0 25 0,-25 0 15,24 0-15,-24-25 0,25 25 0,-25-25 0,25 25 16,-25-25-16,25 25 0,-25-24 0,0 24 0,0-25 0,25 25 0,-25-25 15,0 25-15,0-25 0,0 25 0,0 0 0,24-25 16,-24 25-16,0 0 0,-24 0 0,24-24 0,0 24 16,0 0-16,0 0 0,0 0 0,0-25 0,0 25 15,0 0-15,0 0 0,0 0 0,0 0 0,0 0 0,0 0 16,0 0-16,0 0 0,-25 0 0,25 0 0,0 0 0,0 0 15,0 0-15,0 25 0,0-25 0,-25 0 0,25 24 16,0-24-16,0 25 0,0-25 0,0 25 0,0-25 16,0 25-16,0-25 0,0 25 0,0-25 0,0 24 15,0-24-15,0 25 0,0-25 0,0 0 0,0 25 0,25-25 16,-25 0-16,0 25 0,25-25 0,-25 0 0,0 0 15,24 0-15,-24 25 0,25-25 0,-25-25 0,25 25 16,-25 0-16,0 0 0,25 0 0,-25 0 0,0-25 0,25 25 16,-25 0-16,0-25 0,24 25 0,-24-25 0,0 25 0,0-24 15,0 24-15,0-25 0,0 25 0,0-25 0,0 25 16,0-25-16,0 25 0,0-25 0,-24 25 0,24-24 0,0 24 15,0-25-15,-25 25 0,25-25 0,0 25 0,-25 0 16,25-25-16,0 25 0,-25-25 0,25 25 0,0 0 0,-25-25 16,25 25-16,-24 0 0,24 0 0,0-24 15,-25 24-15</inkml:trace>
  <inkml:trace contextRef="#ctx0" brushRef="#br0" timeOffset="169136.674">8260 11906 0,'0'0'0,"0"0"0,0 0 0,0 0 0,0 0 15,0 0-15,25 0 0,-25 0 0,0 0 0,25 0 16,-25 0-16,24 0 0,-24 0 0,0 0 0,25 0 0,-25 0 16,25 0-16,-25 0 0,0 25 0,25-25 15,-25 0-15,0 0 0,0 25 0,0-25 0,0 25 0,0-25 16,-25 0-16,25 24 0,0 1 0,-25-25 0,25 25 0,-25-25 15,25 25 1,-24 0-16,-1-25 0,25 24 0,-25 1 0,25-25 0,-25 25 0</inkml:trace>
  <inkml:trace contextRef="#ctx0" brushRef="#br0" timeOffset="169593.7002">9401 12105 0,'0'0'0,"0"0"0,0 0 0,-25-25 0,25 25 15,0 0-15,-25 0 0,25 0 0,0 0 0,-24 0 16,24 0-16,0-25 0,-25 25 0,25 0 0,-25 0 0,25 0 16,0 0-16,-25 0 0,25 0 0,0 0 0,0 25 15,-25-25-15,25 0 0,0 0 0,0 0 0,0 0 16,0 0-16,0 25 0,0-25 0,0 0 0,0 24 0,0-24 15,25 0-15,-25 25 0,0-25 0,25 25 0,-25-25 16,0 25-16,25 0 0,-25-25 0,0 25 0,25-1 16,-25 1-16,24-25 0,-24 25 0,25 0 0,-25 0 0,0-25 15,25 24-15,-25 1 0,0-25 0,25 25 0,-25-25 0,0 25 16,0-25-16,25 0 0,-25 25 0,0-25 0,0 0 15,0 24-15,0-24 0,0 0 0,-25 0 0,25 0 16,0 0-16,0 0 0,0 0 0,-25 0 0,25 0 0,0 0 16,0 0-16,-25 0 0,25 0 0,0 0 0,-25 0 15,25-24-15,0 24 0,0 0 0,-24 0 0,24-25 16,0 25-16,0 0 0,0-25 0,0 25 0,0 0 0,0 0 15,0-25-15,24 25 0,-24 0 0,0-25 0,0 25 0,25 0 16,-25 0-16</inkml:trace>
  <inkml:trace contextRef="#ctx0" brushRef="#br0" timeOffset="169941.7201">9748 12179 0,'0'0'0,"0"0"16,-25 0-16,25 0 0,0-25 0,0 25 0,0 0 15,-24 0-15,24 0 0,0 0 0,0 0 0,-25 0 0,25-25 16,0 25-16,0 0 0,-25 25 0,25-25 0,0 0 15,0 0-15,0 0 0,-25 0 0,25 25 0,0-25 16,0 0-16,0 25 0,-25-25 0,25 25 16,0-25-16,0 25 0,0-25 0,0 24 0,25 1 0,-25-25 0,0 25 15,0-25-15,0 25 0,0 0 0,25-25 0,-25 24 0,0-24 16,0 25-16,25-25 0,-25 25 0,0-25 0,25 25 15,-25-25-15,0 0 0,0 0 0,24 25 0,-24-25 0,0 0 16,0 0-16,25 0 0,-25 0 16,0-25-16,0 25 0,25 0 0,-25-25 0,0 25 0,0-25 0,0 25 15,0-25-15,0 25 0,0-24 0,25-1 0,-50 25 16,25-25-16,0 0 0,0 25 0,0-25 0,0 25 0,0-24 15,0 24-15,0-25 0,-25 25 0,25 0 0,0 0 16,0-25-16,0 25 0,-25 0 0,25 0 0,0 0 0,0 0 16,0 0-16,0-25 0,0 25 0,0 0 0,0 0 15,0 0-15,0 0 0,0 0 0</inkml:trace>
  <inkml:trace contextRef="#ctx0" brushRef="#br0" timeOffset="170147.7319">9798 11881 0,'0'0'16,"0"0"-16,0 0 0,0 0 0,25 0 0,-25-24 0,0 24 0,24 0 0,-24 0 16,0 0-16,25 24 0,-25-24 0,0 0 0,0 0 15,25 0-15,-25 0 0,0 0 0,0 25 0,0-25 0,0 0 16,0 0-16,0 25 0,0-25 0,0 0 0,0 25 0,0-25 15,-25 0-15,25 25 0,0-25 0,-25 0 16,25 0-16,0 24 0,-24-24 0,24 0 0,0 0 0</inkml:trace>
  <inkml:trace contextRef="#ctx0" brushRef="#br0" timeOffset="170338.7428">10145 11708 0,'0'-25'0,"0"25"0,25 0 0,-25 0 0,0 0 0,25 0 0,-25 0 0,0 0 15,0 0-15,0 25 0,0-25 0,25 0 0,-25 0 16,-25 25-16,25-25 0,0 0 0,0 24 0,0-24 16,0 0-16,-25 25 0,25-25 0,0 25 0,-25-25 15,25 25-15,-25-25 0,25 25 0,-24-25 0,-1 24 0,25-24 16</inkml:trace>
  <inkml:trace contextRef="#ctx0" brushRef="#br0" timeOffset="171227.7936">11286 12105 0,'-25'0'0,"25"0"0,0 0 0,0 0 15,-24 0-15,24 0 0,0 0 0,-25 0 0,25 0 0,0 0 16,0 0-16,-25 0 0,25 0 0,0 24 0,0-24 16,-25 0-16,25 0 0,0 0 0,0 25 0,-25-25 15,25 25-15,0-25 0,0 0 0,0 25 0,0 0 0,0-25 16,0 25-16,0-1 0,25-24 0,-25 25 0,0 0 15,0 0-15,25-25 0,-25 25 0,0-1 0,25-24 0,-25 25 16,0 0-16,25-25 0,-25 25 0,24-25 0,-24 0 16,0 25-16,25-25 0,-25 0 0,25 0 0,-25 0 15,25 0-15,-25 0 0,0 0 0,25 0 0,-25 0 0,24 0 16,-24 0-16,25-25 0,-25 25 0,0-25 0,25 25 15,-25 0-15,25-25 0,-25 25 0,0-25 0,0 25 16,0-24-16,25 24 0,-25-25 0,0 0 0,0 25 0,0-25 16,0 25-16,0-25 0,0 25 0,0-24 0,0 24 15,0-25-15,0 25 0,0-25 0,0 25 0,0-25 0,0 25 16,0 0-16,0 0 0,0-25 0,0 25 0,0 0 15,0 0-15,0 0 0,0 0 0,0 0 0,0 0 0,0 25 16,0-25-16,0 0 0,0 0 0,-25 0 0,25 25 16,0-25-16,0 0 0,0 25 0,0-25 0,0 25 0,0-25 15,25 24-15,-25 1 0,0-25 0,0 25 0,0-25 16,0 25-16,0-25 0,0 25 0,24-25 0,-24 24 15,0-24-15,0 0 0,25 25 0,-25-25 0,0 0 0,0 0 16,25 25-16,-25-25 0,25 0 0,-25 0 0,0 0 16,25 0-16,-25 0 0,24 0 0,1 0 0,-25-25 15,25 25-15,-25 0 0,25 0 0,-25-25 0,0 25 0,25-24 16,-25 24-16,0 0 0,24-25 0,-24 25 0,0-25 0,0 25 15,0-25-15,0 25 0,0-25 0,0 25 0,0-24 16,0 24-16,0-25 0,0 25 0,0-25 0,0 25 16,0 0-16,-24-25 0,24 25 0,0 0 0,0 0 15,0 0-15,0 0 0,0 0 0,0 0 0,0 0 0,0 0 16,0 0-16,0 0 0,0 0 0,0 0 0,0 25 0,0-25 15,0 25-15,0-25 0,0 25 0,0-25 0,0 24 16,0-24-16,0 25 0,0-25 0,0 25 0,0-25 0,0 25 16,0-25-16,0 0 0,0 25 0,24-25 0,-24 24 15,0-24-15,0 0 0,25 0 0,-25 25 0,25-25 16,-25 0-16,25 0 0,-25 0 0,25 0 0,-1 0 0,-24 0 15,25 0-15,0 0 0,0-25 0,0 25 0,-25 0 16</inkml:trace>
  <inkml:trace contextRef="#ctx0" brushRef="#br0" timeOffset="171615.8158">12154 12179 0,'0'0'0,"0"-25"16,0 25-16,-25-25 0,25 25 0,0 0 0,0-24 0,-24 24 16,24 0-16,0 0 0,0-25 0,0 25 0,-25 0 15,25 0-15,0 25 16,0-25-16,0 0 0,0 0 0,0 24 0,0-24 0,0 25 0,0-25 0,0 25 0,0 0 15,0-25-15,0 25 0,0 0 0,0-25 0,0 24 16,0 1-16,0-25 0,0 25 0,0-25 0,0 25 0,0-25 16,0 25-16,0-25 0,0 24 0,0-24 0,0 25 15,25-25-15,-25 0 0,0 0 0,0 25 0,0-25 16,0 0-16,0 0 0,0 0 0,0 0 0,24 0 0,-24 0 15,0 0-15,0 0 0,0 0 0,25 0 0,-25 0 16,0-25-16,0 25 0,25 0 0,-25-25 0,0 25 16,0-24-16,25 24 0,-25-25 0,0 25 0,0-25 0,0 25 15,25-25-15,-25 25 0,0-25 0,0 25 0,0 0 16,0-24-16,0 24 0,0 0 0,0 0 0,0 0 0,0 0 15,0 0-15,0 0 0,0 0 0,0 24 0,0-24 16,0 0-16,0 25 0,0-25 0,0 25 0,0-25 0,0 0 16,0 25-16,0-25 0,0 25 0,0-25 15,0 0-15,0 24 0,0-24 0,0 0 0,0 25 0,0-25 16,0 0-16,0 0 0,0 0 0,0 0 0,0 0 0,0 0 15,0 0-15,0 0 0,0 0 0,0 0 0</inkml:trace>
  <inkml:trace contextRef="#ctx0" brushRef="#br0" timeOffset="171838.8284">12080 11757 0,'0'0'0,"0"-24"0,0 24 16,0 0-16,25 0 0,-25 0 0,0 0 0,24 0 0,-24 0 0,25-25 0,-25 25 15,25 0-15,-25 0 0,25 0 0,-25 25 0,25-25 16,-25 0-16,25 0 0,-25 0 0,0 0 0,0 24 0,24-24 16,-24 0-16,0 25 0,-24-25 0,24 0 15,0 25-15,-25-25 0,25 25 0,-25-25 0,25 25 0,-25-25 16,25 24-16,-25-24 0,0 25 0,1-25 0,24 25 0,-25-25 15,0 25-15</inkml:trace>
  <inkml:trace contextRef="#ctx0" brushRef="#br0" timeOffset="173473.9221">13841 12154 0,'0'0'0,"25"0"0,-25-25 0,0 25 15,0 0-15,0 0 0,0 0 0,0 0 0,0 0 0,0 0 16,25-24-16,-25 24 0,0 0 0,0 0 0,0 0 16,0-25-16,0 25 0,0 0 0,0 0 0,0 0 0,24-25 15,-24 25-15,0 0 0,0 0 0,0 0 0,-24-25 16,24 25-16,0 0 0,0 0 0,0 0 0,0 0 15,0 0-15,0-25 0,-25 25 0,25 0 0,0 0 0,-25 0 16,25 0-16,0 0 0,-25 0 0,25 0 0,0 0 16,-25 0-16,25 0 0,-24 25 0,24-25 15,0 0-15,-25 0 0,25 25 0,0-25 0,-25 0 0,25 25 0,0-25 16,-25 25-16,25-25 0,0 24 0,0-24 0,0 25 15,0-25-15,0 25 0,0-25 0,0 25 0,0 0 0,25-25 16,-25 25-16,0-25 0,25 24 0,-25 1 0,25-25 16,-25 25-16,24-25 0,-24 25 0,25-25 0,0 25 0,-25-25 15,25 24-15,-25-24 0,0 0 0,25 25 0,-25-25 16,0 25-16,24-25 0,-24 0 0,0 25 0,0-25 0,0 0 15,0 0-15,0 25 0,0-25 0,0 0 0,-24 0 16,24 0-16,0 24 0,-25-24 0,25 0 0,0 0 16,-25 0-16,25 0 0,-25 0 0,0 0 0,25 0 0,-24 0 15,24 0-15,-25 0 0,25 0 0,-25 0 0,25 0 16,-25 0-16,25 0 0,0 0 0,-25 0 0,25 0 15,0 0-15,0 0 0,0 0 0,0-24 0,0 24 16,0 0-16,0 0 0,0 0 0,0 0 0,25-25 0,-25 25 16</inkml:trace>
  <inkml:trace contextRef="#ctx0" brushRef="#br0" timeOffset="174106.9583">14684 12502 0,'-24'0'0,"24"0"0,0 24 15,0-24-15,0 0 0,0 0 0,0 0 0,0 0 16,0 0-16,0 0 0,0 0 0,0 0 0,0 0 0,24 0 16,-24 0-16,0-24 0,0 24 0,25 0 0,-25 0 15,25 0-15,-25-25 0,25 25 0,-25 0 0,25-25 0,-25 25 16,24-25-16,1 25 0,-25-25 0,25 1 0,0 24 15,-25-25-15,25 0 0,-1 0 0,-24 25 0,25-25 16,0 1-16,-25-1 0,25 0 0,-25 0 0,25 25 16,-25-25-16,0 0 0,24 1 0,-24 24 0,0-25 0,0 0 15,0 0-15,0 25 0,0-25 0,0 1 0,0 24 0,0-25 16,-24 25-16,24-25 0,0 25 0,-25 0 0,25-25 15,0 25-15,-25 0 0,25 0 0,-25 0 0,25-25 16,-25 25-16,25 0 0,-24 0 0,24 25 0,-25-25 0,25 0 16,0 0-16,-25 0 0,25 0 0,0 0 0,-25 25 15,25-25-15,0 0 0,0 25 0,0-25 0,0 0 0,-25 25 16,25-25-16,0 24 0,0-24 0,25 25 0,-25-25 15,0 25-15,0 0 0,0 0 0,0-25 0,0 24 0,0 1 16,25 0-16,-25 0 0,0-25 0,0 25 0,0 0 16,0-1-16,0 1 0,0-25 0,0 25 0,25 0 15,-25-25-15,0 25 0,0-1 0,0-24 0,0 25 0,0-25 16,0 25-16,0-25 0,0 0 0,0 25 0,0-25 15,0 25-15,0-25 0,0 0 0,0 0 0,0 24 16,0-24-16,25 0 0,-25 0 0,0 0 0,0 0 0,24 0 16,-24 0-16,25 0 0,-25 0 0</inkml:trace>
  <inkml:trace contextRef="#ctx0" brushRef="#br0" timeOffset="174505.9809">15280 12378 0,'0'0'0,"0"0"0,0 0 0,-25-25 15,25 25-15,0 0 0,0 0 0,0-25 0,-25 25 0,25 0 16,0 0-16,0 0 0,-25-25 0,25 25 0,0 0 15,0 0-15,-25 0 0,25 0 0,0 0 0,0 0 0,0 0 16,-24 0-16,24 0 0,0 0 0,0 0 0,0 0 16,0 0-16,0 25 0,-25-25 0,25 0 0,0 0 15,0 25-15,0-25 0,0 25 0,0-25 0,0 24 0,0-24 16,0 0-16,0 25 0,-25-25 0,25 25 0,0-25 15,0 0-15,0 25 0,0-25 0,25 0 0,-25 25 0,0-25 16,0 0-16,0 24 0,0-24 0,0 0 0,0 0 16,0 0-16,0 0 0,0 0 0,0 0 0,0 0 15,25 0-15,-25 0 0,0 0 0,0 0 0,0 0 0,0 0 16,0 0-16,0 0 0,24 0 0,-24 0 0,0 0 15,0-24-15,0 24 0,0 0 0,25 0 0,-25-25 0,0 25 16,0 0-16,0 0 0,0 0 0,0-25 0,0 25 16,0 0-16,0 0 0,0 0 0,0 0 15,0 0-15,25 25 0,-25-25 0,0 0 0,0 0 0,0 0 0,0 25 16,0-25-16,0 0 0,0 0 0,0 24 0,0-24 15,0 0-15,0 0 0,0 25 0,0-25 0,25 0 0,-25 0 16,0 0-16,0 0 0,0 0 0,0 0 0,0 0 16,0 0-16,25 0 0,-25 0 0,0-25 0,0 25 15,24 0-15</inkml:trace>
  <inkml:trace contextRef="#ctx0" brushRef="#br0" timeOffset="174673.9907">15329 12154 0,'-25'0'0,"25"-25"0,0 25 16,0 0-16,0 0 0,0 0 0,0 0 0,0 0 15,0-24-15,25 24 0,-25 0 0,25 0 0,-25 0 0,25 0 16,-25 0-16,25 0 0,0 0 0,-1 0 0,1-25 16,-25 25-16,25 0 0,0 0 0,0 0 0,-25 0 0,24 0 15,1 0-15,0 0 0,-25 0 0,25 0 0</inkml:trace>
  <inkml:trace contextRef="#ctx0" brushRef="#br0" timeOffset="175170.0191">16520 12129 0,'0'0'0,"0"0"0,0 0 15,-25-24-15,25 24 0,0 0 0,-25 0 0,25 0 16,0 0-16,-24 0 0,24 0 0,0 0 0,-25 0 0,25 0 16,0 0-16,0 0 0,0 24 0,-25-24 0,25 0 15,0 25-15,0-25 0,0 0 0,0 25 0,25-25 16,-25 25-16,0-25 0,0 25 0,25-25 0,-25 25 15,24-25-15,-24 24 0,25-24 0,-25 25 0,25 0 0,-25-25 16,25 25-16,-25-25 0,25 25 0,-25-25 0,24 24 16,-24-24-16,0 25 0,0-25 0,25 25 0,-25-25 0,0 25 15,0-25-15,0 25 0,0-25 0,0 0 0,0 0 0,0 24 16,-25-24-16,25 0 0,0 0 0,0 25 0,-24-25 15,24 0-15,0 0 0,0 0 0,-25 0 0,25 0 16,0 0-16,-25 0 0,25 25 0,0-25 0,0-25 0,-25 25 16,25 0-16,0 0 0,0 0 0,0 0 0,0 0 15,0-25-15,0 25 0,0 0 0,25-24 0,-25 24 16,0-25-16,25 25 0,-25-25 0,25 25 0,-25-25 0,24 25 15,-24-25-15,25 25 0,0-24 0</inkml:trace>
  <inkml:trace contextRef="#ctx0" brushRef="#br0" timeOffset="175606.0441">16917 12254 0,'0'0'0,"0"-25"0,0 25 15,0 0-15,0 0 0,0 0 0,0 0 0,0-25 16,-25 25-16,25 0 0,0 0 0,0 0 0,-25 0 0,25 0 16,0 0-16,0 0 0,-25-25 0,25 25 0,0 25 15,0-25-15,-24 0 0,24 0 0,0 0 0,0 0 0,-25 0 16,25 25-16,0-25 0,0 25 0,0-25 0,0 24 15,0-24-15,0 25 0,0-25 0,0 25 0,0-25 0,0 25 16,0 0-16,0-25 0,0 24 0,0-24 0,0 25 16,25-25-16,-25 25 0,0-25 0,0 0 0,24 25 15,-24-25-15,0 0 0,0 0 0,25 0 0,-25 25 0,0-25 16,0 0-16,0 0 0,0 0 0,25 0 0,-25 0 15,0-25-15,0 25 0,0 0 0,0 0 0,0-25 0,0 25 16,25 0-16,-25-25 0,0 25 0,0 0 0,0-25 16,0 25-16,0-24 0,-25 24 0,25 0 0,0-25 15,0 25-15,0-25 0,-25 0 0,25 25 0,0-25 0,0 25 16,-25-24-16,25 24 0,0-25 0,-24 0 0,24 25 15,0-25-15,0 25 0,0 0 0,-25-25 0,25 25 0,0-25 16,0 25-16,0 0 0,0 0 0,25-24 0,-25 24 16,0 0-16,0 0 0,24-25 0,-24 25 0,0 0 15,25 0-15,-25 0 0,25 0 0,-25 0 0,25 0 0,-25 0 16,25 0-16,-25 0 0,0 0 0,24 0 0,-24 0 15,25 0-15,-25 25 0,0-25 0,0 0 0,25 24 0,-25-24 16,0 25-16,0-25 0,0 0 0,25 25 0,-25-25 16,0 0-16,0 25 0,0-25 0,0 0 0,0 0 0,0 25 15,25-25-15,-25 0 0,0 0 0</inkml:trace>
  <inkml:trace contextRef="#ctx0" brushRef="#br0" timeOffset="175762.0529">17264 11931 0,'0'0'0,"0"0"0,0 0 0,0 25 0,0-25 15,-25 0-15,25 0 0,0 25 0,0-25 0,0 0 0,-25 24 16,25-24-16,0 25 0,-24 0 0,24-25 0,0 25 16,0-25-16,-25 25 0,25-1 0,0-24 0,0 25 0,0 0 15,-25-25-15,25 25 0,0 0 0</inkml:trace>
  <inkml:trace contextRef="#ctx0" brushRef="#br0" timeOffset="176145.0749">17884 12303 0,'0'0'0,"0"0"0,0-25 16,0 25-16,-25 0 0,25 0 0,0-24 0,0 24 15,0 0-15,0 0 0,0 0 0,0 0 0,0 0 0,0 0 16,0 24-16,0-24 0,0 0 0,25 25 0,-25-25 16,0 25-16,0-25 0,25 25 0,-25-25 0,0 25 0,0-25 15,25 24-15,-25 1 0,0-25 0,0 25 0,25-25 16,-25 25-16,0-25 0,0 25 0,24-25 0,-24 0 15,0 24-15,25-24 0,-25 0 0,0 0 0,0 0 0,25 0 16,-25 0-16,0 0 0,0 0 0,25 0 0,-25 0 16,0 0-16,25-24 0,-25 24 0,0 0 0,24-25 0,-24 25 15,0-25-15,0 25 0,25-25 0,-25 25 0,0-25 16,0 1-16,25 24 0,-25-25 0,0 0 0,0 25 0,0-25 15,0 25-15,0-25 0,0 25 0,0 0 0,0-24 16,0 24-16,0 0 0,0 0 0,0 0 0,0 0 16,0 0-16,0 0 0,0 0 0,0 24 0,0-24 0,0 0 15</inkml:trace>
  <inkml:trace contextRef="#ctx0" brushRef="#br0" timeOffset="176482.0942">18256 12427 0,'0'0'0,"0"0"0,0 0 0,0 0 15,0 0-15,0 0 0,0 0 0,0 0 0,0 0 16,0 0-16,25 0 0,-25 0 0,0 0 0,25-25 0,-25 25 15,25 0-15,-25 0 0,24-24 0,-24 24 0,25 0 16,-25-25-16,25 25 0,-25 0 0,0 0 0,0-25 16,25 25-16,-25 0 0,0 0 0,0-25 0,0 25 0,0 0 15,0-25-15,0 25 0,0 0 0,0 0 0,-25-24 16,25 24-16,0 0 0,0 0 0,-25-25 0,25 25 0,0 0 15,0 0-15,-25-25 0,25 25 0,0 0 0,-24 0 16,24 0-16,0 0 0,0 0 0,-25 0 0,25 0 16,0 0-16,0 0 0,0 0 0,-25 0 0,25 0 0,0 25 15,0-25-15,0 0 0,0 25 0,0-25 0,0 0 16,-25 24-16,25-24 0,0 25 0,0-25 0,0 25 0,0-25 15,0 25-15,0 0 0,0-25 0,25 24 0,-25-24 16,0 25-16,0-25 0,0 0 0,25 25 0,-25-25 0,0 0 16,25 25-16,-25-25 0,24 0 0,-24 0 0,25 0 15,0 0-15,-25 0 0,25 0 0,0 0 0,-25 0 16,24 0-16,1 0 0,0 0 0,0 0 0,-25 0 0</inkml:trace>
  <inkml:trace contextRef="#ctx0" brushRef="#br0" timeOffset="176796.1121">18951 12303 0,'-25'0'15,"25"0"-15,0 0 0,0-25 0,0 25 0,0 0 16,-25-24-16,25 24 0,0 0 0,0 0 0,-25-25 0,25 25 16,0 0-16,0 0 0,-24 0 0,24-25 0,0 25 15,-25 0-15,25 0 0,0 0 0,-25 0 0,25 0 16,0 0-16,-25-25 0,25 25 0,0 0 0,-25 25 0,25-25 15,0 0-15,0 0 0,-24 0 0,24 0 0,0 25 0,0-25 16,0 0-16,0 25 0,0-25 0,-25 24 0,25-24 16,0 25-16,0-25 0,0 25 0,0-25 0,0 25 15,0-25-15,25 25 0,-25-1 0,0-24 0,0 25 0,0-25 16,24 25-16,-24-25 0,0 0 0,0 25 0,25-25 15,-25 0-15,0 0 0,25 25 0,-25-25 0,25 0 16,-25 0-16,25 0 0,-25-25 0,24 25 0,-24 0 0,25 0 16,-25-25-16,25 25 0,-25-25 0,25 25 0,-25-25 15,25 25-15,-1-24 0,-24-1 0,25 25 0,0-25 16,-25 0-16,25 0 0,0 1 0,-25-1 0,24 0 0</inkml:trace>
  <inkml:trace contextRef="#ctx0" brushRef="#br0" timeOffset="177009.1243">19273 11857 0,'0'0'0,"0"0"0,0 0 0,0-25 16,0 25-16,0 0 0,0 0 0,-25 0 0,25 0 15,0 0-15,0 0 0,0 25 0,0-25 0,0 0 0,0 0 16,-24 24-16,24-24 0,0 25 0,0 0 0,0-25 16,0 25-16,0 0 0,0-1 0,0 1 0,0 0 15,0 0-15,0 0 0,0-25 0,0 24 0,0 1 0,0 0 16,0 0-16,0 0 0,0 0 0,0-1 0,0 1 15,0-25-15,0 25 0,0 0 0,0-25 0,0 25 0,0-1 16,0-24-16,0 0 0,0 25 0,0-25 0,-25 0 16,25 25-16,0-25 0,0 0 0,0 0 0,-25 0 15,25 0-15,0 0 0,0-25 0</inkml:trace>
  <inkml:trace contextRef="#ctx0" brushRef="#br0" timeOffset="177354.144">19199 12204 0,'25'0'0,"-25"0"0,24 0 0,-24 0 0,25-25 16,-25 25-16,0 0 0,25 0 0,-25 0 0,25 0 15,-25 0-15,0 0 0,0 0 0,25 0 0,-25 0 0,0 0 16,0 0-16,0 0 0,0 0 0,0 25 0,0-25 16,0 25-16,0-25 0,0 0 0,0 25 15,0-1-15,0-24 0,-25 25 0,25-25 0,0 25 0,0 0 0,0-25 16,0 25-16,0-25 0,0 24 0,0-24 0,0 25 15,0-25-15,0 25 0,0-25 0,0 0 0,25 0 0,-25 25 16,0-25-16,0 0 0,24 0 0,-24 0 0,25 0 16,-25 0-16,25 0 0,-25 0 0,25-25 0,-25 25 0,25 0 15,-25 0-15,24-25 0,1 25 0,-25-25 0,0 25 16,25 0-16,-25-24 0,0 24 0,0-25 0,0 25 15,0-25-15,0 0 0,0 25 0,0-25 0,0 25 0,0-24 16,-25 24-16,25-25 0,0 25 0,0 0 0,-25-25 16,25 25-16,0 0 0,0 0 0,-24 0 0,24 0 0,0 0 15,0 0-15,-25-25 0,25 25 0,0 0 0,0 0 16,0 0-16,-25 0 0,25 0 0,0 0 0,0 0 0,0 0 15,0 0-15,0 0 0,0 0 0</inkml:trace>
  <inkml:trace contextRef="#ctx0" brushRef="#br0" timeOffset="177540.1545">19571 11956 0,'0'0'0,"0"0"0,25 0 16,-25 0-16,0 0 0,0 0 0,25 0 0,-25 0 0,0 0 15,24 0-15,-24 0 0,0 0 0,25 25 0,-25-25 16,0 0-16,25 0 0,-25 24 0,0-24 0,0 25 0,-25-25 15,25 0-15,0 25 0,-25-25 0,25 25 0,-24-25 16,24 25-16,-25-25 0,0 24 0,25-24 0,-25 25 16,0-25-16,0 25 0,1-25 0</inkml:trace>
  <inkml:trace contextRef="#ctx0" brushRef="#br0" timeOffset="178005.1813">21332 12576 0,'0'0'0,"-25"-25"0,25 25 0,0 0 16,0-25-16,0 25 0,0-24 0,0 24 0,0-25 15,-25 25-15,25-25 0,0 25 0,0-25 0,0 25 16,0-25-16,-24 1 0,24 24 0,0-25 0,-25 25 0,25-25 15,0 25-15,-25-25 0,25 25 0,0 0 0,-25 0 16,25-25-16,-25 25 0,25 0 0,-24 0 0,-1 0 16,25 0-16,-25 0 0,25 0 0,-25 25 0,0-25 0,25 0 15,-24 0-15,24 25 0,-25-25 0,25 25 0,0-25 16,0 0-16,-25 25 0,25-25 0,0 24 0,0 1 0,0-25 15,0 25-15,0-25 0,25 25 0,-25-25 0,0 25 16,0-25-16,0 24 0,25-24 0,-25 25 0,0-25 0,24 0 16,-24 25-16,0-25 0,25 0 0,-25 0 0,25 0 15,-25 0-15,0 0 0,25 0 0,-25 0 0,25 0 16,-25 0-16,24 0 0,-24-25 0,25 25 0,-25 0 0,25-25 15,-25 25-15,0-24 0,25 24 0,-25 0 0,25-25 0,-25 0 16,0 25-16,0-25 0,24 0 0,-24 25 16,0-24-16,0-1 0,0 0 0</inkml:trace>
  <inkml:trace contextRef="#ctx0" brushRef="#br0" timeOffset="178218.1935">21307 12030 0,'0'-25'15,"0"25"-15,0 0 0,0-24 0,0 24 0,0 0 16,0 0-16,0 0 0,0 0 0,0 0 0,0 0 0,0 0 16,0 0-16,25 24 0,-25-24 0,0 0 0,0 25 15,0-25-15,0 25 0,0 0 0,0-25 0,0 25 16,0-1-16,25 1 0,-25 0 0,0 0 0,0 0 0,0 0 15,0-1-15,0 1 0,0 0 0,0 0 0,0 0 0,0-1 16,0 1-16,0-25 0,0 25 0,0 0 16,-25 0-16,25-25 0,0 24 0,0-24 0,0 25 0,0-25 15,0 25-15,0-25 0,0 25 0,0-25 0,0 0 0,0 0 16,0 0-16,0 0 0,0 0 0,0 0 0,0 0 15,0 0-15,0 0 0,25 0 0,-25 0 0,0 0 0,0-25 16</inkml:trace>
  <inkml:trace contextRef="#ctx0" brushRef="#br0" timeOffset="178719.2221">21605 12402 0,'0'0'0,"0"0"0,-25 0 0,25 0 0,0 0 0,0 0 15,0 0-15,0 0 0,25-24 0,-25 24 0,0 0 16,0 0-16,25-25 0,-25 25 0,0 0 0,24 0 15,-24-25-15,25 25 0,-25-25 0,25 25 0,-25-25 0,0 25 16,25-24-16,-25 24 0,25-25 0,-25 0 0,25 25 16,-25-25-16,24 0 0,-24 25 0,25-25 0,-25 1 15,25-1-15,-25 0 0,0 25 0,25-25 0,-25 0 0,0 1 16,25 24-16,-25-25 0,0 0 0,0 0 0,0 25 15,0-25-15,0 25 0,0-24 0,0 24 0,-25 0 0,25-25 16,0 25-16,-25 0 0,25 0 0,0 0 0,-25 0 16,25 0-16,-25 0 0,25 0 0,0 0 0,-24 0 0,24 0 15,0 0-15,-25 0 0,25 25 0,0-25 0,-25 0 16,25 0-16,0 24 0,0-24 0,0 25 0,-25-25 15,25 25-15,0 0 0,0-25 0,0 25 0,0-1 0,0 1 16,0-25-16,0 25 0,25 0 0,-25 0 0,0-1 16,0 1-16,0 0 0,0 0 0,0 0 0,25 0 15,-25-1-15,0-24 0,0 25 0,0 0 0,0 0 0,25-25 16,-25 25-16,0-1 0,0-24 0,0 25 0,24-25 15,-24 25-15,0-25 0,0 0 0,0 0 0,25 0 0,-25 0 16,0 0-16,0 0 0,0 0 0,25 0 0,-25 0 16,0 0-16,0-25 0,0 25 0,0 0 0,0-25 0,25 25 15,-25-24-15</inkml:trace>
  <inkml:trace contextRef="#ctx0" brushRef="#br0" timeOffset="178933.2343">21183 12204 0,'0'0'16,"0"0"-16,0 0 0,0 0 0,0 0 0,0 0 16,0 0-16,0 0 0,25 0 0,-25 0 0,25-25 0,-25 25 15,25 0-15,-1 0 0,1 0 0,0 0 0,0 0 16,0 0-16,-1 0 0,1 0 0,0 0 0,0 0 15,0 0-15,-1 0 0,1 0 0,0 0 0,0 0 0,0 0 16,24 0-16,-24 25 0,0-25 0,0 0 0,0 0 16</inkml:trace>
  <inkml:trace contextRef="#ctx0" brushRef="#br0" timeOffset="179234.2516">22299 11832 0,'0'0'0,"0"0"15,0 0-15,0 25 0,0-25 0,0 0 0,0 0 0,-24 24 16,24-24-16,0 25 0,0 0 0,0-25 0,0 25 15,0 0-15,0-1 0,24 1 0,-24 0 0,0 0 0,0 0 16,0-1-16,0 1 0,0 0 0,0 0 0,0 0 16,0 0-16,0-1 0,0 1 0,0 0 0,0 0 0,0 0 15,0-25-15,0 24 0,0 1 0,0-25 0,0 25 16,0-25-16,0 25 0,0-25 0,-24 0 0,24 0 15,0 0-15,0 0 0,0 0 0,0 0 0,0 0 0,0 0 16,-25-25-16</inkml:trace>
  <inkml:trace contextRef="#ctx0" brushRef="#br0" timeOffset="179457.2643">22175 12204 0,'0'0'0,"0"0"0,0 0 0,0-25 0,0 25 0,0 0 16,0 0-16,0 0 0,25 0 0,-25 0 0,25 0 0,-25 0 15,25-25-15,0 25 0,-25 0 0,24 0 0,1 0 16,0 0-16,0 0 0,0-25 0,-1 25 0,-24 0 15,25 0-15,0-24 0,0 24 0,-25 0 0,25 0 0</inkml:trace>
  <inkml:trace contextRef="#ctx0" brushRef="#br0" timeOffset="179680.2771">22622 11807 0,'0'0'0,"0"0"0,0 0 0,0 0 15,0 0-15,25 0 0,-25 0 0,0 0 0,0 0 16,24 0-16,-24 0 0,0 0 0,25 0 0,-25 0 15,0 0-15,25 0 0,-25 0 0,0 0 0,0 0 0,0 25 16,0-25-16,0 0 0,0 25 0,0-25 0,0 0 16,0 24-16,-25-24 0,25 0 0,0 25 0,-25-25 15,25 25-15,0-25 0,-24 25 0,24-25 0,0 0 0,-25 25 16,25-25-16,0 24 0,0-24 0,-25 0 0,25 25 0,0-25 15,0 0-15,0 25 0,0-25 0,0 0 0,25 0 16,-25 25-16,0-25 0,0 0 0,25 0 0,-25 0 16,24 0-16,1 0 0,-25 0 0,25 0 0,0 0 0,0 0 15,0 0-15,-1 0 0,1 0 0,0-25 0,0 25 16,24 0-16,-24 0 0,0 0 0,25 0 0</inkml:trace>
  <inkml:trace contextRef="#ctx0" brushRef="#br0" timeOffset="180304.3128">23465 11782 0,'0'0'0,"0"0"0,0 0 16,0 0-16,0 0 0,0 0 0,0 0 0,-25 0 0,25 0 15,0 0-15,0 0 0,0 0 0,0 0 0,0 0 16,0 25-16,0-25 0,0 25 0,0 0 0,0-25 16,0 24-16,0 1 0,0 0 0,25 0 0,-25 0 0,0-1 15,0 1-15,0 0 0,0 0 0,0 24 0,0-24 16,0 0-16,-25-25 0,25 25 0,0 0 0,0 0 0,0-1 15,0 1-15,0-25 0,0 25 0,0 0 0,0-25 16,0 25-16,0-25 0,0 24 0,0-24 0,0 25 16,0-25-16,0 0 0,0 25 0,0-25 0,0 0 0,0 0 15,0 0-15,0 0 0,0 0 0,0 0 0,-24 0 16,24 0-16,0 0 0,0-25 0,0 25 0</inkml:trace>
  <inkml:trace contextRef="#ctx0" brushRef="#br0" timeOffset="180717.3363">23316 12204 0,'0'0'0,"0"0"16,0 0-16,0 0 0,0-25 0,0 25 0,25 0 0,-25 0 15,0 0-15,25 0 0,-25-25 0,25 25 0,-25 0 16,25 0-16,-25 0 0,24 0 0,1 0 0,-25 0 16,25 0-16,0 0 0,-25 0 0,25 25 0,-1-25 15,-24 0-15,25 25 0,-25-25 0,25 25 0,-25-25 0,0 25 16,25-25-16,-25 24 0,0 1 0,25-25 0,-25 25 15,0 0-15,0-25 0,0 25 0,0-1 0,0-24 0,0 25 16,0-25-16,0 25 0,0-25 0,0 25 0,0-25 0,-25 0 16,25 0-16,0 25 0,0-25 0,-25 0 0,25 0 15,0 0-15,0 0 0,0 0 0,0 0 0,-25-25 16,25 25-16,0 0 0,0 0 0,0-25 0,0 25 0,0 0 15,25-25-15,-25 25 0,0-25 0,0 25 0,0-24 16,25 24-16,-25-25 0,0 0 0,25 25 0,-25-25 0,24 25 16,-24-25-16,0 1 0,25 24 0,-25-25 0,25 25 15,-25 0-15,0 0 0,25-25 0,-25 25 0,0 0 0,25 0 16,-25 0-16,0 0 0,24 25 0,-24-25 0,0 0 15,0 0-15,25 25 0,-25-25 0,0 24 0,0-24 16,0 0-16,0 25 0,25-25 0,-25 25 0,0 0 0,0-25 16,0 25-16,0-25 0,0 24 0,0-24 0,0 25 15,0-25-15,0 25 0,0-25 0,0 25 0,0-25 16,0 0-16,0 25 0,0-25 0,0 24 0,0-24 0,0 0 15,0 25-15,0-25 0,25 0 0,-25 0 0,25 0 16,-25 0-16,25 0 0</inkml:trace>
  <inkml:trace contextRef="#ctx0" brushRef="#br0" timeOffset="181489.3804">24209 12378 0,'0'-25'0,"0"25"0,0-25 0,0 25 0,-24-25 0,24 25 16,0-25-16,0 1 0,-25 24 0,25-25 0,0 25 0,-25 0 15,25-25-15,0 25 0,0 0 0,0 0 0,0-25 16,-25 25-16,25 0 0,0 0 0,0 0 0,0 0 15,0 25-15,0-25 0,0 0 0,0 0 0,0 25 0,0-25 16,0 25-16,-25-25 0,25 24 0,0-24 0,0 25 16,0 0-16,0-25 0,0 25 0,0-25 0,0 25 15,0-1-15,0-24 0,0 25 0,0-25 0,0 25 0,0 0 16,0-25-16,25 0 0,-25 25 0,0-25 0,0 24 15,0-24-15,0 0 0,0 25 0,0-25 0,0 0 16,25 0-16,-25 0 0,0 0 0,0 0 0,0 0 0,0 0 16,0 0-16,25 0 0,-25-25 0,0 25 0,0 0 0,0 0 15,0-24-15,25 24 0,-25 0 0,0-25 0,0 25 16,0 0-16,24-25 0,-24 25 0,0-25 0,0 25 15,0-25-15,0 25 0,25 0 0,-25-24 0,0 24 0,0 0 16,0-25-16,0 25 0,25 0 0,-25 0 0,0 0 16,0-25-16,0 25 0,0 0 0,0 0 0,25 0 15,-25 0-15,0 0 0,0 25 0,0-25 0,0 0 0,0 0 16,0 0-16,0 0 0,0 0 0,0 25 0,0-25 0,0 0 15,0 0-15,25 24 0,-25-24 0,0 0 0,0 0 16,0 0-16,0 25 0,0-25 0,24 0 0,-24 0 16,0 0-16,0 0 0,25 25 0,-25-25 0,25 0 0,-25 0 15,0 0-15,25 0 0,-25 0 0,25 0 0,-25-25 16,24 25-16,-24 0 0,0 0 0,25 0 0,-25 0 15,0 0-15,25 0 0,-25-25 0,0 25 0,0 0 0,0 0 16,0-24-16,0 24 0,0 0 0,0 0 0,0-25 16,0 25-16,0 0 0,0 0 0,0-25 0,0 25 0,0 0 15,0 0-15,-25 0 0,25 0 0,0 0 0,0 0 16,0 0-16,0 0 0,-25 25 0,25-25 0,0 0 0,0 25 15,0-25-15,-24 24 0,24-24 0,0 25 0,0-25 16,0 25-16,0 0 0,0-25 0,0 25 0,0-1 16,0-24-16,0 25 0,0 0 0,0 0 0,0 0 0,24-25 15,-24 24-15,0 1 0,25 0 0,-25 0 0,0-25 16,25 25-16,-25-1 0,0 1 0,0-25 0,25 25 0,-25 0 15,0-25-15,0 25 0,0-25 0,0 24 0,0 1 16,0-25-16,0 0 0,0 25 0,0-25 0,-25 0 16,25 25-16,-25-25 0,25 0 0,-25 0 0,1 0 0,24 0 15,-25 0-15,0 0 0,25 0 0,-25 0 0,0 0 16,25 0-16,-24-25 0,24 25 0,0 0 0,-25 0 0,25-25 15,0 25-15,0 0 0,0-25 0,0 25 0,0 0 16,25 0-16,-25-24 0,24 24 0,-24 0 0,25-25 16,0 25-16,0 0 0,-25-25 0,25 25 0,-1 0 0,1-25 15,0 25-15,-25 0 0,25 0 0,0-25 0,-25 25 16,24 0-16,-24-24 0,25 24 0,-25 0 0,25-25 0,-25 25 15,0-25-15,25 25 0,-25-25 0,0 25 0</inkml:trace>
  <inkml:trace contextRef="#ctx0" brushRef="#br0" timeOffset="182287.426">25350 12030 0,'0'0'0,"0"0"0,0 0 16,0 0-16,0-25 0,0 25 0,0 0 0,0 0 0,0 0 15,0 0-15,0 0 0,0 0 0,0 0 0,0 0 16,0 0-16,0 0 0,0 0 0,0 0 0,25 25 0,-25-25 15,0 0-15,0 25 0,25-25 0,-25 25 0,0-25 16,0 25-16,25-1 0,-25 1 0,0-25 0,25 25 16,-25 0-16,0 0 0,0 0 0,0-1 0,24 1 0,-24 0 15,0 0-15,0-25 0,25 25 0,-25-1 0,0 1 16,0-25-16,0 25 0,25-25 0,-25 25 0,0-25 15,0 0-15,0 25 0,0-25 0,0 0 0,25 0 16,-25 0-16,0 0 0,0 0 0,0 0 0,0 0 0,0 0 16,0 0-16,25 0 0,-25-25 0,0 25 0,0 0 0,0-25 15,24 25-15,-24 0 0,0-25 0,0 25 0,0-25 16,25 1-16,-25 24 0,0-25 0,0 0 0,25 25 0,-25-25 15,0 0-15,25 1 0,-25 24 0,0-25 0,0 0 16,25 25-16,-25-25 0,0 25 0,24 0 0,-24-25 16,0 25-16,0 0 0,0 0 0,0 0 0,25 0 0,-25 0 15,0 0-15,0 0 0,0 25 0,0-25 0,0 0 16,0 25-16,25-25 0,-25 0 0,0 25 0,0-25 0,0 25 15,0-25-15,0 24 0,0 1 0,25-25 0,-25 25 16,0-25-16,0 25 0,25 0 0,-25-25 0,0 24 16,24-24-16,-24 25 0,0-25 0,25 0 0,-25 25 0,0-25 15,25 0-15,-25 0 0,0 25 0,25-25 0,-25 0 16,0 0-16,25 0 0,-25 0 0,0-25 0,25 25 0,-25 0 15,0 0-15,24-25 0,-24 25 0,25-25 0,-25 25 16,25-24-16,-25 24 0,25-25 0,-25 0 0,25 0 16,-25 0-16,0 25 0,24-24 0,-24-1 0,0 0 0,0 0 15,25 25-15,-25-25 0,0 0 0,0 25 0,0 0 16,0-24-16,0 24 0,0 0 0,0 0 0,0 0 0,0 0 15,-25 0-15,25 0 0,0 0 0,0 0 0,-24 24 16,24-24-16,0 0 0,-25 0 0,25 0 0,-25 0 0</inkml:trace>
  <inkml:trace contextRef="#ctx0" brushRef="#br0" timeOffset="188314.7709">1439 13519 0,'0'0'0,"0"0"0,0 0 0,0 0 0,0 0 16,0 0-16,0 0 0,0 0 0,0 0 0,0 0 15,0 0-15,0 0 0,0 0 0,0 0 0,24 0 0,-24 0 16,0 0-16,0 0 0,0 0 0,0 0 0,0 0 0,0-25 15,-24 25-15,24 0 0,0 0 0,0 0 0,0 0 0,0 0 16,-25 0-16,25 0 0,0 0 0,0 0 0,0 0 0,0 0 16,0 0-16,0 0 0,25 0 0,-25 25 0,0-25 15,0 0-15,0 0 0,0 0 0,0 0 0,0 0 0,0 0 16,0 0-16,0 0 0,0 0 0,0 0 0,0 24 0,24-24 15,-24 0-15,0 25 0,25-25 0,-25 0 0,0 25 16,25-25-16,-25 25 0,0-25 0,0 25 0,25-1 0,-25-24 16,0 25-16,0-25 0,0 25 0,25 0 0,-25-25 15,0 25-15,24-25 0,-24 24 0,25-24 0,-25 25 0,0-25 16,25 25-16,-25-25 0,0 25 0,0-25 0,0 0 15,25 25-15,-25-25 0,0 0 0,0 24 0,0-24 0,0 0 16,0 0-16,0 0 0,0 0 0,0 0 0,25 0 0,-25 0 16,0 0-16,0 0 0,0 0 0,0 0 0,0 0 0,0 0 15,25 0-15,-25 0 0,0-24 0,0 24 0,0 0 16,0-25-16,0 25 0,0-25 0,24 25 0,-24-25 15,0 0-15,0 25 0,0-24 0,0 24 0,0-25 0,0 0 16,0 25-16,0-25 0,0 25 0,0-25 0,0 25 0,0-24 16,0 24-16,0 0 0,0-25 0,0 25 0,0 0 15,0 0-15,0-25 0,0 25 0,25 0 0,-25 0 0,0 0 16,0 0-16,0 0 0,0 0 0,0 0 0,0 0 15,0 0-15,0 0 0,0 0 0,-25 0 0,25 0 0,0 0 16,0 0-16,25 0 0,-25 25 0,0-25 0,0 0 0,0 0 16,0 0-16,0 0 0,0 0 0,0 0 0,0 0 15,0 0-15,0 0 0</inkml:trace>
  <inkml:trace contextRef="#ctx0" brushRef="#br0" timeOffset="188637.7893">1984 13543 0,'0'0'0,"0"0"16,0 0-16,0 0 0,0 0 0,0 0 0,0 0 0,-24 0 16,24 0-16,0 0 0,0 0 0,0 0 0,0 25 15,0-25-15,0 0 0,0 0 0,0 0 0,0 25 0,0-25 16,0 0-16,0 25 0,0-25 0,0 25 0,0-25 15,0 24-15,0-24 0,0 25 0,0 0 0,0-25 0,0 25 16,0-25-16,0 25 0,0-25 0,0 24 0,0-24 0,0 25 16,0-25-16,0 25 0,24-25 0,-24 25 0,0-25 15,0 0-15,0 25 0,0-25 0,0 0 0,0 0 0,0 0 16,0 0-16,0 0 0,0 0 0,0 0 0,0 0 15,0 0-15,0 0 0,0 0 0,0 0 0,0 0 0,0 0 16,-24 0-16,24-25 0,0 25 0,0 0 0,0-25 0,0 25 16,0-25-16,-25 25 0,25 0 0,0-25 0,0 25 15,0-24-15,-25-1 0,25 25 0,0-25 0,0 25 0,0-25 16</inkml:trace>
  <inkml:trace contextRef="#ctx0" brushRef="#br0" timeOffset="188927.8059">1935 13568 0,'0'0'0,"0"0"0,0 0 0,0 0 0,25-25 0,-25 25 16,0 0-16,0 0 0,0 0 0,0 0 0,0 0 15,0 0-15,0-24 0,0 24 0,24 0 0,-24 0 0,0 0 16,0 0-16,0 0 0,0 0 0,25 0 0,-25 0 15,0 0-15,0 0 0,0 0 0,25 24 0,-25-24 0,0 0 16,25 0-16,-25 25 0,0-25 0,0 0 0,25 25 0,-25-25 16,0 25-16,24-25 0,-24 25 0,0-25 0,0 24 15,25-24-15,-25 25 0,0-25 0,0 25 0,0-25 0,25 25 16,-25-25-16,0 25 0,0-1 0,0-24 0,0 25 15,0-25-15,0 25 0,0-25 0,0 25 0,0-25 0,0 25 16,0-25-16,0 0 0,0 24 0,0-24 0,0 25 0,-25-25 16,25 0-16,0 25 0,0-25 0,-25 25 0,25-25 15,0 0-15,-24 0 0,24 25 0,0-25 0,-25 0 0,25 0 16,0 24-16,0-24 0,0 0 0,-25 0 0,25 0 15,0 0-15,0 0 0,0 0 0,0 25 0,0-25 0,0 0 16,0 0-16,0 0 0,0 0 0,0 0 0,0 0 0,0 0 16,0 0-16,0 0 0,0 0 0</inkml:trace>
  <inkml:trace contextRef="#ctx0" brushRef="#br0" timeOffset="189239.8239">1687 14337 0,'0'0'0,"-25"0"0,25 0 15,0 0-15,0 0 0,0 0 0,0 0 0,0 0 0,0 0 16,0 0-16,0 0 0,0 0 0,0 0 0,0 0 15,0 0-15,0 0 0,25 0 0,-25 0 0,0 0 0,0 0 16,25 0-16,-25 0 0,0 0 0,0 0 0,24 0 0,-24 0 16,0 0-16,0 0 0,25 0 0,-25 0 0,0 0 15,25 0-15,-25 0 0,25 25 0,-25-25 0,25 0 0,-25 0 16,24 0-16,1 0 0,-25 0 0,25 0 0,-25 0 15,25-25-15,-25 25 0,25 0 0,-1 0 0,-24 0 0,0 0 16,25 0-16,-25-25 0,25 25 0,-25 0 0,25 0 0,-25-25 16,0 25-16,0 0 0,25-24 0</inkml:trace>
  <inkml:trace contextRef="#ctx0" brushRef="#br0" timeOffset="189425.8343">2456 13816 0,'0'0'0,"0"0"0,0-25 0,0 25 16,0 0-16,0 0 0,-25 0 0,25 0 0,0 0 16,0 0-16,0 0 0,0 0 0,0 0 0,0 25 15,0-25-15,0 0 0,0 0 0,0 0 0,0 0 0,0 0 16,0 25-16,0-25 0,25 0 0</inkml:trace>
  <inkml:trace contextRef="#ctx0" brushRef="#br0" timeOffset="189581.8433">2505 13965 0,'0'0'0,"0"0"0,0 25 0,-25-25 0,25 0 15,0 0-15,0 0 0,0 0 0,0 0 0,0 0 16,0 0-16,0 0 0,0 0 0,0 0 0,0 0 0,0 0 16,0 0-16,0 0 0,0 0 0,0 0 0,0 0 15,0 0-15,25 0 0,-25 0 0,0-25 0</inkml:trace>
  <inkml:trace contextRef="#ctx0" brushRef="#br0" timeOffset="190207.8792">3919 13419 0,'0'0'0,"0"0"15,-25 0-15,25 0 0,0 0 0,-24 0 0,24 0 0,-25 0 16,25 0-16,-25-24 0,25 24 0,-25 0 0,25 0 16,-25 0-16,25 0 0,-24 0 0,24 0 0,-25 0 15,25 0-15,0 0 0,-25 0 0,25 0 0,0 0 0,-25 0 16,25 0-16,0 0 0,0 24 0,0-24 0,0 0 15,0 25-15,0-25 0,25 0 0,-25 25 0,0-25 0,0 25 16,25 0-16,-25-25 0,25 24 0,-25 1 0,0-25 16,24 25-16,-24 0 0,25-25 0,-25 25 0,25-1 15,-25-24-15,25 25 0,-25-25 0,0 25 0,25 0 0,-25-25 16,0 25-16,24-25 0,-24 24 0,0-24 0,0 25 15,25-25-15,-25 0 0,0 25 0,0-25 0,0 25 0,0-25 16,0 0-16,0 25 0,0-25 0,0 0 0,0 0 16,0 24-16,0-24 0,-25 0 0,25 0 0,0 0 15,0 25-15,0-25 0,0 0 0,-24 0 0,24 0 0,0 0 16,0 0-16,-25 0 0,25 0 0,0 0 0,0 0 15,0 0-15,-25 0 0,25 0 0,0 0 0,0 0 0,0 0 16,0 0-16,0 0 0,-25 0 0,25 0 0,0 0 16,0 0-16,0 0 0,0 0 0,0 0 0,0 0 0,0-25 15,0 25-15,25 0 0,-25 0 0,0 0 0,0 0 16,0-24-16,0 24 0,25 0 0,-25 0 0</inkml:trace>
  <inkml:trace contextRef="#ctx0" brushRef="#br0" timeOffset="191037.9265">4589 13593 0,'0'0'0,"0"0"0,0 0 0,0 0 16,0 0-16,0 0 0,0 0 0,0 0 0,0 0 0,0 0 16,0 0-16,0 0 0,0 0 0,0 0 15,0 0-15,0 0 0,0 0 0,0 0 0,25 0 0,-25 0 16,0 0-16,0 0 0,24 0 0,-24 0 0,0 0 0,25 0 15,-25 0-15,0 0 0,25 0 0,-25 0 0,25 0 16,-25 0-16,25 0 0,-25 0 0,0 25 0,24-25 0,-24 0 16,0 0-16,0 0 0,0 0 0,0 0 0</inkml:trace>
  <inkml:trace contextRef="#ctx0" brushRef="#br0" timeOffset="191209.9363">4614 13915 0,'0'0'0,"0"0"16,0 0-16,0 0 0,0 0 0,0 0 0,0 0 0,0 0 15,0-24-15,24 24 0,-24 0 0,0 0 0,25 0 16,-25 0-16,25 0 0,-25 0 0,25 0 0,0 0 0,-25-25 16,24 25-16,-24 0 0,25 0 0,0 0 15,0 0-15,-25 0 0,25 0 0,0 0 0,-25 0 0,24 0 0</inkml:trace>
  <inkml:trace contextRef="#ctx0" brushRef="#br0" timeOffset="191920.9772">6176 13419 0,'0'0'0,"0"0"0,0 0 0,-24-24 15,24 24-15,0 0 0,0 0 0,-25 0 0,25 0 16,0 0-16,0 0 0,-25 0 0,25 0 0,0-25 15,-25 25-15,25 0 0,0 0 0,-25 0 0,25 0 0,0 25 16,-24-25-16,24 0 0,0 0 0,0 0 0,-25 0 16,25 0-16,0 0 0,0 0 0,-25 0 0,25 0 0,0 0 15,0 24-15,0-24 0,0 0 0,0 0 0,0 0 16,0 25-16,25-25 0,-25 0 0,0 25 0,0-25 0,25 25 15,-25-25-15,0 25 0,24-25 0,-24 24 0,25-24 16,-25 25-16,25-25 0,-25 25 0,0 0 0,25-25 16,-25 25-16,0-25 0,25 0 0,-25 24 0,0-24 0,0 25 15,0-25-15,0 0 0,0 25 0,24-25 0,-24 0 16,-24 25-16,24-25 0,0 0 0,0 0 0,0 25 15,0-25-15,0 0 0,-25 0 0,25 0 0,0 24 0,0-24 16,-25 0-16,25 0 0,0 0 0,0 0 0,0 0 16,-25 0-16,25 0 0,0 0 0,0 25 0,0-25 0,0 0 15,0 0-15,-25-25 0,25 25 0,0 0 0,0 0 16,0 0-16,0 0 0,0 0 0,25 0 0,-25 0 15,0 0-15,0 0 0,0 0 0,25 0 0,-25 0 0,0 0 16,0 0-16,25 0 0,-25 0 0,0 0 0,0 0 16,25 0-16,-25 0 0,0 25 0,0-25 0,24 0 0,-24 25 15,0-25-15,0 25 0,0-25 0,0 25 0,0-25 16,0 24-16,0-24 0,0 25 0,0 0 0,0-25 15,0 25-15,0-25 0,0 25 0,0-25 0,0 0 0,0 24 16,0-24-16,0 25 0,0-25 0,0 0 0,-24 25 16,24-25-16,0 0 0,0 0 0,0 25 0,24-25 0,-24 0 15,0 0-15,0 0 0,0 0 0,0 0 0,0 25 16,0-25-16,0 0 0,0 0 0</inkml:trace>
  <inkml:trace contextRef="#ctx0" brushRef="#br0" timeOffset="192493.0099">6697 13568 0,'0'0'0,"0"0"0,0 0 0,0 0 0,0-25 0,0 25 16,0 0-16,-25 0 0,25 0 0,0 0 0,0 0 15,0-24-15,0 24 0,0 0 0,-24 0 0,24 0 16,0 0-16,0 0 0,0 0 0,0 0 0,0 0 0,-25-25 16,25 50-16,0-25 0,0 0 0,0 0 0,-25 0 15,25 0-15,0 24 0,-25-24 0,25 25 0,0-25 0,0 25 16,-25 0-16,25-25 0,0 25 0,0-1 0,0 1 15,-24 0-15,24 0 0,0 0 0,0-1 0,0 1 0,0 0 16,24 0-16,-24 0 0,0-1 0,0-24 0,25 25 16,-25 0-16,0 0 0,25-25 0,-25 25 0,0-25 15,25 24-15,-25-24 0,25 25 0,-25-25 0,24 0 0,1 25 16,-25-25-16,25 0 0,0 0 0,-25 0 0,25 0 15,-1-25-15,-24 25 0,25 0 0,0 0 0,-25-25 0,25 25 16</inkml:trace>
  <inkml:trace contextRef="#ctx0" brushRef="#br0" timeOffset="193224.0515">7069 13717 0,'0'-25'16,"0"25"-16,0 0 0,0 0 0,0 0 0,0 0 15,-24-25-15,24 25 0,0 0 0,0 0 0,0-24 0,-25 24 16,25 0-16,0 0 0,0-25 0,0 25 0,0 0 15,0 0-15,0 0 0,0-25 0,0 25 0,0 0 0,0 0 16,0 0-16,0 0 0,0 0 0,0 0 0,0 0 16,0-25-16,0 25 0,0 0 0,25 0 0,-25 0 0,0 0 15,0 0-15,24 0 0,-24 0 0,0-25 0,0 25 16,25 0-16,-25 0 0,0 25 0,0-25 0,25 0 15,-25 0-15,0 0 0,0 0 0,25 25 0,-25-25 0,0 0 16,0 25-16,0-25 0,0 0 0,0 25 0,0-25 16,0 24-16,0-24 0,0 25 0,0-25 0,0 25 0,0-25 15,-25 25-15,25 0 0,0-25 0,0 24 0,0-24 16,-25 25-16,25-25 0,0 25 0,-25-25 0,25 25 15,0 0-15,0-25 0,-24 0 0,24 24 0,0-24 0,0 0 16,0 25-16,0-25 0,0 0 0,0 0 0,0 0 16,0 0-16,0 25 0,0-25 0,0 0 0,0 0 0,0 0 15,0 0-15,24 0 0,-24 0 0,0 0 0,25 0 16,-25 0-16,25 0 0,-25 0 0,25 0 0,-25-25 15,25 25-15,-25 0 0,24 0 0,-24 0 0,25 0 0,-25 0 16,25 0-16,-25 0 0,0 0 0,25-25 0,-25 25 16,0 0-16,25 0 0,-25 0 0,0 0 0,24-24 0,-24 24 15</inkml:trace>
  <inkml:trace contextRef="#ctx0" brushRef="#br0" timeOffset="193721.0802">7565 13717 0,'0'0'0,"0"0"0,0 0 0,0-25 16,0 25-16,-24 0 0,24 0 0,0 0 0,0-25 16,0 25-16,0 0 0,0 0 0,0-24 0,0 24 0,0 0 15,0 0-15,-25 0 0,25-25 0,0 25 0,0 0 16,0 0-16,-25 0 0,25 0 0,0 0 0,0 0 15,-25 0-15,25 0 0,0 0 0,0 0 0,-25 0 0,25 0 16,0 0-16,0 25 0,-24-25 0,24 0 0,0 0 16,0 0-16,-25 24 0,25-24 0,0 0 0,0 25 0,0-25 15,0 25-15,0-25 0,0 25 0,0-25 0,0 25 16,0-25-16,0 24 0,0-24 0,25 0 0,-25 25 0,0-25 15,0 25-15,0-25 0,24 0 0,-24 25 0,0-25 16,0 0-16,0 25 0,25-25 0,-25 0 0,0 0 16,0 0-16,0 0 0,25 0 0,-25 0 0,0 0 0,0 0 15,0 0-15,0 0 0,0 0 0,25 0 0,-25-25 16,0 25-16,0 0 0,0 0 0,25-25 0,-25 25 0,0 0 15,0-25-15,0 25 0,24-25 0,-24 25 0,0 0 16,0 0-16,0-24 0,0 24 0,0 0 0,0 0 16,0 0-16,0 0 0,0-25 0,0 25 0,0 0 0,0 0 15,0 0-15,0 0 0,0 0 0,0 0 0,0 0 0,0 25 16,0-25-16,0 0 0,0 0 0,0 24 0,0-24 15,0 25-15,0-25 0,0 25 0,0-25 0,25 25 16,-25-25-16,0 25 0,0-25 0,0 24 0,0-24 0,0 25 16,0-25-16,25 25 0,-25-25 0,0 0 0,0 25 15,0-25-15,0 0 0,25 0 0,-25 0 0,0 0 0,0 0 16,25 0-16,-25 0 0,0-25 0,24 25 0</inkml:trace>
  <inkml:trace contextRef="#ctx0" brushRef="#br0" timeOffset="194131.1036">7863 13692 0,'0'0'0,"0"0"0,0 0 0,0 0 15,0 0-15,0 0 0,0 0 0,0-25 0,0 25 0,0 0 16,25 0-16,-25 0 0,0 0 0,0 0 0,25 0 16,-25 0-16,0 0 0,24-24 0,-24 24 0,25 0 15,-25 0-15,25 0 0,-25 0 0,25 0 0,0 0 0,-25 0 16,25 0-16,-25-25 0,24 25 0,-24 0 0,25 0 15,-25 0-15,0 0 0,25 0 0,-25 0 0,0 0 16,0 0-16</inkml:trace>
  <inkml:trace contextRef="#ctx0" brushRef="#br0" timeOffset="194753.1392">8830 13469 0,'-24'-25'0,"24"25"0,0-25 16,0 25-16,0 0 0,0 0 0,0 0 0,0-24 15,0 24-15,0 0 0,0 0 0,0 0 0,0 0 0,0 0 16,0 24-16,0-24 0,0 0 0,0 0 0,24 25 15,-24-25-15,0 25 0,0 0 0,0-25 0,0 25 0,0-1 16,25 1-16,-25 0 0,0 0 0,0-25 0,0 25 16,0-1-16,0 1 0,0 0 0,0 0 0,0-25 0,0 25 15,0-1-15,0 1 0,0-25 0,0 25 0,0-25 16,0 25-16,-25-25 0,25 25 0,0-25 0,0 0 15,0 24-15,0-24 0,0 0 0,0 0 0,0 0 0,0 0 16,0 0-16,25 0 0,-25 0 0,0 0 0,0 0 16,0-24-16,0 24 0,0 0 0,0-25 0,0 25 15,25-25-15,-25 25 0,0 0 0,0-25 0,0 25 0,25-25 16,-25 25-16,0 0 0,0 0 0,0-24 0,25 24 15,-25 0-15,0 0 0,0 0 0,24 0 0,-24 0 0,0 0 16,0 0-16,25 0 0,-25 0 0,0 0 0,0 24 16,25-24-16,-25 0 0,0 0 0,0 0 0,0 25 15,0-25-15,0 0 0,0 25 0,0-25 0,0 25 0,0-25 16,0 0-16,0 25 0,0-25 0,0 0 0,0 24 15,0-24-15,-25 0 0,25 25 0,0-25 0,-25 0 0,25 0 16,0 25-16,-24-25 0,24 0 0,0 0 0,-25 0 16,25 0-16,-25 0 0,25 0 0,0 0 0,0 0 0,-25 0 15,25 0-15,0 0 0,0 0 0,0 0 0,0 0 16,-25 0-16,25-25 0,0 25 0,25 0 0,-25 0 15,0-25-15,0 25 0,0-24 0,25 24 0,-25 0 0,0-25 16</inkml:trace>
  <inkml:trace contextRef="#ctx0" brushRef="#br0" timeOffset="194924.149">9252 13742 0,'0'0'0,"0"25"0,0-25 15,0 0-15,0 0 0,0 0 0,0 0 0,0 0 16,0 0-16,0 0 0,0 24 0,0-24 0,0 0 0,0 0 15,0 0-15,0 0 0,25 0 0,-25 0 0,0 25 16,0-25-16,0 0 0,25 0 0,-25 0 16</inkml:trace>
  <inkml:trace contextRef="#ctx0" brushRef="#br0" timeOffset="195087.1583">9376 13915 0,'0'0'0,"0"0"0,0 25 16,0-25-16,25 0 0,-25 0 0,0 25 0,0-25 0,0 0 15,0 25-15,0-25 0,0 0 0,0 25 0,0-25 16,25 24-16,-50-24 0,25 25 0,0-25 0,0 25 0,0-25 15,0 25-15,0-25 0,-25 25 0,25-25 0,0 24 16,0 1-16,-25-25 0,25 25 0,0-25 0,0 25 16,-24-25-16,24 25 0,0-25 0</inkml:trace>
  <inkml:trace contextRef="#ctx0" brushRef="#br0" timeOffset="195827.2006">10393 13841 0,'0'0'0,"0"-25"0,0 25 0,0 0 0,0 0 16,-25 0-16,25-25 0,0 25 0,0 0 0,0 0 15,-24-24-15,24 24 0,0 0 0,0 0 0,-25-25 0,25 25 16,0 0-16,0 0 0,0 0 0,-25 0 0,25-25 16,0 25-16,0 0 0,0 0 0,0 0 0,-25 0 0,25 0 15,0 25-15,0-25 0,0 0 0,0 0 0,-25 0 16,25 0-16,0 25 0,0-25 0,-24 0 0,24 24 0,0-24 15,0 25-15,-25-25 0,25 25 0,0-25 0,0 25 16,-25-25-16,25 25 0,0-1 0,0-24 0,0 25 16,0-25-16,0 25 0,0 0 0,0-25 0,0 25 0,0-25 15,0 0-15,25 24 0,-25-24 0,0 0 0,0 25 16,25-25-16,-25 0 0,0 0 0,24 0 0,-24 0 15,0 0-15,25 0 0,-25 0 0,25 0 0,-25 0 0,0 0 16,25 0-16,-25 0 0,0 0 0,25-25 0,-25 25 16,24 0-16,-24 0 0,0-24 0,25 24 0,-25-25 0,0 25 15,0 0-15,25-25 0,-25 25 0,0-25 0,0 25 16,0-25-16,0 25 0,0 0 0,0-24 0,0 24 0,0-25 15,0 25-15,0 0 0,0-25 0,0 25 0,0 0 16,-25-25-16,25 25 0,0 0 0,0 0 0,0 0 16,0 0-16,0 0 0,0 0 0,0 0 0,0 0 0,0 0 15,0 0-15,0 0 0,0 0 0,0 0 0,0 25 16,0-25-16,0 0 0,25 25 0,-25-25 0,0 25 0,0-25 15,0 24-15,0-24 0,25 25 0,-25 0 0,0-25 16,0 25-16,0-25 0,25 25 0,-25-25 0,0 0 0,0 24 16,24-24-16,-24 0 0,0 25 0,25-25 15,-25 0-15,0 0 0,25 0 0,-25 0 0,25 0 0,-25 0 16,0 0-16,25 0 0,-25-25 0,24 25 0,-24 0 0</inkml:trace>
  <inkml:trace contextRef="#ctx0" brushRef="#br0" timeOffset="196399.2334">11261 13841 0,'0'0'0,"-24"0"0,24-25 16,0 25-16,0 0 0,0 0 0,0 0 0,0 0 16,0 0-16,0 0 0,0 0 0,0 0 0,0 0 0,0 0 15,0 0-15,0 0 0,0 0 0,0 0 0,0 0 16,0 0-16,24 0 0,-24 0 0,0 25 0,0-25 15,0 0-15,0 0 0,0 0 0,0 0 0,0 0 0,0 0 16,0 0-16,0 0 0,0 25 0</inkml:trace>
  <inkml:trace contextRef="#ctx0" brushRef="#br0" timeOffset="196607.2453">11361 14015 0,'0'24'0,"0"-24"0,0 0 0,0 0 0,0 0 16,24 0-16,-24 0 0,0 0 0,0 0 0,25 0 0,-25 0 15,0 25-15,25-25 0,-25 0 0,0 0 0,0 25 16,25-25-16,-25 0 0,0 25 0,0-25 0,0 0 0,0 25 16,0-25-16,0 0 0,0 24 0,0-24 0,-25 25 15,25-25-15,0 0 0,0 25 0,0-25 0,-25 0 16,25 25-16,0-25 0,0 0 0,0 0 0,-25 25 0</inkml:trace>
  <inkml:trace contextRef="#ctx0" brushRef="#br0" timeOffset="197507.2967">12229 13469 0,'0'-25'0,"0"25"15,0 0-15,0 0 0,0 0 0,0 0 0,0-25 16,0 25-16,0 0 0,0 0 0,0 0 0,0 0 16,0 0-16,0 0 0,0 0 0,0 25 0,0-25 0,0 0 15,0 25-15,0-25 0,0 25 0,0 0 0,0-1 16,0-24-16,0 25 0,25 0 0,-25 0 0,0 0 15,0-1-15,0 1 0,0-25 0,0 25 0,0 0 0,0 0 16,24-1-16,-24-24 0,0 25 0,0 0 0,0-25 16,0 25-16,0 0 0,0-25 0,0 24 0,0-24 15,0 0-15,0 25 0,0-25 0,0 0 0,0 0 0,0 0 16,0 0-16,0 0 0,0 0 0,0 0 0,0 0 0,0 0 15,0 0-15,0 0 0,0 0 0,0 0 0,0 0 16,-24 0-16,24-25 0,0 25 0,0 0 0,0-24 16,0 24-16,24-25 0,-24 25 0,0-25 0,0 25 0,0-25 15,0 25-15,0-25 0,0 25 0,0 0 0,0-24 16,0 24-16,25 0 0,-25 0 0,0 0 0,0 0 0,25-25 15,-25 25-15,0 0 0,0 0 0,25 0 0,-25 0 16,0 25-16,25-25 0,-25 0 0,0 0 0,0 0 16,24 24-16,-24-24 0,0 25 0,0-25 0,25 25 0,-25-25 15,0 25-15,0-25 0,0 25 0,0-25 0,0 24 16,0-24-16,0 25 0,0-25 0,0 0 0,0 25 0,0-25 15,0 25-15,0-25 0,0 0 0,-25 0 0,25 25 16,0-25-16,0 0 0,-24 0 0,24 0 0,0 24 16,0-24-16,-25 0 0,25 0 0,0 0 0,-25 0 0,25 0 15,0 0-15,-25 0 0,25 0 0,0 0 0,-25 0 16,25 0-16,0 0 0,0 0 0,-24 0 0,24-24 0,0 24 15,0 0-15,0 0 0,0 0 0,0 0 0,0 0 16,0 0-16,0 0 0,0 0 0,0-25 0,24 25 0,-24 0 16,0 0-16,25 0 0,-25-25 0</inkml:trace>
  <inkml:trace contextRef="#ctx0" brushRef="#br0" timeOffset="197715.3086">12799 13891 0,'0'0'0,"0"0"0,0 0 0,0 0 0,0 0 0,0 0 16,0 0-16,0 0 0,0 0 0,0 0 0,0 0 15,0 0-15,0 0 0,0 0 0,0 0 0,0 0 16,0 0-16,0 0 0,0 0 0,0 0 0,0 0 0,0 0 15,0 0-15,0 0 0,0 0 0,0 24 0,0-24 0</inkml:trace>
  <inkml:trace contextRef="#ctx0" brushRef="#br0" timeOffset="197929.3209">12849 14039 0,'0'0'0,"0"0"16,0 25-16,0-25 0,0 0 0,0 0 0,0 0 0,0 0 15,0 0-15,25 0 0,-25 0 0,0 0 0,0 0 16,0 0-16,24 25 0,-24-25 0,0 0 0,0 0 15,0 25-15,0-25 0,0 0 0,0 25 0,0-25 0,0 24 16,0-24-16,0 25 0,0-25 0,0 25 0,-24-25 16,24 25-16,0-25 0,-25 25 0,25-25 0,0 24 15,-25-24-15,25 25 0,-25-25 0,25 0 0,0 25 16,-25-25-16,25 0 0,-24 25 0,24-25 0</inkml:trace>
  <inkml:trace contextRef="#ctx0" brushRef="#br0" timeOffset="198674.3633">13345 13444 0,'0'0'0,"0"-25"0,0 25 15,0 0-15,0 0 0,0 0 0,0 0 0,0-24 0,0 24 16,0 0-16,0 0 0,0 0 0,0 0 0,0 24 16,0-24-16,0 0 0,0 0 0,0 25 0,0-25 15,0 25-15,0-25 0,25 25 0,-25 0 0,0-25 0,0 24 16,0 1-16,0 0 0,0 0 0,0 0 0,0-25 15,25 24-15,-25 1 0,0 0 0,0 0 0,0-25 16,0 25-16,0-1 0,0 1 0,0-25 0,0 25 16,0-25-16,0 25 0,0 0 0,0-25 0,0 0 0,0 24 15,0-24-15,0 0 0,0 25 0,0-25 0,0 0 0,0 0 16,0 0-16,0 0 0,0 0 0,0 0 0,0 0 15,0 0-15,0 0 0,0 0 0,0 0 0,0 0 0,0 0 16,0-25-16,0 25 0,0 0 0,0-24 0,0 24 16,0-25-16,0 25 0,0-25 0,0 25 0,24-25 15,-24 25-15,0-25 0,0 25 0,25 0 0,-25-24 16,0 24-16,0 0 0,25 0 0,-25-25 0,0 25 0,0 0 15,25 0-15,-25 0 0,0 0 0,25 0 0,-25 0 0,0 0 16,0 0-16,0 25 0,24-25 0,-24 0 0,0 0 16,0 24-16,0-24 0,0 0 0,25 25 0,-25-25 15,0 0-15,0 25 0,0-25 0,0 25 0,-25-25 0,25 25 16,0-25-16,0 0 0,0 24 0,0-24 0,0 0 15,0 25-15,-24-25 0,24 0 0,0 25 0,0-25 0,0 0 16,-25 0-16,25 0 0,0 0 0,0 0 0,0 0 16,-25 25-16,25-25 0,0-25 0,0 25 0,0 0 15,0 0-15,-25 0 0,25 0 0,0 0 0,0 0 0,0 0 16,0 0-16,-25 0 0,25-25 0,0 25 0,0 0 15,0 0-15,0 0 0,0 0 0,0 0 0,0 0 0,25-25 16,-25 25-16,0 0 0,0 0 0,0 0 0,0-24 16,25 24-16,-25 0 0</inkml:trace>
  <inkml:trace contextRef="#ctx0" brushRef="#br0" timeOffset="200335.4583">13767 13295 0,'0'0'0,"0"0"0,0 0 16,0 0-16,0 0 0,0 0 0,0-24 0,0 24 0,0 0 16,0 0-16,0 0 0,0 0 0,0 0 0,0 0 15,0 0-15,0 0 0,0 0 0,0 0 0,0 0 0,0 0 16,0 0-16,0 0 0,0 0 0,0 0 0,0 0 15,0 0-15,0 0 0,0 0 0,0 0 0,0 0 16,0-25-16,0 25 0,0 0 0,0 0 0,0 0 0,0 0 16,0 0-16,0 0 0,0 0 0,0 0 0,0 0 15,0 0-15,0 0 0,0 0 0,0 0 0,0 0 0,0 0 16,0 0-16,0 0 0,0 0 0,0 0 0,0 0 15,0 0-15,0 0 0,0 0 0,0 0 0,0 0 16,0 0-16,0 0 0,0 0 0,0 0 0,0 0 0,0 0 16,0 0-16,0 0 0,0 0 0,0 0 0,0 25 15,24-25-15,-24 0 0,0 0 0,0 0 0,25 0 0,-25 0 16,0 24-16,25-24 0,-25 0 0,0 0 0,25 25 15,-25-25-15,0 0 0,0 0 0,25 25 0,-25-25 16,0 0-16,0 25 0,24-25 0,-24 0 0,0 25 0,0-25 16,0 0-16,0 0 0,0 24 0,0-24 0,25 0 0,-25 0 15,0 0-15,0 25 0,0-25 0,0 0 0,0 0 16,0 0-16,0 0 0,0 0 0,0 0 0,0 0 15,0 0-15,0 0 0,0 0 0,0 0 0,0 0 0,0 25 16,0-25-16,0 0 0,0 0 0,0 0 0,0 0 16,0 0-16,0 0 0,0 0 0,25 0 0,-25 0 15,0 0-15,0 0 0,0 25 0,0-25 0,0 0 0,0 0 16,0 0-16,0 0 0,0 0 0,0 25 0,0-25 15,0 0-15,0 0 0,0 0 0,0 0 0,0 0 16,0 0-16,0 24 0,0-24 0,0 0 0,0 0 0,0 0 16,0 0-16,0 0 0,0 0 0,0 0 0,0 0 0,0 0 15,0 0-15,0 0 0,0 0 0,0 0 0,0 0 16,0 0-16,0 0 0,0 0 0,0 0 0,0 0 15,0 0-15,0 0 0,0 0 0,0 0 0,0 0 0,0 0 16,0 0-16,0 0 0,0 0 0,0 0 0,0 0 16,0 0-16,0 0 0,0 0 0,0 0 0,0 0 0,0 0 15,0 0-15,0 0 0,0 0 0,0 0 0,0 0 16,0 0-16,0 0 0,0 0 0,0 0 0,0 0 15,0 0-15,0 0 0,0 0 0,0 0 0,0 0 16,0 0-16,0 0 0,0 0 0,0 0 0,0 0 0,0 0 16,0 0-16,0 0 0,0 0 0,0 0 0,0 0 0,0 0 15,0 0-15,0 25 0,-25-25 0,25 0 16,0 0-16,0 0 0,0 0 0,0 0 0,0 0 0,0 0 15,0 0-15,0 0 0,0 0 0,0 0 0,0 0 16,0 0-16,0 0 0,0 0 0,0 0 0,0 0 0,0 0 16,0 0-16,0 0 0,0 25 0,0-25 0,0 0 15,0 0-15,0 0 0,0 0 0,0 0 0,0 0 0,0 0 16,0 0-16,0 0 0,0 25 0,0-25 0,0 0 15,0 0-15,0 0 0,-25 0 0,25 25 0,0-25 0,0 0 16,0 24-16,0-24 0,0 0 0,0 25 0,0-25 16,0 25-16,0-25 0,0 25 0,-24-25 0,24 25 0,0-25 15,0 24-15,-25 1 0,25-25 0,0 25 0,0 0 16,-25-25-16,25 25 0,0-1 0,0-24 0,-25 25 15,25 0-15,0-25 0,-25 25 0,25-25 0,0 0 0,0 25 16,-24-25-16,24 24 0,0-24 0,0 0 0,-25 0 16,25 0-16,0 25 0,0-25 0,0 0 0,-25 0 0,25 0 15,0-25-15,0 25 0,0 0 0,-25 0 16</inkml:trace>
  <inkml:trace contextRef="#ctx0" brushRef="#br0" timeOffset="200902.4909">14486 13419 0,'0'0'0,"0"0"0,0-24 0,0 24 0,0 0 16,-25 0-16,25-25 0,0 25 0,0 0 0,0 0 15,0 0-15,0 0 0,0 0 0,0 0 0,0 0 0,0 0 16,0 0-16,0 0 0,0 0 0,0 0 0,0 0 16,0 0-16,0 25 0,0-25 0,25 24 0,-25 1 15,0 0-15,0 0 0,0 0 0,0-1 0,0 1 0,0 0 16,0 25-16,0-26 0,0 1 0,0 0 0,0 25 15,0-26-15,0 1 0,0 0 0,0 0 0,0 0 16,0-1-16,0 1 0,0 0 0,0 0 0,0 0 0,0-25 16,0 24-16,0 1 0,0-25 0,0 25 0,0-25 0,0 25 15,0-25-15,0 0 0,0 0 0,0 0 0,0 0 16,0 0-16,0 0 0,0 0 0,0 0 0,0 0 15,0 0-15</inkml:trace>
  <inkml:trace contextRef="#ctx0" brushRef="#br0" timeOffset="201506.5255">15081 13791 0,'0'-24'0,"0"24"0,0 0 0,0 0 16,0 0-16,0 0 0,0-25 0,-25 25 0,25 0 0,0 0 16,0 0-16,0-25 0,0 25 0,0 0 0,0 0 0,0 0 15,0-25-15,0 25 0,-24 0 0,24 0 0,0 0 16,0 0-16,0 0 0,0 0 0,0 0 0,0-25 15,-25 25-15,25 0 0,0 0 0,0 0 0,0 25 0,0-25 16,-25 0-16,25 0 0,0 0 0,0 0 0,-25 25 16,25-25-16,0 25 0,0-25 0,0 25 0,0-25 15,-25 24-15,25-24 0,0 25 0,0 0 0,0-25 0,0 25 16,0 0-16,0-25 0,25 24 0,-25-24 0,0 25 0,0-25 15,0 25-15,0-25 0,25 0 0,-25 25 16,0-25-16,0 0 0,25 0 0,-25 0 0,0 0 0,25 0 16,-25 0-16,0 0 0,0 0 0,24 0 0,-24-25 0,0 25 15,25-25-15,-25 25 0,0 0 0,0-25 0,25 25 16,-25-24-16,0 24 0,0-25 0,25 25 0,-25 0 0,0-25 15,0 25-15,0-25 0,0 25 0,0 0 0,0-25 16,0 25-16,0 0 0,0 0 0,0-24 0,0 24 16,0 0-16,0 0 0,0 0 0,0 0 0,0 0 15,0 0-15,0 0 0,0 0 0,0 0 0,0 24 0,0-24 16,0 0-16,0 0 0,0 25 0,0-25 0,0 0 15,0 25-15,0-25 0,0 25 0,0-25 0,0 0 0,0 25 16,0-25-16,0 0 0,0 24 0,0-24 0,25 0 16,-25 0-16,0 25 0,0-25 0,0 0 0,0 0 0,24 0 15,-24 0-15,0 0 0,25 0 0,-25-25 0,0 25 16</inkml:trace>
  <inkml:trace contextRef="#ctx0" brushRef="#br0" timeOffset="201660.5343">15404 13866 0,'0'0'0,"0"0"16,0 0-16,0 0 0,0 0 0,0 0 0,-25-25 0,25 25 15,0 0-15,0 0 0,0 0 0,0 0 0,0 0 16,0 0-16,0 0 0,0 0 0,25 0 0,-25 0 0,0 0 16,0 0-16,0 0 0,0 0 0,0 0 0</inkml:trace>
  <inkml:trace contextRef="#ctx0" brushRef="#br0" timeOffset="201847.545">15429 13940 0,'0'25'0,"0"-25"0,0 0 0,0 0 15,0 0-15,0 0 0,0 25 0,0-25 0,0 0 16,0 0-16,-25 25 0,25-25 0,0 24 0,0-24 0,0 25 16,0-25-16,0 25 0,-25-25 0,25 25 0,0 0 15,0-25-15,0 0 0,0 24 0,0-24 0,0 25 16,0-25-16,25 0 0,-25 25 0,0-25 0,0 0 0,25 0 15,-25 0-15,24 0 0,-24 0 0,25 0 0</inkml:trace>
  <inkml:trace contextRef="#ctx0" brushRef="#br0" timeOffset="202325.5723">15925 13568 0,'0'-25'0,"0"25"0,0 0 0,0-24 16,0 24-16,0 0 0,0 0 0,0 0 0,0-25 15,0 25-15,0 0 0,0 0 0,0 25 0,0-25 16,0 0-16,24 0 0,-24 0 0,0 24 0,0-24 0,0 0 16,0 25-16,25-25 0,-25 25 0,0 0 0,0-25 0,0 25 15,25-25-15,-25 24 0,0 1 0,0-25 0,25 25 16,-25 0-16,0-25 0,0 25 0,0-1 0,0-24 15,0 25-15,25-25 0,-25 25 0,0 0 0,0-25 16,0 25-16,0-25 0,0 0 0,0 24 0,0-24 0,0 0 16,0 25-16,-25-25 0,25 0 0,0 0 0,0 0 15,0 0-15,0 0 0,0 0 0,0 0 0,0 0 16,0 0-16,0 0 0,25 0 0,-25-25 0,0 25 0,0 0 15,0-24-15,0 24 0,0-25 0,0 25 0,24 0 16,-24-25-16,0 25 0,0 0 0,25-25 0,-25 25 0,0 0 16,0 0-16,25 0 0,-25 0 0,0 0 0,25 0 0,-25 0 15,0 25-15,25-25 0,-25 0 0,0 25 0,24-25 16,-24 0-16,0 25 0,0-25 0,0 24 0,0-24 15,0 0-15,0 25 0,0-25 0,0 25 0,0-25 0,0 25 16,-24-25-16,24 0 0,0 25 0,-25-25 0,25 0 16,0 24-16,-25-24 0,25 0 0,-25 25 0,25-25 0,0 0 15,-25 0-15,25 0 0,-24 0 0,24 25 0,0-25 16,-25 0-16,25 0 0,0 0 0,-25 0 0,25-25 0,0 25 15,0 0-15,0 0 0,0 0 0,0 0 16,0-25-16,0 25 0,0 0 0</inkml:trace>
  <inkml:trace contextRef="#ctx0" brushRef="#br0" timeOffset="202815.6003">17190 13915 0,'0'0'0,"0"-24"16,0 24-16,24 0 0,-24 0 0,0 0 0,0-25 16,25 25-16,-25 0 0,0 0 0,0-25 0,0 25 0,25 0 15,-25 0-15,0-25 0,0 25 0,0 0 0,0-25 16,0 25-16,0 0 0,0 0 0,-25-24 0,25 24 0,0 0 15,0 0-15,0-25 0,0 25 0,-25 0 0,25 0 16,0 0-16,-24-25 0,24 25 0,0 0 0,-25 0 16,25 0-16,-25 0 0,25 0 0,-25 0 0,0 25 0,25-25 15,-24 0-15,-1 0 0,25 25 0,-25-25 0,0 0 16,25 24-16,-25-24 0,25 25 0,-24-25 0,24 25 15,-25-25-15,25 25 0,0 0 0,0-25 0,-25 24 0,25 1 16,0-25-16,25 25 0,-25 0 0,0-25 0,0 25 16,0-1-16,25-24 0,-25 25 0,24-25 0,-24 25 0,0-25 15,25 25-15,0-25 0,-25 0 0,25 25 0,-25-25 16,25 0-16,-25 0 0,24 0 0,-24 24 0,25-24 0,-25 0 15,25 0-15,-25 0 0,0 0 0,0-24 0,25 24 16,-25 0-16,0 0 0,0 0 0,0 0 0,0-25 0,0 25 16,-25 0-16,25-25 0,0 25 0,0 0 0</inkml:trace>
  <inkml:trace contextRef="#ctx0" brushRef="#br0" timeOffset="202978.6097">16991 13990 0,'0'0'0,"0"0"0,0 0 0,0 0 16,0 0-16,0 0 0,0 0 0,25 0 0,-25 0 15,0 0-15,0 0 0,25 0 0,-25 0 0,0 0 16,25 0-16,-1 0 0,-24 0 0,25 0 0,0 0 0,-25 0 15,25 0-15,0 0 0,-1 0 0,1 0 0,0 0 16,0-25-16,0 25 0,-25 0 0,24 0 0,1 0 0,0 0 16,0 0-16,0 0 0,-1 0 0,1-25 0,0 25 15,-25 0-15</inkml:trace>
  <inkml:trace contextRef="#ctx0" brushRef="#br0" timeOffset="203236.6243">17686 13643 0,'0'0'0,"0"0"16,0-25-16,0 25 0,0 0 0,0 0 0,0 0 0,0 0 15,0 0-15,0 0 0,0 25 0,0-25 0,0 0 16,0 0-16,0 24 0,0-24 0,0 25 0,0-25 0,0 25 16,0-25-16,0 25 0,0 0 0,0-1 0,0-24 15,0 25-15,0 0 0,0 0 0,0 0 0,-25-25 0,25 24 16,0 1-16,0-25 0,0 25 0,0 0 0,0-25 15,0 25-15,0-25 0,0 24 0,0-24 0,0 25 16,0-25-16,0 0 0,-25 25 0,25-25 0,0 0 0,0 0 16,0 0-16,0 0 0,0 0 0,0 0 0,0 0 15,0 0-15,0 0 0,0 0 0,0-25 0,0 25 16,0 0-16,0-25 0,0 25 0,0-24 0,0-1 0</inkml:trace>
  <inkml:trace contextRef="#ctx0" brushRef="#br0" timeOffset="203558.6428">17735 13618 0,'0'0'15,"0"0"-15,25 0 0,-25 0 0,0 0 0,25 0 16,-25 0-16,25-25 0,-25 25 0,0 0 0,25 25 0,-25-25 16,24 0-16,-24 0 0,0 0 0,25 0 0,-25 0 15,0 25-15,0-25 0,0 0 0,0 24 0,0-24 0,0 0 16,0 25-16,0-25 0,0 25 0,0-25 0,-25 25 15,25-25-15,0 25 0,-24-25 0,24 24 0,-25-24 0,25 25 16,0-25-16,-25 25 0,25-25 0,0 25 0,-25-25 16,25 0-16,0 25 0,-25-25 0,25 0 0,0 24 15,0-24-15,0 0 0,0 0 0,0 0 0,0 25 0,0-25 16,0 0-16,0 0 0,25 0 0,-25 0 0,0 0 15,25 0-15,-25 0 0,25 25 0,-25-25 0,25 0 16,-1 0-16,-24 0 0,25 0 0,0 0 0,0 25 0,-25-25 16,25 0-16,-1 0 0,-24 25 0,25-25 0,0 0 15,-25 24-15,25-24 0,-25 0 0,25 25 0,-1-25 0,-24 25 16,25-25-16,-25 25 0,25-25 0,-25 25 0,0-1 15,25-24-15,-25 25 0,0-25 0</inkml:trace>
  <inkml:trace contextRef="#ctx0" brushRef="#br0" timeOffset="205744.7679">3770 15255 0,'0'0'0,"0"0"0,-24-25 0,24 25 15,0 0-15,-25 0 0,25 0 0,0 0 0,-25 0 0,25 0 16,-25 0-16,25 0 0,0 0 0,-25 0 0,25 0 16,0 0-16,-25 0 0,25 0 0,0 0 0,-24 0 0,24 0 15,0 0-15,-25 0 0,25 0 0,0 25 0,0-25 16,0 0-16,0 0 0,0 25 0,-25-25 0,25 24 15,0-24-15,0 25 0,25-25 0,-25 25 0,0 0 0,0-25 16,0 25-16,0 0 0,0-25 0,25 24 0,-25 1 16,0-25-16,0 25 0,24 0 0,-24-25 0,0 25 0,25-25 15,-25 0-15,25 24 0,-25-24 0,0 0 0,25 25 16,-25-25-16,0 0 0,25 0 0,-25 0 0,25 0 15,-25 0-15,0 0 0,24 0 0,-24 0 0,25 0 0,-25-25 16,25 25-16,-25 0 0,25 0 0,-25 0 0,0-24 0,0 24 16,25 0-16,-25-25 0,0 25 0,24 0 0,-24-25 15,0 25-15,0 0 0,0-25 0,25 25 0,-25 0 16,0-25-16,0 25 0,0-24 0,0 24 0,0 0 0,0-25 15,0 25-15,0-25 0,0 25 0,0-25 0,0 25 16,0 0-16,0-25 0,-25 25 0,25 0 0,0 0 16,0 0-16,0 0 0,0-25 0,0 25 0,0 0 0,0 0 15,0 0-15,-24 0 0,24 25 0,0-25 0,0 0 16,0 0-16,0 0 0,0 25 0,0-25 0,0 0 15,0 25-15,0-25 0,0 0 0,0 25 0,24 0 0,-24-25 16,0 24-16,0-24 0,0 25 0,0-25 0,0 25 0,25-25 16,-25 25-16,0-25 0,0 25 0,25-25 0,-25 0 15,0 24-15,25-24 0,-25 0 0,0 0 0,25 0 16,-25 0-16,0 0 0,24 0 0,-24 0 0,0 0 15,0 0-15,0 0 0,25-24 0,-25 24 0,0 0 0,0-25 16,0 25-16,0-25 0,0 25 0,0-25 0,0 25 0,0-25 16,0 1-16,-25 24 0,25-25 0,0 25 0,0-25 15,-24 25-15,24-25 0,0 25 0,-25-25 0,25 25 16,0-25-16,-25 25 0,25 0 0,0 0 0,-25-24 0,25 24 15,0 0-15,-25 0 0,25 0 0,0 0 0,0 0 16,0 0-16,0 24 0,-24-24 0,24 0 0,0 0 0,0 0 16,0 0-16,24 0 0,-24 0 0</inkml:trace>
  <inkml:trace contextRef="#ctx0" brushRef="#br0" timeOffset="205931.7786">4018 14982 0,'0'0'0,"0"-25"16,0 25-16,-24 0 0,24 0 0,0 0 0,0-25 15,0 25-15,0 0 0,-25 25 0,25-25 0,0 0 16,0 0-16,0 25 0,0-25 0,0 25 0,0-25 0,0 25 16,0-25-16,0 24 0,0 1 0,25-25 0,-25 25 15,0 0-15,0 0 0,24-25 0,-24 24 0,0 1 16,25-25-16,-25 25 0,25-25 0</inkml:trace>
  <inkml:trace contextRef="#ctx0" brushRef="#br0" timeOffset="206500.8111">4713 15379 0,'0'0'0,"0"-25"0,-25 25 0,25 0 16,0 0-16,0-25 0,0 25 0,0 0 0,0-25 0,0 25 15,0 0-15,0-24 0,0 24 0,0 0 0,0-25 16,0 25-16,0 0 0,0 0 0,0 0 0,0-25 0,25 25 16,-25 0-16,0 0 0,0 0 0,0 0 0,0 0 15,0 0-15,0 0 0,25 25 0,-25-25 0,0 0 0,0 0 16,0 25-16,24-25 0,-24 0 0,0 24 0,0-24 15,0 25-15,0-25 0,25 25 0,-25 0 0,0-25 16,0 25-16,0-25 0,0 25 0,0-1 0,0-24 0,0 25 16,0-25-16,0 25 0,-25 0 0,25-25 0,0 25 15,0-25-15,0 24 0,0-24 0,0 25 0,-24-25 0,24 0 16,0 25-16,0-25 0,0 0 0,0 0 0,0 0 15,0 0-15,0 0 0,0 0 0,0 0 0,0 0 16,0 0-16,24 0 0,-24 0 0,0-25 0,0 25 0,0-25 16,0 25-16,0-24 0,25 24 0,-25-25 0,0 25 15,25-25-15,-25 0 0,25 25 0,-25-25 0,0 1 0,0-1 16,25 25-16,-25-25 0,0 0 0,0 25 0,0-25 15,0 25-15,0-25 0,0 25 0,0 0 0,0 0 16,0-24-16,0 24 0,0 0 0,0 0 0,0 0 0,0 0 16,0 0-16,0-25 0,0 25 0,0 0 0,0 0 15,0 0-15,-25 0 0,25 0 0,0 0 0,0 0 0,0 25 16,0-25-16,0 0 0,0 0 0,0 24 0,0-24 15,0 0-15,0 25 0,0-25 0,0 25 0,0-25 16,0 25-16,0 0 0,0-25 0,25 25 0,-25-25 0,0 24 16,0-24-16,25 25 0,-25-25 0,0 0 0,24 25 15,-24-25-15,25 0 0,-25 0 0,25 0 0,-25 25 0,25-25 16,0 0-16,-25 0 0,24-25 0,1 25 0,0 0 15,-25 0-15,25 0 0,0-25 0,-1 25 0,1 0 16,0-25-16</inkml:trace>
  <inkml:trace contextRef="#ctx0" brushRef="#br0" timeOffset="206851.831">5879 14982 0,'-25'0'0,"25"-25"0,0 25 15,0 0-15,-25-25 0,25 25 0,0 0 0,-25-24 16,25 24-16,0 0 0,0 0 0,-25-25 0,25 25 0,0 0 16,-24 0-16,24 0 0,0 0 0,-25 0 0,25 0 0,0 0 15,-25 25-15,25-25 0,0 0 0,-25 0 0,25 24 16,-25-24-16,25 0 0,-24 25 0,24-25 0,0 25 15,-25-25-15,25 25 0,0-25 0,0 25 0,-25-25 0,25 24 16,0 1-16,0-25 0,0 25 0,0 0 0,0 0 16,0-25-16,25 24 0,-25 1 0,0 0 0,0-25 15,25 25-15,-25 0 0,0-25 0,24 24 0,-24-24 0,0 25 16,25-25-16,-25 25 0,0-25 0,25 0 0,-25 25 15,25-25-15,-25 0 0,0 0 0,25 0 0,-25 0 0,24 0 16,-24 0-16,0 0 0,0 0 0,25 0 0,-25 0 16,0 0-16,0 0 0,0-25 0,0 25 0,0 0 0,0 0 15,0-25-15,0 25 0,0 0 0</inkml:trace>
  <inkml:trace contextRef="#ctx0" brushRef="#br0" timeOffset="207019.8408">5581 15205 0,'0'0'0,"0"0"15,0 0-15,0 0 0,0 0 0,0 0 0,0 0 0,0 0 16,0 0-16,0 0 0,25 0 0,-25 0 0,0 0 15,25 0-15,-25 0 0,24 0 32,-24 0-32,25 0 0,-25 0 0,25 0 0,0 0 0,-25 0 0,25 0 0,-1 0 0,-24 0 0,25 0 0,0 0 0,-25 0 0,25 0 0,0 0 15,-25 0-15,25 25 0,-1-25 0,1 0 0,-25 0 16,25 0-16,0 0 0</inkml:trace>
  <inkml:trace contextRef="#ctx0" brushRef="#br0" timeOffset="207394.8623">6375 14908 0,'0'0'0,"0"0"0,0 0 0,-25 0 0,25 0 0,0-25 15,0 25-15,-25 0 0,25 0 0,0 0 0,0 0 16,-25 0-16,25 0 0,0 25 0,0-25 0,-24 0 15,24 0-15,0 0 0,0 0 0,0 0 0,-25 0 0,25 24 16,0-24-16,0 0 0,0 0 0,0 0 0,25 25 16,-25-25-16,0 0 0,0 25 0,0-25 0,24 25 0,-24-25 15,0 0-15,25 25 0,-25-25 0,25 24 0,-25-24 16,0 25-16,25 0 0,-25-25 0,25 25 0,-25-25 15,24 25-15,-24-25 0,0 24 0,25-24 0,-25 25 0,25-25 16,-25 0-16,0 25 0,25-25 0,-25 25 0,0-25 16,0 0-16,0 25 0,0-25 0,0 0 0,0 0 0,0 24 15,0-24-15,0 0 0,0 0 0,-25 0 0,25 25 16,0-25-16,-25 0 0,25 0 0,-25 0 0,25 0 15,-24 25-15,24-25 0,-25 0 0,25 0 0,-25 0 0,0 0 16,25 0-16,-25 0 0,25-25 0,0 25 0,-24 0 16,24 0-16,0 0 0,0 0 0,-25 0 0,25 0 0,25 0 15,-25 0-15,0-25 0</inkml:trace>
  <inkml:trace contextRef="#ctx0" brushRef="#br0" timeOffset="207689.8791">7813 15180 0,'0'0'0,"0"0"0,-24 0 0,24-24 16,0 24-16,0 0 0,0 0 0,0 0 0,0 0 0,24 0 15,-24 0-15,0 0 0,25 0 0,0 0 0,-25 0 0,25 0 16,0 0-16,-1 0 0,-24-25 0,25 25 0,0 0 15,0 0-15,-25 0 0,25 0 0,-25 0 0,25 25 16,-25-25-16,24 0 0,-24 0 0,0 0 0,0 0 16,0 0-16,0 0 0</inkml:trace>
  <inkml:trace contextRef="#ctx0" brushRef="#br0" timeOffset="207878.8898">7888 15304 0,'0'25'0,"0"-25"0,0 0 0,0 0 15,0 0-15,0-25 0,0 25 0,25 0 0,-25 0 0,0 0 16,24 0-16,-24 0 0,25 0 0,-25 0 0,25 0 15,0-24-15,-25 24 0,25 0 0,0 0 0,-1 0 16,-24 0-16,25 0 0,0 0 0,-25 0 0,25 0 0,-25 0 16,25 0-16,-25 0 0,0 0 0,24 0 0,-24 0 15,0 0-15,0 0 0,0 0 0,0 0 0</inkml:trace>
  <inkml:trace contextRef="#ctx0" brushRef="#br0" timeOffset="208075.9012">8161 15056 0,'0'0'0,"0"0"0,0 0 0,0 0 0,0 0 15,0 0-15,0 0 0,25 0 0,-25 0 0,0 0 16,24 0-16,-24 0 0,0 0 0,25 0 0,-25 0 0,25 0 16,-25 25-16,25-25 0,-25 0 0,0 25 0,25-25 15,-25 0-15,0 25 0,0-25 0,0 25 0,0-25 0,0 24 16,0 1-16,0-25 0,-25 25 0,25 0 0,-25-25 15,25 25-15,-25-1 0,25 1 0,-25-25 0,1 25 16,-1 0-16,25 0 0,-25 0 0,0-25 0,0 24 16,1 1-16</inkml:trace>
  <inkml:trace contextRef="#ctx0" brushRef="#br0" timeOffset="208593.9308">9327 15280 0,'0'0'0,"0"-25"0,0 25 16,0 0-16,0-25 0,-25 25 0,25 0 0,0 0 15,0 0-15,0-25 0,0 25 0,25 0 0,-25 0 0,0 0 16,0 0-16,0 0 0,0 0 0,0 25 0,24-25 15,-24 0-15,0 0 0,25 0 0,-25 0 0,0 25 0,25-25 16,-25 0-16,0 0 0,0 25 0,25-25 0,-25 24 16,0-24-16,0 25 0,0-25 0,0 25 0,0-25 0,25 25 15,-25-25-15,-25 25 0,25 0 0,0-25 0,0 24 16,0-24-16,0 25 0,-25-25 0,25 25 0,0-25 15,0 25-15,-25-25 0,25 25 0,0-25 0,0 0 0,0 24 16,-25-24-16,25 0 0,0 0 0,0 0 0,0 0 16,0 0-16,0 0 0,0 0 0,0 0 0,25 0 15,-25 0-15,0 0 0,0-24 0,0 24 0,25 0 0,-25-25 16,25 25-16,-25-25 0,0 0 0,25 25 0,-25-25 15,24 1-15,1-1 0</inkml:trace>
  <inkml:trace contextRef="#ctx0" brushRef="#br0" timeOffset="208801.9427">9599 15230 0,'25'0'0,"-25"-25"0,0 25 15,0 0-15,0 0 0,0 0 0,0 0 0,0 0 0,0 0 16,-25 0-16,25 0 0,0 0 0,0 0 0,0 0 15,0 0-15,-24 0 0,24 0 0,0 0 0,0 25 0,0-25 16,0 0-16,0 0 0,0 25 0,0-25 0,0 25 16,0-25-16,0 24 0,0-24 0,0 25 0,0-25 0,0 25 15,0-25-15,0 25 0,0-25 0,24 25 0,-24-25 16,0 25-16,25-25 0,-25 24 0,0-24 0,25 25 15,-25-25-15,0 0 0,25 25 0,-25-25 0,25 0 0,-25 0 16,24 25-16,1-25 0,-25 0 0,25 0 0,0 0 16,0-25-16,-25 25 0,24 0 0,1 0 0,0-25 0,-25 25 15,25 0-15,0-25 0,-1 25 0</inkml:trace>
  <inkml:trace contextRef="#ctx0" brushRef="#br0" timeOffset="208999.9539">10344 15156 0,'0'0'15,"0"0"-15,0 0 0,0 0 0,0 0 0,0 0 0,0 0 16,0 0-16,0 0 0,0 0 0,24-25 0,-24 25 16,0 0-16,25 0 0,-25 0 0,25 0 0,-25 0 15,25 0-15,0 0 0,-25 0 0,24 0 0,1 0 0,-25 0 16,25 0-16,0 0 0,-25 0 0,25 0 0,-25 0 15,0 25-15,24-25 0,-24 0 0,0 0 0,0 0 0,0 0 16,0 24-16</inkml:trace>
  <inkml:trace contextRef="#ctx0" brushRef="#br0" timeOffset="209171.9639">10344 15429 0,'0'0'0,"0"0"0,-25 0 0,25 0 16,0 0-16,0 0 0,0 0 0,0-25 0,0 25 0,25 0 15,-25 0-15,0 0 0,24-25 0,-24 25 0,25 0 16,0 0-16,-25-25 0,25 25 0,0 0 0,-1 0 0,-24 0 15,25 0-15,0 0 0,0 0 0,0 0 0,-25 0 16,24 0-16,1 0 0,0 25 0,0-25 0,-25 0 16,25 0-16,-1 0 0</inkml:trace>
  <inkml:trace contextRef="#ctx0" brushRef="#br0" timeOffset="210142.0194">11782 15156 0,'0'0'15,"-25"0"-15,25 0 0,0-25 0,0 25 0,0 0 16,-24 0-16,24 0 0,0 0 0,0-25 0,0 25 0,0 0 15,0 0-15,0 0 0,0 0 0,0 0 0,0 0 16,0 0-16,0 0 0,0 0 0,0-25 0,0 25 16,0 0-16,0 0 0,0 0 0,24 0 0,-24 0 0,0 0 15,0 0-15,25 0 0,-25 0 0,0-25 0,25 25 16,-25 0-16,0 0 0,0 0 0,25 0 0,-25 0 15,0 0-15,0 0 0,0 0 0,25 0 0,-25 0 0,0 0 16,0 25-16,0-25 0,0 0 0,0 25 0,0-25 16,0 25-16,0-25 0,0 25 0,0-25 0,0 24 0,0-24 15,0 25-15,0 0 0,0-25 0,0 25 0,0 0 16,-25-25-16,25 24 0,0-24 0,0 25 0,-25 0 0,25-25 15,0 25-15,0-25 0,-25 25 0,25-25 0,0 0 16,0 25-16,0-25 0,0 0 0,0 24 0,0-24 16,0 0-16,0 0 0,0 0 0,0 0 0,0 0 0,0 0 15,0 0-15,0 0 0,25 0 0,-25 0 0,0 0 0,0 0 16,25 0-16,-25 0 0,0 0 0,25 0 0,-25 0 15,0 0-15,24 0 0,-24 0 0,25 0 0,-25 0 16,25 0-16,-25 0 0,25 0 0,0 0 0,-25 0 0,24 0 16,-24 0-16,25 25 0,-25-25 0,0 0 0,25 0 15,-25 0-15,25 0 0,-25 0 0,0 0 0,25 0 16,-25 0-16,0 0 0,24 0 0</inkml:trace>
  <inkml:trace contextRef="#ctx0" brushRef="#br0" timeOffset="210812.0577">12378 15230 0,'0'0'0,"0"0"15,0-25-15,0 25 0,0 0 0,0 0 0,0 0 0,0-25 16,0 25-16,0 0 0,0 0 0,0 0 0,0 0 0,0-24 16,0 24-16,0 0 0,0 0 0,0 0 0,-25 0 15,25 0-15,0-25 0,0 25 0,0 0 0,-25 0 0,25 0 16,0 0-16,0 0 0,0 0 0,-25 0 0,25 0 15,0 25-15,0-25 0,-25 0 0,25 0 0,0 0 0,0 24 16,-24-24-16,24 0 0,0 0 0,0 25 0,-25-25 16,25 0-16,0 25 0,0-25 0,0 25 0,0-25 15,-25 0-15,25 25 0,0-25 0,25 24 0,-25-24 0,0 25 16,0-25-16,0 25 0,0-25 0,0 0 0,25 25 15,-25-25-15,0 0 0,0 25 0,24-25 0,-24 0 16,0 0-16,0 0 0,25 0 0,-25 0 0,0 25 0,0-25 16,25 0-16,-25 0 0,0 0 0,0-25 0,25 25 15,-25 0-15,0 0 0,25 0 0,-25-25 0,0 25 0,0 0 16,24 0-16,-24-25 0,0 25 0,0 0 0,25-25 15,-25 25-15,0-25 0,0 25 0,0 0 0,0-24 0,25 24 16,-25-25-16,0 25 0,0 0 0,0-25 0,0 25 16,0 0-16,0-25 0,0 25 0,-25 0 0,25 0 15,0 0-15,0 0 0,0 0 0,0 0 0,0 0 0,0 0 16,0 0-16,0 0 0,0 25 0,0-25 0,0 0 15,0 25-15,0-25 0,0 0 0,0 25 0,0-25 16,0 24-16,0-24 0,0 25 0,25 0 0,-25-25 0,0 25 16,0-25-16,0 25 0,25-25 0,-25 0 0,0 25 15,0-25-15,25 24 0,-25-24 0,0 0 0,24 25 0,-24-25 16,0 0-16,25 0 0,-25 0 0,25 25 0,-25-25 15,25 0-15,-25 0 0,0 0 0,25 0 0,-25-25 0,24 25 16,-24 0-16,0 0 0,0-25 0,25 25 0,-25 0 16,0 0-16,0-24 0</inkml:trace>
  <inkml:trace contextRef="#ctx0" brushRef="#br0" timeOffset="211336.0877">11485 14982 0,'0'0'0,"0"0"0,-25 0 16,25 0-16,0 0 0,0-25 0,0 25 0,0 0 16,0 0-16,0 0 0,-25 0 0,25 25 0,0-25 0,0 0 15,-25 0-15,25 0 0,0 0 0,-25 0 0,25 25 16,0-25-16,0 25 0,-24-25 0,24 24 0,0-24 15,-25 25-15,25 0 0,0-25 0,0 25 0,0 0 0,-25-1 16,25 1-16,0 0 0,0 0 0,25 24 0,-25-24 16,0 0-16,0 0 0,25 0 0,-25 0 0,24-1 0,-24 1 15,25 0-15,0 0 0,-25 0 0,25-1 0,0 1 16,-1-25-16,1 25 0,0 0 0,0-25 0,0 0 15,-1 25-15,1-25 0,0 0 0,0 0 0,0 0 0,-1 0 16</inkml:trace>
  <inkml:trace contextRef="#ctx0" brushRef="#br0" timeOffset="212006.126">13469 15304 0,'-25'0'0,"25"-24"0,0 24 0,0 0 0,0 0 16,0 0-16,0 0 0,0 0 0,0 0 0,0 0 0,0 0 15,0 0-15,0 0 0,0 0 0,0 0 0,0 0 16,0-25-16,25 25 0,-25 0 0,0 0 0,25 0 0,-25 0 15,25 0-15,-25 0 0,0 0 0,24 0 0,1 0 16,-25 0-16,25 0 0,-25 0 0,25 0 0,-25 0 16,25 0-16,-1 0 0,-24 0 0,25-25 0,0 25 0,-25 0 15,25 0-15,0 0 0,-1 0 0,-24 0 0,25 0 16</inkml:trace>
  <inkml:trace contextRef="#ctx0" brushRef="#br0" timeOffset="212611.1606">14114 14858 0,'0'0'0,"0"0"0,-25 0 0,25 0 0,0 0 0,0 25 15,0-25-15,0 0 0,0 0 0,0 0 0,0 25 16,0-25-16,0 0 0,0 24 0,25-24 0,-25 25 16,0-25-16,0 25 0,0 0 0,0-25 0,0 25 0,0-25 15,25 24-15,-25 1 0,0-25 0,0 25 0,0 0 16,0-25-16,0 25 0,0-25 0,0 24 0,0-24 0,24 25 15,-24-25-15,0 25 0,0-25 0,0 0 0,0 25 16,0-25-16,0 0 0,0 0 0,0 25 0,0-25 16,0 0-16,0 0 0,0 0 0,0 0 0,0 0 0,0 0 15,0 0-15,0 0 0,0 0 0,0 0 0,0-25 16,0 25-16,0 0 0,0 0 0,0-25 0,0 25 0,25 0 15,-25-25-15,0 25 0,0 0 0,0-25 0,25 25 16,-25 0-16,0-24 0,0 24 0,25 0 0,-25 0 16,0 0-16,25 0 0,-25 0 0,0 0 0,24 0 0,-24 0 15,0 0-15,25 0 0,-25 0 0,0 24 0,25-24 16,-25 0-16,0 25 0,25-25 0,-25 0 0,0 25 0,0-25 15,0 25-15,0-25 0,0 25 0,0-25 0,0 0 16,0 24-16,0-24 0,0 25 0,0-25 0,0 0 0,0 25 16,-25-25-16,25 0 0,0 0 0,0 25 0,-25-25 15,25 0-15,0 0 0,-25 25 0,25-25 0,0 0 16,-24 0-16,24 0 0,0 0 0,0 0 0,-25 0 0,25 0 15,0 0-15,0 0 0,0-25 0,0 25 0,0 0 16,0 0-16,0-25 0,0 25 0,0-25 0,0 25 16,25 0-16,-25-25 0,0 25 0,24-24 0,-24 24 0</inkml:trace>
  <inkml:trace contextRef="#ctx0" brushRef="#br0" timeOffset="212773.1699">14660 15230 0,'0'0'0,"0"0"0,0 0 0,0 0 0,0 0 0,0 0 15,24 0-15,-24 0 0,0 0 0,0 0 0,0 0 16,0 0-16,0 0 0,0 0 0,0 0 0,0 25 0,25-25 16,-25 0-16,0 0 0,0 0 0,25 0 0,-25 0 15,0 0-15</inkml:trace>
  <inkml:trace contextRef="#ctx0" brushRef="#br0" timeOffset="212947.1798">14858 15404 0,'0'0'0,"0"0"0,0 0 0,0 0 0,25 0 0,-25 25 15,0-25-15,0 0 0,0 0 0,25 0 0,-25 0 16,0 24-16,0-24 0,24 0 0,-24 0 0,0 0 15,0 25-15,0-25 0,0 0 0,0 25 0,0-25 0,25 0 16,-25 25-16,0-25 0,-25 0 0,25 25 0,0-25 16,0 24-16,0-24 0,-24 0 0,24 25 0,0-25 15,-25 25-15,25-25 0,-25 25 0,25-25 0,-25 0 0,25 25 16,-25-25-16</inkml:trace>
  <inkml:trace contextRef="#ctx0" brushRef="#br0" timeOffset="213482.2104">15974 15230 0,'0'0'16,"-25"-25"-16,25 25 0,0 0 0,-24-25 0,24 25 16,-25-24-16,25 24 0,-25 0 0,25-25 0,-25 25 15,25 0-15,-25-25 0,25 25 0,0 0 0,-24 0 16,24 0-16,0 0 0,-25 0 0,25 0 0,0 0 0,-25 0 15,25 0-15,0 0 0,0 25 0,0-25 0,-25 0 0,25 25 16,0-25-16,0 0 0,0 24 0,0-24 0,0 25 16,0-25-16,0 25 0,0-25 0,0 25 0,0 0 15,0-25-15,0 24 0,25-24 0,-25 25 0,0-25 16,0 25-16,0-25 0,25 25 0,-25-25 0,0 0 0,0 25 15,25-25-15,-25 0 0,0 25 0,24-25 0,-24 0 0,0 0 16,25 0-16,-25 0 0,0 24 0,25-24 0,-25-24 16,25 24-16,-25 0 0,0 0 0,25 0 0,-25 0 0,0-25 15,24 25-15,-24 0 0,0-25 0,0 25 0,25-25 16,-25 25-16,0 0 0,0-25 0,0 25 0,0-25 15,0 25-15,0 0 0,0-24 0,0 24 0,0 0 0,0 0 16,0 0-16,0 0 0,0-25 0,0 25 0,0 0 16,0 0-16,0 0 0,0 25 0,0-25 0,-25 0 15,25 0-15,0 0 0,25 0 0,-25 24 0,0-24 0,0 0 16,0 25-16,0-25 0,0 25 0,0-25 0,0 25 15,0-25-15,25 25 0,-25-25 0,0 25 0,0-25 16,25 24-16,-25-24 0,0 25 0,25-25 0,-25 25 0,0-25 16,24 0-16,-24 0 0,0 0 0,25 25 0,-25-25 15,25 0-15,-25-25 0,25 25 0,-25 0 0</inkml:trace>
  <inkml:trace contextRef="#ctx0" brushRef="#br0" timeOffset="213632.219">16346 15255 0,'0'0'0,"0"0"0,0 0 0,0 0 0,0-25 0,-25 25 15,25 0-15,0 0 0,0 0 0,0 0 0,0 0 16,0 0-16,0 0 0</inkml:trace>
  <inkml:trace contextRef="#ctx0" brushRef="#br0" timeOffset="213790.2281">16446 15354 0,'24'0'0,"-24"0"0,0 0 0,0 25 0,0-25 15,0 0-15,25 25 0,-25-25 0,0 0 0,0 25 16,0-25-16,0 24 0,0-24 0,0 25 0,0-25 0,0 25 15,0 0-15,0-25 0,0 25 0,0-25 0,0 24 16,0-24-16,0 25 0,-25-25 0,25 25 0,-24-25 16,24 25-16,0-25 0,-25 25 0,25-25 0,-25 24 0,25-24 15,-25 0-15</inkml:trace>
  <inkml:trace contextRef="#ctx0" brushRef="#br0" timeOffset="214341.2596">17314 15007 0,'-25'0'0,"25"0"0,0 0 0,-25 0 16,25 0-16,0 0 0,0 0 0,-25 0 0,25 0 16,0 0-16,0 0 0,0 0 0,0 25 0,0-25 0,0 0 15,25 0-15,-25 24 0,0-24 0,0 25 0,0-25 16,25 25-16,-25 0 0,0-25 0,25 25 0,-25-1 0,0-24 15,24 25-15,-24 0 0,0 0 0,25-25 0,-25 25 16,0-1-16,0-24 0,25 25 0,-25 0 0,0-25 16,0 0-16,0 25 0,0-25 0,25 25 0,-25-25 0,0 0 15,0 0-15,0 25 0,0-25 0,0 0 0,0 0 16,0 0-16,0 0 0,0 0 0,0 0 0,0 0 0,0 0 15,0 0-15,0-25 0,0 25 0,0 0 0,0-25 0,0 25 16,0-25-16,25 25 0,-25-25 0,0 25 0,0-25 16,24 25-16,-24-24 0,0 24 0,25-25 0,-25 25 15,0-25-15,25 25 0,-25 0 0,25 0 0,-25-25 16,0 25-16,25 0 0,-25 0 0,0 0 0,0 25 0,25-25 15,-25 0-15,0 0 0,0 25 0,24-25 0,-24 0 0,0 25 16,0-25-16,0 0 0,25 24 0,-25-24 0,0 25 16,0-25-16,0 25 0,0-25 0,0 25 0,0-25 15,0 25-15,0-25 0,-25 0 0,25 25 0,0-25 16,0 0-16,0 24 0,-24-24 0,24 0 0,0 0 0,-25 0 15,25 25-15,0-25 0,-25 0 0,25 0 0,0 0 16,-25 0-16,25 0 0,0 0 0,-25 0 0,25 0 0,0 0 16,0 0-16,0-25 0,0 25 0,0 0 0,0-24 0,0 24 15,0-25-15,25 25 0,-25-25 0</inkml:trace>
  <inkml:trace contextRef="#ctx0" brushRef="#br0" timeOffset="214498.2686">17859 15280 0,'0'0'0,"25"0"16,-50 0-16,25 0 0,0 0 0,0 0 0,0 0 15,0 0-15,0-25 0,0 25 0,0 0 0,0 0 0,0 0 16,0 0-16,0 0 0,0 0 0,0 0 0,0 0 16,0 0-16,25 25 0,-25-25 0,0 0 0,0 0 15,0 0-15,0 0 0,25 0 0,-25 24 0</inkml:trace>
  <inkml:trace contextRef="#ctx0" brushRef="#br0" timeOffset="214690.2795">18008 15429 0,'0'0'0,"25"0"0,-25 0 15,0 0-15,0 24 0,0-24 0,0 0 16,0 0-16,0 0 0,0 0 0,0 25 0,0-25 0,0 0 15,0 0-15,0 25 0,0-25 0,0 0 0,0 25 0,0-25 16,0 0-16,0 25 0,0-25 0,0 24 0,-25-24 16,25 0-16,0 25 0,0-25 0,0 25 0,0-25 0,0 0 15,0 25-15,0-25 0,0 0 0,-25 0 0,25 25 16,25-25-16,-25 0 0,0 0 0,0 0 0,0 0 15,0 0-15</inkml:trace>
  <inkml:trace contextRef="#ctx0" brushRef="#br0" timeOffset="215194.3084">18653 15032 0,'-25'-25'0,"25"25"0,0 0 15,0-25-15,-24 25 0,24-25 0,0 25 0,0 0 16,0-25-16,-25 25 0,25 0 0,0 0 0,0 0 16,0 0-16,0 0 0,0 0 0,0 0 0,25 0 15,-25 25-15,0-25 0,0 25 0,0 0 0,24-25 0,-24 25 16,0-1-16,0 1 0,0 0 0,25 0 0,-25 0 0,0-1 15,0 1-15,0 0 0,0 0 0,0-25 0,0 25 16,0-1-16,0 1 0,0 0 0,0 0 0,0 0 16,0-25-16,0 25 0,0-1 0,0-24 0,0 25 0,0-25 15,0 0-15,0 25 0,0-25 0,0 0 0,0 0 16,0 0-16,0 0 0,0 0 0,0 0 0,0 0 15,0 0-15,0 0 0,0-25 0,0 25 0,0 0 0,25-25 16,-25 25-16,0-24 0,0 24 0,0-25 0,0 25 16,0-25-16,25 25 0,-25-25 0,0 25 0,0-25 0,25 25 15,-25 0-15,0 0 0,0-25 0,24 25 0,-24 0 16,0 0-16,25 0 0,-25 0 0,0 25 0,0-25 0,25 0 15,-25 0-15,0 0 0,0 25 0,25-25 0,-25 0 16,0 25-16,0-25 0,0 25 0,25-25 0,-25 0 0,0 25 16,0-25-16,0 24 0,0-24 0,0 0 0,-25 25 15,25-25-15,0 0 0,0 25 0,0-25 0,-25 0 16,25 0-16,0 25 0,-25-25 0,25 0 0,0 0 0,-25 0 15,25 25-15,-24-25 0,24 0 0,0 0 0,-25 0 16,25 0-16,-25 0 0,25 0 0,0 0 0,-25 0 0,25 0 16,0-25-16,0 25 0,0 0 0,-25-25 0,25 25 15,0 0-15,0-25 0</inkml:trace>
  <inkml:trace contextRef="#ctx0" brushRef="#br0" timeOffset="215472.3243">19025 14957 0,'0'0'0,"0"0"16,0 0-16,25-25 0,-25 25 0,0 0 0,0 0 0,0 0 16,0 0-16,25 0 0,-25 0 0,0 25 0,0-25 15,0 0-15,25 25 0,-25-25 0,0 25 0,24 0 16,-24-1-16,0-24 0,0 25 0,25 0 0,-25 0 0,0 0 15,0-1-15,25 1 0,-25 0 0,0 0 0,0 0 16,0-1-16,0 1 0,0 0 0,0 0 0,0 0 0,0-25 16,0 25-16,0-1 0,0 1 0,0 0 0,0 0 15,0 0-15,0-1 0,-25-24 0,25 25 0,0 0 0,-25 0 16,25-25-16,-24 25 0,24-1 0,-25-24 0,25 25 15,-25-25-15,25 25 0,0-25 0,-25 0 0,25 25 16,-25-25-16</inkml:trace>
  <inkml:trace contextRef="#ctx0" brushRef="#br0" timeOffset="215765.341">19968 15205 0,'0'0'16,"-25"0"-16,25 0 0,0 0 0,0 0 0,0 0 15,0 0-15,0-25 0,0 25 0,0 0 0,25 0 0,-25 0 16,0 0-16,25 0 0,-25 0 0,24 0 0,1 0 16,-25 0-16,25 0 0,0 0 0,0 0 0,-25 0 0,24 25 15,1-25-15,-25 0 0,25 0 0,-25 0 0,25 25 16,-25-25-16,0 0 0,25 0 0,-25 0 0,0 0 0</inkml:trace>
  <inkml:trace contextRef="#ctx0" brushRef="#br0" timeOffset="215943.351">19968 15478 0,'0'0'0,"-25"0"0,25 0 16,0 0-16,0 0 0,0 0 0,0 0 0,0 0 0,0 0 16,25 0-16,-25 0 0,0 0 0,25-25 0,-25 25 0,24 0 15,1 0-15,0 0 0,-25 0 0,25 0 0,0-24 16,-1 24-16,-24 0 0,25 0 0,0 0 0,0 0 15,0 0-15,-1 0 0,-24 0 0,25 0 0,0 0 0,0 0 16,0 0-16,-1 0 0</inkml:trace>
  <inkml:trace contextRef="#ctx0" brushRef="#br0" timeOffset="216497.3829">21357 15205 0,'-25'0'0,"25"-25"0,0 25 15,0 0-15,0-24 0,-25 24 0,25 0 0,0-25 0,0 25 16,-25 0-16,25-25 0,0 25 0,0 0 0,0 0 0,-24 0 15,24-25-15,0 25 0,0 0 0,0 0 0,-25 0 16,25 0-16,0 0 0,0 0 0,0 25 0,-25-25 0,25 0 16,0 0-16,-25 25 0,25-25 0,0 25 0,-25-25 15,25 24-15,0-24 0,-24 25 0,24 0 0,0-25 16,0 25-16,0 0 0,-25-25 0,25 24 0,0-24 0,0 25 15,0-25-15,0 25 0,25-25 0,-25 25 0,0-25 16,0 0-16,24 25 0,-24-25 0,0 0 0,0 0 16,25 25-16,-25-25 0,0 0 0,25 0 0,-25 0 0,25 0 15,-25 0-15,0-25 0,25 25 0,-25 0 0,24 0 16,-24-25-16,25 25 0,-25 0 0,25-25 0,-25 25 0,0-25 15,25 25-15,-25-25 0,0 25 0,0-24 0,0 24 16,0-25-16,25 25 0,-25-25 0,0 25 0,0-25 0,-25 25 16,25 0-16,0-25 0,0 25 0,0 0 0,0-24 15,0 24-15,0 0 0,0 0 0,0 0 0,0 0 16,0 0-16,0 0 0,0 0 0,0 0 0,0 24 0,0-24 15,0 0-15,0 0 0,0 25 0,0-25 0,0 0 16,0 25-16,0-25 0,0 25 0,25-25 0,-25 25 0,0-25 16,0 24-16,0-24 0,0 25 0,0-25 0,0 25 15,24-25-15,-24 25 0,0-25 0,0 25 0,0-25 0,0 0 16,25 25-16,-25-25 0,0 0 0,0 0 0,25 24 15,-25-24-15,0 0 0,25 0 0,-25 0 0,0 0 16,25 0-16,-25 0 0,24 0 0,-24 0 0,25 0 0</inkml:trace>
  <inkml:trace contextRef="#ctx0" brushRef="#br0" timeOffset="216746.3971">21977 14932 0,'-25'0'0,"25"0"16,0-24-16,-25 24 0,25 0 0,0 0 0,-24 0 15,24 0-15,0 0 0,-25 0 0,25 24 0,0-24 16,-25 0-16,25 25 0,0-25 0,0 25 0,-25-25 0,25 25 16,0 0-16,0-1 0,-25 1 0,25 0 0,0 0 15,0 0-15,0-1 0,0 1 0,25 0 0,-25 0 0,0 0 16,0-1-16,25 1 0,-25 0 0,25 0 0,0 0 15,-25 0-15,24-1 0,1 1 0,0-25 0,25 25 16,-26 0-16,1-25 0,0 25 0,0-25 0,24 0 0,-24 24 16,0-24-16,0 0 0,0 0 0,-1 0 0</inkml:trace>
  <inkml:trace contextRef="#ctx0" brushRef="#br0" timeOffset="217524.4416">22671 15205 0,'0'0'0,"0"0"16,0 0-16,0-25 0,0 25 0,-24 0 16,24 0-16,0 0 0,0 0 0,0-24 0,0 24 0,0 0 0,0 0 15,0 0-15,0-25 0,0 25 0,0 0 0,0 0 16,0 0-16,0 0 0,0-25 0,0 25 0,0 0 0,0 0 15,0 0-15,24 0 0,-24 0 0,0-25 16,0 25-16,0 0 0,25 0 0,-25 0 0,0-25 0,0 25 16,25 0-16,-25 0 0,0 0 0,0-24 0,25 24 0,-25 0 15,0 0-15,25 0 0,-25 0 0,0 0 0,0 0 16,25 24-16,-25-24 0,0 0 0,0 0 0,24 25 15,-24-25-15,0 0 0,0 25 0,0-25 0,0 25 0,0-25 16,0 0-16,-24 25 0,24-25 0,0 24 0,0-24 16,-25 25-16,25-25 0,0 25 0,-25-25 0,25 25 15,0-25-15,-25 25 0,25-25 0,-25 24 0,25-24 0,0 25 16,-25-25-16,25 25 0,0-25 0,0 25 0,-24-25 15,24 0-15,0 25 0,0-25 0,0 0 0,0 0 16,0 0-16,0 0 0,0 25 0,0-25 0,24 0 0,-24 0 16,0 0-16,25 0 0,-25 0 0,0 0 0,25 0 0,0 0 15,-25 0-15,25 0 0,0 0 0,-25 0 0,24 0 16,1 0-16,-25 0 0,25 0 0,0 0 0,-25 0 15,25 0-15,-1 0 0,-24 24 0,25-24 0,0 0 0,-25 0 16,25 0-16,-25 0 0,25 0 0,-25 0 0,24 0 16,-24 0-16,25 0 0,-25-24 0,25 24 0</inkml:trace>
  <inkml:trace contextRef="#ctx0" brushRef="#br0" timeOffset="217703.4519">23366 15205 0,'0'0'0,"0"-25"0,0 25 0,0 0 0,0 0 16,0 0-16,0 0 0,0 0 0,0 0 0,0 0 0,0 0 15,0 0-15,0 0 0,0 0 0,0 0 0,0 0 16,0 0-16,0 0 0,0 0 0,0 0 0,0 0 16,0 0-16,0 0 0,0 0 0,0 25 0,0-25 15,0 0-15,0 0 0,0 25 0,0-25 0,0 0 0,0 0 16,-25 25-16</inkml:trace>
  <inkml:trace contextRef="#ctx0" brushRef="#br0" timeOffset="217899.4631">23391 15354 0,'0'0'0,"0"0"0,0 0 0,0 0 0,0 0 16,0 0-16,0 25 0,25-25 0,-25 0 0,0 0 0,0 0 15,0 0-15,0 0 0,24 25 0,-24-25 0,0 0 16,0 0-16,0 25 0,0-25 0,0 0 0,25 24 0,-25-24 16,0 0-16,-25 25 0,25-25 0,0 25 0,0-25 15,0 25-15,-24-25 0,24 25 0,-25-25 0,25 24 16,-25-24-16,25 25 0,-25-25 0,25 0 0,-25 25 0,1-25 15,24 25-15,-25-25 0,25 0 0,-25 25 0,25-25 16,-25 0-16,25 0 0,0 24 0,-25-24 0</inkml:trace>
  <inkml:trace contextRef="#ctx0" brushRef="#br0" timeOffset="218889.5197">23763 15280 0,'0'0'0,"0"0"15,0 0-15,0 0 0,0 0 0,0 0 0,0 0 16,0 0-16,25 0 0,-25 0 0,0-25 0,0 25 16,0 0-16,0 0 0,24-25 0,-24 25 0,0 0 0,0-25 15,25 25-15,-25 0 0,0-25 0,0 25 0,25-24 16,-25 24-16,0-25 0,0 25 0,25 0 0,-25-25 15,0 25-15,0-25 0,25 25 0,-25-25 0,0 25 0,0-24 16,25 24-16,-25-25 0,0 25 0,0-25 0,0 25 16,0-25-16,0 25 0,0 0 0,0-25 0,0 25 0,0 0 15,0-24-15,0 24 0,24 0 0,-24 0 16,0 0-16,0-25 0,0 25 0,0 0 0,0 0 0,0 0 0,0 0 15,0 0-15,0 0 0,0 0 0,0 0 0,0 0 16,0 0-16,0 0 0,0 0 0,0 25 0,0-25 16,0 0-16,0 0 0,0 24 0,0-24 0,0 25 0,0-25 15,0 25-15,0 0 0,0-25 0,0 25 0,0-1 16,0-24-16,0 25 0,0-25 0,0 25 0,0 0 0,0-25 15,0 25-15,0-25 0,0 24 0,0-24 0,0 25 16,0-25-16,0 25 0,0-25 0,0 25 0,0-25 0,0 25 16,0-25-16,0 0 0,0 24 0,0-24 0,0 0 15,0 0-15,0 0 0,0 0 0,25 0 0,-25 0 16,0 0-16,0 0 0,25 0 0,-25 0 0,0-24 0,0 24 15,25 0-15</inkml:trace>
  <inkml:trace contextRef="#ctx0" brushRef="#br0" timeOffset="219048.5288">24259 15106 0,'0'0'0,"0"0"0,0 0 0,0 0 16,0 0-16,0 0 0,0-25 0,0 25 0,0 0 0,0 0 16,0 0-16,0 0 0,0 0 0,0 25 0,0-25 15,0 0-15,0 0 0,-25 0 0,25 0 0,0 0 16,0 25-16,0-25 0,0 0 0,25 0 0,-25 25 0,0-25 15,0 0-15</inkml:trace>
  <inkml:trace contextRef="#ctx0" brushRef="#br0" timeOffset="219227.5391">24333 15230 0,'25'0'0,"-25"0"0,0 0 0,0 0 0,0 0 15,25 0-15,-25 25 0,0-25 0,0 0 0,0 0 16,25 0-16,-25 0 0,0 25 0,0-25 0,0 0 0,0 0 16,0 24-16,0-24 0,0 0 0,0 25 0,0-25 15,0 25-15,0-25 0,0 0 0,0 25 0,-25-25 16,25 25-16,0-25 0,-25 25 0,25-25 0,0 24 0,-25-24 15,25 0-15,0 25 0,0-25 0,-24 0 0,24 0 16,0 0-16,0 0 0,0 0 0,0 0 0</inkml:trace>
  <inkml:trace contextRef="#ctx0" brushRef="#br0" timeOffset="219680.565">24805 14957 0,'0'0'0,"0"0"0,0-25 16,-25 25-16,25 0 0,0-24 0,0 24 0,-25 0 0,25 0 16,0-25-16,0 25 0,0 0 0,-25 0 0,25 0 15,0 0-15,0 0 0,0 0 0,0 0 0,0 0 0,-25 0 16,25 0-16,0 0 0,0 25 0,0-25 0,0 24 15,-24-24-15,24 25 0,0-25 0,0 25 0,-25 0 16,25-25-16,0 25 0,0-1 0,-25 1 0,25-25 0,0 25 16,0 0-16,0 0 0,0-25 0,0 24 0,0 1 15,0 0-15,0-25 0,0 25 0,0 0 0,25-25 0,-25 24 16,0-24-16,0 0 0,0 25 0,25-25 0,-25 25 15,0-25-15,24 0 0,-24 0 0,0 0 0,0 0 16,25 0-16,-25 0 0,0 0 0,25 0 0,-25-25 0,0 25 16,25 0-16,-25-25 0,25 25 0,-25-24 0,0 24 15,24-25-15,-24 25 0,25-25 0,-25 0 0,0 25 0,0-25 16,25 1-16,-25-1 0,0 25 0,0-25 0,0 0 15,0 0-15,0 25 0,0-24 0,0 24 0,0-25 16,0 25-16,0-25 0,0 25 0,0 0 0,-25 0 0,25 0 16,0 0-16,0 0 0,0 0 0,0 0 0,0 0 15,0 0-15,-25 0 0,25 0 0,0 0 0,0 25 16,0-25-16,0 0 0,0 0 0,0 25 0,0-25 0,0 0 15,0 0-15,0 24 0,0-24 0,0 0 0,0 0 0</inkml:trace>
  <inkml:trace contextRef="#ctx0" brushRef="#br0" timeOffset="219878.5763">25053 15255 0,'0'0'0,"0"0"16,0 0-16,0 0 0,0 0 0,0 0 0,0 0 0,0 0 16,0 0-16,0 0 0,0-25 0,0 25 0,0 0 15,0 0-15,0 0 0,0 0 0,0 0 0,0 0 0,0 0 16,0 0-16,0 0 0,0 0 0,0 0 0,25 0 15,-25 0-15</inkml:trace>
  <inkml:trace contextRef="#ctx0" brushRef="#br0" timeOffset="220024.5844">25127 15404 0,'0'0'0,"0"0"15,0 25-15,0-25 0,0 0 0,0 0 0,0 0 16,0 24-16,0-24 0,25 0 0,-25 25 0,0-25 16,0 0-16,0 25 0,-25-25 0,25 0 0,0 25 15,0-25-15,0 0 0,0 25 0,0-25 0,-25 0 0,25 24 16,0-24-16,0 0 0,-24 25 0,24-25 0,0 0 15,0 0-15,0 25 0,0-25 0,0 0 0,0 0 16,0 0-16,0 0 0,0 0 0,0 0 0,0 0 0,0 0 16</inkml:trace>
  <inkml:trace contextRef="#ctx0" brushRef="#br0" timeOffset="220406.6065">25524 15106 0,'0'-25'0,"0"25"0,-25 0 15,25-25-15,0 25 0,0 0 0,-25-24 0,25 24 16,0 0-16,0 0 0,-24 0 0,24 0 0,0 0 16,0 0-16,-25 0 0,25 0 0,0 24 0,0-24 15,-25 0-15,25 25 0,0-25 0,0 25 0,0 0 0,-25-25 16,25 25-16,0-1 0,0 1 0,0 0 0,0 0 15,0-25-15,0 25 0,0-1 0,0 1 0,0 0 16,0 0-16,0-25 0,0 25 0,0 0 0,25-25 0,-25 24 16,0-24-16,0 25 0,25-25 0,-25 0 0,0 25 15,25-25-15,-25 0 0,0 0 0,24 0 0,-24-25 0,25 25 16,-25 0-16,25-25 0,-25 25 0,25-24 0,-25 24 15,25-25-15,-25 0 0,0 25 0,24-25 0,-24 0 0,0 0 16,0 1-16,0-1 0,0 0 0,0 25 0,0-25 0,0 0 16,0 1-16,0 24 0,0-25 0,-24 25 0,24-25 15,0 25-15,0 0 0,0 0 0,0-25 0,0 25 16,0 0-16,0 0 0,0 0 0,0 0 0,0 0 0,0 0 15,0 0-15,0 0 0,0 25 0,0-25 0,0 0 16,0 0-16,0 0 0,0 0 0,0 0 0,0 0 16,0 25-16,0-25 0,24 0 0</inkml:trace>
  <inkml:trace contextRef="#ctx0" brushRef="#br0" timeOffset="220695.623">25995 14833 0,'0'0'0,"0"0"0,25 0 16,-25 0-16,0 0 0,25 0 0,-25 25 0,0-25 15,0 0-15,25 25 0,-25-25 0,0 0 0,25 25 16,-25-1-16,0-24 0,0 25 0,0 0 0,0 0 0,24 0 15,-24-1-15,-24 1 0,24 0 0,0 0 0,0 0 16,0-25-16,0 24 0,0 1 0,-25 0 0,25 0 0,0 0 16,0-1-16,-25 1 0,25-25 0,0 25 0,-25 0 15,25 0-15,-25-25 0,25 25 0,-24-1 0,24-24 16,-25 25-16,25 0 0,-25-25 0,0 0 0,25 25 0,-25-25 15,25 25-15,-25-25 0,1 0 0,24 0 0,-25 0 16</inkml:trace>
  <inkml:trace contextRef="#ctx0" brushRef="#br0" timeOffset="221054.6436">26566 15304 0,'0'0'0,"0"0"16,-25 0-16,25 0 0,0 0 0,0 0 0,0-24 0,0 24 15,0 0-15,0 0 0,0 0 0,0 0 0,0 0 16,0 0-16,0 0 0,0 0 0,0 0 0,25 0 16,-25 0-16,0 0 0,0 0 0,0 0 0,0 0 0,0 0 15,0 24-15,0-24 0,0 0 0,0 0 0,0 0 16</inkml:trace>
  <inkml:trace contextRef="#ctx0" brushRef="#br0" timeOffset="221257.6552">26591 15553 0,'0'0'0,"24"0"15,-24 0-15,0 24 0,25-24 0,-25 0 0,0 0 16,25 0-16,-25 25 0,25-25 0,-25 0 0,0 25 16,0-25-16,25 25 0,-25-25 0,0 0 0,0 25 0,0-25 15,0 24-15,0-24 0,0 25 0,-25-25 0,25 25 16,0-25-16,-25 25 0,25-25 0,-25 0 0,0 25 0,1-25 15,24 24-15,-25-24 0,0 25 0,0-25 0,25 0 16,-25 0-16,1 25 0,24-25 0,-25 0 0,0 0 0</inkml:trace>
  <inkml:trace contextRef="#ctx0" brushRef="#br0" timeOffset="222489.7256">26467 15354 0,'0'0'0,"-25"0"0,25 0 0,0 0 16,0 0-16,0-25 0,0 25 0,0 0 0,-25 0 16,25 0-16,0 0 0,0 0 0,0 0 0,0 0 0,0 0 15,0 0-15,0 0 0,0 0 0,0-25 0,0 25 16,0 0-16,0 0 0,0 0 0,0 0 0,0 0 0,0 0 15,0 0-15,0 0 0,0 0 0,0 0 0,0 0 16,0 0-16,0 0 0,0 0 0,0 0 0,0 0 16,0 0-16,0 0 0,0 0 0,0 0 0,0 0 0,0 0 15,0 0-15,0 0 0,0 0 0,0 0 0,0 0 16,0 0-16,0 0 0,0 0 0,0 0 0,0 0 0,25 0 15,-25 0-15,0 0 0,0 0 0,25 0 0,-25 0 16,24 25-16,-24-25 0,25 0 0,-25 0 0,25 0 0,0 0 16,-25 0-16,25 0 0,-25 0 0,24 0 0,-24 0 15,25 0-15,-25 0 0,0 0 0,25 0 0,-25 25 16,0-25-16,25 0 0,-25 0 0,0 0 0,0 0 0,25 0 15,-25 0-15,0 0 0,0 0 0,0 0 0,0 0 16</inkml:trace>
  <inkml:trace contextRef="#ctx0" brushRef="#br0" timeOffset="222788.7427">26665 15056 0,'0'0'0,"-25"0"0,25 0 0,0 0 0,0 0 16,0 0-16,0 0 0,0 0 0,0 0 0,0 0 0,0 0 16,0 0-16,0 0 0,0 25 0,-25-25 0,25 0 15,0 0-15,0 25 0,0-25 0,0 25 0,-24-25 0,24 25 16,0-1-16,0-24 0,0 25 0,0 0 0,0 0 15,0-25-15,0 25 0,0-1 0,0 1 0,0 0 16,0 0-16,0 0 0,0 0 0,0-25 0,0 24 0,0 1 16,0 0-16,0 0 0,0-25 0,24 25 0,-24-1 15,0-24-15,0 25 0,0 0 0,0-25 0,0 25 16,0-25-16,0 0 0,0 25 0,0-25 0,0 0 0,0 0 15,-24 0-15</inkml:trace>
  <inkml:trace contextRef="#ctx0" brushRef="#br0" timeOffset="223529.7851">27211 14932 0,'0'0'0,"0"0"0,0-24 0,0 24 0,0 0 16,0 0-16,0 0 0,0 0 0,0 0 0,0 0 0,0 0 16,0 0-16,0 0 0,0 0 0,0 0 0,0 0 15,0 24-15,-25-24 0,25 25 0,0-25 0,0 25 16,0 0-16,0 0 0,0-1 0,0-24 0,0 25 15,0 0-15,0 0 0,0 0 0,0-1 0,0 1 0,0 0 16,0 0-16,0 0 0,0-1 0,0 1 0,0-25 0,0 25 16,0 0-16,0 0 0,0-25 0,0 25 0,0-1 15,0-24-15,0 25 0,0-25 0,0 25 0,0-25 16,0 25-16,-25-25 0,25 0 0,0 0 0,0 0 0,0 25 15,25-25-15,-25 0 0,0 0 0,0 0 0,0 0 16,0 0-16,0 0 0,0-25 0,0 25 0,0 0 16,0 0-16,0-25 0,0 25 0,0 0 0,0-25 0,0 25 15,0-25-15,0 25 0,0-24 0,0 24 0,0-25 0,0 25 16,0-25-16,25 25 0,-25 0 0,0-25 0,0 25 15,0 0-15,0 0 0,25 0 0,-25 0 0,0 0 16,0 0-16,24 0 0,-24 0 0,25 0 0,-25 0 0,0 0 16,25 25-16,-25-25 0,25 0 0,-25 25 0,0-25 15,25 25-15,-25-25 0,0 24 0,0-24 0,24 25 0,-24-25 16,0 25-16,0-25 0,0 25 0,0-25 0,0 25 15,0-25-15,0 24 0,0-24 0,0 0 0,-24 25 16,24-25-16,0 0 0,0 0 0,-25 0 0,25 25 0,0-25 16,-25 0-16,25 0 0,0 0 0,-25 0 0,25 0 15,-25 0-15,25 0 0,0 0 0,-24 0 0,24 0 0,-25-25 16,25 25-16,0 0 0,0 0 0,0 0 0,-25 0 15,25 0-15,0-25 0,0 25 0,0 0 0,25 0 16,-25 0-16,0-24 0,0 24 0,25 0 0,-25 0 0,24-25 16,-24 25-16,25 0 0,0 0 0</inkml:trace>
  <inkml:trace contextRef="#ctx0" brushRef="#br0" timeOffset="223813.8013">28029 15056 0,'0'-24'0,"0"24"0,0-25 16,-25 25-16,25 0 0,0-25 0,0 25 0,0 0 16,0 0-16,-24 0 0,24 0 0,0 0 0,0 0 15,-25 0-15,25 0 0,0 0 0,-25 25 0,25-25 0,0 25 16,-25-25-16,25 24 0,-25 1 0,25 0 0,-24 0 15,24 0-15,0-1 0,-25 1 0,25 0 0,-25 0 0,25 0 16,0-1-16,0 1 0,0 0 0,0 0 0,0 0 16,0 0-16,0-1 0,0 1 0,0 0 0,25 0 15,-25 0-15,0-1 0,25-24 0,-1 25 0,-24 0 0,25-25 16,0 25-16,-25-25 0,25 25 0,0-25 0,-1 0 15,1 0-15,0 24 0,-25-24 0,25 0 0</inkml:trace>
  <inkml:trace contextRef="#ctx0" brushRef="#br0" timeOffset="224277.8279">28228 15453 0,'0'0'0,"0"0"0,0 0 0,0 0 0,0 0 16,0 0-16,0 0 0,0-24 0,0 24 0,0 0 15,0 0-15,0 0 0,0 0 0,0 0 0,0 0 0,0 0 16,0 0-16,0 0 0,25 0 0,-25 0 0,24 0 16,-24 0-16,25 0 0,-25 0 0,25 0 0,-25 0 0,25 0 15,0 0-15,-25 0 0,24 0 0,1 0 0,-25 24 16,25-24-16,-25 0 0,25 0 0,-25 0 0,25 0 0,-25 0 15,24 0-15,-24 0 0,25 0 0</inkml:trace>
  <inkml:trace contextRef="#ctx0" brushRef="#br0" timeOffset="224708.8526">28649 15528 0,'0'0'0,"25"0"0,-25-25 15,0 25-15,0 0 0,0 0 0,0 0 0,0-25 0,0 25 16,25 0-16,-25 0 0,0-25 0,0 25 0,0 0 0,0-24 16,25 24-16,-25 0 0,0-25 0,0 25 0,25-25 15,-25 25-15,0-25 0,0 25 0,24-25 0,-24 25 0,0-25 16,0 25-16,25-24 0,-25-1 0,0 25 0,0-25 15,25 0-15,-25 25 0,0-25 0,0 1 0,0 24 16,0-25-16,0 25 0,25-25 0,-25 25 0,0-25 0,0 25 16,0-25-16,0 25 0,0 0 0,0-24 0,0 24 15,0 0-15,0 0 0,0 0 0,0 0 0,0 0 16,0 0-16,0 0 0,0 0 0,0 0 0,0 0 0,0 0 15,0 0-15,0 0 0,0 24 0,0-24 0,0 25 16,-25-25-16,25 25 0,0 0 0,0 0 0,0-25 0,25 24 16,-25 1-16,0 0 0,0 0 0,-25 0 0,25-1 15,0-24-15,0 25 0,0 0 0,0 0 0,0-25 0,0 25 16,0 0-16,0-25 0,0 24 0,0-24 0,0 25 15,0-25-15,0 25 0,0-25 0,0 0 0,0 0 16,0 25-16,0-25 0,0 0 0,0 0 0,25 0 0,-25 0 16,0 0-16,25 0 0,-25 0 0,24-25 0,-24 25 15,0 0-15,25-25 0</inkml:trace>
  <inkml:trace contextRef="#ctx0" brushRef="#br0" timeOffset="224931.8653">29220 15304 0,'0'0'0,"0"0"0,0 0 0,25 0 0,-25-24 0,0 24 16,0 0-16,0 0 0,0 0 0,0 0 0,0 0 15,0 0-15,-25 0 0,25 0 0,0 0 0,0 0 16,0 0-16,0 24 0,0-24 0,0 0 0,0 0 0,-25 0 16,25 0-16,0 25 0,0-25 0</inkml:trace>
  <inkml:trace contextRef="#ctx0" brushRef="#br0" timeOffset="225089.8743">29270 15478 0,'0'0'0,"24"0"0,-24 0 15,0 0-15,0 0 0,0 0 0,25 25 0,-25-25 0,0 0 16,0 0-16,0 25 0,25-25 0,-25 0 0,0 25 16,0-25-16,0 24 0,0-24 0,0 25 0,0-25 15,0 25-15,0-25 0,0 25 0,0-25 0,-25 25 0,25-1 16,0-24-16,-25 25 0,25-25 0,-24 25 0,24-25 15,0 0-15,-25 25 0,25-25 0,-25 25 0,25-25 16,0 0-16,-25 0 0,25 0 0,0 0 0,0 24 0,-25-24 0,25 0 16,0-24-16,0 24 0,0 0 0</inkml:trace>
  <inkml:trace contextRef="#ctx0" brushRef="#br0" timeOffset="225561.9013">29790 15280 0,'25'-25'0,"-25"25"0,0-25 0,0 0 16,0 25-16,0-25 0,0 25 0,0-24 0,0 24 0,0-25 16,0 25-16,0-25 0,0 25 0,0 0 15,0 0-15,0-25 0,0 25 0,0 0 0,-25 0 0,25 0 16,0 0-16,0 0 0,0 0 0,0 0 0,0 0 0,0 25 15,0-25-15,-24 0 0,24 0 0,0 25 0,0-25 16,-25 25-16,25-1 0,0-24 0,-25 25 0,25 0 0,0-25 16,-25 25-16,25 0 0,0-1 0,0 1 0,-25 0 15,25 0-15,0 0 0,0 0 0,0-25 0,0 24 0,0 1 16,0 0-16,0-25 0,0 25 0,0 0 0,0-25 15,0 0-15,0 24 0,25-24 0,-25 25 0,0-25 16,0 0-16,25 0 0,-25 0 0,0 25 0,25-25 0,-25-25 16,25 25-16,-25 0 0,24 0 0,-24 0 0,25-25 15,-25 25-15,25 0 0,-25-24 0,25 24 0,-25-25 0,25 25 16,-25-25-16,0 25 0,24-25 0,-24 0 0,0 25 15,0-24-15,25-1 0,-25 0 0,0 25 0,0-25 16,0 0-16,0 0 0,0 25 0,0-24 0,0-1 0,0 25 16,0-25-16,0 25 0,0 0 0,0 0 0,0-25 15,0 25-15,0 0 0,0 0 0,0 0 0,0 0 16,0 0-16,0 0 0,0 0 0,0 0 0,0 0 0,0 25 15,-25-25-15,25 0 0,0 0 0,0 0 0,0 25 16,0-25-16,0 0 0,0 0 0,0 25 0,0-25 0,0 0 16,0 0-16,0 24 0,0-24 0,0 0 0,25 0 15</inkml:trace>
  <inkml:trace contextRef="#ctx0" brushRef="#br0" timeOffset="225725.9107">30088 15429 0,'0'0'0,"0"0"0,0 0 0,0 0 15,0 0-15,0 0 0,0 0 0,0 0 0,0 0 0,0 0 16,0 0-16,0 0 0,0 0 0,25 0 0,-25 0 15,0 0-15,0 0 0,0 0 0,0 0 0,25 24 16,-25-24-16,0 0 0,0 0 0,0 0 0,0 25 0,0-25 16,24 0-16,-24 0 0,0 25 0,0-25 0,0 0 15,0 0-15,0 25 0</inkml:trace>
  <inkml:trace contextRef="#ctx0" brushRef="#br0" timeOffset="225899.9207">30212 15602 0,'0'0'0,"0"0"0,0 0 0,0 0 15,25 0-15,-25 25 0,0-25 0,0 0 0,0 0 0,0 0 16,0 25-16,0-25 0,0 0 0,0 25 0,0-25 15,-25 0-15,25 24 0,0-24 0,0 25 0,-25-25 0,25 25 16,0-25-16,-25 25 0,25-25 0,-24 25 0,24-25 16,-25 24-16,25-24 0,-25 0 0,25 25 0,0-25 0,-25 0 15,25 25-15,0-25 0,0 0 0,0 0 0,-25 25 16,25-25-16,25 0 0</inkml:trace>
  <inkml:trace contextRef="#ctx0" brushRef="#br0" timeOffset="226302.9437">30634 15553 0,'0'-25'15,"0"25"-15,0-25 0,0 25 0,25 0 0,-25-25 16,0 25-16,24-25 0,-24 25 0,0-24 0,25 24 0,-25-25 15,0 25-15,25-25 0,-25 25 0,25-25 0,-25 25 16,0-25-16,25 25 0,-25-25 0,0 1 0,0 24 0,24-25 16,-24 25-16,0-25 0,0 25 0,25-25 0,-25 25 15,0-25-15,0 25 0,0-24 0,0 24 0,0-25 0,25 25 16,-25-25-16,0 25 0,0 0 0,0-25 0,0 25 15,0-25-15,25 25 0,-25 0 0,0 0 0,0-24 0,25 24 16,-25 0-16,0 0 0,0 0 0,0 0 0,0 0 16,0 0-16,0 0 0,0 0 0,0 0 0,0 24 0,0-24 15,0 0-15,0 25 0,0-25 0,0 25 0,0 0 0,0-25 16,0 25-16,0-1 0,0-24 0,0 25 0,0 0 15,0 0-15,0-25 0,0 25 0,0-25 0,-25 24 16,25 1-16,0-25 0,0 25 0,0 0 0,0-25 0,0 25 16,0-25-16,0 25 0,0-25 0,0 24 0,0-24 15,0 25-15,0-25 0,0 25 0,0-25 0,0 0 0,0 25 16,0-25-16,0 0 0,0 0 0,25 25 0,-25-25 15,0 0-15,0 0 0,24 0 0</inkml:trace>
  <inkml:trace contextRef="#ctx0" brushRef="#br0" timeOffset="226449.9522">31179 15304 0,'0'0'0,"0"-24"0,0 24 0,0-25 16,0 25-16,0 0 0,0-25 0,0 25 0,0 0 16,0 0-16,0 0 0,0 0 0,0 0 0,0 0 15,0 0-15,25 0 0,-25 0 0,0 0 0,0 0 0,0 0 16,0 25-16,0-25 0,0 0 0</inkml:trace>
  <inkml:trace contextRef="#ctx0" brushRef="#br0" timeOffset="226663.9643">31254 15453 0,'0'0'0,"25"0"0,-25 0 16,0 0-16,0 0 0,0 0 0,0 0 0,0 0 16,25 0-16,-25 0 0,0 25 0,0-25 0,0 0 15,0 25-15,24-25 0,-24 0 0,0 25 0,0-25 0,0 25 16,0-25-16,-24 24 0,24-24 0,0 25 0,0-25 15,-25 25-15,25-25 0,0 25 0,-25-25 0,25 25 0,-25-25 16,25 24-16,0-24 0,-25 25 0,25-25 0,-25 0 16,25 25-16,-24-25 0,24 0 0,0 25 0,0-25 0,-25 0 15,25 0-15,0 25 0,0-25 0,0 0 0</inkml:trace>
  <inkml:trace contextRef="#ctx0" brushRef="#br0" timeOffset="227082.9883">31601 15577 0,'0'-24'0,"0"24"16,0 0-16,25-25 0,-25 25 0,0 0 0,0-25 0,25 25 15,-25 0-15,0-25 0,25 25 0,-25-25 0,0 25 16,24-24-16,-24 24 0,0-25 0,0 25 0,25-25 15,-25 25-15,0-25 0,25 25 0,-25-25 0,0 25 0,0-25 16,25 25-16,-25-24 0,0 24 0,25-25 0,-25 0 0,0 25 16,0-25-16,24 25 0,-24-25 0,0 25 0,25-24 0,-25 24 15,0 0-15,25-25 0,-25 25 0,0-25 0,0 25 16,0 0-16,25-25 0,-25 25 0,0 0 0,0 0 0,0 0 15,0-25-15,0 25 0,0 0 0,0 25 0,0-25 16,0 0-16,0 0 0,0 25 0,0-25 0,0 25 0,0-25 16,0 25-16,0-25 0,0 24 0,0 1 0,0 0 0,0-25 15,0 25-15,0 0 0,0-1 0,0 1 0,-25-25 16,25 25-16,0 0 0,0-25 0,0 25 0,0 0 15,0-25-15,0 24 0,0-24 0,-25 25 0,25-25 0,0 25 16,0-25-16,0 25 0,0-25 0,0 25 0,0-25 0,0 0 16,0 24-16,0-24 0,0 0 0,0 0 0,0 25 0,0-25 15,0 0-15,0 0 0,0 0 0,0 0 0,0 0 16,0 0-16,0 0 0,0-25 0,0 25 0,0 0 15,0 0-15,25-24 0,-25 24 0</inkml:trace>
  <inkml:trace contextRef="#ctx0" brushRef="#br0" timeOffset="227428.0081">32296 14808 0,'25'0'0,"-25"0"0,0 0 0,0 0 0,0 0 16,24 0-16,-24 0 0,0 0 0,0 0 0,0 0 0,25 25 16,-25-25-16,0 0 0,0 0 0,0 0 0,0 25 15,25-25-15,-25 0 0,0 25 0,0-25 0,0 0 0,0 25 16,0-25-16,0 24 0,0-24 0,0 0 0,0 25 0,0 0 15,0-25-15,0 25 0,0-25 0,0 25 0,0-1 0,0-24 16,-25 25-16,25 0 0,0-25 0,0 25 0,0 0 16,-25-1-16,25 1 0,0-25 0,0 25 0,-24 0 0,24 0 15,0-1-15,-25 1 0,25-25 0,0 25 16,-25 0-16,25 0 0,-25 0 0,25-25 0,-25 24 0,0 1 0,25-25 15,-24 25-15,24 0 0,-25-25 0,0 0 0,0 25 0,25-25 16,-25 24-16,1-24 0,-1 0 0,25 0 0,-25 0 16,0 25-16,0-25 0,1 0 0,24 0 0</inkml:trace>
  <inkml:trace contextRef="#ctx0" brushRef="#br0" timeOffset="228749.0837">3175 16470 0,'-25'0'0,"25"0"0,0 0 0,0 0 16,-25 0-16,25 0 0,0 0 0,0 0 0,0 0 16,0 0-16,0 0 0,0 0 0,0 0 0,0 0 0,0 0 15,0 0-15,-24 0 0,24 0 0,0 0 0,0 0 0,0 0 0,0 25 16,24-25-16,-24 0 0,0 0 0,0 0 15,0 0-15,0 0 0,0 0 0,25 0 0,-25 0 0,0 0 16,0 0-16,0 0 0,25 0 0,-25 0 0,0 0 0,0 25 16,0-25-16,0 0 0,25 0 0,-25 0 0,0 0 15,25 25-15,-25-25 0,24 0 0,-24 0 0,25 0 0,0 0 16,-25 0-16,25 25 0,0-25 0,-25 0 0,24 0 15,1 0-15,-25 0 0,25 0 0,-25 0 0,25 0 0,-25 24 16,25-24-16,-25 0 0,24 0 0,-24 0 0,0 0 16,25 0-16,-25 0 0</inkml:trace>
  <inkml:trace contextRef="#ctx0" brushRef="#br0" timeOffset="228987.0973">3274 16694 0,'0'0'0,"0"0"0,0 0 0,0 0 0,0 0 0,0 0 0,0 0 15,0 0-15,0 0 0,0 0 0,0 0 0,0 0 0,0 0 16,0 0-16,0 0 0,25 0 0,-25 0 0,0 0 16,25 0-16,-25 0 0,0 0 0,25 0 0,-25 0 0,24 0 15,-24 0-15,0 0 0,25 0 0,-25 0 0,0 0 16,25-25-16,-25 25 0,25 0 0,-25 0 0,0 0 0,25 0 15,-25 0-15,24 0 0,-24-25 0,0 25 0</inkml:trace>
  <inkml:trace contextRef="#ctx0" brushRef="#br0" timeOffset="229256.1127">3497 16346 0,'0'0'0,"0"0"0,0 0 15,0 0-15,0 0 0,0 0 0,0 0 0,0-25 0,0 25 16,0 0-16,0 0 0,0 0 0,0 0 0,0 0 15,0 0-15,0 0 0,0 0 0,0 0 0,25 0 0,-25 0 16,0 0-16,25 25 0,-25-25 0,25 0 0,-25 0 16,25 0-16,-25 25 0,24-25 0,1 0 0,-25 25 0,25-25 15,-25 25-15,25-25 0,0 25 0,-25-25 0,25 24 16,-25-24-16,24 25 0,-24 0 0,0-25 0,0 25 0,0 0 15,0-1-15,0-24 0,0 25 0,0 0 0,0 0 16,-24-25-16,24 25 0,0-1 0,-25 1 16,25-25-16,-25 25 0,25 0 0,-25-25 0,0 25 0,25-25 0,-25 0 15,25 24-15,-24-24 0,24 0 0,0 0 0,-25 0 0,25 0 16,0 0-16,-25 0 0,25-24 0</inkml:trace>
  <inkml:trace contextRef="#ctx0" brushRef="#br0" timeOffset="232192.2806">5159 16148 0,'0'0'0,"0"0"0,0-25 0,-24 25 0,24 0 0,0 0 16,0 0-16,0 0 0,0 0 0,0-25 0,0 25 16,-25 0-16,25 0 0,0 0 0,0 0 0,0 0 0,0 0 15,0 0-15,0 0 0,0 0 0,0 0 0,0 0 0,0 0 16,0 0-16,0 0 0,0 0 0,0 0 0,0 0 15,0 0-15,0 0 0,0 0 0,0 0 0,-25 0 0,25 0 16,0 0-16,0 0 0,0 0 0,0 0 0,0 0 16,0 25-16,0-25 0,0 0 0,0 0 0,0 0 0,0 25 15,0-25-15,-25 0 0,25 0 0,0 0 0,0 25 16,0-25-16,0 0 0,25 24 0,-25-24 0,0 0 0,0 25 15,0-25-15,0 0 0,0 25 0,0-25 0,0 0 0,0 25 16,25-25-16,-25 0 0,0 25 0,0-25 16,25 0-16,-25 0 0,0 24 0,24-24 0,-24 0 0,0 0 15,25 25-15,-25-25 0,0 0 0,25 0 0,-25 25 0,0-25 16,0 0-16,25 0 0,-25 25 0,0-25 0,0 0 15,0 0-15,25 25 0,-25-25 0,0 0 0,0 25 0,0-25 16,0 0-16,0 24 0,0-24 0,-25 0 0,25 25 16,0-25-16,0 25 0,0-25 0,0 0 0,0 25 0,0-25 15,0 0-15,-25 25 0,25-25 0,0 0 0,0 24 16,0-24-16,-25 0 0,25 0 0,0 0 0,0 25 0,0-25 15,0 0-15,-25 0 0,25 0 0,0 0 0,0 0 0,0 0 16,0 0-16,0 0 0,0 0 0,0 0 0,0 0 16,0 0-16,0-25 0,0 25 0,0 0 0,0 0 0,0 0 15,0 0-15,25 0 0,-25 0 0,0 0 0,0 0 16,0 0-16,0 0 0,0 0 0,0 0 0,25 0 0,-25 0 15,0 0-15,0 25 0,0-25 0,25 0 0,-25 25 0,0-25 16,0 25-16,0-25 0,0 25 0,0-1 0,0-24 16,0 25-16,25 0 0,-25-25 0,0 25 0,0 0 0,0-1 15,0-24-15,0 25 0,0 0 0,0-25 0,0 25 16,0 0-16,0-25 0,0 24 0,0-24 0,0 25 0,0-25 15,0 0-15,0 25 0,0-25 0,0 0 0,24 0 0,-24 25 16,0-25-16,0 0 0,0 0 0,0 0 0,0 0 16,0-25-16,25 25 0,-25 0 0,0 0 0,0-25 0</inkml:trace>
  <inkml:trace contextRef="#ctx0" brushRef="#br0" timeOffset="232525.2996">5804 16446 0,'0'-25'0,"0"25"0,-25 0 0,25 0 0,0-25 0,-24 25 15,24 0-15,0 0 0,-25 0 0,25 0 0,0 0 0,-25 0 16,25 0-16,0 0 0,-25 0 0,25 0 0,0 0 16,-25 0-16,25 0 0,0 25 0,-24-25 0,24 0 0,0 25 15,-25-25-15,25 24 0,0 1 0,-25 0 0,25-25 16,0 25-16,0 0 0,-25-1 0,25 1 0,0 0 0,0 0 15,0 0-15,25-1 0,-25 1 0,0 0 0,0 0 0,25 0 16,-25-1-16,25 1 0,-25 0 0,24-25 0,1 25 16,0 0-16,-25-25 0,25 24 0,0-24 0,-1 0 0,1 25 15,0-25-15,25 0 0,-25 0 0,-1 0 0,1 0 16,0 0-16</inkml:trace>
  <inkml:trace contextRef="#ctx0" brushRef="#br0" timeOffset="233106.3329">6226 16594 0,'0'0'0,"-25"-24"16,25 24-16,0 0 0,-25 0 0,25 0 0,-24-25 0,24 25 15,0 0-15,0 0 0,0 0 0,-25-25 0,25 25 16,0 0-16,0 0 0,0 0 0,0 0 0,0-25 0,25 25 15,-25 0-15,0 0 0,0 0 0,0 0 0,0-25 16,24 25-16,-24 0 0,0 0 0,0 0 0,0 0 0,0 0 16,0 0-16,25 0 0,-25 0 0,0 0 0,0 0 15,0 0-15,25 0 0,-25 0 0,0 25 0,0-25 0,25 0 16,-25 25-16,0-25 0,0 25 0,0-25 0,0 25 15,25-25-15,-25 24 0,0-24 0,0 25 0,0 0 0,0-25 16,-25 25-16,25-25 0,0 25 0,0-1 0,0-24 16,-25 25-16,25 0 0,0-25 0,-25 25 0,25 0 0,0-25 15,-25 24-15,25-24 0,0 25 0,-24 0 0,24-25 0,0 0 16,-25 25-16,25-25 0,0 0 0,0 25 0,0-25 15,0 0-15,0 0 0,0 0 0,0 0 0,0 0 0,0 0 16,0 0-16,25 0 0,-25 0 0,0 0 0,24 0 0,-24 0 16,25 0-16,-25 0 0,25 0 0,-25 0 0,25 0 15,0 0-15,-1 0 0,1 0 0,-25-25 0,25 25 0,0 0 16,0 0-16,-25 0 0,24 0 0,-24 0 0,25 0 15,0 0-15,-25 0 0,25 0 0,-25 0 0,25 0 0,-25-25 16,0 25-16,24 0 0,-24 0 0</inkml:trace>
  <inkml:trace contextRef="#ctx0" brushRef="#br0" timeOffset="233314.3448">6598 16793 0,'0'0'0,"0"0"0,0 0 0,0-25 0,-25 25 0,25 0 16,0 0-16,0 0 0,0-25 0,0 25 0,0 0 15,0 0-15,0 0 0,0 0 0,0 0 0,0 25 0,0-25 16,0 0-16,0 0 0,0 0 0,0 0 0,0 25 15,0-25-15,0 0 0,0 0 0,0 25 0,0-25 0,0 0 16,0 0-16,25 0 0,-25 24 0</inkml:trace>
  <inkml:trace contextRef="#ctx0" brushRef="#br0" timeOffset="233538.3576">6772 16942 0,'0'0'0,"0"0"0,0 0 0,0 0 0,0 0 0,0 0 0,0 0 15,0 0-15,0 24 0,0-24 0,0 0 0,0 0 0,24 0 0,-24 0 0,0 25 0,0-25 0,0 0 16,0 25-16,0-25 0,0 0 0,0 25 0,0-25 15,0 25-15,0-25 0,0 24 0,0-24 0,-24 25 0,24-25 16,0 25-16,0-25 0,0 25 0,0-25 0,0 25 0,0-25 16,0 0-16,0 24 0,0-24 0,-25 0 0,25 25 15,0-25-15,0 0 0,0 0 0,25 0 0,-25 0 0,0 0 16,0 0-16,0 0 0,0-25 0,0 25 0,24 0 15,-24 0-15,0-24 0,0 24 0</inkml:trace>
  <inkml:trace contextRef="#ctx0" brushRef="#br0" timeOffset="233832.3743">6945 17090 0,'0'0'0,"0"0"0,0-24 0,0 24 0,0 0 0,0 0 16,0 0-16,0 0 0,0-25 0,0 25 0,0 0 0,25-25 16,-25 25-16,0 0 0,0-25 0,25 25 0,-25-25 15,0 1-15,0 24 0,25-25 0,-25 25 0,0-25 0,0 0 16,0 25-16,25-25 0,-25 1 0,0 24 0,0-25 15,0 0-15,0 25 0,0-25 0,0 25 0,24-25 0,-24 25 16,0-24-16,0 24 0,0-25 0,0 25 0,-24 0 16,24 0-16,0 0 0,0-25 0,0 25 0,0 0 0,0 0 15,0 0-15,0 0 0,0 0 0,0 0 0,0 0 16,0 0-16,0 0 0,0 0 0,0 0 0,0 0 0,0 0 15,0 0-15,0 0 0,0 0 0,0 0 0,0 0 0,24 25 16,-24-25-16,0 25 0,0-25 0,0 0 0,0 24 16,0 1-16,0-25 0,0 25 0,0-25 0,0 25 0,0-25 15,25 25-15,-25-25 0,0 0 0,0 24 0,0-24 16,0 25-16,0-25 0,0 0 0,25 25 0,-25-25 0,0 25 15,0-25-15,0 0 0,0 0 0,25 25 0,-25-25 16,0 0-16,0 0 0,0 0 0,0 0 0,0 0 0,0 0 16,0 0-16,0 0 0,0 0 0,25 0 0,-25 0 0,0-25 15</inkml:trace>
  <inkml:trace contextRef="#ctx0" brushRef="#br0" timeOffset="234033.3859">7367 16669 0,'0'0'0,"0"0"0,-25 0 0,25 0 15,0 0-15,0-25 0,0 25 0,0 0 0,0 0 16,0 0-16,0 0 0,0 0 0,0 0 0,0 0 0,0 0 16,0 0-16,0 0 0,0 0 0,0 0 0,0 25 15,0-25-15,0 0 0,0 0 0,25 0 0,-25 0 16,0 0-16,0 25 0,0-25 0,0 0 0</inkml:trace>
  <inkml:trace contextRef="#ctx0" brushRef="#br0" timeOffset="234227.397">7466 16768 0,'0'25'0,"0"-25"0,0 0 15,0 0-15,0 0 0,0 0 0,0 0 0,0 0 0,0 0 16,0 0-16,25 0 0,-25 0 0,0 0 0,0 25 16,0-25-16,25 0 0,-25 0 0,0 0 0,0 0 0,0 24 15,25-24-15,-25 0 0,0 0 0,0 25 0,0-25 0,0 25 16,0-25-16,0 25 0,0-25 0,0 25 0,0-1 15,0-24-15,0 25 0,-25 0 0,25-25 0,0 25 0,-25 0 16,25-25-16,-25 24 0,25 1 0,0-25 0,-25 25 16,25-25-16,0 0 0,0 25 0</inkml:trace>
  <inkml:trace contextRef="#ctx0" brushRef="#br0" timeOffset="234655.4213">7863 16793 0,'0'-25'0,"0"25"0,0 0 16,-25 0-16,25 0 0,0 0 0,0 0 0,0 0 0,0-25 15,0 25-15,0 0 0,0 0 0,0-25 0,25 25 0,-25 0 16,0-24-16,0 24 0,25-25 0,-25 25 0,0 0 16,25-25-16,-25 25 0,0-25 0,0 25 0,24-25 0,-24 25 15,0-24-15,0 24 0,0 0 0,0-25 0,0 25 16,0 0-16,0-25 0,0 25 0,0 0 0,0 0 0,0-25 15,0 25-15,0 0 0,0 0 0,0 0 0,0 0 16,0 0-16,0 0 0,0 0 0,0 0 0,0 0 0,0 0 16,0 0-16,0 0 0,0 0 0,0 0 0,0 0 15,0 0-15,0 0 0,0 25 0,0-25 0,0 0 0,0 25 16,0-25-16,25 25 0,-25-25 0,0 24 0,0-24 15,0 25-15,0-25 0,0 25 0,25-25 0,-25 25 0,0-25 16,0 25-16,0-25 0,0 24 0,0-24 0,0 25 0,0-25 16,0 25-16,25-25 0,-25 25 0,0-25 0,0 25 15,0-25-15,0 24 0,0-24 0,25 0 0,-25 25 0,0-25 16,0 0-16,0 0 0,0 25 0,0-25 0,0 0 15,0 0-15,0 0 0,25-25 0,-25 25 0,0 0 0</inkml:trace>
  <inkml:trace contextRef="#ctx0" brushRef="#br0" timeOffset="234819.4309">8285 16718 0,'0'0'16,"0"0"-16,0 0 0,0-24 0,0 24 0,0 0 0,0 0 15,0 0-15,0 0 0,0 0 0,0 0 0,0 24 16,0-24-16,0 0 0,0 0 0,0 0 0,0 0 0,0 0 15,0 0-15,0 0 0,0 25 0,0-25 0,0 0 0</inkml:trace>
  <inkml:trace contextRef="#ctx0" brushRef="#br0" timeOffset="235081.4458">8458 16842 0,'0'0'0,"0"0"0,25 0 15,-25 25-15,0-25 0,0 0 0,0 0 0,0 0 16,0 25-16,0-25 0,0 0 0,0 0 0,0 25 0,0-25 15,0 0-15,0 25 0,25-25 0,-25 0 0,0 24 0,0-24 16,-25 25-16,25-25 0,0 25 0,0-25 0,0 25 16,0-25-16,-25 25 0,25-25 0,0 24 0,-24-24 0,24 25 15,-25-25-15,25 25 0,0-25 0,-25 0 0,25 25 16,-25-25-16</inkml:trace>
  <inkml:trace contextRef="#ctx0" brushRef="#br0" timeOffset="236796.5439">7665 16421 0,'0'0'0,"0"0"16,0 0-16,0 0 0,0 0 0,0 0 0,0 0 0,0 0 16,0 0-16,0 0 0,0 0 0,0-25 15,0 25-15,0 0 0,0 0 0,0 0 0,0 0 0,0 0 0,0 0 16,0 0-16,0-25 0,0 25 0,0 0 0,0 0 0,0 0 15,0 0-15,0 0 0,0 0 0,0 0 0,0 0 16,0 0-16,0 0 0,0 0 0,0 0 0,0 0 0,0 0 16,0 0-16,0 0 0,0 0 0,0 0 15,0 0-15,0 0 0,0 0 0,0 0 0,-25 0 0,25 0 0,0 0 16,0 0-16,0 0 0,0 0 0,0 0 0,0 0 15,0 0-15,0 25 0,0-25 0,0 0 0,0 0 0,-25 0 16,25 0-16,0 0 0,0 25 0,0-25 0,0 0 16,0 0-16,-25 0 0,25 25 0,0-25 0,0 24 15,0-24-15,0 0 0,0 25 0,0-25 0,0 0 0,0 25 16,0-25-16,0 0 0,0 25 0,0-25 0,0 25 0,0-25 15,0 0-15,0 24 0,0-24 0,0 25 0,0-25 16,0 0-16,25 25 0,-25-25 0,0 25 0,0-25 0,0 25 16,25-25-16,-25 24 0,0-24 0,0 25 0,0-25 15,25 0-15,-25 25 0,0-25 0,0 25 0,24-25 0,-24 0 16,0 25-16,0-25 0,25 0 0,-25 24 0,0-24 0,0 25 15,25-25-15,-25 0 0,0 25 0,25-25 0,-25 0 16,0 0-16,25 25 0,-25-25 0,0 0 0,24 0 0,-24 0 16,0 0-16,25 25 0,-25-25 0,0 0 0,25 0 15,-25 0-15,0 0 0,0 0 0,25 0 0,-25 0 0,0 0 16,25 0-16,-25-25 0,0 25 0,24 0 0,-24 0 0,0 0 15,25 0-15,-25 0 0,0 0 0,25 0 0,-25 0 16,0 0-16,0 0 0,25-25 0,-25 25 0,0 0 0,0 0 16,0 0-16,25 0 0,-25 0 0,0 0 0,0 0 15,0 0-15,25 0 0,-25-25 0,0 25 0,0 0 0,0 0 16,0 0-16,0-25 0,0 25 0,0 0 0,0-24 0,0 24 15,0 0-15,0-25 0,0 25 0,0-25 0,0 25 16,0-25-16,0 25 0,0 0 0,0-25 0,0 25 0,0-24 16,0 24-16,0-25 0,0 25 0,0-25 0,0 25 15,0-25-15,0 25 0,-25 0 0,25-25 0,0 25 0,0 0 16,0 0-16,0-24 0,0 24 0,0 0 0,0 0 0,0-25 15,0 25-15,0 0 0,-25 0 0,25-25 0,0 25 16,0 0-16,0 0 0,-25 0 0,25-25 0,0 25 16,-25 0-16,25 0 0,0 0 0,-25 0 0,25-25 0,-24 25 15,24 0-15,-25 0 0,25 0 0,-25 0 0,25 0 16,-25 0-16,25 0 0,0 0 0,-25 0 0,25-24 0,-24 24 15,24 0-15,-25 0 0,25 0 0,-25 0 0,25 0 16,0 0-16,-25 0 0,25 0 0,0 0 0,0 0 0,-25-25 16,25 25-16,0 0 0,0 0 0,0 0 0,0 0 15,0 0-15,0 0 0,0 0 0,25 25 0,-25-25 0,0 0 16,0 0-16,0 24 0,0-24 0,0 0 0,0 25 0,25-25 15</inkml:trace>
  <inkml:trace contextRef="#ctx0" brushRef="#br0" timeOffset="237552.5872">9203 16594 0,'0'0'0,"-25"0"0,25-24 0,0 24 0,-25 0 16,25 0-16,0 0 0,-25-25 0,25 25 0,0 0 15,-25 0-15,25 0 0,0 0 0,-24 0 0,24 0 0,0 0 16,0 0-16,-25 0 0,25 0 0,0 0 0,0 0 15,0 0-15,-25 0 0,25 0 0,0 25 0,0-25 0,0 0 16,0 0-16,-25 0 0,25 24 0,0-24 0,0 0 16,0 25-16,0-25 0,0 0 0,-25 25 0,25-25 0,0 0 15,0 25-15,0-25 0,0 25 0,0-25 0,0 24 0,25 1 16,-25-25-16,0 25 0,0 0 0,0-25 0,25 25 15,-25-1-15,25-24 0,-25 25 0,0 0 0,25-25 0,-1 25 16,-24-25-16,25 25 0,-25-25 0,25 24 0,0-24 16,-25 25-16,25-25 0,-1 0 0,-24 0 0,25 25 0,-25-25 15,25 0-15,0 0 0,-25-25 0,25 25 0,-25 0 0,0 0 16,24-25-16,-24 25 0,0-24 0,0 24 0,25-25 15,-25 25-15,0-25 0,0 0 0,0 25 0,0-25 0,0 1 16,0 24-16,-25-25 0,25 0 0,0 25 0,0-25 16,-24 0-16,24 25 0,0-24 0,-25 24 0,25-25 15,-25 25-15,25-25 0,-25 25 0,25 0 0,-25-25 0,25 25 16,0 0-16,-24 0 0,24 0 0,0 0 0,-25-25 15,25 25-15,0 0 0,0 0 0,0 0 0,0 0 0,-25 25 16,25-25-16,0 0 0,0 0 0,0 0 0,25 0 0,-25 0 16,0 0-16,0 0 0,0 0 0,25 0 15,-25 0-15,0 0 0,24 0 0,-24 0 0,25 0 0</inkml:trace>
  <inkml:trace contextRef="#ctx0" brushRef="#br0" timeOffset="237885.6062">9500 16272 0,'0'0'0,"0"0"0,25 0 0,-25-25 0,0 25 0,0 0 15,0 0-15,0 0 0,0 0 0,25 0 0,-25 25 16,0-25-16,25 0 0,-25 0 0,0 0 0,24 25 0,-24-25 16,25 0-16,-25 24 0,25-24 0,-25 25 0,25-25 15,0 25-15,-25-25 0,24 25 0,-24 0 0,25-25 0,-25 25 16,0-1-16,25 1 0,-25 0 0,25-25 0,-25 25 0,0 0 15,25-1-15,-25 1 0,0 0 0,0 0 0,0-25 16,0 25-16,0-1 0,0 1 0,0 0 0,0 0 0,-25 0 16,25-1-16,0-24 0,0 25 0,-25 0 0,25 0 15,0 0-15,-25-25 0,25 24 0,0 1 0,0-25 0,-25 25 16,25-25-16,0 0 0,0 25 0,-24-25 0,24 0 0</inkml:trace>
  <inkml:trace contextRef="#ctx0" brushRef="#br0" timeOffset="238133.6204">10021 16594 0,'25'-24'0,"-25"24"0,0 0 15,0 0-15,0 0 0,0 0 0,0-25 0,0 25 16,0 0-16,0 0 0,0 0 0,0 0 0,0 0 0,0 0 16,0 0-16,0 0 0,0 0 0,0 0 0,0 0 15,0 0-15,0 0 0,0 0 0,0 25 0,25-25 0,-25 0 16,0 0-16,0 24 0,0-24 0,0 0 0,0 25 0,0-25 15,25 0-15,-25 25 0,0-25 0,0 0 0</inkml:trace>
  <inkml:trace contextRef="#ctx0" brushRef="#br0" timeOffset="238327.6315">10269 16892 0,'0'0'0,"0"0"0,0 0 0,0 25 16,25-25-16,-25 0 0,0 0 0,0 0 0,0 0 0,0 0 16,0 25-16,0-25 0,25 0 0,-25 0 0,0 0 15,0 0-15,25 24 0,-25-24 0,0 0 0,0 0 0,0 0 16,0 25-16,24-25 0,-24 0 0,0 25 0,0-25 0,0 0 15,0 25-15,0-25 0,-24 25 0,24-1 0,0 1 16,0-25-16,-25 25 0,25 0 0,0 0 0,-25-25 0,25 24 16,0 1-16,-25 0 0,25 0 0,0-25 0,0 25 15,-25-1-15,25-24 0</inkml:trace>
  <inkml:trace contextRef="#ctx0" brushRef="#br0" timeOffset="238756.6561">10864 16396 0,'0'0'0,"0"-25"0,-24 25 16,24 0-16,0-25 0,-25 25 0,25 0 0,0 0 0,-25-25 16,25 25-16,-25 0 0,25 0 0,0 0 0,-25 0 15,25 0-15,0 0 0,-24 25 0,24-25 0,0 0 0,-25 0 16,25 25-16,0-25 0,0 25 0,-25 0 0,25-25 15,0 25-15,0-1 0,0 1 0,0 0 0,0 0 0,0 0 16,0-1-16,0 1 0,0 0 0,0 0 0,25 0 16,-25-1-16,0 1 0,25 0 0,-25 0 0,0 0 0,24-1 15,1 1-15,-25 0 0,25 0 0,0-25 0,0 25 0,-1-25 16,-24 24-16,25-24 0,0 0 0,0 0 0,0 0 15,-1 0-15,1 0 0,0 0 0,-25 0 0</inkml:trace>
  <inkml:trace contextRef="#ctx0" brushRef="#br0" timeOffset="239023.6713">11187 16694 0,'-25'0'0,"25"0"0,0 0 0,0 0 16,0 0-16,0 0 0,0 0 0,-25 0 0,25-25 0,0 25 15,0 0-15,25 0 0,-25 0 0,0 0 0,0 0 0,25 0 16,-25 0-16,0 0 0,25 0 0,-25 0 0,25 0 15,-25 0-15,24 0 0,-24 0 0,25 0 0,-25 0 16,25 25-16,0-25 0,-25 0 0,25 0 0,-25 0 0,24 0 16,-24 0-16,25 0 0,-25 0 0,25 0 0,-25 24 0</inkml:trace>
  <inkml:trace contextRef="#ctx0" brushRef="#br0" timeOffset="239381.6918">11733 16842 0,'0'0'16,"0"0"-16,0 0 0,0 0 0,0 0 0,0 0 0,0 0 15,0-24-15,0 24 0,0 0 0,24-25 0,-24 25 16,0 0-16,0-25 0,25 25 0,-25-25 0,0 25 0,25 0 16,-25-25-16,0 25 0,25-24 0,-25 24 0,0-25 0,25 25 15,-25-25-15,0 25 0,0 0 0,24-25 0,-24 25 16,0-25-16,0 25 0,0 0 0,0-24 0,0 24 15,0 0-15,0 0 0,0 0 0,0-25 0,0 25 0,0 0 16,0 0-16,-24 0 0,24 0 0,0 0 0,0 0 16,0 0-16,0 0 0,0 0 0,0 0 0,0 0 0,0 0 15,0 0-15,0 0 0,0 0 16,0 0-16,0 25 0,0-25 0,0 0 0,0 24 0,0-24 0,24 25 0,-24-25 15,0 25-15,0 0 0,0-25 0,0 25 0,0-1 0,0-24 16,0 25-16,0 0 0,25-25 0,-25 25 0,0-25 0,0 25 16,0-1-16,0-24 0,0 25 0,25-25 0,-25 25 15,0-25-15,0 25 0,0-25 0,25 25 0,-25-25 0,0 0 16,0 24-16,25-24 0,-25 0 0,0 0 0,0 0 15,0 0-15,24 0 0,-24 0 0,0 0 0,0-24 0</inkml:trace>
  <inkml:trace contextRef="#ctx0" brushRef="#br0" timeOffset="239721.7113">12328 16842 0,'0'0'0,"0"0"0,0 0 0,0 0 0,0 0 0,0 0 16,0 0-16,25 0 0,-25 25 0,0-25 0,0 0 16,0 0-16,0 0 0,0 25 0,0-25 0,0 0 0,0 0 15,25 25-15,-25-25 0,0 25 0,0-25 0,0 24 16,0-24-16,-25 25 0,25-25 0,0 25 0,0-25 0,0 25 15,0-25-15,-25 25 0,25-1 0,0-24 0,-25 25 0,25-25 16,-25 25-16,25-25 0,-24 25 0,24 0 0,-25-25 0,25 24 16,-25-24-16,25 25 0,-25-25 0</inkml:trace>
  <inkml:trace contextRef="#ctx0" brushRef="#br0" timeOffset="240231.7404">13122 16867 0,'0'0'0,"-25"0"16,25 0-16,0 0 0,0 0 0,0 0 0,0 0 0,0 0 15,0 0-15,0 0 0,0 0 0,0 0 0,0 0 0,0-25 16,0 25-16,0 0 0,0 0 0,0-24 0,0 24 16,0 0-16,25-25 0,-25 25 0,0-25 0,0 25 0,24 0 15,-24-25-15,0 25 0,25-25 0,-25 1 0,0 24 16,0-25-16,0 25 0,25-25 0,-25 25 0,0-25 0,0 25 15,0-25-15,0 25 0,0 0 0,0-24 0,0 24 16,0 0-16,0 0 0,0-25 0,0 25 0,0 0 0,0 0 16,0 0-16,0 0 0,0 0 0,0 0 0,0 0 15,0 0-15,0 0 0,0 0 0,0 0 0,0 0 0,0 0 16,0 0-16,0 0 0,0 25 0,0-25 0,0 0 15,0 24-15,0-24 0,0 0 0,25 25 0,-25-25 0,0 25 16,0 0-16,0-25 0,0 25 0,0-25 0,25 24 0,-25-24 16,0 25-16,0-25 0,0 25 0,25-25 0,-25 25 15,0-25-15,0 25 0,0-25 0,24 0 0,-24 24 0,0-24 16,0 0-16,0 25 0,0-25 0,0 0 0,0 0 15,0 0-15,0 0 0</inkml:trace>
  <inkml:trace contextRef="#ctx0" brushRef="#br0" timeOffset="241291.8011">12799 16470 0,'-25'0'0,"25"0"16,0 0-16,0 0 0,-24-24 0,24 24 0,0 0 15,-25 0-15,25 0 0,0 0 0,0 0 0,0 0 16,-25 0-16,25 0 0,0 0 0,0 0 0,0 0 0,0 0 15,0 0-15,-25 0 0,25 0 0,0 24 0,0-24 0,0 0 16,0 0-16,0 0 0,0 25 0,0-25 0,-25 0 16,25 25-16,0-25 0,0 25 0,0-25 0,0 0 15,0 25-15,0-25 0,0 24 0,0-24 0,0 25 0,0-25 16,0 25-16,0-25 0,0 25 0,0-25 0,0 25 0,25-25 15,-25 24-15,0 1 0,0-25 0,25 25 0,-25-25 16,0 25-16,25-25 0,-25 25 0,0-25 0,25 24 0,-25-24 16,24 25-16,-24-25 0,25 0 0,-25 25 0,25-25 15,0 0-15,-25 25 0,25-25 0,-25 0 0,24 0 0,1 25 16,-25-25-16,25 0 0,-25 0 0,25 0 0,0 24 0,-25-24 15,24 0-15,1 0 0,-25 0 0,25 0 0,-25 0 16,25 0-16,-25 0 0,25-24 0,-25 24 0,0 0 0,24 0 16,-24 0-16,0-25 0,25 25 0,-25-25 0,0 25 15,25-25-15,-25 25 0,0-25 0,0 25 0,0-24 0,0 24 16,25-25 62,-25 0-78,0 25 0,0-25 0,0 0 0,-25 1 0,25 24 0,0-25 0,0 0 0,0 0 0,-25 25 0,25-25 0,0 1 0,-25-1 0,25 0 0,0 25 0,-24-25 0,24 0 0,-25 25 0,25-24 0,-25-1 0,25 25 0,-25-25 0,25 25 0,-25-25 0,25 25 0,-24-25 0,24 25 0,-25 0 0,25 0 0,0 0 0,-25-25 0,25 25 15,0 0-15,-25 0 0,25 0 0,0 0 0,-25 25 0,25-25 16,0 0-16,0 0 0,-24 25 0,24-25 0,0 0 16,0 25-16,0-25 0,-25 25 0,25-25 0,0 0 0,0 25 15,0-25-15</inkml:trace>
  <inkml:trace contextRef="#ctx0" brushRef="#br0" timeOffset="241576.8174">13593 16644 0,'0'0'0,"0"0"0,0 0 0,0 0 15,0 0-15,0 0 0,0 0 0,0 0 0,0 0 0,0 0 16,0 0-16,0 0 0,0 0 0,0 0 0,0 0 0,0 0 16,0 0-16,0 0 0,0 0 0,0 0 15,0 0-15,0 0 0,0 0 0,0 0 0,0 25 0,0-25 0,25 0 16,-25 0-16,0 0 0,0 0 0,0 25 0,0-25 15,0 0-15,25 0 0,-25 24 0,0-24 0,0 0 0,0 0 16,0 25-16,24-25 0,-24 0 0</inkml:trace>
  <inkml:trace contextRef="#ctx0" brushRef="#br0" timeOffset="241791.8295">13841 16966 0,'0'25'0,"0"-25"0,0 0 0,0 0 0,0 0 0,0 25 16,0-25-16,0 0 0,0 0 0,0 0 0,0 0 15,25 0-15,-25 25 0,0-25 0,0 0 0,0 0 0,0 0 16,0 0-16,0 25 0,0-25 0,0 0 0,0 24 15,0-24-15,0 0 47,0 25-47,0-25 0,0 25 0,0-25 0,0 25 0,0-25 16,-25 25-16,25-1 0,0-24 0,0 25 0,-25-25 0,25 25 0,-25 0 0,25-25 15,0 25-15,-24-25 0,24 24 0,0-24 0,-25 25 0</inkml:trace>
  <inkml:trace contextRef="#ctx0" brushRef="#br0" timeOffset="242333.8607">14362 16917 0,'0'0'0,"0"-25"0,0 25 0,0 0 0,0 0 0,-25 0 0,25 0 0,0 0 0,0 0 0,0 0 0,0-25 0,0 25 0,0 0 0,0 0 0,0-25 0,0 25 0,0 0 0,25-24 0,-25 24 0,0 0 0,0-25 0,25 25 16,-25-25-16,0 25 0,25-25 0,-25 25 0,0-25 0,0 25 0,24-24 0,-24 24 0,0-25 0,0 25 0,0-25 0,25 25 0,-25-25 0,0 25 0,0-25 0,0 25 0,0-24 0,0 24 0,0 0 0,0-25 15,0 25-15,0 0 0,0-25 0,0 25 0,0 0 0,0 0 16,0 0-16,0 0 0,0-25 0,0 25 0,0 0 0,-25 0 16,25 0-16,0 0 0,0 0 0,0 0 0,0 25 15,0-25-15,0 0 0,0 0 0,0 25 0,0-25 0,0 0 16,0 25-16,0-25 0,0 24 0,0-24 0,0 25 15,0 0-15,0-25 0,25 25 0,-25-25 0,0 25 0,0-25 16,0 24-16,0 1 0,0-25 0,0 25 0,0-25 0,0 25 16,0-25-16,0 25 0,25-25 0,-25 24 0,0-24 15,0 0-15,0 25 0,0-25 0,0 0 0,0 25 0,25-25 16,-25 0-16,0 0 0,0 25 0,0-25 0,25 0 15,-25 0 48,0-25-63,0 25 0,24 0 0,-24 0 0,0 0 0,25-25 0,-25 25 15,0-25-15</inkml:trace>
  <inkml:trace contextRef="#ctx0" brushRef="#br0" timeOffset="242568.8741">14883 16644 0,'0'0'0,"0"0"0,0 0 0,0 25 0,0-25 0,0 0 16,0 0-16,-25 0 0,25 0 0,0 0 0,0 0 16,0 0-16,0 0 0,0 0 0,0 0 0,0 0 0,0 0 15,0 0-15,0 0 0,0 0 0,0 0 0,0 0 16,0 0-16,0 0 0,25 0 0,-25 0 0,0 0 15,0 0-15,0 0 0</inkml:trace>
  <inkml:trace contextRef="#ctx0" brushRef="#br0" timeOffset="242818.8883">15007 16917 0,'0'0'0,"0"0"0,0 0 0,0 25 0,0-25 0,0 0 16,25 0-16,-25 0 0,0 0 0,0 24 0,0-24 0,0 0 15,24 0-15,-24 25 0,0-25 0,0 0 0,0 0 16,25 25-16,-25-25 0,0 0 0,0 25 0,0-25 0,0 0 16,0 25-16,0-25 0,0 24 0,0-24 0,0 0 15,0 25-15,0-25 0,-25 25 0,25-25 0,0 25 0,-24-25 16,24 25-16,0-25 0,-25 0 0,25 24 0,-25-24 0,25 25 15,-25-25-15,25 0 0,-25 25 0,25-25 0,-24 0 16</inkml:trace>
  <inkml:trace contextRef="#ctx0" brushRef="#br0" timeOffset="243808.945">15429 17041 0,'-25'0'0,"25"0"15,0 0-15,0 0 0,0 25 0,0-25 0,0 0 0,0 0 16,0 0-16,-25 0 0,25 0 0,0 0 0,0 0 0,0 0 15,0 0-15,0 0 0,0 0 0,0 0 0,25 0 16,-25 0-16,0 0 0,0 0 0,0 0 0,0-25 16,0 25-16,0 0 0,25 0 0,-25-25 0,0 25 0,0 0 15,24-25-15,-24 25 0,0-25 0,0 25 0,25-24 0,-25 24 16,0-25-16,0 25 0,25-25 0,-25 25 0,0-25 15,0 0-15,25 25 0,-25-24 0,0 24 0,0-25 0,0 0 16,25 25-16,-25-25 0,0 25 0,0-25 0,0 25 16,0-24-16,0 24 0,0 0 0,0-25 0,0 25 0,0 0 15,0 0-15,0 0 0,0 0 0,0 0 0,0 0 16,0 0-16,0 0 0,0 0 0,0 0 0,0 0 0,0 0 15,0 0-15,0 0 0,0 0 0,0 0 0,0 0 16,0 0-16,0 0 0,0 25 0,0-25 0,0 0 0,0 24 16,0-24-16,0 25 0,0-25 0,0 25 15,0 0-15,24-25 0,-24 25 0,0-1 0,0-24 0,0 25 0,0-25 0,0 25 16,0 0-16,25-25 0,-25 25 0,0-25 0,0 24 15,0-24-15,0 25 0,0-25 0,0 0 0,25 25 16,-25-25-16,0 25 0,0-25 0,0 0 0,0 0 0,0 0 16,0 25-16,25-25 0,-25 0 0,0 0 0,0 0 0,0 0 15,0 0-15,0 0 0,0-25 0,0 25 0,0 0 16,0 0-16,0-25 0,0 25 0,25-25 0</inkml:trace>
  <inkml:trace contextRef="#ctx0" brushRef="#br0" timeOffset="244227.969">15726 16371 0,'0'0'0,"25"0"0,-25-25 0,0 25 0,0 0 15,0 0-15,25 0 0,-25-25 0,0 25 0,25 0 0,-25 0 16,0 25-16,24-25 0,-24 0 0,25 0 0,-25 25 15,25-25-15,-25 25 0,25 0 0,-25-25 0,25 25 0,-25-1 16,0 1-16,0 0 0,24 0 0,-24 24 0,0-24 16,0 0-16,0 0 0,0 0 0,0 24 0,0-24 0,0 0 15,-24 0-15,24 24 0,0-24 0,0 0 0,-25 0 16,25 24-16,-25-24 0,25 0 0,0 0 0,-25-1 0,25 1 15,-25 0-15,25 0 0,0 0 172</inkml:trace>
  <inkml:trace contextRef="#ctx0" brushRef="#br0" timeOffset="244936.0095">16247 16173 0,'0'-25'0,"0"25"16,0 0-16,0 0 0,0 0 0,-25 0 0,25 0 15,0 0-15,0 0 0,0 0 0,0 0 0,0 0 16,0 0-16,0 0 0,0 0 0,0 0 0,0 0 0,25 0 15,-25 0-15,0 0 0,0 0 0,0 0 0,0 0 16,0 25-16,0-25 0,0 0 0,0 0 0,0 0 0,0 24 16,0-24-16,25 25 0,-25-25 0,0 0 0,0 25 15,0-25-15,0 25 0,0-25 0,0 25 0,0-1 0,25-24 16,-25 25-16,0-25 0,0 25 0,0-25 0,0 25 15,0-25-15,0 25 0,0-25 0,24 25 0,-24-25 0,0 24 16,0-24-16,0 0 0,25 25 0,-25-25 0,0 0 16,25 25-16,-25-25 0,0 0 0,25 0 0,-25 0 0,0 0 15,25 25-15,-25-25 0,25 0 0,-25 0 0,24 0 0,-24-25 16,0 25-16,25 0 0,-25 0 0,25 0 0,-25 0 15,0 0-15,0 0 0,25-25 0,-25 25 0,0 0 16,0 0-16,0 0 0,0 0 0,0 0 0,0 0 0,0 0 16,-25 0-16,25 0 0,0 0 0,0 0 0,0 0 15,-25 0-15,25 0 0,0 0 0,0 0 0,-25 0 0,25 0 16,0 0-16,0 0 0,-24 0 0,24 0 0,0 0 15,0 0-15,0 25 0,0-25 0,0 0 0,0 0 0,0 25 16,0-25-16,0 0 0,0 25 0,0-25 0,0 24 16,24-24-16,-24 25 0,0 0 0,0-25 0,25 25 0,-25 0 0,0-25 15,25 24-15,-25 1 0,0-25 0,25 25 0,-25 0 16,0 0-16,25-25 0,-25 24 0,0 1 0,24-25 15,-24 25-15,0-25 0,0 25 0,0-25 0,25 25 0,-25-25 16,0 24-16,0-24 0,0 0 0,0 25 0,0-25 16,0 0-16,0 0 0,0 0 0,0 25 0,0-25 0,0 0 15,-25 0-15,25 0 0,0 0 0,-24 0 0,24 0 0,0 0 16,-25 25-16,25-25 0,-25 0 0,25 0 0,-25 0 15,25 0-15,-25 0 0,1 25 0,24-25 0,-25 0 0,25 0 16,0 0-16,-25 0 0,25 24 0,0-24 0,-25 0 16</inkml:trace>
  <inkml:trace contextRef="#ctx0" brushRef="#br0" timeOffset="245922.0659">17587 16867 0,'0'0'0,"-25"0"16,25 0-16,-25 25 0,25-25 0,0 0 0,0 0 15,0 0-15,-25 0 0,25 0 0,0 0 0,0 0 0,25 0 16,-25 0-16,0 0 0,0-25 0,0 25 0,0 0 15,25 0-15,-25 0 0,0 0 0,25 0 0,-25-25 0,24 25 16,-24-24-16,25 24 0,0-25 0,-25 25 0,25-25 16,0 25-16,-1-25 0,-24 0 0,25 1 0,0-1 0,0 0 15,0 0-15,-25 0 0,24 25 0,1-24 0,-25-1 0,25 0 16,-25 0-16,0 0 0,0 25 0,25-24 0,-25-1 15,0 25-15,0-25 0,0 25 0,-25-25 0,25 25 0,0-25 16,0 25-16,0 0 0,-25-25 0,25 25 0,0 0 16,-25-24-16,25 24 0,0 0 0,-24-25 0,24 25 0,-25 0 15,25 0-15,-25 0 0,25-25 0,-25 25 0,25 0 16,0 0-16,-25 0 0,25 0 0,0 0 0,-24 0 0,24 0 15,0 0-15,0 0 0,0 0 0,0 0 0,0 0 16,0 0-16,0 0 0,0 25 0,0-25 0,0 0 0,0 25 16,0-25-16,0 24 0,0 1 0,0-25 15,0 25-15,24 0 0,-24-25 0,0 25 0,0 0 0,0-1 0,0 1 16,0 0-16,0-25 0,0 25 0,0 0 0,0-1 15,0-24-15,0 25 0,0 0 0,0-25 0,0 25 0,0 0 16,0-25-16,0 24 0,0-24 0,0 25 0,25-25 16,-25 0-16,0 25 0,0-25 0,0 0 0,0 25 0,25-25 15,-25 0-15,0 0 0,25 0 0,-25 0 0,0 0 0,25 0 16,-25 0-16,24 0 0,1 0 0,-25 0 0,25 0 15,-25 0-15,25 0 0,-25 0 0,25 0 0,-25 0 0,24 0 16,-24-25-16,25 25 0,-25 0 0,0 0 0,25 0 16,-25 0-16,0 0 0,0-25 0,25 25 0,-25 0 0,0 0 15,0 0-15,0-25 0,0 25 0,0 0 0,0-24 0,0 24 16,0 0-16,0-25 0,0 25 0,0 0 0,0-25 15,0 25-15,0 0 0,0 0 0,0-25 0,0 25 0,0 0 16,-25 0-16,25-25 0,0 25 0,0 0 0,0 0 16,-25 0-16,25 0 0,0 0 0,0 0 0,-25 0 15,25 0-15,0 0 0,0 0 0,-24 0 0,24 0 0,0 25 0,-25-25 16,25 0-16,0 0 0,0 25 0,-25-25 15,25 25-15,0-25 0,0 25 0,0-25 0,0 24 0,0-24 16,-25 25-16,25-25 0,25 25 0,-25-25 0,0 25 0,0-25 16,0 25-16,0-25 0,0 0 0,25 24 0,-25-24 0,0 0 15,0 25-15,0-25 0,25 0 0,-25 0 0,0 25 0,0-25 16,0 0-16,24 0 0,-24 0 0,0 0 0,0 0 15,0 0-15,25-25 0,-25 25 0,0 0 0,0 0 16,0 0-16,25-25 0,-25 25 0,0 0 0,0 0 0,0-24 16,0 24-16,0 0 0,25 0 0,-25 0 0,0-25 0,0 25 15,0 0-15,0 0 0,0 0 0,0 0 0,0 0 16,0 0-16,0 0 0,0 0 0,0 0 0,0 25 0,0-25 15,0 0-15,25 0 0,-25 24 0,0-24 0,0 0 16,0 0-16,0 25 0,0-25 0,0 0 0,0 25 0,24-25 16,-24 0-16,0 0 0,0 0 0,0 25 0,0-25 0,0 0 15,0 0-15,0 0 0,0 0 0,0 0 0,0 0 16,25 0-16,-25 0 0,0 0 0,0-25 0,0 25 15,0 0-15</inkml:trace>
  <inkml:trace contextRef="#ctx0" brushRef="#br0" timeOffset="246140.0784">18033 16495 0,'-25'0'0,"25"0"0,0-25 0,0 25 0,0 0 0,0 0 16,0 0-16,0 0 0,25 0 0,-25 0 0,0-24 16,25 24-16,-25 0 0,25 0 0,-25 0 0,24 0 0,1 0 15,0 0-15,-25 0 0,25 0 0,0 0 0,-1 0 0,-24 0 16,25 0-16,0 0 0,0 0 0,-25 0 0,25 0 15,-25 0-15,24 0 0,1 0 0</inkml:trace>
  <inkml:trace contextRef="#ctx0" brushRef="#br0" timeOffset="246965.1256">19124 16321 0,'-24'-24'0,"24"24"16,0 0-16,0-25 0,0 25 0,-25 0 0,25 0 0,0 0 16,0 0-16,0 0 0,0 0 0,0 0 0,0 25 15,25-25-15,-25 0 0,0 24 0,0 1 0,0-25 0,0 25 16,24 0-16,-24-25 0,0 25 0,0 0 0,25-1 0,-25-24 15,0 25-15,0 0 0,0 0 0,0 0 0,25-1 16,-25 1-16,0 0 0,0-25 0,0 25 0,0 0 0,0-1 16,0 1-16,0 0 0,0-25 0,0 25 0,0 0 15,0-25-15,0 24 0,0 1 0,0-25 0,0 25 0,0-25 16,0 25-16,0-25 0,0 0 0,0 0 0,0 25 15,0-25-15,0 0 0,0 0 0,0 0 0,0 0 0,0 0 16,0 0-16,0 0 0,0 0 0,0 0 0,0 0 16,0-25-16,0 25 0,25 0 0,-25-25 0,0 25 0,0-25 15,0 25-15,0-25 0,25 25 0,-25-24 0,0-1 0,24 25 16,-24-25-16,0 25 0,0-25 0,25 25 0,-25-25 15,0 25-15,25-24 0,-25 24 0,0-25 0,0 25 0,25-25 16,-25 25-16,0 0 0,0 0 0,0 0 0,25-25 16,-25 25-16,0 0 0,0 0 0,0 0 0,0 0 0,0 0 15,0 25-15,0-25 0,0 0 0,0 0 0,0 25 0,0-25 16,0 25-16,0-25 0,0 0 0,0 24 0,0-24 15,0 25-15,0-25 0,24 25 0,-24-25 0,0 25 0,0-25 16,0 0-16,0 25 0,0-25 0,0 0 0,25 24 0,-25-24 16,0 0-16,0 25 0,0-25 0,25 0 0,-25 0 15,0 0-15,25 25 0,-25-25 0,0 0 0,25 0 0,-25 0 16,0 0-16,24 0 0,-24 0 0,25 0 0,-25 0 15,25 0-15,-25 0 0,0 0 0,25 0 0,-25-25 0,25 25 16,-25 0-16,0 0 0,25-25 0,-25 25 0,0 0 0,0 0 16,0 0-16,0 0 0,0-24 0,0 24 0,0 0 15,0 0-15,0 0 0,0-25 0,0 25 0,0 0 16,0 0-16,-25-25 0,25 25 0,0 0 0,0-25 0,0 25 15,0 0-15,0 0 0,-25 0 0,25-25 0,0 25 0,0 0 16,0 0-16,0 0 0,0 0 0,0 0 0,0 0 16,0 0-16,0 0 0,-25 0 0,25 0 0,0 25 0,0-25 15,0 0-15,0 0 0,0 25 0,0-25 0,0 0 16,25 25-16,-25-25 0,0 25 0,0-25 0,0 24 0,0-24 15,0 25-15,25-25 0,-25 0 0,0 25 0,0-25 0,0 25 16,25-25-16,-25 25 0,0-25 0,0 0 0,24 24 16,-24-24-16,0 0 0,0 0 0,25 25 0,-25-25 0,0 0 15,0 0-15,25 0 0,-25 0 0,0 0 0,0 0 16,25 0-16,-25 0 0,0 0 0,25 0 0,-25 0 0,0 0 15,24-25-15,-24 25 0,0 0 0,0-24 0,0 24 0,25-25 16,-25 25-16,0-25 0,0 25 0,0-25 0,0 0 16</inkml:trace>
  <inkml:trace contextRef="#ctx0" brushRef="#br0" timeOffset="247208.1395">19571 16520 0,'0'0'0,"0"-25"0,0 25 0,0-25 0,0 25 0,0 0 16,0-24-16,0 24 0,0 0 0,0-25 0,25 25 0,-25 0 15,0 0-15,0 0 0,25 0 0,-25 0 0,24 0 16,-24 0-16,0 0 0,25 0 0,-25 0 0,25 0 0,-25 0 16,0 25-16,25-25 0,-25 24 0,25-24 0,-25 25 15,0 0-15,0-25 0,24 25 0,-24 0 0,0-1 0,0 1 16,0 0-16,0 0 0,0 0 0,0-1 0,0 1 15,0 0-15,0 25 0</inkml:trace>
  <inkml:trace contextRef="#ctx0" brushRef="#br0" timeOffset="247378.1492">19720 17239 0,'0'0'0,"0"25"16,-25-25-16,25 0 0,0 0 0,-25 0 0,25 0 0,0 25 15,0-25-15,0 0 0,0 0 0,-25 0 0,25 0 16,0 0-16,0 0 0,0 0 0,0 0 0,0 0 0,0 0 16,0 0-16,0 0 0,0 0 0,25 0 0,-25 0 15,0 0-15,0-25 0,0 25 0,0 0 0,0 0 0,0 0 16,0 0-16,0 0 0,25 0 0</inkml:trace>
  <inkml:trace contextRef="#ctx0" brushRef="#br0" timeOffset="247895.1788">20439 16818 0,'-25'0'0,"25"0"16,0 0-16,0-25 0,0 25 0,0 0 0,0-25 0,-25 25 15,25 0-15,0-25 0,0 25 0,0 0 0,0 0 0,0-25 16,-24 25-16,24 0 0,0 0 0,0 0 0,-25-24 15,25 24-15,0 0 0,0 0 0,-25-25 0,25 25 0,0 0 16,0 0-16,-25 0 0,25 0 0,0 0 0,0 0 16,-25 0-16,25 0 0,0 0 0,0 0 0,0 0 0,0 0 15,0 0-15,0 0 0,-24 25 0,24-25 0,0 0 0,0 0 16,24 24-16,-24-24 0,0 25 0,0-25 0,0 0 15,0 25-15,25-25 0,-25 25 0,0-25 0,25 25 0,-25-25 16,25 24-16,-25-24 0,0 25 0,25-25 0,-25 25 16,0-25-16,24 25 0,-24-25 0,0 0 0,25 25 0,-25-25 15,0 0-15,0 24 0,0-24 0,0 0 0,0 0 0,0 0 16,0 0-16,0 25 0,0-25 0,0 0 0,0 0 15,0 0-15,0 0 0,0 0 0,-25 0 0,25 0 0,0 0 16,0 0-16,-24 0 0,24 0 0,0 0 0,-25 25 16,25-25-16,0 0 0,0 0 0,-25 0 0,25 0 0,0 0 15,0 0-15,0 0 0,0 0 0,0 0 0,0-25 0,0 25 16,0 0-16,0 0 0,0 0 0,0-25 0,0 25 15,25 0-15,-25-24 0,0 24 0,25-25 0,-25 25 0,0-25 16,24 25-16,-24-25 0</inkml:trace>
  <inkml:trace contextRef="#ctx0" brushRef="#br0" timeOffset="248172.1946">20563 16793 0,'0'-25'16,"0"25"-16,0 0 0,0 0 0,0 0 0,0-25 16,0 25-16,-25 0 0,25 0 0,0 0 0,0 0 0,0 0 15,0 0-15,0 0 0,0 0 0,0 0 0,0 0 16,0 0-16,0 0 0,0 0 0,0 0 0,0 0 0,0 0 15,0 25-15,0-25 0,0 0 0,0 25 0,0-25 0,0 25 16,0-25-16,0 24 0,0-24 0,0 25 0,0-25 16,0 25-16,25 0 0,-25-25 0,0 25 0,0-25 0,0 0 15,0 24-15,0-24 0,25 25 0,-25-25 0,0 0 0,0 25 16,0-25-16,0 0 0,25 0 0,-25 0 0,0 25 15,0-25-15,0 0 0,24 0 0,-24 0 0,0 0 0,0 0 16,0-25-16,25 25 0,-25 0 0,0 0 0,0-25 16,25 25-16,-25 0 0,0-25 0,0 25 0,25-24 0,-25 24 15,0-25-15,0 25 0,0-25 0,25 25 0,-25-25 0,0 25 16,0-25-16</inkml:trace>
  <inkml:trace contextRef="#ctx0" brushRef="#br0" timeOffset="248545.2159">20762 16768 0,'0'0'94,"0"0"-94,0 0 0,0 0 0,0 0 0,0 0 0,0 0 0,0 0 0,0 0 0,0 0 0,0 0 0,0 0 0,0 0 0,0 0 0,0 0 0,24 25 0,-24-25 0,0 0 0,0 25 0,0-25 0,0 0 0,0 24 0,0-24 0,0 25 0,0-25 0,0 25 0,0-25 0,0 0 0,0 25 0,0-25 0,0 25 0,0-25 0,0 0 0,0 24 0,0-24 0,0 0 0,0 0 0,0 25 0,0-25 15,0 0-15,0 0 0,0 0 0,0 0 0,0 0 16,25 0-16,-25 0 0,0 0 0,0 0 0,0 0 0,0 0 15,0 0-15,25 0 0,-25-25 0,0 25 0,0 0 0,25 0 16,-25-24-16,0 24 0,25 0 0,-25-25 0,0 25 16,24 0-16,-24-25 0,0 25 0,25-25 0,-25 25 0,0 0 15,0 0-15,0-25 0,25 25 0,-25 0 0,0 0 16,0 0-16,0 0 0,0 0 0,0 0 0,0 0 0,0 0 15,0 0-15,0 25 0,0-25 0,0 0 0,0 25 0,0-25 16,0 0-16,0 25 0,0-25 0,0 25 0,25-25 16,-25 0-16,0 24 0,0-24 0,0 25 0,0-25 0,0 0 15,0 25-15,0-25 0,25 0 0,-25 25 16,0-25-16,0 0 0,0 0 0,0 25 0,24-25 0,-24 0 0,0 0 15,0 0-15,25 0 0,-25 0 0,0 0 0,25 0 0,-25 0 16,0 0-16,0 0 0,25-25 0,-25 25 0,0 0 16,0-25-16,25 25 0,-25 0 0,0-25 0,0 25 0,0-25 15,0 1-15</inkml:trace>
  <inkml:trace contextRef="#ctx0" brushRef="#br0" timeOffset="248898.2361">21233 16446 0,'0'0'0,"0"0"0,0 24 0,0-24 0,0 0 0,-25 0 15,25 0-15,0 25 0,0-25 0,0 25 0,0-25 0,0 25 16,0-25-16,0 25 0,0-25 0,0 24 0,0 1 16,0-25-16,0 25 0,0 0 0,0-25 0,0 25 0,0-1 15,0-24-15,0 25 0,0-25 0,0 25 0,0-25 16,0 25-16,0-25 0,0 25 0,0-25 0,0 0 0,0 0 15,0 24-15,0-24 0,0 0 0,0 0 0,0 0 0,0 0 16,0 0-16,0 0 0,25 0 0,-25 0 0,0 0 0,0 0 16,0 0-16,25-24 0,-25 24 0,0 0 0,0-25 15,24 25-15,-24 0 0,25-25 0,-25 25 0,0 0 0,25-25 16,-25 25-16,0 0 0,0 0 0,25 0 0,-25-25 15,0 25-15,0 0 0,0 25 0,0-25 0,0 0 0,0 0 16,0 0-16,0 25 0,0-25 0,0 0 0,0 25 0,0-25 16,0 25-16,0-25 0,0 24 0,0-24 0,0 0 15,0 25-15,0-25 0,0 25 0,0-25 0,0 0 0,0 25 16,0-25-16,-25 0 0,25 25 0,0-25 0,0 0 15,0 0-15,0 0 0,-25 0 0,25 0 0,0 0 0</inkml:trace>
  <inkml:trace contextRef="#ctx0" brushRef="#br0" timeOffset="249106.248">20712 16470 0,'0'-24'16,"-25"24"-16,25-25 0,0 25 0,0 0 0,-25 0 0,25-25 15,0 25-15,0 0 0,0 0 0,0 0 0,0 0 16,0 0-16,0 0 0,0 0 0,0 0 0,-25 0 0,25 0 15,0 0-15,0 0 0,0 0 0,0 0 0,0 0 16,-24 0-16,24 0 0</inkml:trace>
  <inkml:trace contextRef="#ctx0" brushRef="#br0" timeOffset="249850.2906">22597 16917 0,'0'0'0,"0"0"0,-25 0 0,25 0 0,0 0 0,0 0 15,0 0-15,-25 0 0,25 0 0,0 0 0,0 0 0,0 0 16,0 0-16,0 0 0,0-25 0,0 25 0,0 0 16</inkml:trace>
  <inkml:trace contextRef="#ctx0" brushRef="#br0" timeOffset="250522.3289">23217 16098 0,'0'0'0,"-25"0"16,25-25-16,0 25 0,0 0 0,0 0 0,-24 0 16,24 0-16,0 0 0,0 0 0,0 0 0,0 0 0,0 0 15,0 0-15,0 0 0,0 0 0,0 0 0,0 0 16,0 25-16,0-25 0,0 25 0,0-25 0,0 25 0,24-25 15,-24 25-15,0-1 0,0-24 0,25 25 0,-25 0 0,0 0 16,0-25-16,0 25 0,25-1 0,-25 1 16,0 0-16,0-25 0,0 25 0,0 0 0,0 0 0,0-1 15,0 1-15,25-25 0,-25 25 0,0 0 0,0-25 0,0 25 16,0-1-16,0-24 0,0 25 0,0-25 0,-25 25 0,25-25 15,0 25-15,0-25 0,0 0 0,0 0 0,0 25 16,0-25-16,0 0 0,0 0 0,0 0 0,-25 0 0,25 0 16,0 0-16,0 0 0,0 0 0,0 0 0,0 0 15,0-25-15,0 25 0,0 0 0,0-25 0,-25 25 0,25-25 16,0 25-16,0-25 0,0 25 0,0-24 0,0-1 0</inkml:trace>
  <inkml:trace contextRef="#ctx0" brushRef="#br0" timeOffset="250984.3553">23217 16272 0,'0'0'16,"0"-25"-16,0 25 0,0 0 0,0 0 0,0 0 0,0 0 15,0 0-15,0-25 0,0 25 0,0 0 0,25 0 16,-25 0-16,0 0 0,0 0 0,25 0 0,-25 0 0,0 0 16,25 25-16,-25-25 0,24 0 0,-24 0 0,0 25 0,25-25 15,-25 25-15,25-25 0,-25 24 0,25-24 16,-25 25-16,0-25 0,25 25 0,-25-25 0,0 25 0,0 0 15,24-25-15,-24 25 0,0-25 0,0 24 0,0 1 16,0-25-16,0 25 0,0-25 0,0 25 0,0-25 0,0 25 0,0-25 16,0 24-16,0-24 0,0 25 0,0-25 0,0 0 15,25 0-15,-25 25 0,0-25 0,0 0 0,0 0 0,0 0 16,25 0-16,-25 0 0,0 0 0,0 0 0,25 0 15,-25 0-15,25 0 0,-25 0 0,0 0 0,24 0 0,-24 0 16,0-25-16,25 25 0,-25 0 0,0-25 0,25 25 0,-25-24 16,0 24-16,25-25 0,-25 25 0,0-25 0,0 25 15,0-25-15,0 25 0,0-25 0,0 25 0,25-24 16,-25 24-16,0 0 0,0-25 0,0 25 0,0-25 0,0 25 15,0 0-15,0 0 0,0-25 0,0 25 0,0 0 16,0 0-16,0 0 0,0 0 0,0 25 0,0-25 0,0 0 16,0 25-16,0-25 0,0 0 0,0 25 0,0-1 0,0-24 15,0 25-15,0 0 0,0 0 0,0-25 0,0 25 16,0-1-16,0-24 0,0 25 0,0 0 0,0 0 0,0-25 15,0 25-15,0-1 0,0-24 0,0 25 0,24-25 16,-24 25-16,0-25 0,0 25 0,25-25 0,-25 25 0,0-25 16,25 0-16,-25 24 0,25-24 0,-25 0 0,25 0 0,-25 0 15,24 0-15,-24 25 0,25-25 0,0 0 0,-25 0 16,25-25-16,-25 25 0,25 0 0</inkml:trace>
  <inkml:trace contextRef="#ctx0" brushRef="#br0" timeOffset="251463.3828">24036 16867 0,'0'-25'0,"0"25"15,0 0-15,0 0 0,0-24 0,0 24 0,0 0 0,0-25 16,0 25-16,0 0 0,0-25 0,0 25 0,0-25 0,0 25 15,-25 0-15,25-25 0,0 25 0,0 0 0,0-24 16,0 24-16,0 0 0,0 0 0,0-25 0,-25 25 0,25 0 16,0 0-16,0 0 0,-25 0 0,25 0 0,0 0 15,0 0-15,-24 25 0,24-25 0,0 0 0,-25 0 0,25 24 16,0-24-16,-25 0 0,25 25 0,0-25 0,-25 0 0,25 25 15,0-25-15,0 25 0,-25-25 0,25 25 0,0-25 16,0 0-16,0 24 0,0-24 0,0 25 0,0-25 0,0 25 16,0 0-16,0-25 0,0 25 0,0-25 0,0 24 15,25-24-15,-25 25 0,0-25 0,0 0 0,0 25 0,25-25 16,-25 0-16,0 0 0,0 0 0,0 0 0,25 25 0,-25-25 15,0-25-15,0 25 0,25 0 0,-25 0 0,0 0 16,24 0-16,-24-25 0,0 25 0,25 0 0,-25-25 0,0 25 16,25 0-16,-25-24 0,0 24 0,0-25 0,0 25 15,25-25-15,-25 25 0,0-25 0,0 25 0,0 0 0,0-25 16,25 25-16,-25-24 0,0 24 0,0-25 0,0 25 0,0-25 15,0 25-15,0 0 0,0 0 0,0 0 0,0-25 16,0 25-16,0 0 0,0 0 0,0 0 0,0 25 16,0-25-16,0 0 0,0 0 0,0 0 0,0 0 0,0 25 15,0-25-15,0 0 0,0 25 0,0-25 0,0 24 0,0-24 16,0 0-16,0 25 0,0-25 0,24 25 0,-24-25 0,0 25 15,0-25-15,0 25 0,0-25 0,25 24 0,-25-24 16,0 0-16,0 25 0,25-25 0,-25 25 0,0-25 0,25 0 16,-25 0-16,0 25 0,25-25 0,-25 0 0,0 0 15,24 0-15,-24 0 0,0 0 0,25 0 0,-25-25 0,0 25 16,0 0-16,25-25 0,-25 25 0,0 0 0,0-25 15,0 1-15,25 24 0</inkml:trace>
  <inkml:trace contextRef="#ctx0" brushRef="#br0" timeOffset="251716.3973">24383 16371 0,'0'0'0,"0"0"0,0 0 0,-25 25 16,25-25-16,0 0 0,0 25 0,0-25 0,0 25 0,0-25 15,0 24-15,0 1 0,0 0 0,0-25 0,0 25 16,25 0-16,-25-1 0,0 1 0,0 0 0,0 0 0,0 0 15,0-25-15,0 24 0,0 1 0,0 0 0,0 0 16,0-25-16,0 25 0,0-1 0,0-24 0,0 25 0,0 0 16,0-25-16,0 25 0,0-25 0,0 25 0,0-25 0,-25 0 15,25 0-15,0 24 0,0-24 0,0 0 0,0 0 16,0 0-16,0 0 0,-25 0 0,25-24 0,0 24 0,0 0 15,-24 0-15,24-25 0,0 25 0,-25-25 0,25 25 16,0-25-16,0 25 0,-25-25 0</inkml:trace>
  <inkml:trace contextRef="#ctx0" brushRef="#br0" timeOffset="251921.409">24234 16793 0,'0'0'0,"0"0"0,0 0 0,0 0 15,0 0-15,0 0 0,0 0 0,0 0 0,0 0 16,0 0-16,0 0 0,0 0 0,0 0 0,25 0 0,-25 0 15,0 0-15,25 0 0,-25 0 0,0 0 0,25 0 16,-25 0-16,24-25 0,-24 25 0,25 0 0,-25 0 0,25 0 16,-25 0-16,0 0 0,25 0 0,-25 0 0,0-25 15,0 25-15,0 0 0,0 0 0,0 0 0,0 0 0,0 0 16</inkml:trace>
  <inkml:trace contextRef="#ctx0" brushRef="#br0" timeOffset="252134.4212">23986 16346 0,'0'0'0,"0"-25"0,0 25 0,0 0 0,-25 0 0,25 0 16,0 0-16,0 0 0,0 0 0,0 0 0,0 0 0,0 0 15,25 0-15,-25 0 0,0 25 0,0-25 0,0 0 16,0 0-16,0 25 0,25-25 0,-25 0 0,0 25 0,25-25 16,-25 0-16,0 25 0,25-25 0,-25 0 0,24 0 15,-24 25-15,25-25 0,-25 0 0,25 0 0,-25 0 0,25 0 16,-25 0-16,25 0 0,-25 0 0,24 0 0,-24 0 15,25-25-15,-25 25 0,25 0 0,-25 0 0,0 0 0,0-25 16,0 25-16,0 0 0,25 0 0,-25 0 0,0 0 16,0 0-16,0 0 0,-25 0 0,25 0 0,0 0 0,0 25 15,-25-25-15</inkml:trace>
  <inkml:trace contextRef="#ctx0" brushRef="#br0" timeOffset="252340.433">23887 17338 0,'0'25'15,"-25"-25"-15,25 0 0,0 25 0,-25-25 0,25 0 0,0 0 16,0 0-16,0 0 0,0 0 0,0 0 0,0 0 0,0 0 16,0 0-16,0 0 0,0 0 0,0 0 0,0 0 0,0 0 15,0 0-15,0 0 0,0 0 0,0 0 16,0 0-16,0 0 0,0 0 0,0 0 0,0 0 0,0 0 0,0 0 15,0 0-15,0 0 0,25 0 0,-25 0 0,0 0 0,0 0 16,25-25-16,-25 25 0,0 0 0</inkml:trace>
  <inkml:trace contextRef="#ctx0" brushRef="#br0" timeOffset="252640.4502">25053 16917 0,'0'0'0,"0"0"0,0 0 0,0 0 0,0 0 15,0 0-15,0 0 0,0 0 0,25 0 0,-25 0 16,0 0-16,24 0 0,1 0 0,-25 0 0,25 0 0,0 0 16,-25 0-16,25 0 0,-1 0 0,1 0 0,-25 0 0,25 25 15,0-25-15,0 0 0,-25 0 0,24 0 0,-24 0 16,25 24-16,-25-24 0,25 0 0,-25 0 0,0 0 0,25 0 15,-25 0-15,0 0 0,0 0 0,-25 0 0</inkml:trace>
  <inkml:trace contextRef="#ctx0" brushRef="#br0" timeOffset="252843.4618">25003 17140 0,'0'0'0,"0"25"0,0-25 0,0 0 16,0 0-16,0 0 0,0 0 0,0 0 0,0 0 0,25-25 15,-25 25-15,25 0 0,0 0 0,-25 0 0,24 0 16,1 0-16,0-25 0,0 25 0,-25 0 0,25 0 0,-1 0 15,1 0-15,0 0 0,-25-25 0,25 25 0,0 0 16,-25 0-16,24 0 0,-24 0 0,0 0 0,25-24 0,-25 24 16,0 0-16,0 0 0,0 0 0,0-25 0,0 25 0</inkml:trace>
  <inkml:trace contextRef="#ctx0" brushRef="#br0" timeOffset="253063.4744">25202 16818 0,'0'0'16,"0"-25"-16,0 25 0,0 0 0,0 0 0,0-25 0,0 25 15,0 0-15,0 0 0,0 0 0,0 0 0,0 0 16,0 0-16,24 25 0,-24-25 0,0 25 0,0-25 0,0 24 16,0-24-16,0 25 0,0 0 0,0 0 0,0 0 0,0-1 15,0 1-15,25 0 0,-25 0 0,0 0 0,0-1 16,0 1-16,0 0 0,0 0 0,0 0 0,0-1 0,0 1 15,0 0-15,0-25 0,0 25 0,0 0 0,0-25 16,0 24-16,25-24 0,-25 0 0</inkml:trace>
  <inkml:trace contextRef="#ctx0" brushRef="#br0" timeOffset="253919.5233">26318 16594 0,'0'0'0,"0"0"0,-25-24 0,25 24 0,0 0 0,0 0 16,-25-25-16,25 25 0,0 0 0,-25 0 0,25-25 0,0 25 15,-24 0-15,24 0 0,0 0 0,0 0 0,-25 0 16,25 0-16,0 0 0,-25 0 0,25 0 0,0 0 0,0 0 16,-25 0-16,25 0 0,0 25 0,0-25 0,-25 0 15,25 0-15,0 0 0,0 25 0,0-25 0,0 0 16,0 24-16,0-24 0,0 25 0,0-25 0,0 25 0,0-25 0,0 25 15,0 0-15,25-25 0,-25 24 0,0-24 0,0 25 16,25 0-16,-25-25 0,0 25 0,25 0 0,-25-25 16,25 24-16,-25-24 0,24 25 0,-24-25 0,0 25 0,25-25 15,-25 0-15,25 25 0,-25-25 0,25 0 0,-25 0 16,25 0-16,-25 0 0,0 0 0,24 0 0,-24 0 0,25 0 15,-25 0-15,0-25 0,25 25 0,-25 0 0,0-25 0,25 25 16,-25-25-16,0 25 0,0-24 0,25-1 0,-25 25 16,0-25-16,0 0 0,0 25 0,24-25 0,-24 1 0</inkml:trace>
  <inkml:trace contextRef="#ctx0" brushRef="#br0" timeOffset="255017.5861">26541 16371 0,'0'0'16,"0"0"-16,0 0 0,0 0 0,0 0 0,-25 0 0,25 0 0,0 0 0,0 0 0,0 0 15,0 0-15,0 0 0,0 0 0,0 0 0,0 0 16,0 0-16,0 25 0,0-25 0,0 0 0,0 25 0,0-25 15,0 25-15,0-25 0,0 24 0,0-24 0,0 25 16,0 0-16,0-25 0,25 25 0,-25 0 0,0-25 0,0 24 16,0 1-16,25-25 0,-25 25 0,0 0 0,0-25 0,0 25 15,0-25-15,0 24 0,25-24 0,-25 25 0,0-25 16,0 0-16,0 25 0,0-25 0,0 0 0,0 25 0,0-25 15,0 0-15,0 0 0,0 0 0,0 0 0,0 25 16,0-25-16,0 0 0,0 0 0,0 0 0,0 0 0,0 0 16,0 0-16,0-25 0,0 25 0,0 0 0,0 0 0,0 0 15,0-25-15,0 25 0,0 0 0,0-25 0,0 25 16,0 0-16,0-25 0,24 25 0,-24-24 0,0 24 15,0 0-15,0-25 0,25 25 0,-25 0 0,0-25 0,0 25 16,25 0-16,-25 0 0,0-25 0,0 25 0,0 0 16,25 0-16,-25 0 0,0 0 0,0 0 0,0 0 0,0 25 15,0-25-15,0 0 0,25 0 0,-25 0 0,0 25 0,0-25 16,0 0-16,0 0 0,0 25 0,0-25 0,0 0 15,0 24-15,0-24 0,24 0 0,-24 0 0,0 25 0,0-25 16,0 0-16,0 25 0,0-25 0,0 0 0,0 25 0,0-25 16,25 0-16,-25 25 0,0-25 0,0 0 0,0 0 15,25 0-15,-25 24 0,0-24 0,0 0 0,0 0 0,25 0 16,-25 0-16,0 0 0,25 0 0,-25 0 0,0 0 15,0 0-15,24 0 0,-24-24 0,0 24 0,0 0 0,25 0 16,-25-25-16,0 25 0,25 0 0,-25-25 0,0 25 0,0-25 16,25 25-16,-25 0 0,0-25 0,0 25 0,0-24 15,0 24-15,0 0 0,25-25 0,-25 25 0,0 0 16,0 0-16,0-25 0,0 25 0,0 0 0,0 0 15,0 0-15,0 0 0,-25-25 0,25 25 0,0 0 0,0 0 0,0 0 16,0 0-16,0 0 0,0 0 0,0 0 0,0 0 16,0 0-16,0 0 0,0 25 0,0-25 0,0 0 0,0 0 15,0 0-15,0 25 0,0-25 0,0 0 0,0 0 16,0 25-16,0-25 0,0 0 0,0 24 0,0-24 0,0 25 15,25-25-15,-25 0 0,0 25 0,0-25 0,0 25 0,0-25 16,0 0-16,0 25 0,0-25 0,0 0 0,0 24 16,24-24-16,-24 0 0,0 0 0,0 25 0,0-25 0,0 0 15,25 0-15,-25 0 0,0 0 0,0 0 0,25 0 16,-25 0-16,0 0 0,25 0 0,-25 0 0,25 0 0,-25 0 15,0-25-15,25 25 0,-25 0 0,0 0 0,24 0 0,-24-24 16,0 24-16,0-25 0,25 25 0,-25 0 0,0-25 16,0 25-16,0-25 0,0 25 0,0 0 0,0-25 0,0 25 15,0 0-15,0 0 0,0-24 0,0 24 0,0 0 16,0 0-16,0 0 0,0 0 0,0 0 0,0 0 0,0 0 15,0 0-15,0 0 0,0 0 0,0 0 0,0 0 0,0 0 16,0 0-16,0 0 0,25 0 0,-25 0 0,0 0 16,0 24-16,0-24 0,0 0 0,0 0 0,0 0 0,0 25 15,0-25-15,0 0 0,0 0 0,25 25 0,-25-25 16,0 0-16,0 0 0,25 25 0,-25-25 0,0 0 0,24 0 15,-24 0-15,0 0 0,25 0 0,-25 0 0,0 0 0,25 0 16,-25 0-16,0 0 0,25 0 0,-25 0 0,0 0 16,0 0-16,25-25 0,-25 25 0,0 0 0,0 0 0,0-25 15,0 25-15,0-25 0,0 25 0,24 0 0,-24-24 16,0 24-16,0-25 0,0 25 0,0 0 0,0 0 0,0-25 15,0 25-15,0 0 0,0 0 0,0 0 0,0 0 16,0 0-16,0 0 0,0 0 0,0 0 0,0 0 0,0 25 16,0-25-16,0 0 0,0 25 0,0-25 0,0 24 15,0 1-15,0-25 0,0 25 0,0 0 0,0-25 0,0 25 16,0-1-16,0 1 0,0-25 0,25 25 0,-25 0 0,0 0 15,0-1-15,0-24 0,0 25 0,25 0 0,-25 0 0,0-25 16,0 25-16,0-1 0,0-24 0,0 25 0,0-25 16,0 25-16,0-25 0,0 25 0,0-25 0,0 0 0,0 25 15,0-25-15,-25 0 0,25 0 0,0 0 0,0 0 16,0 0-16,0 0 0,-25 0 0,25 0 0,0 0 0,-24 0 15,24 0-15,-25 0 0,25 0 0,-25 0 0,25 0 0,-25-25 16,25 25-16,0 0 0,-25 0 0,25-25 0,0 25 16,0-25-16,-24 25 0,24-25 0,0 25 0,0-24 0,0-1 15</inkml:trace>
  <inkml:trace contextRef="#ctx0" brushRef="#br0" timeOffset="255257.5999">27459 16371 0,'0'0'0,"0"0"0,0-25 0,0 25 0,0 0 0,0 0 16,0 0-16,-25 0 0,25 0 0,0 0 0,-25 0 0,25 0 15,0 0-15,-25 25 0,25-25 0,0 0 0,-24 25 16,24-25-16,0 25 0,-25-25 0,25 25 0,0-1 16,-25 1-16,25-25 0,0 25 0,-25 0 0,25 0 0,0-25 15,0 24-15,0 1 0,0-25 0,0 25 0,0-25 0</inkml:trace>
  <inkml:trace contextRef="#ctx0" brushRef="#br0" timeOffset="255626.621">28401 16942 0,'0'0'0,"0"0"0,25 0 0,-25 0 0,0-25 15,0 25-15,0 0 0,0 0 0,0 0 0,0 0 0,0 0 16,0 0-16,0 0 0,0-25 0,0 25 0,0 0 16,0 0-16,-25 0 0,25 0 0,0-25 0,0 25 0,0 0 15,0 0-15,0 0 0,0 0 0,0-25 0,-24 25 0,24 0 16,0 0-16,-25-24 0,25 24 0,0 0 0,-25 0 15,25-25-15,-25 25 0,0 0 0,25 0 0,-24 0 0,24-25 16,-25 25-16,0 0 0,25 0 0,-25 0 0,25 0 16,-25 0-16,25 0 0,0 0 0,-24 0 0,24 0 0,0 25 15,0-25-15,-25 0 0,25 25 0,0-25 0,0 24 16,0-24-16,0 25 0,0 0 0,0-25 0,0 25 0,0 0 15,0-25-15,0 24 0,25 1 0,-25 0 0,0-25 16,0 25-16,24-25 0,-24 25 0,0-1 0,25-24 0,-25 0 16,0 25-16,0-25 0,25 0 0,-25 0 0,25 0 0,-25 0 15,0 0-15,25 0 0,-25 0 0,24 0 0,-24-25 16,25 25-16,-25 0 0,25-24 0,-25 24 0,25-25 0,-25 25 15,25-25-15,-25 0 0,24 0 0,-24 25 0,25-24 16,-25-1-16,0 0 0,25 0 0,-25 0 0,0 1 0,25-1 16,-25 0-16</inkml:trace>
  <inkml:trace contextRef="#ctx0" brushRef="#br0" timeOffset="255851.6338">28476 16520 0,'0'-25'0,"-25"25"0,25-25 0,0 1 0,0 24 0,0 0 0,-25-25 15,25 25-15,0 0 0,0 0 0,0 0 0,0 0 16,0 0-16,0 0 0,0 0 0,0 0 0,0 25 16,0-25-16,0 0 0,0 24 0,0-24 0,0 25 0,0 0 15,0-25-15,25 25 0,-25 0 0,0-1 0,0 1 0,0 0 16,0 0-16,0 0 0,0-1 0,0 1 0,25 0 15,-25 0-15,0 0 0,0-1 0,0 1 0,0-25 0,0 25 16,0 0-16,0 0 0,0-1 0,0-24 0,0 25 0,0 0 16,0-25-16,0 25 0,0-25 0,0 0 0,0 25 15,0-25-15,0 0 0,0 0 0,0 0 0,0 0 0,0 0 16,0 0-16,0 0 0,0-25 0,-25 25 0,25-25 15,0 0-15,0 25 0,-25-25 0</inkml:trace>
  <inkml:trace contextRef="#ctx0" brushRef="#br0" timeOffset="256013.6431">28352 16619 0,'0'0'16,"0"0"-16,0 0 0,0 0 0,0 0 0,25 0 15,-25 0-15,0 0 0,24 0 0,-24 0 0,25 0 0,-25 0 16,25 0-16,-25 0 0,25 0 0,0 25 0,-25-25 16,24 0-16,1 0 0,0 0 0,-25 0 0,25 25 0,0-25 15,-25 0-15,24 0 0,1 0 0,-25 0 0,25 0 16,-25 0-16,0 0 0,25 0 0,-25 0 0,25-25 0</inkml:trace>
  <inkml:trace contextRef="#ctx0" brushRef="#br0" timeOffset="256340.6618">28798 16297 0,'0'0'0,"0"0"15,0 0-15,0 0 0,0 0 0,0 0 0,0 0 0,0-25 16,0 25-16,0 0 0,0 0 0,0 0 0,0 0 15,0 0-15,0 0 0,0 0 0,0 0 0,0 0 16,0 25-16,0-25 0,0 0 0,0 0 0,0 0 0,0 0 16,0 24-16,0-24 0,0 25 0,0-25 0,0 0 15,0 25-15,0-25 0,0 25 0,0 0 0,0-25 0,0 25 16,0-25-16,0 24 0,25 1 0,-25 0 0,0-25 0,0 25 15,0 0-15,0-1 0,0-24 0,0 25 0,0 0 16,0 0-16,0-25 0,0 25 0,0-1 0,0 1 0,0-25 16,0 25-16,-25-25 0,25 25 0,0 0 0,0-25 15,0 24-15,0-24 0,0 0 0,0 25 0,0-25 0,-25 0 16,25 0-16,0 25 0,0-25 0,0 0 0,0 0 0,0 0 15,0 0-15,25 0 0,-25 0 0,0 0 0,0 0 16,0 0-16,0 0 0,0 0 0,0 0 0,0 0 0,25 0 16,-25 0-16,0 0 0,0 0 0</inkml:trace>
  <inkml:trace contextRef="#ctx0" brushRef="#br0" timeOffset="256569.6749">28649 16818 0,'0'0'0,"0"-25"16,0 25-16,25 0 0,-25 0 0,0 0 0,0 0 15,25-25-15,-25 25 0,0 0 0,25 0 0,-25 0 0,25 0 16,-25 0-16,24 0 0,1-25 0,-25 25 0,25 0 0,-25 0 15,25 0-15,-25 0 0,25 0 0,-1 0 0,-24 0 16,0 0-16,25 0 0,-25 0 0,25 0 0,-25 0 0,0 0 16,0 0-16,0 0 0,25 0 0</inkml:trace>
  <inkml:trace contextRef="#ctx0" brushRef="#br0" timeOffset="257017.7005">29121 16321 0,'0'0'0,"0"-24"0,0 24 0,-25 0 0,25-25 0,0 25 0,0 0 16,0 0-16,0-25 0,0 25 0,25 0 0,-25 0 15,0-25-15,0 25 0,25 0 0,-25 0 0,24 0 0,-24 0 16,0 0-16,25 0 0,-25 0 0,25 0 0,-25 0 15,0 0-15,25 25 0,-25-25 0,0 0 0,25 0 0,-25 25 16,0-25-16,0 0 0,0 25 0,0-25 0,0 0 16,0 24-16,0-24 0,0 0 0,-25 0 0,25 25 0,0-25 15,-25 0-15,25 25 0,-25-25 0,25 0 0,-25 25 16,25-25-16,-24 0 0,-1 0 0,25 25 0,-25-25 0,25 0 15,-25 0-15,25 25 0,-25-25 0,25 0 0,0 0 16,0 0-16,0 24 0,0-24 0,0 0 0,0 0 0,0 0 16,0 0-16,25 0 0,-25 0 0,25 0 0,-25 0 15,25 0-15,0 25 0,-1-25 0,-24 0 0,25 0 16,0 0-16,0 0 0,0 25 0,-1-25 0,1 0 0,0 0 15,0 0-15,-25 25 0,25-25 0,-1 0 0,-24 0 0,25 0 16,0 0-16</inkml:trace>
  <inkml:trace contextRef="#ctx0" brushRef="#br0" timeOffset="257491.7276">29617 16396 0,'0'0'0,"0"0"0,-25 0 16,25 0-16,0 0 0,0 25 0,0-25 0,0 0 15,-25 0-15,25 25 0,0-25 0,0 24 0,0-24 0,0 25 16,0 0-16,0-25 0,0 25 0,0 0 0,0-1 0,0 1 15,25 25-15,-25-25 0,0-1 0,0 1 0,0 0 16,25 0-16,-25 0 0,0-1 0,0 1 0,0 0 16,0 0-16,0 0 0,0-1 0,0 1 0,0 0 0,0 0 15,0-25-15,0 25 0,0-25 0,0 24 0,0-24 0,0 0 16,-25 25-16,25-25 0,0 0 0,0 0 0,-25 0 0,25 0 15,-25 0-15,25-25 0,0 25 0,-24-24 0,24 24 16,-25-25-16,25 25 0,-25-25 0,25 0 0</inkml:trace>
  <inkml:trace contextRef="#ctx0" brushRef="#br0" timeOffset="257724.741">29443 16768 0,'0'0'15,"0"0"-15,0 0 0,25 0 0,-25 0 0,0 0 0,25 0 16,-25 0-16,0 0 0,25 0 0,-25 0 0,24 0 16,1 0-16,-25 0 0,25 0 0,0 0 0,0 0 0,-25 0 15,24 0-15,1 0 0,0 0 0,0 0 0,0 0 0,-25 0 16,24 0-16,1 0 0,-25 0 0,25 0 0,0 0 15,-25-25-15,25 25 0,-25 0 0,24 0 0,-24 0 0,0-25 16</inkml:trace>
  <inkml:trace contextRef="#ctx0" brushRef="#br0" timeOffset="257945.7536">29939 16321 0,'0'-24'0,"-25"24"0,25 0 0,0 0 0,0-25 0,0 25 16,0 0-16,25 0 0,-25 0 0,0-25 0,0 25 15,25 0-15,-25 0 0,0 0 0,25 0 0,-25 0 0,25 0 16,-25 0-16,24-25 0,-24 25 0,25 0 0,-25 0 15,0 25-15,25-25 0,-25 0 0,0 0 0,0 0 0,0 0 16,0 25-16,0-25 0,0 0 0,0 0 0,-25 25 16,25-25-16,-25 24 0,1-24 0,24 0 0,-25 25 0,0-25 15,0 25-15,25-25 0,-25 0 0,1 25 0,24-25 16,-25 25-16,25-25 0,-25 0 0,25 0 0,0 25 0,-25-25 15,25 0-15,0 0 0,0 24 0,25-24 0,-25 0 16,0 0-16,0 0 0,25 0 0,-25 25 0,25-25 0,-1 0 16,-24 0-16,25 0 0,0 0 0,-25 25 0,25-25 15,0 0-15,-1 0 0,1 0 0,-25 0 0,25 25 0,0-25 16,0 0-16,-25 0 0,24 0 0,1 0 0,-25 25 0,25-25 15,0 0-15</inkml:trace>
  <inkml:trace contextRef="#ctx0" brushRef="#br0" timeOffset="258188.7675">30262 16743 0,'0'0'0,"0"0"0,0 0 0,0 0 0,0-25 16,0 25-16,25 0 0,-25 0 0,0 0 0,24 0 0,-24 0 16,25 0-16,-25 0 0,25 0 0,-25 0 0,25 0 15,-25 0-15,25 0 0,-25 0 0,24 0 0,-24 0 0,25 0 16,-25 0-16,25 25 0,-25-25 0,0 0 0,25 0 0,-25 0 15,0 0-15,0 0 0,0 25 0,0-25 0,0 0 16,0 0-16,0 0 0</inkml:trace>
  <inkml:trace contextRef="#ctx0" brushRef="#br0" timeOffset="258360.7774">30187 16892 0,'0'0'0,"-25"0"0,25 25 0,0-25 0,0 0 16,0 0-16,0 0 0,0 0 0,0 0 0,0 0 0,0 0 16,0 0-16,25 0 0,-25 0 0,0 0 0,25 0 15,0 0-15,-25 0 0,25 0 0,0 0 0,-25 0 0,24 0 16,1 0-16,0 0 0,-25 0 0,25 0 0,0 0 0,-25 0 15,24 0-15,-24 0 0,25 0 0,0 0 0,-25-25 16,25 25-16,-25 0 0,0 0 0,25 0 0,-25 0 0,24-25 16</inkml:trace>
  <inkml:trace contextRef="#ctx0" brushRef="#br0" timeOffset="258592.7906">30609 16594 0,'0'0'0,"0"0"0,25 0 0,-25 0 0,0 0 16,0 0-16,0 0 0,25 0 0,-25 0 0,0 0 15,24 0-15,-24 0 0,0 25 0,25-25 0,-25 0 0,0 25 16,25-25-16,-25 25 0,0-25 0,0 25 0,0-1 0,0 1 16,0-25-16,0 25 0,0 0 0,0 0 0,0-1 15,0 1-15,-25 0 0,25 0 0,-25 0 0,25-25 0,-24 24 16,24 1-16,-25 0 0,0 0 0,25-25 0,-25 25 15,0-1-15,25-24 0,-24 25 0,-1-25 0,25 25 0,-25-25 16,25 25-16,-25-25 0,25 0 0,0 25 0,-25-25 0,25 0 16,0 0-16</inkml:trace>
  <inkml:trace contextRef="#ctx0" brushRef="#br0" timeOffset="261665.9663">2257 17587 0,'0'-25'16,"0"25"-16,0 0 0,0 0 0,0 0 0,-25 0 0,25 0 15,0-25-15,0 25 0,0 0 0,0 0 0,0 0 0,0 0 16,0 0-16,0 0 0,-24 0 0,24 0 0,0 0 15,0 0-15,0-25 0,0 25 0,0 0 0,0 0 0,-25 0 16,25 0-16,0 0 0,0 0 0,0 0 0,0 0 0,0-25 16,0 25-16,0 0 0,-25 0 0,25 0 0,0 0 0,0 0 15,0 0-15,0 0 0,-25 0 0,25 0 0,0 0 0,-25 0 16,25 0-16,0 25 0,0-25 0,-24 0 0,24 0 15,0 0-15,0 0 0,0 25 0,-25-25 0,25 0 0,0 0 16,0 25-16,0-25 0,0 0 0,0 25 0,0-25 0,0 24 16,0-24-16,0 0 0,0 25 0,0-25 0,25 25 0,-25-25 15,0 25-15,24-25 0,-24 0 0,0 25 0,25-25 0,-25 0 16,0 24-16,25-24 0,-25 0 0,25 25 0,-25-25 0,25 0 15,-25 0-15,0 25 0,24-25 0,-24 0 0,25 0 0,-25 0 16,25 0-16,-25 0 0,25 0 0,-25 0 0,0 0 0,25 0 16,-25 0-16,24 0 0,-24 0 0,25 0 0,-25-25 0,25 25 15,-25 0-15,25-25 0,-25 25 0,0 0 0,25-24 0,-25 24 0,24 0 16,-24-25-16</inkml:trace>
  <inkml:trace contextRef="#ctx0" brushRef="#br0" timeOffset="261875.9784">2580 17562 0,'0'0'0,"0"0"0,0 0 0,0 0 0,0 0 15,0-25-15,0 25 0,0 0 0,0 0 0,0 0 16,0 0-16,0 0 0,0 0 0,0 0 0,0 0 0,0 0 15,0 0-15</inkml:trace>
  <inkml:trace contextRef="#ctx0" brushRef="#br0" timeOffset="262077.99">2704 17363 0,'0'0'15,"0"0"-15,0 0 0,0-25 0,0 25 0,0 0 0,-25 0 16,25 0-16,0 0 0,0 0 0,0 0 0,0 0 0,0 0 16,-25 25-16,25-25 0,0 0 0,0 0 0,0 0 15,0 25-15,0-25 0,0 25 0,0-25 0,0 0 0,-25 25 16,25-1-16,0-24 0,0 25 0,0-25 0,0 25 15,0 0-15,0 0 0,-25-25 0,25 25 0,0-1 0,0-24 0,0 25 16,0 0-16,0-25 0,0 25 0,0 0 0,0-25 0,0 24 16,0-24-16,-24 25 0,24-25 0,0 0 0,0 25 0,0-25 15,0 25-15,0-25 0,0 0 0,0 25 0,0-25 0,0 0 16,0 0-16,0 0 0,0 24 0,0-24 0,0 0 15,0 0-15,24 0 0,-24 0 0,0-24 0</inkml:trace>
  <inkml:trace contextRef="#ctx0" brushRef="#br0" timeOffset="262454.0115">2977 17512 0,'0'0'0,"0"-25"0,0 25 0,0 0 15,0 0-15,0-25 0,-25 25 0,25 0 0,0 0 0,0-24 16,-25 24-16,25 0 0,0 0 0,-25 0 0,25 0 15,0-25-15,-25 25 0,25 0 0,0 0 0,-24 0 0,24 0 16,0 0-16,-25 0 0,25 0 0,0 0 0,0 25 0,0-25 16,0 0-16,0 0 0,-25 0 0,25 0 0,0 24 0,0-24 15,25 0-15,-25 25 0,0-25 0,0 0 0,0 25 0,25-25 16,-25 25-16,24-25 0,-24 0 0,25 25 0,-25-25 15,25 25-15,-25-25 0,25 0 0,-25 24 0,25-24 0,-25 25 16,24-25-16,-24 0 0,25 25 0,0-25 0,-25 0 0,25 0 16,-25 25-16,25-25 0,-25 0 0,24 0 0,-24 25 0,0-25 15,0 0-15,25 0 0,-25 0 0,0 0 0,0 24 0,0-24 16,0 0-16,0 0 0,0 0 0,0 25 0,-25-25 0,25 0 15,0 0-15,0 0 0,-24 25 0,24-25 0,0 0 0,-25 0 16,25 0-16,-25 0 0,25 25 0,0-25 0,-25 0 16,25 0-16,0 0 0,-25 0 0,25 0 0,0 0 0,0 0 0,0 0 15,0 0-15,0 0 0,0 0 0,0-25 0,25 25 0,-25 0 16,0 0-16,25 0 0,-25 0 0</inkml:trace>
  <inkml:trace contextRef="#ctx0" brushRef="#br0" timeOffset="263249.0567">4068 17413 0,'0'0'15,"0"0"-15,0 0 0,-25 0 0,25 0 0,0 0 0,0 0 16,-25 0-16,25-25 0,0 25 0,0 0 0,0 0 0,0 0 15,-24 0-15,24 0 0,0 25 0,0-25 0,0 0 16,0 0-16,0 0 0,0 0 0,0 0 0,0 0 0,-25 0 16,25 0-16,0 25 0,0-25 0,0 0 0,0 24 15,0-24-15,0 0 0,0 25 0,0-25 0,25 25 0,-25-25 16,0 25-16,0 0 0,24-25 0,-24 25 0,0-25 0,25 24 15,-25 1-15,0-25 0,25 25 0,-25-25 0,25 25 0,-25-25 16,25 0-16,-25 25 0,24-25 0,-24 0 0,25 0 16,-25 24-16,25-24 0,-25 0 0,25 0 0,-25 0 0,0 0 15,25 0-15,-25 0 0,24 0 0,-24-24 0,25 24 0,-25 0 16,0 0-16,25-25 0,-25 25 0,0 0 0,25-25 0,-25 25 15,0 0-15,0-25 0,0 25 0,0-25 0,0 25 0,0-24 16,0 24-16,0 0 0,0-25 0,0 25 0,0-25 16,0 25-16,0-25 0,0 25 0,0 0 0,-25 0 0,25-25 15,0 25-15,0 0 0,0 0 0,0 0 0,-25 0 0,25 0 16,0 0-16,0 0 0,0 0 0,-25 0 0,25 0 15,0 0-15,0 0 0,0 0 0,-24 0 0,24 0 0,0 0 16,0 0-16,0 0 0,0 0 0,0 25 0,0-25 16,0 0-16,0 0 0,0 25 0,0-25 0,0 0 0,0 25 15,0-25-15,0 0 0,0 25 0,24-25 0,-24 24 0,0-24 16,0 0-16,0 25 0,25-25 0,-25 25 0,25-25 15,-25 0-15,0 25 0,25-25 0,-25 0 0,25 0 0,-25 0 16,0 25-16,24-25 0,-24 0 0,0 0 0,25 0 0,-25 0 16,0 0-16,25 0 0,-25-25 0,0 25 0,25 0 0,-25 0 15,0 0-15,25-25 0,-25 25 0,0 0 0,24-25 0,-24 25 16,0-25-16,25 25 0,-25 0 0,0-24 0,0 24 15,0-25-15,0 25 0,0 0 0,0-25 0,0 25 0,0-25 16,0 25-16,0 0 0,0 0 0,0-25 0,0 25 0,0 0 16,-25 0-16,25 0 0,0 0 0,0 0 0,0 0 15,0 0-15,0 0 0,-24 0 0,24 0 0,0 0 0,0 0 16,0 25-16,0-25 0,0 0 0,0 25 0,0-25 0,0 0 15,0 25-15,0-25 0,0 25 0,24-25 0,-24 24 0,0-24 16,0 0-16,0 25 0,25-25 0,-25 0 0,0 25 16,0-25-16,25 0 0,-25 0 0,0 25 0,25-25 0,-25 0 15,25 0-15,-25 0 0,0 0 0,24 0 0,-24 0 0,25 0 16,-25 0-16,25 0 0,-25 0 0,25-25 0,-25 25 15,25 0-15,-25 0 0,0-25 0,24 25 0,-24 0 0</inkml:trace>
  <inkml:trace contextRef="#ctx0" brushRef="#br0" timeOffset="263604.0773">4837 17512 0,'-25'0'0,"25"0"0,0-25 0,0 25 0,0 0 15,-25 0-15,25 0 0,0 0 0,0 0 0,-25 0 16,25 0-16,0 0 0,0 0 0,0-25 0,0 25 0,-24 0 16,24 0-16,0 0 0,0 0 0,0 0 0,0 0 0,0 0 15,0 0-15,0 0 0,0 0 0,-25 0 0,25 0 0,0 25 16,0-25-16,0 0 0,0 0 0,0 25 0,0-25 15,0 25-15,0-25 0,0 25 0,0-25 0,0 25 16,0-25-16,0 24 0,0-24 0,0 0 0,25 25 0,-25-25 16,0 25-16,0-25 0,0 0 0,24 0 0,-24 25 0,0-25 15,0 0-15,25 0 0,-25 0 0,0 0 0,0 0 0,0 0 16,25 0-16,-25 0 0,0 0 0,0 0 0,25 0 0,-25-25 15,0 25-15,25 0 0,-25 0 0,0-25 0,0 25 0,25 0 16,-25-25-16,0 25 0,24 0 0,-24-24 0,0 24 16,0 0-16,0-25 0,0 25 0,0 0 0,0 0 0,0 0 15,0 0-15,0 0 0,0 0 0,0 0 0,0 0 16,0 0-16,0 25 0,0-25 0,0 0 0,0 0 0,0 24 15,0-24-15,25 0 0,-25 0 0,0 25 0,0-25 0,0 0 16,0 0-16,0 0 0,0 25 0,0-25 0,0 0 0,0 0 16,0 0-16,0 0 0,0 0 0,0 0 0,0 0 15,0 0-15,0 0 0,-25 0 0,25 0 0</inkml:trace>
  <inkml:trace contextRef="#ctx0" brushRef="#br0" timeOffset="263818.0895">4589 17289 0,'0'0'0,"0"-25"0,0 25 0,0 0 0,0 0 16,0 0-16,0 0 0,25-25 0,-25 25 0,0 0 16,24 0-16,-24 0 0,0 0 15,25 0-15,-25 0 0,25 0 0,-25 0 0,0 0 0,25 0 0,-25 25 0,0-25 0,25 0 16,-25 25-16,0-25 0,0 0 0,0 25 0,0-25 15,0 24-15,-25-24 0,25 25 0,0 0 0,0-25 0,-25 25 16,25 0-16,-25-1 0,25-24 0,-25 25 0,25 0 16,-24-25-16</inkml:trace>
  <inkml:trace contextRef="#ctx0" brushRef="#br0" timeOffset="264304.1173">6226 17537 0,'0'0'0,"0"-25"0,0 25 16,-25 0-16,25-25 0,0 25 0,-25 0 0,25-25 16,0 25-16,0 0 0,-24 0 0,24-24 0,0 24 0,-25 0 15,25 0-15,0-25 0,-25 25 0,25 0 0,0 0 0,-25 0 16,25 0-16,0 0 0,-25 0 0,25 0 0,0 0 0,0 0 15,-24 0-15,24 0 0,0 25 0,0-25 0,0 0 16,0 0-16,0 0 0,-25 0 0,25 24 0,0-24 0,0 0 16,0 25-16,0-25 0,25 0 0,-25 25 0,0-25 15,24 25-15,-24-25 0,25 25 0,-25-25 0,25 25 0,0-25 16,-25 24-16,25 1 0,-1-25 0,-24 25 0,25-25 0,0 25 15,-25-25-15,25 25 0,0-25 0,-25 0 0,24 24 0,-24-24 16,0 25-16,25-25 0,-25 0 0,0 0 0,0 25 16,0-25-16,0 0 0,0 0 0,0 25 0,0-25 0,-25 0 0,25 0 15,0 0-15,-24 0 0,24 0 0,-25 25 0,0-25 16,25 0-16,-25 0 0,0 0 0,25 0 0,-24 0 0,24 0 15,-25 0-15,0 0 0,25 0 0,-25 0 0,25 0 0,-25 0 16,25 0-16,0-25 0,0 25 0,0 0 0,0 0 0,0 0 16,0 0-16,0 0 0,0 0 0,25 0 0,-25 0 15,0 0-15,25 0 0,-25 0 0</inkml:trace>
  <inkml:trace contextRef="#ctx0" brushRef="#br0" timeOffset="264997.1567">7020 17487 0,'-25'-25'15,"25"25"-15,0 0 0,-25 0 0,25 0 0,0 0 0,0 0 16,-25-24-16,25 24 0,0 0 0,0 0 0,0 0 16,0 0-16,0 0 0,0 0 0,0 24 0,0-24 0,0 0 15,0 0-15,0 25 0,25-25 0,-25 0 0,0 25 0,0-25 16,0 25-16,0 0 0,25-25 0,-25 25 0,0-1 0,0-24 15,0 25-15,25-25 0,-25 25 0,0 0 0,0 0 0,0-25 16,25 24-16,-25-24 0,0 25 0,0 0 0,0-25 16,24 25-16,-24-25 0,0 25 0,0-25 15,25 24-15,-25-24 0,0 0 0,0 25 0,25-25 0,-25 0 0,0 0 0,25 25 16,-25-25-16,25 0 0,-25 0 0,0 0 0,24-25 15,-24 25-15,0 0 0,25 0 0,-25-25 0,0 25 0,25 0 16,-25-24-16,0 24 0,25 0 0,-25-25 0,0 25 0,0-25 16,25 25-16,-25-25 0,0 25 0,0 0 0,0-25 0,0 25 15,24 0-15,-24-24 0,0 24 0,0 0 0,0 0 0,0-25 16,0 25-16,0 0 0,0 0 0,0 0 0,0 0 0,0-25 15,0 25-15,0 0 0,-24 0 0,24 0 0,0 0 16,0 0-16,0 0 0,0-25 0,0 25 0,0 0 0,0 0 16,-25 0-16,25 0 0,0 0 0,0 25 0,0-25 0,0 0 15,0 0-15,-25 0 0,25 25 0,0-25 0,0 0 0,0 0 16,0 25-16,0-25 0,0 0 0,0 24 0,0-24 0,0 0 15,0 25-15,0-25 0,0 0 0,0 0 0,0 25 0,0-25 16,0 0-16,0 25 0,0-25 0,25 0 0,-25 0 16,0 0-16,0 25 0,0-25 0,25 0 0,-25 0 0,0 0 15,0 0-15,0 0 0,0 0 0,0 0 0,24 0 0,-24 0 16,0 0-16,0 0 0,0 0 0,0 0 0,0 0 0,0 0 15,0 0-15,25-25 0,-25 25 0,0 0 0,0 0 0,0 0 16,0 0-16,0 0 0,0 0 0,0 0 0,0 0 16,0 0-16,0 0 0,0 0 0,0 0 0,0 0 0,0 0 15,0 0-15,0 0 0,0 25 0,0-25 0,0 0 0,0 0 16,0 0-16,0 0 0,0 0 0,25 24 0,-25-24 0,0 0 15,0 0-15,0 0 0,25 0 0,-25 25 0,0-25 0,0 0 16,0 0-16,0 0 0,0 0 0,0 0 0,0 0 16,0 0-16,0 0 0,0 0 0,0 0 0,0-25 0</inkml:trace>
  <inkml:trace contextRef="#ctx0" brushRef="#br0" timeOffset="265194.168">7169 17562 0,'0'0'0,"0"-25"15,0 25-15,-25 0 0,25 0 0,0 0 0,0 0 0,0-25 16,0 25-16,0 0 0,0 0 0,25 0 0,-25 0 0,0 0 15,24 0-15,-24 0 0,25-25 0,0 25 0,-25 0 0,25 0 16,0 0-16,-25 0 0,24 0 0,1 0 0,0 0 16,-25 0-16,25 0 0,0 0 0,-1 0 0,-24 0 0,25 0 15,0 0-15,-25 0 0,25 0 0,-25 0 0</inkml:trace>
  <inkml:trace contextRef="#ctx0" brushRef="#br0" timeOffset="267110.2778">4142 16371 0,'0'0'0,"0"0"0,0 0 0,0 0 0,0 0 16,0 0-16,0 0 0,0 0 0,0 0 0,0 0 0,0 0 16,0 0-16,0 0 0,0 0 0,0 0 0,0 0 0,0 0 15,0 0-15,0 0 0,0 0 0,0 0 0,0 0 16,0 0-16,0 0 0,0 0 0,0 0 0,0 0 0,0 0 15,0 0-15,0 0 0,0 0 0,0 0 0,0 0 16,0 0-16,0 0 0,25 0 0,-25 0 0,0 0 0,0 0 16,0 25-16,0-25 0,25 0 0,-25 25 0,0-25 15,25 25-15,-25-25 0,25 24 0,-25 1 0,24-25 0,-24 25 16,25-25-16,-25 25 0,25 0 0,-25-25 0,0 24 15,25-24-15,-25 25 0,25-25 0,-25 0 0,24 25 0,-24-25 16,0 25-16,25-25 0,-25 0 0,0 0 0,25 0 16,-25 25-16,0-25 0,0 0 0,25 0 0,-25 0 0,0 0 15,0 0-15,0 0 0,25 0 0,-25 0 0,0 0 0,0 0 16,0 0-16,0 0 0,0-25 0,0 25 0,0 0 15,0 0-15,0 0 0,0-25 0,0 25 0,0 0 16,0-25-16,0 25 0,0 0 0,0-25 0,0 25 0,0-24 16,0 24-16,0-25 0,0 25 0,0-25 0,0 25 0,0-25 15,0 25-15,0-25 0,0 25 0,0-24 0,0 24 16,0-25-16,0 25 0,0 0 0,0 0 0,0-25 0,0 25 15,0 0-15,0 0 0,0 0 0,0 0 0,0 0 16,0 0-16,0 0 0,0 0 0,0 0 0,0 0 0,0 25 16,0-25-16,0 0 0,24 0 0,-24 0 0,0 25 15,0-25-15,25 24 0,-25-24 0,0 25 0,25-25 0,-25 25 16,0-25-16,25 25 0,-25-25 0,25 25 0,-25-1 15,24-24-15,-24 25 0,0-25 0,25 25 0,-25-25 0,25 25 16,-25-25-16,25 0 0,-25 25 0,25-25 0,-25 0 0,0 0 16,24 24-16,-24-24 0,0 0 0,0 0 0,25 0 15,-25 0-15,0 0 0,0 0 0,0 0 0,0 0 0,25 0 16,-25-24-16,0 24 0,0 0 0,0 0 0,0-25 15,0 25-15,0 0 0,0-25 0,0 25 0,0-25 0,25 25 16,-25-25-16,0 25 0,0-24 0,0 24 0,0-25 16,0 25-16,0-25 0,0 25 0,0 0 0,0-25 0,0 25 15,0 0-15,0 0 0,0 0 0,0 0 0,0 0 16,25 0-16,-25 0 0,0 0 0,25 0 0,-25 0 0,0 0 15,24 0-15</inkml:trace>
  <inkml:trace contextRef="#ctx0" brushRef="#br0" timeOffset="267728.3131">4936 17041 0,'0'0'0,"0"0"0,0 0 16,0 0-16,0 0 0,0 0 0,0 0 0,0 0 16,0 0-16,0 0 0,0 0 0,0 0 0,0 0 0,0 0 15,0 0-15,0 0 0,0 0 0,0 0 0,0 0 0,0 0 16,0 0-16,0-25 0,0 25 0,0 0 0,0 0 15,0 0-15,25 0 0,-25 0 0,0 0 0,0-25 0,0 25 16,25 0-16,-25 0 0,0 0 0,25 0 0,-25 0 16,24-25-16,-24 25 0,0 0 0,25 0 0,-25 0 0,0 0 15,0 0-15,0 0 0,25 0 0,-25 0 0,0 0 0,0 25 16,0-25-16,0 0 0,25 0 0,-25 25 0,0-25 15</inkml:trace>
  <inkml:trace contextRef="#ctx0" brushRef="#br0" timeOffset="267904.3232">4961 17140 0,'0'0'0,"0"0"0,0 0 16,0 0-16,0 0 0,0 0 0,0 0 0,0 0 16,0 0-16,0 0 0,0 0 0,25 0 0,-25-25 0,0 25 15,25 0-15,-25 0 0,0 0 0,24 0 0,-24-25 0,25 25 16,-25 0-16,25 0 0,-25 0 0,25 0 0,-25 0 15,25 0-15,-25 0 0,24 0 0,-24 0 0,25 0 0,0 0 16</inkml:trace>
  <inkml:trace contextRef="#ctx0" brushRef="#br0" timeOffset="268996.3857">8111 17661 0,'0'-25'0,"0"25"0,0 0 0,-25 0 15,25-25-15,0 25 0,0 0 0,0 0 0,0 0 16,0-24-16,-24 24 0,24 0 0,0 0 0,0 0 0,0 0 15,0 0-15,0 0 0,0 0 0,0 0 0,0 0 16,0 0-16,0 0 0,0 0 0,0 0 0,0 0 0,0 0 0,0 0 16,0 0-16,24 0 0,-24 0 0,0 24 0,0-24 15,25 0-15,-25 25 0,0-25 0,0 25 0,25-25 0,-25 25 16,0-25-16,25 25 0,-25-25 0,0 24 0,25 1 0,-25-25 15,0 25-15,24-25 0,-24 25 0,25-25 0,-25 0 0,0 25 16,0-25-16,25 24 0,-25-24 0,0 0 0,0 0 0,25 0 16,-25 25-16,0-25 0,0 0 0,0 0 0,0 0 0,0 0 15,0 0-15,0 0 0,0 0 0,25 0 0,-25 0 16,0 0-16,0-25 0,0 25 0,0 0 0,0-24 0,0 24 15,0-25-15,0 25 0,0-25 0,0 25 0,0-25 0,0 25 16,0-25-16,-25 25 0,25-24 0,0 24 0,0-25 16,0 25-16,0-25 0,0 25 0,0 0 0,0 0 0,0-25 0,0 25 15,0 0-15,0 0 0,0-25 0,0 25 0,0 0 16,0 0-16,0 0 0,0 0 0,0 0 0,0 0 0,0 0 15,0 0-15,0 0 0,0 0 0,25 0 0,-25 0 0,0 25 16,0-25-16,24 0 0,-24 25 0,0-25 0,25 25 0,-25-25 16,0 0-16,25 25 0,-25-25 0,0 24 0,25-24 0,-25 0 15,0 25-15,0-25 0,25 0 0,-25 25 0,0-25 16,24 0-16,-24 0 0,0 0 0,0 0 0,25 25 0,-25-25 15,0 0-15,0-25 0,0 25 0,25 0 0,-25 0 0,0 0 16,0 0-16,0-25 0,25 25 0,-25-25 0,0 25 0,0-24 16,25 24-16,-25-25 0,0 25 0,0-25 0,0 25 0,0-25 15,0 0-15,0 25 0,0-24 0,0 24 0,0-25 16,0 25-16,0-25 0,0 25 0,-25 0 0,25 0 0,0-25 15,0 25-15,0 0 0,0 0 0,0 0 0,0 25 0,0-25 16,0 0-16</inkml:trace>
  <inkml:trace contextRef="#ctx0" brushRef="#br0" timeOffset="269310.4036">9079 17711 0,'24'0'15,"-24"0"-15,0 0 0,0 0 0,0 0 0,0 0 0,0 0 16,0 0-16,0 24 0,0-24 0,0 0 0,0 0 16,0 25-16,0-25 0,25 0 0,-25 25 0,0-25 0,0 25 15,0-25-15,0 25 0,0-1 0,0-24 0,0 25 0,-25-25 16,25 25-16,0 0 0,0-25 0,0 25 0,0-1 0,-24-24 15,24 25-15,0 0 0,-25-25 0,25 25 0,0-25 0,-25 25 16,25-25-16</inkml:trace>
  <inkml:trace contextRef="#ctx0" brushRef="#br0" timeOffset="269829.4333">10220 17735 0,'0'0'0,"0"0"0,-25 0 0,25-24 16,0 24-16,0 0 0,0 0 0,-25-25 0,25 25 0,0 0 15,0 0-15,-25-25 0,25 25 0,0 0 0,0 0 16,0 0-16,-25 0 0,25 0 0,0-25 0,0 25 0,-24 0 16,24 0-16,0 0 0,-25 0 0,25 0 0,0 0 0,-25 0 15,25 0-15,-25 0 0,25 0 0,0 0 0,-25 0 0,25 0 16,0 0-16,-25 0 0,25 0 0,-24 25 0,24-25 15,0 0-15,0 0 0,-25 25 0,25-25 0,0 0 0,0 25 16,0-25-16,0 0 0,0 24 0,0-24 0,0 25 0,0-25 16,0 25-16,0-25 0,0 25 0,0-25 0,0 25 0,25-1 15,-25-24-15,0 0 0,0 25 0,24-25 0,-24 0 0,0 25 16,25-25-16,-25 0 0,0 0 0,25 0 0,-25 0 0,25 0 15,-25 0-15,25 0 0,-25 0 0,25 0 0,-25 0 16,24 0-16,-24-25 0,0 25 0,25-25 0,-25 25 0,25 0 16,-25-24-16,0 24 0,0-25 0,25 0 0,-25 25 0,0-25 15,0 25-15,0-25 0,0 25 0,0-24 0,0-1 0,0 25 16,0-25-16,0 0 0</inkml:trace>
  <inkml:trace contextRef="#ctx0" brushRef="#br0" timeOffset="270054.4462">10145 17438 0,'0'0'0,"0"0"0,0-25 0,0 25 0,-25 0 0,25 0 15,0 0-15,0 0 0,0 0 0,0 0 0,0 0 16,0 0-16,0 0 0,0 0 0,0 0 0,0 0 0,0 0 15,0 25-15,0-25 0,0 0 0,0 24 0,0-24 16,0 25-16,0-25 0,0 25 0,0 0 0,0-25 0,25 25 16,-25 0-16,0-25 0,0 24 0,0 1 0,25 0 0,-25-25 15,0 25-15,0 0 0,0-1 0,25 1 0,-25-25 0,0 25 16,0 0-16,0 0 0,0-25 0,25 24 0,-25 1 0,0-25 15,0 25-15,0-25 0,0 25 0,0-25 0,0 25 0,24-25 16,-24 0-16,0 24 0,0-24 0,0 0 0,0 0 0,0 25 16,25-25-16,-25 0 0,0 0 0,0 0 0,0 0 0,0 0 15,0 0-15,0 0 0,0-25 0,0 25 0,0 0 16</inkml:trace>
  <inkml:trace contextRef="#ctx0" brushRef="#br0" timeOffset="270869.4928">10393 17661 0,'0'0'0,"0"0"0,0 0 0,0 0 15,0-25-15,0 25 0,0 0 0,-25 0 0,25 0 0,0 0 78,0 0-78,0 0 0,0 0 0,0 0 0,0 0 0,0 0 0,0 0 0,0 0 0,0 25 0,0-25 0,0 0 0,0 0 0,0 25 0,0-25 0,25 25 0,-25-25 0,0 24 0,0-24 0,0 25 0,0-25 0,0 25 0,0-25 0,25 25 0,-25 0 0,0-25 0,0 24 0,0-24 0,0 0 0,0 25 16,25-25-16,-25 25 0,0-25 0,0 0 0,0 25 0,25-25 16,-25 0-16,0 0 0,0 0 0,0 25 0,24-25 15,-24 0-15,0 0 0,0 0 0,25 0 0,-25 0 0,0-25 16,25 25-16,-25 0 0,0 0 0,25-25 0,-25 25 0,0 0 15,25-25-15,-25 25 0,0-25 0,0 25 0,0-24 0,0 24 16,24-25-16,-24 25 0,0-25 0,0 0 0,0 25 0,0-25 16,0 25-16,0-24 0,0 24 0,0 0 0,0-25 15,-24 25-15,24 0 0,0-25 0,0 25 0,0 0 0,0 0 16,0 0-16,0-25 0,0 25 0,0 0 0,0 0 0,0 0 15,0 0-15,0 0 0,0 0 0,0 25 0,0-25 0,0 0 16,0 0-16,0 0 0,0 0 0,0 25 0,0-25 0,24 0 16,-24 25-16,0-25 0,0 24 0,0-24 0,0 25 15,0-25-15,0 25 0,25-25 0,-25 0 0,0 25 0,0-25 16,0 25-16,0-25 0,0 24 0,25-24 0,-25 0 0,0 0 15,0 25-15,0-25 0,0 0 0,0 0 0,0 0 0,0 0 16,0 0-16,0 0 0,0 0 0,0 0 0,0 0 0,0 0 16,0 0-16,0 0 0,0 0 0,0 0 0,0 0 15,0 0-15,0 0 0,0 0 0,0-25 0,0 25 0,0 0 16,0-24-16,0 24 0,0-25 0,0 25 0,0-25 0,0 25 15,0-25-15,0 0 0,0 25 0,0 0 0,25-24 0,-25 24 16,0 0-16,0-25 0,0 25 0,0 0 0,0 0 0,0 0 16,25 0-16,-25 0 0,0 0 0,0 0 0,0 0 15,0 0-15,24 0 0,-24 0 0,0 0 0,0 0 0,0 25 16,25-25-16,-25 0 0,0 24 0,0-24 0,0 0 0,0 25 15,25-25-15,-25 0 0,0 25 0,0-25 0,0 25 0,25-25 16,-25 25-16,0-25 0,0 0 0,0 24 0,0-24 0,0 0 16,0 25-16,0-25 0,0 0 0,0 0 0,0 0 15,0 0-15,0 0 0,0 25 0,0-25 0,0 0 0,0 0 16,0 0-16,0-25 0,0 25 0,25 0 0,-25 0 0,0 0 15,0-25-15,0 25 0,0 0 0,0-24 0,0 24 0,0-25 16,0 0-16,24 25 0,-24-25 0,0 25 0,0-25 0,0 25 16,25 0-16,-25-24 0,0 24 0,0 0 0,0-25 15,25 25-15,-25 0 0,0 0 0,0 0 0,0 0 0,0 0 16,25 0-16,-25 0 0,0 0 0,0 0 0,0 25 0,25-25 15,-25 0-15,0 0 0,0 24 0,0-24 0,24 25 0,-24-25 16,0 25-16,0-25 0,0 25 0,25-25 0,-25 25 0,0-1 16,0-24-16,0 25 0,0-25 0,0 25 0,25-25 15,-25 25-15,0-25 0,0 25 0,0-25 0,0 0 0,0 0 16,0 24-16,0-24 0,0 0 0,0 0 0,0 0 0,0 0 15,0 0-15,0 0 0,0 0 0,0 0 0,-25 0 0,25-24 16,0 24-16,0 0 0</inkml:trace>
  <inkml:trace contextRef="#ctx0" brushRef="#br0" timeOffset="271070.5043">10815 17438 0,'0'0'15,"0"0"-15,-25-25 0,25 25 0,0 0 0,0 0 0,0 0 16,-25 0-16,25 0 0,0 0 0,0 0 0,0 0 15,0 0-15,0 0 0,0 0 0,0 0 32,0 0-32,0 0 0,0 25 15,0-25-15,0 0 0,0 24 0,25-24 16,-25 25-16,0-25 0</inkml:trace>
  <inkml:trace contextRef="#ctx0" brushRef="#br0" timeOffset="271870.5501">11733 17661 0,'0'0'16,"-25"-25"-16,25 25 0,0 0 0,0 0 0,0 0 0,0-25 15,0 25-15,0 0 0,0 0 0,0 0 0,-25 0 16,25 0-16,0 0 0,0 0 0,0 0 0,25 0 0,-25 0 16,0 0-16,0 0 0,0 0 0,0 0 0,0 0 0,0 0 15,0 0-15,25 25 0,-25-25 0,0 0 0,0 25 0,24-25 16,-24 25-16,0-25 0,25 25 0,-25-1 0,0-24 0,25 25 15,-25 0-15,0-25 0,25 25 0,-25 0 0,0-1 0,0-24 16,25 25-16,-25-25 0,0 25 0,0-25 0,24 25 16,-24-25-16,0 25 0,0-25 0,0 0 0,0 0 0,0 24 15,0-24-15,0 0 0,25 0 0,-25 0 0,0 0 0,0 0 16,0-24-16,0 24 0,0 0 0,0 0 0,0-25 0,0 25 15,0-25-15,0 25 0,0-25 0,0 25 0,0-25 16,25 1-16,-25 24 0,0-25 0,0 25 0,0-25 0,0 0 16,0 25-16,0-25 0,0 25 0,0-24 0,0 24 0,0-25 15,25 25-15,-25-25 0,0 25 0,0 0 0,0 0 0,0-25 16,0 25-16,0 0 0,0 0 0,0 0 0,0 0 0,0 0 15,0 0-15,0 0 0,25 0 0,-25 0 0,0 0 0,0 0 16,0 0-16,0 25 0,0-25 0,0 0 0,0 0 16,0 25-16,24-25 0,-24 0 0,0 25 0,0-25 0,0 24 15,0-24-15,25 25 0,-25-25 0,0 25 0,0-25 0,25 25 16,-25-25-16,0 0 0,0 25 0,25-25 0,-25 24 0,0-24 15,0 0-15,0 0 0,25 25 0,-25-25 0,0 0 0,0 0 16,24 0-16,-24 0 0,0 25 0,0-25 0,0-25 16,25 25-16,-25 0 0,0 0 0,0 0 0,0 0 0,25-25 15,-25 25-15,0-24 0,0 24 0,0 0 0,0-25 0,25 25 16,-25-25-16,0 25 0,0-25 0,0 0 0,0 25 0,0-24 15,0 24-15,0-25 0,0 25 0,0 0 0,0-25 0,0 25 16,0 0-16,0-25 0,0 25 0,0 0 0,0 0 0,0 0 16,0-25-16,0 25 0,0 0 0,0 0 0,0 0 15,0 0-15,-25 0 0,25 0 0,0 25 0,0-25 0,0 0 16,0 0-16,0 0 0,0 0 0,0 25 0,0-25 0,0 0 15,0 0-15,0 0 0</inkml:trace>
  <inkml:trace contextRef="#ctx0" brushRef="#br0" timeOffset="272138.5654">12898 17711 0,'0'0'16,"0"0"-16,-24 0 0,24 0 0,0 0 0,0 0 0,0-25 16,0 25-16,0 0 0,0 0 0,0 0 0,0 0 15,0 0-15,0 0 0,24 0 0,-24 0 0,0 0 0,25 0 16,-25 0-16,25 0 0,-25 0 0,25 0 0,-25 0 0,25 0 15,-25 0-15,24 0 0,-24 0 0,25 0 0,-25 0 16,25 0-16,-25 0 0,0 0 0,25 0 0,-25 0 0,0 25 0,0-25 16,0 0-16,0 0 0,0 0 0</inkml:trace>
  <inkml:trace contextRef="#ctx0" brushRef="#br0" timeOffset="272379.5792">12898 17959 0,'0'0'0,"0"0"0,0 0 0,-24 0 0,24 0 0,0 0 16,0-25-16,24 25 0,-24 0 0,0 0 0,0 0 0,0 0 15,25-25-15,-25 25 0,25 0 0,-25 0 0,25 0 0,-25-25 16,25 25-16,-25 0 0,24 0 0,-24 0 0,25 0 0,-25-25 16,25 25-16,-25 0 0,25 0 0,-25 0 0,0 0 15,25 0-15,-25 0 0,0 0 0,24 0 0,-24 0 0,0 0 16</inkml:trace>
  <inkml:trace contextRef="#ctx0" brushRef="#br0" timeOffset="272820.6044">13940 17760 0,'0'-25'0,"0"25"0,0 0 16,-25 0-16,25-24 0,0 24 0,0 0 0,0 0 15,0 0-15,0-25 0,0 25 0,0 0 0,0 0 0,0 0 16,0 0-16,0 0 0,0 0 0,0 0 0,0 0 0,0 0 15,25 0-15,-25 0 0,0 0 0,0 0 0,25 0 0,-25 0 16,0 0-16,25 0 0,-25 0 0,0 0 0,0 0 0,25 0 16,-25 25-16,0-25 0,0 0 0,0 0 0,24 0 15,-24 0-15,0 0 0,0 24 0,0-24 0,0 0 0,0 0 16,0 25-16,0-25 0,0 0 0,0 25 0,0-25 0,0 25 15,-24-25-15,24 25 0,0-25 0,0 24 0,-25-24 0,25 25 16,0 0-16,-25-25 0,25 25 0,-25-25 0,25 25 0,0-25 16,-25 24-16,25-24 0,0 25 0,-24-25 0,24 25 15,0-25-15,0 0 0,0 25 0,-25-25 0,25 0 0,0 0 16,0 0-16,0 0 0,25 25 0,-25-25 0,0 0 0,0 0 15,0 0-15,24 0 0,-24 0 0,0 0 0,25-25 0,-25 25 16,25 0-16,-25 0 0,25 0 0,-25 0 0,25 0 0,-25 0 16,24 0-16,-24 0 0,25 0 0,-25 0 0,25 0 15,-25 0-15,25 0 0,-25 0 0,25 0 0,-25 0 0,24 0 16,-24 0-16,25 0 0,-25 0 0,25 0 0,-25 0 0,0 0 15,25 0-15,-25 0 0,0 0 0,25 0 0,-25 0 0,0-25 16,0 25-16,0 0 0</inkml:trace>
  <inkml:trace contextRef="#ctx0" brushRef="#br0" timeOffset="275594.7631">18405 1836 0,'0'0'0,"0"0"0,0 0 0,0 0 0,0 0 15,0 0-15,0-25 0,0 25 0,0 0 0,0 0 0,0 0 16,25 0-16,-25 0 0,0 0 0,0 0 0,0 0 0,0 0 16,0 0-16,0 0 0,0 0 0,0 0 0,0 0 15,0 0-15,0 0 0,0 0 0,0 0 0,0 0 0,25 0 16,-25 0-16,0 0 0,0 0 0,0 0 0,0 0 15,0 0-15,0 0 0,0 0 0,0 0 0,0 0 0,0 0 16,0 0-16,0 0 0,0 0 0,0 0 0,0 0 0,0 0 16,0 0-16,0 0 0,0 0 0,0 0 0,0 0 15,0 0-15,0 0 0,0 0 0,0 0 0,-25 25 0,25-25 16,0 0-16</inkml:trace>
  <inkml:trace contextRef="#ctx0" brushRef="#br0" timeOffset="275871.7787">18355 2084 0,'0'0'0,"0"0"0,0 0 0,0 24 0,25-24 15,-25 0-15,0 0 0,0 0 0,0 0 0,0 0 16,25 25-16,-25-25 0,0 0 0,0 0 0,25 0 0,-25 25 16,0-25-16,25 0 0,-25 25 0,0-25 0,24 25 0,-24-25 15,0 24-15,0-24 0,0 25 0,0-25 0,0 25 16,0 0-16,0-25 0,0 25 0,0-1 0,-24-24 15,24 25-15,0-25 0,0 25 0,-25-25 0,25 25 0,-25-25 16,25 0-16,0 25 0,-25-25 0,25 0 0,-25 0 0</inkml:trace>
  <inkml:trace contextRef="#ctx0" brushRef="#br0" timeOffset="277121.8504">19422 1811 0,'0'0'15,"0"-25"-15,0 25 0,0 0 0,0 0 0,0-25 0,0 25 16,0 0-16,0 0 0,-25-25 0,25 25 0,0 0 15,0 0-15,0-24 0,0 24 0,0 0 0,0 0 0,0 0 16,0 0-16,0-25 0,0 25 0,-25 0 0,25 0 0,0 0 16,0 0-16,0 0 0,0 0 0,-24 0 0,24 25 15,0-25-15,0 0 0,-25 0 0,25 0 0,0 0 0,-25 0 16,25 24-16,0-24 0,0 0 0,-25 0 0,25 25 15,0-25-15,0 0 0,0 0 0,0 25 0,0-25 0,0 0 16,25 25-16,-25-25 0,0 0 0,0 25 0,0-25 0,25 0 16,-25 0-16,0 24 0,0-24 0,25 0 0,-25 0 15,0 25-15,0-25 0,24 25 0,-24-25 0,0 0 0,0 25 16,25-25-16,-25 0 0,0 0 0,0 25 0,0-25 15,0 0-15,0 24 0,0-24 0,0 0 0,0 25 0,0-25 16,0 0-16,0 25 0,0-25 0,0 0 0,0 0 0,0 25 16,-25-25-16,25 0 0,0 0 0,0 0 15,-24 0-15,24 0 0,0 0 0,0 0 0,0 0 0,-25 0 16,25 0-16,0 0 0,0 0 0,0 0 0,-25 0 0,25 0 15,0 0-15,0 0 0,0 0 0,0 0 0,0-25 16,0 25-16,0 0 0,0 0 0,25-25 0,-25 25 0,0 0 16</inkml:trace>
  <inkml:trace contextRef="#ctx0" brushRef="#br0" timeOffset="277479.8709">19794 1811 0,'0'0'0,"0"0"16,0 0-16,0 0 0,0-25 0,0 25 0,-25 0 0,25 0 15,0-25-15,0 25 0,0 0 0,-24 0 0,24 0 0,0-25 16,0 25-16,0 0 0,0 0 0,0 0 0,0 0 16,0 0-16,-25 0 0,25 0 0,0 0 0,0 0 0,0 0 15,0 0-15,0 0 0,-25 0 0,25 25 0,0-25 16,0 0-16,0 25 0,0-25 0,-25 0 0,25 25 0,0-25 15,0 25-15,0-25 0,0 24 0,0-24 0,0 25 16,0 0-16,0-25 0,0 25 0,-25 0 0,25-25 0,25 24 16,-25 1-16,0-25 0,0 25 0,0-25 0,0 25 15,0-25-15,0 25 0,0-25 0,0 0 0,0 0 0,25 24 16,-25-24-16,0 0 0,0 0 0,25 0 0,-25 0 15,0 0-15,25 0 0,-25-24 0,0 24 0,24-25 0,-24 25 16,0-25-16,25 25 0,-25-25 0,0 0 0,25 25 0,-25-24 16,0 24-16,0-25 0,25 25 0,-25-25 0,0 25 15,0-25-15,0 25 0,-25-25 0,25 25 0,0-24 0,0 24 16,0-25-16,-25 0 0,25 25 0,0-25 0,-25 25 15</inkml:trace>
  <inkml:trace contextRef="#ctx0" brushRef="#br0" timeOffset="277704.8838">19670 1612 0,'0'0'0,"0"-25"0,-25 25 0,25 0 0,0-24 0,0 24 15,0-25-15,0 25 0,0 0 0,0-25 0,0 25 0,0 0 16,0 0-16,0-25 0,25 25 0,-25 0 0,0 0 15,25 0-15,-25 0 0,25 0 0,-25 0 0,25-25 0,-1 25 16,-24 0-16,25 0 0,-25 0 0,25 25 0,-25-25 0,25 0 16,-25 0-16,25 0 0,-25 0 0,0 0 0,24 0 15,-24 25-15,0-25 0,25 0 0,-25 0 0,0 25 0,0-25 16,0 0-16,0 0 0,25 0 0,-25 0 0,0 0 15,0 0-15,0 0 0,0 0 0,0 0 0,25 0 0,-25 0 16</inkml:trace>
  <inkml:trace contextRef="#ctx0" brushRef="#br0" timeOffset="277930.8967">20067 1389 0,'0'-25'0,"0"25"0,0-25 0,0 25 0,25 0 15,-25 0-15,0-24 0,0 24 0,0 0 0,0 0 0,0 0 16,0 0-16,0 24 0,0-24 0,0 0 0,0 25 0,0-25 16,0 0-16,-25 25 0,25 0 0,0-25 0,0 25 15,-25-25-15,25 24 0,0 1 0,-25-25 0,25 25 0,0 0 16,-24-25-16,24 25 0,0-1 0,-25-24 0,25 25 15</inkml:trace>
  <inkml:trace contextRef="#ctx0" brushRef="#br0" timeOffset="278154.9095">21084 1786 0,'0'0'16,"0"0"-16,0 0 0,0 0 0,0-25 0,0 25 15,0 0-15</inkml:trace>
  <inkml:trace contextRef="#ctx0" brushRef="#br0" timeOffset="278624.9364">21109 1811 0,'0'0'0,"0"0"16,0 0-16,0 0 0,0-25 0,0 25 0,0 0 16,0 0-16,0-25 0,0 25 0,0 0 0,0 0 0,0-25 15,0 25-15,0 0 0,0-24 0,0 24 0,0 0 0,0-25 16,0 25-16,-25 0 0,25-25 0,0 25 0,0 0 15,0 0-15,0-25 0,0 25 0,0 0 0,-25 0 0,25 0 16,0-25-16,0 25 0,0 0 0,0 0 0,-25 0 16,25 0-16,0 0 0,0 0 0,0 0 0,-24 0 0,24 0 15,0 0-15,0 0 0,-25 0 0,25 0 0,0 25 0,0-25 16,0 0-16,-25 0 0,25 0 0,0 0 0,0 25 15,0-25-15,-25 25 0,25-25 0,0 25 0,0-25 0,0 24 16,0-24-16,0 25 0,0 0 0,0-25 0,0 25 16,0 0-16,0-1 0,0-24 0,0 25 0,0 0 0,0 0 15,25-25-15,-25 25 0,0-25 0,0 24 0,25-24 0,-25 25 16,0-25-16,25 0 0,-25 25 0,24-25 0,-24 0 15,25 0-15,0 0 0,-25 0 0,25 0 0,0 0 0,-1-25 16,1 25-16,0 0 0,0-25 0,-25 25 0,25-24 16,-1 24-16,1-25 0,0 25 0,0-25 0,0 0 0,-25 25 15,24-25-15,-24 1 0</inkml:trace>
  <inkml:trace contextRef="#ctx0" brushRef="#br0" timeOffset="279080.9625">21456 1265 0,'-25'-25'0,"25"25"0,0 0 0,0 0 16,0 0-16,-25 0 0,25-25 0,0 25 0,0 0 0,0 0 15,0 0-15,0 25 0,0-25 0,0 0 0,0 0 0,0 25 16,0-25-16,0 0 0,0 25 0,25 0 0,-25-25 16,0 24-16,0 1 0,0 0 0,0-25 0,0 25 0,0 0 15,0-1-15,0 1 0,0 0 0,0 0 0,0 0 0,0-1 16,0 1-16,0 0 0,0 0 0,0 0 15,0 0-15,0-1 0,0-24 0,0 25 0,0 0 0,0 0 0,0-25 16,0 25-16,0-1 0,0-24 0,0 25 0,0-25 16,0 25-16,0-25 0,0 0 0,0 25 0,0-25 0,0 0 15,0 0-15,0 0 0,0 0 0,0 0 0,0 0 0,0 0 16,0 0-16,0-25 0,0 25 0,0 0 0,0 0 15,0-25-15,25 25 0,-25-25 0,0 25 0,0-24 0,25 24 16,-25-25-16,0 25 0,25-25 0,-25 25 0,0-25 16,24 25-16,-24 0 0,25-25 0,-25 25 0,0 0 0,25 0 15,-25 0-15,0-24 0,25 24 0,-25 0 0,0 0 0,25 0 16,-25 0-16,0 0 0,0 0 0,0 0 0,0 0 15,24 0-15,-24 0 0,0 24 0,0-24 0,0 0 0,0 0 16,0 25-16,0-25 0,-24 0 0,24 25 0,0-25 16,0 25-16,0-25 0,0 25 0,0-25 0,-25 24 0,25-24 15,0 25-15,0-25 0,0 25 0,0-25 0,0 25 0,0-25 16,0 25-16,0-25 0,0 0 0,0 24 0,0-24 15,25 0-15,-25 0 0,0 0 0,0 25 0,24-25 0,-24 0 16,25 0-16,0-25 0,-25 25 0,25 0 0,0 0 16,-25-24-16,25 24 0,-1 0 0,-24-25 0</inkml:trace>
  <inkml:trace contextRef="#ctx0" brushRef="#br0" timeOffset="279946.012">21927 1736 0,'0'-24'0,"-24"24"0,24 0 0,0 0 0,0-25 16,-25 25-16,25 0 0,0 0 0,0-25 0,0 25 0,0 0 15,0 0-15,0 0 0,-25 0 0,25 0 0,0 0 0,0 0 16,0 0-16,0 0 0,0 0 0,0 25 0,0-25 15,0 0-15,0 25 0,0-25 0,0 24 0,0-24 0,0 25 16,0-25-16,0 25 0,0-25 0,0 25 0,0 0 16,0-25-16,25 24 0,-25-24 0,0 25 0,0-25 15,0 25-15,0-25 0,0 25 0,25-25 0,-25 25 0,0-25 16,24 0-16,-24 24 0,0-24 0,25 25 0,-25-25 0,25 0 15,-25 0-15,25 0 0,-25 0 0,25 0 0,-1 0 16,-24 0-16,25 0 0,-25 0 0,25-25 0,0 25 0,-25 0 16,25-24-16,-1 24 0,-24 0 0,25-25 0,-25 25 0,0-25 15,25 25-15,-25-25 0,0 25 0,0-25 0,25 25 0,-25 0 16,0-24-16,0 24 0,0-25 0,-25 25 15,25-25-15,0 25 0,0 0 0,0-25 0,0 25 0,-25-25 0,25 25 16,0 0-16,0 0 0,-25-24 0,25 24 0,0 0 16,0 0-16,0 0 0,-24 0 0,24 0 0,0 0 0,0 0 15,0 0-15,-25 0 0,25 0 0,0 0 0,0 0 0,0 0 16,0 0-16,0 0 0,0 24 0,0-24 0,0 0 15,-25 25-15,25-25 0,0 25 0,0-25 0,0 25 0,0-25 16,0 25-16,0-25 0,0 0 0,0 24 0,0-24 16,0 25-16,0 0 0,0-25 0,25 25 0,-25-25 0,0 25 15,0-25-15,0 24 0,25-24 0,-25 0 0,0 25 16,24-25-16,-24 0 0,0 25 0,25-25 0,-25 0 0,0 0 15,25 0-15,-25 0 0,25 0 0,-25 0 0,25 0 16,-25 0-16,24 0 0,-24 0 0,0 0 0,25 0 0,-25-25 16,25 25-16,-25 0 0,0-25 0,25 25 0,-25-24 15,0 24-15,25-25 0,-25 25 0,0 0 0,24-25 0,-24 25 16,0-25-16,0 25 0,0-25 0,0 25 0,0-24 0,0-1 15,0 25-15,0-25 0,0 25 0,0-25 0,0 25 0,0 0 16,0-25-16,0 25 0,0 0 0,0-24 0,0 24 16,0 0-16,0 0 0,0 0 0,0 0 0,0 0 0,0 0 15,0 0-15,0 24 0,0-24 0,0 0 0,0 0 16,0 25-16,0-25 0,0 25 0,0-25 0,0 0 0,0 25 15,0-25-15,0 25 0,0-25 0,0 24 0,0 1 0,0-25 16,0 25-16,0 0 0,0-25 0,0 25 0,0-25 16,0 24-16,0 1 0,0-25 0,0 25 0,0-25 0,0 25 15,0-25-15,25 0 0,-25 25 0,0-25 0,0 0 16,25 0-16,-25 24 0,0-24 0,25 0 0,-25 0 0,0 0 15,25-24-15,-25 24 0,24 0 0,-24 0 0,25 0 16,-25-25-16,0 25 0,25-25 0,-25 25 0,25-25 0,-25 25 16,0-25-16,0 25 0,25-24 0,-25 24 0,0-25 0,0 25 15,0-25-15,24 25 0,-24-25 0,0 0 0,0 25 16,0-24-16,0 24 0,0-25 0,25 25 0,-25-25 15,0 25-15,0-25 0,0 25 0,0 0 0,0 0 0,0 0 0,0 0 16,0 0-16,0 0 0,0 0 0,0 0 16,0 25-16,0-25 0,0 0 0,0 25 0,0-25 0,0 25 15,0-25-15,0 24 0,0-24 0,0 25 0,0-25 0,0 25 16,0-25-16,0 25 0,0-25 0,0 0 0,0 25 0,0-25 15,0 0-15,0 24 0,0-24 0,0 0 0,0 0 16,0 25-16,0-25 0,0 0 0,0 0 0,0 0 0,25 0 16,-25 0-16,0 0 0,0 0 0,0 0 0,0 0 15,0 0-15</inkml:trace>
  <inkml:trace contextRef="#ctx0" brushRef="#br0" timeOffset="280186.0257">22324 1563 0,'0'0'0,"-25"-25"0,25 25 0,0 0 15,0-25-15,-24 25 0,24 0 0,0-25 0,0 25 16,0 0-16,0-25 0,0 25 0,24-24 0,-24 24 0,0 0 16,0-25-16,25 25 0,-25-25 0,25 25 0,-25 0 15,25-25-15,-25 25 0,25-25 0,-25 25 0,24 0 0,-24 0 16,25-24-16,-25 24 0,25 0 0,-25 0 0,0 0 0,25 0 15,-25 0-15,0 0 0,25 0 0,-25 0 0,0 0 16,0 24-16,0-24 0,24 0 0,-24 0 0,0 25 16,0-25-16,0 0 0,0 0 0,25 0 0,-25 0 0,0 0 15,0 0-15,25 0 0,-25 0 0</inkml:trace>
  <inkml:trace contextRef="#ctx0" brushRef="#br0" timeOffset="280431.0397">22771 1240 0,'0'-25'0,"0"25"0,0 0 0,0 0 0,0 0 0,0-24 16,25 24-16,-25 0 0,0 0 0,24 0 0,-24 0 0,0 0 15,25 0-15,0 0 0,-25-25 0,25 25 0,-25 0 0,25 0 16,-1 25-16,-24-25 0,25 0 0,-25 0 0,25 0 16,-25 0-16,25 0 0,-25 0 0,25 24 0,-25-24 0,0 0 15,0 0-15,0 0 0,0 0 0,0 0 0</inkml:trace>
  <inkml:trace contextRef="#ctx0" brushRef="#br0" timeOffset="280683.0541">22027 1339 0,'0'0'0,"-25"0"0,0 0 0,25 0 0,-25 0 0,25 0 0,0 0 0,0-24 0,0 24 0,0 0 0,0 0 0,0-25 0,25 25 0,-25 0 0,0 0 0,0 0 0,25 0 15,-25 0-15,25 0 0,-25 0 0,0 0 0,24 0 0,-24 0 16,0 0-16,0 0 0,25 0 0,-25 0 0,0 25 15,0-25-15,0 0 0,0 0 0</inkml:trace>
  <inkml:trace contextRef="#ctx0" brushRef="#br0" timeOffset="281615.1074">23788 1860 0,'0'0'0,"0"0"0,0 0 15,0 0-15,0 0 0,0 0 0,0-24 0,24 24 0,-24 0 16,0 0-16,0 0 0,0 0 0,0 0 0,0 0 15,0 0-15,0 0 0,0-25 0,0 25 0,0 0 0,0 0 16,0 0-16,0 0 0,0 0 0,-24-25 0,24 25 16,0 0-16,0 0 0,0 0 0,0 0 0,0 0 0,0-25 15,0 25-15,-25 0 0,25 0 0,0 0 0,0 0 0,0 0 16,-25 0-16,25 0 0,0 0 0,0 0 0,-25 0 15,25 0-15,0 0 0,-25 0 0,25 25 0,0-25 0,-24 0 16,24 0-16,0 25 0,0-25 0,0 25 0,-25-25 16,25 24-16,0-24 0,0 25 0,0-25 0,0 25 0,0 0 15,0-25-15,25 25 0,-25-25 0,0 24 0,0 1 0,0-25 16,24 25-16,-24-25 0,0 0 0,25 25 0,-25-25 15,0 0-15,25 25 0,-25-25 0,25 0 0,-25 0 0,0 0 16,25 0-16,-25 0 0,24 0 0,-24 0 0,25 0 16,-25 0-16,25 0 0,0 0 0,-25-25 0,25 25 15,-25 0-15,25 0 0,-1-25 0,-24 25 0,25-25 0,-25 25 16,25 0-16,-25-25 0,25 25 0,-25-24 0,0 24 0,25-25 15,-25 25-15,0 0 0,0-25 0,0 0 0,0 25 16,0-25-16,24 25 0,-24-24 0,0 24 0,0-25 0,0 25 16,0-25-16,0 25 0,0-25 0,0 25 0,0 0 15,0-25-15,0 25 0,0 0 0,0 0 0,-24 0 0,24 0 16,0 0-16,0 0 0,0 0 0,0 0 0,0 0 15,0 25-15,0-25 0,0 0 0,0 0 0,0 25 0,0-25 16,0 25-16,0-25 0,0 0 0,0 25 0,0-25 0,0 24 16,0-24-16,24 25 0,-24-25 0,0 25 0,0-25 15,0 25-15,0-25 0,0 25 0,0-25 0,0 24 0,0-24 16,0 25-16,25-25 0,-25 25 0,0-25 0,0 25 0,25-25 15,-25 0-15,0 0 0,0 0 0,25 0 0,-25 25 16,0-25-16,25 0 0,-25 0 0,24-25 0,-24 25 16,0 0-16,25 0 0,-25 0 0,25 0 0,-25-25 0,0 25 15,25 0-15,-25-25 0,0 25 0,25-25 0,-25 25 0,0-24 16,0 24-16,0-25 0,0 25 0,24-25 0,-24 25 15,0-25-15,0 25 0,0-25 0,0 1 0,0 24 0,0 0 16,0-25-16,0 25 0,0 0 0,0 0 0,0 0 16,0-25-16,0 25 0,0 0 0,0 0 0,0 0 0,0 25 15,0-25-15,0 0 0,0 0 0,0 25 0,0-25 0,0 0 16,0 24-16,0-24 0,0 0 0,0 25 15,0-25-15,0 25 0,0-25 0,0 0 0,0 25 0,0-25 0,0 25 16,0-25-16,0 0 0,0 24 0,25-24 0,-25 0 16,0 25-16,0-25 0,25 0 0,-25 25 0,25-25 0,-25 0 15,25 0-15,-25 0 0,24 0 0,1 0 0,-25 0 0,25 25 16,0-25-16,-25-25 0,25 25 0,-1 0 0,-24 0 15</inkml:trace>
  <inkml:trace contextRef="#ctx0" brushRef="#br0" timeOffset="281989.1286">24656 1885 0,'0'0'0,"0"-25"0,0 25 16,0-24-16,-25 24 0,25 0 0,0-25 0,0 25 0,0 0 15,-25-25-15,25 25 0,0 0 0,0 0 0,0-25 16,0 25-16,-25 0 0,25 0 0,0 0 0,0 0 0,0 0 16,0 0-16,0 0 0,0 25 0,-24-25 0,24 0 0,0 25 15,0-25-15,0 25 0,-25-25 0,25 24 0,0-24 16,0 25-16,0-25 0,0 25 0,0 0 0,-25-25 0,25 25 15,0-25-15,0 0 0,0 24 0,0-24 0,0 25 16,0-25-16,25 0 0,-25 25 0,0-25 0,0 0 0,0 0 16,0 25-16,25-25 0,-25 0 0,0 0 0,24 0 15,-24 0-15,0-25 0,25 25 0,-25 0 0,25 0 0,-25 0 16,0-25-16,25 25 0,-25 0 0,25-25 0,-25 25 15,24 0-15,-24-24 0,0 24 0,25-25 0,-25 25 0,0 0 16,0-25-16,0 25 0,25 0 0,-25-25 0,0 25 0,0 0 16,0 0-16,0 0 0,0 0 0,0 0 0,0 0 15,0 0-15,0 0 0,0 0 0,0 0 0,0 25 0,0-25 16,0 0-16,0 25 0,0-25 0,0 25 0,0-25 15,0 24-15,0-24 0,0 0 0,0 25 0,0-25 0,0 0 16,0 25-16,0-25 0,0 0 0,0 0 0,0 25 0,0-25 16,0 0-16,0 0 0,0 0 0,0 0 0,0 0 15,0 0-15,0-25 0,0 25 0,0 0 0,0 0 0,0-25 16</inkml:trace>
  <inkml:trace contextRef="#ctx0" brushRef="#br0" timeOffset="282245.1435">24631 1364 0,'0'-25'0,"0"25"0,-25-24 0,25 24 0,0 0 0,0-25 16,0 25-16,0-25 0,0 25 0,0 0 0,25 0 0,-25-25 16,0 25-16,25 0 0,-25 0 0,25 0 0,-25 0 0,24 0 15,1 25-15,-25-25 0,25 0 0,0 0 0,-25 0 16,25 25-16,-25-25 0,24 0 0,-24 25 0,25-25 0,-25 0 15,0 0-15,0 24 0,0-24 0,0 25 0,0-25 16,0 0-16,-25 25 0,25-25 0,-24 25 0,24-25 0,-25 25 16,0-25-16,0 0 0,25 24 0,-25-24 0,1 25 0,-1-25 15,0 0-15</inkml:trace>
  <inkml:trace contextRef="#ctx0" brushRef="#br0" timeOffset="282649.1666">25946 1736 0,'0'0'16,"0"-24"-16,0 24 0,0-25 0,-25 25 0,25-25 15,0 25-15,0-25 0,0 25 0,0 0 0,0 0 0,-25-25 16,25 25-16,0 0 0,0 0 0,0 0 0,0 0 0,0 0 16,0 25-16,0-25 0,25 0 0,-25 0 0,0 25 15,0-25-15,0 25 0,0-25 0,0 25 0,0-1 0,0-24 16,0 25-16,25 0 0,-25 0 0,0 0 0,0-25 15,-25 24-15,25 1 0,0 0 0,0 0 0,0-25 0,0 25 16,0-1-16,0-24 0,0 25 0,0-25 0,0 25 0,-25 0 16,25-25-16,0 0 0,0 25 0,0-25 0,0 24 15,0-24-15,0 0 0,-25 25 0,25-25 0,0 0 16,0 0-16,0 0 0,0 0 0,0 0 0,0 0 0,0 0 15,0 0-15,0 0 0,0 0 0,0 0 0,0-25 0,0 25 16,0-24-16</inkml:trace>
  <inkml:trace contextRef="#ctx0" brushRef="#br0" timeOffset="282926.1824">26318 1836 0,'0'0'0,"0"-25"0,-25 25 0,25 0 0,0-25 15,-25 25-15,25 0 0,0 0 0,-25-25 0,25 25 16,-24 0-16,24 0 0,0-25 0,-25 25 0,25 0 0,-25 0 15,25 0-15,0 0 0,-25 0 0,25 0 0,0 0 0,-25 0 16,25 0-16,0 25 0,0-25 0,-24 0 0,24 25 16,0-25-16,0 0 0,0 25 0,0-25 0,0 0 15,0 25 1,0-25-16,0 24 0,0-24 0,0 25 0,24-25 0,-24 0 0,0 25 0,0-25 0,0 25 0,25-25 0,-25 0 15,0 25-15,0-25 0,25 0 0,-25 24 0,25-24 16,-25 0-16,25 25 0,-25-25 0,24 0 0,1 0 0,-25 0 16,25 25-16,0-25 0,0 0 0,-1 0 0,-24 0 0,25 0 15,0 0-15,0 0 0,0 0 0,-1 0 0,-24 0 16,25-25-16</inkml:trace>
  <inkml:trace contextRef="#ctx0" brushRef="#br0" timeOffset="283454.2126">26615 1885 0,'0'0'15,"0"0"-15,0-25 0,0 25 0,-24 0 0,24 0 16,0-24-16,0 24 0,-25 0 0,25-25 0,0 25 0,0 0 15,0-25-15,-25 25 0,25 0 0,0 0 0,0 0 0,0 0 16,-25-25-16,25 25 0,0 0 0,0 0 0,-25 0 16,25 25-16,0-25 0,0 0 0,0 0 0,-24 0 0,24 25 15,0-25-15,0 0 0,-25 25 0,25-25 0,0 24 16,0-24-16,0 0 0,0 25 0,0-25 0,0 25 0,0-25 15,0 0-15,0 25 0,0-25 0,0 25 0,0-25 0,0 0 16,25 24-16,-25-24 0,0 0 0,0 25 0,24-25 16,-24 0-16,0 0 0,0 0 0,25 0 0,-25 0 0,25 0 15,-25 0-15,0 0 0,25 0 0,-25 0 0,0 0 16,0 0-16,25 0 0,-25-25 0,0 25 0,0 0 0,24 0 15,-24-24-15,0 24 0,0 0 0,0-25 0,0 25 0,0-25 16,25 25-16,-25 0 0,0 0 0,0 0 16,0-25-16,0 25 0,0 0 0,0 0 0,0 0 0,-25 0 15,25 0-15,0 25 0,0-25 0,0 0 0,0 0 0,0 25 16,0 0-16,-24-25 0,24 24 0,0 1 0,0 0 15,0 0-15,-25 0 0,25-1 0,0 1 0,0 0 0,-25 0 16,25 24-16,0-24 0,-25 0 0,25 0 0,0 0 16,0-1-16,-25 1 0,25 0 0,0 0 0,0 0 0,-24-25 15,24 24-15,-25 1 0,25-25 0,0 25 0,-25-25 0,25 25 16,0-25-16,-25 0 0,25 0 0,0 25 0,-25-25 15,25 0-15,0 0 0,-24-25 0,24 25 0,0 0 0,-25 0 16,25-25-16,0 25 0,0 0 0,0-25 0,0 25 16,0-25-16,0 25 0,0 0 0,0-24 0,0 24 0,0 0 15,25-25-15,-25 25 0,0 0 0,0 0 0,24 0 16,-24-25-16,25 25 0,-25 0 0,25 0 0,-25 0 0,25 0 15,0 0-15,-25-25 0,24 25 0,1 0 0,0 0 16,0 0-16,0-25 0,-1 25 0,1 0 0,0-24 0,0 24 16,24 0-16,-24 0 0,0-25 0,0 25 0,24 0 15</inkml:trace>
  <inkml:trace contextRef="#ctx0" brushRef="#br0" timeOffset="283980.2426">27583 1935 0,'-25'0'0,"25"0"0,0-25 0,0 25 15,0 0-15,0 0 0,0 0 0,0 0 0,0 0 16,0 0-16,0 0 0,0 0 0,0 0 0,0 0 0,0 0 16,0 0-16,0 0 0,25 0 0,-25 25 0,0-25 15,0 0-15,25 25 0,-25-25 0,0 0 0,0 24 0,0-24 16,24 25-16,-24-25 0,0 25 0,0-25 0,0 25 0,0-25 15,0 25-15,0-1 0,0-24 0,0 0 0,0 25 16,0-25-16,0 25 0,0-25 0,0 0 0,0 0 16,0 0-16,0 25 0,0-25 0,0 0 0,0 0 0,0 0 15,0 0-15,0 0 0,-24 0 0,24 0 0,0 0 16,0 0-16,0 0 0,0 0 0,0 0 0,0-25 0,24 25 15,-24 0-15,0-25 0,0 25 0,0-25 0,0 25 0,25-24 16,-25 24-16,25-25 0,-25 0 0,0 25 0,25-25 16,0 0-16,-25 1 0,24 24 0,-24-25 0,25 25 0,-25-25 15,25 25-15,-25-25 0,0 25 0,25 0 0,-25 0 16,0 0-16,25 0 0,-25 0 0,0 0 0,24 0 0,-24 0 15,0 25-15,0-25 0,0 0 0,0 25 0,25-25 16,-25 0-16,0 25 0,0-25 0,0 24 0,0-24 0,0 0 16,0 25-16,0-25 0,-25 0 0,25 25 0,0-25 15,0 0-15,0 25 0,0-25 0,0 0 0,0 25 0,0-25 16,0 0-16,0 24 0,0-24 0,0 0 0,0 0 15,0 25-15,25-25 0,-25 0 0,0 0 0,0 0 0,25 0 16,-25 0-16,25 0 0,-25 0 0</inkml:trace>
  <inkml:trace contextRef="#ctx0" brushRef="#br0" timeOffset="284443.2692">28178 1860 0,'0'0'0,"0"-24"0,0 24 0,-25 0 0,25-25 0,0 25 0,0 0 0,0 0 0,-24 0 15,24 0-15,0-25 0,0 25 0,-25 0 0,25 0 16,0 25-16,0-25 0,-25 0 0,25 0 0,0 0 0,0 0 15,0 25-15,-25-25 0,25 0 0,0 24 0,0-24 0,0 0 16,0 25-16,0-25 0,0 25 0,0-25 0,0 0 16,0 25-16,0-25 0,0 25 0,0-25 0,0 0 0,0 24 15,0-24-15,0 0 0,0 25 0,0-25 0,25 0 16,-25 0-16,0 25 0,0-25 0,25 0 0,-25 0 0,0 0 15,0 0-15,25 0 0,-25 0 0,24 0 0,-24 0 0,0 0 16,25 0-16,-25 0 0,25 0 0,-25-25 0,0 25 16,25 0-16,-25 0 0,0-25 0,0 25 0,25 0 0,-25-24 15,0 24-15,0 0 0,0 0 0,0-25 0,0 25 16,0 0-16,0 0 0,0-25 0,0 25 0,0 0 0,0 0 15,0 0-15,0 0 0,0 0 0,0 0 0,0 25 0,0-25 16,0 0-16,0 25 0,0-25 0,0 24 0,0 1 16,0-25-16,0 25 0,0 0 0,0 0 0,0-25 0,0 24 15,-25 1-15,25-25 0,0 25 0,0-25 0,0 25 16,-25 0-16,25-25 0,0 24 0,0-24 0,-25 25 0,25 0 15,0-25-15,-25 0 0,25 25 0,0-25 0,-24 25 16,24-25-16,0 0 0,-25 0 0,25 24 0,-25-24 0,25 0 16,0 0-16,-25 0 0,25 0 0,0 0 0,-25 0 15,25 0-15,0 0 0,-25 0 0,25-24 0,0 24 16,-24 0-16,24 0 0,0-25 0,0 25 0,0-25 0,0 25 15,0-25-15,24 25 0,-24-25 0,0 1 0,25 24 0,-25-25 16,0 0-16,25 0 0</inkml:trace>
  <inkml:trace contextRef="#ctx0" brushRef="#br0" timeOffset="285040.3033">28302 1736 0,'0'-24'0,"0"24"0,0 0 0,25-25 0,-25 25 16,0 0-16,0-25 0,25 25 0,-25 0 0,25-25 0,-25 25 15,24-25-15,1 25 0,-25 0 0,25-25 0,0 25 0,0-24 16,-1 24-16,-24 0 0,25-25 0,0 25 0,0 0 16,-25-25-16,25 25 0,-25 0 0,24-25 0,1 25 0,-25 0 15,0-25-15,25 25 0,-25 0 0,0-24 0,0 24 16,25-25-16,-25 25 0,0-25 0,0 25 0,0-25 0,0 25 15,0-25-15,0 1 0,-25 24 0,25 0 0,0-25 0,0 25 16,0-25-16,-25 25 0,25-25 0,0 25 0,0 0 16,-25 0-16,25-25 0,0 25 0,-24 0 0,24 0 0,0 0 15,-25 0-15,25 0 0,0 0 0,-25 0 0,25 0 0,-25 0 16,25 0-16,0 0 0,0 0 0,0 0 0,-25 25 0,25-25 15,0 0-15,0 0 0,0 25 0,0-25 0,0 0 16,0 25-16,0-25 0,0 25 0,-24-1 0,24-24 0,0 25 16,0 0-16,0 0 0,0 0 0,0-1 0,0 1 15,0 0-15,-25 0 0,25 0 0,0-1 0,0 1 16,0 0-16,0 0 0,0 0 0,-25-25 0,25 25 0,0-1 0,0 1 15,0-25-15,0 25 0,0 0 0,-25-25 0,25 25 16,0-25-16,0 24 0,0-24 0,0 0 0,0 25 0,-25-25 16,25 0-16,0 0 0,0 25 0,0-25 0,0 0 15,0 0-15,25 0 0,-25 0 0,0 0 0,0 0 0,0 0 16,0 0-16,0 0 0,0 0 0,0 0 0,0 0 0,0-25 15,25 25-15,-25 0 0,0 0 0,0-25 0,25 25 16,-25 0-16,25 0 0,-25 0 0,0 0 0,24-24 0,-24 24 16,0 0-16,0 0 0,25 0 0,-25 0 0,0 0 15,0 0-15,0 0 0,25 24 0,-25-24 0,0 0 0,0 0 16,0 25-16,0-25 0,0 0 0,0 25 0,0-25 0,0 0 15,0 25-15,0-25 0,0 0 0,0 0 0,0 25 16,0-25-16,0 0 0,0 24 0,0-24 0,0 0 16,0 25-16,0-25 0,0 0 0,25 0 0,-25 0 0,0 0 15,0 0-15,0 25 0,0-25 0,0 0 0,25 0 16,-25-25-16,0 25 0,24 0 0,-24 0 0</inkml:trace>
  <inkml:trace contextRef="#ctx0" brushRef="#br0" timeOffset="285583.3344">28798 1761 0,'-25'0'15,"25"0"-15,0 0 0,0 0 0,0 0 0,0-25 0,0 25 16,0 0-16,0 0 0,-24 0 0,24 0 0,0 0 16,0 0-16,0 0 0,0 0 0,0 0 0,0 0 62,0 0-62,24 0 0,-24 0 0,-24 0 0,24 25 0,0-25 0,0 0 0,0 0 0,0 25 0,0-25 0,0 0 0,0 25 0,0-25 0,0 25 0,0-25 0,-25 24 0,25-24 0,0 25 0,0-25 0,0 25 0,0-25 0,0 25 0,0-25 16,25 25-16,-25-25 0,0 0 0,0 24 0,0-24 0,0 25 15,0-25-15,24 0 0,-24 25 0,0-25 0,0 0 16,0 0-16,25 0 0,-25 25 0,0-25 0,25 0 0,-25 0 15,25 0-15,-25 0 0,0 0 0,25 0 0,-1 0 0,-24 0 16,25 0-16,-25-25 0,25 25 0,-25 0 0,25-25 16,0 25-16,-25 0 0,24-25 0,-24 25 0,0 0 0,25-24 15,-25 24-15,25 0 0,-25-25 0,0 25 0,25-25 16,-25 25-16,0-25 0,0 0 0,0 25 0,0-24 0,0 24 15,25-25-15,-25 25 0,-25 0 0,25 0 0,0-25 0,0 25 16,0 0-16,0 0 0,0-25 0,-25 25 0,25 0 16,0 0-16,0 0 0,0 0 0,0 0 0,-25-25 0,25 25 15,0 25-15,0-25 0,0 0 0,0 0 0,-25 0 16,25 0-16,0 0 0,0 0 0,0 0 0,0 25 15,0-25-15,0 0 0,0 25 0,0-25 0,0 0 0,-24 25 0,24-25 16,0 24-16,0-24 0,0 25 0,0-25 0,24 25 16,-24-25-16,0 25 0,0-25 0,0 0 0,0 25 0,0-25 15,0 24-15,25-24 0,-25 25 0,0-25 0,25 0 16,-25 25-16,0-25 0,25 25 0,-25-25 0,25 0 0,-25 25 15,25-25-15,-25 0 0,24 0 0,-24 0 0,25 0 16,-25 0-16,25 0 0,-25 0 0,25 0 0,-25 0 0,0 0 16,25-25-16,-25 25 0,24 0 0,-24-25 0,0 25 15,25-25-15,-25 25 0,0-25 0,0 25 0</inkml:trace>
  <inkml:trace contextRef="#ctx0" brushRef="#br0" timeOffset="286122.3652">29369 1786 0,'0'-25'0,"0"25"0,0-25 0,0 25 0,0 0 0,0 0 16,0 0-16,0 0 0,0 0 0,0 0 0,0 0 15,0 0-15,0 25 0,0-25 0,0 0 0,0 0 0,0 25 16,0-25-16,0 25 0,0-25 0,0 25 0,0-25 15,0 24-15,0-24 0,0 25 0,0-25 0,0 25 0,0-25 16,0 25-16,0-25 0,0 25 0,0-25 0,0 24 0,0-24 16,0 25-16,0-25 0,0 0 0,0 25 0,0-25 15,-25 25-15,25-25 0,0 0 0,0 25 0,0-25 16,0 0-16,0 0 0,0 0 0,0 0 0,0 0 0,0 0 15,0 0-15,0 0 0,0 0 0,0 0 0,0-25 0,0 25 16,25 0-16,-25-25 0,0 25 0,0-25 0,0 25 16,0 0-16,0-25 0,0 1 0,25 24 0,-25-25 0,0 25 15,0-25-15,24 25 0,-24-25 0,0 0 0,0 25 16,25-24-16,-25 24 0,0 0 0,25-25 0,-25 25 0,0 0 15,0 0-15,25-25 0,-25 25 0,0 0 0,25 0 0,-25 0 16,0 25-16,0-25 0,24 0 0,-24 0 0,0 0 16,0 25-16,0-25 0,0 0 0,0 24 0,25-24 15,-25 0-15,0 25 0,0-25 0,0 0 0,0 25 0,0-25 16,0 0-16,0 25 0,0-25 0,0 0 0,0 25 0,-25-25 15,25 0-15,0 24 0,0-24 0,0 0 0,0 0 0,0 0 16,0 25-16,0-25 0,-24 0 0,24 0 0,0 0 16,0 0-16,0 0 0,0 0 0,0 0 0,0 0 0,0 0 15,0 0-15,24 0 0,-24 0 0,0-25 0,0 25 16,25 0-16,-25-24 0,0 24 0,0 0 0,25-25 0,-25 25 15,0-25-15,25 25 0,-25-25 0,0 25 0,25-25 16,-25 25-16,0 0 0,0 0 0,24-24 0,-24 24 0,0 0 16,0 0-16,25 0 0,-25 0 0,0 0 0,25 0 0,-25 0 15,0 0-15,0 0 0,0 24 0,0-24 0,0 0 16,0 0-16,0 25 0,0-25 0,0 0 0,0 25 0,0-25 15,0 0-15,0 25 0,0-25 0,0 0 0,-25 25 16,25-25-16,0 0 0,0 0 0,0 24 0,0-24 0,0 0 16,-25 0-16,25 25 0,0-25 0,0 0 0,0 0 0,0 0 15,0 0-15,-24 0 0,24 0 0,0 0 0</inkml:trace>
  <inkml:trace contextRef="#ctx0" brushRef="#br0" timeOffset="286388.3804">29121 1513 0,'0'-25'0,"0"25"0,0-25 16,25 25-16,-25 0 0,0 0 0,0-24 0,24 24 0,-24 0 15,0 0-15,25 0 0,-25-25 0,25 25 0,-25 0 16,25 0-16,-25 0 0,25 0 0,-1 0 0,-24 0 0,25 0 15,-25 0-15,25 0 0,-25 25 0,25-25 0,-25 0 16,25 0-16,-25 24 0,0-24 0,0 0 0,24 25 0,-24-25 16,0 25-16,0-25 0,0 25 0,-24 0 0,24-1 0,0-24 15,0 25-15,-25 0 0,25 0 0,-25 0 0,25 0 16,-25-1-16,0 1 0,25 25 0</inkml:trace>
  <inkml:trace contextRef="#ctx0" brushRef="#br0" timeOffset="286671.3966">28897 2431 0,'0'25'0,"-24"-25"0,24 0 15,0 24-15,0-24 0,-25 0 0,25 0 0,0 0 16,0 0-16,0 0 0,0 0 0,0 0 0,0 0 0,0 0 16,0 0-16,0 0 0,0 0 0,0 0 0,0 0 0,0 0 15,0 0-15,0 0 0,0 0 0,0 0 0,0-24 16,0 24-16,0 0 0,0-25 0,0 25 0,0-25 0,0 25 15,0-25-15,0 0 0</inkml:trace>
  <inkml:trace contextRef="#ctx0" brushRef="#br0" timeOffset="286725.3997">28897 1637 0,'0'-25'0,"0"25"0,0 0 0,-24 0 0,24 0 0,0 0 16,0 0-16,0 0 0,0-25 0,0 25 0,0 0 15,0 0-15,0 0 0,0 0 0,24 0 16,-24-24-16,0 24 0,0 0 0,0 0 0,0 0 0,0 0 0,0-25 15,25 25-15,-25 0 0,0 0 0,0 0 0,0-25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1-03T02:30:17.05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2356 1439 0,'0'0'0,"0"0"0,0 0 0,0 0 16,0 0-16,0 0 0,0 0 0,0-25 0,0 25 0,-24 0 16,24 0-16,0 0 0,0 0 0,0 0 0,0 0 0,0 0 15,0 0-15,0 0 0,0 0 0,0 0 0,0 25 16,0-25-16,0 0 0,0 0 0,0 0 0,0 0 0,0 0 15,24 0-15,-24 0 0,0 0 0,0 0 0,0 0 0,0 0 16,0 0-16,0 0 0,0 0 0,0 0 0,0 0 0,0 0 16,0 0-16,0 0 0,0 0 0,-24 24 0,24-24 15,0 0-15,0 0 0,0 25 0,0-25 0,0 25 0,-25 0 16,25-25-16,0 25 0,0-1 0,0 1 0,-25-25 0,25 25 15,0 0-15,0 0 0,0-25 0,-25 25 0,25-1 0,0-24 16,0 25-16,0 0 0,-25-25 0,25 25 0,0-25 0,0 0 16,0 25-16,-24-25 0,24 24 0,0-24 0,0 0 0,-25 25 15,25-25-15,0 0 0,0 0 0,0 25 0,-25-25 16,25 0-16,0 0 0,0 0 0,0 25 0,0-25 0,0 0 15,0 0-15,0 0 0,0 0 0,-25 0 0,25-25 0,0 25 16,0 0-16,0 0 0</inkml:trace>
  <inkml:trace contextRef="#ctx0" brushRef="#br0" timeOffset="276.0158">2108 1587 0,'0'0'0,"-24"0"0,24-24 0,0 24 0,0 0 16,24 0-16,-24 0 0,0 0 0,0 0 0,0 0 15,0 0-15,25 0 0,-25 0 0,0 0 0,25 0 0,-25 0 16,0 0-16,25 0 0,-25 0 0,25 0 0,-25 24 0,0-24 0,0 0 16,24 25-16,-24-25 0,0 25 0,0-25 0,25 25 15,-25-25-15,0 25 0,0-25 0,0 25 0,25-25 0,-25 24 16,0-24-16,0 25 0,0-25 0,25 25 0,-25-25 15,0 25-15,0-25 0,0 25 0,0-25 0,0 24 0,0-24 16,0 0-16,0 25 0,0-25 0,0 0 0,0 25 0,0-25 16,0 0-16,0 25 0,25-25 0,-25 0 0,-25 0 0,25 25 15,0-25-15,0 0 0,0 0 0,0 0 0,0 0 0,0 0 16</inkml:trace>
  <inkml:trace contextRef="#ctx0" brushRef="#br0" timeOffset="498.0284">1984 1836 0,'0'0'0,"0"0"16,0 0-16,0 0 0,0 0 0,0 0 0,0 0 16,0 0-16,0 0 0,0 0 0,0 0 0,0 0 0,0 0 15,25 0-15,-25 0 0,25 0 0,-25 0 0,25 0 0,-25-25 16,25 25-16,-1 0 0,1 0 0,0 0 0,0-25 15,0 25-15,-1 0 0,-24 0 0,25-25 0,0 25 0,0 0 16,0 0-16,-1 0 0,1 0 0,0-25 0,0 25 0,0 0 16,-1 0-16,1-24 0,0 24 0,-25 0 0,25 0 0,0 0 15,-1-25-15</inkml:trace>
  <inkml:trace contextRef="#ctx0" brushRef="#br0" timeOffset="995.0569">3721 1563 0,'0'-25'0,"-25"25"0,25 0 0,0-25 0,0 25 16,0 0-16,0-25 0,-25 25 0,25 0 0,0-25 15,0 25-15,0 0 0,-25 0 0,25-24 0,0 24 0,0 0 16,0 0-16,0 0 0,0 0 0,0 0 0,0 0 0,0 0 16,0 24-16,0-24 0,0 0 0,25 25 0,-25-25 15,0 25-15,0-25 0,0 0 0,0 25 0,0 0 0,25-25 16,-25 24-16,0-24 0,0 25 0,0 0 0,0-25 15,0 25-15,0 0 0,0 0 0,25-25 0,-25 24 0,0 1 16,0 0-16,0 0 0,0-25 0,0 25 0,25-1 0,-25-24 16,0 25-16,0 0 0,0-25 0,0 25 0,0-25 15,0 0-15,0 25 0,0-25 0,0 0 0,0 0 0,0 24 16,0-24-16,0 0 0,0 0 0,0 0 0,0 0 15,0 0-15</inkml:trace>
  <inkml:trace contextRef="#ctx0" brushRef="#br0" timeOffset="1195.0683">3547 1563 0,'0'0'0,"0"0"16,0 0-16,0 0 0,0-25 0,0 25 0,25 0 0,-25 0 16,0 0-16,0 0 0,0-25 0,25 25 0,-25 0 15,0-25-15,24 25 0,-24 0 0,25-25 0,-25 25 0,25-24 16,0 24-16,-25 0 0,25-25 0,0 25 0,-25 0 15,24 0-15,1 0 0,-25 0 0,25 0 0,-25 0 0,25 0 16,-25 25-16,25-25 0,-25 0 0,0 24 0,24-24 0,-24 0 16,0 25-16,25-25 0,-25 25 0,0 0 0,25-25 15</inkml:trace>
  <inkml:trace contextRef="#ctx0" brushRef="#br0" timeOffset="1708.0977">4018 1860 0,'0'25'0,"0"-25"0,0 0 0,0 0 0,0 0 15,0 0-15,0 0 0,0 0 0,0 0 0,0 0 0,0 0 16,0-25-16,0 25 0,0 0 0,0 0 0,0-24 15,0 24-15,0 0 0,0-25 0,0 25 0,0 0 0,0-25 16,0 25-16,0-25 0,25 25 0,-25-25 0,0 25 0,0 0 16,0 0-16,0-24 0,25 24 0,-25 0 0,0 0 15,0 0-15,0 0 0,0 0 0,0 0 0,0 0 0,0 0 16,0 0-16,0 0 0,0 0 0,0 0 0,0 0 15,0 0-15,0 0 0,25 0 0,-25 0 0,0 24 0,0-24 16,0 0-16,0 25 0,0-25 0,0 25 0,0-25 0,0 25 16,0-25-16,25 25 0,-25-1 0,0-24 0,0 25 15,0 0-15,0-25 0,0 25 0,0-25 0,0 25 16,0-25-16,0 24 0,0-24 0,0 0 0,0 0 0,0 25 15,0-25-15,24 0 0,-24 0 0,0 0 0,0 0 0,25 0 16,-25 0-16,0 0 0,25 0 0,-25 0 0,0 0 16,0 0-16,25-25 0,-25 25 0,0 0 0,0-24 0,25 24 15,-25-25-15,0 25 0,24 0 0,-24-25 0,0 25 0,25-25 16,-25 25-16,0 0 0,0-25 0,0 25 0,0 0 15,0-24-15,0 24 0,0-25 0,0 25 0,0 0 0,0-25 16,0 25-16,0 0 0,0-25 0,0 25 0,0 0 0,0-25 16,0 25-16,0 0 0,0 0 0,-25 0 0,25 0 15,0 0-15,0 0 0,0 0 0,0 0 0,0 0 0,0 25 16,0-25-16,0 0 0,25 0 0,-25 0 0,0 25 15,0-25-15,0 0 0,0 25 0,0-25 0,0 25 0,0-25 16,0 24-16,0-24 0,0 0 0,0 25 0,0-25 0,0 25 16,0-25-16,0 0 0,0 25 0,0-25 0,25 0 15,-25 0-15,0 25 0,0-25 0,0 0 0,0 0 0,0 0 16,0 0-16,0 0 0,0 0 0,0 0 0,0 0 15,0 0-15,0 0 0,25-25 0,-25 25 0,0-25 0</inkml:trace>
  <inkml:trace contextRef="#ctx0" brushRef="#br0" timeOffset="1852.1059">4415 1488 0,'0'0'0,"0"0"0,0-25 0,0 25 0,0 0 16,0 0-16,0 0 0,0 0 0,0 0 0,0 0 0,0 0 0,0 0 16,0 0-16,0 0 0,0 0 0,0 0 0,25 25 15,-25-25-15,0 0 0,0 0 0,0 25 0,0-25 0,0 25 16,0 0-16,25-1 0,-25-24 0,0 25 0</inkml:trace>
  <inkml:trace contextRef="#ctx0" brushRef="#br0" timeOffset="2001.1145">4490 2208 0,'-25'0'0,"25"24"0,0-24 0,0 25 0,0-25 0,0 0 15,-25 25-15,25-25 0,0 0 0,0 0 0,0 0 16,0 0-16,0 0 0,0 0 0,0 0 0,0-25 0,0 25 16,0 0-16,0 0 0,0-25 0,25 25 0,-25 0 15,0-24-15,0 24 0,0 0 0,0 0 0,25 0 16,-25-25-16,0 25 0,0 0 0,24 0 0</inkml:trace>
  <inkml:trace contextRef="#ctx0" brushRef="#br0" timeOffset="2387.1365">5432 2059 0,'0'0'0,"-25"0"0,25 0 0,0 0 15,-24 0-15,24-25 0,-25 25 0,25 0 0,0 0 0,-25-25 16,25 25-16,0 0 0,-25 0 0,25 0 0,0-25 0,0 25 16,0 0-16,0 0 0,0-24 0,-25 24 0,50 0 15,-25-25-15,0 25 0,0 0 0,0 0 0,0-25 0,0 25 16,25-25-16,-25 25 0,0 0 0,25-25 0,-25 1 15,0 24-15,25 0 0,-25-25 0,24 25 0,-24-25 0,25 25 16,-25 0-16,25 0 0,-25 0 0,0 0 0,25 0 0,-25 0 16,25 25-16,-25-25 0,0 0 0,24 25 0,-24-1 15,0-24-15,0 25 0,25-25 0,-25 25 0,0-25 0,0 25 16,25 0-16,-25-25 0,0 24 0,0-24 0,0 25 15,0-25-15,0 0 0,0 25 0,0-25 0,0 0 0,0 0 16,0 0-16,0 25 0,0-25 0,0 0 0,0 0 0,0 0 16,0 0-16,0 0 0,0 0 0,0 0 0,25 0 15,-25 0-15,0-25 0,0 25 0,25 0 0,-25-25 0,24 25 16,1 0-16,-25-25 0</inkml:trace>
  <inkml:trace contextRef="#ctx0" brushRef="#br0" timeOffset="2857.1634">5829 1786 0,'0'0'0,"-25"0"0,25 0 0,0-25 0,0 25 16,0 0-16,0 0 0,0 0 0,0 0 0,0 0 15,0 0-15,0 0 0,0 0 0,0 0 0,0 0 0,0 0 16,0 0-16,-25 0 0,25 25 0,0-25 0,0 0 0,0 25 16,0-25-16,0 25 0,0-25 0,0 24 0,0-24 15,0 25-15,0 0 0,0-25 0,0 25 0,25 0 0,-25-25 16,0 24-16,0 1 0,0-25 0,25 25 0,-25-25 15,0 25-15,0-25 0,0 0 0,0 25 0,25-25 0,-25 0 16,0 24-16,0-24 0,25 0 0,-25 0 0,25 0 16,-25 0-16,24 0 0,-24 0 0,0-24 0,25 24 0,-25 0 15,25-25-15,-25 25 0,0 0 0,25-25 0,-25 25 0,0 0 16,25-25-16,-25 25 0,24-25 0,-24 25 0,0-24 15,25-1-15,-25 25 0,0-25 0,0 25 0,0-25 0,25 25 16,-25-25-16,0 25 0,-25-24 0,25 24 0,0-25 16,0 25-16,0-25 0,0 25 0,-25 0 0,25-25 0,0 25 15,0-25-15,0 25 0,-24 0 0,24 0 0,0 0 0,0 0 16,0 0-16,0 0 0,0 0 0,0 0 0,-25 0 15,25 0-15,0 0 0,0 0 0,0 0 0,0 25 0,0-25 16,0 25-16,0-25 0,0 0 0,0 25 0,0-25 16,25 25-16,-25-25 0,0 0 0,0 24 0,0-24 0,0 25 15,0-25-15,0 25 0,0-25 0,0 0 0,0 25 0,24-25 16,-24 25-16,0-25 0,0 24 0,0-24 0,25 25 15,-25-25-15,0 0 0,0 25 0,25-25 0,-25 0 0,0 0 16,25 0-16,-25 0 0,25 0 0,-25 0 0,24-25 0,-24 25 16,0 0-16,25 0 0,-25-25 0,25 25 0,-25 0 15,25-24-15,-25 24 0,0-25 0,25 25 0,-25-25 0,0 25 16,0-25-16,0 25 0</inkml:trace>
  <inkml:trace contextRef="#ctx0" brushRef="#br0" timeOffset="3230.1846">6276 1761 0,'0'0'16,"0"-25"-16,0 25 0,0 0 0,0-24 0,0 24 0,0 0 0,0-25 16,0 25-16,0 0 0,0 0 0,0 0 0,0 0 15,0 0-15,0 0 0,0 0 0,24 25 0,-24-25 0,0 0 16,0 24-16,0-24 0,0 25 0,0-25 0,0 25 15,0 0-15,0-25 0,0 25 0,0-25 0,0 24 0,0-24 16,0 25-16,25-25 0,-25 25 0,0-25 0,0 25 16,0-25-16,0 25 0,0-25 0,0 0 0,0 24 0,0-24 15,0 0-15,0 0 0,0 0 0,0 0 0,0 0 0,0 0 16,0 0-16,0 0 0,0 0 0,0 0 0,0 0 15,0 0-15,0 0 0,0 0 0,0 0 0,0 0 0,0 0 16,25 0-16,-25-24 0,0 24 0,0-25 0,0 25 0,0-25 16,0 0-16,0 25 0,25-25 0,-25 1 15,0 24-15,25-25 0,-25 0 0,0 25 0,24-25 0,-24 0 16,25 25-16,-25-24 0,25 24 0,-25 0 0,25-25 0,-25 25 16,25 0-16,-25 0 0,0 25 0,0-25 0,0 0 0,24 0 15,-24 24-15,0-24 0,0 25 0,0-25 0,0 25 16,0-25-16,0 25 0,0 0 0,0-25 0,0 24 0,0-24 15,0 25-15,0-25 0,0 25 0,0-25 0,0 25 16,0-25-16,25 0 0,-25 25 0,0-25 0,0 24 0,0-24 16,0 0-16,25 0 0,-25 25 0,0-25 0,25 0 0,-25 0 15,25 0-15,-25 0 0,24 0 0,1 0 0,-25-25 16,25 25-16,0 0 0,-25 0 0,25-24 0,-1 24 15,-24 0-15,25-25 0,-25 25 0</inkml:trace>
  <inkml:trace contextRef="#ctx0" brushRef="#br0" timeOffset="3678.2104">6871 1736 0,'0'0'0,"0"-24"0,-25 24 16,25-25-16,-25 25 0,25 0 0,0 0 0,-25 0 0,25-25 15,-24 25-15,24 0 0,0 0 0,0 0 0,-25 25 16,25-25-16,0 0 0,0 0 0,0 25 0,-25-25 0,25 24 16,0 1-16,0-25 0,0 25 0,0 0 0,0-25 0,-25 25 15,25-1-15,0-24 0,25 25 0,-25 0 0,0 0 16,0-25-16,0 25 0,0-25 0,0 24 0,0-24 0,25 25 15,-25-25-15,0 0 0,0 25 0,25-25 0,-25 0 16,24 25-16,-24-25 0,0 0 0,25 0 0,-25 0 0,25 0 16,-25-25-16,25 25 0,-25 0 0,25-25 0,-25 25 0,25-25 15,-25 25-15,24 0 0,-24-24 0,0 24 0,25-25 16,-25 25-16,0-25 0,0 25 0,0-25 0,0 25 0,0-25 15,0 25-15,-25 0 0,25-24 0,0 24 0,0-25 16,0 25-16,0 0 0,-24 0 0,24 0 0,0 0 0,0 0 16,0 0-16,0 0 0,0 25 0,0-25 0,0 0 0,0 24 15,0 1-15,0-25 0,0 25 0,0 0 0,0 0 16,0-25-16,0 24 0,0 1 0,0 0 0,0 0 0,0 0 15,24-1-15,-24 1 0,0 0 0,0 0 0,25 0 16,-25-1-16,0-24 0,0 25 0,0 0 0,0 0 0,0 0 16,0-25-16,0 24 0,0 1 0,0-25 0,0 25 15,0-25-15,0 25 0,-25-25 0,25 25 0,0-25 16,-24 24-16,24-24 0,-25 25 0,25-25 0,-25 0 0,25 25 15,-25-25-15,0 0 0,25 0 0,-25 0 0,1 0 0,-1 0 16,25 0-16,-25 0 0,25 0 0,-25-25 0,25 25 16,-25 0-16,25-25 0,0 25 0,0-24 0,-24 24 0,24-25 15,0 25-15,0-25 0,0 25 0,-25-25 0,25 0 16,0 25-16</inkml:trace>
  <inkml:trace contextRef="#ctx0" brushRef="#br0" timeOffset="3914.2239">6052 1563 0,'0'0'0,"0"-25"0,-24 25 16,24 0-16,0 0 0,0-25 0,0 25 0,24 0 15,-24-25-15,0 25 0,0 0 0,25-25 0,-25 25 0,0 0 16,25-24-16,-25 24 0,25 0 0,-25-25 0,0 25 15,25 0-15,-25 0 0,24 0 0,-24 0 0,25 0 0,-25 0 16,25 0-16,-25 0 0,0 0 0,25 0 0,-25 0 0,25 0 16,-25 0-16,0 0 0,24 25 0,-24-25 0,0 24 15,0-24-15,25 25 0,-25-25 0,0 0 0,0 25 0,0-25 16,-25 25-16</inkml:trace>
  <inkml:trace contextRef="#ctx0" brushRef="#br0" timeOffset="4092.2341">5779 1439 0,'0'0'0,"0"0"16,0 0-16,-24 0 0,24 0 0,0-25 0,0 25 0,0 0 15,0 0-15,0 0 0,0 0 0,0 0 0,0 0 0,0 0 16,0 0-16,24 0 0,-24 0 0,0 0 0,0 0 15,25 0-15,-25 25 0,0-25 0,25 0 0</inkml:trace>
  <inkml:trace contextRef="#ctx0" brushRef="#br0" timeOffset="4368.2499">8062 1984 0,'0'0'0,"0"0"0,0 0 0,24 0 0,-24 0 0,0 0 16,0 0-16,0 0 0,0 0 0,0 0 0,0 0 15,0 0-15,0 0 0,0 0 0,0 0 0,0 25 0,0-25 16,0 0-16,0 25 0,0-25 0,0 0 0,0 25 15,0-25-15,0 25 0,-24-25 0,24 24 0,0-24 0,0 25 16,-25-25-16,25 25 0,-25-25 0,25 25 0,0-25 16,-25 25-16,25-25 0,-25 24 0,25-24 0,0 0 0,-25 0 15,25 0-15,0 0 0</inkml:trace>
  <inkml:trace contextRef="#ctx0" brushRef="#br0" timeOffset="4776.2732">8781 1612 0,'0'0'0,"-25"0"0,25 0 0,0 0 0,0 0 0,0 0 15,0 0-15,0 0 0,0 0 0,0 0 0,0 0 0,0 0 16,0 0-16,0 25 0,0-25 0,0 0 0,25 0 16,-25 0-16,25 25 0,-25-25 0,0 25 0,24-25 0,-24 25 15,0-25-15,25 24 0,-25-24 0,0 25 0,25-25 16,-25 25-16,0-25 0,25 25 0,-25 0 0,0-25 0,25 24 15,-25-24-15,0 25 0,0-25 0,0 25 0,24-25 0,-24 25 16,0-25-16,0 0 0,0 25 0,0-25 0,0 0 16,0 0-16,0 24 0,0-24 0,0 0 0,0 0 15,25-24-15,-25 24 0,0 0 0,0 0 0,0-25 0,0 25 16,0-25-16,0 0 0,0 25 0,0-25 0,0 25 0,25-24 15,-25-1-15,0 25 0,0-25 0,0 25 0,0-25 16,0 0-16,0 25 0,0-24 0,0 24 0,0 0 0,0-25 16,0 25-16,0 0 0,0 0 0,0 0 0,0 0 15,0 0-15,0 0 0,0 0 0,0 0 0,0 25 0,25-25 16,-25 0-16,0 0 0,0 0 0</inkml:trace>
  <inkml:trace contextRef="#ctx0" brushRef="#br0" timeOffset="5133.2936">9203 1860 0,'-25'0'16,"25"0"-16,0 25 0,0-25 0,0 0 0,0 0 0,0 0 0,0 0 15,0 0-15,0 0 0,25 0 0,-25 0 0,0 0 16,0 0-16,0 0 0,0 0 0,24 0 0,-24 0 0,25-25 16,-25 25-16,25 0 0,-25 0 0,25 0 0,-25 0 15,25-24-15,-25 24 0,24-25 0,-24 25 0,25 0 0,-25-25 16,0 25-16,25 0 0,-25-25 0,0 25 0,0 0 0,0 0 15,0 0-15,0-25 0,-25 25 0,25 0 0,0-24 16,0 24-16,0 0 0,-25-25 0,25 25 0,0 0 0,0-25 16,-24 25-16,24 0 0,0-25 0,0 25 0,-25 0 15,25 0-15,0 0 0,0 25 0,-25-25 0,25 0 0,0 0 16,0 25-16,0-25 0,0 25 0,-25-25 0,25 0 15,0 24-15,0-24 0,0 25 0,0-25 0,0 25 0,0-25 16,0 0-16,0 25 0,0-25 0,0 25 0,0-25 16,0 0-16,0 24 0,0-24 0,0 0 0,0 25 0,0-25 15,25 25-15,-25-25 0,0 25 0,25-25 0,-25 0 0,0 25 16,25-25-16,-25 24 0,24-24 0,-24 0 0,25 0 0,-25 0 15,25 0-15,-25 0 0,25 0 0,0 0 0,-1 0 16,-24 0-16,25 0 0,0 0 0,0 0 0,0 0 0,-1 0 16,1-24-16,0 24 0</inkml:trace>
  <inkml:trace contextRef="#ctx0" brushRef="#br0" timeOffset="5390.3083">9971 1786 0,'0'-25'16,"0"25"-16,0 0 0,0-25 0,-24 25 0,24 0 0,0 0 16,-25-24-16,25 24 0,-25 0 0,25 0 0,0-25 15,-25 25-15,25 0 0,-25-25 0,25 25 0,-24 0 0,24 0 16,0 0-16,-25 0 0,25 0 0,0 0 0,-25 0 0,25 0 15,0 0-15,-25 0 0,25 25 0,0-25 0,0 0 16,0 25-16,-25-25 0,25 24 0,0 1 0,0-25 16,0 25-16,0 0 0,0 0 0,0-25 0,25 24 0,-25-24 15,0 25-15,0 0 0,0-25 0,25 0 0,-25 25 0,25-25 16,-25 25-16,25-25 0,-25 24 0,24-24 0,1 0 15,-25 0-15,25 25 0,0-25 0,0 0 0,-25 0 0,24 0 16,1 0-16,0 0 0,0 0 0,0-25 0,0 25 16,-25 0-16,24-24 0,1 24 0,0-25 0,-25 25 0,25-25 15,0 0-15,-25 25 0,24-25 0,-24 1 0,25 24 0</inkml:trace>
  <inkml:trace contextRef="#ctx0" brushRef="#br0" timeOffset="5590.3198">10294 1389 0,'-25'-25'0,"25"25"0,0-25 0,0 25 0,0 0 0,0 0 15,0 0-15,0 0 0,-25 0 0,25 0 0,0 25 0,0-25 16,0 25-16,0-25 0,0 25 0,0-25 0,0 25 15,0-1-15,0-24 0,0 25 0,0 0 0,0 0 0,0 0 16,0-1-16,0 1 0,0-25 0,0 25 0,25 0 16,-25 0-16,0 0 0,0-1 0,0 1 0,0-25 0,0 25 15,0 0-15,25 0 0,-25-25 0,0 24 0,0 1 16,0-25-16,0 25 0,0-25 0,25 25 0,-25-25 0,0 0 15,0 0-15,0 25 0,0-25 0,0 0 0,0 0 0,0 0 16,0 0-16,0 0 0,-25-25 0,25 25 0</inkml:trace>
  <inkml:trace contextRef="#ctx0" brushRef="#br0" timeOffset="5924.3389">10220 1811 0,'0'0'0,"0"-25"0,0 25 0,0-25 0,0 25 15,0 0-15,0 0 0,0-25 0,0 25 0,0 0 0,24 0 16,-24-24-16,0 24 0,25 0 0,-25 0 0,25-25 16,-25 25-16,25 0 0,-25 0 0,25-25 0,-25 25 0,24 0 15,-24 0-15,0 0 0,25 0 0,-25 0 0,0 0 0,25 25 16,-25-25-16,0 0 0,0 25 0,0-25 0,25 24 15,-25 1-15,0-25 0,0 25 0,0 0 0,0-25 0,0 25 16,0-1-16,0-24 0,0 25 0,-25-25 0,25 25 16,0-25-16,0 25 0,0-25 0,25 0 0,-25 25 0,0-25 15,0 0-15,0 24 0,0-24 0,0 0 0,0 0 0,0 0 16,25 0-16,-25 0 0,0 0 0,0 0 0,24-24 15,-24 24-15,0 0 0,25 0 0,-25-25 0,25 25 0,-25 0 16,25-25-16,-25 25 0,25 0 0,-25-25 0,24 25 16,-24-25-16,0 25 0,0-24 0,0 24 0,0-25 0,0 25 15,0 0-15,0-25 0,0 25 0,-24 0 0,24-25 0,0 25 16,0 0-16,-25-25 0,25 25 0,0 0 0,-25 0 15,25-24-15,0 24 0,0 0 0,-25 0 0,25 0 0,0 0 16,0-25-16,-25 25 0,25 0 0,0 0 0,0-25 16,0 25-16,0 0 0,0-25 0,-24 25 0,24-25 0,0 25 15,0-25-15</inkml:trace>
  <inkml:trace contextRef="#ctx0" brushRef="#br0" timeOffset="6097.3488">10567 1315 0,'0'0'0,"0"0"0,0 0 0,25 0 0,-25 0 0,0 0 16,24 0-16,-24 0 0,0 24 0,25-24 0,-25 0 15,0 0-15,25 25 0,-25-25 0,0 25 0,25-25 0,-25 0 16,0 25-16,0-25 0,0 25 0,0-25 0,0 24 16,0-24-16,0 25 0,0-25 0,0 25 0,-25-25 0,25 25 15,-25-25-15,25 25 0,-25-25 0,25 24 0,-24-24 16,24 0-16,-25 25 0</inkml:trace>
  <inkml:trace contextRef="#ctx0" brushRef="#br0" timeOffset="6518.3728">11881 2084 0,'0'0'0,"0"0"0,-24 0 0,24-25 15,-25 25-15,25 0 0,0 0 0,-25 0 0,25-25 16,-25 25-16,25 0 0,0 0 0,0-25 0,0 25 0,0 0 15,0-25-15,0 25 0,0-24 0,0 24 0,0-25 16,0 25-16,0-25 0,0 25 0,0-25 0,25 25 0,-25-25 16,0 25-16,25 0 0,-25 0 0,0-24 0,25 24 0,-25 0 15,24 0-15,-24 0 0,25 0 0,-25 0 0,25 0 16,-25 0-16,0 0 0,25 24 0,-25-24 0,25 0 0,-25 0 15,24 25-15,-24-25 0,0 0 0,25 25 0,-25-25 16,0 25-16,0-25 0,0 0 0,25 25 0,-25-25 0,0 24 16,0-24-16,0 25 0,0-25 0,0 25 0,0-25 0,0 0 15,25 25-15,-25-25 0,0 0 0,0 25 0,0-25 16,0 0-16,0 0 0,0 0 0,0 0 0,0 0 15,0 0-15,0 0 0,25 0 0,-25-25 0,24 25 0,-24 0 16,0 0-16</inkml:trace>
  <inkml:trace contextRef="#ctx0" brushRef="#br0" timeOffset="6977.3991">12254 1860 0,'0'-24'0,"0"24"15,0 0-15,0 0 0,0 0 0,0-25 0,0 25 0,0 0 16,0 0-16,0 0 0,0 0 0,0 0 0,0 0 0,0 0 16,0 0-16,0 0 0,0 0 0,0 0 0,0 0 15,0 25-15,0-25 0,0 0 0,0 0 0,0 24 0,0-24 16,0 0-16,0 25 0,0-25 0,0 25 0,0 0 15,24-25-15,-24 25 0,0-25 0,0 24 0,0 1 0,0-25 16,25 25-16,-25-25 0,0 25 0,0-25 0,0 0 16,0 25-16,25-25 0,-25 0 0,0 24 0,0-24 0,0 0 15,25 0-15,-25 0 0,0 0 0,0 0 0,25 0 16,-25 25-16,0-50 0,24 25 0,-24 0 0,25 0 0,-25 0 15,25-24-15,-25 24 0,25 0 0,-25-25 0,25 25 0,-25-25 16,24 25-16,-24 0 0,25-25 0,-25 25 0,0-25 16,0 25-16,0-24 0,25-1 0,-25 25 0,0-25 0,0 25 15,0-25-15,0 25 0,0 0 0,0-25 0,-25 25 16,25 0-16,0-24 0,0 24 0,0 0 0,0-25 0,0 25 15,0 0-15,0 0 0,0 0 0,0-25 0,0 25 16,-25 0-16,25 0 0,0 0 0,0 0 0,0 0 0,0 0 16,0 0-16,0 0 0,0 0 0,0 0 0,0 0 0,0 25 15,0-25-15,0 0 0,0 0 0,0 25 0,0-25 16,0 24-16,0-24 0,0 25 0,0-25 0,0 25 0,0-25 15,0 25-15,25-25 0,-25 25 0,0-25 0,0 24 0,0-24 16,0 25-16,25-25 0,-25 0 0,0 25 0,0-25 16,0 0-16,0 25 0,0-25 0,0 0 0,25 0 0,-25 0 15,0 0-15,0 0 0,0 0 0,25 0 0,-25 0 16,24 0-16,-24-25 0,25 25 0,-25 0 0,25-25 0,-25 25 15,25 0-15,-25-25 0,25 25 0</inkml:trace>
  <inkml:trace contextRef="#ctx0" brushRef="#br0" timeOffset="7356.4208">12824 1811 0,'0'-25'15,"0"25"-15,0 0 0,0 0 0,0 0 0,0 0 16,0 0-16,0 0 0,0 0 0,0 0 0,0 0 0,0 0 15,0 0-15,0 0 0,0 25 0,0-25 0,0 0 16,0 25-16,0-25 0,0 0 0,0 24 0,0-24 0,0 25 16,0-25-16,0 25 0,0-25 0,0 25 0,0 0 0,0-25 15,25 24-15,-25-24 0,0 25 0,0-25 0,0 25 16,0-25-16,0 25 0,0-25 0,0 0 0,0 25 0,0-25 15,0 0-15,0 0 0,0 0 0,0 24 0,0-24 16,0 0-16,0 0 0,0 0 0,0-24 0,0 24 0,25 0 16,-25 0-16,0 0 0,0 0 0,0 0 0,0-25 15,0 25-15,0 0 0,0-25 0,24 25 0,-24-25 0,0 25 16,0-25-16,25 25 0,-25-24 0,0 24 0,25-25 15,-25 25-15,0-25 0,25 25 0,-25-25 0,0 25 0,25-25 16,-25 25-16,0 0 0,24 0 0,-24 0 0,0-24 0,0 24 16,0 24-16,25-24 0,-25 0 0,0 0 0,0 0 15,0 0-15,0 25 0,0-25 0,25 0 0,-25 25 0,0-25 16,0 0-16,0 25 0,0-25 0,0 0 0,0 25 0,25-25 15,-25 0-15,0 24 0,0-24 0,0 25 0,0-25 16,0 0-16,25 25 0,-25-25 0,0 25 0,0-25 0,24 0 16,-24 25-16,25-25 0,-25 0 0,25 0 0,-25 24 15,25-24-15,-25 0 0,25 0 0,0 0 0,-25 0 0,24 0 16,1 0-16,-25 0 0,25-24 0,-25 24 0,25 0 15</inkml:trace>
  <inkml:trace contextRef="#ctx0" brushRef="#br0" timeOffset="7823.4475">13469 1860 0,'0'0'0,"0"-24"0,0 24 0,-25-25 0,25 25 0,0-25 16,0 25-16,0 0 0,-25-25 0,25 25 0,0 0 15,0 0-15,0 0 0,0 0 0,0 0 0,0 0 0,0 0 16,-24 0-16,24 0 0,0 25 0,0-25 0,0 0 16,-25 0-16,25 25 0,0-25 0,0 25 0,-25-25 0,25 24 15,0-24-15,0 25 0,0 0 0,-25-25 0,25 25 0,0-25 16,0 25-16,0-25 0,0 24 0,0-24 0,0 0 15,0 25-15,0-25 0,0 25 0,25-25 0,-25 0 16,0 0-16,0 0 0,25 25 0,-25-25 0,0-25 0,25 25 16,-25 0-16,24 0 0,-24 0 0,25 0 0,-25-25 0,25 25 15,-25 0-15,0 0 0,25-25 0,-25 25 0,0 0 16,25-24-16,-25 24 0,0-25 0,0 25 0,0-25 0,0 25 15,0 0-15,0-25 0,0 25 0,0 0 0,-25 0 16,25-25-16,0 25 0,0 0 0,0 0 0,0 0 0,0 0 16,0 0-16,0 0 0,0 0 0,0 25 0,0-25 0,0 0 15,0 25-15,0-25 0,0 25 0,0 0 0,0-25 16,0 24-16,0 1 0,0 0 0,0 0 0,0 0 15,0-1-15,0-24 0,0 25 0,25 0 0,-25 0 0,0 0 16,0-1-16,0-24 0,0 25 0,0 0 0,0-25 0,0 25 16,0-25-16,0 25 0,0-25 0,0 24 0,0-24 0,0 0 15,0 25-15,0-25 0,0 0 0,0 0 0,0 25 16,-25-25-16,25 0 0,0 0 0,-25 0 0,25 0 15,0 0-15,0 0 0,-25 0 0,25 0 0,-25 0 0,25 0 16,0 0-16,-24 0 0,24 0 0,0 0 0,-25 0 16,25 0-16,0 0 0,-25 0 0,25 0 0,-25 0 0,25 0 15,0-25-15,-25 25 0,25 0 0,-24-25 0,24 25 16,-25-24-16,0-1 0,25 25 0,-25-25 0,0 25 0</inkml:trace>
  <inkml:trace contextRef="#ctx0" brushRef="#br0" timeOffset="8070.4616">12601 1513 0,'0'0'16,"-25"0"-16,25-25 0,0 25 0,0 0 0,0 0 0,25-25 15,-25 25-15,0 0 0,0-24 0,0 24 0,25 0 16,-25 0-16,24-25 0,-24 25 0,25 0 0,-25 0 0,25 0 15,-25-25-15,25 25 0,-25 25 0,25-25 0,-1 0 16,-24 0-16,25 0 0,-25 0 0,25 25 0,-25-25 0,25 0 16,-25 0-16,0 0 0,25 24 0,-25-24 0,0 0 15,0 25-15,24-25 0,-24 25 0,0-25 0,0 25 0,0-25 16,0 25-16,0-25 0,0 24 0,0-24 0,-24 25 0,24-25 15,0 25-15,-25-25 0,25 0 0</inkml:trace>
  <inkml:trace contextRef="#ctx0" brushRef="#br0" timeOffset="8214.4697">12229 1563 0,'0'0'0,"0"0"0,-25 0 16,25 0-16,0 0 0,0 0 0,0 0 0,0 0 15,0 24-15,0-24 0,0 0 0,0 0 0,0 0 0,0 0 16,0 0-16,0 0 0,-25 0 0,25 0 0,0 0 0</inkml:trace>
  <inkml:trace contextRef="#ctx0" brushRef="#br0" timeOffset="9865.5643">2158 3026 0,'0'0'0,"0"0"0,-25 0 16,25 0-16,0 0 0,0 0 0,0 0 0,-25 0 16,25 0-16,0 0 0,0 0 0,0 0 0,0 0 0,-24 0 15,24 0-15,0 0 0,0 0 0,0 0 0,0 0 0,-25 0 16,25 0-16,0 0 0,0 0 0,0 0 0,0 25 15,0-25-15,0 0 0,-25 25 0,25-25 0,0 0 0,0 25 16,0-25-16,0 0 0,0 24 0,0-24 0,0 25 16,0-25-16,0 25 0,-25-25 0,25 25 0,0 0 0,0-25 15,0 24-15,0 1 0,0-25 0,0 25 0,0 0 0,0 0 16,0-25-16,0 24 0,0 1 0,0-25 0,25 25 15,-25-25-15,0 25 0,0-25 0,0 25 0,0-25 0,25 0 16,-25 24-16,0-24 0,0 0 0,0 25 0,25-25 16,-25 0-16,0 0 0,0 25 0,24-25 0,-24 0 0,0 0 15,0 0-15,0 0 0,25 0 0,-25 0 0,0 0 0,25 0 16,-25 0-16,0 0 0,0 0 0,25-25 0,-25 25 15,0 0-15,0 0 0,0-25 0,25 25 0,-25 0 0,0-24 16,0 24-16,0 0 0,24-25 0,-24 25 0,0 0 16,0-25-16,0 25 0,0-25 0,0 25 0,0 0 0,0-25 15,0 25-15,0 0 0,0 0 0,0-24 0,0 24 0,0 0 16,0 0-16,0 0 0,0 0 0,0 0 0,0 0 15,0 0-15,0 0 0,0 0 0,0 24 0,0-24 16,0 0-16,0 0 0,0 25 0,0-25 0,0 0 0,0 0 16,0 25-16,0-25 0,0 0 0,0 0 0,0 25 0,0-25 15,0 0-15,0 25 0,0-25 0,0 0 0,0 0 16,0 24-16,0-24 0,-24 0 0,24 0 0,0 0 0,0 0 15,0 0-15,0 0 0,0 0 0,0 0 0</inkml:trace>
  <inkml:trace contextRef="#ctx0" brushRef="#br0" timeOffset="10022.5733">2133 3448 0,'0'0'0,"0"0"0,0 0 15,0 0-15,0 0 0,0 0 0,0 0 0,0 0 16,25 0-16,-25 0 0,0 0 0,25 0 0,-25 0 0,0 0 16,25 0-16,-1-25 0,-24 25 0,25 0 0,-25 0 0,25 0 15,0 0-15,-25 0 0,25 0 0,-25 0 0,24-25 16,-24 25-16,25 0 0,-25 0 0,25 0 0,-25-25 0,25 25 15,-25 0-15,25-24 0,-25 24 0,24-25 0</inkml:trace>
  <inkml:trace contextRef="#ctx0" brushRef="#br0" timeOffset="10255.5865">2629 2977 0,'0'0'16,"0"0"-16,-25 0 0,25 0 0,0 0 0,0 0 0,0 0 15,0 0-15,0 24 0,0-24 0,0 0 0,0 25 16,0-25-16,0 0 0,0 25 0,-24-25 0,24 25 0,0 0 15,0-1-15,0 1 0,0 0 0,0 0 0,0 0 16,-25-1-16,25 1 0,0 0 0,0 0 0,0 0 0,0-1 16,0 1-16,0-25 0,0 25 0,0 0 0,-25 0 15,25-25-15,0 24 0,0 1 0,0-25 0,0 25 0,0-25 16,0 25-16,0-25 0,0 0 0,0 0 0,0 0 0,0 0 15,25 0-15,-25 0 0,0 0 0</inkml:trace>
  <inkml:trace contextRef="#ctx0" brushRef="#br0" timeOffset="10947.6262">2927 3249 0,'0'0'0,"-25"-24"0,25 24 0,0 0 0,0 0 0,-25-25 15,25 25-15,0 0 0,0 0 0,-24 0 0,24 0 16,0 0-16,0 0 0,0 0 0,-25 0 0,25 0 15,0 0-15,0 0 0,0 0 0,0 25 0,-25-25 0,25 0 16,0 24-16,0-24 0,0 25 0,0-25 0,25 25 0,-25-25 16,0 0-16,0 25 0,25-25 0,-25 25 0,0-25 15,24 24-15,-24-24 0,0 25 0,25-25 0,-25 0 16,25 25-16,-25-25 0,0 0 0,25 25 0,-25-25 0,25 25 15,-25-25-15,0 0 0,24 24 0,-24-24 0,0 25 16,0-25-16,0 0 0,0 25 0,0-25 0,0 0 0,0 0 16,0 25-16,0-25 0,0 0 0,0 0 0,0 25 15,-24-25-15,24 0 0,0 0 0,0 0 0,0 0 0,0 0 16,0 0-16,-25 0 0,25 0 0,0 0 0,0 0 0,0 0 15,0 0-15,0-25 0,0 25 0,0 0 0,0-25 16,0 25-16,0-25 0,0 25 0,0-25 0,0 25 16,25-24-16,-25 24 0,0-25 0,0 0 0,24 25 0,-24-25 15,25 25-15,-25-25 0,0 25 0,25-24 0,0 24 16,-25 0-16,25 0 0,-25-25 0,24 25 0,-24 0 0,25 0 15,-25 0-15,0 0 0,25 0 0,-25 0 0,0 0 16,0 0-16,0 25 0,0-25 0,0 0 0,0 0 0,0 24 16,0-24-16,0 0 0,25 25 0,-25-25 0,0 25 0,0-25 15,0 25-15,0-25 0,0 25 0,0-25 0,0 24 16,25-24-16,-25 0 0,0 25 0,0-25 0,0 25 15,0-25-15,24 0 0,-24 25 0,0-25 0,25 0 0,-25 0 16,0 0-16,25 25 0,-25-25 0,0 0 0,25 0 16,-25 0-16,0 0 0,25 0 0,-25-25 0,0 25 0,0 0 15,24 0-15,-24 0 0,0-25 0,0 25 0,0-25 16,0 25-16,0 0 0,25-25 0,-25 25 0,0 0 0,0-24 15,0 24-15,0-25 0,0 25 0,0 0 0,0-25 16,0 25-16,-25-25 0,25 25 0,0 0 0,0 0 16,0-25-16,0 25 0,0 0 0,0 0 0,0 0 0,0 0 15,0 0-15,0 0 0,0 0 0,0 0 0,0 0 16,0 0-16,0 25 0,0-25 0,0 0 0,0 25 0,0-25 15,0 0-15,0 25 0,0-25 0,0 25 0,25-25 16,-25 0-16,0 24 0,0-24 0,0 25 0,0-25 0,0 0 16,0 25-16,0-25 0,0 0 0,0 25 0,25-25 15,-25 0-15,0 0 0,0 0 0,0 0 0,0 0 16,0 0-16,0 0 0,0 0 0,0-25 0,0 25 0</inkml:trace>
  <inkml:trace contextRef="#ctx0" brushRef="#br0" timeOffset="11160.6384">3398 2977 0,'0'0'0,"0"0"16,0-25-16,0 25 0,0 0 0,0 0 0,25 0 15,-25 0-15,0 0 0,25 0 0,-25 0 0,0 0 16,25 0-16,-25 0 0,24 0 0,-24 0 0,25 0 0,-25 25 15,0-25-15,0 0 0,0 24 0,25-24 0,-25 0 16,0 25-16,0-25 0,-25 25 0,25-25 0,0 25 0,0-25 16,0 0-16,-25 25 0,25-25 0,-24 0 0,24 24 15,-25-24-15,25 0 0,-25 0 0</inkml:trace>
  <inkml:trace contextRef="#ctx0" brushRef="#br0" timeOffset="11343.6488">3547 2853 0,'25'0'0,"-25"0"0,25 0 16,-1 24-16,-24-24 0,25 0 0,-25 0 0,0 0 0,25 25 16,-25-25-16,0 0 0,25 25 0,-25-25 0,0 25 15,0-25-15,0 25 0,0-25 0,-25 24 0,25-24 0,0 25 16,0 0-16,-25-25 0,25 25 0,-25 0 0,25-25 15,-24 24-15,24 1 0</inkml:trace>
  <inkml:trace contextRef="#ctx0" brushRef="#br0" timeOffset="11999.6864">5209 3299 0,'0'0'16,"0"0"-16,-25 0 0,25 0 0,0 0 0,-25 0 15,25 0-15,-24 0 0,24 0 0,-25 0 0,25 0 16,0 0-16,-25 0 0,25 25 0,0-25 0,0 0 0,0 0 16,0 0-16,0 25 0,0-25 0,0 0 0,0 24 15,0-24-15,0 25 0,0-25 0,0 25 0,0 0 0,25-25 16,-25 25-16,0-25 0,0 0 0,25 24 0,-25-24 15,24 25-15,-24-25 0,0 0 0,25 25 0,-25-25 16,25 0-16,-25 0 0,25 0 0,-25 0 0,25 0 0,-25 0 16,0 0-16,24-25 0,-24 25 0,25 0 0,-25 0 15,0-25-15,25 25 0,-25 0 0,25-24 0,-25 24 0,0 0 16,0-25-16,25 25 0,-25-25 0,0 25 0,0 0 15,0-25-15,0 25 0,0-25 0,24 25 0,-24 0 0,0-24 16,0 24-16,0-25 0,0 25 0,0 0 0,0 0 16,0-25-16,0 25 0,25 0 0,-25 0 0,0 0 15,0 0-15,0 0 0,0 0 0,-25 0 0,25 0 0,0 0 16,0 0-16,0 0 0,0 25 0,0-25 0,0 0 0,0 0 15,0 25-15,0-25 0,0 0 0,0 24 0,0-24 16,25 25-16,-25-25 0,0 0 0,0 25 0,0-25 16,0 0-16,0 25 0,0-25 0,0 0 0,0 0 15,25 25-15,-25-25 0,0 0 0,0 0 0,0 24 0,25-24 16,-25 0-16,0 0 0,0 0 0,25 0 0,-25 0 15,0 0-15,0-24 0,24 24 0,-24 0 0,0-25 0,0 25 16,0 0-16,25-25 0,-25 25 0,0-25 0,0 25 16,0-25-16,0 25 0,0 0 0,0-24 0,-25 24 15,25-25-15,0 25 0,0-25 0,0 25 0,-24 0 0,24-25 16,0 25-16,-25 0 0,25-25 0,0 25 0,-25 0 0,25 0 15,0 0-15,-25 0 0,25 0 0,0 0 0,-25 0 16,25 25-16,0-25 0,0 0 0,-24 0 0,24 0 16,0 0-16,0 0 0,0 0 0</inkml:trace>
  <inkml:trace contextRef="#ctx0" brushRef="#br0" timeOffset="12172.6962">5705 2952 0,'0'0'0,"0"0"0,0 0 0,0 0 0,0 0 0,0 0 15,0 0-15,0 0 0,0 25 0,-25-25 0,25 0 16,0 24-16,0 1 0,-25-25 0,25 25 0,0 0 16,0-25-16,0 25 0,-24-1 0,24 1 0,0 0 0,0 0 15,0 0-15,0-25 0,0 24 0</inkml:trace>
  <inkml:trace contextRef="#ctx0" brushRef="#br0" timeOffset="12951.7408">7392 3125 0,'0'0'0,"0"0"16,0 0-16,0 0 0,0 0 0,0 0 0,0 0 0,0 0 16,0 0-16,0 0 0,25 25 0,-25-25 0,0 25 15,0-25-15,0 0 0,24 25 0,-24-25 0,0 25 0,0-1 16,25-24-16,-25 25 0,0-25 0,0 25 0,0-25 15,25 25-15,-25 0 0,0-25 0,0 24 0,0-24 0,0 25 16,0-25-16,0 0 0,0 25 0,0-25 0,0 25 16,0-25-16,0 0 0,0 0 0,0 25 0,0-25 15,-25 0-15,25 0 0,0 0 0,0 0 0,0 0 0,0 0 16,0 0-16,0 0 0,0 0 0,0 0 0,0-25 0,0 25 15,0 0-15,0-25 0,0 25 0,0-25 16,0 25-16,0-25 0,0 25 0,25-24 0,-25-1 0,0 25 16,0-25-16,0 25 0,25-25 0,-25 25 0,0-25 0,25 25 15,-25-24-15,0 24 0,24 0 0,-24-25 0,0 25 16,0 0-16,25 0 0,-25 0 0,25 0 0,-25 0 15,0 0-15,25 0 0,-25 0 0,0 25 0,25-25 0,-25 0 16,0 24-16,0-24 0,24 25 0,-24-25 0,0 25 16,0-25-16,0 25 0,0-25 0,0 25 0,0-25 15,0 24-15,0-24 0,0 25 0,0-25 0,0 25 0,0-25 16,25 0-16,-25 25 0,0-25 0,-25 0 0,25 0 0,0 25 15,0-25-15,0 0 0,0 0 0,0 0 0,0 0 16,0 0-16,0 0 0,0 0 0,0 0 0,25 0 16,-25 0-16,0 0 0,0-25 0,0 25 0,0 0 0,0 0 15,0-25-15,0 25 0,25-25 0,-25 25 0,0-25 16,0 25-16,0-24 0,25 24 0,-25-25 0,0 25 0,0-25 15,25 25-15,-25-25 0,0 25 0,24-25 0,-24 25 16,25 0-16,-25-24 0,25 24 0,-25 0 0,25 0 16,-25 0-16,25 0 0,-25 0 0,0 0 0,24 0 0,-24 0 15,0 24-15,0-24 0,25 0 0,-25 25 0,0-25 16,0 25-16,0-25 0,0 0 0,25 25 0,-25-25 0,0 25 15,0-25-15,0 24 0,0-24 0,0 0 16,0 25-16,25-25 0,-25 25 0,0-25 0,0 0 0,0 25 0,0-25 16,25 0-16,-25 0 0,0 25 0,25-25 0,-25 0 15,24 0-15,-24 0 0,25-25 0</inkml:trace>
  <inkml:trace contextRef="#ctx0" brushRef="#br0" timeOffset="13396.7663">8409 3299 0,'0'0'0,"0"-25"0,-25 25 0,25 0 0,0 0 0,-25-25 15,25 25-15,-25 0 0,25 0 0,-24-24 0,24 24 16,-25 0-16,25 0 0,0 0 0,-25-25 0,25 25 0,0 0 16,-25 0-16,25 25 0,0-25 0,0 0 0,0 0 15,-25 24-15,25-24 0,0 0 0,0 25 0,0-25 16,0 25-16,0-25 0,0 25 0,0-25 0,0 0 0,0 25 15,0-25-15,0 24 0,0-24 0,0 25 0,0-25 16,0 0-16,0 25 0,0-25 0,0 0 0,25 25 0,-25-25 16,0 0-16,0 0 0,0 25 0,0-25 0,25 0 15,-25 0-15,0 0 0,0 24 0,0-24 0,25 0 16,-25-24-16,0 24 0,0 0 0,25 0 0,-25 0 0,0-25 15,24 25-15,-24 0 0,0-25 0,25 25 0,-25 0 0,0-25 16,0 25-16,25-25 0,-25 25 0,0-24 0,0 24 16,0-25-16,25 25 0,-25-25 0,0 25 0,0-25 15,0 25-15,0 0 0,0-25 0,0 25 0,0 0 0,0 0 16,0-24-16,0 24 0,0 0 0,0 0 0,0 0 15,0 0-15,0 24 0,0-24 0,0 0 0,0 25 0,0-25 16,0 25-16,0-25 0,0 25 0,0 0 0,0-25 16,0 24-16,0-24 0,0 25 0,0-25 0,0 25 15,0-25-15,0 25 0,0-25 0,0 0 0,0 25 16,25-25-16,-25 0 0,0 0 0,24 0 0,-24 0 0,25 0 15,-25 0-15,25 0 0,-25 0 0,25 0 0,0 0 0,-1-25 16,1 25-16,-25 0 0,25 0 0,0-25 0,0 25 16</inkml:trace>
  <inkml:trace contextRef="#ctx0" brushRef="#br0" timeOffset="13699.7836">9798 2753 0,'0'0'0,"-25"25"15,25-25-15,0 0 0,0 0 0,0 0 0,0 25 0,0-25 16,-25 0-16,25 25 0,0-25 0,0 25 0,0-1 0,0-24 15,0 25-15,0 0 0,0 0 0,0 0 0,0-25 16,0 24-16,25 1 0,-25 0 0,0 0 0,0 0 0,0-1 16,0 1-16,0 0 0,0-25 0,25 25 0,-25 0 15,0-1-15,0 1 0,0-25 0,0 25 0,0 0 0,0-25 16,0 25-16,0-1 0,0-24 0,0 25 0,0-25 15,0 0-15,0 0 0,0 0 0,0 0 0,0 0 16,0 0-16,0 0 0,0 0 0</inkml:trace>
  <inkml:trace contextRef="#ctx0" brushRef="#br0" timeOffset="13867.7932">9674 3150 0,'0'0'0,"0"0"0,0-25 16,0 25-16,0 0 0,0 0 0,0 0 0,0 0 0,25 0 16,-25 0-16,24 0 0,-24 0 0,25 0 0,-25 0 15,25 0-15,0 0 0,-25 0 0,25 0 0,-1 0 16,1 0-16,0 0 0,0 0 0,-25 25 0,25-25 0,-1 25 15,1-25-15,0 0 0,-25 25 0,25 0 0,0-25 16,-25 24-16,25-24 0,-25 25 0,0-25 0,24 25 0,-24 0 16,0-25-16</inkml:trace>
  <inkml:trace contextRef="#ctx0" brushRef="#br0" timeOffset="14103.8067">10096 3423 0,'0'0'0,"0"0"15,0 0-15,-25 0 0,25 0 0,0 0 0,0-25 0,0 25 16,-25 0-16,25 0 0,0-25 0,0 25 0,0 0 16,0-24-16,0 24 0,0-25 0,0 25 0,0-25 15,0 25-15,25-25 0,-25 25 0,0-25 0,0 25 0,25-24 16,-25 24-16,0 0 0,24 0 0,-24-25 0,25 25 15,-25 0-15,25 0 0,-25 0 0,0 0 0,25 0 16,-25 0-16,25 0 0,-25 0 0,0 0 0,24 25 0,-24-25 16,0 0-16,25 24 0,-25-24 0,0 0 0,0 25 15,25-25-15,-25 0 0,0 25 0,0-25 0,0 25 0,0-25 16,25 0-16,-25 25 0,0-25 0,0 24 0,0-24 15,0 25-15,25-25 0,-25 0 0,0 25 0,0-25 0,24 0 16,-24 0-16,0 25 0,25-25 0,-25 0 0,25 0 16,-25 0-16,25 0 0</inkml:trace>
  <inkml:trace contextRef="#ctx0" brushRef="#br0" timeOffset="14558.8327">10740 3324 0,'0'-25'0,"0"25"16,0-25-16,0 25 0,0 0 0,-24-25 0,24 25 15,0-24-15,0 24 0,-25-25 0,25 25 0,0 0 0,-25-25 16,25 25-16,0 0 0,-25-25 0,25 25 0,0 0 15,-25 0-15,25-25 0,-24 25 0,24 0 0,0 0 0,-25 25 16,25-25-16,0 0 0,-25 0 0,25 25 0,0-25 16,0 25-16,-25-25 0,25 25 0,0-25 0,0 24 15,0-24-15,0 25 0,-25-25 0,25 25 0,0-25 16,0 25-16,25-25 0,-25 25 0,0-25 0,0 24 0,0-24 15,0 25-15,0-25 0,25 25 0,-25-25 0,0 0 16,0 25-16,25-25 0,-25 0 0,0 0 0,25 25 0,-25-25 16,0 0-16,24 0 0,-24 0 0,25 0 0,-25 0 0,0 0 15,25 0-15,-25-25 0,0 25 0,25 0 0,-25 0 16,0-25-16,25 25 0,-25 0 0,0-25 0,24 25 0,-24-25 15,0 25-15,0-24 0,0 24 0,25-25 0,-25 25 16,0-25-16,0 25 0,0 0 0,0-25 0,0 25 16,0-25-16,0 25 0,0 0 0,0 0 0,0-24 15,0 24-15,0 0 0,0 0 0,0 0 0,0 0 0,0 0 16,0 0-16,0 0 0,0 24 0,0-24 0,0 0 15,0 0-15,0 25 0,0-25 0,0 0 0,0 25 0,0-25 16,0 0-16,0 25 0,0-25 0,0 25 0,0-25 16,0 0-16,0 24 0,0-24 0,0 0 0,0 25 0,25-25 15,-25 0-15,0 0 0,0 0 0,0 25 0,0-25 16,25 0-16,-25 0 0,0 0 0,0 0 0,25 0 0,-25 0 15,0 0-15,24 0 0,-24 0 0,0 0 0,25 0 16,-25-25-16,25 25 0,-25 0 0</inkml:trace>
  <inkml:trace contextRef="#ctx0" brushRef="#br0" timeOffset="14892.8518">10964 3274 0,'0'0'0,"0"-25"0,0 25 0,0 0 0,0 0 0,0-24 15,0 24-15,0 0 0,0 0 0,0 0 0,0 0 16,0 0-16,0 0 0,0 0 0,0 0 0,0 24 16,0-24-16,0 0 0,0 25 0,0-25 0,0 0 0,0 25 15,0-25-15,0 0 0,0 25 0,0-25 0,0 25 16,0-25-16,0 24 0,24-24 0,-24 25 0,0-25 0,0 0 15,0 25-15,0-25 0,0 0 0,0 25 0,0-25 16,0 0-16,0 0 0,0 0 0,0 0 0,0 0 0,0 0 16,0 0-16,25 0 0,-25 0 0,0 0 0,0 0 15,0 0-15,0 0 0,25 0 0,-25-25 0,0 25 16,25 0-16,-25 0 0,0-25 0,25 25 0,-25-25 0,24 25 15,-24 0-15,25-24 0,-25 24 0,0-25 0,25 25 16,-25 0-16,0 0 0,25-25 0,-25 25 0,0 0 0,0 0 16,0 0-16,0 0 0,25 0 0,-25 0 0,0 25 15,0-25-15,0 0 0,0 0 0,0 25 0,0-25 16,0 24-16,25-24 0,-25 25 0,0-25 0,0 25 0,0-25 15,0 0-15,0 25 0,0-25 0,0 0 0,0 25 16,0-25-16,24 0 0,-24 24 0,0-24 0,0 0 0,-24 0 16,24 0-16,0 0 0,0 0 0,0 0 15,0 0-15</inkml:trace>
  <inkml:trace contextRef="#ctx0" brushRef="#br0" timeOffset="15096.8635">10691 3051 0,'0'0'0,"0"-25"0,0 25 15,0 0-15,0 0 0,0-25 0,25 25 0,-25 0 16,0 0-16,24 0 0,-24-24 0,25 24 0,-25 0 0,25 0 16,0 0-16,-25 0 0,25 0 0,-1 0 0,-24 0 15,25 0-15,0 0 0,-25 24 0,25-24 0,0 0 16,-25 25-16,24 0 0,-24-25 0,25 25 0,-25 0 0,0-1 15,0 1-15,0 0 0,0 0 0,0 0 0,0 24 16</inkml:trace>
  <inkml:trace contextRef="#ctx0" brushRef="#br0" timeOffset="15244.872">10914 3944 0,'0'25'0,"-25"-25"16,25 0-16,0 0 0,0 0 0,0 25 0,0-25 0,0 0 16,0 0-16,0 0 0,0 0 0,0 0 0,0 0 15,0 0-15,0 0 0,0 0 0,0 0 0,0 0 0,0-25 16,0 25-16,0 0 0,0 0 0,25 0 0,-25 0 15,0-25-15,25 25 0,-25 0 0</inkml:trace>
  <inkml:trace contextRef="#ctx0" brushRef="#br0" timeOffset="15584.8914">12650 3299 0,'0'0'0,"0"0"16,0-25-16,0 25 0,0 0 0,0 0 0,0 0 16,0-25-16,0 25 0,-24 0 0,24 0 0,0 0 15,0 0-15,0 0 0,0 25 0,0-25 0,0 0 0,-25 25 16,25-25-16,0 25 0,0-25 0,0 25 0,-25-1 15,25 1-15,0 0 0,-25-25 0,25 25 0,0 0 16,-25-1-16,25 1 0,0-25 0,0 25 0,-24 0 0,24 0 16,0-25-16,0 24 0,-25-24 0,25 25 0,0-25 15,0 0-15,0 25 0,0-25 0,-25 0 0,25 0 0,0 0 16,0 0-16,0 0 0,0 0 0,0 0 0,0 0 15,0 0-15,0 0 0,0 0 0,25-25 0,-25 25 16,0-25-16,0 25 0,25-24 0,-25 24 0,0-25 0,24 0 16,-24 25-16,25-25 0</inkml:trace>
  <inkml:trace contextRef="#ctx0" brushRef="#br0" timeOffset="15776.9024">12675 3324 0,'25'-25'0,"-25"0"0,25 25 15,-25-25-15,0 25 0,25 0 0,-25 0 0,0-24 0,0 24 16,0 0-16,24 0 0,-24 0 0,0 0 0,0 0 16,25 0-16,-25 0 0,0 0 0,0 24 0,25-24 15,-25 0-15,0 25 0,0-25 0,25 25 0,-25-25 0,0 25 16,0-25-16,25 25 0,-25-1 0,0 1 0,0-25 15,0 25-15,0 0 0,24-25 0,-24 25 0,0-25 0,0 24 16,0 1-16,0-25 0,0 25 0,0-25 0,0 0 16,25 25-16,-25-25 0,0 0 0,0 25 0,0-25 15,0 0-15,0 0 0,0 0 0,0 0 0,0 0 0,0 0 16,0 0-16,0 0 0,0 0 0</inkml:trace>
  <inkml:trace contextRef="#ctx0" brushRef="#br0" timeOffset="15937.9116">12725 3423 0,'0'0'0,"0"0"0,-25 0 16,25 0-16,0 0 0,0 0 0,0 0 0,0 0 15,0 0-15,0 0 0,0 0 0,0-25 0,0 25 0,25 0 16,-25 0-16,0 0 0,25 0 0,-25 0 0,24-25 0,-24 25 16,25 0-16,0 0 0,0 0 0,-25 0 0,25 0 15,-1-24-15,1 24 0,0 0 0,0 0 0,0 0 16,-1 0-16,-24-25 0,25 25 0,0 0 0,0 0 15</inkml:trace>
  <inkml:trace contextRef="#ctx0" brushRef="#br0" timeOffset="16147.9236">13767 3200 0,'24'-25'0,"-24"25"16,0 0-16,25 0 0,-25 0 0,0 0 0,0 0 0,0 0 0,25 0 0,-25 0 16,0 0-16,0 0 0,25 0 0,-25 0 15,0 0-15,25-25 0,-25 25 0,24 0 0,-24 0 0,25 0 16,-25 0-16,25 0 0,0 0 0,0 0 0,-25 0 0,24 0 15,1 0-15,0 0 0,0 25 0,0-25 0,-1 0 16,1 0-16,-25 0 0,25 25 0,0-25 0,-25 0 0,25 25 16,-25-25-16,0 0 0,24 0 0,-48 24 0,24-24 15,0 25-15</inkml:trace>
  <inkml:trace contextRef="#ctx0" brushRef="#br0" timeOffset="16317.9333">13866 3473 0,'-25'24'0,"25"-24"0,0 0 0,0 0 0,0 0 0,0 0 16,0 0-16,0 0 0,0 0 0,25 0 0,-25 0 0,25 0 15,-25 0-15,24 0 0,1 0 0,0 0 0,-25 0 16,25-24-16,24 24 0,-24 0 0,0 0 0,0 0 0,0 0 16,-1 0-16,1 0 0,25 0 0,-25 0 0,-1 0 15,1 0-15,0 0 0,0 0 0,0 0 0,24 0 0,-24-25 16,0 25-16</inkml:trace>
  <inkml:trace contextRef="#ctx0" brushRef="#br0" timeOffset="16645.9521">15701 2902 0,'0'0'0,"0"-25"0,-24 25 0,24 0 16,-25 0-16,0-24 0,25 24 0,-25 0 0,25 0 0,-25 0 16,25 0-16,-24 0 0,24 0 0,-25 0 0,25 0 15,-25 24-15,25-24 0,-25 0 0,25 25 0,0 0 0,-25 0 16,25-25-16,0 25 0,-24-1 0,24 1 0,0 0 15,0 0-15,-25 0 0,25-1 0,0 26 0,0-25 16,0 0-16,0-1 0,0 1 0,0 0 0,0 0 16,0 0-16,25-1 0,-25-24 0,0 25 0,0 0 0,24-25 15,-24 25-15,25 0 0,-25-25 0,25 24 0,0-24 16,-25 0-16,25 25 0,-1-25 0,1 0 0,0 0 15,0 0-15,0 0 0,-1 0 0</inkml:trace>
  <inkml:trace contextRef="#ctx0" brushRef="#br0" timeOffset="17452.9983">16197 3125 0,'0'-24'16,"0"24"-16,-24-25 0,24 25 0,0 0 0,0-25 15,0 25-15,-25 0 0,25-25 0,0 25 0,0 0 0,0 0 16,-25 0-16,25 0 0,0 0 0,-25 0 0,25 0 15,0 0-15,-25 0 0,25 0 0,0 0 0,-24 0 16,24 0-16,-25 0 0,25 0 0,0 25 0,-25-25 0,25 0 16,0 25-16,-25-25 0,25 25 0,0-25 0,-25 24 15,25-24-15,0 25 0,0 0 0,0-25 0,0 25 0,-24 0 16,48-1-16,-24-24 0,0 25 0,0 0 15,0 0-15,0-25 0,0 25 0,25-25 0,-25 24 0,0-24 16,0 25-16,25-25 0,-25 25 0,0-25 0,25 0 0,-25 0 16,0 0-16,25 0 0,-25 25 0,0-25 0,24-25 15,-24 25-15,0 0 0,25 0 0,-25 0 0,25-25 0,-25 25 16,0 0-16,25-25 0,-25 25 0,0-24 0,25 24 15,-25 0-15,0-25 0,24 25 0,-24-25 0,0 25 0,0 0 16,0-25-16,0 25 0,0-25 0,0 25 0,0-24 16,0-1-16,0 25 0,0-25 0,0 25 0,0 0 0,0-25 15,0 25-15,0 0 0,0 0 0,0-25 0,0 25 16,0 0-16,0 0 0,0 0 0,0 0 0,0 0 15,0 0-15,0 25 0,0-25 0,0 0 0,0 0 0,0 0 16,0 25-16,0-25 0,0 25 0,0-25 0,0 0 16,0 25-16,0-25 0,0 24 0,0-24 0,0 25 15,0-25-15,0 25 0,0-25 0,0 25 0,0-25 0,0 25 16,0-25-16,0 24 0,0-24 0,0 25 0,0-25 15,25 0-15,-25 25 0,0-25 0,0 25 0,0-25 0,25 25 16,-25-25-16,25 0 0,-25 0 0,0 0 0,25 24 16,-25-24-16,24 0 0,-24 0 0,0 0 0,25-24 0,-25 24 15,25 0-15,-25 0 0,0 0 0,0-25 0,25 25 16,-25 0-16,0 0 0,0-25 0,0 25 0,0 0 15,0 0-15,0-25 0,0 25 0,0 0 0,0 0 0,0-25 16,0 25-16,0 0 0,0 0 0,0-24 0,0 24 16,0 0-16,0 0 0,0 0 0,0-25 0,0 25 0,0 0 15,0 0-15,0 0 0,0 0 0,0 0 0,0 0 16,0 0-16,0 0 0,0 0 0,0 0 0,0 0 0,0 25 15,0-25-15,0 0 0,0 0 0,0 24 0,0-24 16,25 0-16,-25 0 0,0 25 0,0-25 0,0 0 0,0 25 16,0-25-16,0 0 0,0 25 0,0-25 15,0 25-15,0-25 0,0 0 0,0 24 0,0-24 0,0 25 16,0-25-16,0 25 0,0-25 0,0 25 0,0-25 15,0 25-15,0-25 0,0 24 0,0-24 0,0 0 0,0 25 16,0-25-16,0 0 0,0 0 0,0 0 0,0 25 0,0-25 16,0 0-16,0 0 0,0 0 0,0 0 0,0 0 15,0 0-15,0 0 0,0 0 0,0 0 0,0 0 16,0 0-16,0 0 0,0 0 0,0 0 0,0 0 15,0 0-15,0 0 0,-25 0 0,25 0 0,0 0 0,0 0 16,0-25-16,0 25 0,0 0 0,0-25 0,-25 25 16,25-24-16</inkml:trace>
  <inkml:trace contextRef="#ctx0" brushRef="#br0" timeOffset="17690.0118">16520 3175 0,'0'0'0,"0"0"0,0 0 0,0 0 0,0 0 16,-25 0-16,25 0 0,0 0 0,0 0 0,0 0 15,0 0-15,0 0 0,0 0 0,25 0 0,-25 0 16,0-25-16,0 25 0,0 0 0,0 25 0,0-25 0,0 0 15,0 0-15,0 0 0,0 0 0,0 0 0,0 0 16,0 0-16,0 25 0,0-25 0,0 0 0,0 0 0,25 0 16,-25 0-16</inkml:trace>
  <inkml:trace contextRef="#ctx0" brushRef="#br0" timeOffset="18312.0474">16743 3349 0,'0'0'0,"0"0"0,0 0 15,0 0-15,0 0 0,0 0 0,0 0 0,0 0 0,0 0 16,0 0-16,0 0 0,0 0 0,0 0 0,0 0 15,0 0-15,0 0 0,0 0 0,0 0 0,0 0 0,0 0 16,0 0-16,0 0 0,0 0 0,0 24 0,0-24 16,0 0-16,0 0 0,0 0 0,0 0 0,0 25 15,0-25-15,0 0 0,25 25 0,-25-25 0,0 25 0,0-25 16,0 25-16,0-25 0,0 24 0,25 1 0,-25-25 15,0 25-15,0 0 0,0-25 0,0 25 0,25-1 16,-25-24-16,0 25 0,0 0 0,0-25 0,0 25 0,0-25 16,0 25-16,0 0 0,0-25 0,0 24 0,0-24 15,0 25-15,0-25 0,0 25 0,0-25 0,0 25 0,0-25 16,-25 25-16,25-25 0,0 0 0,0 24 0,0-24 15,-25 0-15,25 25 0,0-25 0,-25 0 0,25 0 0,0 0 16,-25 25-16,25-25 0,0 0 0,-24 0 0,24 0 16,0 0-16,-25 0 0,25 0 0,-25 0 0,25 0 15,0 0-15,0-25 0,-25 25 0,25 0 0,0 0 0,-25-25 16,25 25-16,0 0 0,0-24 0,0 24 0,0-25 15,0 0-15,0 25 0,0-25 0,0 0 0,0 1 0,0-1 16,0 0-16,0 0 0,25 0 0,-25 0 0,0 1 16,0-1-16</inkml:trace>
  <inkml:trace contextRef="#ctx0" brushRef="#br0" timeOffset="18670.0679">16867 3101 0,'0'0'0,"0"0"0,0-25 0,0 25 0,0 0 16,0 0-16,0 0 0,0-25 0,0 25 0,0 0 16,0 0-16,0 0 0,0 0 0,0 0 0,0 0 15,0 0-15,0 0 0,0 0 0,0 0 0,0 0 0,0 0 16,0 0-16,0 0 0,0 0 0,0 0 0,0 0 15,0 0-15,0 0 0,0 0 0,0 0 0,0 0 0,0 0 16,0 0-16,0 0 0,0 0 0,0 25 0,0-25 16,0 0-16,0 0 0,0 0 0,25 0 0,-25 0 15,0 0-15,0 0 0,0 0 0,0 0 0,0 25 0,0-25 16,0 0-16,0 0 0,0 0 0,0 0 0,0 0 15,0 0-15,0 0 0,0 0 0,0 0 0,0 0 0,0 0 16,0-25-16,0 25 0,0 0 0,0 0 0,0 0 16,0 0-16,0 0 0,0 0 0,0 0 0,0 0 15,0 0-15,0 0 0,-25 0 0,25 0 0,0 0 0,0 0 16,0 0-16,0 0 0,0 25 0,0-25 0,0 0 15,0 0-15</inkml:trace>
  <inkml:trace contextRef="#ctx0" brushRef="#br0" timeOffset="19046.0894">17314 2753 0,'0'0'0,"0"0"0,0 0 0,0 0 0,0 0 15,0 0-15,0 0 0,0 0 0,0 25 0,24-25 0,-24 0 16,25 0-16,-25 0 0,25 25 0,-25-25 0,25 0 15,0 25-15,-25-25 0,24 25 0,1-1 0,-25-24 0,25 25 16,0 0-16,-25-25 0,25 25 0,-25 0 0,25-1 16,-25 1-16,0 0 0,24 0 0,-24 0 0,0-1 15,0 1-15,0 0 0,0 0 0,0 0 0,-24-1 0,24 1 16,-25 0-16,25 0 0,-25 0 0,25-25 0,-25 24 15,0 1-15,25 0 0,-25 0 0,1-25 0,24 25 16,-25-25-16,0 24 0,0-24 0,25 25 0,-25-25 0,1 25 16,-1-25-16,25 25 0,-25-25 0,25 25 0,0-25 15,-25 0-15,25 0 0,0 24 0,0-24 0,0 0 0,0 0 16</inkml:trace>
  <inkml:trace contextRef="#ctx0" brushRef="#br0" timeOffset="19781.1312">17934 3497 0,'0'0'15,"0"-24"-15,0 24 0,0 0 0,0 0 0,0 0 0,0 0 16,0 0-16,0 0 0,0 0 0,0 0 0,0 0 16,25 0-16,-25 0 0,0 0 0,0 0 0,0 0 0,0 0 15,0 0-15,0 0 0,0 0 0,0 0 0,0 0 16,0 24-16,0-24 0,0 0 0,0 25 0,0-25 15,0 25-15,0-25 0,0 25 0,0-25 0,0 25 0,0-25 16,0 0-16,0 24 0,0-24 0,24 25 0,-24-25 16,0 25-16,0-25 0,0 0 0,0 25 0,0-25 15,0 0-15,0 0 0,0 25 0,0-25 0,0 0 0,0 0 16,0 0-16,0 0 0,0 0 0,0 0 0,0 0 15,0 0-15,0 0 0,0 0 0,0 0 0,0 0 0,0 0 16,-24 0-16,24 0 0,0 0 0,0 0 0,0-25 16,0 25-16,0 0 0,0 0 0,0 0 0,0 0 15,0 0-15,0 0 0,0 0 0,0-25 0,0 25 0,0 0 16,0 0-16,0-25 0,0 25 0,0 0 0,0-25 15,0 25-15,0-24 0,24 24 0,-24 0 0,0-25 0,0 25 16,0-25-16,0 25 0,0 0 0,25-25 0,-25 25 16,0 0-16,0 0 0,0-25 0,0 25 0,0 0 0,0 0 15,0 0-15,25 0 0,-25 0 0,0 0 0,0 0 16,0-24-16,0 24 0,25 0 0,-25 0 0,0 0 15,0 0-15,0 0 0,25 0 0,-25 0 0,0 0 0,0 0 16,0-25-16,24 25 0,-24 0 0,0 0 0,0 0 16,0 0-16,0 0 0,25 0 0,-25 0 0,0 25 0,0-25 15,0 0-15,0 0 0,0 0 0,25 24 0,-25-24 16,0 0-16,0 25 0,0-25 0,0 25 0,0-25 15,0 0-15,0 25 0,0-25 0,0 0 0,25 25 0,-25-25 16,0 0-16,0 0 0,0 24 0,0-24 0,0 0 16,0 25-16,0-25 0,0 0 0,0 0 0,0 0 0,-25 0 15,25 25-15,0-25 0,0 0 0,0 0 0,0 0 16,0 0-16,0 0 0,0 25 0,0-25 0,0 0 0,0 0 15,0 0-15,0 0 0,25 0 0,-25 0 0,25 0 16,-25 0-16,24 0 0</inkml:trace>
  <inkml:trace contextRef="#ctx0" brushRef="#br0" timeOffset="20046.1466">18728 3522 0,'24'0'0,"-24"0"0,0-25 0,0 25 16,0 0-16,0 0 0,0-24 0,0 24 0,0 0 0,0 0 15,0 0-15,0 0 0,0 0 0,0 0 0,0 0 16,0 0-16,0 0 0,0 0 0,0 24 0,0-24 16,0 0-16,0 0 0,-24 25 0,24-25 0,0 25 15,0-25-15,-25 0 0,25 25 0,0-25 0,0 25 0,-25-25 0,25 24 16,0-24-16,-25 0 0,25 25 0,0-25 0,0 0 15,-25 25-15,25-25 0,0 0 0,0 0 0,-24 25 16,24-25-16,0 0 0,0 0 0,0 0 0,-25 0 0,25 0 16,0 0-16,-25 0 0,25 0 0,0-25 0,0 25 15,-25 0-15,25-25 0</inkml:trace>
  <inkml:trace contextRef="#ctx0" brushRef="#br0" timeOffset="20202.1554">18479 3547 0,'0'0'0,"0"0"0,0 0 0,0 0 16,0 0-16,0 0 0,0 0 0,0 0 0,0 0 0,25 0 15,-25 0-15,0 0 0,0 0 0,25 0 0,-25 0 0,25 0 16,-25 0-16,25 0 0,-25 0 0,25 0 0,-1 25 15,-24-25-15,25 0 0,0 0 0,-25 0 0,25 0 16,0 25-16,-25-25 0,24 0 0,-24 0 0,25 24 0,-25-24 16,25 0-16,-25 0 0,25 25 0,-25-25 0,25 0 15,-25 0-15,24 0 0</inkml:trace>
  <inkml:trace contextRef="#ctx0" brushRef="#br0" timeOffset="20601.1783">19050 3473 0,'0'-25'15,"0"25"-15,-25 0 0,25 0 0,0 0 0,0 0 16,0 0-16,0 0 0,0 0 0,0 0 0,0 0 16,0 0-16,0 0 0,0 0 0,25 0 0,-25 25 0,0-25 15,0 0-15,0 24 0,25-24 0,-25 25 0,0-25 16,0 25-16,25-25 0,-25 0 0,0 25 0,0-25 0,0 25 15,24-25-15,-24 24 0,0-24 0,0 0 0,0 25 0,0-25 16,0 0-16,0 25 0,0-25 0,0 0 0,0 0 16,0 0-16,0 0 0,0 0 0,0 0 0,0 0 15,0 0-15,0 0 0,0 0 0,0 0 0,0 0 0,0 0 16,0 0-16,0 0 0,0-25 0,0 25 0,0 0 15,0 0-15,0-25 0,0 25 0,0 0 0,25-24 16,-25 24-16,0-25 0,0 25 0,25 0 0,-25-25 0,0 25 16,25-25-16,-25 25 0,25 0 0,-25-25 0,0 25 15,0 0-15,24 0 0,-24 0 0,0 0 0,25 0 0,-25 0 16,0 0-16,0 0 0,25 25 0,-25-25 0,0 0 15,0 0-15,0 25 0,0-25 0,0 0 0,25 25 16,-25-25-16,0 25 0,0-25 0,0 0 0,0 24 0,0-24 16,0 0-16,0 25 0,0-25 0,0 0 0,0 25 15,0-25-15,0 0 0,0 0 0,0 25 0,0-25 0</inkml:trace>
  <inkml:trace contextRef="#ctx0" brushRef="#br0" timeOffset="22147.2668">3646 4688 0,'0'0'0,"-25"0"0,25 0 0,0 0 0,0 0 16,0 0-16,0 0 0,0 0 0,0 25 0,-24-25 15,24 0-15,0 0 0,0 0 0,0 0 0,0 0 0,0 0 16,0 25-16,0-25 0,-25 0 0,25 0 0,0 24 15,0-24-15,0 0 0,0 25 0,0-25 0,-25 25 0,25-25 16,0 25-16,0-25 0,0 25 0,-25-25 0,25 25 16,0-1-16,0-24 0,0 25 0,-25 0 0,25-25 0,0 25 15,0 0-15,0-25 0,-24 24 0,24 1 0,0-25 16,0 25-16,-25-25 0,25 25 0,0-25 0,-25 0 15,25 25-15,0-25 0,-25 0 0,25 24 0,0-24 0,0 0 16,0 0-16,-25 0 0,25 0 0,0-24 0,0 24 16,0 0-16,0 0 0,0-25 0,0 0 0,0 25 0,0-25 15</inkml:trace>
  <inkml:trace contextRef="#ctx0" brushRef="#br0" timeOffset="22701.2985">3349 4738 0,'0'-25'0,"0"25"0,0 0 16,0 0-16,0 0 0,0 0 0,0 0 0,0 0 15,0 0-15,0 0 0,0 0 0,0 0 0,0 0 0,0 0 16,0 0-16,0 0 0,0 25 0,24-25 0,-24 0 16,0 0-16,0 24 0,0-24 0,25 0 0,-25 25 0,0-25 15,25 25-15,-25-25 0,0 25 0,0 0 0,25-25 16,-25 25-16,0-25 0,0 24 0,0 1 0,0-25 0,0 25 15,25-25-15,-25 25 0,0-25 0,0 0 0,0 25 16,24-25-16,-24 24 0,0-24 0,0 0 0,0 25 16,25-25-16,-25 0 0,0 25 0,25-25 0,-25 0 0,0 0 15,25 0-15,-25 25 0,0-25 0,25 0 0,-25 0 0,24-25 16,-24 25-16,25 0 0,-25 0 0,25 0 0,-25 0 15,25-25-15,0 25 0,-25 0 0,25-25 0,-25 25 16,24-24-16,-24 24 0,0 0 0,25-25 0,-25 25 0,25 0 16,-25-25-16,25 25 0,-25 0 0,0-25 0,0 25 15,0 0-15,0 0 0,0 0 0,0-25 0,0 25 16,0 0-16,0 0 0,0 0 0,0-24 0,0 24 0,0 0 15,0 0-15,0 0 0,0-25 0,0 25 0,-25 0 16,25 0-16,0 0 0,0-25 0,0 25 0,-25 0 16,25 0-16,0 0 0,0 0 0,0 0 0,-25 0 0,25 0 15,0 0-15,0 0 0,-24 0 0,24 0 0,0 0 0,0 0 16,-25 0-16,25 0 0,0 25 0,0-25 0,0 0 15,0 0-15,0 25 0,0-25 0,0 0 0,0 0 16,0 24-16,25-24 0,-25 0 0,0 25 0,0-25 0,24 25 16,-24-25-16,0 25 0,0-25 0,25 25 0,-25-25 15,0 24-15,0-24 0,25 25 0,-25-25 0,0 0 0,25 25 16,-25-25-16,0 0 0,0 25 0,25-25 0,-25 0 15,0 0-15,24 0 0,-24 0 0,25 0 0,-25 0 0,0 0 16,25-25-16,0 25 0,-25-25 0,0 25 0,25-25 16,-1 25-16,-24-24 0,25 24 0,-25-25 0,25 0 15,-25 25-15,25-25 0,-25 0 0</inkml:trace>
  <inkml:trace contextRef="#ctx0" brushRef="#br0" timeOffset="22920.3108">4217 4514 0,'0'0'15,"0"0"-15,0 0 0,0 0 0,0 0 0,0 0 0,-25 0 16,25 0-16,0 25 0,0-25 0,0 25 0,0-25 15,0 25-15,0-25 0,0 25 0,0-1 0,0 1 0,0-25 16,0 25-16,0 0 0,0 0 0,0-1 0,0 1 16,0-25-16,0 25 0,25 0 0,-25 0 0,0-25 15,0 25-15,0-1 0,0-24 0,0 25 0,0-25 0,0 25 16,25-25-16,-25 25 0,0-25 0,-25 0 0,25 25 15,0-25-15,0 0 0,0 0 0,0 24 0,0-24 0,-25 0 16,25 0-16,0 0 0,0 0 0,0 0 0,0 0 16,0 0-16,-25-24 0,25 24 0</inkml:trace>
  <inkml:trace contextRef="#ctx0" brushRef="#br0" timeOffset="23056.3188">4093 4936 0,'0'0'0,"0"0"15,0 0-15,0 0 0,-25 0 0,25 0 0,25 0 0,-25-25 16,0 25-16,0 0 0,0 0 0,0 0 0,25 0 16,-25 0-16,0 0 0,24 0 0,-24-24 0,25 24 15,-25 0-15,0 0 0,25 0 0,-25-25 0,25 25 0,-25 0 16,0 0-16,0 0 0,25-25 0,-25 25 0,0 0 15,0 0-15,0 0 0,0-25 0,0 25 0,0 0 0,0 0 16</inkml:trace>
  <inkml:trace contextRef="#ctx0" brushRef="#br0" timeOffset="23238.3291">3894 4465 0,'0'0'0,"0"0"0,0 0 15,-24 0-15,24 0 0,0 0 0,0 0 0,0 0 16,0 0-16,0 0 0,-25 25 0,25-25 0,0 0 15,0 24-15,0-24 0,0 25 0,0-25 0,0 25 0,0 0 16,0-25-16,0 25 0,0-1 0,0-24 0,-25 25 16,25 0-16,25 0 0,-25-25 0,0 25 0,0-25 0</inkml:trace>
  <inkml:trace contextRef="#ctx0" brushRef="#br0" timeOffset="24874.4227">6524 4291 0,'0'0'0,"0"0"0,-25 0 0,25-25 0,0 25 15,0 0-15,0 0 0,0 0 0,0 0 0,0 0 16,0 0-16,0 0 0,0 0 0,0 0 0,0 0 0,0 0 15,0 0-15,0 0 0,0 0 0,0 0 0,0 0 0,0 25 16,0-25-16,0 25 0,0-25 0,0 25 0,0-25 16,0 25-16,0-1 0,0-24 0,0 25 0,25 0 15,-25 0-15,0 0 0,0-1 0,0-24 0,0 25 16,0 0-16,0 0 0,0 0 0,0-1 0,0 1 0,0 0 15,0 0-15,0 0 0,0-1 0,0 1 0,0 0 0,0 0 16,0 0-16,0-25 0,0 25 0,-25-1 0,25 1 16,0-25-16,0 25 0,0-25 0,0 25 0,0-25 0,0 0 15,0 25-15,0-25 0,0 0 0,0 0 0,0 24 16,0-24-16,0 0 0,0 0 0,0 0 0,0 0 15,0 0-15,0 0 0,0 0 0,0-24 0,0 24 0,0 0 16,0-25-16,0 25 0,0 0 0,0-25 0,0 25 16,25-25-16,-25 25 0,0-25 0,0 25 0</inkml:trace>
  <inkml:trace contextRef="#ctx0" brushRef="#br0" timeOffset="25818.4767">7268 4514 0,'0'0'0,"0"0"0,25-24 0,-25 24 15,0 0-15,0 0 0,0 0 0,0 0 0,0 0 16,0 0-16,0 0 0,0 0 0,0 0 0,0 0 15,0 0-15,0 0 0,0 0 0,0 0 0,0 0 0,0 0 16,0 0-16,0 0 0,0 0 0,0 0 0,0 0 16,0 0-16,-25 0 0,25 0 0,0 0 0,0 0 0,0 24 15,0-24-15,0 0 0,-25 25 0,25-25 0,0 0 16,0 25-16,-25 0 0,25-25 0,0 25 0,-25-1 0,25-24 15,0 25-15,0 0 0,-24 0 0,24 0 0,0-25 16,-25 24-16,25 1 0,0-25 0,0 25 0,0 0 16,-25-25-16,25 25 0,0-25 0,0 25 0,0-25 0,-25 24 15,25-24-15,0 0 0,0 25 0,0-25 0,0 0 16,0 0-16,0 0 0,0 0 0,0 0 0,0 25 0,0-25 15,0 0-15,0 0 0,0-25 0,0 25 0,0 0 16,0 0-16,0 0 0,0 0 0,0-25 0,0 25 0,0 0 16,0-24-16,0 24 0,0-25 0,25 0 0,-25 25 15,0-25-15,0 0 0</inkml:trace>
  <inkml:trace contextRef="#ctx0" brushRef="#br0" timeOffset="26106.4932">7268 4440 0,'0'0'0,"0"0"0,0 0 16,25 0-16,-25 0 0,0 0 0,0 0 0,0 0 0,0 0 15,0 0-15,0 0 0,0 25 0,0-25 0,0 0 16,24 0-16,-24 25 0,0-25 0,0 0 0,25 24 0,-25-24 16,0 25-16,0-25 0,0 25 0,25 0 0,-25-25 15,0 25-15,0-25 0,0 24 0,25 1 0,-25-25 16,0 25-16,0 0 0,25-25 0,-25 25 0,0-1 0,0-24 15,0 25-15,0-25 0,24 25 0,-24-25 0,0 25 16,0-25-16,0 25 0,0-25 0,25 0 0,-25 25 16,0-25-16,0 0 0,0 0 0,0 24 0,0-24 0,0 0 15,0 0-15,0 0 0,0 0 0,0 25 0,0-25 16,0 0-16,0 0 0,0 0 0,0 0 0,0-25 0,0 25 15,0 0-15,0 0 0,0 0 0,-25 0 0,25-24 16,0 24-16,0 0 0,-24 0 0,24-25 0,0 25 0</inkml:trace>
  <inkml:trace contextRef="#ctx0" brushRef="#br0" timeOffset="26286.5035">7218 4738 0,'0'0'0,"0"0"0,0 0 16,0 0-16,0 0 0,0-25 0,0 25 0,0 0 15,0 0-15,0 0 0,0 0 0,0 0 0,25 0 16,-25 0-16,0 0 0,25 0 0,-25 0 0,0 0 0,25 0 15,-25 0-15,24 0 0,-24 0 0,25 0 0,-25 0 16,0 0-16,25 0 0,-25 0 0,25 0 0,0 0 0,-25 25 16,24-25-16,1 0 0,0 0 0,-25 0 0,25 0 15,0 0-15,-1 0 0</inkml:trace>
  <inkml:trace contextRef="#ctx0" brushRef="#br0" timeOffset="26488.5151">7838 4762 0,'0'0'0,"0"0"0,0 0 15,0 0-15,0 0 0,0 0 0,0 0 0,0 0 0,0 0 16,25 0-16,-25 0 0,0 0 0,25 0 0,-25 0 16,0 0-16,25 0 0,-25 0 0,24 0 0,-24 0 15,25 0-15,0 0 0,-25 0 0,25 0 0,0 0 16,0 0-16,-25 0 0,24 0 0,1 0 0,0 0 0,0 0 15,0 0-15,-1 0 0,1 0 0,0 0 0,0 0 0,0 0 16,-1 0-16</inkml:trace>
  <inkml:trace contextRef="#ctx0" brushRef="#br0" timeOffset="27037.5465">9302 4490 0,'0'0'15,"0"0"-15,0 0 0,0 0 0,-25 0 0,25 0 0,0 0 16,0 0-16,0 0 0,0 0 0,0 0 0,-25 0 16,25 0-16,0 24 0,0-24 0,-25 0 0,25 25 0,0-25 15,0 0-15,-24 25 0,24 0 0,0-25 0,0 25 16,-25-1-16,25 1 0,0-25 0,0 25 0,0 0 15,-25 0-15,25-25 0,0 24 0,0 1 0,-25-25 16,25 25-16,0-25 0,0 25 0,0-25 0,0 25 0,0-25 16,0 25-16,-25-25 0,25 24 0,0-24 0,0 0 0,0 0 15,0 25-15,0-25 0,0 0 0,0 0 0,0 0 16,0 0-16,0 0 0,0 0 0,0 0 0,0 0 0,0 0 15,0 0-15,0-25 0,0 25 0,0 0 0,0-24 16,0 24-16,0 0 0</inkml:trace>
  <inkml:trace contextRef="#ctx0" brushRef="#br0" timeOffset="27220.5569">9153 4738 0,'0'0'0,"25"0"15,-25 0-15,0 0 0,0 0 0,0 0 0,0 0 0,0 24 16,0-24-16,25 0 0,-25 0 0,0 0 0,0 0 16,24 0-16,-24 0 0,0 0 0,25 25 0,-25-25 0,25 0 15,-25 0-15,0 0 0,25 0 0,-25 25 0,25-25 16,-25 0-16,24 0 0,-24 0 0,25 25 0,-25-25 0,25 0 15,-25 0-15,25 25 0,-25-25 0,25 0 0,-1 0 16,-24 0-16,25 25 0,-25-25 0,25 0 0,0 0 16,-25 0-16,25 0 0,-1 0 0,-24 0 0,25 0 0,0 0 15,-25 0-15</inkml:trace>
  <inkml:trace contextRef="#ctx0" brushRef="#br0" timeOffset="27606.579">10220 4490 0,'0'0'0,"0"0"0,0 0 0,0 0 16,0 0-16,0 0 0,0 0 0,0 0 0,-25 0 0,25 0 16,0 0-16,0 0 0,0 0 0,0 0 0,0 0 15,0 0-15,0 0 0,0 0 0,0 0 0,25 0 16,-25 24-16,0-24 0,0 0 0,0 25 0,0-25 0,0 0 15,0 25-15,0-25 0,24 25 0,-24-25 0,0 25 16,0-1-16,0-24 0,0 25 0,0-25 0,0 25 0,0 0 16,0-25-16,0 25 0,0-1 0,0-24 0,0 25 15,0-25-15,0 25 0,0 0 0,0-25 0,0 0 16,0 25-16,0-25 0,0 25 0,0-25 0,0 0 0,0 24 15,0-24-15,0 0 0,0 0 0,0 25 0,0-25 16,0 0-16,0 0 0,0 0 0,0 0 0,0 0 0,0-25 16,0 25-16,0 0 0,0 0 0,0-24 0,0 24 15</inkml:trace>
  <inkml:trace contextRef="#ctx0" brushRef="#br0" timeOffset="27853.5931">10096 4390 0,'0'0'15,"0"0"-15,0 0 0,-25 0 0,25 0 0,0 0 16,0 0-16,0-24 0,0 24 0,0 0 0,0 0 0,0 0 16,0 0-16,25 0 0,-25 0 0,24 0 0,-24 0 15,25 0-15,-25-25 0,25 25 0,-25 0 0,25 0 16,0 0-16,-25 0 0,24 0 0,1 0 0,-25 0 0,25 0 15,0 0-15,-25 25 0,25-25 0,-25 0 0,0 0 16,24 24-16,-24-24 0,25 0 0,-25 25 0,0-25 0,0 25 16,0-25-16,25 25 0,-25-25 0,0 25 0,0-25 15,0 24-15,0 1 0,-25-25 0,25 25 0,0 0 0</inkml:trace>
  <inkml:trace contextRef="#ctx0" brushRef="#br0" timeOffset="28074.6058">10120 5060 0,'0'0'0,"0"0"0,0 0 0,0 0 0,0 0 0,0 0 16,0 0-16,0 0 0,0 0 0,0 0 0,0 0 16,0 0-16,25 0 0,-25 25 0,0-25 0,0 0 15,25 0-15,-25 0 0,25 0 0,-25 0 0,25 0 0,-25 0 16,24 0-16,1-25 0,0 25 0,-25 0 0,25 0 15,0 0-15,-1 0 0,1 0 0,0 0 0,0 0 16,0 0-16,-1 0 0,-24 0 0,25 0 0,0 0 0,0 0 16,0-25-16,-25 25 0,24 0 0,1 0 0,-25 0 0</inkml:trace>
  <inkml:trace contextRef="#ctx0" brushRef="#br0" timeOffset="28546.6328">10889 4242 0,'0'0'0,"-25"0"0,25 0 0,0 0 15,0 0-15,0-25 0,0 25 0,0 0 0,0 0 16,0 0-16,0 0 0,0 0 0,0 0 0,0 0 0,0 0 15,0 0-15,0 25 0,0-25 0,25 0 0,-25 24 16,0-24-16,0 25 0,25 0 0,-25-25 0,0 25 16,0 0-16,25-1 0,-25 1 0,0 0 0,0 0 0,25 0 15,-25-1-15,0 1 0,0 0 0,0 0 0,0 0 16,24-1-16,-24 1 0,0 0 0,0 0 0,0 0 0,0-1 15,0 1-15,0-25 0,0 25 0,0 0 0,25-25 16,-25 25-16,0 0 0,0-25 0,0 0 0,0 24 0,0-24 16,25 0-16,-25 0 0,0 25 0,0-25 0,0 0 15,0 0-15</inkml:trace>
  <inkml:trace contextRef="#ctx0" brushRef="#br0" timeOffset="28956.6562">12055 4862 0,'0'0'0,"0"0"15,0 0-15,0 0 0,0 0 0,0 0 0,0 0 16,0 0-16,0 0 0,0 0 0,0 0 0,0 0 0,25 0 15,-25 0-15,0 0 0,25 0 0,-1 0 16,-24 0-16,25 0 0,0 0 0,-25 0 0,25 0 0,0 25 0,-25-25 16,25 0-16,-1 0 0,-24 0 0,25 0 0,-25 0 15,25 24-15,-25-24 0,0 0 0,0 0 0,0 0 16,0 0-16,0 25 0,0-25 0</inkml:trace>
  <inkml:trace contextRef="#ctx0" brushRef="#br0" timeOffset="29135.6665">12105 5159 0,'-25'25'0,"25"-25"0,0 0 15,0 0-15,0 0 0,0 0 0,0 0 0,0 0 16,25 0-16,-25 0 0,0 0 0,24 0 0,-24 0 16,25-25-16,-25 25 0,25 0 0,0 0 0,0 0 0,0 0 15,-25 0-15,24-24 0,1 24 0,0 0 0,0 0 16,0 0-16,-1 0 0,1 0 0,0 0 0,0 0 0,0 0 15,-1-25-15,1 25 0,0 0 0,0 0 0,-25 0 16</inkml:trace>
  <inkml:trace contextRef="#ctx0" brushRef="#br0" timeOffset="29538.6894">13122 4663 0,'-25'0'0,"25"-25"0,0 25 0,-25 0 0,25-24 0,0 24 15,0 0-15,-25 0 0,25-25 0,0 25 0,0 0 16,0 0-16,-25 0 0,25 0 0,0 0 0,0 0 16,0 0-16,0 0 0,0 25 0,-24-25 0,24 0 0,0 24 15,0-24-15,0 25 0,0-25 0,-25 25 0,25 0 0,0-25 16,0 25-16,0-1 0,0 1 0,0 0 0,0 0 15,0 0-15,0 0 0,0-1 0,0 1 0,0 0 16,0 0-16,0 0 0,0-25 0,0 24 0,25 1 0,-25 0 16,0 0-16,24-25 0,-24 25 0,25-25 0,-25 24 0,25-24 15,-25 0-15,25 0 0,0 0 0,-25 0 0,24-24 16,1 24-16,-25-25 0,25 25 0,0-25 0,-25 0 15,25 25-15,-25-25 0,25 1 0,-25-1 0,24 0 16,-24 0-16,0 0 0,0 1 0,0-1 0,0 0 0,0 0 16,0 0-16,0 0 0,0 25 0,0-24 0,-24-1 15,24 25-15,0-25 0,0 25 0,-25-25 0,25 25 0,0 0 16,0 0-16,0-25 0,-25 25 0,25 0 0,0 0 15,0 25-15,0-25 0,0 0 0,-25 0 0,25 0 16,0 0-16,0 0 0,0 0 0,0 0 0,0 25 0</inkml:trace>
  <inkml:trace contextRef="#ctx0" brushRef="#br0" timeOffset="30015.7168">14660 5011 0,'0'0'0,"0"0"0,0 0 0,0 0 16,0 0-16,0 0 0,-25 0 0,25 0 0,0 0 0,0 0 15,0 0-15,0 0 0,0 0 0,0 0 0,0 0 0,0 0 16,0 0-16,0 0 0,25 0 0,-25 0 0,0 0 15,0 0-15,0 0 0,0 0 0,24 0 0,-24 0 16,0 0-16,0 0 0,0 0 0,25 0 0,-25 0 0,0 0 16,0 0-16</inkml:trace>
  <inkml:trace contextRef="#ctx0" brushRef="#br0" timeOffset="30833.7636">16098 4390 0,'0'-24'0,"0"24"0,0-25 16,-25 25-16,25 0 0,0-25 0,0 25 0,0 0 0,0-25 15,-24 25-15,24 0 0,0 0 0,0 0 0,0 0 16,-25-25-16,25 25 0,0 0 0,0 0 0,-25 0 0,25 0 16,0 0-16,0 0 0,-25 0 0,25 0 0,-25 0 15,25 25-15,0-25 0,-24 0 0,24 0 0,-25 25 16,25-25-16,0 0 0,-25 25 0,25-25 0,-25 25 0,25-25 15,-25 24-15,25-24 0,0 25 0,0 0 0,-24-25 16,24 25-16,0 0 0,0-1 0,0 1 0,0 0 16,0 0-16,0 0 0,0-1 0,0 1 0,0 0 0,0 0 15,24 0-15,-24-1 0,0 1 0,25-25 0,-25 25 16,0 0-16,25-25 0,-25 25 0,25 0 0,-25-25 15,25 24-15,-25-24 0,0 0 0,24 25 0,-24-25 0,0 0 16,25 0-16,-25 0 0,0 0 0,0 0 0,25 0 0,-25 0 16,0 0-16,25 0 0,-25 0 0,0-25 0,0 25 15,25 0-15,-25 0 0,0-24 0,0 24 0,0-25 16,24 25-16,-24-25 0,0 25 0,0-25 0,0 25 0,0-25 15,0 25-15,0-25 0,0 25 0,0-24 0,0 24 16,0-25-16,0 25 0,0 0 0,0-25 0,0 25 0,0 0 16,0-25-16,0 25 0,0 0 0,0 0 0,0 0 15,0 0-15,0 0 0,25 0 0,-25 0 0,0 25 16,0-25-16,0 0 0,0 25 0,0-25 0,0 0 0,0 25 15,0-25-15,0 24 0,25-24 0,-25 25 0,0 0 16,0-25-16,0 25 0,0-25 0,0 25 16,0-25-16,0 25 0,0-25 0,0 0 0,0 24 0,0-24 0,0 0 15,0 25-15,0-25 0,0 0 0,0 0 0,0 0 16,0 0-16,0 0 0,0 0 0,0 0 0,0 0 0</inkml:trace>
  <inkml:trace contextRef="#ctx0" brushRef="#br0" timeOffset="31082.7778">16073 4713 0,'25'0'0,"-25"0"0,0-25 0,0 25 0,0 0 0,25 0 16,-25-25-16,0 25 0,25 0 0,-25 0 0,0 0 0,25 0 16,-25 0-16,0 0 0,0 0 0,24 0 0,-24 0 15,0 0-15,0 0 0,25 25 0,-25-25 0,0 0 16,0 25-16,0-25 0,25 25 0,-25-25 0,0 24 0,0-24 15,0 25-15,0 0 0,0-25 0,0 25 0,0-25 0,0 25 16,0-25-16,0 25 0,0-1 0,0-24 0,0 25 16,0-25-16,0 0 0,-25 25 0,25-25 0,0 0 15,0 25-15,0-25 0,0 0 0,0 0 0,0 0 0,25-25 16,-25 25-16,0 0 0,0-25 0,0 25 0,25-25 15,-25 25-15,25-24 0,-25 24 0,24-25 0</inkml:trace>
  <inkml:trace contextRef="#ctx0" brushRef="#br0" timeOffset="31203.7848">16520 4614 0,'0'0'0,"0"0"15,0 0-15,0 0 0,0 24 0,-25-24 0,25 0 0,0 0 16,0 0-16,0 0 0,0 0 0,0 25 0,0-25 16,0 0-16,0 0 0,0 25 0,0-25 0,25 0 15,-25 0-15,0 25 0,0-25 0</inkml:trace>
  <inkml:trace contextRef="#ctx0" brushRef="#br0" timeOffset="31876.8233">16694 4787 0,'-25'0'0,"25"0"0,0 0 16,0-25-16,0 25 0,0 0 0,-25 0 0,25-24 15,0 24-15,-25 0 0,25 0 0,-25-25 0,25 25 16,0 0-16,-24-25 0,24 25 0,-25 0 0,25 0 0,-25 0 16,25 0-16,0 0 0,-25 0 0,25 0 0,-25 0 15,25 0-15,0 0 0,-24 0 0,24 0 0,0 25 0,-25-25 16,25 25-16,0-25 0,0 0 0,0 24 0,0 1 15,-25-25-15,25 25 0,25-25 0,-25 25 0,0 0 0,0-25 16,0 25-16,0-1 0,0-24 0,25 25 0,-25-25 16,0 25-16,0 0 0,24-25 0,-24 25 0,0-25 0,25 0 15,-25 24-15,0-24 0,0 0 0,25 25 0,-25-25 16,0 0-16,25 0 0,-25 0 0,0 0 0,0 0 15,25 0-15,-25-25 0,0 25 0,24 0 0,-24 0 0,0-24 16,25 24-16,-25 0 0,0-25 0,0 25 0,25-25 0,-25 25 16,0-25-16,0 25 0,25 0 0,-25-25 0,0 25 15,0-24-15,0 24 0,0 0 0,0-25 0,0 25 16,0-25-16,0 25 0,0 0 0,0-25 0,0 25 0,0 0 15,0 0-15,0-25 0,0 25 0,0 0 0,0 0 16,0 0-16,0 0 0,0 0 0,0 0 0,0 0 16,0 0-16,0 0 0,0 0 0,0 0 0,0 0 15,0 0-15,0 0 0,0 25 0,0-25 0,0 0 0,0 0 16,0 25-16,0-25 0,0 25 0,0-25 0,0 0 0,0 25 15,0-25-15,0 24 0,0-24 0,0 25 0,0-25 16,0 25-16,0-25 0,0 25 0,25-25 0,-25 0 0,0 25 16,0-25-16,0 0 0,0 24 0,24-24 15,-24 0-15,0 0 0,0 0 0,0 0 0,25 25 0,-25-25 16,0 0-16,0 0 0,25-25 0,-25 25 0,0 0 0,25 0 15,-25 0-15,25-24 0,-25 24 0,0 0 0,24-25 16,-24 25-16,25 0 0,-25-25 0,0 25 0,25-25 16,-25 25-16,0-25 0,0 25 0,0-24 0,0 24 0,0-25 15,25 25-15,-25 0 0,0-25 0,0 25 0,0 0 16,0-25-16,-25 25 0,25 0 0,0 0 0,0 0 0,0 0 15,0 0-15,0 0 0,0 25 0,0-25 0,0 0 16,0 0-16,0 25 0,0-25 0,0 25 0,0-25 0,0 24 16,0-24-16,0 25 0,0-25 0,0 25 0,25-25 15,-25 25-15,0-25 0,0 0 0,0 25 0,0-25 16,0 0-16,0 24 0,0-24 0,0 0 0,0 0 0,0 0 15,0 0-15,0 0 0,0 0 0,0-24 0,0 24 16,0 0-16,0-25 0,25 25 0,-25 0 0</inkml:trace>
  <inkml:trace contextRef="#ctx0" brushRef="#br0" timeOffset="32079.8349">16818 4440 0,'0'0'15,"0"0"-15,0 0 0,0-25 0,24 25 0,-24 0 16,0 0-16,0 0 0,25 0 0,-25 0 0,0 25 0,25-25 15,-25 0-15,25 0 0,-25 0 0,0 0 0,25 0 16,-25 25-16,0-25 0,24 0 0,-24 25 0,0-25 0,0 24 16,0-24-16,-24 0 0,24 25 0,0-25 0,0 25 15,-25-25-15,25 25 0,-25-25 0,25 25 0,-25-25 0,0 24 16,25-24-16,-24 0 0,-1 25 0</inkml:trace>
  <inkml:trace contextRef="#ctx0" brushRef="#br0" timeOffset="32466.857">18157 4415 0,'0'-25'0,"-25"25"16,25 0-16,0 0 0,0 0 0,-25 0 0,25 0 0,0 0 15,-24 0-15,24 0 0,0 0 0,0 0 0,-25 25 16,25-25-16,0 25 0,0-25 0,0 25 0,-25-25 16,25 25-16,0-1 0,0 1 0,0-25 0,25 25 15,-25 0-15,0 0 0,0 24 0,0-24 0,0 0 0,25 0 16,-25-1-16,0 1 0,0 0 0,24 0 0,-24 0 0,0-25 15,0 25-15,0-1 0,0 1 0,0-25 0,25 25 16,-25 0-16,0-25 0,0 25 0,0-25 0,0 24 0,0-24 16,0 0-16,0 25 0,0-25 0,0 0 0,0 0 15,-25 0-15,25 0 0,0-25 0,0 25 0,-24 0 16,24-24-16,-25 24 0,25 0 0</inkml:trace>
  <inkml:trace contextRef="#ctx0" brushRef="#br0" timeOffset="32743.8729">18033 4837 0,'0'0'0,"0"0"15,0 0-15,25 0 0,-25-25 0,0 25 0,25 0 0,-25 0 16,24 0-16,-24-25 0,25 25 0,0 0 0,-25 0 15,25-25-15,0 25 0,-25 0 0,24 0 0,-24 0 16,25-24-16,0 24 0,-25 0 0,25 0 0,-25 0 0,0 0 16,25 0-16,-25 24 0,0-24 0,0 0 15,24 0-15,-24 25 0,0-25 0,0 0 0,0 25 0,0 0 16,0-25-16,0 25 0,-24-25 0,24 25 0,0-1 0,0-24 15,0 25-15,0-25 0,0 25 0,0 0 0,0-25 16,0 25-16,0-25 0,0 24 0,0-24 0,0 0 16,0 25-16,0-25 0,0 0 0,24 25 0,-24-25 0,0 0 15,0 0-15,25 0 0,-25 0 0,0 0 0,25 0 0,-25 0 16,25 0-16,-25 0 0,25 0 0,-25-25 0,24 25 15,-24 0-15,25-25 0,-25 25 0,0-24 0,25 24 16,-25-25-16,0 25 0,0-25 0,25 0 0,-25 25 0,0-25 16,0 1-16</inkml:trace>
  <inkml:trace contextRef="#ctx0" brushRef="#br0" timeOffset="33284.9038">18529 4787 0,'0'-25'0,"0"25"16,0-24-16,0 24 0,0-25 0,0 25 0,-25 0 0,25 0 15,0 0-15,0 0 0,0 0 0,0 0 0,25 0 16,-25 0-16,0 0 0,0 25 0,0-25 0,0 0 0,0 24 16,25-24-16,-25 25 0,0-25 0,0 25 0,0-25 15,25 25-15,-25-25 0,0 25 0,0 0 0,0-25 0,0 24 16,0 1-16,0-25 0,0 25 0,0-25 0,0 25 15,0-25-15,0 25 0,25-25 0,-25 24 0,0-24 16,0 0-16,0 25 0,0-25 0,-25 0 0,25 0 0,0 0 16,0 0-16,0 25 0,0-25 0,0 0 0,0 0 15,0 0-15,0 0 0,0 0 0,0-25 0,0 25 0,0 0 16,0 0-16,0-25 0,0 25 0,0 0 0,0-24 15,0 24-15,0-25 0,0 25 0,0-25 0,25 0 0,-25 25 16,0-25-16,0 1 0,0 24 0,0-25 0,0 0 16,0 25-16,24-25 0,-24 25 0,0 0 0,0 0 15,0-25-15,25 25 0,-25 0 0,0 0 0,0 0 0,25 0 16,-25 25-16,0-25 0,0 0 0,25 0 0,-25 25 15,0-25-15,0 25 0,25-25 0,-25 25 0,0-25 16,0 24-16,24-24 0,-24 25 0,0-25 0,0 25 0,0-25 16,25 0-16,-25 25 0,0-25 0,0 25 0,0-25 15,0 0-15,0 24 0,0-24 0,0 0 0,0 25 0,0-25 16,0 0-16,0 0 0,0 0 0,0 0 0,0 0 15,0 0-15,25 0 0,-25 0 0,0 0 0,0 0 0,0-25 16,0 25-16,0 0 0,0 0 0,0-24 0,0 24 16,25-25-16,-25 25 0,0-25 0,25 25 0,-25-25 15,0 0-15,0 25 0,24-24 0,-24 24 0,0 0 0,25-25 16,-25 25-16,0-25 0,0 25 0,0 0 0,25 0 0,-25 0 15,0 0-15,0 0 0,0 0 0,25 0 0,-25 0 16,0 0-16,0 0 0,0 0 0,25 25 0,-25-25 16,0 25-16,0-25 0,0 24 0,0-24 0,0 25 0,24-25 15,-24 0-15,0 25 0,0-25 0,0 25 0,0-25 16,0 25-16,0-25 0,0 0 0,25 0 0,-25 24 0,0-24 15,0 0-15,0 0 0,0 0 0,0 0 0,0 0 16,0 0-16,0 0 0,0-24 0,-25 24 0,25-25 16</inkml:trace>
  <inkml:trace contextRef="#ctx0" brushRef="#br0" timeOffset="33468.9143">18703 4514 0,'-25'0'0,"25"0"0,0 0 0,0-24 0,0 24 0,0 0 15,0 0-15,0 0 0,0 0 0,25 0 0,-25 0 16,0 0-16,25 0 0,-1 0 0,-24 0 0,25-25 15,0 25-15,0 0 0,0 0 0,-1 0 0,1 0 0,0 0 16,0 0-16,0 0 0,-1 25 0,1-25 0,0 0 16,0 0-16,0 0 0,-1 24 0,-24-24 0,25 0 0,0 0 15,-25 25-15,25-25 0,-25 0 0,25 0 0</inkml:trace>
  <inkml:trace contextRef="#ctx0" brushRef="#br0" timeOffset="33768.9315">20117 4465 0,'-25'0'0,"25"0"0,0 25 0,0-25 15,-25 0-15,25 0 0,0 0 0,0 24 0,-25-24 16,25 0-16,0 25 0,-25 0 0,25-25 0,0 25 16,0 0-16,-24-1 0,24-24 0,0 25 0,0 0 0,0 0 15,-25 0-15,25-1 0,0 1 0,0 0 0,-25-25 16,25 25-16,0 0 0,0 0 0,0-25 0,-25 24 0,25-24 15,0 25-15,0 0 0,-25-25 0,25 0 0,0 25 16,0-25-16,0 0 0,-24 0 0,24 25 0,0-25 16,0 0-16,0 0 0,0-25 0,0 25 0,0 0 0,0 0 15</inkml:trace>
  <inkml:trace contextRef="#ctx0" brushRef="#br0" timeOffset="33892.9386">19968 4837 0,'0'0'0,"0"0"0,25-25 16,-25 25-16,0 0 0,24 0 0,-24 0 0,0 0 0,25 0 16,-25 0-16,25 0 0,-25 0 0,25 0 0,-25 25 15,25-25-15,-25 0 0,24 0 0,1 0 0,-25 25 0,25-25 16,0 0-16,0 0 0,-25 25 0,24-25 0,1 0 15,-25 0-15,25 24 0,-25-24 0,25 0 0</inkml:trace>
  <inkml:trace contextRef="#ctx0" brushRef="#br0" timeOffset="34789.9899">21431 4415 0,'0'0'0,"0"0"0,0 0 0,-25 0 0,25 0 0,0 0 15,0 0-15,0 0 0,0 0 0,0 0 0,0 0 0,0 0 16,0 0-16,0 0 0,0 0 0,0 25 0,0-25 16,0 0-16,0 25 0,25-25 0,-25 25 0,0-1 15,0-24-15,0 25 0,0 0 0,0 0 0,0 0 0,0-1 16,0 1-16,0 0 0,0 0 0,25 0 0,-25-1 15,0 1-15,0 0 0,0 0 0,0 0 0,0 0 0,0-1 16,0-24-16,0 25 0,0 0 0,0-25 0,0 25 16,-25-25-16,25 25 0,0-25 0,0 24 0,0-24 15,0 0-15,0 0 0,0 0 0,0 0 0,0 0 0,-25 0 16,25 0-16,0-24 0,0 24 0,0 0 0,0-25 15,-24 25-15</inkml:trace>
  <inkml:trace contextRef="#ctx0" brushRef="#br0" timeOffset="34923.9975">21332 4812 0,'0'-25'0,"0"25"0,0 0 0,0 0 16,25 0-16,-25 0 0,0 0 0,0 0 0,0 0 15,25 0-15,-25-25 0,0 25 0,24 0 0,1 0 0,-25 0 16,25 0-16,0 0 0,-25 0 0,25-24 0,-1 24 16,1 0-16,0 0 0,0 0 0,-25-25 0,25 25 15,-1 0-15,-24-25 0,25 25 0,0-25 0,-25 25 0,25-25 16</inkml:trace>
  <inkml:trace contextRef="#ctx0" brushRef="#br0" timeOffset="35547.0332">21779 4341 0,'0'-25'0,"0"25"0,0 0 0,0 0 0,0 0 15,0 0-15,-25 0 0,25 0 0,0 0 0,0 0 0,0 0 16,0 25-16,0-25 0,25 0 0,-25 0 16,0 25-16,0-25 0,0 24 0,0 1 0,0-25 0,0 25 15,24 0-15,-24 0 0,0-1 0,0 1 0,0 0 0,0 0 16,0 0-16,0-25 0,0 24 0,0 1 0,0 0 15,0 0-15,0 0 0,0-1 0,0-24 0,0 25 0,0 0 16,0-25-16,0 25 0,0-25 0,0 25 0,0-25 16,0 25-16,0-25 0,0 0 0,0 0 0,0 0 0,0 24 15,0-24-15,0 0 0,0 0 0,0 0 0,0 0 16,0 0-16,0 0 0,0-24 0,0 24 0,0 0 15,0 0-15,0-25 0,0 25 0,25 0 0,-25-25 0,0 25 16,0-25-16,25 25 0,-25 0 0,0-25 0,0 25 16,25-25-16,-25 25 0,0-24 0,25-1 0,-25 25 15,0 0-15,0-25 0,0 25 0,24-25 0,-24 25 0,0 0 16,0 0-16,0-25 0,0 25 0,0 0 0,0 0 15,0 0-15,25 0 0,-25 25 0,0-25 0,0 0 0,0 0 16,0 25-16,0-25 0,0 0 0,0 25 0,0-25 16,0 25-16,0-25 0,0 24 0,0-24 0,0 25 0,0-25 15,0 0-15,0 25 0,0-25 0,0 25 0,0-25 16,0 0-16,0 25 0,0-25 0,0 0 0,25 25 0,-25-25 15,0 0-15,0 0 0,0 24 0,0-24 0,0 0 16,25 0-16,-25 0 0,0 0 0,0 0 0,0 0 16,0 0-16,25 0 0,-25-24 0,0 24 0,0 0 0,0 0 15,0 0-15,24-25 0,-24 25 0,0 0 0,0-25 16,25 25-16,-25 0 0,0-25 0,0 25 0,0-25 15,0 25-15,0-25 0,25 25 0,-25 0 0,0-24 0,0 24 16,0 0-16,0 0 0,0-25 0,0 25 0,0 0 16,0 0-16,0 25 0,0-25 0,0 0 0,0 0 15,0 0-15,0 24 0,0-24 0,0 25 0,25-25 0,-25 0 16,0 25-16,0-25 0,0 25 0,0-25 0,0 25 0,0-25 15,0 25-15,0-25 0,0 24 0,0-24 0,0 0 16,0 25-16,0-25 0,0 0 0,0 0 0,0 0 16,0 0-16,0 0 0,0 0 0,25 0 0,-25 0 0,0-25 15,0 25-15,24 0 0,-24-24 0,0 24 0,0 0 16</inkml:trace>
  <inkml:trace contextRef="#ctx0" brushRef="#br0" timeOffset="35721.043">22151 4390 0,'0'0'0,"0"0"0,0 0 0,0 0 0,0 0 0,0 0 15,0 0-15,0 0 0,0 0 0,0 0 0,24 0 16,-24 0-16,25 0 0,-25 0 0,25 0 0,0 0 16,0 0-16,-25 0 0,24 0 0,1 0 0,0 0 15,0 0-15,-25 0 0,25 0 0,-1 0 0,1 0 0,-25 0 0,25 0 16,0 0-16,-25 0 0,25 0 0,-25 0 0,24 0 15</inkml:trace>
  <inkml:trace contextRef="#ctx0" brushRef="#br0" timeOffset="36026.0606">23391 4415 0,'0'0'15,"0"0"-15,-25 0 0,25 0 0,0 0 0,0 0 16,0 0-16,0 0 0,0 0 0,-25 0 0,25 0 0,0 0 16,0 0-16,0 0 0,0 25 0,0-25 0,0 25 15,0-25-15,0 25 0,-25-1 0,25-24 0,0 25 0,0 0 16,-24 0-16,24 0 0,0-1 0,-25 1 0,25 0 15,0-25-15,-25 25 0,25 0 0,0-1 0,-25 1 0,25-25 16,0 25-16,0-25 0,-25 25 0,25-25 0,0 25 16,0-25-16,0 25 0,0-25 0,-24 0 0,24 0 15,0 0-15,0 0 0,0 0 0,0 0 0,0 0 0,0 0 16,0 0-16,0-25 0,0 25 0</inkml:trace>
  <inkml:trace contextRef="#ctx0" brushRef="#br0" timeOffset="36163.0683">23192 4762 0,'0'0'0,"0"-24"0,0 24 0,0 0 16,0-25-16,0 25 0,0 0 0,25-25 0,-25 25 15,0 0-15,0 0 0,25 0 0,-25 0 0,25 0 0,-25 0 16,25 0-16,-25 0 0,24 0 0,1 25 0,-25-25 15,25 0-15,0 25 0,-25-25 0,25 0 0,-25 0 0,24 24 16,-24-24-16,25 0 0,-25 25 0,25-25 0,-25 0 16,25 25-16,-25-25 0,0 25 0,25-25 15,-25 0-15,0 25 0,0-25 0,24 0 0</inkml:trace>
  <inkml:trace contextRef="#ctx0" brushRef="#br0" timeOffset="36705.0992">24581 4911 0,'0'-24'0,"0"24"0,0-25 0,0 25 0,-24-25 0,24 25 16,0-25-16,0 25 0,-25-25 0,25 25 0,0 0 15,-25-25-15,25 25 0,0-24 0,-25 24 0,25 0 0,-25 0 16,25-25-16,0 25 0,-24 0 0,24 0 0,0 0 16,-25 0-16,25 0 0,-25 0 0,25 0 0,0 0 0,-25 0 15,25 0-15,0 0 0,-25 25 0,25-25 0,0 0 16,-24 0-16,24 24 0,0-24 0,0 0 0,0 25 15,0-25-15,-25 25 0,25-25 0,0 25 0,0 0 0,25-25 16,-25 25-16,0-1 0,0-24 0,0 25 0,24-25 16,-24 25-16,0-25 0,25 25 0,-25-25 0,25 25 0,-25-25 15,0 0-15,25 24 0,-25-24 0,25 0 0,-25 0 16,0 0-16,24 0 0,-24 0 0,25 0 0,-25 0 0,0-24 15,25 24-15,-25 0 0,25-25 0,-25 25 0,0 0 16,25-25-16,-25 25 0,0-25 0,24 25 0,-24-25 16,0 25-16,0-24 0,25-1 0,-25 0 0,0 0 0,0 0 15,0 0-15</inkml:trace>
  <inkml:trace contextRef="#ctx0" brushRef="#br0" timeOffset="36907.111">24631 4465 0,'0'0'0,"0"-25"16,0 25-16,0 0 0,0 0 0,0 0 0,0 0 16,0 0-16,0 0 0,0 0 0,0 0 0,0 0 0,0 0 15,0 25-15,0-25 0,0 0 0,0 25 0,0-25 16,0 24-16,0 1 0,0-25 0,0 25 0,0 0 0,0-25 15,0 25-15,0-1 0,0 1 0,25 0 0,-25 0 16,0-25-16,0 25 0,0-1 0,0 1 0,0 0 16,0-25-16,0 25 0,0 0 0,0-25 0,0 25 0,0-25 15,0 24-15,0-24 0,0 25 0,0-25 0,0 25 0,0-25 16,0 0-16,0 25 0,25-25 0,-25 0 0,0 0 15,0 0-15,0 0 0,24 0 0,-24 0 0,0-25 16,25 25-16</inkml:trace>
  <inkml:trace contextRef="#ctx0" brushRef="#br0" timeOffset="37706.1567">24854 4713 0,'0'0'0,"0"0"0,0-25 0,0 25 0,0 0 0,0 0 15,0 0-15,0 0 0,0 0 0,0 0 0,0 0 16,0 0-16,0 0 0,-25 0 0,25 0 0,0 25 0,0-25 15,0 0-15,0 25 0,0-25 0,0 0 0,0 24 16,0-24-16,0 25 0,0-25 0,0 25 0,25 0 0,-25-25 16,0 25-16,0-25 0,0 25 0,0-25 0,0 24 15,25-24-15,-25 25 0,0-25 0,0 25 0,0-25 0,25 25 16,-25-25-16,0 0 0,25 25 0,-25-25 0,0 0 15,25 0-15,-25 0 0,0 24 0,24-24 0,-24 0 16,0 0-16,25-24 0,-25 24 0,0 0 0,0 0 0,25-25 16,-25 25-16,0 0 0,0-25 0,25 25 0,-25-25 15,0 25-15,0-25 0,0 25 0,0-24 0,0 24 0,0-25 16,0 0-16,0 25 0,0-25 0,0 0 0,0 25 15,0-25-15,0 25 0,0 0 0,0-24 0,0 24 16,0 0-16,0 0 0,0 0 0,0 0 0,0 0 16,0 0-16,0 0 0,0 0 0,0 0 0,0 0 0,25 24 15,-25-24-15,0 0 0,0 25 0,0-25 0,0 25 0,0-25 16,0 0-16,0 25 0,0-25 0,0 25 0,0-25 15,0 25-15,0-25 0,0 0 0,0 24 0,0-24 0,24 0 16,-24 25-16,0-25 0,0 0 0,0 0 0,0 25 16,0-25-16,25 0 0,-25 0 0,0 0 0,0 25 15,25-25-15,-25 0 0,0 0 0,0 0 0,25 0 0,-25 0 16,25 0-16,-25 0 0,0-25 0,24 25 0,-24 0 15,25 0-15,-25 0 0,25-25 0,-25 25 0,0 0 16,25-25-16,-25 25 0,0-24 0,0 24 0,0-25 0,0 25 16,0-25-16,0 25 0,0-25 0,0 25 0,0-25 15,0 25-15,0 0 0,0-25 0,0 25 0,0 0 0,0-24 16,0 24-16,0 0 0,0 0 0,0 0 0,0 0 15,0 0-15,0 0 0,0 0 0,0 0 0,0 0 0,0 0 16,0 24-16,0-24 0,0 25 0,0-25 0,0 25 16,0-25-16,0 25 0,0-25 0,0 25 0,0-25 15,0 25-15,0-1 0,0-24 0,0 25 0,0-25 0,0 25 16,0 0-16,25-25 0,-25 0 0,0 25 0,0-25 15,0 24-15,24-24 0,-24 0 0,0 0 0,25 25 0,-25-25 16,0 0-16,25 0 0,-25 0 0,25 0 0,-25 0 16,25 0-16,-25 0 0,0 0 0,24-25 0,-24 25 0,0 0 15,25-24-15,-25 24 0,0 0 0,0-25 0,25 0 16,-25 25-16,0-25 0,0 25 0,0-25 0,0 1 15,0 24-15,-25-25 0,25 0 0,0 25 0,0-25 0,0 25 16,0-25-16,0 25 0,-25-25 0,25 25 0,0 0 16,0 0-16,0 0 0,-24 0 0,24 0 0,0 0 15,0 0-15,0 0 0,0 0 0,-25 25 0,25-25 0,0 0 16,0 0-16,0 25 0,0-25 0,0 0 0,0 0 15,0 25-15,0-25 0,0 0 0,25 0 0,-25 25 0,0-25 16,0 0-16,24 25 0,-24-25 0,25 0 0,-25 0 16,25 0-16</inkml:trace>
  <inkml:trace contextRef="#ctx0" brushRef="#br0" timeOffset="37973.172">25871 4887 0,'0'0'0,"0"0"0,0 0 15,0-25-15,0 25 0,0 0 0,-25-25 0,25 25 16,0-25-16,0 25 0,0 0 0,-24 0 0,24-25 0,0 25 15,0 0-15,-25 0 0,25 0 0,0 0 0,0-25 16,-25 25-16,25 25 0,0-25 0,0 0 0,-25 0 16,25 0-16,0 0 0,0 25 0,-25-25 0,25 25 0,0-25 15,0 0-15,0 25 0,0-25 0,0 25 0,0-25 16,0 24-16,0-24 0,0 25 0,0-25 0,0 25 0,0-25 15,25 25-15,-25-25 0,0 25 0,0-25 0,25 0 16,-25 24-16,25-24 0,-25 0 0,25 0 0,-25 0 16,24 25-16,-24-25 0,25 0 0,-25 0 0,0 0 0,25-25 15,-25 25-15,0 0 0,25 0 0,-25-24 0,0 24 16,0 0-16,0-25 0,0 25 0</inkml:trace>
  <inkml:trace contextRef="#ctx0" brushRef="#br0" timeOffset="38189.1843">25648 4539 0,'0'0'0,"0"0"16,0 0-16,0 0 0,0 0 0,0 0 0,0-25 0,0 25 16,0 0-16,0 0 0,25 0 0,-25 0 0,0 0 15,0 0-15,25 25 0,-25-25 0,0 0 0,0 0 0,24 0 16,-24 25-16,0-25 0,0 25 0,25-25 0,-25 0 15,0 25-15,0-25 0,0 24 0,0-24 0,0 0 16,0 25-16,-25-25 0,25 25 0,0-25 0,0 0 16,-24 25-16,24-25 0,-25 0 0,25 0 0,-25 0 0,25 0 15,-25 0-15</inkml:trace>
  <inkml:trace contextRef="#ctx0" brushRef="#br0" timeOffset="38378.1949">25127 4440 0,'0'-25'16,"0"25"-16,0 0 0,0 0 0,0 0 0,25 0 15,-25 0-15,0-25 0,25 25 0,-25 0 0,0 0 0,25 0 16,-25 0-16,24 0 0,-24 0 0,25 0 0,-25 25 16,0-25-16,25 0 0,-25 0 0,0 25 0,0-25 15,25 25-15,-25-25 0,0 25 0,0-1 0,0 1 0,0-25 16,0 25-16,-25 0 0,25 0 0,0-1 0,-25 1 15,25 0-15,-25 0 0</inkml:trace>
  <inkml:trace contextRef="#ctx0" brushRef="#br0" timeOffset="38517.2029">24978 5333 0,'0'0'0,"0"25"15,-24-25-15,24 25 0,0-25 0,0 0 0,0 0 0,0 0 16,-25 24-16,25-24 0,0 0 0,0 0 0,0-24 16,0 24-16,0 0 0,0 0 0,0 0 0,0-25 15,0 25-15,0-25 0,0 25 0,0-25 0,0 0 0,-25 1 16,25-1-16</inkml:trace>
  <inkml:trace contextRef="#ctx0" brushRef="#br0" timeOffset="38685.2126">24333 4539 0,'0'0'0,"0"0"0,0 0 0,0-25 15,0 25-15,0 0 0,0 0 0,25 0 0,-25 0 0,25 0 16,-25 0-16,25 0 0,0 0 0,-1 0 0,1 0 16,0 0-16,0 0 0,0 0 0,-1 0 0,1 0 15,25 25-15,-25-25 0,-1 0 0,1 0 0,0 25 0,0-25 16,0 0-16,24 25 0,-24-25 0,0 25 0,0-25 15</inkml:trace>
  <inkml:trace contextRef="#ctx0" brushRef="#br0" timeOffset="39212.2428">26070 4911 0,'0'0'16,"0"0"-16,25-24 0,-25 24 0,0 0 0,0-25 16,0 25-16,0 0 0,24-25 0,-24 25 0,0-25 0,0 25 15,0 0-15,25 0 0,-25-25 0,0 25 0,0 0 16,0 0-16,0 0 0,0-25 0,0 25 0,0 0 15,0 0-15,0 0 0,0 0 0,0 0 0,0 0 0,0 0 16,0-24-16,0 24 0,0 0 0,-25 0 0,25 0 16,0 0-16,0 0 0,0 0 0,-24 0 0,24 0 15,0 24-15,0-24 0,-25 0 0,25 0 0,0 25 0,-25-25 16,25 0-16,0 25 0,0-25 0,-25 25 0,25-25 15,0 0-15,0 25 0,0-25 0,0 25 0,0-25 0,0 0 16,0 24-16,25-24 0,-25 25 0,0-25 0,25 0 16,-25 25-16,25-25 0,-25 0 0,24 0 0,-24 25 0,25-25 15,-25 0-15,25 0 0,0 0 0,0 0 0,-25 0 16,24 0-16,1 0 0,-25 0 0,25 0 0,0 0 15,0 0-15,-25 0 0,24 0 0,-24-25 0,25 25 0,-25 0 16,25 0-16,-25-25 0,0 25 0,25 0 0,-25-25 16,0 25-16,0 0 0,0-24 0,0 24 0,0 0 0,0-25 15,0 25-15,0 0 0,-25 0 0,25 0 0,0-25 16,0 25-16,0 0 0,0 0 0,0 0 0,0 0 0,0 0 15,0 0-15,-25 0 0,25 0 0,0 0 0,0 0 16,0 0-16,0 0 0,0 0 0,0 0 0,0 0 16,0 0-16,0 0 0,0 0 0,0 0 0,0 0 0,0 0 15,0 0-15,0 0 0,0 0 0,0 0 0,0 0 16</inkml:trace>
  <inkml:trace contextRef="#ctx0" brushRef="#br0" timeOffset="40158.2967">26888 4738 0,'0'0'0,"0"0"0,-25 0 16,25 0-16,0-25 0,-24 25 0,24 0 0,0 0 15,-25-25-15,25 25 0,0 0 0,-25-25 0,25 25 16,0 0-16,-25 0 0,25-25 0,0 25 0,-25 0 0,25 0 15,0 0-15,0 0 0,0 0 0,-24 0 0,24 0 16,0 0-16,0 0 0,0 0 0,-25 25 0,25-25 0,0 0 16,0 25-16,0-25 0,-25 25 0,25-25 0,0 0 15,0 25-15,0-25 0,0 24 0,0-24 0,0 25 16,0-25-16,0 25 0,0-25 0,0 25 0,25-25 0,-25 25 15,0-25-15,0 25 0,0-25 0,0 24 0,0-24 16,25 0-16,-25 25 0,0-25 0,0 0 0,24 25 0,-24-25 16,0 0-16,25 0 0,-25 0 0,25 0 0,-25 0 15,0 0-15,25 0 0,-25 0 0,0 0 0,25 0 0,-25-25 16,0 25-16,0 0 0,0 0 0,24-25 0,-24 25 15,0 0-15,0-24 0,0 24 0,0 0 0,0-25 0,25 25 16,-25-25-16,0 25 0,0 0 0,0-25 0,0 25 16,0 0-16,0-25 0,0 25 0,0 0 0,0 0 15,0 0-15,0-25 0,0 25 0,0 0 0,0 25 16,0-25-16,0 0 0,0 0 0,0 25 0,0-25 0,0 25 15,0-25-15,0 25 0,-25 0 0,25-25 0,0 24 0,0 1 16,0 0-16,-24 0 0,24 0 0,0-1 0,0 1 16,0 0-16,0 0 0,0 0 0,-25-1 0,25 1 15,0 0-15,0 0 0,0 0 0,0-1 0,0-24 0,0 25 16,0 0-16,0 0 0,0-25 0,0 25 0,0-1 15,0-24-15,-25 25 0,25-25 0,0 25 0,0-25 16,0 25-16,0-25 0,-25 0 0,25 0 0,0 0 0,0 0 16,-25 0-16,25 0 0,0 0 0,-24-25 0,24 25 15,0 0-15,-25-25 0,25 25 0,0-25 0,0 25 0,0-24 16,0 24-16,0-25 0,0 25 0,0-25 0,0 25 15,0-25-15,0 25 0,25-25 0,-25 25 0,0-24 0,24 24 16,-24 0-16,25-25 0,-25 25 0,25 0 0,0-25 16,-25 25-16,25 0 0,-1-25 0,-24 25 0,25 0 15,0 0-15,0-25 0,0 25 0,-1-24 0,1 24 16,-25 0-16,25-25 0,0 25 0,0-25 0</inkml:trace>
  <inkml:trace contextRef="#ctx0" brushRef="#br0" timeOffset="40585.3212">27186 4936 0,'0'0'0,"0"-25"0,0 25 0,0 0 15,-25 0-15,25 0 0,0-24 0,0 24 0,0 0 16,0 0-16,-25 0 0,25 0 0,0-25 0,0 25 15,0 0-15,0 0 0,0 0 0,0 0 0,0 0 0,0 0 16,-24 0-16,24 0 0,0 0 0,0 25 0,0-25 16,0 0-16,-25 0 0,25 24 0,0-24 0,0 25 0,0-25 15,0 25-15,0-25 0,0 25 0,0-25 0,0 25 16,0-25-16,0 0 0,0 24 0,0-24 0,0 25 0,0-25 15,0 25-15,0-25 0,0 0 0,0 25 0,0-25 16,25 0-16,-25 0 0,0 25 0,0-25 0,0 0 16,0 0-16,24 0 0,-24 0 0,0 0 0,0 0 0,0-25 15,0 25-15,25 0 0,-25 0 0,0 0 0,0-25 16,0 25-16,0 0 0,0-25 0,0 25 0,0-25 15,0 25-15,25 0 0,-25-24 0,0 24 0,0-25 0,0 25 16,0-25-16,0 0 0,0 25 0,0-25 0,0 25 16,0-24-16,0 24 0,25 0 0,-25-25 0,0 25 0,0 0 15,0-25-15,25 25 0,-25 0 0,0 0 0,0 0 16,24-25-16,-24 25 0,0 0 0,0 0 0,25 0 0,-25 0 15,0 0-15,0 25 0,25-25 0,-25 0 0,0 0 16,0 25-16,0-25 0,0 0 0,0 25 0,0-25 16,0 24-16,0-24 0,0 25 0,0-25 0,0 25 0,0-25 15,0 25-15,0-25 0,0 0 0,0 25 0,0-25 16,0 24-16,0-24 0,0 0 0,0 0 0,0 25 0,-25-25 15,25 0-15,0 0 0,0 0 0,0 0 0,25 0 16,-25 0-16,0 0 0,0-25 0,0 25 0,25 0 0</inkml:trace>
  <inkml:trace contextRef="#ctx0" brushRef="#br0" timeOffset="40723.3293">27409 4614 0,'0'0'0,"0"0"16,0 0-16,0 0 0,0 0 0,0 0 0,0 0 0,0 0 15,0 0-15,0 24 0,0-24 0,0 0 0,0 25 16,0-25-16,25 0 0,-25 25 0,0-25 0,0 25 0,0-25 15,0 25-15,0-1 0,0-24 0,0 25 0</inkml:trace>
  <inkml:trace contextRef="#ctx0" brushRef="#br0" timeOffset="40869.3376">27186 5432 0,'-25'25'16,"25"0"-16,0-25 0,0 0 0,-25 25 0,25-25 16,0 0-16,0 0 0,0 0 0,0 0 0,0 0 0,0 0 15,0 0-15,0 0 0,0 0 0,0 0 0,0 0 16,0 0-16,0 0 0,0 0 0,-24 0 0,24 0 15,0 0-15</inkml:trace>
  <inkml:trace contextRef="#ctx0" brushRef="#br0" timeOffset="42063.4059">3200 6524 0,'0'0'0,"0"0"0,0 0 15,0 0-15,0 0 0,0 0 0,0 0 0,0 0 16,0 0-16,25 0 0,-25 0 0,0 0 0,0-25 0,0 25 15,0 0-15,24 0 0,-24-25 0,0 25 0,25 0 16,-25-25-16,25 25 0,-25 0 0,25-25 0,-25 25 16,25 0-16,-1-24 0,-24 24 0,25-25 0,-25 25 0,25-25 15,-25 25-15,25-25 0,-25 25 0,25-25 0,-1 1 16,-24 24-16,25-25 0,-25 0 0,25 25 0,-25-25 15,25 0-15,-25 1 0,0 24 0,25-25 0,-25 0 0,0 0 16,0 25-16,24-25 0,-24 1 0,0-1 0,0 25 16,0-25-16,0 0 0,0 0 0,0 25 0,0-24 0,-24 24 15,24-25-15,0 25 0,-25-25 0,25 25 0,0 0 16,-25-25-16,25 25 0,0 0 0,-25 0 0,25 0 0,0-25 15,-25 25-15,25 0 0,0 0 0,0 0 0,-24 0 16,24 0-16,0 0 0,0 0 0,0 25 0,0-25 0,-25 0 16,25 0-16,0 25 0,0-25 0,0 25 0,0-25 15,0 25-15,0-1 0,0 1 0,25-25 0,-25 25 16,0 0-16,0 0 0,0-1 0,0 1 0,0 0 0,0 0 15,0 0-15,0-25 0,0 24 0,24 1 0,-24 0 16,0 0-16,0 0 0,0-25 0,0 24 0,0 1 0,0-25 16,0 25-16,0 0 0,25-25 0,-25 25 0,0-25 15,0 0-15,0 24 0,0-24 0,0 0 0,0 25 16,0-25-16,25 0 0,-25 0 0,0 0 0,0 0 0,0 0 15,25 0-15,-25 0 0,0 0 0,25-25 0,-25 25 0,0 0 16,0-24-16,24 24 0,-24 0 0</inkml:trace>
  <inkml:trace contextRef="#ctx0" brushRef="#br0" timeOffset="42449.428">3894 6226 0,'0'0'0,"0"0"16,0-25-16,0 25 0,0 0 0,0 0 0,-24 0 0,24-25 16,0 25-16,0 0 0,0 0 0,0 0 0,-25 0 15,25 0-15,0 0 0,0 0 0,-25 0 0,25 0 16,0 0-16,-25 0 0,25 0 0,0 0 0,0 0 0,0 0 15,-25 0-15,25 25 0,0-25 0,0 0 0,-24 25 16,24-25-16,0 25 0,0-25 0,0 25 0,0-25 0,0 24 16,0-24-16,0 25 0,0-25 0,0 25 0,0-25 15,0 25-15,0-25 0,0 25 0,0-25 0,0 24 0,0-24 16,0 0-16,24 25 0,-24-25 0,0 0 0,0 0 15,0 0-15,0 0 0,25 0 0,-25 0 0,0 0 0,0 0 16,25 0-16,-25 0 0,0 0 0,0 0 0,0-25 16,25 25-16,-25 0 0,0-24 0,0 24 0,0 0 15,0-25-15,25 25 0,-25-25 0,0 25 0,0 0 16,0-25-16,0 25 0,0 0 0,0 0 0,0-25 0,0 25 15,0 0-15,0 0 0,24 0 0,-24 0 0,0 0 0,0 0 16,0 25-16,0-25 0,0 0 0,0 0 0,0 0 16,0 25-16,25-25 0,-25 0 0,0 25 0,0-25 15,0 0-15,0 25 0,0-25 0,0 0 0,0 24 0,0-24 16,0 0-16,0 0 0,0 25 0,0-25 0,0 0 15,0 0-15,0 0 0,0 0 0,0 0 0,0 0 16,0 0-16,0-25 0,0 25 0</inkml:trace>
  <inkml:trace contextRef="#ctx0" brushRef="#br0" timeOffset="42628.4382">3820 6003 0,'0'0'0,"0"0"0,0 0 0,0 0 15,0 0-15,0 0 0,0 0 0,0 0 0,0 0 0,0 0 16,25 0-16,-25 0 0,0 0 0,25 0 0,-25 0 15,24 0-15,1 0 0,-25 0 0,25 0 0,0 0 0,0 0 16,-1 0-16,1 0 0,0 0 0,0 0 0,0 0 16,24 0-16,-24 25 0,0-25 0,24 0 0,-24 0 0</inkml:trace>
  <inkml:trace contextRef="#ctx0" brushRef="#br0" timeOffset="43216.4718">5011 6201 0,'0'0'0,"0"-25"0,-25 25 0,25 0 16,-25 0-16,25-24 0,0 24 0,-25 0 0,25 0 0,-25-25 16,25 25-16,-24 0 0,24 0 0,0 0 0,-25 0 0,25 0 15,0 0-15,-25 0 0,25 0 0,0 0 0,0 25 16,0-25-16,-25 0 0,25 24 0,0 1 0,0-25 15,0 25-15,0-25 0,0 25 0,0 0 0,0-25 0,0 24 16,0 1-16,0-25 0,25 25 0,-25-25 0,0 25 16,0-25-16,25 25 0,-25-25 0,0 24 0,0-24 0,25 0 15,-25 0-15,0 0 0,0 25 0,24-25 0,-24 0 16,0 0-16,0 0 0,25 0 0,-25-25 0,0 25 0,25 0 15,-25 0-15,25 0 0,-25-24 0,0 24 0,25-25 16,-25 25-16,0 0 0,0-25 0,24 25 0,-24-25 16,0 25-16,0-25 0,0 25 0,0-24 0,0 24 0,0 0 15,0-25-15,0 25 0,0 0 0,-24-25 0,24 25 16,0 0-16,0 0 0,0 0 0,0 0 0,0 0 15,0 0-15,0 25 0,0-25 0,24 25 0,-24-25 0,0 24 16,0-24-16,0 25 0,0 0 0,0 0 0,0 0 16,0-1-16,0 1 0,0 0 0,25 0 0,-25 0 0,0-1 15,0 26-15,0-25 0,0 0 0,0-1 0,0 1 16,0 0-16,0 0 0,0 0 0,0-25 0,0 24 0,0 1 15,0-25-15,0 25 0,0-25 0,0 0 0,-25 25 16,25-25-16,0 0 0,0 0 0,0 0 0,-24 0 16,24 0-16,0 0 0,0 0 0,-25-25 0,25 25 0,0 0 15,-25-25-15,25 25 0,0 0 0,0-25 0,-25 25 16,25-24-16,0 24 0,0-25 0,-25 25 0,25-25 0,0 25 15,0 0-15,0-25 0,25 25 0,-25 0 0,0-25 16,0 25-16,0 0 0,25-24 0,-25 24 0,0 0 16,25-25-16,-25 25 0,25-25 0,-25 25 0,24 0 0,1-25 15,-25 25-15,25-25 0,-25 25 0,25-24 0,-25 24 16,25-25-16,-25 25 0,24-25 0,-24 25 0,0-25 0,25 25 15,-25-25-15,0 25 0,0-24 0</inkml:trace>
  <inkml:trace contextRef="#ctx0" brushRef="#br0" timeOffset="43383.4813">5159 6226 0,'0'0'0,"0"-25"15,0 25-15,-24-25 0,24 25 0,0 0 0,0 0 16,0 0-16,0 0 0,0 0 0,0 0 0,0 0 15,0 0-15,0 0 0,0 25 0,0-25 0,0 25 0,0-25 16,0 25-16,0 0 0,0-25 0,0 24 0,24 1 0,-24-25 16,0 25-16,0 0 0,0-25 0,0 25 0,0-25 15,0 24-15,25-24 0,-25 25 0,0-25 0,0 25 16,0-25-16,0 0 0,0 0 0,0 0 0,0 0 0,0 0 15,0 0-15,25 0 0,-25 0 0,0 0 0,0-25 16,0 25-16,0 0 0</inkml:trace>
  <inkml:trace contextRef="#ctx0" brushRef="#br0" timeOffset="43522.4894">5184 6077 0,'0'-25'0,"0"25"0,0 0 0,0 0 16,0 0-16,0-24 0,-25 24 0,25 0 0,0 0 0,0 0 16,0 0-16,0 0 0,0 0 0,25 0 0,-25 0 15,0 0-15,0 0 0,25 24 0,-25-24 0,0 0 16,25 0-16,-25 0 0,25 25 0,-25-25 0,24 0 0,-24 0 15,25 25-15</inkml:trace>
  <inkml:trace contextRef="#ctx0" brushRef="#br0" timeOffset="43959.5144">5730 6176 0,'0'0'0,"-25"0"0,25 0 0,0 0 0,-25 0 0,25 0 16,0 0-16,-25-24 0,25 24 0,-24 0 0,24 0 15,-25 0-15,25 0 0,0 0 0,-25 0 0,25 0 16,-25 0-16,25 0 0,0 0 0,-25 0 0,25 0 0,0 0 15,0 0-15,-24 24 0,24-24 0,0 0 0,0 25 0,-25-25 16,25 0-16,0 25 0,0-25 0,0 25 0,0-25 16,0 25-16,0-25 0,0 24 0,0-24 0,0 25 15,0-25-15,0 0 0,25 25 0,-25-25 0,0 25 0,0-25 16,0 0-16,0 0 0,24 25 0,-24-25 0,0 0 15,0 0-15,25 24 0,-25-24 0,0 0 0,25 0 0,-25 0 16,0 0-16,0 0 0,0 0 0,0 0 0,25 0 16,-25 0-16,0 0 0,0 0 0,0 0 0,25-24 0,-25 24 15,0 0-15,0 0 0,0-25 0,24 25 0,-24-25 16,0 25-16,0 0 0,0-25 0,0 25 0,0 0 15,0-25-15,25 25 0,-25 0 0,0 0 0,0-24 16,0 24-16,0 0 0,0 0 0,0 0 0,0 0 0,0 0 16,0 0-16,0 0 0,0 0 0,0 0 0,0 24 0,0-24 15,0 0-15,0 25 0,0-25 0,0 0 0,0 25 16,0-25-16,0 25 0,0-25 0,0 25 0,0-25 15,0 24-15,0-24 0,0 25 0,25-25 0,-25 25 0,0-25 16,0 25-16,0-25 0,0 0 0,0 25 0,0-25 16,25 0-16,-25 0 0,0 0 0,0 0 0,0 0 0,0 0 15,0 0-15</inkml:trace>
  <inkml:trace contextRef="#ctx0" brushRef="#br0" timeOffset="44152.5252">5779 5730 0,'0'0'0,"0"0"0,0 0 0,-24 0 0,24 0 16,0 0-16,0 0 0,0 0 0,0 25 0,0-25 16,0 0-16,0 24 0,0 1 0,0-25 0,24 25 0,-24 0 15,0-25-15,0 25 0,0 0 0,0-1 0,0 1 16,0-25-16,0 25 0,0 0 0,0 0 0,0-1 0,0-24 15,0 25-15,0 0 0</inkml:trace>
  <inkml:trace contextRef="#ctx0" brushRef="#br0" timeOffset="44490.5447">6945 5904 0,'0'-25'15,"0"25"-15,-24 0 0,24 0 0,0 0 0,-25 0 16,25-25-16,0 25 0,0 0 0,0 25 0,0-25 0,0 0 15,0 0-15,0 25 0,0-1 0,0-24 0,0 25 16,0 0-16,0 0 0,0 0 0,0-1 0,0 1 0,0 0 16,25 0-16,-25 0 0,0-1 0,0 1 0,24 0 15,-24 0-15,0 0 0,0-1 0,25 1 0,-25 0 16,0 0-16,0-25 0,0 25 0,0-1 0,0-24 0,0 25 15,0-25-15,25 25 0,-50-25 0,25 0 0,0 25 16,0-25-16,0 0 0,0 0 0,0 0 0,-25 0 0,25 0 16,0 0-16</inkml:trace>
  <inkml:trace contextRef="#ctx0" brushRef="#br0" timeOffset="44663.5546">6821 6300 0,'0'0'16,"0"-24"-16,0 24 0,0 0 0,0 0 0,0-25 16,0 25-16,0 0 0,0 0 0,0 0 0,25-25 0,-25 25 15,0 0-15,25 0 0,-25 0 0,0 0 0,25-25 16,0 25-16,-25 0 0,24 0 0,1 0 0,-25 0 0,25 25 15,-25-25-15,25 0 0,0 0 0,-25 25 0,24-25 16,1 25-16,-25-25 0,25 24 0,0-24 0,-25 25 0,25-25 16,-25 25-16,0 0 0,24-25 0,-24 25 0,0-25 15,25 0-15,-25 24 0</inkml:trace>
  <inkml:trace contextRef="#ctx0" brushRef="#br0" timeOffset="45120.5808">7218 6449 0,'0'0'0,"0"0"15,0 0-15,0 0 0,0 0 0,0 0 0,-25 0 16,25 0-16,0-25 0,0 25 0,0 0 0,0 0 0,0-24 16,0 24-16,0 0 0,25-25 0,-25 25 0,0-25 15,0 25-15,0-25 0,0 25 0,0-25 0,25 25 0,-25-24 16,0 24-16,0 0 0,25-25 0,-25 25 0,0 0 15,0 0-15,0 0 0,25 0 0,-25 0 0,0 0 16,0 0-16,0 0 0,0 0 0,24 25 0,-24-25 0,0 0 16,0 0-16,0 24 0,0-24 0,0 25 0,0-25 15,0 25-15,25-25 0,-25 25 0,0-25 0,0 25 16,0-1-16,0-24 0,0 25 0,0-25 0,25 25 0,-25-25 15,0 25-15,0-25 0,0 0 0,0 25 0,25-25 16,-25 0-16,0 0 0,0 0 0,0 0 0,0 0 0,25 0 16,-25 0-16,0 0 0,24-25 0,-24 25 0,0 0 15,25 0-15,-25-25 0,25 25 0,-25 0 0,0-25 0,25 25 16,-25-25-16,25 25 0,-25 0 0,0-24 0,24 24 15,-24-25-15,0 25 0,0 0 0,0-25 0,0 25 16,0-25-16,25 25 0,-25 0 0,0-25 0,-25 25 0,25 0 16,0-24-16,0 24 0,0 0 0,0 0 0,0 0 0,0 0 15,0 0-15,0 0 0,0 0 0,0 0 16,0 0-16,0 0 0,0 0 0,0 24 0,0-24 0,0 0 15,0 0-15,0 25 0,0-25 0,0 25 0,0-25 0,0 25 16,0-25-16,0 25 0,25-25 0,-25 24 0,0 1 16,0-25-16,25 25 0,-25-25 0,0 25 0,0-25 0,25 25 15,-25-1-15,0-24 0,0 25 0,25-25 0,-25 0 16,0 25-16,0-25 0,0 0 0,24 0 0,-24 0 15,0 25-15,0-25 0,0-25 0,0 25 0,0 0 16,0 0-16,0-25 0,0 25 0,0-25 0,25 25 0,-25-24 16,0-1-16,0 25 0,0-25 0</inkml:trace>
  <inkml:trace contextRef="#ctx0" brushRef="#br0" timeOffset="45262.5889">7714 6077 0,'0'0'16,"0"0"-16,0 0 0,0 0 0,0 0 0,0 0 0,0 0 15,0 0-15,0 0 0,0 0 0,0 0 0,0 0 16,25 25-16,-25-25 0,0 0 0,0 0 0,0 25 0,0-25 15,0 25-15,0-25 0,0 24 0,0-24 0,0 25 16,0 0-16,0 0 0,0 0 0,0-25 0</inkml:trace>
  <inkml:trace contextRef="#ctx0" brushRef="#br0" timeOffset="45408.597">7739 6821 0,'-25'0'0,"25"0"16,0 0-16,0 0 0,0 0 0,0 0 0,-25 0 15,25 0-15,0 0 0,0 0 0,0 0 0,0 0 16,0 0-16,0 0 0,0 0 0,0 0 0,0 0 0,0-25 15,25 25-15,-25 0 0,0 0 0,0 0 0,25 0 16</inkml:trace>
  <inkml:trace contextRef="#ctx0" brushRef="#br0" timeOffset="45798.6195">8905 6548 0,'-25'0'0,"25"-24"0,0 24 0,-25 0 0,25-25 16,0 25-16,0 0 0,-25-25 0,25 25 0,0-25 0,0 25 15,0-25-15,0 25 0,0-24 0,25 24 0,-25-25 16,0 25-16,25-25 0,-25 25 0,25-25 0,-25 25 16,25-25-16,-25 25 0,24 0 0,1-24 0,-25 24 0,25 0 15,0-25-15,-25 25 0,25 0 0,0 0 0,-25 0 16,24 0-16,-24 0 0,25 25 0,-25-25 0,25 0 15,-25 24-15,0-24 0,25 25 0,-25-25 0,0 25 0,0-25 16,0 25-16,0 0 0,0-25 0,25 24 0,-25-24 16,0 25-16,0-25 0,0 0 0,0 25 0,0-25 0,0 25 15,0-25-15,0 0 0,0 0 0,0 0 0,0 25 16,0-25-16,0 0 0,0 0 0,0 0 0,0 0 0,24 0 15,-24-25-15,0 25 0,25 0 0,-25 0 0,25 0 16,-25-25-16</inkml:trace>
  <inkml:trace contextRef="#ctx0" brushRef="#br0" timeOffset="46272.6467">9475 6251 0,'0'0'16,"-24"0"-16,24-25 0,0 25 0,-25 0 0,25 0 0,0-25 16,0 25-16,-25 0 0,25 0 0,0 0 0,0 0 15,0 0-15,0 0 0,0 0 0,0 0 0,0 0 0,0 0 16,0 0-16,0 25 0,0-25 0,0 25 0,0-25 15,0 25-15,25-1 0,-25 1 0,0 0 0,0-25 16,25 25-16,-25 0 0,0-1 0,24 1 0,-24 0 16,0-25-16,0 25 0,25 0 0,-25-25 0,0 24 0,25-24 0,-25 25 15,0-25-15,25 0 0,-25 25 0,0-25 0,0 0 16,25 0-16,-25 0 0,24 0 0,-24 0 0,0 0 15,25 0-15,-25 0 0,25 0 0,-25 0 16,25-25-16,-25 25 0,25 0 0,-25-25 0,24 25 0,-24-24 0,25 24 16,-25-25-16,0 25 0,25-25 0,-25 25 0,0-25 15,0 25-15,0-25 0,0 25 0,0-24 0,0 24 0,0-25 16,0 25-16,-25-25 0,25 25 0,0-25 0,0 25 15,0-25-15,-25 25 0,25-24 0,0 24 0,0 0 16,-24-25-16,24 25 0,0 0 0,0 0 0,-25 0 0,25 0 16,0-25-16,0 25 0,0 0 0,0 25 0,0-25 15,0 0-15,-25 0 0,25 0 0,0 25 0,0-25 0,0 24 16,0-24-16,0 0 0,0 25 0,0-25 0,25 25 15,-25-25-15,0 25 0,0-25 0,0 25 0,0-25 0,25 24 16,-25-24-16,0 25 0,0 0 0,24-25 0,-24 25 16,0-25-16,25 0 0,-25 25 0,25-25 0,-25 24 0,0-24 15,25 0-15,-25 25 0,25-25 0,-25 0 0,24 0 16,-24 0-16,25 0 0,-25 0 0,25 0 0,-25 0 0,25 0 15,-25-25-15,25 25 0,-25-24 0,0 24 0,24 0 16,-24-25-16,0 0 0</inkml:trace>
  <inkml:trace contextRef="#ctx0" brushRef="#br0" timeOffset="46664.6689">9947 6276 0,'0'0'0,"0"0"0,0-25 0,0 25 15,0 0-15,-25 0 0,25-25 0,0 25 0,0 0 16,0 0-16,0 0 0,0 0 0,0 0 0,0 25 0,0-25 16,0 0-16,25 0 0,-25 25 0,0-25 0,0 24 15,0-24-15,0 25 0,0-25 0,24 25 0,-24-25 0,0 25 16,0 0-16,0-25 0,0 24 0,25-24 0,-25 25 15,0-25-15,0 25 0,0-25 0,0 25 0,0-25 0,0 25 16,0-25-16,0 0 0,0 0 0,0 24 0,0-24 16,0 0-16,0 0 0,-25 0 0,25 0 0,0 0 0,0 0 15,0 0-15,0 0 0,0 0 0,0-24 0,25 24 16,-25 0-16,0-25 0,0 25 0,0 0 0,0-25 15,0 25-15,0-25 0,25 0 0,-25 25 0,0-24 16,0 24-16,25-25 0,-25 0 0,0 25 0,25-25 0,-25 25 16,0 0-16,25-25 0,-25 25 0,0 0 0,0 0 15,24 0-15,-24 0 0,0 0 0,0 0 0,0 0 0,25 0 16,-25 0-16,0 0 0,0 25 0,0-25 0,25 0 0,-25 25 15,0-25-15,0 0 0,0 25 0,0-25 0,0 25 16,0-25-16,25 24 0,-25-24 0,0 0 0,0 25 16,0-25-16,0 25 0,0-25 0,0 0 0,0 25 15,0-25-15,0 0 0,25 25 0,-25-25 0,0 0 0,0 0 16,0 24-16,24-24 0,-24 0 0,25 0 0,-25 0 15,25 0-15,-25 0 0,25 0 0,-25 0 0,25-24 0,-1 24 16,-24 0-16,25 0 0,0-25 0</inkml:trace>
  <inkml:trace contextRef="#ctx0" brushRef="#br0" timeOffset="47132.6956">10492 6300 0,'0'-24'0,"0"24"0,-24-25 0,24 25 15,0-25-15,-25 25 0,25 0 0,0 0 0,-25-25 16,25 25-16,0 0 0,0 0 0,-25 25 0,25-25 16,0 0-16,0 0 0,0 0 0,-25 25 0,25-25 0,0 0 15,0 25-15,0-25 0,0 24 0,0-24 0,0 25 16,0-25-16,0 0 0,0 25 0,0-25 0,0 25 0,0-25 15,25 25-15,-25-25 0,0 24 0,0-24 0,0 25 16,25-25-16,-25 0 0,0 0 0,25 25 0,-25-25 0,0 0 16,25 0-16,-25 0 0,24 0 0,-24 0 15,25 0-15,-25 0 0,25 0 0,-25 0 0,25 0 0,-25-25 16,0 25-16,25 0 0,-25 0 0,0-25 0,24 25 15,-24 0-15,0-24 0,0 24 0,0 0 0,0-25 0,0 25 16,0 0-16,0-25 0,0 25 0,0 0 0,-24 0 0,24 0 16,0-25-16,0 25 0,0 25 0,0-25 0,-25 0 15,25 0-15,0 25 0,0-25 0,-25 25 0,25-25 16,0 24-16,0 1 0,0 0 0,0 0 0,-25 0 0,25-1 15,0 1-15,0 0 0,0 0 0,0 0 0,0-1 16,0 1-16,0 0 0,0 25 0,0-26 0,0 1 0,0 0 16,0 0-16,0 0 0,0 0 0,25-1 0,-25-24 15,0 25-15,-25 0 0,25 0 0,0-25 0,0 25 16,0-1-16,0-24 0,-25 25 0,25-25 0,0 0 0,-24 25 15,24-25-15,-25 0 0,25 0 0,-25 25 0,25-25 16,-25 0-16,0 0 0,25 0 0,-24 0 0,24 0 0,-25 0 16,25 0-16,-25 0 0,25 0 0,0 0 0,-25 0 15,25 0-15,0 0 0,-25 0 0,25-25 0,0 25 0,0 0 16,0-25-16,0 25 0,0 0 0,0-25 0,0 1 15,0 24-15,0-25 0,0 0 0,-24 25 0,24-25 16,0 0-16,0 1 0,0-26 0</inkml:trace>
  <inkml:trace contextRef="#ctx0" brushRef="#br0" timeOffset="47349.7083">9699 6003 0,'0'0'0,"-25"0"0,25-25 0,0 25 15,0 0-15,0 0 0,0 0 0,0 0 0,0-25 16,0 25-16,0 0 0,0 0 0,25-25 0,-25 25 0,0 0 15,24-24-15,1 24 0,-25 0 0,25 0 0,-25 0 16,25 0-16,0 0 0,-25 0 0,24 0 0,-24 0 0,25 0 16,0 24-16,-25-24 0,25 25 0,-25-25 0,0 25 15,25 0-15,-25-25 0,0 25 0,0-1 0,0-24 0,0 25 16,0 0-16,0 0 0,0-25 0,0 25 0,-25-1 15,25-24-15,0 25 0,-25-25 0</inkml:trace>
  <inkml:trace contextRef="#ctx0" brushRef="#br0" timeOffset="47499.7168">9277 5928 0,'0'0'0,"0"0"0,0 0 0,-25 0 16,25-24-16,0 24 0,0 0 0,0 0 0,0 0 15,0 0-15,0 0 0,0 0 0,0 0 0,0 24 0,0-24 16,0 0-16,0 0 0,25 0 0,-25 25 0,0-25 15,25 0-15</inkml:trace>
  <inkml:trace contextRef="#ctx0" brushRef="#br0" timeOffset="48333.7645">11733 6152 0,'-25'0'0,"25"-25"0,-25 25 0,25 0 16,-25 0-16,25 0 0,0 0 0,-25 0 0,25 0 0,-24 0 16,24 0-16,0 0 0,0 0 0,-25 0 0,25 0 15,0 25-15,0-25 0,0 0 0,0 0 0,-25 24 16,25-24-16,0 25 0,0-25 0,0 25 0,0-25 0,0 25 15,0 0-15,0-25 0,0 24 0,0 1 0,0 0 16,0-25-16,0 25 0,25 0 0,-25-1 0,0-24 0,0 25 16,25 0-16,-25-25 0,0 25 0,24-25 0,-24 25 15,0-1-15,25-24 0,-25 0 0,25 25 0,-25-25 0,25 0 16,-25 0-16,0 25 0,25-25 0,-25 0 0,24 0 15,-24 0-15,0 0 0,25-25 0,-25 25 0,0 0 16,25 0-16,-25-25 0,0 25 0,25 0 0,-25-24 0,0 24 16,25-25-16,-25 25 0,0-25 0,0 25 0,0-25 15,24 25-15,-24-25 0,0 25 0,0-24 0,0 24 16,0-25-16,0 0 0,0 25 0,0-25 0,0 25 0,0-25 15,0 25-15,0-24 0,0 24 0,0 0 0,0-25 16,0 25-16,0 0 0,0 0 0,0 0 0,0 0 0,0 0 16,0 0-16,0 0 0,0 0 0,0 0 0,0 0 15,0 0-15,0 25 0,-24-25 0,24 0 0,0 0 0,0 24 16,0-24-16,0 25 0,0-25 0,0 0 0,0 25 15,0-25-15,0 25 0,0-25 0,24 25 0,-24-1 16,0-24-16,0 25 0,0-25 0,0 25 0,0-25 0,25 25 16,-25-25-16,0 25 0,0-25 0,25 0 0,-25 24 15,0-24-15,0 0 0,25 0 0,-25 0 0,0 0 0,0 0 16,25 0-16,-25 0 0,0 0 0,0 0 0,0 0 15,24 0-15,-24 0 0,0-24 0,0 24 0,0 0 0,25-25 16,-25 25-16,0-25 0,0 25 0,0-25 0,0 25 16,25-25-16,-25 25 0,0-24 0,0 24 0,0-25 15,0 0-15,0 25 0,0-25 0,0 0 0,0 25 0,25-24 16,-25 24-16,0 0 0,0-25 0,0 25 0,0 0 15,0 0-15,0 0 0,0 0 0,0 25 0,0-25 16,0 0-16,0 24 0,0-24 0,0 0 0,0 25 0,0 0 16,0-25-16,0 25 0,0-25 0,0 25 0,0-25 15,0 24-15,0-24 0,0 25 0,0-25 0,0 25 0,0-25 16,0 0-16,0 25 0,25-25 0,-25 0 0,0 25 15,0-25-15,24 0 0,-24 0 0,25 0 0,-25 0 16,25 0-16,0 0 0,0 0 0,0 0 0,-25 0 0,24 0 16,1-25-16,0 25 0,0 0 0,0 0 0,-1 0 15,1-25-15,0 25 0,0 0 0</inkml:trace>
  <inkml:trace contextRef="#ctx0" brushRef="#br0" timeOffset="48700.7855">12601 6400 0,'-25'-25'0,"25"25"0,0 0 0,0 0 0,-25 0 15,25-25-15,0 25 0,0 0 0,-25 0 0,25-25 0,0 25 16,0 0-16,0 0 0,-24 0 0,24 0 0,0-25 15,0 25-15,0 0 0,0 0 0,-25 0 0,25 0 0,0 25 16,0-25-16,0 0 0,0 0 0,-25 0 0,25 25 16,0-25-16,0 0 0,0 25 0,0-25 0,-25 25 15,25-25-15,0 24 0,0-24 0,0 25 0,0-25 0,0 25 16,0-25-16,0 25 0,0-25 0,25 0 0,-25 25 0,0-25 15,0 0-15,0 0 0,0 24 0,25-24 0,-25 0 16,0 0-16,0 0 0,0 0 0,25 25 0,-25-25 16,0 0-16,24 0 0,-24-25 0,0 25 0,25 0 15,-25 0-15,25 0 0,-25 0 0,0-24 0,25 24 0,-25 0 16,0-25-16,25 25 0,-25 0 0,0-25 0,0 25 15,0 0-15,0-25 0,24 25 0,-24 0 0,0 0 0,0 0 16,0-25-16,0 25 0,0 0 0,0 0 0,0 0 0,0 25 16,0-25-16,0 0 0,0 0 0,0 0 0,0 25 15,0-25-15,0 0 0,0 25 0,0-25 0,0 25 16,0-25-16,0 0 0,0 24 0,0-24 0,0 0 0,0 0 15,0 25-15,0-25 0,0 0 0,0 0 0,0 0 16,0 0-16,0 0 0,0 0 0,0 0 0,0-25 16,0 25-16</inkml:trace>
  <inkml:trace contextRef="#ctx0" brushRef="#br0" timeOffset="48919.7979">12601 5854 0,'0'0'0,"0"0"0,25 0 0,-25 0 15,0 0-15,0 0 0,0 0 0,24 0 0,-24 0 16,0 0-16,0 0 0,25 0 0,-25 0 0,0 0 0,25 0 16,-25 0-16,0 0 0,25 25 0,-25-25 0,0 0 15,0 25-15,0-25 0,0 24 0,0-24 0,0 25 0,0-25 16,0 25-16,0-25 0,-25 25 0,25-25 0,0 25 15,-25-25-15,25 24 0,-25-24 0,25 0 0,0 25 16,-24-25-16</inkml:trace>
  <inkml:trace contextRef="#ctx0" brushRef="#br0" timeOffset="49639.8392">13891 6251 0,'-25'0'0,"25"0"0,0 0 16,0-25-16,0 25 0,0 0 0,0 0 0,0-25 15,-25 25-15,25 0 0,0 0 0,0 0 0,0 0 16,0 0-16,25 0 0,-25 0 0,0 0 0,0 0 0,0 0 16,0 25-16,0-25 0,0 0 0,25 25 0,-25-25 15,0 25-15,0-1 0,0-24 0,24 25 0,-24-25 0,0 25 16,0-25-16,0 25 0,0-25 0,0 25 0,0-25 15,0 24-15,0-24 0,0 0 0,0 25 0,0-25 16,0 0-16,0 25 0,0-25 0,0 0 0,0 0 0,0 0 16,0 0-16,0 0 0,0 0 0,0 0 0,0 0 15,0 0-15,0 0 0,0 0 0,0 0 0,0 0 0,0 0 16,0-25-16,0 25 0,0 0 0,0-25 0,25 25 15,-25-24-15,0 24 0,0-25 0,0 25 0,25-25 16,-25 25-16,0-25 0,25 25 0,-25-25 0,0 25 0,25-24 16,-25 24-16,0 0 0,24-25 0,-24 25 0,0 0 15,25 0-15,-25 0 0,0 0 0,25 25 0,-25-25 0,0 0 16,0 0-16,25 24 0,-25-24 0,0 25 0,0-25 15,25 25-15,-25-25 0,0 25 0,0-25 0,0 0 16,0 25-16,0-25 0,0 24 0,0-24 0,0 0 0,0 25 16,0-25-16,0 0 0,0 25 0,0-25 0,0 0 15,0 0-15,0 0 0,0 0 0,0 0 0,0 0 16,0 0-16,0 0 0,0 0 0,0 0 0,0 0 0,24 0 15,-24 0-15,0 0 0,0-25 0,0 25 0,0 0 0,0-25 16,25 25-16,-25 0 0,0-24 0,25 24 0,-25-25 16,0 25-16,25-25 0,-25 25 0,25-25 0,-25 25 15,24-25-15,-24 25 0,25-24 0,-25 24 0,0 0 0,25 0 16,-25 0-16,0 0 0,0 0 0,25 0 0,-25 0 0,0 0 15,0 24-15,0-24 0,0 0 0,0 25 0,0-25 16,0 25-16,0-25 0,0 25 0,0 0 0,0-25 16,0 24-16,0-24 0,-25 25 0,25-25 0,0 25 0,0-25 15,0 25-15,0-25 0,0 25 0,0-25 0,0 0 16,0 24-16,0-24 0,0 0 0,0 25 0,25-25 15,-25 0-15,0 0 0,0 0 0,25 0 0,-25 0 0,25 0 16,-25 0-16,24 0 0,1-25 0,-25 25 0,25 0 16,0 0-16,0-24 0</inkml:trace>
  <inkml:trace contextRef="#ctx0" brushRef="#br0" timeOffset="50062.8633">14808 6375 0,'-24'0'0,"24"-25"0,0 25 0,0-25 16,0 25-16,-25 0 0,25-25 0,0 25 0,-25-24 0,25 24 15,0 0-15,-25-25 0,25 25 0,0 0 0,-25-25 16,25 25-16,-24 0 0,24 0 0,0 0 0,-25 0 0,25 0 15,-25 0-15,25 0 0,-25 0 0,25 0 0,0 25 16,-25-25-16,25 0 0,0 25 0,-24-25 0,24 24 16,0-24-16,0 25 0,-25-25 0,25 25 0,0-25 0,0 25 15,0-25-15,0 25 0,0-25 0,25 24 0,-25-24 16,0 0-16,0 25 0,0-25 0,24 0 0,-24 25 0,0-25 15,25 0-15,-25 0 0,0 0 0,25 25 0,-25-25 16,25 0-16,-25 0 0,25 0 0,-25 0 0,24 0 16,-24 0-16,25 0 0,-25 0 0,25-25 0,0 25 0,-25 0 15,0 0-15,25-25 0,-25 25 0,0 0 0,24 0 16,-24-25-16,0 25 0,0-24 0,0 24 0,0 0 0,0-25 15,0 25-15,0-25 0,0 25 0,0 0 0,0-25 16,0 25-16,0 0 0,0 0 0,0 0 0,0 0 0,0 0 16,0 0-16,0 0 0,0 0 0,0 0 0,-24 0 15,24 25-15,0-25 0,0 25 0,0-25 0,0 25 16,0-25-16,0 24 0,0-24 0,0 25 0,0-25 0,0 25 15,0-25-15,0 25 0,0-25 0,0 25 0,0-25 16,24 0-16,-24 24 0,0-24 0,0 0 0,0 0 0,0 25 16,25-25-16,-25 0 0,0 0 0,25 0 0,-25 0 15,0 0-15,25-25 0,-25 25 0,25 0 0,-25-24 0,24 24 16,-24 0-16</inkml:trace>
  <inkml:trace contextRef="#ctx0" brushRef="#br0" timeOffset="50336.8791">16073 5928 0,'0'0'0,"0"0"0,0 0 0,-24 0 15,24 0-15,0 0 0,0 0 0,0 0 0,0 0 0,0 0 16,-25 25-16,25-25 0,0 0 0,0 25 0,0-25 15,0 25-15,0 0 0,0-25 0,-25 24 0,25 1 16,0 0-16,0 0 0,0 0 0,0-1 0,0 1 0,0 25 16,0-25-16,0-1 0,0 1 0,0 0 0,0 0 15,0 0-15,0-1 0,0-24 0,0 25 0,0 0 0,0 0 16,25-25-16,-25 25 0,0-25 0,-25 24 0,25-24 15,0 0-15,0 25 0,0-25 0,0 0 0,0 0 0,0 0 16,-25 0-16,25-25 0,0 25 0,0 0 0,-25-24 16</inkml:trace>
  <inkml:trace contextRef="#ctx0" brushRef="#br0" timeOffset="50728.9015">15850 6325 0,'0'0'0,"0"-25"0,0 25 15,0-24-15,0 24 0,0-25 0,0 25 0,0 0 16,0-25-16,0 25 0,0 0 0,25 0 0,-25 0 0,0 0 16,25 0-16,0 0 0,-25 0 0,24 0 0,1 0 15,-25 25-15,25-25 0,0 0 0,0 25 0,-1-25 0,-24 24 16,25-24-16,0 25 0,0-25 0,-25 25 0,25 0 15,-25 0-15,24-25 0,-24 24 0,0 1 0,25-25 0,-25 25 16,0 0-16,0-25 0,0 25 0,0-25 0,-25 24 16,25-24-16,0 25 0,0-25 0,0 0 0,-24 25 15,24-25-15,0 0 0,-25 0 0,25 0 0,0 0 0,0 0 16,-25 0-16,25 0 0,0 0 0,0 0 0,0-25 15,0 25-15,0 0 0,0 0 0,0-25 0,0 25 0,0-24 16,0 24-16,0-25 0,0 25 0,0-25 0,25 25 16,-25-25-16,0 0 0,25 25 0,-25-24 0,0 24 15,24-25-15,-24 25 0,25 0 0,-25-25 0,25 25 0,-25 0 16,0 0-16,25 0 0,-25 0 0,25 0 0,-25 0 15,24 0-15,-24 0 0,25 0 0,-25 0 0,25 25 0,-25-25 16,25 0-16,-25 25 0,0-25 0,0 24 0,25-24 16,-25 25-16,0-25 0,0 25 0,0-25 0,0 25 15,0-25-15,0 25 0,25-25 0,-25 24 0,0-24 0,0 25 16,0-25-16,0 0 0,0 25 0,0-25 0,0 25 15,24-25-15,-24 25 0,0-25 0,25 0 0,-25 0 0,25 0 16,-25 24-16,25-24 0,-25 0 0,25 0 0,-1 0 16,-24-24-16</inkml:trace>
  <inkml:trace contextRef="#ctx0" brushRef="#br0" timeOffset="51189.9278">16842 6474 0,'0'-25'0,"0"25"0,-24-25 0,24 1 0,0 24 16,0-25-16,-25 25 0,25-25 0,-25 25 0,25 0 15,0-25-15,-25 25 0,25 0 0,-25-25 0,25 25 0,-24 0 16,24 0-16,0 0 0,-25-24 0,25 24 0,0 0 15,-25 0-15,25 24 0,-25-24 0,25 0 0,0 0 16,0 0-16,-25 25 0,25-25 0,0 0 0,0 25 0,-24-25 16,24 25-16,0-25 0,0 25 0,0-1 0,0-24 0,0 25 15,0-25-15,0 25 0,0 0 0,0-25 0,0 25 16,24-25-16,-24 24 0,0-24 0,0 25 0,25-25 15,-25 25-15,0-25 0,25 0 0,-25 25 0,0-25 0,25 0 16,-25 0-16,25 0 0,-25 0 0,24 25 0,-24-50 0,25 25 16,-25 0-16,25 0 0,-25 0 0,25 0 15,-25 0-15,0-25 0,25 25 0,-25 0 0,24-25 0,-24 25 16,0-25-16,0 25 0,25 0 0,-25-24 0,0 24 15,0-25-15,0 25 0,0-25 0,0 25 0,0 0 0,0-25 16,0 25-16,0-25 0,0 25 0,0 0 0,0-24 16,0 24-16,0 0 0,0-25 0,-25 25 0,25 0 0,0 0 15,0 0-15,0 0 0,0 0 0,0 0 0,0 0 16,0 0-16,0 0 0,0 0 0,0 0 0,0 25 15,0-25-15,0 0 0,0 24 0,0-24 0,0 25 0,0-25 16,0 25-16,0-25 0,0 25 0,0-25 0,0 25 16,0-25-16,0 24 0,0-24 0,0 0 0,0 25 0,0-25 15,25 0-15,-25 0 0,0 25 0,0-25 0,25 0 16,-25 0-16,0 0 0,25 0 0,-25 0 0,25 0 0,-25-25 15,24 25-15,-24 0 0,25 0 0,-25-25 0,0 25 16,25 0-16,-25-24 0,0 24 0,0-25 0</inkml:trace>
  <inkml:trace contextRef="#ctx0" brushRef="#br0" timeOffset="51531.9475">17041 6400 0,'0'0'0,"0"-25"0,0 25 16,0-25-16,0 25 0,0 0 0,0-25 0,0 25 0,0 0 15,0 0-15,0 0 0,0 0 0,0 0 0,0 0 16,0 0-16,0 25 0,0-25 0,0 0 0,0 25 0,0-25 16,0 25-16,0-25 0,0 24 0,0-24 0,0 25 15,0-25-15,0 25 0,0-25 0,0 25 0,0-25 16,0 0-16,25 25 0,-25-25 0,0 24 0,0-24 0,0 0 15,0 0-15,0 25 0,0-25 0,0 0 0,0 0 16,0 0-16,0 0 0,0 0 0,0 0 0,0 0 16,0 0-16,24 0 0,-24 0 0,0 0 0,0-25 0,25 25 15,-25 0-15,0 0 0,25-24 0,-25 24 0,25 0 0,-25-25 16,25 25-16,-25 0 0,24-25 0,-24 25 0,25 0 15,-25-25-15,25 25 0,-25 0 0,25-25 0,-25 25 16,0 0-16,25 0 0,-25 0 0,0 0 0,0 0 0,0 25 16,0-25-16,0 0 0,0 25 0,0-25 0,0 25 15,0-25-15,0 25 0,0-25 0,0 24 0,0-24 0,-25 25 16,25-25-16,0 0 0,0 25 0,0-25 0,0 25 15,0-25-15,0 0 0,0 25 0,25-25 0,-25 0 16,0 0-16,0 0 0,0 24 0,0-24 0,0 0 0,0 0 16,0-24-16,0 24 0,0 0 0,0 0 0,0 0 15,0-25-15,0 25 0,0 0 0</inkml:trace>
  <inkml:trace contextRef="#ctx0" brushRef="#br0" timeOffset="51725.9586">16793 6077 0,'-25'0'0,"25"-25"0,0 25 0,0-24 15,0 24-15,0-25 0,0 25 0,0-25 0,0 25 0,25-25 16,-25 25-16,0 0 0,25-25 0,-1 25 0,-24 0 16,25 0-16,0 0 0,0 0 0,0 0 0,-25 0 15,24 25-15,1-25 0,-25 0 0,25 25 0,0 0 0,-25-25 16,25 25-16,-25-1 0,24 1 0,-24 0 0,0 0 15,0 0-15,0-1 0,0 26 0,0-25 0,0 0 16,0-1-16</inkml:trace>
  <inkml:trace contextRef="#ctx0" brushRef="#br0" timeOffset="51881.9675">16917 6921 0,'0'24'0,"0"-24"0,-25 0 0,25 25 16,-25-25-16,25 0 0,0 0 0,0 0 0,0 0 16,0 0-16,0 0 0,0 0 0,0 0 0,0 0 15,0-25-15,0 25 0,0 0 0,25 0 0,-25 0 0,0 0 16,25-24-16,-25 24 0,0 0 0,25 0 0,-25-25 15,24 25-15,-24-25 0,25 25 0,-25-25 0,25 0 0,0 25 16</inkml:trace>
  <inkml:trace contextRef="#ctx0" brushRef="#br0" timeOffset="52176.9844">18504 6251 0,'-25'0'0,"25"-25"16,0 25-16,0 0 0,0 0 0,0-25 0,-24 25 16,24 0-16,0 0 0,0 0 0,-25 0 0,25 25 0,0-25 15,-25 25-15,25-25 0,-25 25 0,25-1 0,-25-24 16,25 25-16,0 0 0,-24 0 0,24-25 0,-25 25 0,25-1 15,0 1-15,-25-25 0,25 25 0,0 0 0,0-25 16,0 25-16,-25-1 0,25-24 0,0 25 0,0-25 0,0 0 16,0 25-16,0-25 0,-25 0 0,25 0 0,0 0 15,0 0-15,0 0 0,25 0 0,-25 0 0,0-25 0,0 25 16,25 0-16,-25-25 0,0 25 0,25-24 0,-25 24 15</inkml:trace>
  <inkml:trace contextRef="#ctx0" brushRef="#br0" timeOffset="52362.9949">18579 6226 0,'0'-25'0,"0"25"16,0 0-16,0 0 0,25 0 0,-25 0 0,0 0 0,0 0 15,0 0-15,24 0 0,-24 25 0,0-25 0,25 0 16,-25 25-16,0 0 0,0-25 0,25 24 0,-25-24 0,0 25 16,25 0-16,-25 0 0,0-25 0,25 25 0,-25-1 15,0-24-15,24 25 0,-24 0 0,0-25 0,0 25 0,25 0 16,-25-25-16,0 24 0,0-24 0,0 25 0,0-25 15,0 25-15,0-25 0,0 0 0,0 0 0,0 25 16,0-25-16,-25 0 0,25 0 0,0 0 0,-24-25 0</inkml:trace>
  <inkml:trace contextRef="#ctx0" brushRef="#br0" timeOffset="52500.0028">18479 6499 0,'-24'-25'0,"24"25"0,-25 0 0,25 0 0,0 0 16,0 0-16,0 0 0,0 0 0,0 0 0,0-25 0,0 25 16,25 0-16,-25 0 0,24 0 0,-24 0 0,25 0 15,0 0-15,0 0 0,0 0 0,0 0 0,-1 0 0,1 25 16,0-25-16,0 0 0,0 0 0,-1 0 0,1 0 15,0 0-15,-25 0 0,25 0 0,-25 0 0</inkml:trace>
  <inkml:trace contextRef="#ctx0" brushRef="#br0" timeOffset="54163.098">1860 7888 0,'0'0'16,"0"0"-16,0 0 0,0 0 0,0 0 0,0 0 15,0 0-15,0 0 0,0 0 0,0 0 0,0 0 0,0 0 16,0 0-16,0 0 0,0 0 0,25-25 0,-25 25 0,25 0 16,-25 0-16,25 0 0,-25 0 0,25 0 0,-25 0 15,24 0-15,-24 0 0,25 0 0,-25 0 0,25 0 0,-25-25 16,0 25-16,25 0 0,-25 0 0,25 0 0,-25 0 15,24 0-15,-24 0 0,25 0 0,-25 0 0,25-25 0,-25 25 16,0 0-16,25 0 0,-25 0 0,0 0 0,0 0 16,0 0-16,0 0 0</inkml:trace>
  <inkml:trace contextRef="#ctx0" brushRef="#br0" timeOffset="54476.1159">2034 7689 0,'0'0'15,"0"-24"-15,0 24 0,0 0 0,0 0 0,-25 0 16,25 0-16,0 0 0,0 0 0,0 0 0,0 0 0,0 0 15,0 0-15,0 0 0,0 0 0,0 0 0,0 24 0,0-24 16,0 0-16,25 25 0,-25-25 0,0 25 0,0-25 16,0 25-16,0-25 0,0 25 0,0-1 0,0-24 15,0 25-15,0 0 0,0-25 0,0 25 0,0 0 0,0-25 16,0 24-16,0-24 0,0 25 0,0-25 0,0 25 0,0 0 15,0-25-15,0 25 0,0-25 0,0 0 0,0 25 16,0-25-16,0 24 0,0-24 0,0 0 0,0 25 0,0-25 16,0 0-16,25 0 0</inkml:trace>
  <inkml:trace contextRef="#ctx0" brushRef="#br0" timeOffset="54852.1373">2307 7615 0,'0'0'16,"0"0"-16,-25 0 0,25 0 0,0 0 0,0 0 15,0 0-15,0 0 0,0 0 0,0 0 0,0 0 0,0 0 16,0 0-16,0 0 0,0 0 0,0 0 0,0 0 0,0 0 15,25 0-15,-25 0 0,0 0 0,0 25 0,0-25 16,0 0-16,25 25 0,-25-25 0,0 0 0,24 24 16,-24-24-16,0 25 0,25-25 0,-25 25 0,25-25 0,-25 25 15,0-25-15,25 25 0,-25-25 0,25 24 0,-1-24 0,-24 0 16,25 25-16,-25-25 0,25 25 0,-25-25 0,0 25 15,25-25-15,-25 25 0,0-25 0,0 0 0,0 24 0,0-24 16,0 25-16,0-25 0,0 25 0,0-25 0,0 25 16,-25-25-16,25 0 0,-25 25 0,25-25 0,0 25 0,-25-25 15,25 24-15,-24-24 0,24 0 0,-25 25 0,25-25 0,0 0 16,-25 25-16,25-25 0,-25 0 0,25 0 0,0 25 15,0-25-15,-25 0 0,25 0 0,0 0 0,-24 25 16,24-25-16,0 0 0,0 0 0</inkml:trace>
  <inkml:trace contextRef="#ctx0" brushRef="#br0" timeOffset="57963.3153">5035 8310 0,'0'0'15,"0"0"-15,0 0 0,0-25 0,25 25 0,-50 0 16,25 0-16,0 0 0,0 0 0,0 0 0,0-25 0,0 25 16,0 0-16,0 0 0,0 0 0,0 0 0,0 0 15,0 0-15,0 0 0,0 0 0,0 0 0,0 0 0,0 0 16,0 0-16,0 0 0,0 0 0,0 0 0,0 0 15,0 0-15,0 0 0,0 0 0,-24 0 0,24 0 0,0 25 16,0-25-16,-25 0 0,25 25 0,0-1 16,-25-24-16,25 25 0,-25 0 0,25 0 0,0-25 0,-25 25 15,25-1-15,-24 1 0,24 0 0,-25 0 0,25 0 0,-25-1 16,25 1-16,0 0 0,-25 0 0,25 0 0,0-1 15,0 1-15,0-25 0,0 25 0,0 0 0,-25-25 16,25 25-16,0-25 0,0 0 0,0 24 0,0-24 0,0 0 16,25 25-16,-25-25 0,0 0 0,0 0 0,0 0 15,0 0-15,0 0 0,0 0 0,0-25 0,0 25 16,0 0-16,0 0 0,0-24 0,25 24 0,-25-25 0,0 25 15,0-25-15,0 0 0,25 0 0,-25 25 0,0-24 16</inkml:trace>
  <inkml:trace contextRef="#ctx0" brushRef="#br0" timeOffset="58211.3295">4961 8310 0,'0'-25'0,"25"25"15,-25 0-15,0 0 0,0-25 0,0 25 0,0 0 0,0 0 0,0 0 16,0 0-16,0 0 0,0 0 0,0 0 0,0 0 16,0 0-16,25 25 0,-25-25 0,0 0 0,0 0 0,24 25 15,-24-25-15,0 24 0,25-24 0,-25 25 0,0-25 16,25 25-16,-25 0 0,25 0 0,-25-25 0,0 24 15,25 1-15,-25 0 0,0 0 0,0 0 0,24-1 0,-24 1 16,0 0-16,0-25 0,0 25 0,25 0 0,-25-1 16,0 1-16,0 0 0,0-25 0,0 25 0,25 0 15,-25-25-15,0 24 0,0-24 0,0 25 0,0 0 0,0-25 16,25 0-16,-25 25 0,0-25 0,0 0 0,0 0 15,0 0-15,0 0 0,0 0 0,0 0 0,0 0 0,0 0 16,-25 0-16,25-25 0,0 25 0,0 0 0</inkml:trace>
  <inkml:trace contextRef="#ctx0" brushRef="#br0" timeOffset="58409.3408">4986 8533 0,'-25'0'0,"25"0"0,0 0 15,0 0-15,0 0 0,0 0 0,0 0 0,0 0 16,0 0-16,0 0 0,0 0 0,0 0 0,0 0 0,25 0 15,-25 0-15,0 0 0,0 0 0,25 0 0,-25 0 16,24 0-16,-24 0 0,25 0 0,-25 0 0,25 0 16,0 0-16,-25 0 0,25 0 0,-1 0 0,-24 0 0,25 0 15,0 0-15,0 0 0,0 0 0,-1 0 0,1 0 16,0 0-16,0 0 0</inkml:trace>
  <inkml:trace contextRef="#ctx0" brushRef="#br0" timeOffset="58623.3531">5655 8607 0,'0'0'16,"0"0"-16,0 0 0,0 0 0,0 0 0,0 0 16,0 0-16,0 0 0,25 0 0,-25-25 0,0 25 0,0 0 15,25 0-15,-25 0 0,25 0 0,-25 0 0,25 0 16,-1 0-16,1 0 0,-25 0 0,25 0 0,0 0 0,0 0 15,0 0-15,-1 0 0,1 0 0,0 25 0,0-25 16,0 0-16,-1 0 0,1 0 0,0 0 0,0 25 16,0-25-16,-1 0 0,1 0 0,0 0 0,0 0 0,0 0 15</inkml:trace>
  <inkml:trace contextRef="#ctx0" brushRef="#br0" timeOffset="59031.3764">6945 8111 0,'0'0'0,"0"0"15,0 0-15,0 0 0,0 0 0,0 0 0,0 0 16,-24 0-16,24 0 0,0 0 0,0 0 0,0 25 15,0-25-15,-25 0 0,25 25 0,0-25 0,0 25 0,-25-25 16,25 24-16,0 1 0,-25-25 0,25 25 0,0 0 16,-25 0-16,25-1 0,0-24 0,-25 25 0,25 0 15,0 0-15,0 0 0,-24-1 0,24-24 0,0 25 0,-25 0 16,25 0-16,0-25 0,-25 25 0,25-25 0,0 24 15,0-24-15,0 25 0,0-25 0,0 25 0,0-25 0,0 0 16,0 0-16,0 0 0,0 0 0,0 0 0,0 0 16,0 0-16,0 0 0,0 0 0,0 0 0,0 0 0,0 0 15,0 0-15,0-25 0,0 25 0,0-25 0,0 25 16,0 0-16,0-24 0</inkml:trace>
  <inkml:trace contextRef="#ctx0" brushRef="#br0" timeOffset="59226.3876">6796 8458 0,'0'-24'0,"0"24"0,0 0 0,0 0 0,25 0 0,-25 0 0,0 0 0,0 0 0,0 0 0,0 0 16,0 0-16,0 0 0,25 0 0,-25 0 0,0 0 0,25 24 15,-25-24-15,0 0 0,25 0 0,-25 25 0,25-25 16,-25 0-16,0 25 0,24-25 0,-24 0 0,25 25 16,-25-25-16,0 25 0,25-25 0,-25 0 0,0 24 0,25-24 15,-25 0-15,25 25 0,-25-25 0,24 0 0,-24 25 16,25-25-16,-25 0 0,25 0 0,-25 25 0,25-25 15,-25 0-15,25 0 0,-25 0 0,24 0 0,-24 0 0,25-25 16,-25 25-16,25 0 0,-25 0 0,25-25 0,-25 25 16</inkml:trace>
  <inkml:trace contextRef="#ctx0" brushRef="#br0" timeOffset="59514.404">7565 8235 0,'0'0'0,"0"0"0,0-25 16,0 25-16,0 0 0,0-24 0,-24 24 0,24 0 0,0 0 15,0-25-15,0 25 0,0 0 0,0 0 0,0 0 16,0 0-16,0 0 0,24 0 0,-24 25 0,0-25 0,0 0 16,0 24-16,0-24 0,0 25 0,0 0 0,0-25 15,0 25-15,0 0 0,0-1 0,0 1 0,0-25 16,0 25-16,0 0 0,0 0 0,25-1 0,-25-24 15,0 25-15,0 0 0,0 0 0,0-25 0,0 25 0,0-1 16,0-24-16,25 25 0,-25 0 0,0-25 0,0 25 16,0-25-16,0 0 0,0 25 0,0-25 0,0 0 0,0 0 15,0 0-15,0 0 0,0 0 0,0 0 0,-25 0 16,25 0-16,0 0 0,0 0 0,0-25 0,0 25 0,-25 0 15,25-25-15,0 25 0</inkml:trace>
  <inkml:trace contextRef="#ctx0" brushRef="#br0" timeOffset="59730.4164">7417 8062 0,'0'0'0,"0"0"0,0 0 0,0-25 0,0 25 0,0 0 15,0 0-15,0 0 0,0 0 0,0 0 0,0-25 0,24 25 16,-24 0-16,0 0 0,25 0 0,-25 0 0,25 0 15,-25 0-15,25 0 0,-25 0 0,25 25 0,-25-25 16,24 0-16,-24 0 0,25 25 0,0-25 0,-25 24 0,25-24 16,-25 0-16,25 25 0,-25-25 0,24 25 0,-24 0 15,0-25-15,25 25 0,-25-25 0,0 24 0,0 1 16,0 0-16</inkml:trace>
  <inkml:trace contextRef="#ctx0" brushRef="#br0" timeOffset="59922.4273">7441 8756 0,'-24'0'0,"24"0"0,0 0 0,0 0 0,0 0 15,0 0-15,0 25 0,24-25 0,-24 0 0,0 0 0,25 0 16,-25 0-16,0 0 0,25 0 0,0 0 0,-25-25 16,25 25-16,-1 0 0,-24 0 0,25 0 0,0 0 0,0 0 15,0 0-15,-1 0 0,-24 0 0,25 0 0,0-25 16,0 25-16,0 0 0,-25 0 0,24 0 0,1-25 15,-25 25-15,25 0 0,-25-24 0,25 24 0,-25 0 0,25-25 16,-25 25-16</inkml:trace>
  <inkml:trace contextRef="#ctx0" brushRef="#br0" timeOffset="60225.4447">8111 7838 0,'0'0'0,"0"0"0,0 0 0,0 0 0,0 0 0,0 0 16,0 25-16,25-25 0,-25 0 0,0 25 16,25-25-16,-25 25 0,0-25 0,25 24 0,-25 1 0,24 0 15,-24 0-15,0 0 0,25 0 0,-25-1 0,25 1 0,-25 0 16,0 0-16,25 24 0,-25-24 0,0 0 0,25 25 15,-25-26-15,0 1 0,0 25 0,0-25 0,0 24 16,0-24-16,0 25 0,0-26 0,-25 1 0,25 25 0,0-25 16,-25-1-16,25 26 0,-25-25 0,25 24 0,-25-24 15,1 0-15,24 25 0,-25-26 0,0 26 0,0-25 16,0 0-16,1 0 0,-26-1 0,25 1 0,0 0 0,-24 0 15,24 0-15,-25-1 0,25 1 0,-24-25 0,-1 25 16</inkml:trace>
  <inkml:trace contextRef="#ctx0" brushRef="#br0" timeOffset="60673.4703">4961 8012 0,'0'0'0,"-25"0"0,25 0 16,-25 0-16,25 0 0,-24 0 0,24 0 0,-25 0 16,25 0-16,-25 0 0,25 0 0,-25 25 0,25-25 0,-25 0 15,0 25-15,25-1 0,-24-24 0,24 25 0,-25 0 16,25 0-16,-25 0 0,25 24 0,-25-24 0,25 25 0,0-26 15,0 26-15,0 0 0,0-1 0,0 1 0,0-1 16,0 1-16,0 0 0,25-1 0,-25 1 0,25-1 0,0 26 16,-25-26-16,24-24 0,1 25 0,0 0 0,0-1 15,0-24-15,0 25 0,24-26 0,-24 1 0,25 0 16,-26 0-16,26 0 0,0-1 0</inkml:trace>
  <inkml:trace contextRef="#ctx0" brushRef="#br0" timeOffset="61722.5303">8880 8508 0,'0'0'15,"0"0"-15,-25 0 0,25 0 0,0-25 0,0 25 0,-25 0 16,25 0-16,0-25 0,0 25 0,0 0 0,-24 0 16,24 0-16,0-24 0,0 24 0,0 0 0,0 0 0,0 0 15,0 0-15,0-25 0,0 25 0,0 0 0,0 0 16,0 0-16,0 0 0,24 0 0,-24 0 0,0 0 0,0 0 15,25 0-15,-25 0 0,0 0 0,0 0 0,25 0 16,-25 0-16,0 0 0,25 25 0,-25-25 0,0 24 16,0-24-16,25 25 0,-25 0 0,0-25 0,0 25 0,0 0 15,24-1-15,-24 1 0,0 0 0,0-25 0,0 25 16,0 0-16,0-1 0,0 1 0,0-25 0,0 25 15,-24 0-15,24-25 0,0 25 0,0-25 0,0 24 0,0-24 16,0 0-16,0 25 0,0-25 0,0 0 0,0 0 16,0 0-16,0 0 0,0 0 0,0 0 0,0 0 0,0 0 15,24 0-15,-24 0 0,0 0 0,0-25 0,0 25 16,25 0-16,-25-24 0,0 24 0,25-25 0,-25 25 0,25-25 15,-25 0-15,0 25 0,25-25 0,-25 1 0,25-1 16,-25 0-16,0 25 0,24-25 0,-24 0 0,0 1 16,0 24-16,0-25 0,0 25 0,0-25 0,0 25 0,-24-25 15,24 25-15,0-25 0,0 25 0,0 0 0,0 0 16,0 0-16,0 0 0,0 0 0,0 0 0,0 0 0,0 0 15,0 0-15,0 0 0,0 25 0,0-25 0,0 25 16,0-25-16,0 25 0,0 0 0,0-25 0,24 24 16,-24 1-16,0-25 0,25 25 0,-25 0 0,0-25 0,25 25 15,-25-1-15,25-24 0,0 25 0,-25-25 0,24 25 16,1-25-16,-25 25 0,25-25 0,0 25 0,0-25 15,-1 0-15,1 24 0,0-24 0,0 0 0,24 0 0,-24 25 16,0-25-16,0 0 0,0 0 0,-1 0 0,1 0 0</inkml:trace>
  <inkml:trace contextRef="#ctx0" brushRef="#br0" timeOffset="61960.544">10170 8434 0,'0'0'0,"0"0"16,0-25-16,0 25 0,0 0 0,0 0 0,0 0 16,0 0-16,0 0 0,25 0 0,-25 0 0,0 0 15,25 0-15,-25 0 0,24 0 0,-24 0 0,25 25 0,-25-25 16,25 0-16,0 0 0,-25 0 0,25 0 0,-1 24 15,-24-24-15,25 0 0,0 25 0,-25-25 0,25 0 0,-25 25 16,25-25-16,-25 0 0,0 25 0,24-25 0,-24 25 16,0-25-16</inkml:trace>
  <inkml:trace contextRef="#ctx0" brushRef="#br0" timeOffset="62135.554">10220 8756 0,'0'0'0,"0"0"15,0 0-15,0 0 0,0 25 0,0-25 0,24 0 0,-24 0 16,0-25-16,25 25 0,-25 0 0,25 0 0,0 0 0,0 0 15,-1 0-15,1 0 0,-25 0 0,25 0 0,25 0 16,-26 0-16,1 0 0,0 0 0,0 0 0,0 0 16,-1 0-16,1 0 0,0 0 0,0 0 0,0 0 0,24 0 15,-24 0-15</inkml:trace>
  <inkml:trace contextRef="#ctx0" brushRef="#br0" timeOffset="62532.5767">11485 8434 0,'0'-25'16,"0"25"-16,-25-25 0,25 25 0,0-25 0,-25 25 16,25 0-16,0-25 0,-25 25 0,25 0 0,0-24 0,-25 24 15,25 0-15,0 0 0,-24 0 0,24-25 0,0 25 16,0 0-16,-25 0 0,25 0 0,0 0 0,0 0 0,0 0 15,0 0-15,-25 0 0,25 25 0,0-25 0,0 0 16,0 24-16,0-24 0,0 25 0,0 0 0,0 0 16,0 0-16,0 24 0,0-24 0,0 0 0,0 0 0,0 24 15,0-24-15,0 0 0,0 0 0,0 24 0,25-24 16,-25-25-16,0 25 0,25 0 0,-25-1 0,24-24 0,-24 25 15,25-25-15,-25 0 0,25 0 0,-25 0 0,25 0 16,-25 0-16,25 0 0,-1 0 0,-24-25 0,25 25 0,0-24 16,-25 24-16,25-25 0,0 0 0,-25 0 0,24 0 15,-24 25-15,0-24 0,25-1 0,-25 0 0,0 0 16,0 25-16,0-25 0,0 1 0,0-1 0,0 0 0,-25 25 15,25-25-15,0 0 0,-24 25 0,24-24 0,-25 24 16,25 0-16,0-25 0,-25 25 0,25 0 0,-25 0 0,0 0 16,25-25-16,-24 25 0,24 0 0,-25 0 0,25 0 15,-25 0-15,25 0 0,0 0 0,-25 0 0</inkml:trace>
  <inkml:trace contextRef="#ctx0" brushRef="#br0" timeOffset="64350.6807">13742 8012 0,'0'-25'0,"0"25"0,0 0 0,0-25 0,0 25 16,0 0-16,0 0 0,0 0 0,0 0 0,0 0 0,0 0 15,0 0-15,0 0 0,0 0 0,0 0 0,0 0 16,0 0-16,0 0 0,0 0 0,0 0 0,0 0 0,-25 0 15,25 0-15,0 25 0,0-25 0,0 25 0,0-25 16,0 25-16,0 0 0,0-1 0,0 1 0,0 0 16,0 25-16,0-26 0,-25 1 0,25 25 0,0-25 0,0-1 15,0 26-15,0-25 0,0 0 0,0 24 0,0-24 16,0 0-16,0 0 0,0-1 0,0 1 0,0 0 0,0 0 15,0-25-15,25 25 0,-25-25 0,0 24 0,0-24 16,25 25-16,-25-25 0,0 0 0,25 0 0,-25 0 0,0 0 16,24 0-16,-24 0 0,25-25 0,-25 25 0,25 0 15,-25-24-15,25 24 0,0-25 0,-25 25 0,24-25 16,-24 25-16,25-25 0,-25 0 0,0 25 0,25-24 15,-25-1-15,0 25 0</inkml:trace>
  <inkml:trace contextRef="#ctx0" brushRef="#br0" timeOffset="65178.728">13891 8359 0,'0'0'0,"0"0"0,0 0 0,0 0 0,0 0 0,0 0 16,0 0-16,0 0 0,0 0 0,0 0 0,0 0 15,0 0-15,24 0 0,-24 0 0,0-25 0,25 25 16,-25 0-16,25-24 0,0 24 0,-25 0 0,25-25 0,-1 25 15,-24 0-15,25-25 0,0 25 0,0-25 0,0 25 16,-25-25-16,24 1 0,1 24 0,0-25 0,-25 25 0,25-25 16,-25 0-16,25 25 0,-25-25 0,0 25 0,0-24 15,24 24-15,-24-25 0,0 25 0,-24-25 0,24 25 0,0-25 16,0 25-16,-25-25 0,25 25 0,0-25 0,-25 25 15,25 0-15,-25-24 0,25 24 0,-25 0 0,1-25 16,24 25-16,-25 0 0,25 0 0,-25 0 0,25 0 0,0 0 16,-25 0-16,25 0 0,0 0 0,-25 0 0,25 25 15,0-25-15,0 0 0,-24 0 0,24 24 0,0-24 16,0 0-16,0 25 0,0-25 0,0 25 0,0-25 0,0 25 15,0 0-15,0-25 0,0 25 0,0-1 0,24 1 16,-24 0-16,0 0 0,0 0 0,0-1 0,0-24 0,0 25 16,0 0-16,0 0 0,0 0 0,0-1 0,0 1 15,0 0-15,0 0 0,0 0 0,0-1 0,0 1 16,0-25-16,0 25 0,0 0 0,0 0 0,0-25 0,0 24 15,0-24-15,0 25 0,0-25 0,0 0 0,0 0 16,0 25-16,0-25 0,0 0 0,0 0 0,0 0 0,0 0 16,0 0-16,0 0 0,0 0 0,0 0 0,0-25 15,0 25-15,0 0 0,0 0 0,0-25 0,0 25 16,0-24-16,25 24 0,-25-25 0,0 25 0,0-25 0,0 0 15,0 25-15,25-25 0,-25 1 0,0 24 0,0 0 16,0-25-16,0 25 0,25 0 0,-25-25 0,0 25 0,0 0 16,0 0-16,0 0 0,0 0 0,0 0 0,0 0 15,0 0-15,0 25 0,0-25 0,0 0 0,0 0 0,25 25 16,-25-25-16,0 0 0,0 24 0,0-24 0,0 25 15,0-25-15,0 25 0,0-25 0,0 25 0,0-25 16,0 25-16,0-1 0,0-24 0,0 25 0,0-25 0,0 25 16,0-25-16,0 0 0,24 25 0,-24-25 0,0 0 0,0 25 15,0-25-15,0 0 0,0 0 0,25 0 0,-25 24 16,0-24-16,0 0 0,0 0 0,25 0 0,-25-24 15,0 24-15,0 0 0,25 0 0,-25 0 0,0 0 16,25-25-16,-25 25 0,0 0 0,24-25 0,-24 25 0,0 0 16,0-25-16,25 25 0,-25 0 0,0-25 0,0 1 15,0 24-15,0-25 0,0 25 0,0-25 0,0 25 0,0-25 16,0 0-16,0 25 0,0 0 0,0-24 0,0 24 15,0 0-15,0 0 0,0 0 0,0 0 0,0 0 16,0 0-16,0 0 0,0 0 0,0 24 0,25-24 0,-25 0 16,0 25-16,0-25 0,0 25 0,0-25 0,0 25 15,0-25-15,0 25 0,0-25 0,0 24 0,0-24 0,0 25 16,0-25-16,0 0 0,0 25 0,0-25 0,25 0 15,-25 25-15,0-25 0,0 0 0,0 0 0,0 25 16,0-25-16,25 0 0,-25 0 0,0 0 0,0 0 0,25-25 16,-25 25-16,24 0 0,-24-25 0,25 25 0,-25 0 0,25-25 15,-25 0-15,25 25 0</inkml:trace>
  <inkml:trace contextRef="#ctx0" brushRef="#br0" timeOffset="65363.7386">14560 8012 0,'0'0'0,"0"0"15,0 0-15,0 0 0,0-25 0,0 25 0,0 0 0,0 0 16,25 0-16,-25 0 0,25 0 0,-25 0 0,25 0 16,0 0-16,-1 0 0,-24 0 0,25 0 0,0 0 0,0 0 15,0 0-15,-25 0 0,24 0 0,1 0 0,-25 0 16,25 0-16,-25 0 0,25 25 0,-25-25 0,0 0 0,0 0 15,0 0-15</inkml:trace>
  <inkml:trace contextRef="#ctx0" brushRef="#br0" timeOffset="65579.751">13494 8260 0,'0'0'0,"-25"25"0,25-25 0,0 0 16,0 0-16,0 0 0,0 0 0,0 0 0,25-25 16,-25 25-16,25 0 0,-1 0 0,1 0 0,0 0 15,0 0-15,0 0 0,-1 0 0,1 0 0,25 0 0,-25 0 16,-1 0-16,26 0 0,-25 0 0,24 0 0,-24 25 15,25-25-15,-25 0 0,24 0 0,-24 0 0,25 0 16,-1 25-16</inkml:trace>
  <inkml:trace contextRef="#ctx0" brushRef="#br0" timeOffset="66128.7824">15329 8657 0,'-25'-25'0,"25"25"0,-24 0 15,24-25-15,0 25 0,-25-25 0,25 25 0,0-24 16,0 24-16,0 0 0,0-25 0,0 25 0,0 0 0,0-25 15,0 25-15,0 0 0,25 0 0,-25 0 0,0 0 16,24 0-16,-24 0 0,0 0 0,25 0 0,-25 25 16,25-25-16,-25 0 0,0 25 0,25-25 0,-25 24 0,0-24 15,25 25-15,-25 0 0,0-25 0,0 25 0,0-25 16,0 25-16,0-25 0,0 24 0,0-24 0,0 25 0,0-25 15,0 25-15,-25-25 0,25 25 0,0-25 0,-25 0 16,25 25-16,-25-25 0,25 0 0,-25 24 0,25-24 0,-24 0 16,24 0-16,0 0 0,-25 25 0,25-25 0,0 0 15,0 0-15,0 0 0,0 0 0,0 0 0,0 0 0,0 0 16,0-25-16,0 25 0,25 0 0,-25 0 0,24-24 15,1 24-15,-25-25 0,25 25 0,0-25 0,0 25 16,-25-25-16,25 0 0,-1 25 0,1-24 0,-25-1 0,25 25 16,-25-25-16,25 0 0,-25 25 0,25 0 0,-25-25 15,0 25-15,0 0 0,0 0 0,0 0 0,0 0 0,0 0 16,0 0-16,0 0 0,0 0 0,0 25 15,0-25-15,0 0 0,0 25 0,0-25 0,0 25 0,0-25 16,0 25-16,0-25 0,0 24 0,0-24 0,0 0 0,0 25 16,0-25-16,24 25 0,-24-25 0,0 0 0,25 25 15,-25-25-15,25 0 0,-25 0 0,25 0 0,-25 0 0,25 25 16,-1-25-16,1 0 0,-25 0 0,25-25 0,0 25 15,0 0-15,-1 0 0,1 0 0,25 0 0,-25 0 0,-1 0 16,1 0-16</inkml:trace>
  <inkml:trace contextRef="#ctx0" brushRef="#br0" timeOffset="66546.8063">17413 8682 0,'0'0'0,"0"0"16,0 0-16,0-25 0,0 25 0,-25-25 0,25 25 15,0 0-15,0-25 0,0 25 0,-25 0 0,25-25 0,0 25 16,0-24-16,-25 24 0,25-25 0,-24 25 0,24-25 16,0 25-16,-25 0 0,25-25 0,-25 25 0,25 0 0,-25 0 15,25-25-15,-25 25 0,1 0 0,24 0 0,-25 25 16,0-25-16,25 0 0,-25 0 0,25 25 0,-25-25 15,25 25-15,-24-25 0,24 25 0,-25-25 0,25 24 0,0 1 16,-25-25-16,25 25 0,0 0 0,0-25 0,0 25 16,0-25-16,25 24 0,-25-24 0,0 25 0,25-25 15,-25 25-15,24-25 0,-24 0 0,25 25 0,-25-25 0,25 0 16,0 0-16,0 0 0,-1 0 0,1 0 0,0 0 15,0 0-15,0 0 0,-1-25 0,1 25 0,0 0 0,0-25 16,0 25-16,-25-25 0,24 1 0,1 24 0,-25-25 16,25 0-16,-25 0 0,25 0 0,-25 1 0,0-1 0</inkml:trace>
  <inkml:trace contextRef="#ctx0" brushRef="#br0" timeOffset="66750.8179">17537 8111 0,'-25'-25'0,"25"25"0,0 0 0,0 0 0,0 0 0,0 0 16,-25 0-16,25 0 0,0 0 0,0 0 0,0 25 15,0-25-15,0 25 0,0-25 0,0 25 0,0 0 16,0-25-16,0 24 0,0 1 0,0 0 0,0 0 15,0 0-15,0-1 0,0 1 0,0 0 0,0 0 0,0 0 16,0-1-16,0 1 0,0 0 0,0 25 0,0-26 16,0 1-16,0-25 0,0 25 0,0 0 0,0 0 0,0-1 15,0-24-15,0 25 0,0 0 0,0-25 0,0 25 16,0-25-16,0 25 0,0-25 0,25 0 0,-25 0 15,0 0-15,0 0 0,25 0 0,-25 0 0,25 0 0,-25 0 16,0-25-16</inkml:trace>
  <inkml:trace contextRef="#ctx0" brushRef="#br0" timeOffset="67543.8633">17686 8508 0,'0'-25'0,"0"25"0,0 0 0,0-25 0,0 25 16,0 0-16,0 0 0,0-24 0,0 24 0,0 0 0,0 0 16,0 0-16,0 0 0,0 0 0,0 0 0,0 0 15,0 24-15,0-24 0,0 0 0,0 25 0,0-25 16,0 25-16,0-25 0,0 25 0,0-25 0,0 25 15,0-1-15,0-24 0,0 25 0,0-25 0,0 25 0,25 0 16,-25-25-16,0 25 0,0-25 0,0 0 0,0 24 0,0-24 16,0 0-16,24 25 0,-24-25 0,0 0 15,0 0-15,0 0 0,0 0 0,25 25 0,-25-25 0,0 0 16,0-25-16,25 25 0,-25 0 0,0 0 0,25 0 15,-25 0-15,0-25 0,25 25 0,-25 0 0,0-24 0,24 24 16,-24 0-16,0-25 0,25 25 0,-25-25 0,0 25 16,0-25-16,25 25 0,-25-25 0,0 25 0,0-24 0,0 24 15,0-25-15,0 25 0,0-25 0,0 25 0,0 0 0,0-25 16,0 25-16,0 0 0,0 0 0,0 0 0,0 0 15,0 0-15,0 0 0,0 0 0,0 0 0,0 0 16,0 0-16,0 25 0,0-25 0,0 0 0,0 25 0,0-25 16,0 25-16,0-25 0,0 24 0,0-24 0,0 25 15,0-25-15,0 25 0,0 0 0,0-25 0,0 25 0,25-25 16,-25 24-16,0-24 0,0 25 0,0-25 0,0 25 15,0-25-15,0 25 0,25-25 0,-25 0 0,0 0 16,0 0-16,0 25 0,24-25 0,-24 0 0,0 0 0,25 0 16,-25 0-16,0 0 0,25-25 0,-25 25 0,25 0 15,-25 0-15,0-25 0,25 25 0,-25 0 0,24-25 0,-24 25 16,25-25-16,-25 25 0,0-24 0,25 24 0,-25-25 15,0 25-15,0-25 0,0 25 0,0-25 0,0 0 16,0 25-16,0-24 0,0 24 0,0-25 0,0 0 0,0 25 16,0 0-16,0-25 0,0 25 0,0 0 0,0 0 15,0 0-15,0 0 0,0 0 0,0 0 0,0 0 0,0 0 16,0 0-16,0 0 0,0 0 0,0 25 0,0-25 15,0 25-15,0-25 0,0 0 0,0 25 0,0-25 0,0 24 16,0-24-16,0 25 0,0-25 0,25 25 0,-25-25 16,0 0-16,0 25 0,0-25 0,0 0 0,0 25 15,25-25-15,-25 0 0,0 0 0,0 24 0,0-24 0,24 0 16,-24 0-16,0 0 0,25 0 0,-25 0 0,0 0 15,25 0-15,-25 0 0,0 0 0,25 0 0,-25-24 16,0 24-16,25 0 0,-25 0 0,0-25 0,0 25 0,24-25 16,-24 25-16,0-25 0,0 25 0,0-25 0,0 25 15,0-24-15,0-1 0,0 25 0,-24-25 0,24 0 0,0 0 16,0 25-16,0-24 0,0-1 0,-25 25 0,25-25 15,0 25-15,0 0 0,0 0 0,0 0 0,-25 0 0,25 0 16,0 0-16,0 0 0,0 0 0,0 0 0,-25 25 16,25-25-16,0 0 0,0 25 0,0-25 0,0 0 15,0 24-15,0-24 0,0 25 0,0-25 0,0 0 0,0 25 16,0-25-16,0 0 0,0 25 0,0-25 0,0 0 15,25 0-15,-25 25 0,0-25 0,0 0 0,25 0 0,-25 0 16,25 0-16,-25 0 0,24 0 0,-24 0 0</inkml:trace>
  <inkml:trace contextRef="#ctx0" brushRef="#br0" timeOffset="67793.8776">18777 8483 0,'0'0'0,"0"0"0,0 0 0,25-25 0,-25 25 16,0 0-16,0-24 0,0 24 0,0 0 0,0 0 15,0-25-15,-25 25 0,25 0 0,0 0 0,0 0 0,-25 0 16,25 0-16,0 0 0,-24 0 0,24 0 0,0 0 15,-25 0-15,25 25 0,-25-25 0,25 0 0,-25 0 0,25 24 16,0-24-16,-25 25 0,25-25 0,0 25 0,0-25 16,0 25-16,-24 0 0,24-25 0,0 24 0,0-24 0,0 25 15,0-25-15,24 25 0,-24-25 0,0 25 0,0-25 16,25 25-16,-25-25 0,0 0 0,25 24 0,-25-24 15,25 0-15,-25 0 0,25 25 0,-25-25 0,0 0 0,24 0 16,-24 0-16,25 0 0,-25-25 0,0 25 0,0 0 16,0 0-16,0-24 0,0 24 0,0-25 0,0 25 0,-25-25 15</inkml:trace>
  <inkml:trace contextRef="#ctx0" brushRef="#br0" timeOffset="67978.8882">18529 8260 0,'0'-25'0,"-25"25"0,25 0 0,0-25 0,0 25 0,0 0 15,0 0-15,0 0 0,0 0 0,0 0 16,25 0-16,-25 0 0,0 0 0,0 0 0,0 0 0,25 0 15,-25 25-15,0-25 0,25 0 0,-25 0 0,0 25 0,0-25 16,0 0-16,0 25 0,0-25 0,0 25 0,0-25 0,0 0 16,0 24-16,0-24 0,0 25 0,-25-25 15,25 0-15,0 0 0,-25 25 0,25-25 0,-25 0 0,0 0 16,1 0-16,24 0 0,-25 0 0,0 0 0,0 0 15</inkml:trace>
  <inkml:trace contextRef="#ctx0" brushRef="#br0" timeOffset="68174.8994">18008 8136 0,'0'0'0,"0"-25"0,0 25 0,0 0 0,0 0 16,0 0-16,0-25 0,0 25 0,0 0 0,0 0 0,25 0 0,-25 0 16,0 0-16,0 0 0,25-24 0,-25 24 0,0 0 15,0 0-15,25 0 0,-25 0 0,0 24 0,0-24 16,24 0-16,-24 0 0,0 25 0,0-25 0,0 25 15,0-25-15,0 25 0,0 0 0,0-1 0,0 1 0,0 0 16,-24 0-16,24 0 0,0-1 0,-25 1 0,25 25 0,-25-25 16,25-1-16,-25 26 0</inkml:trace>
  <inkml:trace contextRef="#ctx0" brushRef="#br0" timeOffset="68324.908">17785 9029 0,'-25'25'16,"25"-25"-16,0 0 0,0 25 0,0-25 0,-25 0 0,25 0 0,0 0 0,0 0 0,0 0 0,0 0 15,0 0-15,0 0 0,0 0 0,0 0 0,0 0 16,0 0-16,0 0 0,0 0 0,0 0 0,0 0 0,0-25 15,0 25-15,0 0 0,0-25 0,0 0 0,-24 25 16,24-25-16,-25 0 0,25 1 0,-25-1 0</inkml:trace>
  <inkml:trace contextRef="#ctx0" brushRef="#br0" timeOffset="68485.917">17115 8186 0,'0'0'0,"-25"0"16,25-25-16,0 25 0,0 0 0,25 0 0,-25 0 15,0 0-15,25 0 0,-25 0 0,25 0 0,-25 0 0,25-25 16,-1 25-16,1 0 0,0 0 0,0 0 0,0 0 15,-1 0-15,1 0 0,0-25 0,0 25 0,0 0 16,-1 0-16,26 25 0,-25-25 0,0 0 0,0 0 16,24 0-16,-24 25 0,25-25 0</inkml:trace>
  <inkml:trace contextRef="#ctx0" brushRef="#br0" timeOffset="69530.977">19571 8533 0,'-25'0'0,"25"-25"0,0 25 0,-25 0 0,25-25 15,0 25-15,-25-25 0,25 25 0,0-24 0,-24 24 16,24 0-16,-25-25 0,25 25 0,0 0 0,-25 0 0,25 0 16,-25 0-16,25 0 0,0 0 0,-25 0 0,25 0 15,0 0-15,-24 0 0,24 25 0,0-25 0,0 24 0,-25-24 16,25 25-16,0-25 0,0 25 0,0-25 0,0 25 15,0-25-15,0 25 0,0-25 0,0 24 0,0-24 0,25 0 16,-25 25-16,0-25 0,0 0 0,0 0 0,24 25 16,-24-25-16,0 0 0,25 0 0,-25 0 0,0 0 15,25 0-15,-25 0 0,25 0 0,-25 0 0,25 0 0,-25 0 16,24 0-16,-24 0 0,0-25 0,25 25 0,-25 0 15,25 0-15,-25-25 0,0 25 0,0 0 0,0-24 0,0 24 16,0-25-16,0 25 0,0-25 0,0 25 0,0-25 16,0 25-16,0-25 0,-25 25 0,25 0 0,0-24 15,0 24-15,0 0 0,0 0 0,-25 0 0,25 0 0,0 24 16,0-24-16,0 25 0,-24-25 0,24 25 0,0 0 15,0 0-15,0-1 0,0 1 0,0 0 0,0 0 0,0 0 16,0 24-16,0-24 0,0 0 0,0 0 0,0-1 16,0 1-16,0 25 0,0-25 0,24-1 0,-24 1 15,0 0-15,0-25 0,0 25 0,0 0 0,0 0 0,0-25 16,-24 24-16,24-24 0,0 25 0,0-25 0,0 25 15,0-25-15,0 0 0,-25 0 0,25 0 0,0 0 0,0 0 16,-25 0-16,25 0 0,0 0 0,-25 0 0,25-25 16,0 25-16,0 0 0,-25-25 0,25 25 0,0 0 0,0-24 15,0 24-15,0-25 0,0 25 0,0-25 0,0 0 16,25 25-16,-25-25 0,0 25 0,25-25 0,-25 25 15,0-24-15,25-1 0,0 25 0,-25-25 0,24 25 0,-24-25 16,25 25-16,0-25 0,0 25 0,0-24 0,-25 24 16,25-25-16,-1 25 0,1-25 0,0 25 0,0-25 0,0 25 15,-1-25-15,1 25 0,0-24 0,0 24 0,0-25 16,-1 25-16,-24-25 0,25 25 0,-25 0 0,0-25 15,0 25-15,0-25 0,25 25 0,-25 0 0,-25-24 0,25 24 16,0 0-16,0-25 0,0 25 0,0 0 0,-25 0 16,25-25-16,0 25 0,0 0 0,-24-25 0,24 25 0,0 0 15,-25 0-15,25 0 0,0 0 0,0 0 0,-25 0 16,25 0-16,0 0 0,0 0 0,-25 0 0,25 0 15,0 25-15,0-25 0,0 0 0,0 25 0,-25 0 0,25-25 16,0 24-16,0 1 0,0-25 0,0 25 0,25 0 0,-25-25 16,0 25-16,0-1 0,0-24 0,25 25 0,-25-25 15,0 25-15,0-25 0,25 25 0,-25-25 0,0 0 16,25 0-16,-25 25 0,0-25 0,24 0 0,-24 0 0,0 0 15,25 0-15,-25 0 0,0 0 0,25-25 0,-25 25 16,0 0-16,0-25 0,25 25 0,-25 0 0,0-25 0,0 25 16,0-25-16,0 25 0,0 0 0,0-24 0,0 24 15,0-25-15,0 25 0,0-25 0,0 0 0,0 25 16,0-25-16,-25 25 0,25-24 0,0 24 0,0-25 15,0 25-15,0-25 0,0 25 0,0 0 0,0 0 0,0-25 16,25 25-16,-25 0 0,0 0 0,0 0 0,0 0 0,25 0 16,-25 0-16,0 0 0,24 0 0,-24 0 0,0 0 15,25 0-15,-25 25 0,25-25 0,-25 25 0,0-25 16,0 25-16,25-25 0,-25 24 0,0 1 0,0-25 0,0 25 15,0-25-15,0 25 0,0 0 0,0-25 0,0 24 16,0-24-16,0 0 0,0 25 0,0-25 0,0 0 0,-25 0 16,25 25-16,0-25 0,0 0 0,0 0 0,0-25 15,0 25-15,0 0 0,0 0 0,0-25 0,0 25 0,0 0 16,0-24-16</inkml:trace>
  <inkml:trace contextRef="#ctx0" brushRef="#br0" timeOffset="69679.9855">20315 8260 0,'0'0'0,"0"0"0,0-25 0,0 25 0,25 0 0,-25 0 15,0 0-15,0 25 0,0-25 0,0 0 0,0 0 16,0 0-16,25 0 0,-25 25 0,0-25 0,0 25 0,0-25 16,0 24-16,0-24 0,0 25 0,0 0 0,0-25 15,0 25-15,0 0 0,0-1 0,0 1 0,0 0 0</inkml:trace>
  <inkml:trace contextRef="#ctx0" brushRef="#br0" timeOffset="69822.9935">20216 9004 0,'0'0'15,"-25"25"-15,25-25 0,0 25 0,0-25 0,0 0 16,0 0-16,0 0 0,0 0 0,0 0 0,0 0 0,0 0 15,0 0-15,0 0 0,0 0 0,0-25 0,0 25 16,0 0-16,0 0 0,0-25 0,0 25 0,0 0 0,0 0 16,0-25-16,0 25 0,25 0 0,-25-25 0,0 25 15,0 0-15</inkml:trace>
  <inkml:trace contextRef="#ctx0" brushRef="#br0" timeOffset="70532.0342">21605 7962 0,'-25'0'0,"25"-25"0,0 25 0,-25-24 0,25 24 0,0 0 16,-25-25-16,25 25 0,-24 0 0,24 0 0,0 0 15,-25 0-15,25 25 0,0-25 0,0 24 0,-25-24 0,25 25 16,0 0-16,0 0 0,0 0 0,-25 0 0,25-1 15,0 1-15,0 0 0,0 25 0,0-26 0,0 26 0,0-25 16,0 0-16,0 24 0,0-24 0,0 25 0,0-26 16,0 1-16,-25 25 0,25-25 0,0-1 0,0 1 15,0 0-15,0 0 0,0 0 0,0-1 0,0-24 0,0 25 16,0 0-16,0-25 0,0 0 0,0 25 0,0-25 15,0 0-15,0 0 0,0 0 0,0 0 0,0 0 16,25 0-16,-25 0 0,0 0 0,0 0 0,25-25 0,-25 25 16,0-25-16,25 25 0,-25-25 0,25 25 0,-25-24 15,24 24-15,-24-25 0,0 25 0,25-25 0,-25 25 16,25-25-16,-25 25 0,0-25 0,25 25 0,-25-24 0,0 24 15,25-25-15,-25 25 0,0 0 0,0-25 0,0 25 16,0 0-16,0-25 0,0 25 0,0 0 0,0 0 0,0 0 16,0 0-16,0 0 0,0 0 0,0 0 0,0 0 15,0 0-15,0 0 0,0 25 0,0-25 0,-25 0 0,25 25 16,0-25-16,0 25 0,0-25 0,0 0 0,0 24 15,0-24-15,0 25 0,0-25 0,0 0 0,0 25 0,0-25 16,0 0-16,0 0 0,0 0 0,0 25 0,0-25 16,0 0-16,0 0 0,0 0 0,25 0 0,-25 0 0,0 0 15,0 0-15,0 0 0,0 0 0,0 0 0,0 0 16,0 0-16,0 0 0,24 0 0,-24 0 0,0 0 15,0 0-15,0-25 0,0 25 0,25 0 0,-25 0 0,0-25 16,0 25-16,0 0 0,25-25 0,-25 25 0,0 0 16,0-24-16,0 24 0,0 0 0,0 0 0,0 0 15,0 0-15,0 0 0,0 0 0,0 24 0,0-24 0,0 0 16,0 25-16,0-25 0,0 0 0,0 25 0,0-25 15,0 25-15,0-25 0,0 0 0,0 25 0,0-25 0,0 24 16,0-24-16,0 0 0,0 0 0,0 0 0,0 0 16,0 0-16,0 0 0,0 0 0,0 0 0,0 0 0,0 0 15,0-24-15,0 24 0,0 0 0</inkml:trace>
  <inkml:trace contextRef="#ctx0" brushRef="#br0" timeOffset="70682.0426">21605 8260 0,'-25'-25'0,"25"25"0,0 0 0,0 0 16,0 0-16,0 0 0,25 0 0,-25 0 0,0 0 15,25 0-15,-25 0 0,24 0 0,-24 0 0,25 0 0,0 0 16,-25 0-16,25 0 0,0 0 0,0 0 0,-1 0 16,1 0-16,-25 25 0,25-25 0,0 0 0,0 0 0,-1 0 15,-24 0-15</inkml:trace>
  <inkml:trace contextRef="#ctx0" brushRef="#br0" timeOffset="71089.0661">22423 8483 0,'0'0'0,"-24"-25"0,24 25 0,0-24 16,0 24-16,0 0 0,0-25 0,0 25 0,0-25 0,0 25 15,0-25-15,0 25 0,0 0 0,0-25 0,0 25 16,0 0-16,0 0 0,0 0 0,0 0 0,0 0 15,0 0-15,24 0 0,-24 0 0,0 0 0,0 25 0,0-25 16,0 25-16,25 0 0,-25-25 0,0 25 0,0-1 16,0 1-16,0 0 0,0 0 0,0 0 0,0-25 0,0 24 15,0 1-15,0 0 0,25-25 0,-25 25 0,0-25 16,0 25-16,0-25 0,0 0 0,0 24 0,0-24 0,0 0 15,0 0-15,25 0 0,-25 0 0,0 0 0,0 0 16,0 0-16,25 0 0,-25 0 0,0 0 0,24-24 16,-24 24-16,0 0 0,25-25 0,-25 25 0,0-25 0,25 25 15,-25-25-15,0 25 0,25-25 0,-25 25 0,0-24 16,0-1-16,0 25 0,25-25 0,-25 25 0,0-25 15,0 25-15,0-25 0,0 25 0,0 0 0,0 0 0,0-24 16,0 24-16,0 0 0,0 0 0,0 24 0,0-24 16,0 0-16,0 0 0,0 0 0,0 25 0,24-25 0,-24 0 15,0 25-15,0-25 0,0 0 0,25 25 0,-25-25 16,0 25-16</inkml:trace>
  <inkml:trace contextRef="#ctx0" brushRef="#br0" timeOffset="71426.0853">22771 8657 0,'0'0'0,"0"25"16,0-25-16,0 0 0,0 0 0,0 0 0,0 0 0,0 0 15,0 0-15,0 0 0,0 0 0,25 0 0,-25 0 0,0 0 16,24 0-16,-24 0 0,0 0 0,25-25 0,-25 25 15,25 0-15,-25 0 0,25 0 0,-25-25 0,25 25 16,-25 0-16,24 0 0,-24 0 0,0-25 0,25 25 16,-25 0-16,0-25 0,0 25 0,0 0 0,0-24 0,0 24 15,0 0-15,-25-25 0,25 25 0,0-25 0,0 25 16,0 0-16,-24-25 0,24 25 0,0 0 0,-25-25 0,25 25 15,0 0-15,0 0 0,-25 0 0,25 0 0,0 0 16,-25 0-16,25 0 0,0 0 0,0 0 0,-25 25 16,25-25-16,0 0 0,0 25 0,0-25 0,-24 25 0,24-25 15,0 25-15,0-25 0,0 24 0,0-24 0,0 25 0,0-25 16,0 25-16,0-25 0,0 25 0,24-25 15,-24 25-15,0-25 0,0 24 0,0-24 0,0 25 0,25-25 16,-25 25-16,0-25 0,0 0 0,25 25 0,-25-25 16,25 0-16,-25 25 0,25-25 0,-25 0 0,24 24 0,1-24 15,-25 0-15,25 0 0,0 0 0,0 0 0,-1 0 0,1 0 16,-25 0-16,25 0 0,0 0 0,0 0 0,-1-24 15,1 24-15,0 0 0,0-25 0,-25 25 0,25 0 16</inkml:trace>
  <inkml:trace contextRef="#ctx0" brushRef="#br0" timeOffset="71662.0987">23416 8607 0,'0'-25'0,"0"25"0,0-24 0,0-1 0,0 25 0,0-25 16,0 25-16,-25-25 0,25 25 0,0 0 0,0-25 15,-25 25-15,25 0 0,0 0 0,0-24 0,-25 24 16,25 0-16,0 0 0,-25 0 0,25 0 0,0 0 0,0 0 16,-24 0-16,24 0 0,0 0 0,0 0 0,-25 0 15,25 24-15,0-24 0,0 0 0,0 25 0,-25-25 0,25 25 16,0-25-16,0 25 0,0 0 0,0-25 0,0 24 15,0 1-15,0 0 0,0-25 0,25 25 0,-25 0 0,0-25 16,25 24-16,-25 1 0,0-25 0,24 25 0,-24 0 16,25-25-16,0 25 0,-25-25 0,25 0 0,0 24 15,-1-24-15,-24 0 0,25 0 0,0 0 0,0 0 0,0 0 16,-25 0-16,24 0 0,1-24 0,0 24 0,0-25 15,0 25-15,-25-25 0,24 0 0,1 25 0,-25-25 16,25 1-16</inkml:trace>
  <inkml:trace contextRef="#ctx0" brushRef="#br0" timeOffset="71871.1108">23788 8062 0,'0'-25'0,"0"25"0,0 0 0,0-25 0,-25 25 16,25 25-16,0-25 0,0 0 0,-25 0 0,25 25 0,0-25 16,0 24-16,-25 1 0,25 0 0,0-25 0,0 25 15,0 0-15,0-1 0,0 1 0,0 0 0,0 0 0,0 0 16,0-1-16,0 1 0,0 25 0,0-25 0,25-1 15,-25 1-15,0 0 0,0 0 0,0 0 0,0-1 0,0-24 16,0 25-16,0 0 0,25 0 0,-25-25 0,0 25 16,0-25-16,0 24 0,0-24 0,-25 0 0,25 25 0,0-25 15,0 0-15,0 0 0,-25-25 0,25 25 0,0 0 16,-25 0-16,25-24 0</inkml:trace>
  <inkml:trace contextRef="#ctx0" brushRef="#br0" timeOffset="72215.1305">23589 8508 0,'0'-25'0,"0"0"0,0 25 16,0-24-16,0 24 0,0 0 0,0-25 0,0 25 15,0 0-15,0 0 0,25 0 0,-25-25 0,0 25 0,25 0 16,-25 0-16,25 0 0,-25 0 0,24 0 0,1 0 15,-25 0-15,25 0 0,0 0 0,-25 0 0,25 25 16,-25-25-16,24 0 0,-24 25 0,0-25 0,25 0 0,-25 24 16,0-24-16,0 25 0,0 0 0,0-25 0,0 25 15,0 0-15,0-25 0,0 24 0,0 1 0,0-25 0,0 25 16,-25 0-16,25-25 0,0 25 0,0-25 0,0 24 15,0-24-15,0 25 0,0-25 0,0 0 0,0 0 0,0 25 16,0-25-16,0 0 0,0 0 0,0 25 0,25-25 16,-25 0-16,0 0 0,0 0 0,25 0 0,-25 0 0,25 0 15,-25-25-15,25 25 0,-25 0 0,25 0 0,-25-25 16,24 25-16,-24-25 0,25 25 0,-25-24 0,25 24 0,-25-25 15,0 0-15,0 25 0,0-25 0,0 0 0,0 25 16,0-24-16,0-1 0,0 25 0,0-25 0,0 25 16,0 0-16,0-25 0,0 25 0,-25 0 0,25 0 0,0-25 15,0 25-15,-25 0 0,25 0 0,0 0 0,0 0 16,-24 0-16,24 0 0,0 0 0,0 0 0,0 0 15,0-24-15,-25 24 0,25 0 0,0 0 0,0 0 0,0-25 16,0 25-16,0 0 0,0 0 0</inkml:trace>
  <inkml:trace contextRef="#ctx0" brushRef="#br0" timeOffset="72383.1401">24036 8161 0,'0'0'0,"25"0"0,-25 0 0,0 0 16,0 0-16,24 0 0,-24 25 0,25-25 0,-25 0 0,25 0 15,-25 24-15,25-24 0,-25 25 0,25-25 0,-25 25 16,24-25-16,-24 25 0,0 0 0,25-25 0,-25 24 0,0-24 15,0 25-15,0-25 0,0 25 0,0-25 0,0 25 16,-25-25-16,25 0 0,-24 25 0,24-25 0,-25 0 16,0 24-16,0-24 0</inkml:trace>
  <inkml:trace contextRef="#ctx0" brushRef="#br0" timeOffset="72812.1646">25028 8806 0,'0'0'0,"0"0"16,0 0-16,0 0 0,0 0 0,0 0 0,0 0 15,0 0-15,-25 0 0,25-25 0,0 25 0,0 0 0,0 0 16,0 0-16,0-25 0,0 25 0,-25 0 0,25-25 16,0 25-16,0 0 0,0-25 0,0 25 0,25-24 0,-25 24 15,0-25-15,0 25 0,0-25 0,0 25 0,0-25 16,0 25-16,25 0 0,-25-25 0,0 25 0,0 0 15,0 0-15,0 0 0,0 0 0,25 0 0,-25 0 0,0 0 16,0 0-16,25 0 0,-25 0 0,0 0 0,24 0 16,-24 0-16,0 0 0,25 0 0,-25 25 0,0-25 0,25 0 15,-25 25-15,0-25 0,0 0 0,25 25 0,-25-25 16,0 25-16,0-25 0,0 24 0,0-24 0,25 25 15,-25-25-15,0 25 0,0-25 0,0 0 0,0 25 0,0-25 16,0 25-16,-25-25 0,25 0 0,0 24 0,0-24 16,0 0-16,0 0 0,0 0 0,0 0 0,0 0 0,0 0 15,0 0-15,25 0 0,-25 0 0,0 0 0,0 0 16,24-24-16,-24 24 0,0 0 0,25-25 0</inkml:trace>
  <inkml:trace contextRef="#ctx0" brushRef="#br0" timeOffset="73290.192">25425 8558 0,'25'-25'15,"-25"25"-15,0-25 0,0 0 0,0 25 0,0-25 16,24 25-16,-24-24 0,0 24 0,0 0 0,0 0 0,0-25 15,0 25-15,0 0 0,0 0 0,0 0 0,0 0 16,0 0-16,0 0 0,0 25 0,0-25 0,0 0 16,0 24-16,0-24 0,0 25 0,0 0 0,0-25 0,0 25 15,0 0-15,0-1 0,0-24 0,0 25 0,0 0 16,0 0-16,0-25 0,0 25 0,0-1 0,0-24 15,0 25-15,0 0 0,0-25 0,0 25 0,0-25 0,0 25 16,0-25-16,0 24 0,0-24 0,25 25 0,-25-25 16,0 0-16,0 0 0,0 25 0,0-25 0,0 0 0,25 0 15,-25 0-15,0 0 0,0 0 0,25 0 0,-25 0 16,0 0-16,25-25 0,-25 25 0,24 0 0,1 0 0,-25-25 15,25 25-15,-25-24 0,25 24 0,-25-25 0,25 25 16,-25-25-16,24 25 0,-24-25 0,0 25 0,25-25 16,-25 25-16,0-24 0,0-1 0,0 25 0,25-25 0,-25 25 15,0-25-15,0 25 0,0 0 0,0-25 0,-25 25 0,25 0 16,0-24-16,0 24 0,0 0 0,0 0 0,0 0 15,-25 0-15,25 0 0,0 0 0,0 0 0,0 0 16,0 0-16,0 0 0,0 0 0,0 0 0,0 0 0,0 24 16,-24-24-16,24 0 0,0 0 0,0 25 0,0-25 15,0 25-15,0-25 0,0 25 0,0-25 0,0 25 0,0-25 16,24 24-16,-24-24 0,0 0 0,0 25 0,0-25 15,0 25-15,0-25 0,0 25 0,25-25 0,-25 25 16,0-25-16,0 0 0,25 24 0,-25-24 0,0 0 0,0 25 16,25-25-16,-25 0 0,0 0 0,25 0 0,-25 0 15,24 0-15,-24 0 0,0 0 0,25 0 0,-25 0 0,25-25 16,-25 25-16,25 0 0,-25-24 0,25 24 0,-25 0 15,0-25-15,0 0 0</inkml:trace>
  <inkml:trace contextRef="#ctx0" brushRef="#br0" timeOffset="73653.2125">25995 8558 0,'0'0'0,"0"-25"0,0 25 15,0-25-15,0 25 0,0 0 0,0 0 0,0 0 0,0 0 16,0 0-16,0 0 0,0 0 0,0 0 0,0 25 15,0-25-15,0 0 0,25 25 0,-25-25 0,0 24 0,0 1 16,0-25-16,0 25 0,0-25 0,0 25 0,0 0 16,0-25-16,25 24 0,-25-24 0,0 25 0,0-25 15,0 25-15,0-25 0,0 25 0,0-25 0,0 0 0,0 25 16,0-25-16,0 0 0,0 0 0,0 0 0,0 0 15,0 0-15,0 0 0,0 0 0,0 0 0,0 0 16,0 0-16,0 0 0,0 0 0,0 0 0,0-25 0,0 25 16,0 0-16,0-25 0,0 25 0,0-25 0,0 25 15,25-25-15,-25 1 0,0 24 0,25-25 0,-25 0 0,0 0 16,24 25-16,-24-25 0,0 1 0,25 24 0,-25-25 15,0 25-15,25-25 0,-25 25 0,25 0 0,-25 0 0,0 0 16,0 0-16,25 0 0,-25 0 0,0 25 0,0-25 16,24 25-16,-24-25 0,0 24 0,0-24 0,0 25 15,0-25-15,0 25 0,0-25 0,0 25 0,0-25 0,0 25 16,0-25-16,0 24 0,0-24 0,0 25 0,25-25 15,-25 0-15,0 25 0,0-25 0,0 25 0,0-25 0,25 0 16,-25 0-16,0 25 0,25-25 0,-25 0 0,25 0 16,-25 0-16,24 0 0,-24 0 0,25 0 0,-25 0 0,25 0 15,-25-25-15,25 25 0,-25 0 0</inkml:trace>
  <inkml:trace contextRef="#ctx0" brushRef="#br0" timeOffset="74109.2387">26516 8582 0,'-25'-24'0,"25"24"0,0-25 16,0 25-16,0 0 0,0-25 0,0 25 0,0 0 15,-24 0-15,24-25 0,0 25 0,0 0 0,0 0 0,-25 25 16,25-25-16,0 0 0,-25 0 0,25 25 0,0-25 15,-25 0-15,25 25 0,0-25 0,-25 24 0,25-24 0,0 25 16,0-25-16,0 25 0,0-25 0,0 25 0,0-25 16,0 0-16,0 25 0,0-25 0,0 24 0,0-24 0,0 0 15,0 25-15,0-25 0,25 0 0,-25 25 0,0-25 16,25 0-16,-25 0 0,0 0 0,25 0 0,-25 0 15,25 0-15,-25 0 0,0 0 0,24-25 0,-24 25 0,25 0 16,-25-25-16,0 25 0,25 0 0,-25-24 0,0 24 16,0-25-16,25 25 0,-25-25 0,0 25 0,0-25 0,0 25 15,0-25-15,-25 25 0,25-24 0,0 24 0,0 0 16,0 0-16,0 0 0,0 0 0,0 0 0,0 0 0,0 24 15,-25-24-15,25 25 0,0 0 0,0-25 0,0 25 16,0 0-16,0-1 0,0 1 0,0 0 0,0 0 16,0 0-16,0-1 0,0 1 0,0 0 0,0 0 15,0 24-15,0-24 0,0 0 0,0 0 0,25 0 0,-25 0 16,0-1-16,0 1 0,0 0 0,0-25 0,0 25 15,-25 0-15,25-1 0,0-24 0,0 25 0,0-25 0,-25 25 16,25-25-16,0 25 0,0-25 0,-24 0 0,24 25 16,-25-25-16,25 0 0,-25 24 0,25-24 0,-25 0 0,0 0 15,1 0-15,24 25 0,-25-25 0,0 0 0,0 0 16,25 0-16,-25 0 0,1 0 0,24 0 0,-25 0 0,25 0 15,-25 0-15,25 0 0,0-25 0,-25 25 0,25 0 16,-25-24-16,25 24 0,0 0 0,0-25 0,-24 0 16,24 25-16,0-25 0,0 0 0,0 1 0,-25-1 0</inkml:trace>
  <inkml:trace contextRef="#ctx0" brushRef="#br0" timeOffset="74346.2524">25822 8037 0,'0'0'16,"0"-25"-16,0 25 0,0 0 0,0 0 0,24-25 16,-24 25-16,0 0 0,25 0 0,-25 0 0,25 0 0,-25 0 15,25 25-15,-25-25 0,25 0 0,0 0 0,-25 25 16,24-25-16,1 25 0,-25-25 0,25 24 0,0-24 15,-25 25-15,25-25 0,-25 25 0,0-25 0,24 25 0,-24-25 16,0 25-16,0-25 0,25 24 0,-25-24 0,0 0 16,0 0-16,-25 25 0,25-25 0,0 0 0,0 0 15,-24 0-15</inkml:trace>
  <inkml:trace contextRef="#ctx0" brushRef="#br0" timeOffset="74509.2617">25450 7863 0,'0'0'0,"-25"0"0,25 0 0,0 0 15,0-25-15,0 25 0,0 0 0,0 0 0,0 0 0,0 0 16,0 0-16,0 0 0,25 0 0,-25 0 0,24 25 16,-24-25-16,0 0 0,25 0 0,-25 0 0,25 0 15,-25 0-15,25 0 0,-25 0 0</inkml:trace>
  <inkml:trace contextRef="#ctx0" brushRef="#br0" timeOffset="75363.3104">27732 8508 0,'0'0'0,"0"-25"0,0 25 16,-25 0-16,25 0 0,0-25 0,0 25 0,-25 0 15,25 0-15,0 0 0,-25 0 0,25 0 0,0 0 16,-25-24-16,25 48 0,0-24 0,-24 0 0,24 0 0,0 0 15,-25 0-15,25 25 0,0-25 0,0 25 0,-25-25 16,25 25-16,0-25 0,0 25 0,-25-1 0,25-24 0,0 25 16,0 0-16,0 0 0,0 0 0,0-25 0,0 24 15,25 1-15,-25 0 0,0-25 0,25 25 0,-25 0 16,25-25-16,-25 24 0,0-24 0,24 25 0,-24-25 0,25 25 15,0-25-15,-25 0 0,25 0 0,-25 25 0,25-25 0,-1 0 16,-24 0-16,25 0 0,0 0 0,-25-25 0,25 25 16,0 0-16,-25 0 0,24-25 0,-24 25 0,25-25 0,-25 25 15,0-24-15,25 24 0,-25-25 0,0 0 0,0 0 16,0 25-16,0-25 0,0 1 0,0-1 0,0 0 15,0 0-15,0 0 0,0 1 0,0 24 0,0-25 0,0 0 16,0 0-16,0 25 0,0-25 0,0 25 0,0-24 16,0 24-16,0 0 0,0 0 0,0 0 0,0 0 0,0 0 15,0 0-15,0 0 0,0 0 0,0 0 16,0 24-16,0-24 0,0 25 0,0-25 0,0 25 0,0-25 15,0 25-15,0 0 0,0-25 0,0 24 0,0 1 0,0-25 16,0 25-16,0 0 0,0-25 0,0 25 0,0-25 16,25 24-16,-25-24 0,0 25 0,0-25 0,0 25 0,25-25 15,-25 0-15,0 25 0,0-25 0,24 0 0,-24 0 16,25 0-16,-25 0 0,25 0 0,-25 0 0,25 0 15,-25 0-15,25 0 0,-25 0 0,25-25 0,-1 25 0,-24 0 16,25-25-16,-25 25 0,0-25 0,25 25 0,-25-24 16,0 24-16,25-25 0,-25 0 0,0 0 0,0 25 0,0-25 15,0 1-15,0-1 0,0 25 0,0-25 0,0 25 16,0-25-16,0 25 0,0-25 0,0 25 0,0 0 15,0 0-15,0 0 0,0 0 0,0 0 0,0 25 0,0-25 16,-25 0-16,25 25 0,0-25 0,0 25 0,0-25 16,0 25-16,0-1 0,0-24 0,0 25 0,0 0 0,0-25 15,0 25-15,0 0 0,0-25 0,0 24 0,0-24 16,25 25-16,-25-25 0,0 25 0,0-25 0,25 25 0,-25-25 15,24 0-15,-24 25 0,25-25 0,0 0 0,-25 0 16,25 0-16,0 0 0,-25 0 0,24 0 0,1 0 16,-25 0-16,25 0 0,-25-25 0,25 25 0,-25 0 0,0-25 15,25 25-15</inkml:trace>
  <inkml:trace contextRef="#ctx0" brushRef="#br0" timeOffset="75685.329">28501 8682 0,'0'0'0,"0"-25"0,0 25 0,0-25 0,0 25 15,0-25-15,0 0 0,0 25 0,0-24 0,0 24 16,0-25-16,0 25 0,0-25 0,0 25 0,0 0 0,0 0 16,0 0-16,0-25 0,0 25 0,0 0 0,0 25 15,0-25-15,0 0 0,0 0 16,0 25-16,0-25 0,-25 25 0,25-25 0,0 24 0,0-24 0,0 25 0,0 0 15,0-25-15,0 25 0,0 0 0,0-25 0,0 24 0,0-24 16,0 25-16,0-25 0,0 25 0,0-25 16,0 25-16,0-25 0,0 0 0,0 25 0,0-25 0,0 0 15,0 0-15,25 0 0,-25 0 0,0 0 0,0 0 0,24 0 16,-24 0-16,0 0 0,25 0 0,-25 0 0,0-25 15,25 25-15,-25 0 0,0-25 0,25 25 0,-25 0 16,0-25-16,0 25 0,25-25 0,-25 25 0,0 0 0,0-24 16,0 24-16,0 0 0,0-25 0,0 25 0,0 0 15,0 0-15,0 0 0,0 0 0,0 0 0,0 25 16,0-25-16,0 0 0,0 24 0,0-24 0,0 25 0,0-25 15,0 25-15,0-25 0,0 25 0,0-25 0,0 25 16,0-1-16,0-24 0,0 25 0,0-25 0,0 0 16,0 25-16,0-25 0,0 0 0,0 25 0,0-25 0,0 0 15,0 0-15,0 0 0,0-25 0,0 25 0,0 0 0</inkml:trace>
  <inkml:trace contextRef="#ctx0" brushRef="#br0" timeOffset="75905.3415">28600 8037 0,'0'0'0,"0"-25"0,0 25 0,0 0 16,0-25-16,0 25 0,0 0 0,0 0 0,0 0 16,25 0-16,-25 0 0,0 0 0,24 0 0,-24 0 15,0 0-15,25 25 0,-25-25 0,0 0 0,25 25 0,-25-25 16,0 25-16,0-25 0,0 24 0,25 1 0,-50-25 15,25 25-15,0-25 0,0 25 0,-25 0 0,25-25 0,-25 24 16,25-24-16,-24 25 0,-1 0 0,0-25 0,0 0 16,0 25-16,1-25 0,-1 0 0,0 0 0,0 25 15</inkml:trace>
  <inkml:trace contextRef="#ctx0" brushRef="#br0" timeOffset="76748.3898">29418 8607 0,'0'-25'15,"25"25"-15,-25 0 0,0 0 0,0-24 0,0 24 16,0 0-16,25 0 0,-25 0 0,0 0 0,0 24 0,0-24 15,0 0-15,0 25 0,0-25 0,0 25 0,0-25 16,0 25-16,0-25 0,0 25 0,0-1 0,0-24 0,0 25 16,0 0-16,0 0 0,0-25 0,25 25 0,-25-1 15,0-24-15,0 25 0,0-25 0,0 25 0,0-25 16,0 25-16,0-25 0,0 0 0,0 25 0,0-25 15,0 0-15,0 0 0,0 0 0,0 0 0,0 0 0,-25 0 16,25 0-16,0 0 0,0 0 0,0 0 0,0-25 0,0 25 16,0 0-16,0-25 0,0 25 0,25 0 15,-25-25-15,0 25 0,0-25 0,0 1 0,25 24 0,-25-25 16,0 0-16,24 0 0,-24 25 0,0-25 0,25 1 0,-25-1 15,25 25-15,-25-25 0,0 25 0,0-25 0,25 25 0,-25 0 16,0 0-16,0 0 0,25 0 0,-25 0 16,0 0-16,0 0 0,24 25 0,-24-25 0,0 0 0,25 25 15,-25-25-15,0 25 0,0-1 0,25-24 0,-25 25 0,0 0 16,0-25-16,0 25 0,25 0 0,-25-25 0,0 24 15,0-24-15,0 25 0,0 0 0,0-25 0,0 25 16,0-25-16,0 0 0,0 25 0,0-25 0,0 0 0,0 0 16,0 0-16,0 0 0,0 24 0,0-24 0,0 0 15,0 0-15,0 0 0,0 0 0,0-24 0,0 24 16,0 0-16,0 0 0,0-25 0,0 25 0,0 0 0,0-25 15,0 25-15,0-25 0,0 25 0,25-25 0,-25 1 16,24 24-16,-24-25 0,25 0 0,-25 0 0,25 25 0,-25-25 16,25 1-16,-25 24 0,25 0 0,-25-25 0,24 25 15,-24 0-15,0 0 0,25 0 0,-25 0 0,0 0 0,0 0 16,25 0-16,-25 25 0,0-25 0,0 0 0,0 24 15,0-24-15,25 25 0,-25-25 0,0 25 0,0-25 0,0 25 16,0 0-16,0-25 0,0 24 0,0-24 0,0 25 16,0 0-16,0-25 0,0 25 0,0-25 0,0 25 0,0-25 15,0 24-15,0-24 0,25 25 0,-25-25 0,0 0 16,0 25-16,24-25 0,-24 0 0,0 0 0,25 0 15,-25 0-15,25 0 0,-25 0 0,25 0 0,0 0 0,-25 0 16,24 0-16,1 0 0,0 0 0,-25-25 0,25 25 16</inkml:trace>
  <inkml:trace contextRef="#ctx0" brushRef="#br0" timeOffset="77149.4125">30386 8880 0,'0'0'0,"25"-25"0,-25 25 0,0-25 0,24 25 15,-24-24-15,0-1 0,0 25 0,0-25 0,0 25 16,0-25-16,-24 25 0,24-25 0,0 25 0,0-24 0,0 24 16,-25 0-16,25 0 0,0 0 0,0 0 0,-25 0 0,25 0 15,-25 0-15,25 0 0,0 0 0,-25 24 0,25-24 16,0 0-16,-24 25 0,24-25 0,0 25 0,0-25 15,-25 25-15,25-25 0,0 25 0,0-1 0,0-24 0,0 25 16,0-25-16,0 25 0,0 0 0,0-25 0,0 25 16,0-25-16,0 24 0,0-24 0,0 25 0,0-25 0,0 25 15,25-25-15,-25 0 0,0 25 0,24-25 0,-24 0 16,0 0-16,25 0 0,-25 0 0,25 0 0,-25 0 15,25 0-15,-25 0 0,25 0 0,-25-25 0,24 25 0,-24 0 16,25-25-16,-25 25 0,25 0 0,-25-25 0,0 1 16,0 24-16,25-25 0,-25 0 0,0 25 0,0-25 0,0 0 15,0 25-15,0-24 0,0-1 0,0 25 0,0-25 16,0 25-16,0 0 0,0-25 0,0 25 0,0 0 0,0 0 15,0 0-15,0 0 0,0 0 0,0 0 0,-25 25 16,25-25-16,0 0 0,0 0 0,0 25 0,0-25 0,0 25 16,0-25-16,-25 24 0,25-24 0,0 25 0,0 0 15,0-25-15,0 25 0,0-25 0,0 25 0,0-25 16,0 24-16,0-24 0,25 0 0,-25 25 0,0-25 0,0 0 15,25 25-15,-25-25 0,0 0 0,25 0 0,-25 25 0,24-25 16,-24 0-16,25 0 0,0 0 0,-25 0 0,25-25 16,0 25-16,-25 0 0,24 0 0,1-25 0</inkml:trace>
  <inkml:trace contextRef="#ctx0" brushRef="#br0" timeOffset="77387.4261">31179 8285 0,'0'0'0,"0"0"0,0 0 0,0 0 0,0 0 15,0 25-15,0-25 0,0 0 0,0 0 0,0 24 16,0-24-16,0 25 0,0-25 0,0 25 0,25 0 0,-25 0 16,0-1-16,0 1 0,0 0 0,0 0 0,0 0 0,0-1 15,0 1-15,0 0 0,0 0 0,0 0 0,0-1 16,0 1-16,0 0 0,0 0 0,0 0 0,0-1 15,0-24-15,0 25 0,0 0 0,0-25 0,0 25 0,0 0 16,-25-25-16,25 0 0,0 24 0,0-24 0,0 0 0,0 0 16,0 0-16,-24 0 0,24 0 0,0-24 0,0 24 15</inkml:trace>
  <inkml:trace contextRef="#ctx0" brushRef="#br0" timeOffset="77524.4341">31080 8731 0,'-25'-25'0,"25"25"0,0-24 0,0 24 16,0-25-16,25 25 0,-25-25 0,0 25 0,0 0 16,25 0-16,-25-25 0,25 25 0,-25 0 0,25 0 0,-1 0 15,-24 0-15,25 25 0,0-25 0,0 0 0,0 0 16,-25 0-16,25 25 0,-1-25 0,1 25 0,-25-25 0,25 24 15,-25-24-15,25 25 0,-25-25 0,25 25 0,-25 0 16,0-25-16,24 25 0,-24-1 0,0 1 0</inkml:trace>
  <inkml:trace contextRef="#ctx0" brushRef="#br0" timeOffset="77766.4478">31353 9004 0,'0'0'0,"0"-25"15,0 25-15,-25 0 0,25 0 0,0 0 0,0-25 16,0 25-16,0-24 0,0 24 0,0-25 0,0 25 16,0-25-16,0 25 0,25-25 0,-25 25 0,0-25 0,25 1 15,-25 24-15,25-25 0,-25 25 0,0-25 0,25 0 0,-25 25 16,24 0-16,-24-25 0,25 25 0,-25 0 0,25-24 0,-25 24 15,25 0-15,-25 0 0,0 0 0,25 0 0,-25 0 0,24 0 16,-24 0-16,25 0 0,-25 24 0,25-24 0,-25 0 16,0 0-16,0 25 0,25-25 0,-25 25 0,0-25 0,0 25 15,0-25-15,0 25 0,0-25 0,0 24 16,0-24-16,0 25 0,0-25 0,0 0 0,0 25 0,0-25 0,0 25 15,0-25-15,0 0 0,0 25 0,0-25 0,0 0 0,0 0 16,25 24-16,-25-24 0,0 0 0,0 0 0,24 0 16,-24 0-16,25 0 0</inkml:trace>
  <inkml:trace contextRef="#ctx0" brushRef="#br0" timeOffset="78220.474">31998 8806 0,'0'0'0,"0"-25"0,-25 25 16,25-25-16,0 25 0,0 0 0,0-25 0,0 25 15,-25-25-15,25 25 0,0 0 0,0-24 0,-24 24 0,24 0 16,0 0-16,0-25 0,-25 25 0,25 0 0,0 0 15,0 0-15,-25 0 0,25 0 0,0 0 0,0 0 0,-25 0 0,25 0 16,0 0-16,0 0 0,-25 25 0,25-25 0,0 0 16,0 24-16,0-24 0,-24 25 0,24-25 0,0 25 0,0 0 15,0-25-15,0 25 0,-25-1 0,25-24 0,0 25 16,0-25-16,0 25 0,0 0 0,0-25 0,0 25 0,0-25 15,0 24-15,0-24 0,25 0 0,-25 25 0,0-25 0,0 0 16,0 0-16,24 25 0,-24-25 0,0 0 0,0 0 16,25 0-16,-25 0 0,0 0 0,25 0 0,-25 0 0,25 0 15,-25-25-15,0 25 0,25 0 0,-25 0 0,24-25 16,-24 25-16,0-24 0,25 24 0,-25-25 0,25 25 0,-25-25 15,0 25-15,0-25 0,0 0 0,25 25 0,-25-24 16,0 24-16,0-25 0,0 25 0,0-25 0,0 25 0,0 0 16,0-25-16,0 25 0,25 0 0,-25 0 0,0 0 15,0 0-15,0 0 0,0 0 0,0 0 0,0 0 0,0 0 16,-25 0-16,25 0 0,0 25 0,0-25 0,0 0 0,0 0 15,0 25-15,0-25 0,0 0 0,0 25 0,0-25 0,0 24 16,0-24-16,0 0 0,0 25 0,0-25 0,0 25 16,0-25-16,0 0 0,0 25 0,0-25 0,0 0 0,0 25 15,0-25-15,0 0 0,0 0 0,25 0 0,-25 24 16,0-24-16,0 0 0,0 0 0,0 0 0,24 0 0,-24 0 15,0 0-15,25-24 0,-25 24 0,0 0 0,25 0 16,-25-25-16,0 25 0</inkml:trace>
  <inkml:trace contextRef="#ctx0" brushRef="#br0" timeOffset="78541.4921">32196 8781 0,'0'-25'0,"0"25"0,0 0 0,0-25 16,0 25-16,0 0 0,0 0 0,0 0 0,0 0 0,0 0 15,0 0-15,0 0 0,0 0 0,0 0 0,0 25 0,0-25 16,0 0-16,0 25 0,0-25 0,0 0 0,0 25 0,0-25 16,0 24-16,0-24 0,0 25 0,0-25 0,0 25 15,0-25-15,0 0 0,0 25 0,0-25 0,-24 25 0,24-25 16,0 0-16,0 0 0,0 24 0,0-24 0,0 0 0,0 0 15,0 0-15,0 0 0,0 0 0,0 0 0,0 0 16,0 0-16,0 0 0,0 0 0,0 0 0,0 0 0,24 0 16,-24 0-16,0 0 0,0-24 0,0 24 0,25 0 0,-25-25 15,0 25-15,25 0 0,-25-25 0,0 25 0,25 0 16,-25-25-16,0 25 0,25-25 0,-25 25 0,0 0 15,25 0-15,-25 0 0,0-24 0,0 24 0,24 24 0,-24-24 0,0 0 16,0 0-16,0 0 0,0 25 0,0-25 0,0 25 16,0-25-16,0 25 0,0-25 0,-24 25 0,24-25 0,0 24 15,0 1-15,0-25 0,0 25 0,-25-25 0,25 25 0,0-25 16,0 0-16,-25 25 0,25-25 0,0 25 0,0-25 0,0 0 15,0 0-15,-25 24 0,25-24 0,0 0 0,0 0 16,0 0-16,-25 0 0,25-24 0,0 24 0,0 0 16,0-25-16</inkml:trace>
  <inkml:trace contextRef="#ctx0" brushRef="#br0" timeOffset="78726.5027">31874 8483 0,'0'0'0,"0"0"0,0-25 15,0 25-15,25-24 0,-25 24 0,0-25 0,25 25 16,-25 0-16,0-25 0,24 25 0,-24 0 0,25 0 0,-25 0 15,0 0-15,25 0 0,-25 0 0,25 0 0,-25 25 16,25-25-16,-25 0 0,24 25 0,-24-25 0,0 24 16,0 1-16,25-25 0,-25 25 0,0 0 0,0 0 0,-25-1 15,25 1-15,0 0 0,0 0 0,-24 0 0,24-1 0</inkml:trace>
  <inkml:trace contextRef="#ctx0" brushRef="#br0" timeOffset="78861.5106">31576 9451 0,'0'24'0,"-24"-24"0,24 25 0,-25-25 16,25 0-16,0 0 0,0 0 0,0 0 15,-25 0-15,25 0 0,0 0 0,0 0 0,0 0 0,25-25 0,-25 25 16,0 0-16,0 0 0,0-24 0,0 24 0,-25-25 16,25 25-16,0 0 0,0-25 0</inkml:trace>
  <inkml:trace contextRef="#ctx0" brushRef="#br0" timeOffset="80002.5759">3125 10195 0,'0'0'0,"0"0"0,0 0 0,0 0 0,0 0 16,-24 0-16,24 0 0,0 0 0,0 0 0,0 0 15,0 0-15,0 0 0,0 25 0,0-25 0,0 0 0,-25 0 16,25 24-16,0-24 0,0 25 0,-25-25 0,25 0 16,0 25-16,0 0 0,-25-25 0,25 25 0,0-25 0,0 24 15,-25 1-15,25 0 0,0-25 0,0 25 0,0 0 16,-24-1-16,24-24 0,0 25 0,0 0 0,-25 0 0,25-25 15,0 25-15,0-1 0,-25-24 0,25 25 0,0 0 16,-25-25-16,25 25 0,0-25 0,0 0 0,0 25 0,0-25 16,0 0-16,0 0 0,0 24 0,0-24 0,0 0 15,0 0-15,0 0 0,0 0 0,25 0 0,-25-24 0,0 24 16,0 0-16,0-25 0,0 25 0,0-25 0,0 25 0,0-25 15,0 25-15,0-25 0,25 1 0</inkml:trace>
  <inkml:trace contextRef="#ctx0" brushRef="#br0" timeOffset="80214.588">3026 10344 0,'0'-25'16,"0"25"-16,0-25 0,25 25 0,-25 0 0,0-25 15,0 25-15,0-25 0,25 25 0,-25 0 0,0 0 0,0 0 16,25 0-16,-25 0 0,0 0 0,24 0 0,-24 0 0,0 25 16,25-25-16,-25 0 0,25 25 0,-25 0 0,0-25 15,25 25-15,-25-1 0,25 1 0,-25-25 0,24 25 16,-24 0-16,0 0 0,25-1 0,-25 1 0,0 0 0,25-25 15,-25 25-15,0 0 0,0-1 0,25-24 0,-25 25 16,0 0-16,0-25 0,0 25 0,25-25 0,-25 25 0,0-25 16,0 0-16,0 24 0,0-24 0,0 0 0,0 0 15,0 0-15,0 0 0,0 0 0,0 0 0,0-24 16,-25 24-16,25 0 0</inkml:trace>
  <inkml:trace contextRef="#ctx0" brushRef="#br0" timeOffset="80381.5974">3101 10517 0,'0'0'16,"0"0"-16,0 0 0,0 0 0,0 0 0,0 0 0,0 0 15,0 0-15,0 0 0,0 0 0,0 0 0,0 0 16,24 0-16,-24 0 0,25 0 0,-25 0 0,25 0 0,-25 0 16,25 0-16,0 0 0,-1 0 0,-24 0 0,25 0 15,0 0-15,0 0 0,0 0 0,-1 25 0,-24-25 16,25 0-16,0 0 0,-25 0 0,25 0 0,0 0 0</inkml:trace>
  <inkml:trace contextRef="#ctx0" brushRef="#br0" timeOffset="81869.6827">2679 12005 0,'-25'0'0,"25"0"0,0 0 16,0 0-16,0 0 0,0 0 0,0 0 0,0-24 15,0 24-15,-25 0 0,25 0 0,0 0 0,0-25 16,0 25-16,0 0 0,0 0 0,0-25 0,0 25 0,0 0 16,0 0-16,-25-25 0,25 25 0,0 0 0,0 0 0,0 0 15,0 0-15,0-25 0,0 25 0,0 0 0,0 0 16,0 0-16,0 0 0,0 0 0,0 0 0,0 0 0,0 25 15,0-25-15,0 0 0,0 0 0,0 25 0,0-25 16,0 0-16,0 25 0,0-25 0,0 25 0,0-25 0,25 24 16,-25 1-16,0-25 0,0 25 0,0 0 0,25-25 0,-25 25 15,0-1-15,0 1 0,0-25 0,25 25 0,-25 0 16,0 0-16,0 0 0,0-25 0,25 24 0,-25 1 0,0 0 15,0 0-15,0-25 0,0 25 0,25-1 0,-25-24 16,0 25-16,0-25 0,0 25 0,0-25 0,0 25 16,0-25-16,0 0 0,0 0 0,0 0 0,0 0 0,0 0 15,0 0-15,0 0 0,0 0 0,0-25 0,0 25 16,0 0-16,0-25 0,0 0 0,0 25 0,0-24 0,-25-1 15,25 25-15,0-25 0</inkml:trace>
  <inkml:trace contextRef="#ctx0" brushRef="#br0" timeOffset="82314.7081">2679 11857 0,'0'-25'0,"0"25"0,0 0 0,0-25 0,0 25 0,0 0 16,0 0-16,0 0 0,0 0 0,0 0 0,0 0 0,25 0 16,-25 0-16,0 0 0,0 0 0,0 0 0,25 0 15,-25 0-15,0 25 0,0-25 0,24 0 0,-24 25 16,0-25-16,25 0 0,-25 24 0,25 1 0,-25-25 0,0 25 15,25-25-15,-25 25 0,0 0 0,25-1 0,-25-24 16,0 25-16,24 0 0,-24 0 0,0-25 0,25 25 16,-25-1-16,0-24 0,0 25 0,25-25 0,-25 25 0,0-25 15,0 0-15,0 25 0,25-25 0,-25 0 0,0 25 0,0-25 16,0 0-16,25 0 0,-25 0 0,0 0 0,0-25 0,24 25 15,-24 0-15,0 0 0,0-25 0,0 25 16,25-25-16,-25 25 0,0-25 0,0 25 0,0-24 0,0-1 16,0 25-16,0-25 0,0 0 0,0 25 0,0-25 15,0 25-15,0-24 0,0 24 0,0-25 0,0 25 0,-25-25 16,25 25-16,0-25 0,0 25 0,-24 0 0,24-25 0,0 25 15,0 0-15,0 0 0,0 0 0,0 0 0,0 0 16,0 0-16,0 0 0,0 0 0,0 0 0,0 0 0,24 25 16,-24-25-16,0 25 0,0-25 0,0 25 0,0 0 15,25-25-15,-25 24 0,0 1 0,0 0 0,0-25 0,25 25 16,-25 0-16,0-1 0,0-24 0,25 25 0,-25 0 15,0-25-15,0 25 0,0 0 0,25-25 0,-25 25 0,0-25 16,0 24-16,0-24 0,24 25 0,-24-25 0,0 0 16,0 0-16,0 0 0,25 0 0,-25 0 0,0 0 15,0 0-15,0 0 0,25 0 0,-25 0 0,0-25 0</inkml:trace>
  <inkml:trace contextRef="#ctx0" brushRef="#br0" timeOffset="82773.7344">3373 12105 0,'0'-25'0,"-24"25"0,24 0 0,0 0 0,0 0 0,-25 0 0,25 0 15,0-25-15,0 25 0,0 0 0,-25 0 0,25 0 16,0 0-16,0 0 0,0 0 0,0 0 0,0 0 0,0 25 16,-25-25-16,25 0 0,0 25 0,0-25 0,0 0 15,0 24-15,0-24 0,-25 25 0,25-25 0,0 25 16,25-25-16,-25 0 0,0 25 0,0-25 0,0 25 15,25-25-15,-25 25 0,0-25 0,0 0 0,0 24 0,25-24 16,-25 0-16,0 25 0,0-25 0,0 0 0,25 0 16,-25 0-16,0 0 0,0 25 0,0-25 0,0 0 0,0 0 15,0 0-15,0 0 0,0 0 0,0 0 0,0-25 16,0 25-16,0 0 0,0 0 0,0 0 0,0 0 0,0-25 15,0 25-15,0 0 0,0 0 0,0-24 0,0 24 16,0 0-16,0-25 0,-25 25 0,25 0 0,0-25 0,0 25 16,0-25-16,0 25 0,0 0 0,25-25 15,-25 25-15,0 0 0,0-25 0,0 25 0,24 0 0,-24 0 16,0 0-16,0-24 0,0 24 0,25 0 0,-25 0 0,0 0 15,0 0-15,0 24 0,0-24 0,25 0 0,-25 0 16,0 25-16,0-25 0,25 0 0,-25 25 0,0-25 0,0 25 16,25-25-16,-25 25 0,0-25 0,24 25 0,-24-25 15,0 24-15,0-24 0,0 25 0,25-25 0,-25 25 16,0-25-16,0 0 0,0 25 0,0-25 0,25 0 0,-25 25 15,0-25-15,0 0 32,0 0-32,0 0 0,0 0 0,0 0 0,0 0 0,0 0 0,0 0 0,0-25 0,-25 25 0,25 0 0,0-25 0,0 25 0,0-25 0,-25 0 15</inkml:trace>
  <inkml:trace contextRef="#ctx0" brushRef="#br0" timeOffset="82975.7459">3200 11981 0,'0'0'0,"0"-25"0,-25 25 0,25 0 0,0 0 15,0-25-15,0 25 0,25 0 0,-25-25 0,0 25 16,0-25-16,25 25 0,-25 0 0,0-24 0,24 24 0,-24 0 16,0 0-16,25 0 0,-25 0 0,25 0 0,-25 0 15,0 0-15,25 0 0,-25 24 0,25-24 0,-25 0 0,0 25 16,24-25-16,-24 0 0,0 25 0,0-25 0,0 25 15,0-25-15,25 0 0,-25 25 0,0-25 0,0 0 16,0 0-16,0 24 0</inkml:trace>
  <inkml:trace contextRef="#ctx0" brushRef="#br0" timeOffset="83235.7607">3398 11633 0,'0'0'0,"0"0"0,-25 0 15,25 0-15,0 0 0,0 0 0,0 0 0,0 0 0,0 0 16,25 0-16,-25 0 0,0 25 0,0-25 0,25 0 15,-25 25-15,25-25 0,-25 0 0,25 25 0,-25-25 16,0 0-16,24 25 0,-24-25 0,25 0 0,-25 0 0,25 0 16,-25 0-16,25 0 0,-25 0 0,25 0 0,-25-25 15,0 25-15,0 0 0,24 0 0,-24-25 0,0 25 0,0-25 16,0 25-16,0-25 0,0 25 0,0-24 0,0 24 15,0 0-15,0-25 0,-24 25 0,24-25 0,0 25 16,0 0-16,-25 0 0,25-25 0,0 25 0,0 0 0,-25 0 16,25 0-16,0 0 0,0 0 0,0 0 0,-25 0 15</inkml:trace>
  <inkml:trace contextRef="#ctx0" brushRef="#br0" timeOffset="84922.8573">4986 12278 0,'0'0'0,"0"0"0,0 0 0,-25-24 16,25 24-16,0 0 0,0 0 0,0 0 0,0 0 0,0 0 16,0-25-16,0 25 0,0 0 0,0 0 0,0 0 15,0-25-15,0 25 0,0 0 0,0 0 0,0-25 16,0 25-16,0 0 0,0 0 0,0 0 0,0 0 0,0 0 15,0 0-15,0 0 0,0 0 0,0 0 0,0 0 16,0 0-16,0 0 0,0 0 0,0 0 0,0 0 0,0 25 16,0-25-16,0 25 0,25-25 0,-25 25 0,0-25 15,0 24-15,0-24 0,25 25 0,-25 0 0,0-25 0,0 25 16,0-25-16,0 25 0,24-1 0,-24-24 0,0 25 0,0-25 15,0 25-15,0-25 0,0 0 0,0 25 0,0-25 16,25 25-16,-25-25 0,0 0 0,0 0 0,-25 0 16,25 24-16,0-24 0,0 0 0,0 0 0,0 0 0,0 0 15,0 0-15,0 0 0,0 0 0,0 0 0,0-24 16,0 24-16,0 0 0,0 0 0,0-25 0,0 25 15,0-25-15,0 25 0,0-25 0,0 25 0,0-25 0,0 1 16,0 24-16,25-25 0,-25 25 0,0-25 0,0 25 16,0-25-16,0 25 0,0-25 0,0 25 0,25 0 15,-25 0-15,0-24 0,0 24 0,25 0 0,-25 0 16,0 0-16,0 0 0,0 0 0,25 0 0,-25 0 0,0 0 0,0 0 15,0 0-15,0 0 0,24 0 0,-24 24 0,0-24 16,0 0-16,0 25 0,25-25 0,-25 0 0,0 25 16,0-25-16,0 25 0,0-25 0,25 0 0,-25 25 0,0-25 15,0 24-15,0-24 0,0 0 0,0 25 0,0-25 16,0 0-16,0 0 0,0 25 0,0-25 0,0 0 0,0 0 15,25 0-15,-25 0 0,0 0 0,0 0 0,0 0 16,0 0-16,0 0 0,0 0 0,0 0 0,0 0 0,0-25 16,25 25-16,-25 0 0,0-25 0,0 25 0,24-24 15,-24 24-15,0-25 0,0 25 0,0-25 0,0 25 16,0-25-16,0 0 0,25 25 0,-25-24 0,0 24 0,0-25 15,0 25-15,0 0 0,25 0 0,-25-25 0,0 25 16,0 0-16,0 0 0,0 0 0,0 0 0,0 0 16,0 25-16,25-25 0,-25 0 0,0 25 0,0-25 0,0 0 15,0 24-15,0-24 0,0 25 0,25-25 0,-25 25 16,0 0-16,0-25 0,24 25 0,-24-25 0,0 24 0,0-24 15,25 25-15,-25-25 0,0 25 0,0-25 0,0 0 16,25 25-16,-25-25 0,0 0 0,0 25 0,0-25 16,25 0-16,-25 0 0,0 0 0,0 0 0,25-25 0,-25 25 15,0 0-15,24 0 0,-24-25 0,25 25 0,-25-25 16,25 25-16,-25-25 0,25 25 0,-25-24 0,25-1 0,-1 25 15,-24-25-15,25 25 0,-25-25 0,25 25 0,-25-25 16,0 25-16,25-24 0,-25 24 0,0 0 0,0 0 16,0-25-16,0 25 0,0 0 0,0 0 0,0 0 0,0 0 15,0 0-15,-25 0 0,25 0 0,0 0 0,0 0 16,0 0-16,-25 0 0,25 0 0,0 0 0,0 0 0,-25 0 15,25 0-15,0 25 0,0-25 0,0 0 0,0 0 16,0 24-16,0-24 0,0 25 0,0-25 0,0 25 0,0-25 16,0 25-16,25-25 0,-25 25 0,0-25 0,25 24 15,-25 1-15,25-25 0,-25 25 0,25-25 0,-25 0 16,0 25-16,24-25 0,-24 25 0,25-25 0,-25 0 0,0 0 15,25 0-15,-25 0 0,25 0 0,-25 0 0,0 0 16,0 0-16,25-25 0,-25 25 0,0 0 0,0-25 0,0 25 16,25-25-16,-25 25 0,0-25 0,0 1 0,0 24 15,0-25-15,-25 0 0,25 25 0,0-25 0,0 0 0,-25 25 16,25-24-16,-25 24 0,25-25 0,-25 25 0,25-25 15,-25 25-15,25 0 0,0 0 0,-24-25 0,24 25 16,0 0-16,-25 0 0,25 25 0,0-25 0,0 0 0,-25 0 16,25 25-16,0-25 0,0 0 0,0 25 15,-25-25-15,25 0 0,0 24 0,0-24 0,0 0 0,25 25 16,-25-25-16,0 0 0,0 0 0,0 25 0,25-25 15,-25 0-15,0 0 0,25 0 0,-25 0 0,0-25 0,0 25 16</inkml:trace>
  <inkml:trace contextRef="#ctx0" brushRef="#br0" timeOffset="85169.8714">6003 11857 0,'0'0'0,"-25"0"0,25 0 0,0 0 0,0 0 16,0 0-16,0 24 0,0-24 0,-25 0 0,25 25 15,0-25-15,0 25 0,25 0 0,-25 0 0,0-25 16,0 24-16,0 1 0,0 0 0,25 0 0,-25 0 0,0-1 16,0 1-16,25 0 0,-25 0 0,0 0 0,0 0 15,24-1-15,-24-24 0,0 25 0,0 0 0,25 0 0,-25-25 16,0 25-16,0-1 0,0-24 0,0 25 0,0-25 15,0 0-15,0 25 0,0-25 0,0 0 0,0 0 16,0 0-16,0 0 0,0 0 0,0 0 0,-25-25 0</inkml:trace>
  <inkml:trace contextRef="#ctx0" brushRef="#br0" timeOffset="85290.8784">6028 12353 0,'0'-25'31,"0"25"-15,0 0-16,0 0 0,0-25 0,0 25 0,24 0 0,-24 0 0,0-25 0,0 25 0,0 0 0,0 0 0,25-24 0,-25 24 0,0 0 0,0 0 0,25-25 0,-25 25 0,0 0 0,0 0 0,0 0 0,25 0 15,-25-25-15,0 25 0,0 0 0,0 0 0,0 0 0,0 0 16,0 0-16,0 0 0,-25 0 0</inkml:trace>
  <inkml:trace contextRef="#ctx0" brushRef="#br0" timeOffset="85462.8882">5482 12105 0,'0'0'0,"0"0"16,0-25-16,0 25 0,0 0 0,0-25 0,0 25 16,25 0-16,-25 0 0,0-25 0,24 25 0,-24 0 15,25 0-15,-25 0 0,25 0 0,-25 0 0,25 0 0,0 25 16,-25-25-16,24 0 0,1 25 0,-25-25 0,25 25 15,-25-1-15,25-24 0,0 25 0,-25 0 0</inkml:trace>
  <inkml:trace contextRef="#ctx0" brushRef="#br0" timeOffset="85607.8964">6003 12898 0,'0'25'16,"0"-25"-16,0 25 0,0-25 0,0 0 0,0 0 0,0 0 16,0 25-16,0-25 0,0 0 0,0 0 0,0 0 15,0 0-15,0 0 0,0-25 0,0 25 0,0 0 0,0 0 16,0 0-16,0-25 0,0 25 0,25 0 0,-25-25 0</inkml:trace>
  <inkml:trace contextRef="#ctx0" brushRef="#br0" timeOffset="86253.9334">7665 12328 0,'-25'0'0,"25"-25"0,0 25 15,0 0-15,-25 0 0,25-25 0,-25 25 0,25 0 16,-25-24-16,25 24 0,-24 0 0,24-25 0,-25 25 0,25 0 15,-25 0-15,25-25 0,-25 25 0,25 0 0,-25 0 16,25 0-16,0 0 0,-24 0 0,24 0 0,-25 0 0,25 0 16,0 0-16,0 0 0,0 0 0,-25 25 0,25-25 15,0 25-15,0-25 0,0 24 0,25-24 0,-25 25 0,0-25 16,0 25-16,0 0 0,25-25 0,-25 25 0,0-25 15,0 24-15,24-24 0,-24 25 0,0-25 0,25 25 16,-25-25-16,0 0 0,25 0 0,-25 0 0,0 25 0,0-25 16,0 0-16,25-25 0,-25 25 0,0 0 0,0 0 15,0 0-15,25-25 0,-25 25 0,0-25 0,0 25 16,0-24-16,0 24 0,0-25 0,0 25 0,0-25 0,0 25 15,0-25-15,0 25 0,0 0 0,0-25 0,0 25 16,0 0-16,0 0 0,0 0 0,0 0 0,0 0 16,0 0-16,0 0 0,0 0 0,0 25 0,0-25 0,0 25 15,0-25-15,0 25 0,0 0 0,24-1 0,-24 1 0,0 0 16,0 0-16,25 0 0,-25-1 0,0 1 0,25 0 15,-25 0-15,0 0 0,0-1 0,25 1 0,-25 0 16,0 0-16,0 0 0,0-1 0,0-24 0,0 25 0,0 0 16,0 0-16,0 0 0,0-25 0,0 24 0,0-24 15,0 25-15,0-25 0,0 0 0,0 25 0,0-25 0,0 0 16,-25 0-16,25 0 0,0 0 0,0 0 0,-25 0 15,25 0-15,0 0 0,0-25 0,-25 25 0,25 0 0,0 0 16,0-25-16,0 25 0,-24-24 0,24 24 0,0 0 16,0-25-16,0 25 0,0-25 0,24 25 0,-24-25 15,0 25-15,0-25 0,25 25 0,-25-24 0,0-1 16,25 25-16,-25-25 0,25 0 0,-25 25 0,25-25 0,-25 1 15,24 24-15,-24-25 0,25 0 0,0 0 0,-25 25 0,25-25 16,-25 1-16,25-1 0</inkml:trace>
  <inkml:trace contextRef="#ctx0" brushRef="#br0" timeOffset="86427.9432">7888 12278 0,'0'0'0,"0"-24"0,-25 24 0,25 0 16,0 0-16,0 0 0,0 0 0,-25 0 0,25 0 16,0 24-16,0-24 0,0 0 0,-25 0 0,25 25 15,0-25-15,0 25 0,0-25 0,0 25 0,25-25 0,-25 25 16,0-25-16,0 24 0,0 1 0,0-25 0,25 25 15,-25 0-15,0-25 0,0 25 0,0-25 0,25 24 0,-25-24 16,0 0-16,0 25 0,0-25 0,0 0 0,0 0 16,0 0-16,0 0 0,0 0 0</inkml:trace>
  <inkml:trace contextRef="#ctx0" brushRef="#br0" timeOffset="86553.9506">7863 12055 0,'0'0'0,"0"0"0,0 0 0,0 0 0,0 0 0,0 0 16,0 0-16,0 0 0,0 0 0,25 25 0,-25-25 15,0 0-15,25 0 0,-25 0 0,24 0 0</inkml:trace>
  <inkml:trace contextRef="#ctx0" brushRef="#br0" timeOffset="87005.9764">8384 12303 0,'0'0'0,"0"0"0,-25-25 15,25 25-15,-25 0 0,25 0 0,-24-24 0,-1 24 16,25 0-16,-25 0 0,25-25 0,-25 25 0,25 0 15,-25-25-15,25 25 0,0 0 0,-24 0 0,24 0 16,-25 0-16,25 0 0,0 0 0,0 0 0,-25 0 0,25 0 16,0 25-16,0-25 0,-25 25 0,25-25 0,0 24 0,0-24 15,0 25-15,0 0 0,-25-25 0,25 25 0,0 0 16,0-25-16,0 24 0,25 1 0,-25-25 0,0 25 15,0 0-15,0-25 0,25 25 0,-25-25 0,0 24 0,0-24 16,25 25-16,-25-25 0,0 0 0,0 0 0,25 25 0,-25-25 16,0 0-16,0 0 0,24 0 0,-24 0 0,0 0 15,0 0-15,25-25 0,-25 25 0,0 0 0,0 0 16,25-25-16,-25 25 0,0-24 0,0 24 0,0-25 15,25 25-15,-25-25 0,0 25 0,0-25 0,0 25 0,0-25 16,0 25-16,0-24 0,0 24 0,25 0 0,-25 0 16,0-25-16,0 25 0,0 0 0,0 0 0,0 0 0,0 0 15,0 0-15,0 0 0,0 0 0,0 0 0,0 0 16,0 25-16,0-25 0,0 0 0,0 0 0,0 24 15,0-24-15,0 25 0,0-25 0,0 0 0,0 25 0,0-25 16,0 25-16,24-25 0,-24 0 0,0 25 0,0-25 0,0 0 16,0 24-16,0-24 0,25 0 0,-25 0 0,0 0 15,0 0-15,0 0 0,0 0 0,0 0 0,0-24 16,25 24-16,-25-25 0,0 25 0</inkml:trace>
  <inkml:trace contextRef="#ctx0" brushRef="#br0" timeOffset="87177.9861">8409 11757 0,'0'-24'15,"0"24"-15,0-25 0,0 25 0,0 0 0,0 0 16,-25 0-16,25 0 0,0 0 0,0 0 0,-25 0 0,25 25 16,0-25-16,-25 24 0,25 1 0,0-25 0,0 25 15,-24 0-15,24 0 0,0-25 0,0 24 0,0 1 16,0 0-16,0 0 0,24 0 0,-24-1 0,0 1 0,0 0 15,0 0-15,0 0 0,0-1 0</inkml:trace>
  <inkml:trace contextRef="#ctx0" brushRef="#br0" timeOffset="87518.0058">9327 11782 0,'0'0'0,"0"0"15,-25 0-15,25 0 0,0 0 0,0 0 0,0 0 0,0 25 16,0-25-16,0 0 0,0 25 0,0-25 0,0 25 0,0-1 16,25-24-16,-25 25 0,0 0 0,0 0 0,0 0 15,24-1-15,-24 1 0,0 0 0,0 0 0,25 0 16,-25-1-16,0-24 0,25 25 0,-25 0 0,0 0 0,25 0 15,-25 0-15,0-1 0,0 1 0,0-25 0,0 25 16,0 0-16,25-25 0,-50 25 0,25-25 0,0 24 16,0-24-16,0 25 0,0-25 0</inkml:trace>
  <inkml:trace contextRef="#ctx0" brushRef="#br0" timeOffset="87956.0307">9277 12328 0,'0'-25'0,"-25"25"0,25 0 0,0 0 0,0-25 0,0 25 0,0 0 0,0 0 0,0 0 0,0-24 0,0 24 15,0 0-15,0 0 0,0 0 0,0 0 0,25 0 16,-25 0-16,25 0 0,-25 0 0,25 0 0,-25 0 0,24 0 15,-24 0-15,25 0 0,0 0 0,-25 24 0,25-24 16,0 0-16,-1 25 0,-24-25 0,25 25 0,0-25 0,0 25 16,-25-25-16,25 25 0,-1-25 0,-24 24 0,25-24 15,0 25-15,-25-25 0,0 25 0,25-25 0,-25 0 0,0 25 16,0-25-16,0 0 0,0 25 0,25-25 0,-25 0 15,0 0-15,0 0 0,0 0 0,-25 0 0,25 0 16,0 0-16,0 0 0,0 0 0,0-25 0,0 25 0,0-25 16,0 25-16,0 0 0,0-25 0,0 25 0,0-25 15,0 25-15,0-24 0,0 24 0,0-25 0,0 25 16,0-25-16,25 25 0,-25 0 0,0-25 0,0 25 15,24 0-15,-24 0 0,0-25 0,0 25 0,25 0 0,-25 0 16,0 0-16,0 0 0,25 0 0,-25 0 0,0 0 0,0 0 16,25 0-16,-25 25 0,0-25 0,0 0 0,25 0 15,-25 25-15,0-25 0,0 25 0,24-25 0,-24 25 0,0-25 16,25 24-16,-25-24 0,0 25 0,0-25 0,0 0 15,25 25-15,-25-25 0,0 25 0,0-25 0,0 0 16,0 25-16,0-25 0,25 0 0,-25 0 0,0 0 0,0 0 16,0 0-16,25 0 0,-25 0 0,0 0 15,24-25-15,-24 25 0,25 0 0,-25-25 0,25 25 0,-25-25 0,25 25 16,-25-25-16,25 25 0,-25-24 0,0-1 0,25 25 15,-25-25-15,0 25 0,24-25 0</inkml:trace>
  <inkml:trace contextRef="#ctx0" brushRef="#br0" timeOffset="88122.0401">10120 12278 0,'0'0'0,"0"0"0,0 0 0,0 0 0,0 0 16,0-24-16,0 24 0,0 0 0,0 0 0,0 0 15,0 0-15,0 0 0,0 0 0,0 0 0,0 0 0,0 0 16,0 0-16,0 24 0,0-24 0,0 0 0,0 0 15,0 0-15,0 25 0,0-25 0,0 0 0,0 25 16,0-25-16,0 25 0,0-25 0,0 25 0,0-25 0,0 24 16,25-24-16,-25 25 0,0-25 0,0 25 0,0-25 15,25 25-15,-25-25 0,0 0 0,0 0 0,0 25 0,25-25 16,-25 0-16,0 0 0,0 0 0,25-25 0,-25 25 15,0 0-15,0-25 0,0 25 0,24-25 0,-24 25 0</inkml:trace>
  <inkml:trace contextRef="#ctx0" brushRef="#br0" timeOffset="88264.0484">10195 12005 0,'0'0'0,"0"-24"16,0 24-16,0 0 0,0 0 0,0 0 0,0-25 0,0 25 16,0 0-16,0 0 0,0 0 0,0 25 0,0-25 15,0 0-15,0 0 0,25 0 0,-25 24 0,0-24 0,0 25 16,0-25-16,24 25 0,-24-25 0,0 25 0,0 0 15,0-1-15</inkml:trace>
  <inkml:trace contextRef="#ctx0" brushRef="#br0" timeOffset="88412.0569">10244 12824 0,'0'0'0,"0"25"0,0-25 0,-24 0 0,24 0 16,0 25-16,0-25 0,0 0 0,0 0 0,0 0 16,0-25-16,0 25 0,0 0 0,0 0 0,0 0 0,0 0 15,0 0-15,0 0 0,0-25 0,0 25 0,0 0 16,0 0-16,-25 0 0,25 0 0,0 0 0</inkml:trace>
  <inkml:trace contextRef="#ctx0" brushRef="#br0" timeOffset="88864.0827">11534 12750 0,'0'0'0,"0"0"0,-25 0 0,25 0 15,-24 0-15,24 0 0,0 0 0,-25 0 0,25 0 16,0 0-16,-25-25 0,25 25 0,0 0 0,0 0 0,0-25 15,0 25-15,-25 0 0,25-25 0,25 25 0,-25 0 16,0-25-16,0 25 0,0-24 0,0 24 0,0-25 0,25 0 16,-25 25-16,0-25 0,25 25 0,-25-25 0,0 25 15,24-24-15,-24 24 0,25 0 0,-25-25 0,0 25 0,25 0 16,-25 0-16,25-25 0,-25 25 0,25 0 0,-25 0 15,24 0-15,-24 0 0,25 0 0,-25 0 0,25 0 16,-25 0-16,0 0 0,0 0 0,25 25 0,-25-25 0,0 0 16,0 0-16,0 25 0,0-25 0,0 0 0,25 24 15,-25-24-15,0 25 0,0-25 0,0 25 0,0-25 0,0 25 16,0-25-16,0 25 0,0-25 0,0 24 0,0-24 15,0 25-15,0 0 0,0-25 0,0 25 0,0-25 16,24 0-16,-24 25 0,0-25 0,0 0 0,0 24 0,25-24 16,-25 0-16,0 0 0,25-24 0,-25 24 0,0 0 15,0 0-15,25 0 0,-25-25 0,0 25 0</inkml:trace>
  <inkml:trace contextRef="#ctx0" brushRef="#br0" timeOffset="89347.1104">11931 12427 0,'-25'-25'0,"25"25"0,0-24 0,0 24 16,0 0-16,0 0 0,0 0 0,0-25 0,0 25 15,0 0-15,0 0 0,0 25 0,0-25 0,0 0 0,0 0 16,0 0-16,0 24 0,0-24 0,0 25 0,0-25 16,0 25-16,0-25 0,0 25 0,25 0 0,-25-25 15,0 24-15,0-24 0,0 25 0,25 0 0,-25-25 0,0 25 16,0 0-16,25-25 0,-25 24 0,0 1 0,0-25 15,24 25-15,-24-25 0,0 0 0,0 25 0,25-25 0,-25 25 16,0-25-16,25 0 0,-25 0 0,0 0 0,25 0 16,-25 0-16,25 0 0,-25 0 0,24 0 0,-24 0 15,0-25-15,25 25 0,-25 0 0,25-25 0,-25 25 0,25 0 16,-25-25-16,25 25 0,-25-25 0,0 25 0,25-24 15,-25 24-15,0 0 0,24-25 0,-24 25 0,0 0 0,0-25 16,0 25-16,0 0 0,0-25 0,0 25 0,0 0 16,0 0-16,0-25 0,0 25 0,0 0 0,-24 0 0,24-24 15,0 24-15,0 0 0,-25 0 0,25-25 0,0 25 16,0 0-16,-25 0 0,25-25 0,0 25 0,-25 0 15,25 0-15,0 0 0,-25 0 0,25 0 0,0-25 0,0 25 16,0 0-16,-25 25 0,25-25 0,0 0 0,0 0 16,0 0-16,0 25 0,0-25 0,0 0 0,0 25 0,0-25 15,25 24-15,-25-24 0,0 25 0,0-25 0,25 25 16,-25-25-16,0 25 0,0-25 0,25 25 0,-25-25 15,0 24-15,25-24 0,-25 0 0,0 25 0,25-25 0,-25 0 16,0 25-16,24-25 0,-24 0 0,25 0 0,-25 0 16,25 25-16,-25-25 0,25 0 0,-25-25 0,0 25 0,25 0 15,-25 0-15,24 0 0,-24-25 0,25 25 0,-25 0 16,0-25-16,25 25 0,-25 0 0,0-24 0</inkml:trace>
  <inkml:trace contextRef="#ctx0" brushRef="#br0" timeOffset="89727.1321">12477 12477 0,'0'0'0,"0"0"0,0 0 0,0-25 0,0 25 15,0 0-15,0 0 0,0 0 0,0 0 0,0 0 0,0 0 16,0 0-16,0 0 0,0 0 0,0 0 0,0 0 15,0 0-15,0 0 0,0 0 0,0 0 0,0 25 16,0-25-16,0 0 0,0 25 0,0-25 0,25 0 16,-25 24-16,0-24 0,0 25 0,0-25 0,0 0 0,0 25 15,0-25-15,0 25 0,0-25 0,0 0 0,0 0 16,0 25-16,0-25 0,0 0 0,0 0 0,0 0 15,0 0-15,0 0 0,0 0 0,0 0 0,0 0 0,0 0 16,0 0-16,0 0 0,0 0 0,0 0 0,0-25 0,0 25 16,24 0-16,-24-25 0,0 25 0,0-25 0,0 0 15,25 25-15,-25-24 0,0 24 0,0-25 0,25 0 16,-25 25-16,0 0 0,0-25 0,25 25 0,-25 0 0,0-25 15,0 25-15,25 0 0,-25 0 0,0 0 0,0 25 16,0-25-16,0 0 0,24 0 0,-24 25 0,0-25 0,0 0 16,0 25-16,0-25 0,0 25 0,0-25 0,0 24 15,0-24-15,25 0 0,-25 25 0,0-25 0,0 0 0,0 25 16,0-25-16,0 0 0,0 25 0,0-25 0,0 0 15,25 0-15,-25 0 0,0 25 0,0-25 0,0 0 16,25 0-16,-25 0 0,0 0 0,25 0 0,-25 0 0,24-25 16,1 25-16,-25 0 0,25 0 0,0 0 0,-25-25 15,25 25-15,-1 0 0,-24 0 0,25-25 0,-25 25 16,25 0-16</inkml:trace>
  <inkml:trace contextRef="#ctx0" brushRef="#br0" timeOffset="90160.1569">12973 12427 0,'0'0'0,"0"-25"16,-25 25-16,25-24 0,0 24 0,-25 0 0,25 0 0,0-25 15,-25 25-15,25 0 0,0 0 0,0 0 0,-24 0 0,24 0 16,0 0-16,0 25 0,-25-25 0,25 0 15,0 24-15,0-24 0,0 25 0,0-25 0,0 25 0,0-25 16,0 25-16,0-25 0,25 25 0,-25-25 0,0 24 0,0-24 16,0 0-16,24 25 0,-24-25 0,0 25 0,25-25 15,-25 0-15,0 0 0,25 0 0,-25 25 0,25-25 0,-25 0 16,0 0-16,25 0 0,-25 0 0,0-25 0,24 25 15,-24 0-15,25 0 0,-25 0 0,0-25 0,0 25 0,0 0 16,25-25-16,-25 25 0,0 0 0,0-24 0,0 24 16,0 0-16,-25-25 0,25 25 0,0 0 0,0 0 15,0-25-15,0 25 0,0 0 0,0 0 0,0 0 0,-25 0 16,25 0-16,0 25 0,0-25 0,0 0 0,0 25 15,0-25-15,0 24 0,0 1 0,25 0 0,-25-25 16,0 25-16,0 0 0,0-1 0,0 1 0,25 0 0,-25 0 16,0 0-16,0-1 0,0 1 0,25 0 0,-25 0 15,0 0-15,0-1 0,0 1 0,0 0 0,25-25 0,-25 25 16,0 0-16,0-1 0,0-24 0,0 25 0,0 0 15,0-25-15,0 25 0,0-25 0,0 25 0,-25-25 0,25 0 16,0 24-16,-25-24 0,25 0 0,0 0 0,-25 0 16,25 0-16,-25 25 0,25-25 0,0 0 0,-24 0 15,24 0-15,-25 0 0,25 0 0,0 0 0,-25 0 0,25 0 16,0 0-16,-25 0 0,25 0 0,0-25 0,0 25 15,-25 0-15,25-24 0,0 24 0,-24-25 0,24 25 0,-25-25 16,25 25-16,0-25 0,-25 0 0,25 25 0</inkml:trace>
  <inkml:trace contextRef="#ctx0" brushRef="#br0" timeOffset="90398.1705">12129 12303 0,'0'0'0,"0"-25"0,0 25 15,0-24-15,0 24 0,0-25 0,0 25 0,0-25 0,0 25 16,0 0-16,0-25 0,25 25 0,-25 0 0,0 0 16,25 0-16,-25 0 0,25 0 0,-25 0 0,25 0 15,-25 0-15,25 0 0,-25 0 0,24 0 0,-24 0 0,25 25 16,-25-25-16,25 0 0,-25 25 0,25-25 0,-25 25 15,0-25-15,25 0 0,-25 24 0,0-24 0,0 0 0,0 25 16,0-25-16,0 0 0,0 25 0,-25-25 0,25 0 16</inkml:trace>
  <inkml:trace contextRef="#ctx0" brushRef="#br0" timeOffset="90551.1792">11609 12204 0,'-25'0'0,"25"0"16,0 0-16,0 0 0,0 0 0,0 0 0,0 0 0,0-25 15,0 25-15,0 0 0,0 0 0,0 0 0,0 0 0,0 0 16,0 0-16,0 0 0,0 0 0</inkml:trace>
  <inkml:trace contextRef="#ctx0" brushRef="#br0" timeOffset="92109.2684">13891 12154 0,'0'0'0,"0"0"0,-25 0 0,25 0 0,0 0 0,0 0 16,0 0-16,0 0 0,0 0 0,0 0 0,0 0 15,0 25-15,0-25 0,0 0 0,0 0 0,0 0 16,0 25-16,-25-25 0,25 25 0,0-25 0,0 25 0,0-25 16,0 24-16,25 1 0,-25-25 0,0 25 0,0 0 15,0-25-15,0 25 0,0-1 0,0-24 0,25 25 16,-25-25-16,0 25 0,0-25 0,0 0 0,0 25 15,24-25-15,-24 0 0,0 25 0,0-25 0,0 0 0,0 0 16,25 0-16,-25 0 0,0 0 0,0 0 0,0 0 16,0 0-16,0 0 0,0 0 0,0 0 0,25 0 0,-25 0 15,0 0-15,0 0 0,0-25 0,0 25 0,25 0 16,-25-25-16,0 25 0,0-25 0,0 0 0,25 25 15,-25-24-15,0-1 0,0 25 0,0-25 0,0 0 0,0 25 16,0-25-16,24 1 0,-24 24 0,0 0 0,0-25 0,0 25 16,0 0-16,0-25 0,0 25 0,0 0 0,0 0 15,0 0-15,0 0 0,0 0 0,0 0 0,0 0 16,-24 0-16,24 0 0,0 0 0,0 0 0,0 25 0,0-25 15,0 0-15,0 0 0,0 0 0,0 25 0,0-25 16,0 0-16,0 24 0,0-24 0,24 0 0,-24 25 16,0-25-16,0 25 0,0-25 0,0 25 0,0 0 0,0-25 15,25 24-15,-25-24 0,0 25 0,0-25 0,25 25 0,-25-25 16,0 25-16,0-25 0,25 0 0,-25 25 15,0-25-15,25 0 0,-25 0 0,0 24 0,24-24 0,-24 0 16,0-24-16,25 24 0,-25 0 0,25 0 0,-25 0 16,25-25-16,-25 25 0,0-25 0,25 25 0,-25-25 0,0 25 15,24-25-15,-24 25 0,0-24 0,0 24 0,0-25 16,0 25-16,0-25 0,0 25 0,0-25 0,0 0 0,0 25 15,0-24-15,0 24 0,0-25 0,0 25 0,-24-25 0,24 25 16,0-25-16,0 25 0,0 0 0,0-25 0,0 25 16,0 0-16,0 0 0,0 0 0,0 0 0,0 0 15,0 0-15,0 0 0,0 0 0,0 0 0,0 0 0,24 25 16,-24-25-16,0 0 0,0 25 0,0-25 0,0 25 15,0-25-15,25 25 0,-25-1 0,0-24 0,0 25 0,0-25 16,0 25-16,0 0 0,0-25 0,0 25 0,0-25 16,0 24-16,0-24 0,25 25 0,-25-25 0,0 0 15,0 25-15,0-25 0,0 0 0,0 0 0,0 0 0,0 25 16,0-25-16,0 0 0,0 0 0,0 0 0,0 0 15,0 0-15,0-25 0,0 25 0,0 0 0,0 0 0,25-25 16,-25 25-16,0-25 0,0 25 0,0-24 16,25 24-16,-25-25 0,0 0 0,0 25 0,25-25 0,-25 0 15,0 25-15,24-24 0,-24-1 0,0 0 0,25 25 16,-25-25-16,0 25 0,25-25 0,-25 25 0,0 0 0,0 0 15,0 0-15,25 0 0,-25 0 0,0 0 0,0 25 0,0-25 16,0 0-16,0 25 0,25-25 0,-25 25 0,0 0 16,0-25-16,0 24 0,0-24 0,0 25 0,0 0 0,0-25 15,0 25-15,0-25 0,24 25 0,-24-25 0,0 24 16,0-24-16,0 25 0,25-25 0,-25 0 0,0 25 15,0-25-15,25 0 0,-25 25 0,0-25 0,25 0 0,-25 0 16,0 0-16,25 0 0,-25 0 0,24 0 0,-24 0 16,25 0-16,0 0 0,-25 0 0,25-25 0,0 25 15,-1 0-15,-24 0 0,25-25 0,-25 25 0,25 0 0,0-25 16,-25 25-16,25-24 0,-25 24 0,0 0 0,24-25 15,-24 25-15,0-25 0,0 25 0,0-25 0,0 25 0,0-25 16,0 25-16,-24 0 0,24-24 0,0 24 0,0 0 16,-25 0-16,25-25 0,0 25 0,-25 0 0,25 0 15,0 0-15,-25 0 0,25 0 0,0 0 0,0 0 0,-25 0 16,25 0-16,0 0 0,0 0 0,0 0 0,0 25 15,0-25-15,0 0 0,0 24 0,0-24 0,0 25 0,0-25 16,0 25-16,0-25 0,0 25 0,0-25 0,25 25 16,-25-25-16,0 24 0,0-24 0,25 25 0,-25-25 0,0 0 15,0 25-15,25-25 0,-25 0 0,0 25 0,25-25 16,-25 0-16,0 0 0,24 0 0,-24 0 0,25 0 15,-25 0-15,0 0 0,25 0 0,-25 0 0,25-25 0,-25 25 16,0 0-16,0-25 0,25 25 0,-25 0 0,0-25 16,0 25-16,0 0 0,0-24 0,0 24 0,0 0 15,0-25-15,0 25 0,-25 0 0,25-25 0,0 25 0,0 0 16,0 0-16,0 0 0,-25 0 0,25 0 0,0 25 15,0-25-15,0 0 0,0 25 0,0-1 0,0-24 0,0 25 16,0 0-16,0 0 0,0 0 0,0-1 0,0 1 16,0-25-16,0 25 0,25 0 0,-25 0 0,0-1 0,0 1 15,0 0-15,25 0 0,-25 0 0,0-1 16,0 1-16,0-25 0,0 25 0,0 0 0,0 0 0,0-25 0,0 24 15,0-24-15,0 25 0,-25-25 0,25 25 0,0-25 16,-25 0-16,25 25 0,-25-25 0,25 0 0,-25 0 16,25 0-16,-24 25 0,-1-25 0,25 0 0,-25 0 0,0 0 15,0 0-15,25 0 0,-24 0 0,-1 0 0,0 0 16,25 0-16,-25 0 0,0-25 0,25 25 0,-24 0 15,-1 0-15,25-25 0,-25 25 0,25 0 0,-25-25 0,0 25 16,25-25-16,-24 25 0,24-24 0</inkml:trace>
  <inkml:trace contextRef="#ctx0" brushRef="#br0" timeOffset="92345.2819">13940 12055 0,'0'0'0,"0"0"16,25 0-16,-25 0 0,25 0 0,-25 0 0,0 0 16,25 0-16,-25 0 0,0 0 0,24 0 0,-24 25 15,0-25-15,0 0 0,25 25 0,-25-25 0,0 0 0,0 24 16,0-24-16,0 25 0,0-25 0,0 0 0,0 25 15,0-25-15,0 0 0,-25 25 0,25-25 0,0 0 16,0 0-16,-24 0 0,24 0 0,0 0 0,0 0 0</inkml:trace>
  <inkml:trace contextRef="#ctx0" brushRef="#br0" timeOffset="92525.292">14213 11609 0,'25'0'15,"-25"-25"-15,25 25 0,-25 0 0,0-25 0,0 25 0,0 0 16,0 0-16,24 25 0,-24-25 0,0 0 0,0 25 0,0-25 15,-24 0-15,24 24 0,0 1 0,0-25 0,0 25 16,0 0-16,0-25 0,0 25 0,0-1 0,0 1 16,0 0-16,0-25 0,0 25 0,0 0 0,0-1 15,0 1-15,0 0 0,0 0 0</inkml:trace>
  <inkml:trace contextRef="#ctx0" brushRef="#br0" timeOffset="92954.3167">16049 12378 0,'0'0'0,"0"-25"0,-25 25 16,25 0-16,0 0 0,0-25 0,-25 25 0,25 0 16,0 0-16,0 0 0,0 0 0,0-25 0,0 25 0,0 0 15,0 0-15,0 25 0,0-25 0,0 0 16,0 0-16,25 0 0,-25 25 0,0-25 0,25 0 0,-25 25 15,0-25-15,24 24 0,-24-24 0,25 25 0,-25 0 0,0-25 16,25 25-16,-25-25 0,25 25 0,-25-25 0,25 0 16,-25 24-16,0-24 0,24 0 0,-24 0 0,25 25 15,-25-25-15,0 0 0,25 0 0,-25 0 0,0 0 0,25-25 16,-25 25-16,25 0 0,-25 0 0,0-24 0,24 24 15,-24-25-15,0 25 0,0-25 0,25 0 0,-25 25 0,0-25 16,0 1-16,0-1 0,0 0 0,0 0 0,0 25 16,0-25-16,0 1 0,0-1 0,0 25 0,0 0 0,0-25 15,-25 25-15,25 0 0,0 0 0,0 0 0,0 25 16,0-25-16,0 0 0,25 25 0,-25-25 0,0 0 15,0 24-15,0-24 0,25 25 0,-25-25 0,25 0 0</inkml:trace>
  <inkml:trace contextRef="#ctx0" brushRef="#br0" timeOffset="93426.3437">16669 12353 0,'-25'0'0,"25"0"0,0-25 0,0 25 0,0 0 16,-25-25-16,25 25 0,0-25 0,0 25 0,-25-24 16,25 24-16,0-25 0,-24 25 0,24 0 0,0-25 0,-25 25 15,25 0-15,0-25 0,0 25 0,-25 0 0,25 0 16,0 0-16,0 0 0,-25 0 0,25 0 0,0 0 15,0 25-15,-25-25 0,25 25 0,0-25 0,0 25 0,0-25 16,-24 24-16,24 1 0,0-25 0,0 25 0,0 0 16,24-25-16,-24 25 0,0-1 0,0-24 0,0 25 0,25-25 15,-25 25-15,0-25 0,25 25 0,-25-25 0,25 25 16,-25-25-16,25 0 0,-25 0 0,24 24 0,-24-24 15,25 0-15,-25 0 0,25 0 0,-25 0 0,0 0 0,25 0 16,-25 0-16,0 0 0,25-24 0,-25 24 0,0 0 16,0 0-16,0-25 0,0 25 0,0 0 0,0-25 0,0 25 15,0-25-15,0 25 0,-25-25 0,25 25 0,0 0 16,0-24-16,0 24 0,-25-25 0,25 25 0,0-25 15,0 25-15,0 0 0,0-25 0,0 25 0,0 0 0,0-25 16,25 25-16,-25-24 0,0 24 0,25 0 0,-25-25 16,24 25-16,-24 0 0,25 0 0,-25 0 0,25-25 0,-25 25 15,25 0-15,-25 0 0,25 0 0,-25 25 0,24-25 16,-24 0-16,0 0 0,25 25 0,-25-25 0,25 0 0,-25 24 15,0-24-15,25 25 0,-25-25 0,0 25 0,0-25 16,0 25-16,0-25 0,0 25 0,0-1 0,0-24 16,0 25-16,0-25 0,0 25 0,0-25 0,0 0 0,0 25 15,0-25-15,0 0 0,0 25 0,0-25 0,0 0 0,0 0 16,0 0-16,-25 24 0,25-24 0,0 0 15,0-24-15,0 24 0,0 0 0,-25 0 0,25 0 0,0-25 16,0 25-16</inkml:trace>
  <inkml:trace contextRef="#ctx0" brushRef="#br0" timeOffset="93641.356">16594 11981 0,'0'0'0,"0"0"0,0 0 0,0 0 0,0 0 0,0 0 15,0 0-15,0 0 0,25 0 0,-25 0 0,0 0 0,0 0 16,25 0-16,-25 0 0,25 0 0,-25 0 0,0 24 15,25-24-15,-25 0 0,0 0 0,24 25 16,-24-25-16,0 25 0,0-25 0,25 0 0,-25 25 0,0-25 16,0 25-16,0-25 0,-25 24 0,25-24 0,0 25 0,0-25 15,-24 0-15,24 25 0,0-25 0,-25 0 0,25 0 16,-25 25-16,25-25 0,0 0 0,-25 0 0,25-25 15</inkml:trace>
  <inkml:trace contextRef="#ctx0" brushRef="#br0" timeOffset="93807.3655">16818 11683 0,'0'0'0,"0"0"0,0 0 0,0 0 0,0 0 0,0 0 16,0 25-16,0-25 0,0 0 0,-25 25 0,25-25 15,0 24-15,0-24 0,0 25 0,0 0 0,0-25 0,0 25 16,0 0-16,0-25 0,0 24 0,0 1 0,-25 0 15,25-25-15,0 25 0,0 0 0</inkml:trace>
  <inkml:trace contextRef="#ctx0" brushRef="#br0" timeOffset="94248.3907">18380 12526 0,'0'0'0,"0"0"0,0-24 16,0 24-16,0 0 0,0 0 0,0 0 0,0-25 15,0 25-15,0 0 0,25-25 0,-25 25 0,0-25 0,0 25 16,0-25-16,25 25 0,-25-24 0,0-1 0,0 0 16,25 25-16,-25-25 0,0 0 0,0 1 0,24-1 15,-24 25-15,0-25 0,0 0 0,0 25 0,0-25 0,25 25 16,-25-25-16,0 25 0,0 0 0,0 0 0,0 0 0,0 0 15,0 0-15,0 0 0,0 0 0,0 0 0,0 0 16,0 0-16,0 0 0,0 25 0,0-25 0,0 0 16,0 25-16,0-25 0,0 25 0,25 0 0,-25 0 15,0-25-15,0 24 0,0 1 0,0 0 0,0 0 0,0-25 16,0 25-16,0-1 0,0-24 0,25 25 0,-25 0 0,0-25 15,0 0-15,0 25 0,0-25 0,0 0 0,25 25 16,-25-25-16,0 0 0,0 0 0,25 0 0,-25 0 16,0 0-16,24 0 0,-24 0 0,0 0 0,25 0 0,-25 0 15,0 0-15,0 0 0,25 0 0,-25-25 0</inkml:trace>
  <inkml:trace contextRef="#ctx0" brushRef="#br0" timeOffset="94582.4097">19050 12204 0,'0'-25'0,"0"25"0,0 0 0,0 0 16,0 0-16,0 0 0,0 0 0,0 0 0,0 0 0,25 0 16,-25 0-16,0 0 0,0 0 0,0 25 0,25-25 15,-25 0-15,0 25 0,0-25 0,24 25 0,-24-25 16,0 24-16,0-24 0,25 25 0,-25 0 0,0-25 0,0 25 15,25 0-15,-25-25 0,0 24 0,0 1 0,25-25 16,-25 25-16,0-25 0,0 25 0,0-25 0,25 0 16,-25 25-16,0-25 0,0 0 0,0 0 0,0 24 0,24-24 15,-24 0-15,0 0 0,0 0 0,0 0 0,0 0 16,25-24-16,-25 24 0,0 0 0,0 0 0,25-25 0,-25 25 15,0-25-15,0 25 0,25-25 0,-25 0 0,0 1 16,0 24-16,0-25 0,0 0 0,0 0 0,0 25 0,0-25 16,0 1-16,0 24 0,0-25 0,0 25 0,0-25 15,0 25-15,0 0 0,0 0 0,0 0 0,0 0 16,0 0-16,0 0 0,0 0 0,0 0 0,0 0 0,0 0 15,0 0-15</inkml:trace>
  <inkml:trace contextRef="#ctx0" brushRef="#br0" timeOffset="94945.4304">19472 12378 0,'0'0'0,"0"0"0,0 24 0,0-24 0,0 0 0,0 0 16,0 0-16,0 0 0,0 0 0,0 0 0,0-24 16,24 24-16,-24 0 0,0 0 0,25 0 0,-25-25 0,25 25 15,-25 0-15,25 0 0,-25-25 0,25 25 0,-25 0 16,25-25-16,-25 25 0,0 0 0,24 0 0,-24-25 0,0 25 15,0 0-15,0-24 0,0 24 0,0 0 0,0-25 0,0 25 16,0 0-16,0-25 0,-24 25 0,24 0 0,0-25 16,-25 25-16,25 0 0,0 0 0,-25 0 0,25 0 15,0-25-15,-25 25 0,25 0 0,0 0 0,-25 0 0,25 25 16,0-25-16,0 0 0,0 0 0,-25 0 15,25 0-15,0 25 0,0-25 0,0 0 0,0 0 0,0 25 16,0-25-16,0 25 0,0-25 0,0 24 0,0-24 0,0 0 16,0 25-16,0-25 0,0 25 0,0-25 0,0 25 15,0-25-15,0 25 0,25-25 0,-25 24 0,0-24 16,0 25-16,0-25 0,25 0 0,-25 25 0,0-25 0,25 0 15,-25 25-15,0-25 0,25 0 0,-25 0 0,25 0 16,-25 25-16,24-25 0,1 0 0,0 0 0,-25 0 0,25 0 16,0 0-16,-1 0 0,1 0 0,0 0 0,0 0 15,0 0-15,-25 0 0,24 0 0</inkml:trace>
  <inkml:trace contextRef="#ctx0" brushRef="#br0" timeOffset="95218.446">20117 12303 0,'0'-25'0,"0"1"16,0 24-16,0-25 0,0 25 0,0-25 0,0 25 0,0-25 15,0 25-15,-25 0 0,25-25 0,0 25 0,0 0 16,-25-25-16,25 25 0,0 0 0,-25 0 0,25 0 15,0 0-15,0 0 0,-25 0 0,25-24 0,0 24 0,-24 24 16,24-24-16,0 0 0,0 0 0,0 0 0,-25 0 16,25 0-16,0 25 0,0-25 0,0 25 0,0-25 15,0 25-15,0-25 0,0 25 0,0 0 0,0-25 0,0 24 16,0 1-16,0 0 0,25 0 0,-25-25 0,0 25 15,24-1-15,-24 1 0,25-25 0,-25 25 0,0-25 0,25 25 16,0 0-16,-25-25 0,25 0 0,-1 24 0,-24-24 16,25 0-16,0 0 0,0 25 0,-25-25 0,25-25 0,-1 25 15,1 0-15,0 0 0,0 0 0,-25-24 16,25 24-16,-1-25 0,1 25 0,-25-25 0,25 25 0,-25-25 15,25 0-15,-25 1 0,0 24 0,25-25 0,-25-25 0</inkml:trace>
  <inkml:trace contextRef="#ctx0" brushRef="#br0" timeOffset="95417.4576">20513 11857 0,'-24'0'0,"24"-25"0,0 25 0,0 0 0,0-25 15,0 25-15,0 0 0,0 25 0,0-25 0,0 0 0,0 0 16,0 25-16,0-25 0,0 24 0,0 1 0,0 0 16,0-25-16,0 25 0,0 0 0,0-1 0,24 1 0,-24 0 15,0 0-15,0 0 0,0-1 0,0 1 0,0 0 16,0 0-16,0 0 0,0 0 0,0-1 0,0 1 15,0-25-15,0 25 0,0 0 0,0 0 0,0-25 0,0 24 16,0 1-16,0-25 0,0 25 0,0-25 0,0 0 16,0 0-16,0 25 0,-24-25 0,24 0 0,0 0 0,0-25 15,0 25-15,-25 0 0,25 0 0,0 0 0</inkml:trace>
  <inkml:trace contextRef="#ctx0" brushRef="#br0" timeOffset="95786.4787">20439 12254 0,'25'0'0,"-25"0"0,0-25 0,25 25 0,-25 0 0,0 0 0,24-25 0,-24 25 0,25 0 0,0 0 0,-25-25 0,25 25 0,-25 0 0,25 0 0,-25 0 0,24 0 0,-24 0 0,0 0 0,25 25 0,-25-25 0,0 0 0,25 0 16,-25 25-16,0-25 0,0 25 0,0-25 0,0 24 16,0-24-16,0 25 0,0-25 0,-25 25 0,25-25 0,0 25 15,0-25-15,0 25 0,0-25 0,0 24 0,0-24 16,0 25-16,0-25 0,0 0 0,0 25 0,0-25 15,0 0-15,0 25 0,0-25 0,0 0 0,25 0 0,-25 0 16,0 0-16,0 0 0,25 0 0,-25 0 0,0 0 16,25 0-16,-25 0 0,0 0 0,25-25 0,-25 25 0,24 0 15,-24-25-15,25 25 0,-25-25 0,0 25 0,25-24 16,-25 24-16,0-25 0,0 25 0,25-25 0,-25 0 0,0 25 15,0-25-15,0 25 0,0-24 0,0 24 0,0 0 16,-25-25-16,25 25 0,0 0 0,0-25 0,0 25 0,-25 0 16,25-25-16,0 25 0,-25 0 0,25 0 0,-24-25 15,24 25-15,0 0 0,-25 0 0,25-25 0,0 25 16,-25 0-16,25 0 0,0-24 0,-25 24 0,25 0 0,0 0 15,0 0-15,0 0 0,-25 0 0,25-25 0,0 25 16,0 0-16,0 0 0,0 0 0,0 0 0,0 0 16,0 0-16,0 0 0,0 0 0</inkml:trace>
  <inkml:trace contextRef="#ctx0" brushRef="#br0" timeOffset="95979.4897">20861 11956 0,'0'0'15,"25"0"-15,-25 0 0,0 0 0,24 0 0,-24-25 16,0 25-16,25 0 0,-25 0 0,25 25 0,-25-25 0,0 0 15,25 0-15,-25 0 0,0 0 0,25 25 0,-25-25 16,0 24-16,0-24 0,0 0 0,0 25 0,0-25 16,-25 25-16,25-25 0,0 25 0,-25-25 0,25 25 0,-25-25 15,0 24-15,25-24 0,-24 25 0,-1-25 0,0 25 16,0-25-16,25 0 0,-49 25 0,24-25 0</inkml:trace>
  <inkml:trace contextRef="#ctx0" brushRef="#br0" timeOffset="96392.5131">22051 12477 0,'0'0'0,"0"0"0,-24 0 0,24 0 16,0 0-16,-25 0 0,25 0 0,0 0 0,-25 0 0,25 0 16,0 0-16,-25 0 0,25 0 0,0-25 0,-25 25 15,25 0-15,0 0 0,0 0 0,0 0 0,0-25 16,0 25-16,0 0 0,0-25 0,0 25 0,0-24 0,0 24 15,25-25-15,-25 25 0,0-25 0,25 0 0,-25 25 16,25-25-16,-25 25 0,25-24 0,-25-1 0,24 25 0,-24-25 16,25 25-16,-25-25 0,0 25 0,25 0 0,-25-25 15,25 25-15,-25 0 0,0 0 0,25 0 0,-25 0 0,0 0 16,24 25-16,-24-25 0,0 0 0,0 25 0,25-25 15,-25 25-15,0-25 0,0 25 0,0-25 0,0 24 0,0-24 16,0 25-16,0 0 0,0-25 0,0 25 16,0 0-16,0-25 0,0 24 0,0-24 0,0 25 0,0-25 15,0 25-15,0-25 0,25 0 0,-25 25 0,0-25 0,0 0 16,0 0-16,0 0 0,0 25 0,25-25 0,-25 0 15,0 0-15,25 0 0,-25 0 0,0-25 0,24 25 0,-24 0 16,25 0-16</inkml:trace>
  <inkml:trace contextRef="#ctx0" brushRef="#br0" timeOffset="96894.5419">22473 12179 0,'0'0'0,"0"0"0,0 0 0,0-25 16,0 25-16,0 0 0,0 0 0,0 0 0,0 0 0,0 0 15,0 0-15,-25 0 0,25 0 0,0 0 0,0 0 16,0 25-16,0-25 0,0 0 0,0 0 0,0 25 15,0-25-15,0 25 0,0 0 0,0-25 0,0 24 0,0 1 16,0-25-16,0 25 0,0 0 0,0-25 0,0 25 16,0-1-16,0 1 0,0-25 0,0 25 0,0-25 15,25 25-15,-25-25 0,0 25 0,0-25 0,0 24 0,0-24 16,25 0-16,-25 0 0,0 0 0,0 25 0,0-25 15,25 0-15,-25 0 0,0 0 0,24 0 0,-24 0 0,25-25 16,-25 25-16,25 0 0,-25 0 0,25 0 0,0-24 16,-25 24-16,24 0 0,-24 0 0,25-25 0,-25 25 0,25-25 15,-25 25-15,25-25 0,-25 25 0,0-25 0,0 25 16,25-24-16,-25 24 0,0-25 0,0 25 0,0-25 15,0 25-15,0-25 0,0 25 0,0-25 0,0 25 0,0-24 16,0 24-16,0 0 0,-25-25 0,25 25 0,0 0 16,0-25-16,0 25 0,0 0 0,-25 0 0,25 0 15,0 0-15,0-25 0,0 25 0,0 0 0,0 0 0,-25 0 16,25 0-16,0 0 0,0 25 0,0-25 0,0 0 16,0 0-16,0 0 0,0 25 0,0-25 0,0 0 0,-25 25 15,25-25-15,0 24 0,0 1 0,0-25 0,0 25 16,0-25-16,25 25 0,-25 0 0,0-25 0,0 24 0,0-24 15,0 25-15,25 0 0,-25-25 0,0 0 0,0 25 16,25-25-16,-25 25 0,0-25 0,25 0 0,-25 0 16,25 0-16,-25 0 0,24 24 0,-24-24 0,25-24 0,-25 24 15,25 0-15,-25 0 0,25 0 0,-25 0 0,25-25 16,-25 25-16,24 0 0,-24-25 0,0 25 0,25-25 0,-25 25 15,0-25-15,25 1 0</inkml:trace>
  <inkml:trace contextRef="#ctx0" brushRef="#br0" timeOffset="97297.5651">23044 12204 0,'0'0'0,"0"-25"0,0 25 15,0 0-15,0 0 0,0-25 0,0 25 0,0 0 16,0 0-16,0 0 0,0 0 0,0 25 0,0-25 0,0 0 15,0 0-15,0 25 0,0-25 0,0 0 0,0 25 16,0-25-16,0 25 0,0-25 0,0 24 0,0 1 16,0-25-16,0 25 0,0-25 0,0 25 0,0-25 0,0 25 15,0-25-15,0 24 0,0-24 0,0 25 0,0-25 16,0 0-16,0 0 0,0 25 0,0-25 0,0 0 0,0 0 15,0 0-15,0 0 0,0 0 0,0 0 0,0 0 16,0 0-16,0 0 0,0 0 0,0 0 0,24 0 0,-24 0 16,0-25-16,0 25 0,0-25 0,0 25 0,25-24 15,-25 24-15,0-25 0,25 0 0,-25 25 0,0-25 16,25 0-16,-25 1 0,0 24 0,25-25 0,-25 0 0,24 25 15,-24-25-15,0 25 0,25-25 0,-25 25 0,0 0 16,0 0-16,25 0 0,-25 0 0,0 0 0,0 0 16,0 0-16,25 25 0,-25-25 0,0 0 0,0 25 0,0-25 15,0 25-15,0-25 0,0 0 0,0 25 0,0-25 16,0 24-16,0-24 0,0 25 0,25-25 0,-25 25 0,0-25 15,0 0-15,0 25 0,0-25 0,0 0 0,0 25 16,24-25-16,-24 0 0,0 24 0,25-24 0,-25 0 0,25 0 16,-25 25-16,25-25 0,0 0 0,-25 0 0,24 0 15,1 0-15,-25 0 0,25 0 0,0 0 0,0 0 16,-1 0-16,-24 0 0,25-25 0,0 25 0,-25 0 0,25-24 15,-25 24-15,25-25 0,-25 25 0,0-25 0,0 0 16,0 25-16,0-25 0</inkml:trace>
  <inkml:trace contextRef="#ctx0" brushRef="#br0" timeOffset="97764.5918">23664 12229 0,'0'0'0,"-25"-25"0,25 25 0,0-25 0,0 25 0,0-25 15,0 25-15,0 0 0,-25-25 0,25 25 0,0 0 16,0 0-16,0 0 0,0 0 0,0-24 0,-25 24 0,25 0 15,0 0-15,0 0 0,0 24 0,0-24 0,0 0 16,0 0-16,-25 0 0,25 0 0,0 25 0,0-25 0,0 0 16,0 25-16,0-25 0,0 25 0,0-25 0,0 0 15,0 25-15,0-25 0,0 25 0,0-25 0,0 0 16,0 24-16,25-24 0,-25 0 0,0 25 0,0-25 0,25 0 15,-25 0-15,0 25 0,25-25 0,-25 0 0,25 0 16,-25 0-16,24 0 0,-24 0 0,0 0 0,25-25 0,-25 25 16,25 0-16,-25 0 0,0-25 0,0 25 0,25-24 15,-25 24-15,0 0 0,0-25 0,0 25 0,0-25 0,0 25 16,0 0-16,0 0 0,0-25 0,0 25 0,0 0 15,0 0-15,0 0 0,0 0 0,0 0 0,0 0 16,0 0-16,0 0 0,0 0 0,0 25 0,0-25 0,0 25 16,0-25-16,0 25 0,0-1 0,0-24 0,0 25 0,-25 0 15,25 0-15,0 0 0,0-1 0,0-24 16,0 25-16,25 0 0,-25 0 0,0 0 0,0-1 0,0-24 15,0 25-15,0 0 0,0 0 0,25-25 0,-25 25 16,0-1-16,0 1 0,24-25 0,-24 25 0,0 0 0,25-25 16,-25 25-16,0-1 0,0-24 0,0 25 0,25-25 15,-25 0-15,0 25 0,0-25 0,0 0 0,0 25 0,0-25 16,0 0-16,0 25 0,0-25 0,-25 0 0,25 0 15,0 24-15,0-24 0,-25 0 0,25 0 0,0 0 16,-24 25-16,24-25 0,-25 0 0,25 0 0,0 0 0,-25 0 16,25 0-16,0 0 0,0 0 0,-25 0 0,25 0 0,0 0 15,-25 0-15,25 0 0,0 0 0,0 0 0,0 0 16,-24 0-16,24-25 0,0 25 0,0 0 0,0-24 15,-25 24-15,25-25 0,0 25 0,0-25 0,-25 0 0,25 25 16,0-25-16</inkml:trace>
  <inkml:trace contextRef="#ctx0" brushRef="#br0" timeOffset="98033.6072">22845 11782 0,'0'-25'0,"0"25"0,0 0 16,0-24-16,0 24 0,0 0 0,0 0 0,0-25 0,25 25 16,-25 0-16,0 0 0,25 0 0,-25 0 0,25 0 15,-25 0-15,24 0 0,-24 0 0,25 0 0,-25 0 0,25 0 16,-25 25-16,0-25 0,25 0 0,-25 24 0,25-24 15,-25 25-15,0-25 0,0 25 0,0-25 0,24 0 16,-24 25-16,0-25 0,0 25 0,0-25 0,-24 24 0,24-24 16,0 25-16,0-25 0,-25 25 0,25-25 0,-25 0 15,25 25-15,-25-25 0</inkml:trace>
  <inkml:trace contextRef="#ctx0" brushRef="#br0" timeOffset="98190.6161">22299 11782 0,'0'0'0,"0"0"0,0 0 0,0 0 0,0 0 0,0 0 16,25 0-16,-25 0 0,0 25 0,0-25 0,0 0 16,0 0-16,0 0 0,25 0 0,-25 25 0,0-25 15,0 0-15,0 0 0,-25 0 0</inkml:trace>
  <inkml:trace contextRef="#ctx0" brushRef="#br0" timeOffset="99501.6912">2604 13717 0,'0'-25'0,"0"25"0,0 0 0,0 0 0,0 0 16,0 0-16,-24 0 0,24 0 0,0-25 0,0 25 0,0 0 15,0 0-15,0 0 0,0 0 0,0 0 0,0 0 16,0 0-16,0 0 0,0 0 0,0 0 0,0 0 0,0 0 16,0 0-16,0 0 0,0-24 0,0 24 0,0 0 15,0 24-15,0-24 0,0 0 0,0 0 0,0 0 0,0 0 16,0 0-16,0 25 0,24-25 0,-24 25 0,0-25 15,0 25-15,0 0 0,0-25 0,0 24 0,25 1 0,-25 0 16,0-25-16,0 25 0,0 0 0,0-1 0,0-24 16,0 25-16,0 0 0,0-25 0,0 25 0,25-25 15,-25 25-15,0-25 0,0 0 0,0 24 0,0-24 0,0 0 16,0 25-16,0-25 0,0 0 0,0 0 0,0 0 0,0 0 15,0 0-15,0 0 0,0 0 0,0 0 0,0 0 16,0 0-16,0-25 0,0 25 0,0 0 0,0-24 0,0 24 16,0-25-16,0 0 0</inkml:trace>
  <inkml:trace contextRef="#ctx0" brushRef="#br0" timeOffset="99809.7087">2654 13667 0,'0'0'0,"0"-24"0,0 24 16,0-25-16,0 25 0,0-25 0,0 25 0,0 0 16,0-25-16,25 25 0,-25 0 0,0-25 0,0 25 15,0 0-15,0 0 0,25-24 0,-25 24 0,0 0 0,0 0 16,25 0-16,-25 0 0,0 0 0,0 0 0,0 0 0,24 0 15,-24 0-15,0 24 0,0-24 0,0 0 0,25 25 16,-25 0-16,0-25 0,0 25 0,25 0 0,-25-1 0,0 1 16,25 0-16,-25 0 0,0 0 0,0-1 0,25 1 15,-25 0-15,0-25 0,24 25 0,-24 0 0,0-1 0,0-24 16,0 25-16,25-25 0,-25 25 0,0-25 0,0 25 15,25-25-15,-25 0 0,0 0 0,0 0 0,0 0 16,25 0-16,-25 0 0,0 0 0,0 0 0,0 0 0,0-25 16,0 25-16,25 0 0,-25-25 0,0 25 0,0-25 15,0 25-15,0-24 0,0-1 0,0 25 0,0-25 0,0 0 16,0 25-16,-25-25 0,25 25 0,0-24 0,0 24 0,0-25 15,0 25-15,0-25 0,0 25 0,-25 0 0,25 0 16,0 0-16,0 0 0,0 0 0,0 0 0,0 0 0,0 0 16,0 0-16,0 0 0</inkml:trace>
  <inkml:trace contextRef="#ctx0" brushRef="#br0" timeOffset="100549.7511">3101 13891 0,'0'24'0,"0"-24"0,0 0 0,0 25 16,0-25-16,0 0 0,0 25 0,0-25 0,24 0 0,-24 0 15,0 0-15,0 0 0,0 25 0,0-25 0,0 0 16,0 0-16,0-25 0,0 25 0,0 0 0,25 0 0,-25 0 15,0-25-15,0 25 0,0 0 0,0-25 0,0 25 16,0 0-16,25-24 0,-25 24 0,0 0 0,0-25 16,0 25-16,0-25 0,25 25 0,-25 0 0,0-25 0,0 25 15,-25-25-15,25 25 0,0 0 0,0-24 0,-25 24 16,25 0-16,0 0 0,-25-25 0,25 25 0,0 0 0,0 0 15,-24 0-15,24 0 0,0 0 0,0 0 0,0 0 0,0 0 16,0 0-16,0 0 0,0 0 0,-25 25 0,25-25 16,0 0-16,0 24 0,0-24 0,0 0 0,-25 25 15,25-25-15,0 25 0,0-25 0,0 25 0,0-25 0,0 25 16,0-25-16,0 24 0,25-24 0,-25 25 0,0-25 0,0 25 15,25-25-15,-25 0 0,0 25 0,24-25 0,-24 0 16,25 25-16,-25-25 0,0 0 0,25 0 0,-25 0 16,0 24-16,25-24 0,-25 0 0,25-24 0,-25 24 0,0 0 15,24 0-15,-24 0 0,25 0 0,-25-25 0,25 25 16,-25 0-16,25-25 0,-25 25 0,0 0 0,25-25 0,-25 25 15,0-25-15,24 25 0,-24-24 0,0 24 0,0-25 16,0 25-16,0 0 0,0-25 0,0 25 0,0-25 16,0 25-16,0-25 0,0 25 0,0 0 0,0-24 0,0 24 15,0 0-15,-24-25 0,24 25 0,0 0 0,0 0 16,0 0-16,0 0 0,0 0 0,0 0 0,-25 0 0,25 0 15,0 0-15,0 0 0,0 0 0,0 0 0,0 0 16,0 0-16,0 0 0,0 25 0,0-25 0,0 0 0,0 24 16,25-24-16,-25 25 0,0-25 0,0 25 0,0-25 15,0 25-15,24-25 0,-24 25 0,0-1 0,0-24 16,0 25-16,0-25 0,25 25 0,-25-25 0,0 0 0,0 25 15,25-25-15,-25 0 0,25 0 0,-25 25 0,25-25 16,-25 0-16,24 0 0,-24 0 0,25-25 0,-25 25 0,25 0 16,-25 0-16,25 0 0,-25-25 0,25 25 0,-25-25 15,24 25-15,-24 0 0,0-25 0,25 25 0,-25-24 16,0 24-16,25-25 0,-25 25 0,0-25 0,0 25 0,0 0 15,0-25-15,0 25 0,0 0 0,0-25 0,0 25 16,0 0-16,0-24 0,-25 24 0,25 0 0,0 0 0,0 0 16,0-25-16,0 25 0,-25 0 0,25 0 0,0 0 15,0 25-15,0-25 0,0 0 0,0 0 0,0 24 0,0-24 16,0 25-16,0-25 0,0 25 0,0-25 0,0 25 15,0-25-15,0 25 0,0-25 0,25 24 0,-25 1 16,0-25-16,0 25 0,25-25 0,-25 25 0,0-25 0,0 0 16,25 25-16,-25-25 0,0 0 0,0 0 0,0 24 15,0-24-15,25 0 0,-25 0 0,0 0 0,0 0 16,0 0-16,0 0 0,0-24 0,0 24 0,0 0 0</inkml:trace>
  <inkml:trace contextRef="#ctx0" brushRef="#br0" timeOffset="100784.7646">3076 13742 0,'0'0'0,"0"-25"0,-25 25 0,25 0 0,0-25 15,0 25-15,0-25 0,0 25 0,0 0 0,0-24 0,0 24 16,0-25-16,25 25 0,-25 0 0,0 0 0,0-25 0,25 25 15,-25 0-15,0 0 0,24 0 0,-24 0 0,25 0 16,-25 0-16,0 25 0,25-25 0,-25 0 0,0 0 0,25 25 16,-25-25-16,25 0 0,-25 24 0,0-24 0,24 0 15,-24 25-15,25-25 0,-25 0 0,0 25 0,25-25 16,-25 0-16,25 0 0,-25 0 0,25 0 0,-25 0 0</inkml:trace>
  <inkml:trace contextRef="#ctx0" brushRef="#br0" timeOffset="100943.7737">3597 13295 0,'0'-24'0,"0"24"16,0 0-16,0 0 0,0 24 0,0-24 0,0 0 0,-25 25 16,25-25-16,0 25 0,0 0 0,-25 0 0,25-25 15,0 24-15,0 1 0,0 0 0,-25 0 0,25 0 16,0-1-16,0 1 0,0-25 0,0 25 0,0 0 0</inkml:trace>
  <inkml:trace contextRef="#ctx0" brushRef="#br0" timeOffset="101403.8">5283 13444 0,'0'-25'0,"-24"25"0,24 0 0,0 0 16,-25 0-16,25 25 0,-25-25 0,25 0 0,-25 25 15,25-25-15,-25 25 0,25 0 0,-24-25 0,24 24 0,-25 1 16,25 0-16,-25 0 0,25 0 0,-25-1 0,25 1 15,-25 0-15,1 0 0,24 0 0,-25-1 0,0 1 0,25 0 16,-25 0-16,25 0 0,-25-1 0,25 1 0,-24 0 16,24-25-16,0 25 0,0-25 0,-25 25 0,25-25 15,0 24-15,0-24 0,0 0 0,0 0 0,0 0 0,0 0 16,0 0-16,0 0 0,25 0 0</inkml:trace>
  <inkml:trace contextRef="#ctx0" brushRef="#br0" timeOffset="101584.8103">5035 13841 0,'0'0'0,"0"0"0,0 0 0,0-25 0,0 25 15,25 0-15,-25 0 0,0 0 0,0 0 0,25 0 16,-25-25-16,0 25 0,25 0 0,-25 25 0,25-25 16,-25 0-16,24 0 0,-24 25 0,25-25 0,0 0 0,0 25 15,0-25-15,-25 25 0,24-25 0,1 24 0,0-24 16,0 25-16,0-25 0,-1 25 0,1-25 0,0 0 0,0 0 15,0 25-15,-1-25 0,-24 0 0,25 0 0,0 0 16</inkml:trace>
  <inkml:trace contextRef="#ctx0" brushRef="#br0" timeOffset="102489.8621">6722 14114 0,'0'0'0,"0"0"0,-25 0 0,25 0 0,0 0 16,-25 0-16,25 0 0,0-25 0,0 25 0,0 0 15,0 0-15,0 0 0,0-25 0,0 25 0,0 0 0,25-25 16,-25 25-16,25-24 0,-25-1 0,25 25 0,-25-25 15,25 0-15,-1 0 0,1 1 0,0-1 0,0 0 0,0 0 16,-25 0-16,49 1 0,-24-1 0,0 0 0,-25 0 16,25-24-16,0 24 0,-1 0 0,-24 0 0,25 0 15,-25 1-15,0-1 0,25 25 0,-25-25 0,0 0 0,-25 25 16,25-25-16,0 1 0,0 24 0,-25 0 0,25-25 15,-24 25-15,24 0 0,-25-25 0,0 25 0,25 0 16,-25 0-16,25 0 0,-25-25 0,1 25 0,24 0 0,-25 0 16,25 0-16,-25 0 0,0 25 0,25-25 0,-25 0 15,25 0-15,0 0 0,-25 25 0,25-25 0,0 0 0,0 0 16,-24 25-16,24-25 0,0 24 0,0-24 0,24 25 15,-24-25-15,0 25 0,0 0 0,0-25 0,0 25 0,0-1 16,25 1-16,-25 0 0,0 0 0,0 0 0,25-1 16,-25 1-16,0 0 0,0 0 0,25 0 0,-25-1 0,0 1 15,0 0-15,25-25 0,-25 25 0,0 0 0,25-1 16,-25-24-16,0 25 0,24-25 0,-24 25 0,0-25 15,25 0-15,-25 0 0,0 25 0,25-25 0,-25 0 0,0 0 16,25-25-16,-25 25 0,0 0 0,25 0 0,-25 0 16,24-25-16,-24 25 0,0 0 0,25-25 0,-25 25 0,25 0 15,-25-24-15,0 24 0,0-25 0,25 25 0,-25-25 16,0 25-16,0-25 0,0 25 0,0-25 0,25 25 15,-25-24-15,0 24 0,0 0 0,0-25 0,0 25 16,0 0-16,0-25 0,-25 25 0,25 0 0,0 0 0,0 0 16,0 0-16,0-25 0,0 25 0,0 0 0,0 0 0,0 0 15,0 0-15,0 0 0,-25 25 0,25-25 0,0 0 16,0 0-16,0 0 0,-25 25 0,25-25 0,0 25 15,0-25-15,0 24 0,0-24 0,-25 25 0,25-25 0,0 25 16,0 0-16,0-25 0,0 25 0,0-25 0,0 24 0,0-24 16,0 0-16,0 25 0,0-25 0,25 0 0,-25 0 15,0 0-15,0 25 0,0-25 0,0 0 0,25 0 16,-25-25-16,0 25 0,0 0 0,25 0 0,-25 0 0,0-25 15,25 25-15,-25 0 0,0 0 0,0-24 0,24 24 16,-24 0-16,0-25 0,0 25 0,0 0 0,0 0 16,0 0-16,25-25 0,-25 25 0,0 0 0,0 0 0,0 0 15,0 0-15,0 0 0,0 25 0,0-25 0,0 0 16,0 0-16,0 0 0,0 25 0,0-25 0,25 0 15,-25 24-15,0-24 0,0 0 0,0 25 0,0-25 0,25 0 16,-25 25-16,0-25 0,0 0 0,25 0 0,-25 0 0,0 25 16,0-25-16,0 0 0,24 0 0,-24 0 0,0-25 15,25 25-15,-25 0 0,0 0 0,0-25 0,25 25 16,-25 0-16</inkml:trace>
  <inkml:trace contextRef="#ctx0" brushRef="#br0" timeOffset="102662.872">7218 13543 0,'0'0'0,"0"0"0,-25 0 0,25 0 15,0 0-15,0 0 0,0 0 0,25 0 0,-25 0 0,0 0 16,0 0-16,25 0 0,-25 0 0,25 0 0,0-24 16,-1 24-16,-24 0 0,25 0 0,0 0 0,0 0 0,0 0 15,-1-25-15,1 25 0,0 0 0,0 0 0,0 0 16,-1 0-16,1 0 0,0 0 0,0 0 0,-25 25 0,25-25 15,-1 0-15</inkml:trace>
  <inkml:trace contextRef="#ctx0" brushRef="#br0" timeOffset="103297.9083">8954 13816 0,'-24'0'0,"24"0"16,-25-25-16,0 25 0,25 0 0,-25 0 0,0-24 0,25 24 15,-24 0-15,-1 0 0,25-25 0,-25 25 0,0 0 0,25 0 16,-25 0-16,25 0 0,-24 0 0,24 0 0,-25 0 15,25 0-15,0 25 0,0-25 0,-25 0 0,25 24 16,0-24-16,0 25 0,0-25 0,0 25 0,25-25 0,-25 25 16,0 0-16,0-25 0,0 24 0,25 1 0,-25-25 15,24 25-15,-24-25 0,0 25 0,25-25 0,-25 0 16,25 25-16,0-25 0,-25 0 0,25 0 0,-25 0 0,24 24 15,-24-24-15,25 0 0,-25-24 0,0 24 0,25 0 16,-25 0-16,0 0 16,25 0-16,-25 0 0,0-25 0,0 25 0,0 0 0,0 0 0,0-25 0,0 25 0,0-25 15,0 25-15,0 0 0,0-25 0,0 25 0,0-24 0,-25 24 16,25-25-16,0 25 0,0-25 0,-25 25 15,25-25-15,0 25 0,0 0 0,0 0 0,0 0 0,0 0 16,0 0-16,0 0 0,0 25 0,0-25 0,0 25 0,0 0 16,0-1-16,0 1 0,25 0 0,-25 0 0,0 0 15,25-1-15,-25 1 0,0 0 0,25 0 0,-25 24 16,0-24-16,0 0 0,24 0 0,-24 0 0,0-1 0,0 1 15,0 0-15,0 0 0,25-25 0,-50 25 0,25 0 16,0-25-16,0 24 0,0-24 0,0 25 0,0-25 0,-24 0 16,24 25-16,0-25 0,-25 0 0,25 0 0,0 0 15,-25 0-15,25 0 0,0 0 0,-25 0 0,25 0 0,0-25 16,-25 25-16,25 0 0,-24-25 0,24 25 0,0-24 15,0 24-15,-25 0 0,25-25 0,0 25 0,0 0 16,0-25-16,25 25 0,-25 0 0,0-25 0,0 25 0,24 0 16,-24-25-16,0 25 0,25-25 0,-25 25 0,25-24 15,-25 24-15,25-25 0,-25 25 0,25-25 0,-1 25 0,-24-25 16,25 25-16,-25-25 0,25 25 0,0-24 0,-25 24 15,25-25-15,-25 0 0,25 25 0,-25-25 0,24 0 0</inkml:trace>
  <inkml:trace contextRef="#ctx0" brushRef="#br0" timeOffset="103565.9236">9029 13419 0,'0'0'0,"0"-24"0,-25 24 0,25 0 16,0 0-16,0 0 0,-25 0 0,25 0 0,0 0 15,0 0-15,0 0 0,0 0 0,0 0 0,0 0 0,0 0 16,0 24-16,0-24 0,25 25 0,-25-25 0,0 25 15,0-25-15,0 25 0,0 0 0,25-1 0,-25 1 0,0 0 16,0 0-16,0 0 0,0-1 0,25 1 0,-25 0 16,0 0-16,0 0 0,0-1 0,0 1 0,0 0 15,0 0-15,25 0 0,-25-1 0,0 1 0,0 0 0,0-25 16,0 25-16,0-25 0,0 25 0,0-25 0,0 24 15,24-24-15,-24 0 0,0 0 0,0 25 0,0-25 0,0 0 16,0 0-16,-24 0 0,24-25 0,0 25 0,0 0 16,0 0-16,-25-24 0,25 24 0,0-25 0,-25 25 15</inkml:trace>
  <inkml:trace contextRef="#ctx0" brushRef="#br0" timeOffset="103705.9317">8930 13816 0,'0'-25'0,"0"25"0,0-24 0,0 24 16,0 0-16,0 0 0,0-25 0,0 25 0,0 0 16,24 0-16,-24-25 0,0 25 0,25 0 0,-25 0 15,25 0-15,0 0 0,-25 0 0,25 0 0,0 0 0,-25 0 16,24 0-16,1 0 0,0 0 0,0 0 0,-25 25 15,25-25-15,-1 25 0,1-25 0,-25 24 0,25-24 0,-25 25 16,25-25-16,0 25 0,-25 0 0,0-25 0,24 25 16,-24-1-16</inkml:trace>
  <inkml:trace contextRef="#ctx0" brushRef="#br0" timeOffset="104122.9555">9351 13990 0,'0'0'16,"-24"0"-16,24 0 0,0 0 0,0 0 0,0 0 15,-25 0-15,25 0 0,0 0 0,0-25 0,0 25 0,0 0 16,0-25-16,0 25 0,0-25 0,0 25 0,0-24 16,0-1-16,0 25 0,0-25 0,0 25 0,0-25 15,25 25-15,-25-25 0,0 25 0,0-24 0,0 24 0,24 0 16,-24 0-16,0 0 0,0 0 0,0-25 0,25 25 15,-25 25-15,0-25 0,0 0 0,0 0 0,0 0 0,25 0 16,-25 24-16,0-24 0,0 0 0,0 25 0,0-25 16,0 25-16,0-25 0,0 25 0,0-25 0,25 25 0,-25-25 15,0 24-15,0-24 0,0 25 0,0-25 0,0 25 16,0-25-16,25 25 0,-25-25 0,0 25 0,0-25 15,0 0-15,24 0 0,-24 24 0,0-24 0,0 0 0,0 0 16,25 0-16,-25 0 0,0 0 0,0-24 0,25 24 0,-25 0 16,0 0-16,0-25 0,25 25 0,-25-25 15,25 25-15,-25-25 0,0 25 0,24-25 0,-24 25 0,0-24 16,0 24-16,0-25 0,25 25 0,-25-25 0,0 25 15,0-25-15,0 25 0,0 0 0,0-25 0,0 25 0,0 0 16,0 0-16,0 0 0,0 0 0,0 0 0,0 0 16,0 0-16,0 0 0,0 0 0,0 0 0,0 0 0,0 0 15,0 0-15,0 25 0,0-25 0,0 0 0,0 0 16,0 25-16,0-25 0,0 25 0,0-25 0,0 25 15,25-25-15,-25 24 0,0-24 0,0 0 0,0 25 0,25-25 16,-25 25-16,0-25 0,0 25 0,25-25 0,-25 0 0,0 0 16,0 0-16,24 0 0,-24 0 0,0 0 0,0 0 15,25 0-15,-25 0 0,0-25 0,0 25 0</inkml:trace>
  <inkml:trace contextRef="#ctx0" brushRef="#br0" timeOffset="104259.9631">9773 13568 0,'0'0'16,"0"0"-16,0-25 0,0 25 0,0 0 0,0 0 15,0 0-15,0 0 0,0 0 0,0 0 0,0 0 0,0 0 16,0 0-16,0 25 0,0-25 0,0 25 0,0-25 0,0 25 16,0-25-16,0 25 0,0-1 0</inkml:trace>
  <inkml:trace contextRef="#ctx0" brushRef="#br0" timeOffset="104397.9712">9773 14362 0,'0'0'0,"0"25"0,0-25 0,-25 0 15,25 25-15,0-25 0,0 0 0,0 0 0,0 0 16,0 0-16,0 0 0,0 0 0,0-25 0,0 25 15,0 0-15,0 0 0,0 0 0,0 0 0,0 0 0,0 0 16,0 0-16,0 0 0,0-25 0</inkml:trace>
  <inkml:trace contextRef="#ctx0" brushRef="#br0" timeOffset="104814.9951">10666 14114 0,'-25'0'0,"25"0"0,-25 0 0,25 0 0,0 0 0,0 0 15,-24-25-15,24 25 0,0 0 0,0 0 16,0-25-16,0 25 0,0-25 0,24 25 0,-24 0 0,0-24 0,0 24 16,0-25-16,25 25 0,-25-25 0,0 25 0,0-25 15,25 25-15,-25-25 0,0 25 0,25-24 0,-25 24 0,25-25 16,-25 25-16,0 0 0,24-25 0,-24 25 0,25 0 15,-25 0-15,0-25 0,25 25 0,-25 0 0,25 0 16,-25 0-16,25 0 0,-25 25 0,0-25 0,24 0 0,-24 0 16,0 25-16,0-25 0,0 0 0,25 25 0,-25-25 15,0 24-15,0-24 0,0 25 0,0-25 0,0 0 0,0 25 16,0-25-16,0 25 0,0-25 0,0 0 0,0 25 15,0-25-15,0 0 0,0 0 0,0 24 0,0-24 16,0 0-16,0 0 0,0 0 0,0 0 0,0 0 0,0 0 16,0 0-16,0 0 0,25 0 0,-25 0 0,0-24 15,25 24-15</inkml:trace>
  <inkml:trace contextRef="#ctx0" brushRef="#br0" timeOffset="106152.0716">11088 13767 0,'0'0'15,"0"-25"-15,0 25 0,0 0 0,0 0 0,-25 0 0,25 0 16,0 0-16,0-25 0,0 25 0,0 0 0,0 0 15,0 0-15,0 0 0,0 0 0,0 0 0,0 0 16,0 25-16,0-25 0,0 0 0,0 0 0,0 0 0,0 25 16,0-25-16,0 0 0,0 24 0,0-24 0,25 25 15,-25-25-15,0 25 0,0-25 0,0 25 0,0 0 0,24-25 16,-24 24-16,0-24 0,0 25 0,0-25 0,25 25 15,-25-25-15,0 25 0,0-25 0,25 0 0,-25 25 0,0-25 16,0 0-16,25 0 0,-25 0 0,0 0 16,25 0-16,-25 0 0,0 0 0,25 0 0,-25 0 0,24 0 15,-24 0-15,25 0 0,-25-25 0,25 25 0,-25 0 0,25-25 16,-25 25-16,0 0 0,0-25 0,25 25 0,-25 0 15,0-25-15,0 25 0,0 0 0,0-24 0,0 24 0,0-25 16,0 25-16,0-25 0,0 25 0,0-25 0,0 25 16,0-25-16,-25 25 0,25-24 0,0 24 0,0 0 15,-25-25-15,25 25 0,0 0 0,0-25 0,-25 25 0,25 0 16,0 0-16,-25 0 0,25 0 0,0 0 0,0 0 15,0 0-15,-24 25 0,24-25 0,0 0 0,0 0 0,0 0 16,0 25-16,0-25 0,0 0 0,0 24 0,0-24 16,0 25-16,0-25 0,0 0 0,0 25 0,0-25 0,0 25 15,24-25-15,-24 25 0,0-25 0,25 24 0,-25-24 16,0 25-16,25-25 0,-25 25 0,0-25 0,25 0 15,-25 25-15,25-25 0,-25 0 0,24 0 0,-24 0 0,25 0 16,-25 0-16,25 0 0,-25 0 0,25 0 0,-25-25 16,25 25-16,-25 0 0,24 0 0,-24-25 0,0 25 15,25 0-15,-25-25 0,0 25 0,0 0 0,0-24 0,0 24 16,0-25-16,0 25 0,0 0 0,0-25 0,0 25 15,0-25-15,0 25 0,0-25 0,0 25 0,-25-24 16,25 24-16,0 0 0,0-25 0,0 25 0,0-25 0,0 25 16,0 0-16,0 0 0,-24 0 0,24 0 0,0 0 0,0 0 15,0 0-15,0 0 0,0 0 0,0 0 0,0 0 16,0 0-16,24 25 0,-24-25 0,0 25 0,0-25 15,0 0-15,0 24 0,0 1 0,0-25 0,0 25 0,0-25 16,0 25-16,25-25 0,-25 25 0,0-25 0,0 24 16,0-24-16,0 25 0,0-25 0,0 25 0,0-25 0,0 0 15,0 0-15,25 25 0,-25-25 0,0 0 0,0 0 16,0 0-16,0 0 0,0 0 0,0 0 0,0 0 15,0 0-15,25 0 0,-25 0 0,0-25 0,0 25 0,0 0 16,25-25-16,-25 25 0,0-25 0,0 25 0,0-24 16,24 24-16,-24-25 0,0 0 0,25 25 0,-25-25 0,0 25 15,25-25-15,-25 1 0,0 24 0,25 0 0,-25-25 16,25 25-16,-25 0 0,0 0 0,24 0 0,-24 0 15,0 0-15,0 0 0,25 0 0,-25 0 0,0 25 0,0-25 16,0 0-16,0 24 0,0-24 0,25 25 0,-25 0 0,0-25 16,0 25-16,0-25 0,0 25 0,0-25 0,0 24 15,0-24-15,0 25 0,0-25 0,0 25 0,0-25 16,0 0-16,0 25 0,25-25 0,-25 0 0,0 0 0,0 25 15,25-25-15,-25 0 0,0 0 0,24 0 0,-24 0 16,25 0-16,0 0 0,-25 0 0,25 0 0,0 0 16,-1-25-16,-24 25 0,25 0 0,0 0 0,-25-25 0,25 25 15,0 0-15,-25-25 0,24 25 0,-24-25 0,0 25 16,0 0-16,25-24 0,-25 24 0,0-25 0,-25 25 15,25-25-15,0 25 0,0-25 0,-24 25 0,24-25 0,-25 25 16,25-24-16,0 24 0,-25 0 0,25-25 0,-25 25 0,25-25 16,0 25-16,-25 0 0,25-25 0,0 25 0,0 0 15,0 0-15,-24 0 0,24 0 0,0 0 0,0 0 16,0 0-16,0 0 0,0 0 0,0 0 0,0 25 0,0-25 15,0 25-15,0-25 0,0 25 0,0-1 0,0-24 0,0 25 16,0 0-16,0-25 0,0 25 0,0-25 16,0 25-16,24-1 0,-24-24 0,0 25 0,0-25 0,25 0 15,-25 25-15,0-25 0,25 0 0,-25 25 0,25-25 0,-25 0 16,25 0-16,-25 0 0,24 0 0,-24 0 0,25 0 15,0-25-15,-25 25 0,25 0 0,-25 0 0,0-25 16,25 25-16,-25 0 0,0-25 0,0 25 0,0-24 0,25 24 16,-25-25-16,0 25 0,-25-25 0,25 25 0,0-25 15,0 25-15,0 0 0,0-25 0,0 25 0,0 0 16,-25 0-16,25 0 0,0 0 0,0 0 0,0 0 0,0 0 15,0 0-15,0 25 0,0-25 0,0 25 0,0-25 0,-25 25 16,25 0-16,25-25 0,-25 24 0,0 1 16,0 0-16,0 0 0,0-25 0,25 25 0,-25-1 0,0 1 15,0 0-15,25 0 0,-25 0 0,0-25 0,24 24 0,-24 1 16,0 0-16,0 0 0,25 0 0,-25-1 0,0-24 15,0 25-15,0 0 0,25 0 0,-25-25 0,0 25 16,0 0-16,0-25 0,0 24 0,0 1 0,0-25 0,0 25 16,0-25-16,0 25 0,0-25 0,-25 25 0,25-25 15,0 0-15,0 24 0,-25-24 0,25 0 0,-24 25 0,24-25 16,0 0-16,-25 25 0,25-25 0,-25 0 0,25 0 15,0 0-15,-25 0 0,25 0 0,-25 0 0,25 0 16,0 0-16,-25 0 0,25-25 0,-24 25 0,24 0 0,-25-25 16,25 25-16,-25-24 0,0-1 0,25 25 0,-25-25 15,25 0-15,-24 0 0,-1 1 0,25-1 0,-25 0 0</inkml:trace>
  <inkml:trace contextRef="#ctx0" brushRef="#br0" timeOffset="106389.0851">11559 13593 0,'0'-25'16,"0"25"-16,0 0 0,-25 0 0,25-25 0,0 25 16,25-24-16,-25 24 0,0 0 0,0-25 0,0 25 0,25 0 15,-25-25-15,0 25 0,25 0 0,-25 0 0,24 0 16,-24 0-16,25 0 0,-25 0 0,25 0 0,-25 0 0,25 25 15,-25-25-15,0 0 0,25 0 0,-25 25 0,0-25 16,24 24-16,-24-24 0,0 0 0,25 25 0,-25-25 0,0 25 16,0-25-16,0 25 0,0-25 0,0 0 15,0 25-15,0-25 0,0 24 0,-25-24 0,25 0 0,0 25 16,-24-25-16</inkml:trace>
  <inkml:trace contextRef="#ctx0" brushRef="#br0" timeOffset="106551.0944">11013 13469 0,'0'0'0,"0"0"16,0 0-16,-25 0 0,25 0 0,0 0 0,0 0 0,0 0 16,0 0-16,0 0 0,0 0 0,0 25 0,0-25 15,0 0-15,25 25 0,-25-25 0,0 0 0,25 0 16,-25 24-16</inkml:trace>
  <inkml:trace contextRef="#ctx0" brushRef="#br0" timeOffset="107590.1538">13122 13643 0,'0'0'16,"0"0"-16,0 0 0,0 0 0,0 0 0,0 0 0,0 0 15,24 24-15,-24-24 0,0 0 0,0 0 0,0 0 16,0 25-16,25-25 0,-25 25 0,0-25 0,0 0 0,0 25 15,0 0-15,25-25 0,-25 24 0,0 1 0,0-25 16,0 25-16,0-25 0,0 25 0,0 0 0,0-25 16,0 24-16,0-24 0,0 25 0,0-25 0,0 0 0,0 25 15,0-25-15,0 0 0,0 0 0,0 0 0,0 0 16,0 0-16,0 0 0,0 0 0,0 0 0,0 0 15,0 0-15,0 0 0,0 0 0,25 0 0,-25-25 0,0 25 16,0 0-16,0-25 0,0 25 0,25 0 0,-25-24 16,0 24-16,0-25 0,25 25 0,-25 0 0,0-25 0,0 25 15,0-25-15,24 25 0,-24 0 0,0-25 16,0 25-16,0 0 0,0 0 0,0-24 0,25 24 0,-25 0 0,0 0 15,0 0-15,0 0 0,0 0 0,0 0 0,0 0 16,0 0-16,0 0 0,0 0 0,0 24 0,0-24 16,0 0-16,0 25 0,0-25 0,25 25 0,-25-25 0,0 25 15,0-25-15,0 25 0,0-25 0,25 0 0,-25 24 16,0-24-16,0 0 0,25 25 0,-25-25 0,24 0 15,-24 0-15,25 0 0,0 0 0,-25 0 0,25 0 0,-25 0 16,25 0-16,-1 0 0,-24-25 0,25 25 0,-25 0 16,25 0-16,-25 0 0,25-24 0,-25 24 0,25 0 0,-25-25 15,0 25-15,0 0 0,0-25 0,24 25 0,-24 0 16,0-25-16,-24 25 0,24-25 0,0 25 0,0-24 15,0 24-15,-25-25 0,25 25 0,0 0 0,-25-25 0,25 25 16,0-25-16,-25 25 0,25 0 0,-25 0 0,25 0 16,0-25-16,-24 25 0,24 0 0,0 25 0,0-25 0,-25 0 15,25 0-15,0 0 0,0 0 0,-25 25 0,25-25 0,0 0 16,0 0-16,0 25 0,0-25 0,0 0 15,0 25-15,0-25 0,0 0 0,0 24 0,0-24 0,0 0 16,0 25-16,0-25 0,0 0 0,25 25 0,-25-25 0,0 0 16,25 0-16,-25 25 0,24-25 0,-24 0 0,25 0 15,-25 0-15,25 0 0,-25 0 0,25 0 0,-25 0 0,25 0 16,-25 0-16,24 0 0,-24 0 0,0-25 0,25 25 15,-25 0-15,0 0 0,0-25 0,25 25 0,-25 0 16,0 0-16,0-25 0,0 25 0,0 0 0,0 0 0,0 0 16,0-24-16,0 24 0,-25 0 0,25 0 0,0 0 15,0 0-15,0 0 0,0 0 0,0 0 0,0 24 0,0-24 16,0 25-16,25-25 0,-25 25 0,0-25 15,0 25-15,0 0 0,0-1 0,25-24 0,-25 25 0,0 0 16,0 0-16,25 0 0,-25-1 0,0 1 0,0 0 16,0 0-16,24 24 0,-24-24 0,0 0 0,0 0 0,0 0 15,0-1-15,0 1 0,0-25 0,0 25 0,0 0 0,-24 0 16,24-25-16,0 25 0,0-1 0,-25-24 0,25 25 15,0-25-15,-25 25 0,25-25 0,-25 25 0,25-25 0,-25 0 16,25 25-16,-24-25 0,-1 0 0,25 0 0,-25 0 16,25 0-16,-25 0 0,0 0 0,25 0 0,-24-25 15,24 25-15,0 0 0,-25-25 0,25 25 0,0-25 0,-25 0 16,25 25-16,0-24 0,0-1 0,0 0 0,0 25 15,0-25-15,25 0 0,-25 0 0,0 1 0,0-1 16,0 0-16</inkml:trace>
  <inkml:trace contextRef="#ctx0" brushRef="#br0" timeOffset="108161.1865">13742 13841 0,'0'0'0,"25"-25"0,-25 25 0,0-25 15,24 25-15,-24-24 0,25 24 0,-25-25 0,25 25 0,0-25 16,-25 25-16,25-25 0,-25 0 0,24 25 0,1-24 15,-25 24-15,25-25 0,-25 25 0,25-25 0,-25 0 0,25 25 16,-25-25-16,0 25 0,24-24 0,-24 24 0,0-25 16,0 25-16,0 0 0,0-25 0,0 25 0,0-25 0,0 25 15,0 0-15,-24-25 0,24 25 0,0 0 0,-25 0 16,25-24-16,-25 24 0,25 0 0,-25 0 0,25 0 15,-25 0-15,1 0 0,24-25 0,-25 25 0,25 0 16,-25 0-16,25 0 0,-25 0 0,25 25 0,0-25 0,-25 0 16,25 0-16,0 0 0,-24 0 0,24 0 0,0 24 15,0-24-15,0 0 0,0 25 0,0-25 0,0 0 0,0 25 16,0-25-16,0 25 0,0 0 0,0-25 15,0 24-15,0 1 0,24 0 0,-24-25 0,0 25 0,0 0 16,0-1-16,0 1 0,0 0 0,0 0 0,0-25 16,0 25-16,0-1 0,0 1 0,0 0 0,0-25 0,0 25 0,0-25 15,0 25-15,0-25 0,0 24 0,0-24 0,25 0 16,-25 0-16,0 25 0,0-25 0,0 0 0,0 0 15,0 0-15,0 0 0,25 0 0,-25-25 0,0 25 0,0 0 16,0 0-16,25 0 0,-25-24 0,0 24 0,25-25 16,-25 25-16,0 0 0,24-25 0,-24 25 0,0-25 0,25 25 15,-25 0-15,0-25 0,25 25 0,-25 0 0,0 0 16,0 0-16,25 0 0,-25-24 0,0 24 0,0 24 15,0-24-15,25 0 0,-25 0 0,0 0 0,0 0 0,0 25 16,0-25-16,0 0 0,0 25 0,0-25 0,24 25 16,-24-25-16,0 25 0,0-25 0,0 24 0,0 1 15,0-25-15,0 25 0,0-25 0,0 0 0,0 25 0,0-25 16,0 25-16,0-25 0,0 0 0,25 0 0,-25 24 15,0-24-15,0 0 0,0 0 0,0 0 0,25 0 0,-25 0 16,0 0-16,0 0 0,25 0 0,-25-24 0,25 24 16,-25 0-16,0-25 0,24 25 0,-24 0 0</inkml:trace>
  <inkml:trace contextRef="#ctx0" brushRef="#br0" timeOffset="108657.2147">14287 13816 0,'-24'-25'0,"24"25"0,0 0 0,0 0 16,0-24-16,0 24 0,0 0 0,0 0 0,0 0 0,0 0 15,0 0-15,0 0 0,0 0 0,0 0 0,-25 0 16,25 0-16,0 0 0,0 0 0,0 0 0,0 0 15,0 24-15,0-24 0,0 0 0,0 25 0,0-25 0,0 25 16,0-25-16,0 25 0,0-25 0,0 25 0,0-25 16,0 24-16,0-24 0,0 25 0,0 0 0,0-25 0,25 25 15,-25-25-15,0 25 0,0-25 0,24 24 0,-24-24 16,0 25-16,25-25 0,-25 0 0,0 25 0,25-25 15,-25 0-15,25 0 0,-25 0 0,0 25 0,25-25 0,-25 0 16,0 0-16,25-25 0,-25 25 0,24 0 0,-24 0 16,0 0-16,25-25 0,-25 25 0,0 0 0,25-25 0,-25 25 15,0-24-15,0 24 0,25-25 0,-25 25 0,0-25 0,0 25 16,0-25-16,0 25 0,0-25 0,0 25 0,0-24 15,0 24-15,0-25 0,0 25 0,0-25 0,0 25 16,0-25-16,0 25 0,0-25 0,0 25 0,0 0 16,0 0-16,-25-24 0,25 24 0,0 0 0,0 0 0,0 0 15,-25 0-15,25 0 0,0 0 0,0 0 0,0 0 16,0 24-16,-25-24 0,25 0 0,0 0 0,0 0 0,0 25 15,0-25-15,0 0 0,0 25 0,0-25 0,0 25 16,0-25-16,0 0 0,0 25 0,0-25 0,0 24 16,0-24-16,25 25 0,-25-25 0,0 25 0,0-25 0,0 25 15,25-25-15,-25 25 0,0-25 0,25 0 0,-25 24 0,0-24 16,25 0-16,-25 0 0,24 0 0,-24 25 15,25-25-15,-25 0 0,25 0 0,-25 0 0,25 0 0,-25 0 16,25 0-16,-25-25 0,24 25 0,-24 0 0,25 0 16,-25-24-16,25 24 0,-25 0 0,0-25 0,25 25 0,-25-25 15,0 25-15,0-25 0,25 25 0,-25-25 0,0 25 0,0-24 16,0 24-16,0-25 0</inkml:trace>
  <inkml:trace contextRef="#ctx0" brushRef="#br0" timeOffset="109182.2449">14784 13816 0,'0'0'0,"0"-25"0,0 25 16,0 0-16,0 0 0,0 0 0,0 0 0,0 0 16,0 0-16,0 0 0,0 0 0,0 0 0,0 0 0,0 0 15,0 0-15,0 0 0,0 25 0,0-25 0,0 25 0,0-25 16,0 0-16,0 25 0,24-25 0,-24 25 0,0-25 15,0 24-15,0-24 0,0 25 0,0-25 16,0 25-16,0-25 0,0 25 0,25-25 0,-25 0 0,0 25 0,0-25 16,0 0-16,0 24 0,0-24 0,0 0 0,0 0 15,0 0-15,0 0 0,0 0 0,0 0 0,0 0 0,0 0 16,0 0-16,0 0 0,0 0 0,0 0 0,0 0 15,0-24-15,0 24 0,0 0 0,0-25 0,0 25 0,0 0 16,0-25-16,0 25 0,0-25 0,25 25 16,-25-25-16,0 25 0,0-24 0,0-1 0,0 25 0,25-25 15,-25 25-15,0 0 0,0-25 0,25 25 0,-25 0 0,0-25 16,24 25-16,-24 0 0,0 0 0,0 0 0,25 0 15,-25 0-15,0 0 0,0 0 0,25 25 0,-25-25 16,0 0-16,0 25 0,0-25 0,0 0 0,0 25 16,0-25-16,25 25 0,-25-25 15,0 24-15,0-24 0,0 0 0,0 25 0,0-25 0,0 25 0,0-25 0,0 0 0,0 25 16,0-25-16,0 0 0,0 0 0,0 0 15,0 25-15,0-25 0,0 0 0,0 0 0,0 0 16,0 0-16,0 0 0,0 0 0,0 0 0,0 0 0,0-25 0,0 25 16,25 0-16,-25-25 0,0 25 0,0 0 0,24-25 15,-24 25-15,25-25 0,-25 25 0,0-24 0,25 24 0,-25-25 16,0 25-16,25-25 0,-25 25 0,0 0 0,0 0 15,25-25-15,-25 25 0,0 0 0,0 0 0,0 0 0,0 0 16,0 25-16,24-25 0,-24 0 0,0 0 0,0 25 16,0-25-16,0 25 0,0-25 0,0 24 0,0-24 15,0 0-15,0 25 0,0-25 0,0 25 0,0-25 0,25 25 16,-25-25-16,0 25 0,0-25 0,0 0 15,0 24-15,-25-24 0,25 0 0,0 25 0,0-25 0,0 0 0,0 0 16,0 25-16,0-25 0,-24 0 0,24 0 16,0 0-16,0 0 0,-25 25 0,25-25 0,-25 0 0,25-25 15,0 25-15</inkml:trace>
  <inkml:trace contextRef="#ctx0" brushRef="#br0" timeOffset="109430.2591">14436 13692 0,'0'0'0,"0"-25"0,0 25 0,0 0 0,0-24 16,0 24-16,0 0 0,0-25 0,0 25 0,25 0 15,-25 0-15,0-25 0,25 25 0,-25 0 0,0 0 0,25 0 16,-25 0-16,25 0 0,-25 0 0,24 0 0,-24 0 15,25 0-15,-25 0 0,0 25 0,25-25 0,-25 0 0,25 25 16,-25-25-16,0 24 0,25-24 0,-25 25 0,0 0 16,0 0-16,0 0 0,0-25 0,0 24 0,0 26 0,0-25 15,0 0-15,0-1 0,0 1 0,-25 0 0,25 25 16</inkml:trace>
  <inkml:trace contextRef="#ctx0" brushRef="#br0" timeOffset="109569.267">14536 14412 0,'0'0'0,"0"0"0,0 24 0,0-24 0,0 0 15,-25 0-15,25 0 0,0 25 0,0-25 0,0 0 16,0 0-16,0 0 0,0 0 0,0 0 0,0 0 0,0 0 15,0 0-15,0 0 0,0 0 0,0 0 16,0 0-16,0-25 0,0 25 0,0 0 0,-25 0 0,25-24 16,0 24-16,0-25 0,0 25 0,-25-25 0,25 25 0</inkml:trace>
  <inkml:trace contextRef="#ctx0" brushRef="#br0" timeOffset="109708.275">14139 13519 0,'0'0'0,"-25"-25"0,25 25 0,0 0 0,0 0 15,0 0-15,0-25 0,0 25 0,0 0 0,0 0 16,0 0-16,0 0 0,0-25 0,0 25 0,0 0 0</inkml:trace>
  <inkml:trace contextRef="#ctx0" brushRef="#br0" timeOffset="110379.3133">15974 13171 0,'0'-25'0,"0"25"0,0 0 0,0 0 15,0 0-15,0-24 0,0 24 0,-25 0 0,25 0 16,0 0-16,0 24 0,0-24 0,25 0 0,-25 0 0,0 25 15,0-25-15,0 25 0,0 0 0,0-25 0,0 25 16,25 0-16,-25-1 0,0 1 0,0 0 0,0 0 16,25 0-16,-25-1 0,0 1 0,0 0 0,0 0 0,0 0 15,25-1-15,-25 1 0,0-25 0,0 25 0,0 0 16,0 0-16,0-1 0,0-24 0,0 25 0,0 0 0,0-25 15,0 25-15,0-25 0,0 25 0,0-25 0,0 0 16,0 0-16,0 24 0,0-24 0,0 0 0,0 0 16,-25 0-16,25 0 0,0 0 0,0 0 0,0 0 0,0 0 15,0 0-15,0 0 0,25-24 0,-25 24 0,0 0 16,0-25-16,0 25 0,0-25 0,0 25 0,0-25 0,0 25 15,24-25-15,-24 25 0,0-24 0,0 24 0,25 0 16,-25-25-16,0 25 0,25 0 0,-25 0 0,0-25 0,25 25 16,-25 0-16,25 0 0,-25 0 0,0 0 0,24 0 15,-24 0-15,25 0 0,-25 0 0,0 0 0,0 0 16,25 0-16,-25 0 0,0 25 0,25-25 0,-25 25 0,0-25 15,0 24-15,25-24 0,-25 25 0,0-25 0,0 25 16,0 0-16,0 0 0,0-25 0,0 24 0,0 1 16,0-25-16,0 25 0,0-25 0,-25 25 0,25-25 0,0 25 15,0-25-15,0 0 0,-25 24 0,25-24 0,0 0 16,0 0-16,-25 0 0,25 0 0,0 0 0,-25 0 0,25 0 15,0 0-15,-24 0 0,24 0 0,0-24 0,-25 24 16,25 0-16,-25-25 0,25 25 0,0 0 0,-25-25 0,25 25 16,0-25-16,0 25 0,0-25 0,0 25 0,0 0 15,0-24-15,25 24 0,-25 0 0,0-25 0,25 25 16,0 0-16,-25 0 0,24-25 0,1 25 0,0 0 0</inkml:trace>
  <inkml:trace contextRef="#ctx0" brushRef="#br0" timeOffset="110869.3414">16669 13717 0,'0'0'0,"0"-25"16,0 25-16,0 0 0,0-25 0,0 25 0,0 0 15,0-24-15,0 24 0,0 0 0,-25 0 0,25-25 16,0 25-16,0 0 0,0 0 0,-25-25 0,25 25 0,0 0 16,0 0-16,-25 0 0,25 0 0,0 0 0,-24 0 15,24 0-15,0 0 0,-25 0 0,25 25 0,0-25 16,0 0-16,0 25 0,-25-25 0,25 24 0,0-24 0,0 25 15,0 0-15,0-25 0,0 25 0,0 0 0,0-25 0,25 24 16,-25 1-16,0 0 0,25-25 0,-25 25 0,0-25 16,24 25-16,-24-1 0,25-24 0,-25 25 0,0-25 15,25 0-15,-25 25 0,0-25 0,25 0 0,-25 0 0,0 0 16,0 0-16,25 0 0,-25 0 0,0 0 0,0 0 15,0 0-15,0-25 0,0 25 0,0 0 0,0-25 0,0 25 16,0-24-16,0 24 0,0 0 0,0-25 0,-25 25 16,25-25-16,0 25 0,0-25 0,0 25 0,0-25 15,0 25-15,0 0 0,0-24 0,0 24 0,0-25 16,0 25-16,0 0 0,0-25 0,0 25 0,0 0 0,25-25 15,-25 25-15,0 0 0,24 0 0,-24-25 0,25 25 16,-25 0-16,25 0 0,-25 0 0,25 0 0,-25 0 0,25 0 16,-25 0-16,0 0 0,24 0 0,-24 0 0,25 0 15,-25 0-15,0 25 0,0-25 0,25 25 0,-25-25 0,0 0 16,0 25-16,0-25 0,0 25 0,0-1 0,0-24 15,0 25-15,0-25 0,0 25 0,0-25 0,0 25 16,0-25-16,0 25 0,-25-25 0,25 24 0,0-24 0,0 0 16,0 25-16,0-25 0,0 25 0,0-25 0,0 0 0,0 0 15,0 25-15,0-25 0,0 0 0,0 0 0,0 0 16,0 0-16,0 0 0,0 0 0,0 0 0,0 0 15,0-25-15,0 25 0,0 0 0,0-25 0,0 25 0,-25-25 16,25 25-16</inkml:trace>
  <inkml:trace contextRef="#ctx0" brushRef="#br0" timeOffset="111053.3519">16446 13370 0,'0'-25'0,"0"25"0,0 0 0,0 0 15,0-25-15,24 25 0,-24 0 0,25-25 0,-25 25 16,25 0-16,-25 0 0,25 0 0,0 0 15,-25 0-15,24 0 0,1 0 0,-25 0 0,25 0 0,0 0 0,-25 0 16,25 25-16,-25-25 0,0 25 0,24-25 0,-24 25 16,25 0-16,-25-1 0,0 1 0,0 0 0,0 0 0,0 0 15</inkml:trace>
  <inkml:trace contextRef="#ctx0" brushRef="#br0" timeOffset="111215.3612">16718 14213 0,'0'25'0,"0"0"0,-24-1 0,24-24 0,-25 25 0,25-25 15,0 0-15,0 25 0,-25-25 0,25 0 16,0 0-16,0 0 0,0 0 0,0 0 0,0 0 0,0 0 15,0-25-15,0 25 0,0 0 0,0 0 0,0 0 0,0-25 16,0 25-16,25 0 0,-25-24 0,0 24 0,0 0 16,0 0-16,0 0 0,0-25 0,25 25 0,-25 0 0,0 0 15</inkml:trace>
  <inkml:trace contextRef="#ctx0" brushRef="#br0" timeOffset="111543.3799">17909 13469 0,'0'-25'0,"-25"25"15,25 0-15,0 0 0,0 0 0,0 0 0,0 0 16,0 0-16,0 0 0,0 0 0,0 0 0,0 25 16,0-25-16,0 0 0,0 25 0,0 0 0,0-25 0,0 24 15,25 1-15,-25 0 0,0 0 0,0 0 0,0-1 16,25 1-16,-25 0 0,0-25 0,0 25 0,0 0 0,0-1 15,25 1-15,-25 0 0,0-25 0,0 25 0,0 0 16,0-25-16,0 24 0,0-24 0,0 0 0,0 25 16,0-25-16,0 0 0,0 25 0,0-25 0,-25 0 0,25 0 15,0 0-15,0 0 0,-25 0 0,25 0 0,-25 0 16,25-25-16,0 25 0,-25 0 0</inkml:trace>
  <inkml:trace contextRef="#ctx0" brushRef="#br0" timeOffset="111676.3875">17810 13866 0,'0'0'0,"-25"-25"0,25 0 16,0 25-16,0-25 0,0 25 0,0-24 0,0 24 16,0 0-16,0-25 0,0 25 0,0 0 0,25 0 0,-25 0 15,0 0-15,25 0 0,-25-25 0,24 25 0,1 0 16,0 0-16,-25 0 0,25 0 0,0 0 0,-1 0 0,1-25 15,0 25-15,0 0 0,0 0 0,-1 0 0,1 0 16,0-25-16,0 25 0,0 0 0,-1 0 0,-24-24 0,25 24 16,-25 0-16,25-25 0,-25 25 0,0 0 0,25-25 15</inkml:trace>
  <inkml:trace contextRef="#ctx0" brushRef="#br0" timeOffset="112252.4205">18231 13345 0,'-24'-25'0,"24"25"0,0 0 0,0 0 0,0 0 0,0 0 15,0 0-15,0 0 0,-25 0 0,25 0 0,0 25 16,0-25-16,0 25 0,0-25 0,0 25 0,0-25 0,0 24 15,0 1-15,0-25 0,0 25 0,0 0 0,0 0 16,0-1-16,0 1 0,0 0 0,-25 0 0,25 0 16,0-1-16,0 1 0,0 0 0,0 0 0,0 0 0,0-1 15,0 1-15,0 0 0,0-25 0,0 25 0,25 0 16,-25-1-16,0 1 0,0-25 0,0 25 0,0-25 0,0 25 15,0-25-15,0 0 0,0 25 0,25-25 0,-25 0 0,0 0 16,0 0-16,0 0 0,0 0 0,24 0 0,-24 0 16,0-25-16,0 25 0,25 0 0,-25-25 0,0 25 15,25-25-15,-25 25 0,0-25 0,25 25 0,-25-24 0,0 24 16,0-25-16,25 0 0,-25 25 0,0-25 0,0 25 15,24-25-15,-24 25 0,0 0 0,0-24 0,0 24 16,0 0-16,0-25 0,25 25 0,-25 0 0,0 0 0,0 0 16,0 0-16,0 0 0,0 0 0,0 0 0,0 0 15,0 0-15,0 0 0,0 0 0,0 0 0,0 0 16,0 0-16,0 25 0,0-25 0,0 0 0,0 0 0,0 24 15,0-24-15,0 25 0,0-25 0,0 25 0,25-25 0,-25 25 16,0-25-16,0 25 0,0-25 0,0 24 16,0-24-16,0 0 0,25 25 0,-25-25 0,0 0 0,0 25 15,0-25-15,25 0 0,-25 0 0,0 0 0,24 0 0,-24 0 16,0 0-16,25 0 0,-25 0 0,0 0 0,25 0 15,-25-25-15,0 25 0,0 0 0,25-25 0,-25 25 0,0-24 16,25 24-16,-25 0 0,0-25 0,0 0 0,0 25 16,0-25-16,25 25 0,-25-25 0,0 1 0,0 24 15,0-25-15,0 25 0,0 0 0,0-25 0,0 25 0,0 0 16,0 0-16,0 0 0,0 0 0,0 25 0,0-25 15,0 0-15,0 25 0,0-25 0,24 24 0,-24-24 0,0 25 16,0-25-16,0 25 0,0 0 0,0-25 0,0 25 16,0-25-16,0 24 0,0-24 0,0 0 0,25 25 15,-25-25-15,0 0 0,0 0 0,0 25 0,0-25 0,0 0 16,0 0-16,0 0 0,0-25 0,0 25 0,0 0 15</inkml:trace>
  <inkml:trace contextRef="#ctx0" brushRef="#br0" timeOffset="112407.4293">18479 13419 0,'0'0'0,"0"0"0,0-24 0,0 24 16,0 0-16,0 0 0,0 0 0,0 0 0,25 0 16,-25-25-16,25 25 0,-25 0 0,25 0 0,0 0 0,0 0 15,-25-25-15,24 25 0,1 0 0,0 0 0,0 0 16,-25 0-16,25 0 0,-1 0 0,1 0 0,-25 0 15</inkml:trace>
  <inkml:trace contextRef="#ctx0" brushRef="#br0" timeOffset="113051.4661">19844 13494 0,'0'0'0,"-25"-25"0,25 25 0,0 0 16,-25 0-16,25-25 0,-25 25 0,25 0 0,-24 0 0,24 0 15,0 0-15,0 0 0,-25 0 0,25 0 0,0 25 16,0-25-16,0 0 0,-25 25 0,25-25 0,0 25 15,0-25-15,0 24 0,0 1 0,0 0 0,0-25 0,25 25 16,-25 0-16,0-1 0,0-24 0,0 25 0,25 0 16,-25 0-16,0-25 0,24 25 0,-24-1 0,25-24 15,-25 25-15,25 0 0,-25-25 0,25 25 0,-25-25 0,25 0 16,-1 25-16,-24-25 0,25 0 0,-25 0 0,25 24 0,-25-24 15,25 0-15,-25 0 0,25 0 0,-25-24 0,24 24 16,-24 0-16,0 0 0,25 0 0,-25-25 0,0 25 16,0 0-16,0-25 0,25 25 0,-25-25 0,0 25 0,0-25 15,0 25-15,0-24 0,25-1 0,-25 25 0,0-25 16,0 25-16,0-25 0,25 0 0,-25 25 0,0 0 15,0-24-15,0 24 0,0 0 0,0-25 0,0 25 0,0 0 16,0 0-16,0 0 0,0 0 0,0 0 0,0 25 16,0-25-16,0 0 0,0 0 0,0 24 0,-25-24 0,25 0 15,0 25-15,0-25 0,0 0 0,0 25 0,0-25 16,0 25-16,0-25 0,-25 25 0,25-25 0,0 24 0,0 1 15,25-25-15,-25 25 0,0-25 0,0 25 0,0-25 16,0 25-16,25-25 0,-25 0 0,0 24 0,0-24 16,24 0-16,-24 25 0,0-25 0,0 0 0,25 0 0,-25 0 15,0 0-15,25 0 0,-25 0 0,25-25 0,-25 25 16,0 0-16,25 0 0,-25-24 0,0 24 0,24-25 0,-24 25 15,0-25-15,0 25 0,0-25 0,0 25 0,0-25 16,0 1-16,0 24 0,0-25 0,-24 0 0,24 25 16,0-25-16,0 0 0,-25 25 0,25-24 0,0 24 0,-25-25 15,25 25-15,0 0 0,0 0 0,-25 0 0,25 0 16,0-25-16,-25 25 0,25 0 0,0 0 0,0 0 0,0 0 15,0 0-15,0 0 0,0 0 0,0 0 0,0 0 16</inkml:trace>
  <inkml:trace contextRef="#ctx0" brushRef="#br0" timeOffset="113217.4757">20315 13320 0,'0'0'0,"0"-25"0,0 25 0,0-24 16,-25 24-16,25 0 0,0-25 0,0 25 0,0 0 15,0 25-15,0-25 0,0 0 0,0 24 0,-25-24 16,25 25-16,0 0 0,-24 0 0,24 0 0,0-25 0,0 24 15,-25 1-15,25 0 0,0 0 0,0 0 0,0-25 16,25 24-16,-25 1 0,24-25 0,-24 25 0</inkml:trace>
  <inkml:trace contextRef="#ctx0" brushRef="#br0" timeOffset="113672.5017">21952 13444 0,'0'0'0,"0"-25"0,0 25 0,-25 0 0,25 0 16,0 0-16,0-24 0,0 24 0,0 0 0,0 0 16,-24 0-16,24 0 0,0 0 0,0 0 0,0 0 0,0 24 15,0-24-15,0 0 0,0 25 0,0-25 0,0 25 16,0 0-16,0-25 0,0 25 0,0-1 0,0 1 15,0 0-15,0 0 0,0-25 0,0 25 0,0-1 0,0 1 16,0 0-16,0 0 0,0-25 0,0 25 0,0-1 16,0-24-16,0 25 0,0 0 0,0-25 0,0 25 15,0-25-15,-25 0 0,25 25 0,0-25 0,0 24 0,0-24 16,0 0-16,0 0 0,0 0 0,-25 0 0,25 0 0,0 0 15,0 0-15,-25 0 0,25 0 0,0 0 0,-25 0 16</inkml:trace>
  <inkml:trace contextRef="#ctx0" brushRef="#br0" timeOffset="113804.5093">21779 13866 0,'0'-25'0,"0"25"0,0-25 0,0 25 15,0 0-15,0-25 0,0 25 0,24 0 0,-24-24 16,0 24-16,25 0 0,-25 0 0,25-25 0,-25 25 15,25 0-15,-25 0 0,25-25 0,-1 25 0,1 0 0,-25-25 16,25 25-16,0 0 0,0 0 0,-1-25 0,1 25 16,-25 0-16,25 0 0,0-24 0,-25 24 0,25 0 15,-1 0-15,-24-25 0,25 25 0,-25 0 0,0-25 0,25 25 16,-25-25-16</inkml:trace>
  <inkml:trace contextRef="#ctx0" brushRef="#br0" timeOffset="114469.5473">22225 13370 0,'0'0'0,"0"0"15,0 0-15,-25-25 0,25 25 0,0 0 0,0 0 16,0 0-16,0 0 0,0 0 0,0 0 0,0 0 0,0 0 15,0 25-15,-25-25 0,25 0 0,0 25 0,0-25 16,0 24-16,0 1 0,0-25 0,0 25 0,0 0 16,25 0-16,-25-25 0,0 24 0,0 1 0,0 0 0,0 0 15,0 0-15,0-1 0,0 1 0,0 0 0,0-25 16,25 25-16,-25 0 0,0-1 0,0 1 0,0-25 15,0 25-15,0 0 0,0-25 0,0 25 0,25-25 0,-25 24 16,0-24-16,0 0 0,0 25 0,0-25 0,0 0 16,25 0-16,-25 0 0,0 0 0,0 0 0,0 0 0,24 0 15,-24 0-15,0 0 0,0-25 0,25 25 16,-25 0-16,0-24 0,25 24 0,-25-25 0,0 25 0,25-25 0,-25 25 15,0-25-15,25 25 0,-25-25 0,0 25 0,24-24 16,-24 24-16,0-25 0,25 25 0,-25 0 0,0-25 0,0 25 16,25 0-16,-25 0 0,0-25 0,0 25 0,25 0 15,-25 0-15,0 0 0,0-25 0,0 25 0,0 0 16,0 0-16,0 0 0,0 0 0,0 0 0,0 0 0,-25 0 15,25 0-15,0 0 0,0 0 0,0 0 0,0 0 16,0 25-16,0-25 0,-25 0 0,25 25 0,0-25 0,0 0 16,0 25-16,0-25 0,0 25 0,0-25 0,0 24 15,0 1-15,0-25 0,0 25 0,0-25 0,0 25 16,0-25-16,0 25 0,25-25 0,-25 0 0,0 24 0,25-24 15,-25 0-15,0 0 0,25 0 0,-25 0 0,0 25 16,24-50-16,-24 25 0,25 0 0,-25 0 0,25 0 16,-25 0-16,25 0 0,-25-24 0,25 24 0,-25 0 0,24-25 15,-24 25-15,25-25 0,-25 25 0,0-25 0,25 25 16,-25-25-16,0 25 0,0-24 0,0 24 0,0-25 0,0 25 15,0-25-15,0 25 0,0-25 0,0 25 0,-25-25 16,25 25-16,0-24 0,-25 24 0,25 0 0,0-25 0,-24 25 16,24 0-16,0 0 0,0 0 0,-25-25 0,25 25 15,0 0-15,0 0 0,0 0 0,0 0 0,0 25 16,0-25-16,-25 0 0,25 0 0,0 25 0,0-25 0,0 0 15,0 24-15,25-24 0,-25 25 0,0 0 0,0-25 16,0 25-16,0 0 0,0-25 0,0 24 0,25-24 0,-25 25 16,0 0-16,0-25 0,0 25 0,24-25 0,-24 25 15,0-25-15,0 0 0,25 24 0,-25-24 0,0 0 16,0 0-16,25 0 0,-25 25 0,0-25 0,0 0 0,25-25 15,-25 25-15,0 0 0,0 0 0,25 0 0,-25 0 16,0-24-16,0 24 0,0-25 0,25 25 0,-25-25 0,0 25 16</inkml:trace>
  <inkml:trace contextRef="#ctx0" brushRef="#br0" timeOffset="114669.5587">22622 13295 0,'0'-24'0,"0"24"16,0-25-16,0 25 0,0-25 0,25 25 0,-25-25 0,0 25 15,0 0-15,0 0 0,0-25 0,24 25 0,-24 0 16,0 0-16,0 0 0,25 0 0,-25 25 0,0-25 0,0 0 16,25 0-16,-25 25 0,0-25 0,0 0 0,0 25 15,25-25-15,-25 25 0,0-25 0,0 0 0,0 24 0,0-24 16,0 0-16,0 25 0,0-25 0</inkml:trace>
  <inkml:trace contextRef="#ctx0" brushRef="#br0" timeOffset="114866.57">22895 13097 0,'0'0'0,"25"-25"0,-25 25 16,0 0-16,24 0 0,-24 0 0,25 0 0,-25 0 0,25 0 16,-25 0-16,25 0 0,-25 0 0,25 25 0,-25-25 15,24 0-15,-24 25 0,0-25 0,25 0 0,-25 24 0,0-24 16,0 25-16,0-25 0,0 25 0,-25-25 0,25 25 15,0-25-15,-24 25 0,24-25 0,-25 25 0,25-1 16,-25-24-16,0 25 0,0-25 0,1 25 0,-1-25 0,0 25 16,0-25-16,0 25 0,1-1 0</inkml:trace>
  <inkml:trace contextRef="#ctx0" brushRef="#br0" timeOffset="116241.6487">23788 13667 0,'0'0'0,"0"0"0,0-24 0,-25 24 0,25 0 0,0 0 16,0 0-16,0 0 0,0 0 0,0 0 0,0 0 16,0 0-16,0 0 0,0 24 0,0-24 0,0 0 0,0 0 15,0 25-15,0-25 0,0 25 0,0-25 0,0 25 16,0-25-16,25 25 0,-25-1 0,0-24 0,0 25 0,0 0 15,0 0-15,0-25 0,24 25 0,-24-1 0,0-24 16,0 25-16,25-25 0,-25 25 0,0-25 0,0 0 16,25 25-16,-25-25 0,0 0 0,25 0 0,-25 0 0,0 0 15,25 0-15,-25 0 0,0 0 0,25 0 0,-25 0 16,0 0-16,0 0 0,24 0 0,-24 0 0,0-25 15,25 25-15,-25-25 0,0 25 0,25 0 0,-25-25 0,0 1 16,0 24-16,25-25 0,-25 25 0,0-25 0,0 0 16,0 0-16,0 25 0,0-24 0,0-1 0,0 25 0,25-25 15,-25 25-15,0-25 0,0 25 0,0 0 0,0 0 16,0 0-16,0 0 0,0 0 0,0 0 0,0 0 0,0 0 15,0 0-15,0 0 0,0 0 0,0 0 16,0 0-16,0 25 0,0-25 0,0 0 0,0 0 0,0 25 16,0-25-16,0 25 0,0-25 0,0 24 0,0-24 15,0 25-15,0-25 0,0 25 0,0-25 0,0 25 0,0 0 16,0-25-16,24 24 0,-24-24 0,0 0 0,0 25 15,25-25-15,-25 0 0,0 25 0,0-25 0,25 0 0,-25 0 16,0 0-16,25 0 0,-25 0 0,0 0 0,25 0 16,-25 0-16,24 0 0,-24 0 0,25 0 0,-25 0 0,25 0 15,-25-25-15,25 25 0,-25 0 0,25-25 0,-25 25 16,0 0-16,0-24 0,24 24 0,-24-25 0,0 25 0,0-25 15,0 0-15,0 25 0,0-25 0,0 25 0,0-24 16,0-1-16,0 25 0,-24-25 0,24 25 0,0-25 16,0 25-16,0 0 0,0 0 0,0 0 0,0 0 0,0 0 15,0 0-15,0 0 0,0 0 0,0 0 0,0 0 16,0 25-16,0-25 0,0 0 0,0 25 0,24-25 0,-24 25 15,0-25-15,0 24 0,0-24 0,0 25 16,0-25-16,0 25 0,0-25 0,0 25 0,0-25 0,0 0 0,0 25 16,0-25-16,0 0 0,0 24 0,0-24 0,0 0 15,0 0-15,0 25 0,0-25 0,0 0 0,0 0 16,0 0-16,0 0 0,0 0 0,0 0 0,0 0 0,0 0 15,0 0-15,0 0 0,0 0 0,0 0 0,0 0 16,25-25-16,-25 25 0,0 0 0,0-24 0,25 24 16,-25-25-16,0 25 0,25-25 0,-25 0 0,25 25 0,-25-25 15,24 25-15,-24-24 0,25 24 0,-25-25 0,0 25 16,25 0-16,-25 0 0,0 0 0,25 0 0,-25 0 0,0 0 15,0 0-15,0 0 0,25 0 0,-25 25 0,0-25 16,0 24-16,0-24 0,0 25 0,0-25 0,0 25 0,0-25 16,0 0-16,0 25 0,0-25 0,0 25 0,0-25 15,0 24-15,0-24 0,0 25 0,0-25 0,0 0 16,24 25-16,-24-25 0,0 0 0,25 25 0,-25-25 0,0 0 15,25 0-15,-25 0 0,25 0 0,-25 0 0,25 0 16,-25 0-16,24 0 0,-24 0 0,25 0 0,-25 0 0,25 0 16,-25 0-16,25-25 0,-25 25 0,25 0 0,-25 0 15,24-25-15,-24 25 0,0-25 0,25 25 0,-25 0 0,0-24 16,0 24-16,0-25 0,0 0 0,0 25 0,0-25 15,0 25-15,-25-25 0,25 1 0,0 24 0,0-25 16,0 0-16,0 25 0,-24-25 0,24 25 0,0-25 0,0 25 16,0 0-16,0 0 0,-25-24 0,25 24 0,0 24 15,0-24-15,-25 0 0,25 0 0,0 25 0,0-25 16,-25 25-16,25-25 0,0 25 0,0 0 0,0-25 0,0 24 15,0 1-15,0-25 0,0 25 0,0 0 0,0-25 16,0 25-16,0-25 0,0 24 0,0-24 0,25 25 16,-25-25-16,0 25 0,0-25 0,25 0 0,-25 0 0,25 25 15,-25-25-15,0 0 0,24 0 0,-24 0 0,25 0 16,-25 0-16,25 0 0,-25 0 0,25 0 0,-25 0 0,0 0 15,25-25-15,-25 25 0,0 0 0,0 0 0,0 0 16,25-25-16,-25 25 0,0 0 0,0 0 0,0-25 16,0 25-16,0 0 0,0 0 0,0 0 0,0 0 0,0 0 15,0 0-15,0 0 0,0 0 0,0 0 0,-25 0 0,25 25 16,0-25-16,0 25 0,0-25 0,0 25 0,0-25 15,0 25-15,0-1 0,-25 1 0,25 0 0,0-25 16,0 25-16,0 0 0,0-1 0,0 1 0,0 0 0,0 0 16,0 0-16,0-1 0,0 1 0,0 0 0,0-25 15,0 25-15,-25 0 0,25-25 0,0 25 0,0-1 0,0-24 16,0 25-16,0-25 0,-25 0 0,25 25 0,0-25 15,-25 0-15,25 25 0,0-25 0,-24 0 0,24 0 16,0 0-16,-25 0 0,25 0 0,-25 0 0,0 0 0,25 0 16,-25 0-16,25 0 0,-24 0 0,24 0 0,-25 0 0,0-25 15,25 25-15,-25 0 0,0 0 0,25-25 0,-24 25 16,-1 0-16,25-25 0,-25 25 0,0 0 0,25-24 15,-25 24-15,1-25 0,24 25 0</inkml:trace>
  <inkml:trace contextRef="#ctx0" brushRef="#br0" timeOffset="116498.6634">24135 13593 0,'25'-25'0,"-25"25"0,0 0 0,25-25 0,-25 25 0,0 0 15,24-24-15,-24 24 0,25 0 0,-25 0 0,25 0 0,-25 0 16,0 0-16,25 0 0,-25 0 0,25 0 0,-25 24 16,0-24-16,24 0 0,-24 25 0,0-25 0,0 25 0,0-25 15,0 25-15,0-25 0,0 25 0,0-25 0,0 24 16,0-24-16,-24 25 0,24-25 0,0 0 0,0 25 15,-25-25-15,25 0 0,0 25 0,-25-25 0,25 0 16,0 0-16,-25 0 0,25 25 0,0-25 0,0 0 0,-25 0 16,25 0-16</inkml:trace>
  <inkml:trace contextRef="#ctx0" brushRef="#br0" timeOffset="116691.6744">24606 13097 0,'0'0'0,"0"0"0,0 0 0,25 0 0,-25 25 15,0-25-15,-25 24 0,25-24 0,0 25 0,0-25 16,0 25-16,-25 0 0,25 0 0,0 0 0,-24-25 16,24 24-16,-25 1 0,25 0 0,0 0 0,-25 0 0,25-1 15,0 1-15,-25-25 0,25 25 0,0 0 0,0 0 16,0-1-16,0-24 0,-25 25 0</inkml:trace>
  <inkml:trace contextRef="#ctx0" brushRef="#br0" timeOffset="117248.7063">25549 13643 0,'0'0'0,"0"0"0,0 0 0,0 0 0,0 0 15,25 0-15,-25 0 0,0 0 0,0 0 0,0 0 16,0 0-16,0 0 0,0 0 0,0 0 0,0 0 0,0 0 15,0 0-15,0 24 0,0-24 0,0 25 0,24-25 16,-24 25-16,0-25 0,0 25 0,0 0 0,0-25 16,0 24-16,0 1 0,0-25 15,25 25-15,-25 0 0,0-25 0,0 25 0,0-1 0,25-24 0,-25 25 0,0-25 16,25 25-16,-25-25 0,0 0 0,25 25 0,-25-25 0,0 0 15,24 0-15,-24 0 0,0 25 0,25-25 0,-25 0 16,0 0-16,25-25 0,-25 25 0,25 0 0,-25 0 0,0 0 16,25-25-16,-25 25 0,0 0 0,24-25 0,-24 0 15,0 25-15,0-24 0,0-1 0,0 25 0,0-25 16,0 0-16,0 0 0,0 1 0,0-1 0,0 0 0,0 25 15,0-25-15,0 25 0,0-25 0,0 25 0,0 0 16,0-24-16,-24 24 0,24 0 0,0 0 0,0 0 16,0 24-16,0-24 0,0 0 0,0 0 0,0 0 0,0 25 15,0-25-15,0 0 0,24 25 0,-24-25 0,0 0 16,0 25-16,25-25 0,-25 0 0,25 0 0,-25 25 0,25-25 15</inkml:trace>
  <inkml:trace contextRef="#ctx0" brushRef="#br0" timeOffset="117729.7337">26119 13816 0,'0'0'0,"0"-25"0,0 25 0,-24 0 15,24-24-15,0 24 0,0 0 0,0-25 0,0 25 16,0 0-16,0-25 0,-25 25 0,25 0 0,0-25 16,0 25-16,0 0 0,0 0 0,0 0 0,0-25 0,-25 25 15,25 0-15,0 0 0,0 0 0,0 0 0,0 25 16,0-25-16,0 0 0,-25 0 0,25 25 0,0-25 0,0 25 15,0-25-15,0 25 0,0-25 0,0 24 0,0 1 16,0-25-16,0 25 0,0 0 0,0 0 0,0-25 16,0 24-16,0 1 0,0-25 0,0 25 0,25 0 0,-25-25 15,0 25-15,25-25 0,-25 0 0,25 24 0,-25-24 16,0 0-16,24 25 0,-24-25 0,0 0 0,25 0 0,-25 0 15,0 0-15,0 0 0,0 0 0,25 0 0,-25-25 16,0 25-16,0 0 0,0-24 0,0 24 0,0 0 0,0-25 16,0 25-16,0 0 0,0-25 0,0 25 0,0-25 15,0 25-15,0-25 0,0 25 0,0-24 0,0 24 16,0-25-16,0 0 0,0 25 0,0-25 0,0 25 0,25 0 15,-25-25-15,0 25 0,0-24 0,25 24 0,-25-25 16,24 25-16,-24 0 0,25 0 0,-25-25 0,25 25 0,-25 0 16,25 0-16,-25 0 0,25 0 0,-25 0 0,24 0 15,-24 0-15,0 0 0,25 0 0,-25 25 0,0-25 16,0 25-16,0-25 0,0 0 0,0 24 0,25-24 0,-25 25 15,0 0-15,0-25 0,0 25 0,0-25 0,-25 25 16,25-25-16,0 24 0,0-24 0,0 25 0,0-25 0,0 25 16,0-25-16,0 25 0,0-25 0,0 0 0,0 25 15,0-25-15,0 0 0,0 0 0,0 24 0,0-24 0,0 0 16,0 0-16,0 0 0,0 0 0,0 0 0,0 0 15,-25 0-15,25 0 0,0 0 0,0 0 0,-24-24 16,24 24-16</inkml:trace>
  <inkml:trace contextRef="#ctx0" brushRef="#br0" timeOffset="117956.7467">26144 13519 0,'0'0'0,"0"0"15,0 0-15,25 0 0,-25 0 0,0 0 0,25 0 0,-25 0 16,0 0-16,25 0 0,-25 0 0,24 0 0,-24 0 15,0 0-15,25 24 0,-25-24 0,0 0 0,0 0 16,0 25-16,0-25 0,0 25 0,0-25 0,0 0 0,0 25 16,0-25-16,-25 25 0,25-25 0,0 0 0,-24 24 15,24-24-15,0 25 0,-25-25 0,25 0 0,0 0 16,-25 0-16,25 0 0,0 25 0,-25-25 0,25 0 0</inkml:trace>
  <inkml:trace contextRef="#ctx0" brushRef="#br0" timeOffset="118155.7581">26367 13221 0,'0'-25'0,"25"25"0,-25 0 0,0 0 0,0 0 0,0 0 16,25 0-16,-25 0 0,0 25 0,0-25 0,0 0 15,-25 25-15,25-25 0,0 25 0,0-1 0,0-24 0,0 25 16,-25 0-16,25-25 0,0 25 0,-24 0 0,24-25 15,0 24-15,0 1 0,-25 0 0</inkml:trace>
  <inkml:trace contextRef="#ctx0" brushRef="#br0" timeOffset="118856.7982">27112 13618 0,'0'0'0,"24"0"16,-24 0-16,0 0 0,0 0 0,0 0 0,0 0 15,0 0-15,0 25 0,0-25 0,0 0 0,0 0 16,0 24-16,25-24 0,-25 0 0,0 25 0,0-25 0,0 25 16,25-25-16,-25 25 0,0 0 0,0-25 0,0 24 15,0 1-15,25-25 0,-25 25 0,0-25 0,0 25 16,0 0-16,0-25 0,0 0 0,0 24 0,0-24 0,0 0 15,0 25-15,0-25 0,0 0 0,0 0 0,0 0 16,0 0-16,0 25 0,0-25 0,0 0 0,0 0 0,0 0 16,0 0-16,0-25 0,0 25 0,0 0 0,0 0 15,0 0-15,0 0 0,0-25 0,0 25 0,25 0 0,-25-24 16,0 24-16,0-25 0,24 25 0,-24-25 0,25 25 15,-25-25-15,25 0 0,-25 25 0,25-24 0,-25 24 16,25-25-16,-25 25 0,24-25 0,-24 25 0,25 0 0,-25 0 16,25 0-16,-25 0 0,0 0 0,0 0 0,0 0 15,0 0-15,0 0 0,0 0 0,0 0 0,0 25 0,0-25 16,0 0-16,0 0 0,0 25 0,0-25 0,0 24 15,0-24-15,-25 0 0,25 25 0,0-25 0,0 25 0,0-25 16,0 25-16,0 0 0,0-25 0,0 24 0,0-24 16,0 25-16,25-25 0,-25 25 0,0-25 0,0 25 15,0-25-15,0 0 0,25 25 0,-25-25 0,0 24 0,25-24 16,-25 0-16,0 0 0,24 0 0,-24 0 0,25 25 15,-25-25-15,25 0 0,0-25 0,-25 25 0,25 0 16,-25 0-16,24 0 0,-24-24 0,25 24 0,-25 0 0,25-25 16,-25 25-16,25-25 0,-25 25 0,0-25 0,25 0 15,-25 1-15,0-1 0</inkml:trace>
  <inkml:trace contextRef="#ctx0" brushRef="#br0" timeOffset="119283.8227">27831 13320 0,'0'-25'0,"0"25"15,0 0-15,0 0 0,0 0 0,-25-24 0,25 24 0,0 24 16,0-24-16,0 0 0,0 0 0,0 0 0,0 25 15,0-25-15,0 25 0,0 0 0,0-25 0,0 25 16,0-1-16,0 1 0,0 0 0,0 0 0,0 0 0,25-1 16,-25 1-16,0 0 0,0 0 0,0 0 0,0-1 15,0 1-15,0 0 0,0 0 0,0 0 0,0-1 0,0 1 16,0-25-16,0 25 0,0 0 0,0 0 0,0-25 15,0 24-15,0-24 0,0 25 0,0-25 0,0 0 0,0 0 16,0 25-16,0-25 0,0 0 0,0 0 0,0 0 16,0 0-16,0 0 0,0 0 0,0 0 0,0-25 15,0 25-15,0 0 0,0 0 0,0-25 0,0 25 0,25-24 16,-25 24-16,0-25 0,0 0 0,24 25 0,-24-25 0,0 25 15,25-25-15,-25 25 0,0-24 0,25 24 0,-25 0 16,0-25-16,25 25 0,-25 0 0,0 0 0,0 0 16,25 0-16,-25 0 0,0 0 0,0 0 0,0 0 15,0 25-15,24-25 0,-24 0 0,0 0 0,0 24 0,0-24 16,0 25-16,0-25 0,0 25 0,0-25 0,0 25 15,0-25-15,0 25 0,0-25 0,0 24 0,0-24 0,0 0 16,0 25-16,0-25 0,0 25 0,0-25 0,0 0 16,0 25-16,0-25 0,0 0 0,0 25 0,0-25 15,25 0-15,-25 0 0,0 0 0,0 24 0,0-24 0,25 0 16,-25 0-16,25 0 0,-25-24 0,0 24 0,25 0 0,-25 0 15,0 0-15,25-25 0,-25 25 0</inkml:trace>
  <inkml:trace contextRef="#ctx0" brushRef="#br0" timeOffset="120125.8708">28153 13742 0,'0'0'0,"0"-25"0,0 25 0,0 0 0,0-25 15,0 25-15,0 0 0,0 0 0,0 0 0,0 0 16,0 0-16,0 0 0,0 0 0,0 0 0,0 25 0,0-25 16,0 0-16,0 0 0,0 25 0,0-25 0,0 25 15,0-25-15,0 24 0,0-24 0,0 25 0,0-25 16,0 25-16,0 0 0,0-25 0,0 25 0,0-25 0,25 24 15,-25 1-15,0-25 0,0 25 0,0-25 0,25 0 16,-25 25-16,0-25 0,0 0 0,0 25 0,25-25 16,-25 0-16,0 0 0,25 24 0,-25-24 0,0 0 0,24 0 15,-24 0-15,25 0 0,-25 0 0,25 0 0,-25-24 16,25 24-16,-25 0 0,25 0 0,-25-25 0,24 25 0,-24 0 15,0-25-15,25 25 0,-25-25 0,0 25 0,25-25 16,-25 25-16,0-24 0,0 24 0,0-25 0,0 25 0,0-25 16,0 25-16,0-25 0,0 25 0,0-25 0,0 25 15,0 0-15,-25-24 0,25 24 0,0 0 0,0 0 16,0 0-16,0-25 0,-25 25 0,25 0 0,0 0 0,0 0 15,0 0-15,0 0 0,0 0 0,-24 0 0,24 0 16,0 0-16,0 0 0,0 25 0,0-25 0,0 0 0,0 0 16,0 24-16,0-24 0,0 0 0,0 25 0,0-25 15,0 25-15,0-25 0,0 25 0,0 0 0,24-25 16,-24 24-16,0-24 0,0 25 0,25-25 0,-25 25 0,0-25 15,0 25-15,25-25 0,-25 25 0,0-25 0,25 0 16,-25 24-16,0-24 0,25 0 0,-25 0 0,0 25 0,0-25 16,24 0-16,-24 0 0,0 0 0,25 0 15,-25 0-15,0-25 0,0 25 0,25 0 0,-25 0 0,0-24 16,0 24-16,25 0 0,-25-25 0,0 25 0,0-25 0,0 25 15,0-25-15,0 0 0,25 25 0,-25-24 0,0-1 16,0 25-16,0-25 0,0 0 0,0 25 0,0-25 0,0 1 16,0 24-16,0-25 0,0 25 0,0-25 0,0 25 15,0 0-15,0 0 0,0 0 0,0 0 0,0 0 0,0 0 16,0 0-16,0 0 0,0 25 0,0-25 0,0 0 15,0 25-15,0-25 0,0 24 0,0-24 0,0 25 16,0 0-16,24-25 0,-24 25 0,0-25 0,0 25 0,0-25 16,0 24-16,0-24 0,0 25 0,0-25 0,0 25 15,0-25-15,25 25 0,-25-25 0,0 0 0,0 0 16,0 25-16,0-25 0,0 0 0,25 0 0,-25 0 0,0 0 15,25 24-15,-25-24 0,25 0 0,-25-24 0,0 24 16,24 0-16,-24 0 0,25 0 0,-25 0 0,25-25 0,-25 25 16,25 0-16,-25-25 0,25 25 0,-25-25 0,0 25 15,0 0-15,24-25 0,-24 25 0,0-24 0,0-1 0,0 25 16,0-25-16,25 25 0,-25-25 0,0 25 0,0-25 15,0 25-15,0 0 0,0 0 0,0-24 0,0 24 16,0 0-16,0 0 0,0 0 0,0 0 0,0 0 0,0 0 16,0 0-16,0 24 0,0-24 0,-25 0 0,25 0 15,0 25-15,0-25 0,0 25 0,0-25 0,0 25 0,0-25 16,0 25-16,0-25 0,25 24 0,-25-24 0,0 25 15,0-25-15,0 0 0,0 25 0,0-25 0,0 25 0,25-25 16,-25 0-16,0 0 0,0 25 0,25-25 0,-25 0 16,0 0-16,0 0 0,0 0 0,0 0 0,0 0 15,0 0-15,0 0 0,0 0 0,0 0 0,0 0 0,0 0 16,0-25-16,0 25 0,0-25 0</inkml:trace>
  <inkml:trace contextRef="#ctx0" brushRef="#br0" timeOffset="120354.8839">28550 13568 0,'0'0'0,"0"0"16,-25 0-16,25-25 0,0 25 0,-24 0 0,24-24 16,0 24-16,0-25 0,0 25 0,24 0 0,-24-25 15,0 25-15,0-25 0,25 25 0,-25 0 0,25-25 0,-25 25 16,25 0-16,-25 0 0,0 0 0,25 0 0,-25 0 15,24 0-15,-24 0 0,25 0 0,-25 0 0,25 0 16,-25 25-16,0-25 0,25 0 0,-25 25 0,25-25 0,-25 0 16,24 25-16,-24-25 0,0 0 0,0 25 0,25-25 15,-25 0-15,0 0 0,0 0 0,0 24 0,0-24 16,0 0-16,0 0 0,0 0 0</inkml:trace>
  <inkml:trace contextRef="#ctx0" brushRef="#br0" timeOffset="120517.8932">28823 13196 0,'0'0'0,"0"0"0,25 0 0,-25 0 0,0 0 16,25-25-16,-25 25 0,24 0 0,-24 0 16,25 0-16,0 0 0,-25 0 0,25 0 0,0 25 0,-25-25 0,24 0 15,1 0-15,-25 0 0,25 0 0,-25 0 0,25 25 16,-25-25-16,0 0 0,0 0 0,0 0 0</inkml:trace>
  <inkml:trace contextRef="#ctx0" brushRef="#br0" timeOffset="120683.9027">28129 13469 0,'0'0'0,"-25"0"0,25 0 0,0 0 16,-25 0-16,25-25 0,0 25 0,0 0 0,0 0 0,25 0 15,-25 0-15,0 0 0,0 0 0,25 0 0,-25 0 16,0 0-16,24 0 0,-24 0 0,0 0 0,25 25 0,-25-25 15,0 0-15,0 0 0</inkml:trace>
  <inkml:trace contextRef="#ctx0" brushRef="#br0" timeOffset="121479.9483">29344 13667 0,'0'0'16,"0"-24"-16,0 24 0,0 0 0,25 0 0,-25-25 15,0 25-15,25 0 0,-25 0 0,0 0 0,0-25 0,24 25 16,-24 0-16,0 0 0,0 0 0,0 0 0,0 0 15,0 0-15,25 0 0,-25 0 0,0 0 0,0 0 16,0 0-16,0 0 0,0 0 0,0 0 0,0 0 0,0 0 16,0 0-16,0 0 0,-25-25 0,25 25 0,0 0 15,0 0-15,0 0 0,0 0 0,0 0 0,0 0 0,0 25 16,0-25-16,0 0 0,-24 0 0,24 0 0,0 0 15,-25 0-15,25 25 0,0-25 0,-25 0 0,25 0 0,0 25 16,-25-25-16,25 0 0,0 24 0,0-24 0,-25 0 16,25 25-16,0-25 0,0 25 0,0-25 0,0 25 15,-24-25-15,24 0 0,0 25 0,0-25 0,0 24 0,24-24 16,-24 0-16,0 25 0,0-25 0,25 25 0,-25-25 15,0 0-15,25 25 0,-25-25 0,25 25 0,-25-25 16,25 0-16,-25 0 0,24 24 0,1-24 0,-25 0 0,25 0 16,0 0-16,-25 0 0,25 0 0,-25 0 0,24 0 15,-24 0-15,0 0 0,25 0 0,-25 0 0,0 0 0,0-24 16,25 24-16,-25 0 0,0 0 0,0-25 0,0 25 15,0 0-15,0-25 0,0 25 0,-25 0 0,25-25 0,0 25 16,0-25-16,0 25 0,0 0 0,0-24 0,0 24 16,0 0-16,0 0 0,0 0 0,0 0 0,0 0 15,0 0-15,0 0 0,0 0 0,0 0 0,0 24 0,0-24 16,0 0-16,-25 25 0,25 0 0,0-25 0,0 25 0,0 0 15,0-1-15,0-24 0,0 25 0,0 0 0,0 0 16,0 0-16,0-1 0,0 1 0,0 0 0,0 0 16,0 0-16,0-1 0,0 1 0,0 0 0,0 0 15,0-25-15,0 25 0,0-1 0,0 1 0,0 0 0,0-25 16,-24 25-16,24-25 0,0 25 0,0-25 0,0 25 15,0-25-15,-25 0 0,25 24 0,0-24 0,0 0 0,-25 0 16,25 0-16,0 0 0,-25 0 0,25 0 0,-25 0 16,25 0-16,-24-24 0,24 24 0,0 0 0,-25-25 15,25 25-15,-25 0 0,25-25 0,0 25 0,0-25 0,0 25 16,0-25-16,-25 25 0,50 0 0,-25 0 0,0-25 0,0 25 15,0 0-15,25 0 0,-25 0 0,0-24 0,25 24 16,-25 0-16,24 0 0,1 0 0,-25 0 0,25-25 16,0 25-16,0 0 0,-25 0 0,24-25 0,1 25 0,0 0 15,0 0-15,-25-25 0,25 25 0,-1 0 0,1-25 16,0 25-16,0-24 0,-25 24 0,25-25 0,-1 25 15,-24-25-15,25 25 0,-25-25 0,25 0 0,-25 25 0,0-24 16,0-1-16</inkml:trace>
  <inkml:trace contextRef="#ctx0" brushRef="#br0" timeOffset="121648.9579">29865 13915 0,'0'0'0,"0"0"0,0-24 0,0 24 0,0 0 15,0-25-15,-25 25 0,25 0 0,0 0 0,0-25 16,0 25-16,0 0 0,0 0 0,0 0 0,0 0 0,0 0 15,0 0-15,0 0 0,0 0 0,0 0 0,0 0 16,0 0-16,0 25 0,0-25 0,25 25 0,-25-25 0,0 24 16,0-24-16,0 25 0,0 0 0,0-25 0,0 25 15,0 0-15,0-25 0,0 24 0,0 1 0,0-25 0,0 25 16,0-25-16,0 25 0,0-25 0,0 0 0,25 25 15,-25-25-15,0 0 0,0 0 0,0 0 0,0 0 16,24 0-16,-24 0 0,0 0 0,25-25 0,-25 25 0,0 0 16,25-25-16</inkml:trace>
  <inkml:trace contextRef="#ctx0" brushRef="#br0" timeOffset="121767.9647">30113 13717 0,'0'-25'16,"0"25"-16,0 0 0,0 0 0,0 0 0,0 0 16,0 0-16,-25 0 0,25 0 0,0 0 0,0 0 0,0 0 15,0 0-15,0 0 0,0 0 0,0 0 16,0 25-16,0-25 0,0 0 0,0 25 0,0-25 0</inkml:trace>
  <inkml:trace contextRef="#ctx0" brushRef="#br0" timeOffset="122207.9899">30287 14039 0,'0'-24'0,"0"24"0,0 0 0,-25-25 0,25 25 0,0-25 0,0 0 0,0 25 0,0-25 0,-25 1 0,25 24 0,0-25 0,0 0 16,0 0-16,-25 25 0,25-25 0,0 1 0,0 24 0,0-25 0,-25 25 15,25 0-15,0-25 0,0 25 0,0 0 0,-25 0 0,25 0 16,0 25-16,0-25 0,-24 0 0,24 25 0,0-25 16,-25 24-16,25-24 0,0 25 0,0-25 0,0 25 0,0 0 15,0-25-15,0 25 0,-25-1 0,25-24 0,0 25 16,0-25-16,0 25 0,0-25 0,0 25 0,0-25 0,0 25 15,0-25-15,0 0 0,0 24 0,0-24 0,0 0 0,25 0 16,-25 25-16,0-25 0,0 0 0,0 0 0,0 0 16,0 0-16,0 0 0,0 0 0,0 0 0,0 0 15,0 0-15,0 0 0,0 0 0,0 0 16,0 0-16,0 0 0,0 0 0,0 0 0,0 0 0,0 0 0,0 0 15,0 0-15,0 0 0,0 0 0,0 0 0,0 0 16,0 0-16,0 0 0,0 0 0,0 0 0,0 0 16,0 0-16,0 0 0,0 0 0,0 0 0,0 0 0,0 0 15,0 0-15,0 0 0,0 0 0,0 0 0,0 0 16,0 0-16,0 0 0,0 0 0,0 0 0,0 0 0,0 0 15,0 0-15,0 0 0,0 0 0,0 0 0,0 0 16,0 0-16,0 0 0,0 0 0,0 0 0,0 0 0,0 0 16,0 0-16,0 0 0,0-25 0,0 25 0,-25 0 15,25 0-15</inkml:trace>
  <inkml:trace contextRef="#ctx0" brushRef="#br0" timeOffset="122601.0124">29245 13643 0,'0'0'0,"25"0"0,-25 0 0,0 0 0,24 0 0,-24 24 16,25-24-16,-25 0 0,25 25 0,-25-25 0,25 25 16,0-25-16,-25 25 0,24-25 0,1 25 0,0-1 15,-25-24-15,25 25 0,0 0 0,-1 0 0,1 0 0,0-25 16,-25 24-16,25 1 0,0 0 0,-1 0 0,1-25 15,0 25-15,0-1 0,-25 1 0,25-25 0,-1 25 16,-24-25-16,25 25 0,0-25 0,-25 25 0,25-25 0,-25 0 16,25 0-16,-25 0 0,0 0 0,24 0 0,-24 0 15,0 0-15,25 0 0</inkml:trace>
  <inkml:trace contextRef="#ctx0" brushRef="#br0" timeOffset="122846.0264">30237 13791 0,'0'-24'0,"-25"24"15,25 0-15,0 0 0,0 0 0,0-25 0,0 25 16,-25 0-16,25 0 0,0 0 0,-25 0 0,25 0 16,-24 0-16,24 0 0,-25 25 0,0-25 0,0 0 0,0 24 15,1-24-15,-1 25 0,0-25 0,-25 25 0,26-25 16,-26 25-16,25 0 0,-24-25 0,24 24 0,-25 1 15,25-25-15,-24 25 0,24 0 0,-25 0 0,26-25 0,-26 24 16,25-24-16,0 25 0,1 0 0,-26-25 0,50 25 16,-25-25-16,0 25 0,25-25 0,-24 24 0,24-24 15,0 25-15,0-25 0,0 0 0,0 25 0,0-25 0</inkml:trace>
  <inkml:trace contextRef="#ctx0" brushRef="#br0" timeOffset="123446.0607">31130 13767 0,'0'0'0,"0"-25"0,0 25 0,0 0 0,-25 0 0,25 0 15,0 0-15,0 0 0,0-25 0,0 25 0,0 0 16,0 0-16,0 25 0,0-25 0,0 0 0,0 0 0,0 0 15,0 25-15,0-25 0,0 24 0,0-24 0,0 25 16,0-25-16,0 25 0,0 0 0,0-25 0,25 25 0,-25-1 16,0 1-16,0-25 0,0 25 0,0-25 0,25 25 0,-25 0 15,0-25-15,0 24 0,24-24 0,-24 25 0,0-25 16,0 0-16,0 25 0,25-25 0,-25 0 0,0 0 15,0 25-15,0-25 0,25 0 0,-25 0 0,0 0 0,0 0 16,25 0-16,-25-25 0,25 25 0,-25 0 0,25 0 0,-25-25 16,24 25-16,-24-25 0,0 25 0,25-24 0,-25 24 15,25-25-15,-25 25 0,0-25 0,0 0 0,25 25 0,-25-25 16,0 25-16,0-24 0,0 24 0,0 0 0,0-25 15,0 25-15,0 0 0,25 0 0,-25 0 0,0 0 0,0 0 16,0 0-16,0 0 0,0-25 0,0 25 0,0 0 0,0 0 16,0 0-16</inkml:trace>
  <inkml:trace contextRef="#ctx0" brushRef="#br0" timeOffset="123843.0834">31428 13915 0,'0'0'0,"0"0"0,0 25 0,0-25 0,0 0 15,0 0-15,0 0 0,0 0 0,0 0 0,0 0 0,0 0 16,0 0-16,0 0 0,0 0 0,24 0 0,-24 0 15,0-25-15,25 25 0,-25 0 0,0 0 0,25 0 0,-25 0 16,25-24-16,-25 24 0,0 0 0,25 0 0,-25-25 0,24 25 16,-24 0-16,0-25 0,25 25 0,-25 0 0,0-25 15,25 25-15,-25 0 0,0 0 0,0-25 0,0 25 0,0 0 16,25-24-16,-25 24 0,-25 0 0,25-25 0,0 25 0,0 0 15,0-25-15,0 25 0,0 0 0,-25-25 0,25 25 16,0 0-16,0 0 0,-25 0 0,25 0 0,0 0 0,0 0 16,-24 0-16,24 0 0,0 0 0,0 0 0,-25 0 0,25 0 15,0 0-15,0 0 0,-25 0 0,25 25 0,0-25 16,0 0-16,-25 0 0,25 0 0,0 25 0,0-25 0,0 0 15,-25 25-15,25-25 0,0 24 0,0-24 0,0 0 16,0 25-16,0 0 0,25-25 0,-25 25 0,0-25 0,0 25 16,0-25-16,25 24 0,-25-24 0,0 25 0,25-25 15,-25 25-15,25-25 0,-25 25 0,24-25 0,1 0 0,-25 25 16,25-25-16,0 0 0,-25 0 0,25 0 0,-1 24 0,1-24 15,0 0-15,-25 0 0,25 0 0,0 0 0,-1 0 16,-24 0-16,25 0 0,-25 0 0,25-24 0,-25 24 0,0 0 16,25-25-16,-25 25 0,0-25 0,25 25 0,-25-25 15</inkml:trace>
  <inkml:trace contextRef="#ctx0" brushRef="#br0" timeOffset="124088.0974">31948 13717 0,'0'0'0,"0"-25"16,0 25-16,0 0 0,0-25 0,0 25 0,0 0 0,-24 0 16,24-24-16,0 24 0,0 0 0,0 0 0,0 0 0,0-25 15,-25 25-15,25 0 0,0 0 0,0 0 0,0 0 16,0 0-16,0-25 0,-25 25 0,25 0 0,0 0 0,0 25 15,0-25-15,-25 0 0,25 0 0,0 0 0,-25 25 16,25-25-16,0 24 0,0-24 0,-24 25 0,24-25 0,0 25 16,0-25-16,0 25 0,0-25 0,0 25 0,0-1 0,0-24 15,0 25-15,0-25 0,0 25 0,24-25 0,-24 25 16,0-25-16,25 0 0,-25 25 0,25-25 0,0 0 15,-25 24-15,25-24 0,-1 0 0,1 0 0,-25 0 0,25 0 16,0 0-16,-25 0 0,25 0 0,-1-24 0,1 24 0,-25 0 16,25 0-16,-25-25 0,25 25 0,-25-25 0,25 0 0,-25 25 15,24-25-15,-24 1 0,25-1 0</inkml:trace>
  <inkml:trace contextRef="#ctx0" brushRef="#br0" timeOffset="124310.1101">32246 13345 0,'0'0'0,"0"0"0,0 0 0,0 0 15,-25 0-15,25 0 0,0 0 0,0 0 0,-25 0 0,25 25 16,0-25-16,0 25 0,0-25 0,-24 24 0,24-24 0,0 25 15,0 0-15,0 0 0,0 0 0,0-1 0,0-24 16,0 25-16,0 0 0,-25 0 0,25 0 0,0-1 0,25 1 16,-25 0-16,0 0 0,0 0 0,0-1 0,0-24 15,0 25-15,0 0 0,0 0 0,0 0 0,0-25 0,0 24 16,0 1-16,0-25 0,0 25 0,0-25 0,0 25 0,0-25 15,0 0-15,0 0 0,0 25 0,0-25 0,0 0 16,0 0-16,0 0 0,-25 0 0,25-25 0,0 25 0,0 0 16,0 0-16,0-25 0,-25 25 0,25-25 0</inkml:trace>
  <inkml:trace contextRef="#ctx0" brushRef="#br0" timeOffset="124609.1272">32122 13717 0,'0'-25'16,"0"25"-16,0 0 0,25 0 0,-25 0 0,25 0 0,-25 0 16,0 0-16,24 0 0,-24 0 0,25 0 0,0 0 15,-25 0-15,25 0 0,-25 0 0,25 25 0,-25-25 0,0 0 16,25 0-16,-25 0 0,0 25 0,0-25 0,24 0 0,-24 25 15,0-25-15,0 0 0,0 24 0,0-24 0,0 25 0,0 0 16,-24-25-16,24 25 0,0-25 0,0 25 0,0-25 16,0 24-16,-25 1 0,25-25 0,0 25 0,0-25 0,0 25 15,0-25-15,0 25 0,0-25 0,0 0 0,0 24 16,0-24-16,0 0 0,0 25 0,0-25 0,0 0 0,0 0 15,25 0-15,-25 0 0,0 0 0,0 0 0,0 0 0,24 0 16,-24 0-16,0 0 0,25 0 0,-25 0 0,0-25 0,0 25 16,0 0-16,25-24 0,-25 24 0,0-25 0,0 25 0,0-25 15,0 25-15,0-25 0,0 25 0,0-25 0,-25 25 0,25-24 16,0 24-16,0-25 0,-25 25 0,25 0 0,0-25 15,-24 25-15,24 0 0,0 0 0,-25 0 16,25 0-16,0 0 0,0 0 0,-25-25 0,25 25 0,0 0 0,0 0 0,0 0 16</inkml:trace>
  <inkml:trace contextRef="#ctx0" brushRef="#br0" timeOffset="124791.1377">32345 13568 0,'0'0'0,"0"0"15,0-25-15,0 25 0,0 0 0,0 0 0,0 0 0,0 0 16,0 0-16,0 0 0,0 0 0,0 0 0,25 0 0,-25 25 15,0-25-15,0 0 0,0 25 0,0-25 0,-25 25 0,25-25 16,0 25-16,0-25 0,0 24 0,-24 1 0,24-25 0,-25 25 16,25-25-16,-25 25 0,0-25 0,0 25 0,0-25 15,1 24-15,-1-24 0,0 25 0,0-25 0</inkml:trace>
  <inkml:trace contextRef="#ctx0" brushRef="#br0" timeOffset="125955.2042">3225 15404 0,'0'0'0,"0"0"0,0 0 0,0 0 16,0 0-16,0 0 0,0 0 0,0 0 0,0 0 0,0 0 15,0 0-15,0 0 0,0 25 0,0-25 0,0 0 16,0 0-16,-25 0 0,25 0 0,0 0 0,25 0 16,-25 0-16,0 0 0,0 0 0,0 0 0,0 0 0,0 0 15,0 0-15,0 0 0,0 0 0,0 0 0,0 0 16,0 0-16,0-25 0,24 25 0,-24 0 0,0 0 0,0 0 15,0-25-15,0 25 0,0 0 0,0-25 0,0 25 16,0-25-16,25 25 0,-25 0 0,0-25 0,0 25 0,25-24 16,-25 24-16,0-25 0,25 25 0,-25 0 0,25-25 15,-25 25-15,0 0 0,24-25 0,-24 25 0,25 0 16,-25 0-16,0 0 0,25 0 0,-25 0 0,0 0 0,0 0 15,25 0-15,-25 0 0,0 0 0,0 0 0,0 0 0,0 25 16,0-25-16,25 0 0,-25 0 0,0 0 0,0 25 16,0-25-16,24 0 0,-24 0 0,0 25 0,0-25 15,25 0-15,-25 24 0,0-24 0,0 0 0,25 25 0,-25-25 16,0 0-16,0 0 0,0 25 0,25-25 0,-25 0 15,0 0-15,0 25 0,25-25 0,-25 0 0,0 0 16,0 0-16,0 0 0,24 0 0,-24 0 0,0 0 16,25 0-16,-25 0 0,0-25 0,25 25 0,-25 0 0,0 0 15,25-25-15,-25 25 0</inkml:trace>
  <inkml:trace contextRef="#ctx0" brushRef="#br0" timeOffset="126797.2524">3845 15131 0,'25'0'0,"-25"-25"0,0 25 0,0 0 15,0 0-15,0-25 0,0 25 0,0 0 0,0 0 0,0 0 16,0 0-16,0-25 0,0 25 0,0 0 0,0 0 15,0 0-15,0 0 0,0 0 0,0 0 0,0 0 0,0 0 16,-25 25-16,25-25 0,0 0 0,0 0 0,0 0 16,0 25-16,0-25 0,0 0 0,0 25 0,0-25 15,0 25-15,0-25 0,0 24 0,0-24 0,25 25 0,-25-25 16,0 25-16,0-25 0,0 25 0,24-25 0,-24 25 15,0-25-15,0 24 0,25-24 0,-25 0 0,0 25 0,25-25 16,-25 0-16,0 0 0,25 0 0,-25 25 0,0-25 16,25 0-16,-25 0 0,0 0 0,24 0 0,-24 0 15,0 0-15,25 0 0,-25-25 0,25 25 0,-25 0 0,0 0 16,25-25-16,-25 25 0,0 0 0,25-24 0,-25 24 15,0 0-15,0-25 0,0 25 0,0 0 0,24-25 16,-24 25-16,0 0 0,0-25 0,-24 25 0,24 0 0,0-25 16,0 25-16,0 0 0,0-24 0,0 24 0,0 0 0,-25 0 15,25 0-15,0-25 0,0 25 0,0 0 0,0 0 16,-25 0-16,25 0 0,0 0 0,0 0 0,0 0 15,-25 0-15,25 0 0,0 0 0,0 0 0,0 0 0,0 0 16,0 25-16,0-25 0,0 0 0,0 0 0,0 24 16,0-24-16,0 0 0,0 25 0,0-25 0,0 25 15,0-25-15,0 25 0,0-25 0,25 25 0,-25-25 0,0 24 16,25-24-16,-25 25 0,25-25 0,-25 25 0,0-25 15,24 0-15,-24 0 0,25 25 0,-25-25 0,25 0 0,-25 0 16,25 0-16,-25 0 0,25 0 0,-25 0 0,0 0 16,24 0-16,-24 0 0,25 0 0,-25-25 0,0 25 15,25 0-15,-25-25 0,0 25 0,25-25 0,-25 25 0,0 0 16,0-24-16,0 24 0,0-25 0,0 25 0,0-25 15,0 25-15,0-25 0,0 25 0,0 0 0,0-25 16,0 25-16,0 0 0,0-24 0,0 24 0,0 0 0,0 0 16,0 0-16,-25-25 0,25 25 0,0 0 0,0 0 0,0 0 15,0 0-15,0 0 0,0 0 0,0 25 0,0-25 16,0 0-16,0 0 0,0 0 0,0 24 0,0-24 15,0 25-15,0-25 0,0 0 0,0 25 0,0-25 0,0 25 16,0-25-16,25 25 0,-25-25 0,0 0 0,0 24 16,0-24-16,0 25 0,0-25 0,0 0 0,0 25 0,0-25 15,0 0-15,0 0 0,0 0 0,0 0 0,25 0 16,-25 0-16,0 0 0,0 0 0,0 0 0,0 0 15,24 0-15,-24 0 0,0 0 0,25-25 0,-25 25 0,25 0 16,-25-25-16,25 25 0,-25 0 0,25-24 0,-25 24 16,24 0-16,-24-25 0,0 25 0,25-25 0,-25 25 0,0-25 15,25 25-15,-25 0 0,0-25 0,0 25 0,25 0 16,-25 0-16,0-24 0,0 24 0,0 0 0,0 0 0,0 0 15,0 24-15,0-24 0,0 0 0,0 0 0,-25 25 16,25-25-16,0 0 0,0 25 0,0-25 0,25 0 16,-25 25-16,0-25 0,0 25 0,0-25 0,0 24 0,0-24 15,0 0-15,0 25 0,25-25 0,-25 0 0,0 25 16,0-25-16,24 0 0,-24 0 0,0 25 0,25-25 15,-25 0-15,25 0 0,-25 0 0,25 0 0,0 0 0,-25-25 16,24 25-16,1 0 0,0 0 0,-25-25 0,25 25 16,0-25-16,-25 25 0</inkml:trace>
  <inkml:trace contextRef="#ctx0" brushRef="#br0" timeOffset="127304.2814">4961 15131 0,'-25'-25'0,"25"25"16,-25 0-16,25 0 0,0-25 0,-24 25 0,24 0 0,0 0 15,-25 0-15,25 0 0,0 0 0,0 0 0,0 0 16,-25 25-16,25-25 0,0 25 0,0-25 0,0 0 15,0 25-15,0-25 0,0 24 0,25 1 0,-25-25 0,0 25 16,0-25-16,0 25 31,25-25-31,-25 0 0,0 25 0,24-25 0,-24 24 16,0-24-16,25 0 0,-25 0 0,25 25 0,-25-25 0,0 0 0,25 0 0,-25 0 0,25 0 0,-25 0 0,0 0 0,24 0 0,-24 0 0,25 0 15,-25 0-15,0-25 0,25 25 0,-25 0 0,0 0 0,0 0 16,25-24-16,-25 24 0,0 0 0,0 0 0,0-25 16,0 25-16,0 0 0,0-25 0,0 25 0,0 0 0,0 0 15,0 0-15,0 0 0,-25 0 0,25 0 0,0 0 0,0 0 16,0 0-16,0 0 0,0 25 0,0-25 0,0 0 15,0 25-15,0-25 0,0 24 0,0 1 0,0-25 16,0 25-16,0 0 0,0 0 0,25 0 0,-25-1 16,0-24-16,0 25 0,25 0 0,-25 0 0,0 0 0,24-1 15,-24 1-15,0 0 0,0 0 0,0-25 0,0 25 16,0-1-16,25-24 0,-25 25 0,0 0 0,0-25 0,0 25 15,0-25-15,0 0 0,0 25 0,0-25 0,0 0 16,0 0-16,0 24 0,0-24 0,0 0 0,-25 0 16,25 0-16,-24 0 0,24 0 0,0 25 0,-25-25 0,25 0 15,-25 0-15,25 0 0,-25 0 0,25 0 0,-25 0 0,25 0 16,-24 0-16,24 0 0,0 0 0,-25 0 0,25 0 15,-25 0-15,25 0 0,0 0 0,0 0 0,0-25 0,-25 25 16,25 0-16,0 0 0,0-24 0,0 24 0,0-25 16,0 25-16,0 0 0,0-25 0,0 25 0,0-25 15,0 0-15,0 25 0,0-24 0,0 24 0,0-25 0,0 0 16,0 0-16,0 25 0,-25-25 0,25 1 0</inkml:trace>
  <inkml:trace contextRef="#ctx0" brushRef="#br0" timeOffset="127574.2967">4316 15007 0,'0'0'0,"-25"0"15,25 0-15,0-25 0,0 25 0,0 0 0,0 0 16,0-25-16,0 25 0,0 0 0,0 0 0,0-25 15,0 25-15,0 0 0,0-24 0,25 24 0,-25 0 0,0 0 16,0-25-16,25 25 0,-25 0 0,0 0 0,0 0 16,25 0-16,-25 0 0,0 0 0,0 0 0,24 0 15,-24 0-15,0 0 0,0 0 0,25 0 0,-25 0 0,0 25 16,25-25-16,-25 0 0,0 0 0,0 0 0,25 0 15,-25 0-15,0 0 0,0 24 0,0-24 0,0 0 0,0 0 16,0 0-16,0 0 0,0 0 0,0 0 0,0 0 16,0 0-16</inkml:trace>
  <inkml:trace contextRef="#ctx0" brushRef="#br0" timeOffset="127733.3059">3870 14957 0,'0'0'0,"0"0"0,-25 0 0,25 0 16,0 0-16,0 0 0,0-25 0,-25 25 15,25 0-15,0 0 0,0 0 0,0 0 0,0 0 0,0 0 16,25 0-16,-25 0 0,0 0 0,0 0 0,0 0 0,0 0 16,0 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34025" units="1/cm"/>
          <inkml:channelProperty channel="Y" name="resolution" value="28.33948" units="1/cm"/>
          <inkml:channelProperty channel="T" name="resolution" value="1" units="1/dev"/>
        </inkml:channelProperties>
      </inkml:inkSource>
      <inkml:timestamp xml:id="ts0" timeString="2021-11-04T03:05:14.4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0 0 0</inkml:trace>
  <inkml:trace contextRef="#ctx0" brushRef="#br0" timeOffset="8946.5117">0 0 0</inkml:trace>
  <inkml:trace contextRef="#ctx0" brushRef="#br1" timeOffset="15618.8934">0 0 0</inkml:trace>
  <inkml:trace contextRef="#ctx0" brushRef="#br1" timeOffset="27547.5757">2059 3076 0,'0'0'0,"0"0"0,0 0 0,0 0 0,0 0 0,0 0 0,0 0 0,0 0 0,0 0 0,0 0 16,0 0-16,0 0 0,0 0 0,0 0 0,0 0 0,0 0 0,0 0 15,0 0-15,0 0 0,0 0 0,0 0 0,0 0 0,0 0 16,0 0-16,0 0 0,0 0 0,0 0 0,0 25 0,0-25 16,0 0-16,0 0 0,0 0 78,0 0-78,0 0 0,0 0 0,0 0 0,0 0 0,0 0 0,-25 0 0,25 0 0,0 0 0,0 0 0,0 0 0,0 0 0,0 0 0,0 0 15,0 0-15,0 0 0,0 0 0,0 0 0,0 0 0,0 0 0,0 0 16,0 0-16,0 0 0,0 0 0,0 0 0,0 0 0,0 0 0,0 0 0,0 0 0,0 0 0,0 0 0,0 0 0,0 0 0,0 0 15,0 0-15,0 0 0,0 0 0,0 0 0,0 0 0,0 24 0,-25-24 0,25 0 468,25-99-124,-25 99-282,0 0-62,0 0 0,0 0 16,0 0-16,0 0 0,0 0 0,0 0 0,0 0 0,0 0 0,0 0 0,0 0 0,0 0 0,0 0 0,0 0 0,0 0 0,0 0 0,0 0 0,0 0 0,-25 0 0,25 0 0,0 0 0,0 0 0,0 0 0,0 0 0,-25 25 0,25-25 0,0 0 0,0 25 0,0-25 15,0 25-15,0-25 0,-24 24 0,24-24 0,0 0 0,0 25 0,0-25 0,0 25 0,0-25 0,-25 0 0,25 25 0,0-25 0,0 25 0,0-25 0,0 0 0,0 24 16,0-24-16,0 25 0,-25-25 0,25 0 0,0 25 15,0-25-15,0 25 0</inkml:trace>
  <inkml:trace contextRef="#ctx0" brushRef="#br1" timeOffset="28233.6149">1761 3051 0,'0'0'0,"0"0"0,0 0 0,0 0 15,0 0-15,0 0 0,0 0 0,0 0 0,0 0 0,0 0 0,0 0 16,0 0-16,0 0 0,0 0 0,0 0 93,0 0-93,0 0 0,0 0 0,0 0 0,0 0 0,0 0 0,0 0 0,0 0 0,0 0 0,0 0 0,0 0 16,0 0-16,0 0 0,0 0 0,0 0 0,0 0 0,0 0 0,0 0 0,0 0 0,0 0 0,0 25 0,0-25 0,0 0 0,0 0 16,0 0-16,0 0 0,0 0 0,0 0 0,0 0 0,0-25 0,0 25 0,0 0 0,0 0 0,0 0 0,-25 0 0,25 0 0,0 0 0,0 0 0,0 0 0,0 0 0,-24 0 0,24 0 15,0 0-15,0 0 0,0 0 0,0 0 0,0 0 0,0 0 0,0 0 0,0 0 0,0 0 16,0 0-16,0 0 0,0 0 0,0 0 0,0 0 15,0 0-15,0 0 0,0 0 0,0 0 437,421 248-437,-421-248 0,0 0 0</inkml:trace>
  <inkml:trace contextRef="#ctx0" brushRef="#br1" timeOffset="29305.6762">1736 3274 0,'0'0'0,"0"0"0,0 0 0,0 0 0,-24 0 0,24 0 0,0 0 0,0 0 0,0 0 0,0 0 0,0 0 0,0 0 0,0 0 0,0 0 15,0 0-15,0 0 0,-25 0 0,25 0 16,0-25-16,0 25 0,0 0 16,-25 0-16,25 0 0,0 0 0,0 0 0,0 0 421,273-74-421,-273 74 0,0 0 0,0 0 0,25 0 0,-25 0 15,0 0-15,0 0 0,0 0 0,0 0 0,24 0 0,-24-25 0,0 25 0,0 0 0,25 0 0,-25 0 0,0 0 0,0 0 0,0 0 0,0 0 0,25 0 0,-25 0 0,0 0 16,0 0-16,0 0 0,0 0 0,0 0 0,0 0 0,25 0 0,-25 0 0,0 0 0,0 0 0,0 0 0,0 0 0,0 0 0,0 0 0,-25 0 0,25 0 0,0 0 0,0 0 0,0 0 0,0 0 0,25 0 0,-25 0 16,0 0-16,0 0 0,0-25 0,0 25 0,0 0 15,0 0-15</inkml:trace>
  <inkml:trace contextRef="#ctx0" brushRef="#br1" timeOffset="30919.7685">3349 3497 0,'0'0'0,"0"0"0,0 0 0,0-24 0,24 24 0,-24 0 0,0 0 0,0 0 0,0-25 0,0 25 0,0 0 0,25 0 0,-25-25 0,0 25 0,0-25 0,0 25 0,0 0 0,0-25 0,0 25 0,0 0 0,25-24 0,-25 24 0,0 0 16,0 0-16,0-25 0,0 25 0,0 0 0,0-25 0,0 25 0,0 0 0,25-25 16,-25 25-16,0 0 0,0 0 0,0-25 0,0 25 0,0 0 0,0-24 0,0 24 0,0 0 0,0 0 0,0 0 0,0-25 0,0 25 15,0 0-15,0 0 0,0 0 0,0 0 0,0 0 0,0 0 0,0 0 0,0 0 0,0 0 94,0 0-94,0 0 0,0 0 0,0 0 0,0 0 15,0 0-15,0 0 0,0 0 0,0 0 0,0 0 0,0 0 0,0 0 0,0 0 0,0 0 16,0 0-16,0 0 0,0 0 0,0 0 0,0 0 0,0 0 0,0 0 0,0 0 0,0 0 0,0 0 0,0 0 0,0 0 0,0 0 16,0 0-16,0 0 0,0 0 0,0 0 0,0 0 0,0 0 0,0 0 0,0-25 0,0 25 0,0 0 15,0 0 110</inkml:trace>
  <inkml:trace contextRef="#ctx0" brushRef="#br1" timeOffset="32227.8434">3249 3249 0,'0'0'0,"0"0"405,149 199-405,-149-174 0,0-25 0,0 0 0,0 0 0,0 0 0,0 0 0,0 0 0,0 0 0,0 0 0,0 0 0,0 0 0,0 0 0,0 0 0,0 0 0,25 0 0,-25 0 0,0 0 0,0 0 16,0 0-16,0 24 0,0-24 0,0 0 0,0 0 0,0 0 0,0 0 0,0 0 0,0 0 16,0 0-16,0 0 0,0 0 0,0 0 0,0 0 0,0 0 0,0 0 0,0 0 0,0 0 0,0 0 0,0 0 0,0 0 0,0 0 0,0 0 0,0 0 0,0 0 0,0 0 15,0 0-15,0 0 0,0 0 250</inkml:trace>
  <inkml:trace contextRef="#ctx0" brushRef="#br1" timeOffset="33586.9211">3746 3175 0,'0'0'0,"0"0"0,0 0 0,0 0 0,-25 0 0,25 0 0,0 0 0,0 0 0,0 0 0,0 0 0,0 0 0,0 0 0,0 0 0,0 0 0,0 0 0,0 0 0,0 0 0,0 0 0,0 0 0,0 0 0,0 0 0,0 0 0,0 0 0,0 0 0,0 0 0,0 0 0,0 0 0,0 0 0,0 0 0,0 0 0,0 0 0,0 0 0,0 0 0,0 0 0,0 0 16,0 0-1,0 0-15,0 0 0,0 0 0,0 0 0,0 0 0,0 0 0,0 0 0,0 0 0,0 0 0,0 0 0,0 0 16,0 0-16,0 0 0,0 0 0,0 0 234,25 273-234,-25-273 0,0 0 0,0 0 0,0 0 16,0 0-16,0 0 0,0 0 0,0 0 0,0 0 0,0 0 0,0 0 0,0 0 0,0 0 0,0 0 0,0 0 0,0 0 0,0 0 0,0 0 0,0 0 0,0 0 0,0 0 0,0 0 0,0 0 0,0 0 0,0 0 0,0 0 0,0 0 0,0 0 0,0 0 0,0 0 0,0 0 0,0 0 0,0 0 0,0 0 0,0 0 15,0 0-15,0 0 0,0 0 0,0 0 0,0 0 0,0 25 0,0-25 0,0 0 0,0 0 16,0 0-16,0 0 0,0 0 93,0 0-93,0 0 0,0 0 0,0 0 0,0 0 0,0 0 0,0-25 0,0 25 0,0 0 0,0 0 0,0 0 0,0 0 0,-25-25 0,25 25 0,0 0 16,0 0-16,0 0 0,0 0 0,0 0 0,0-25 0,0 25 0,0 0 0,0 0 0,0 0 0</inkml:trace>
  <inkml:trace contextRef="#ctx0" brushRef="#br1" timeOffset="34792.9901">3696 3249 0,'0'0'0,"0"-24"0,0 24 0,0 0 0,0 0 0,0 0 16,0 0-16,0 0 0,0 0 0,0 0 0,0 0 0,0 0 0,0 0 0,0 0 0,0 0 0,0 0 0,0 0 0,0 0 0,0 0 0,0 0 0,25 0 0,-25 0 16,0 0-16,0 0 0,0 0 0,0 0 0,0-25 0,0 25 0,0 0 0,0 0 0,0 0 0,0 0 78,0 0-78,0 0 0,0 0 0,0 0 15,0 0-15,0 0 0,0 0 0,0 0 0,0 0 0,0 0 0,0 0 0,0 0 0,0 0 0,0 0 0,0 0 0,0 0 0,0-25 0,0 25 0,0 0 0,0 0 16,0 0-16,0 0 0,0 0 0,0 0 0,0 0 0,0 0 0,0 0 0,0-25 0,0 25 0,0 0 0,0 0 0,0 0 0,25 0 0,-25 0 0,0 0 0,0 0 0,0 0 0,0 0 0,0 0 0,0-25 0,0 25 15,0 0-15,0 0 0,0 0 0,0 0 0,0 0 0,0 0 266,173 0-266,-173 0 0,0 0 0,0 0 0,25 0 0,-25 0 0,0 25 0,0-25 0,0 0 0,0 0 0,0 25 0,0-25 15,25 0-15,-25 0 0,0 25 0,0-25 0,0 0 0,0 0 0,0 25 0,0-25 0,0 0 0,0 0 0,25 24 0,-25-24 0,0 0 0,0 0 0,0 25 0,0-25 0,0 0 16,0 0-16,0 25 0,0-25 0,0 0 0,0 0 0,0 25 0,0-25 0,0 0 0,0 0 0,0 0 0,0 25 0,24-25 0,-24 0 0,0 0 0,0 0 0,0 24 0,0-24 0,0 0 93,0 0-77,0 25-16,0-25 0,0 0 0,-24 0 0,24 0 0,0 25 0,0-25 0,0 0 0,0 0 0,0 0 0,0 0 0,0 25 0,0-25 0,0 0 16,0 0-16,0 0 0,0 0 0,0 0 0,-25 0 0,25 0 0,0 0 0,0 0 0,0 0 0,0 0 0,0 0 0,0 25 0,0-25 0,0 0 0,0 0 0,0 0 0,0 0 0,0 0 0,0 0 0,0 0 15,0 0-15,0 0 0,0 0 0,0 0 0,0 0 0,0 0 0,0 0 0,0 0 0,0 0 0,0 0 0,0 0 0,-25 0 0,25 0 0,0 24 297,-124-24-297,124 0 0,0 0 0,0 0 0,0 0 0,0 0 0,0 0 0,0 0 0,0 0 0,0-24 0,0 24 0,0 0 0,0 0 0,0 0 15,0 0-15,0 0 0,-25 0 0,25 0 0,0-25 0,0 25 0,0 0 0,0 0 0,0 0 16,0 0-16,0 0 0,0 0 0,0 0 0,0 0 0,0-25 0,0 25 0,0 0 0,0 0 0,0 0 0,0-25 0</inkml:trace>
  <inkml:trace contextRef="#ctx0" brushRef="#br1" timeOffset="51274.9328">4564 3249 0,'0'0'0,"0"0"0,0 0 0,0 0 0,0 0 0,0 0 15,0 0-15,0 0 0,0 0 0,0 0 0,0 0 16,0 0-16,0 0 0,0 0 0,0 0 0,0 0 16,0 0-16,0 0 0,0 0 0,0 0 0,0 0 0,0 0 15,0 0-15,0 0 0,0 0 0,0 0 0,0 0 16,0 0-16,0 0 0,0 0 0,0 0 0,0 0 15,0 0-15,0 0 0,0 0 0,0 0 0,0 0 0,0 0 16,0 0-16,0 0 0,0 0 0,0 0 0,-25 0 16,25 0-16,0 0 0,0 0 0,0 0 0,0 0 0,0 0 15,0 0-15,25 0 0,-25 0 0,0 0 0,0 0 16,0 0-16,0 0 0,-25 0 0,25 0 0,0 0 0,0 0 15,25 0-15,-25 0 0,0 0 0,0 0 0,0 0 16,0 0-16,0 0 0,0 0 0,0 0 0,0-24 16,0 24-16,0 0 0,0 0 0,0 0 0,0 0 0,0 0 15,0 0-15,0-25 0,0 25 0,0 0 0,0 0 16,25 0-16,-25 0 0,0 0 0,0 0 0,0 0 0,0 0 15,0 0-15,0 0 0,0 0 0,0 0 0,0 0 16,0 0-16,0 0 0,0 0 0,0 0 0,0 0 16,0 0-16,0 25 0,0-25 0,0 0 0,0 0 0,-25-25 15,25 25-15,0 0 0,0 0 0,0 0 0,0 0 16,0 0-16,0 0 0,0 0 0,0 0 0,0 0 0,0 0 15,0 0-15,0 0 0,0 0 0,0 0 0,0 0 16,0 0-16,0 0 0,0 0 0,0 0 0,0 0 16,0 0-16,0 0 0,0 0 0,25 0 0,-25 0 0,0 0 15,0 0-15,0 0 0,0 0 0,0 0 0,0 0 16,0 0-16,0 0 0,0 0 0,0 0 0,0 0 0,0 0 15,0 0-15,0 0 0,0 0 0,0 0 0,0 0 16,0 0-16,0 0 0,0 0 0,0 0 0,0 0 0,0 0 16,0 0-16,0 0 0,0 0 0,0 0 0,0 0 15</inkml:trace>
  <inkml:trace contextRef="#ctx0" brushRef="#br1" timeOffset="51865.9666">4638 3572 0,'0'0'0,"0"0"0,0 0 0,0 0 0,0 0 0,0 0 16,0 0-16,0 0 0,0 0 0,0 0 0,0 0 15,0 0-15,0 0 0,0 0 0,0 0 0,0 0 16,0-25-16,0 25 0,0 0 0,0 0 0,0 0 0,0 0 15,0 0 63,0 0-78,0 0 0,0 0 0,0 0 0,0 0 0,0 0 0,0 0 0,0 0 0,0 0 0,0 0 0,0 0 0,0 0 0,0 0 0,0 0 0,0 0 0,0 25 0,0-25 0,0 0 0,-24 0 0,24 0 0,0 0 0,0 0 0,0 0 0,0 0 0,0 0 0,0 25 0,0-25 0,0 0 0,0 0 0,0 0 0,0 0 0,0 0 16,0 0-16,0 0 0,0 0 0,0 0 0,0 0 16,0 0-16,0 0 0,0 0 0,24 0 0,-24 0 0,0 0 15,0-25-15,0 25 0,0 0 0,0 0 16,0 0-16,0 0 0,25-25 0,-25 25 0,0 0 0,0 0 15,0 0-15,0 0 0,0-25 0,0 25 0,0 0 0,0 0 16,0 0-16,0 0 0,0-25 0,0 25 0,0 0 16,0 0-16,0 0 0,0 0 0,0 0 0,0 0 15,0 0-15,0 0 0,0 0 0,0 0 0,0 0 0,0 0 16,0 0-16,0 0 0,0 0 0,0 0 0,0 25 15,0-25-15,0 0 0,0 0 0,0 0 0,0 25 0,0-25 16</inkml:trace>
  <inkml:trace contextRef="#ctx0" brushRef="#br1" timeOffset="52600.0086">6375 3101 0,'0'0'15,"0"0"-15,0 0 0,0 0 0,0 0 0,0-25 16,-25 25-16,25 0 0,0 0 0,0 0 0,0 0 0,0-25 16,0 25-16,0 0 0,0 0 0,0 0 0,0 0 15,0 0-15,0 0 0,0 25 0,0-25 0,0 0 16,0 0-16,-25 0 0,25 0 0,0 0 156,-99 198-156,99-198 0,0 25 0,-25-25 0,25 25 0,0-25 0,0 25 0,0-25 0,0 24 0,-25-24 0,25 0 0,0 25 0,0-25 0,0 0 0,0 0 0,-24 25 15,24-25-15,0 0 0,0 0 0,0 25 0,0-25 0,0 0 0,-25 0 0,25 0 0,0 0 0,0 25 0,0-25 0,0 0 0,0 0 0,0 0 0,0 0 0,0 0 0,0 0 0,0 0 0,0-25 0,0 25 0,0 0 0,25 0 0,-25 0 0,0 0 0,0 0 0,0-25 16,0 25-16,0 0 0,0 0 0,0-25 0,0 25 0,24 0 16,-24-25-16,0 25 0,0-24 0,0 24 0,0-25 15,25 25-15</inkml:trace>
  <inkml:trace contextRef="#ctx0" brushRef="#br1" timeOffset="53010.032">6325 3101 0,'0'0'0,"0"-25"0,0 25 0,0 0 0,0 0 0,0 0 15,0-25-15,0 25 0,0 0 0,25 0 16,-25 0-16,0 0 0,0 0 0,0 0 0,0 0 0,0 0 15,0 0-15,0 0 0,0 0 0,0 0 0,0 0 0,0 0 16,0 0-16,0 0 0,0 0 0,0 0 0,25 0 16,-25 0-16,0 0 0,0 0 0,0 0 0,0 0 15,0 25-15,0-25 0,0 0 0,0 0 0,0 0 0,25 0 16,-25 25-16,0-25 0,0 0 0,0 0 0,0 0 15,0 0-15,0 24 0,24-24 0,-24 0 0,0 0 16,0 25-16,0-25 0,0 0 0,25 25 0,-25-25 0,0 0 16,0 25-16,0-25 46,0 0-46,0 0 0,0 0 0,0 25 0,0-25 0,25 0 0,-25 24 0,0-24 0,0 0 0,0 25 0,0-25 0,0 25 0,0-25 0,0 0 0,0 25 0,0-25 0,0 25 0,0-25 0,0 0 0,25 0 16,-25 24-16,0-24 0,0 0 0,0 0 0,0 0 16,0 0-16,0 25 0,0-25 0,0 0 0,0 0 0,0 0 15,0 0-15,0 0 0,0 0 0,0 0 0,0 0 16,0 0-16,0 0 0,0 0 0,0 0 0,0 0 15,0 0-15,0 0 0,0 25 0,0-25 0,0 0 0,0 0 16,0 0-16,0 0 0,0 0 0,0 0 0,0 0 16,0 0-16,0 0 0,0 0 0,0 0 0,0 0 0,0 0 15,0 0-15,0 0 0,0 0 0,0 0 0,-25 0 16,25-25-16,0 25 0</inkml:trace>
  <inkml:trace contextRef="#ctx0" brushRef="#br1" timeOffset="53292.0482">6251 3299 0,'0'0'0,"0"0"15,0 0-15,0 0 0,0 0 0,0 0 0,0 0 16,0 0-16,0 0 0,0 0 0,0 0 0,0 0 15,0 0-15,0 0 0,0 0 0,0 0 78,0 0-78,0 0 0,0 0 0,25-25 0,-25 25 0,0 0 0,0 0 0,24 0 0,-24 0 0,0 0 0,0 0 0,25 0 0,-25 0 0,0 0 16,0 0-16,25 0 0,-25 0 0,0 0 0,25 0 0,-25 0 0,0 0 0,25 0 0,-25 0 0,24 0 0,-24 0 0,0 0 0,25 0 0,-25 0 0,25 0 0,-25 0 0,0 0 0,25 0 0,-25 0 0,25 0 16,-25 0-16,0 0 0,24 0 0</inkml:trace>
  <inkml:trace contextRef="#ctx0" brushRef="#br1" timeOffset="53621.067">6871 3150 0,'0'0'0,"0"0"0,0 0 0,0 0 0,0 0 15,0 0-15,0 0 0,0 0 0,0 0 0,0 0 16,0 0-16,0 0 0,0 0 0,0 0 0,0 0 0,0 0 16,0 0-16,25 0 0,-25 0 0,0 0 0,0 0 15,25 0-15,-25 0 0,0 0 0,24 0 0,-24-25 16,0 50-16,25-25 0,-25 0 0,25 0 0,-25 0 0,0 0 15,25 0-15,-25 0 0,0 0 0,0-25 0,25 25 16,-25 0-16,0 0 0,24 0 0,-24 0 0,0 0 16,0 0-16,0 0 0,0 0 0,0 0 0,0 0 0,0 0 15,0 0-15,0 25 0,0-25 0</inkml:trace>
  <inkml:trace contextRef="#ctx0" brushRef="#br1" timeOffset="53863.0808">6945 3373 0,'0'25'16,"0"-25"-16,0 0 0,0 0 0,0 0 0,0 0 0,0 0 16,0 0-16,0 0 0,0 0 0,0 0 0,0 0 15,0 0-15,0 0 0,25 0 0,-25 0 0,0 0 16,0 0-16,25 0 0,-25 0 0,25-25 0,-25 25 0,25 0 15,-25 0-15,24 0 0,1 0 0,-25 0 0,25 0 16,0 0-16,-25-24 0,25 24 0,-1 0 0,-24 0 0,25 0 16,0 0-16,-25 0 0,25-25 0,-25 25 0,25 0 15,-1 0-15,-24 0 0,25 25 0,0-25 0,0 0 16,-25-25-16</inkml:trace>
  <inkml:trace contextRef="#ctx0" brushRef="#br1" timeOffset="65822.7649">8979 2307 0,'0'0'0,"0"0"0,0 0 0,0 0 0,0 0 0,0 0 0,0 0 0,0 0 16,0 0-16,0 0 0,0 0 0,0 0 0,0 0 0,0 0 16,0 0-16,0 0 0,0 0 0,0 0 0,0 0 15,0 0-15,0 0 0,0 0 0,0 0 0,0 0 0,0 0 16,0 0-16,0 0 0,0 0 0,0 0 0,0 25 15,0-25-15,0 0 0,0 0 0,0 0 0,0 0 0,0 0 16,0 0-16,0 0 0,0 0 0,0 0 0,0 0 16,0 0-16,0 0 0,0 0 0,0 0 0,0-25 15,0 25-15,0 0 0,0 0 0,0 0 0,0 0 0,0 0 16,25 0-16,-25 0 0,0 0 0,0 0 0,-25 0 15,25 0-15,0 0 78,0 0-78,0 0 0,0 0 0,0 0 0,0 0 0,0 0 0,0 0 0,0 0 0,0 0 0,0 0 0,0 0 0,25 0 0,-25 0 0,0 0 0,0 0 0,0-25 0,0 25 0,0 0 0,0 0 0,0 0 0,0 0 0,0 0 0,0 0 0,0-25 0,25 25 16,-25 0-16,0 0 0,0 0 0,0 0 0,0 0 0,0 0 0,0 0 0,0 0 0,25 0 0,-25 0 0,0 0 0,0 0 16,0 0-16,0-25 0,0 25 0,0 0 0,0 0 15,0 0-15,0 0 0,0 0 0,0 0 0,0 0 0,0 0 16,0 0-16,0 0 0,0 0 0,25 0 0,-25 0 15,0 0-15,0 0 0,0 0 0,0 0 0,24 0 0,-24 0 16,0 0-16,0 0 0,0 0 0,0 0 0,25 0 0,-25 0 16,0 0-16,0 0 0,0 0 0,0 0 0,0 0 15,0 0-15,0 0 0,25 0 0,-25 0 0,0 0 16,0 0-16,0 0 0,0 25 0,0-25 0,0 0 0,0 0 15,0 0-15,0 25 0,0-25 0,0 0 0,0 25 16,-25-25-16,25 0 0,0 25 0,0-25 0,0 0 0,0 0 16,0 24-16,0-24 0,0 0 0,-25 25 0,25-25 15,0 0-15,0 25 0,0-25 0,0 0 0,0 0 0,0 25 16,0-25-16,-24 0 0,24 0 0,0 0 0,0 0 15,0 25-15,0-25 0,0 0 0,-25 0 0,25 0 0,0 0 16,0 0-16,0 24 0,0-24 0,25 0 0,-25 0 16,0 0-16,0 0 0,0 0 0,-25 0 0,25 0 0,0 0 15,0 0-15,0 0 0,0 0 0,0 0 0,25 0 0,-25 0 16,0-24-16,0 24 0,0 0 0,0 0 15,0 0-15,0 0 0,24 0 0,-24 0 0,0 0 0,0-25 16,0 25-16,0 0 0,0 0 0,0 0 0,0 0 0,0 0 16,0-25-16,0 25 0,0 0 0,25 0 0,-25 0 15,0 0-15,0 0 0,0 0 0,0 0 0,0 0 16,0 0-16,25 0 0,-25 0 0,0 0 0,0 0 0,0 0 15,0 0-15,0 25 0,25-25 0,-25 0 0,0 0 0,0 25 16,0-25-16,0 0 0,0 0 0,0 0 0,0 24 0,0-24 16,0 0-16,0 0 0,0 25 0,0-25 0,0 0 15,0 0-15,0 25 0,0-25 0,0 0 0,0 0 16,0 25-16,0-25 0,0 0 0,0 0 0,0 25 0,0-25 15,0 0-15,0 0 0,0 24 0,0-24 0,0 0 16,0 0-16,0 25 0,-25-25 0,25 0 0,0 0 0,0 0 16,0 0-16,0 0 0,0 0 0,-25 0 0,25 0 15,0 0-15,0 0 0,0 0 0,0 0 0,-25 0 0,25 0 16,0 0-16,0 25 0,-24-25 0,24 0 0,0-25 15,0 25-15,0 0 0,0 0 0,0 0 0,-25 0 0,25 0 16,0 0-16,0 0 0,0 0 0,0-25 0,0 25 16,25 0-16,-25 0 0,0 0 0,0 0 0,0 0 0,0 0 15,0 0-15,0 0 0,0 0 0,0 0 0,0 0 16,24 0-16,-24 0 0,0 0 0,0-24 0,0 24 0,25 0 15,-25 0-15,0-25 0,25 25 0,-25 0 0</inkml:trace>
  <inkml:trace contextRef="#ctx0" brushRef="#br1" timeOffset="66282.7912">10021 2480 0,'0'0'0,"0"0"0,0 0 0,0 0 0,-25 0 0,25 0 0,0 0 0,0 0 0,0 0 0,0 0 0,0 0 0,0 0 0,0 0 0,0 0 0,25 0 0,-25 0 0,0 0 0,0-24 0,0 24 0,0 0 0,0 0 0,25 0 0,-25 0 0,0 0 0,0 0 0,25 0 0,-25 0 0,0 0 0,25 0 0,-25 0 0,0 0 16,0 0-16,24 0 0,-24 0 0,0-25 0,25 25 0,-25 0 0,0 0 0,25 25 15,-25-25-15,25 0 0,-25 0 0,0 0 0,0 0 16,25 0-16,-25 0 0,0 0 0,24 0 0,-24-25 0,0 25 15,0 0-15</inkml:trace>
  <inkml:trace contextRef="#ctx0" brushRef="#br1" timeOffset="66855.824">10492 2332 0,'0'0'0,"-24"0"15,24 0-15,0-25 0,0 25 0,0 0 0,0 0 0,0 0 0,0 0 0,0 0 0,0 0 0,0 0 0,0 0 0,0 0 0,0 0 0,0 0 0,0-25 0,24 25 0,-24 0 0,0 0 0,0 0 0,0 0 0,0 0 0,25 0 16,-25 0-16,0 0 0,0 0 0,25-25 0,-25 25 16,0 0-16,25 0 0,-25 0 0,0 0 0,0 0 15,25 0-15,-25 0 0,0 0 0,0 0 0,0 25 0,24-25 16,-24 0-16,0 0 0,0 0 0,0 0 0,0 0 0,25 0 15,-25 25-15,0-25 0,0 0 0,0 0 0,0 0 16,0 0-16,0 25 0,0-25 0,0 0 0,0 0 16,0 24-16,-25-24 0,25 25 0,0-25 0,0 0 0,0 0 15,-24 25-15,24-25 0,0 0 0,0 25 0,-25-25 0,25 25 16,0-25-16,-25 0 0,25 24 0,0-24 0,-25 25 15,25-25-15,0 0 0,0 0 0,0 25 0,0-25 0,-25 0 16,25 0-16,0 0 0,0 0 0,0 25 0,0-25 16,0 0-16,0 0 0,0 0 0,0 0 0,0 0 0,0 0 15,0 0-15,0 0 0,0 0 0,0 0 0,0 25 16,0-25-16,0 0 0,0 0 0,25 0 0,-25 0 0,0 0 15,25 0-15,-25 0 0,0 0 0,0 0 0,25 0 16,-25 0-16,0 0 0,25 0 0,-25 0 0,0 0 0,24 0 16,-24-25-16,25 25 0,-25 0 0,0 0 0,25 0 15,-25 0-15,0 0 0,25 0 0,-25 0 0,25 0 0,-25 0 16,0 0-16,24 0 0,-24 0 0,0 0 0,25 0 15,-25 0-15,0 0 0,0 0 0,0 0 0,25 0 16,-25 0-16,0 0 0,0 0 0,0 0 0,0 0 0,0 0 16</inkml:trace>
  <inkml:trace contextRef="#ctx0" brushRef="#br1" timeOffset="69067.9505">11906 2307 0,'0'0'0,"0"0"0,0 0 16,0 0-16,0 0 0,0 0 0,0 0 0,0 0 16,0 0-16,-25 0 0,25 0 0,0 0 0,0 0 0,0-25 15,0 25-15,0 0 0,0 0 0,0 0 0,0 0 0,0 0 16,0 0-16,0 0 0,0 0 0,0 0 0,0 0 15,0 0-15,0 0 0,0 0 0,0 0 0,0 0 0,0 0 16,0 0-16,0 0 0,-24 0 0,24 0 0,0 0 16,0 25-16,0-25 0,0 0 0,0 0 0,0 0 0,-25 0 15,25 0-15,0 0 0,0 0 0,0 25 0,0-25 16,0 0-16,0 0 0,0 0 0,-25 0 0,25 0 15,0 0-15,0 24 0,0-24 0,0 0 0,0 0 0,0 0 16,0 25-16,0-25 0,0 0 0,0 0 0,0 0 16,0 25-16,-25-25 0,25 0 0,0 0 0,0 0 0,0 25 15,0-25-15,0 0 0,0 0 0,0 25 0,0-25 0,0 0 16,0 24-16,0-24 0,0 0 0,0 0 0,0 25 15,25-25-15,-25 0 0,0 0 0,0 0 0,0 0 16,0 25-16,0-25 0,25 0 0,-25 0 0,0 0 0,0 0 16,0 25-16,0-25 0,25 0 0,-25 0 0,0 0 15,0 0-15,24 25 0,-24-25 0,0 0 0,0 0 0,0 0 16,25 0-16,-25 0 0,0 0 0,0 0 0,25 0 15,-25 0-15,0 0 0,0 0 0,25 0 0,-25 0 0,0 0 16,25 0-16,-25 0 0,0 24 0,0-24 0,0 0 16,24 0-16,-24 0 0,0 0 0,0 0 0,25 0 0,-25 0 15,0 0-15,25 0 0,-25-24 0,0 24 0,25 0 0,-25 0 16,0 0-16,25 0 0,-25 0 0,0 0 0,24 0 15,-24-25-15,0 25 0,25 0 0,-25 0 0,0 0 0,0 0 16,0 0-16,25-25 0,-25 25 0,0 0 0,0 0 16,0-25-16,0 25 0,25 0 0,-25-25 0,0 25 0,0 0 15,0 0-15,0-24 0,0 24 0,0 0 0,0 0 16,0 0-16,0-25 0,0 25 0,0 0 0,0 0 15,0-25-15,0 25 0,0 0 0,0 0 0,0-25 0,-25 25 16,25 0-16,0 0 0,0-25 0,0 25 0,0 0 0,-25 0 16,25-24-16,0 24 0,0 0 0,0 0 0,0 0 15,-25 0-15,25-25 0,0 25 0,0 0 0,-24 0 0,24 0 16,0 0-16,0 0 0,-25 0 0,25 0 0,0 0 15,0 0-15,-25 0 0,25-25 0,0 25 0,-25 0 0,25 0 16,0 0-16,0 0 0,-25 0 0,25 0 0,0 0 16,-24 0-16,24 0 0,0 0 0,0 0 0,0 0 0,-25 0 15,25 0-15,0 0 0,0 0 0,0 0 0,0 0 16,0 0-16,0 0 0,0 0 0,0 0 0,0 0 0,0 0 15,0 0-15,25 0 125</inkml:trace>
  <inkml:trace contextRef="#ctx0" brushRef="#br1" timeOffset="71001.0611">8806 3646 0,'24'0'0,"-24"0"0,0 0 0,0 0 0,0 0 0,0 0 15,0 0-15,0 0 0,0 0 0,0 0 0,0 25 16,0-25-16,0 0 0,0 0 0,0 0 0,0 0 16,0 0-16,0 0 0,0 0 0,0 0 0,0 0 0,0 0 15,0 0-15,0 0 0,0 0 0,0 0 0,0 0 16,0 0-16,0 0 0,0-25 0,0 25 0,0 0 0,0 0 15,0 0-15,0 0 0,0 0 0,0 0 0,0 0 16,25 0-16,-25 0 0,0 0 0,0 0 0,0 0 0,0 0 16,25 0-16,-25 0 0,0 0 0,0 0 0,25 0 15,-25 0-15,0 0 0,0 0 0,25 0 0,-25 0 16,0 0-16,0 0 0,24 0 0,-24 0 0,0 0 0,0 0 15,25 0-15,-25 0 0,0 0 0,0 0 0,0 0 16,25 0-16,-25 0 0,0 0 0,0 0 0,0 0 16,0 0-16,25 0 0,-25 0 0,0 0 0,0 0 0,0 0 15,0 0-15,0 0 0,0 0 0,0 0 0,0 0 16,0 0-16,25 0 0,-25-25 0,0 25 0,0 0 0,0 0 15,0 0-15,0 0 0,0 0 0,0 25 0,0-25 16,25 0-16,-25 0 0,0 0 0,0 0 0,24 0 0,-24 0 16,0 0-16,0 0 0,25 0 0</inkml:trace>
  <inkml:trace contextRef="#ctx0" brushRef="#br1" timeOffset="71733.1029">9277 3522 0,'0'0'0,"0"0"15,-25 0-15,25 0 0,0 0 0,0 0 0,0 0 0,0 0 16,-25 0-16,25 0 0,0-25 0,0 25 0,0 0 15,0 0-15,0 0 0,0 0 0,0 0 0,0 0 0,0 0 16,0 0-16,0 0 0,0 0 0,0 0 0,0 0 16,0 0-16,0-24 0,0 24 0,0 0 0,0 0 15,0 0-15,0 0 0,0 0 0,0 0 0,0 0 16,0 0-16,25-25 0,-25 25 0,0 0 0,0 0 0,0 0 15,0 0-15,25 0 0,-25 0 0,0 0 0,0 0 0,25 0 16,-25 0-16,0 0 0,0 0 0,0 0 0,25 0 16,-25 0-16,0 0 0,0 0 0,0 0 0,0 0 15,24 0-15,-24 0 0,0 0 0,0 0 0,0 0 0,0 0 16,0 0-16,0 0 0,0 25 0,0-25 0,0 0 15,0 0-15,0 0 0,0 24 0,0-24 0,0 0 0,0 25 16,0-25-16,0 25 0,0-25 0,0 0 0,0 25 16,0-25-16,0 0 0,-24 25 0,24-25 0,0 24 0,0-24 15,-25 25-15,25-25 0,0 0 0,0 25 0,0-25 16,-25 25-16,25-25 0,0 0 0,0 0 0,0 25 15,0-25-15,0 0 0,0 25 0,0-25 0,0 0 0,-25 24 16,25-24-16,0 0 0,0 0 0,0 25 0,0-25 16,0 0-16,0 0 0,0 0 0,-25 0 0,25 0 0,0 25 15,0-25-15,25 0 0,-25 0 0,0 0 0,0 0 16,0 0-16,0 0 0,0 0 0,0 0 0,0 0 15,0 0-15,0 0 0,0 0 0,0 0 0,0 0 0,0 0 16,0 0-16,0 0 0,0 0 0,0-25 0,0 25 16,25 0-16,-25 0 0,0 0 0,0 0 0,25 0 0,-25 0 15,25 0-15,-25 0 0,24 0 0,-24 0 0,0 0 16,25 0-16,-25 0 0,25 0 0,-25-25 0,25 25 15,-25 0-15,25 0 0,-25 0 0,0 0 0,24 0 0,-24 0 16,0 0-16,25 0 0,-25 0 0,0 0 0,0 0 16,25 0-16,-25 0 0,0 0 0,0 0 0,0 0 0,0 0 15,0 0-15,0-24 0,0 24 0,0 0 0,0 0 16,0 0-16,-25 0 0,25 0 0</inkml:trace>
  <inkml:trace contextRef="#ctx0" brushRef="#br1" timeOffset="73695.2152">10393 3423 0,'0'0'0,"0"0"16,0 0-16,0 0 0,0 0 0,0 0 0,0 0 15,0 0-15,0 0 0,0 0 0,0 0 0,0 0 16,0 0-16,0 0 0,0 0 0,0 0 0,0 0 0,0 0 15,0 0-15,0 0 0,0 0 0,0 0 0,0 0 16,0 0-16,0 0 0,0 0 0,0 0 0,0 0 0,0 0 16,0 0-16,0 0 0,0 0 0,0 0 0,0 0 15,0 0-15,0 0 0,0 0 0,0 0 0,0 0 0,0 0 16,0 0-16,0 0 0,0 0 0,0 0 0,0 0 15,0 0-15,0-25 0,0 25 0,0 0 0,0 0 16,0 0-16,0 0 0,0 0 0,0 0 0,25 0 0,-25 0 16,0 0-16,0 0 0,0-25 0,0 25 0,0 0 15,25 0-15,-25 0 0,0 0 0,0 0 0,25-24 0,-25 24 16,0 0-16,24 0 0,-24 0 0,0 0 0,0 0 15,25 0-15,-25 0 0,0 0 0,0 0 0,0 0 0,25 0 16,-25 0-16,0 0 0,0 24 0,0-24 0,0 0 16,0 0-16,0 25 0,0-25 0,0 0 0,0 0 0,0 25 15,0-25-15,0 0 0,0 0 0,0 0 0,0 25 16,0-25-16,0 0 0,0 0 0,0 25 0,0-25 15,0 0-15,-25 24 0,25-24 0,0 0 0,0 0 16,0 25-16,0-25 0,-25 0 0,25 0 0,0 0 172,-24 25-172,24-25 0,0 0 0,0 0 0,0 0 0,24 0 0,-24 0 0,0 0 0,0 0 0,0 0 0,0 0 0,25-25 0,-25 25 0,0 0 0,0 0 0,0 0 0,25 0 0,-25 0 0,0-25 0,0 25 0,0 0 0,25 0 0,-25 0 0,0 0 0,0 0 0,0 0 0,0 0 0,0 0 0,25 0 0,-25 0 0,0 0 0,0 25 0,0-25 15,0 0-15,0 0 0,0 0 0,24 25 0,-24-25 0,0 0 0,0 0 0,0 0 0,0 25 0,0-25 16,0 0-16,0 25 0,0-25 0,0 0 0,0 24 15,0-24-15,0 0 0,0 25 0,-24-25 0,24 0 0,0 25 16,0-25-16,0 0 0,0 25 0,-25-25 0,25 0 16,0 25-16,0-25 0,0 0 0,-25 0 0,25 0 15,0 25-15,0-25 0,-25 0 0,25 0 0,0 0 0,0 0 16,0 0-16,-25 0 0,25 0 0,0 0 0,0 0 0,0 0 15,-24 0-15,24 0 0,0-25 0,0 25 0,0 0 16,0 0-16,-25 0 0,25 0 0,0-25 0,0 25 16,0 0-16,0 0 0,0 0 0,0 0 0,0 0 15,0 0-15,0 0 0,0 0 0,0 0 0,0 0 0,0 0 16,0 0-16,0 0 0,0 0 0,0 0 0,25 0 0,-25 0 15,0 0-15,0 0 0,0 0 0,0 0 0,24 0 16,-24-25-16,0 25 0,0 0 0,25 0 0,-25 0 16,0-25-16,25 25 0</inkml:trace>
  <inkml:trace contextRef="#ctx0" brushRef="#br1" timeOffset="75960.3447">11931 3522 0,'25'0'0,"-25"0"16,0 0-16,0 0 0,0 0 0,0 0 0,0 0 0,0 0 16,0 0-16,0 0 0,0 0 0,0 0 0,0 0 15,0 0-15,0 0 0,0 0 0,0-25 0,0 25 0,0 0 16,0 0-16,0 0 0,0 0 0,0 0 0,0 0 15,0 0-15,0 0 0,0 0 0,0 0 0,0 0 0,0 0 16,0 0-16,0 0 0,0 0 0,0 0 0,0 0 16,0 0-16,0 0 0,0 0 0,0 0 0,0 0 15,0 0-15,0 0 0,0 0 0,0 0 0,0 0 0,0 0 16,0 0-16,0 0 0,0 0 0,0 0 0,0 0 0,0 0 15,0 0-15,0 0 0,0 0 0,0 0 0,0 0 16,0 0-16,0 0 0,0 0 0,0 0 0,-25 0 16,25 0-16,0 0 0,0 0 0,0 0 0,0 0 0,0 0 15,0 0-15,0 0 0,0 0 0,0 0 0,0 0 16,0 0-16,0 0 0,0 0 0,0 0 0,0 0 15,0 0-15,0 0 0,0 0 0,0 0 0,0 0 0,0 0 16,0 0-16,0 0 0,0 0 0,0 0 0,0 0 16,0 0-16,0 0 0,0 0 0,-25 0 0,25 0 15,0 25-15,0-25 0,0 0 0,0 0 0,0 0 0,0 0 16,0 25-16,0-25 0,0 0 0,-25 0 0,25 25 0,0-25 15,0 0-15,0 0 0,0 25 0,0-25 0,0 0 16,0 24-16,0-24 0,0 0 0,0 0 0,25 25 16,-25-25-16,0 0 0,0 25 0,0-25 0,0 0 0,0 0 15,0 25-15,0-25 0,0 0 0,0 25 0,0-25 16,0 0-16,0 0 0,0 25 0,25-25 0,-25 0 15,0 0-15,0 0 0,0 24 0,25-24 0,-25 0 0,0 0 16,25 0-16,-25 0 0,0 0 0,24 25 0,-24-25 0,0 0 16,25 0-16,-25 0 0,0 0 0,0 0 0,25 0 15,-25 0-15,0 0 0,25 0 0,-25 0 0,0 0 16,25 0-16,-25 0 0,0 0 0,0 0 0,24 0 0,-24 0 15,0 0-15,0 0 0,25 0 0,-25 0 0,0 0 16,0 0-16,0 0 0,25-25 0,-25 25 0,0 0 16,0 0-16,25 0 0,-25-24 0,0 24 0,0 0 0,0 0 15,25-25-15,-25 25 0,0 0 0,0 0 0,0 0 16,25-25-16,-25 25 0,0 0 0,0-25 0,0 25 0,24 0 15,-24-25-15,0 25 0,0-25 0,0 25 0,0 0 16,0-24-16,-24 24 0,24-25 0,0 25 0,0 0 78,-149-99 0,149 99-78,0 0 0,-25 0 0,25 0 0,0 0 0,-25-25 0,25 25 0,-25 0 0,25 0 0,0 0 0,0 0 0,-25 0 0,25 0 16,0 0-16,0 0 0,0 0 0,0 0 0,0 0 0,0 0 0,0-25 0,0 25 0,25 0 0,-25 0 0,0 0 0,0 0 0,0 0 0,0 0 0,0 0 0,25 0 0</inkml:trace>
  <inkml:trace contextRef="#ctx0" brushRef="#br1" timeOffset="78378.483">9426 4490 0,'0'0'0,"0"0"0,0 0 0,0 24 0,0-24 0,0 0 16,0 0-16,0 0 0,0 0 0,0 0 0,0 0 15,0 0-15,0 0 0,0 0 0,0 0 0,0 0 16,0 0-16,0-24 0,0 24 0,0 0 0,0 0 0,0 0 16,0 0-16,0 0 0,0 0 0,0 0 0,0 0 15,0 0-15,-25 0 0,25 0 0,0 0 0,0 0 0,0 0 16,0 0-16,0 0 0,0 0 0,-25 0 0,25 0 47,0 0-47,0 0 0,0 0 0,0 0 0,0 0 0,0 0 0,0 0 0,0 0 0,-25 0 0,25 0 0,0 0 0,0 0 0,0 0 0,0 24 0,0-24 0,0 0 15,-24 0-15,24 0 0,0 0 0,0 0 0,0 0 0,0 0 16,0 0-16,-25 0 0,25 0 0,0 25 0,0-25 15,0 0-15,0 0 0,0 0 0,0 0 0,0 25 16,0-25-16,0 0 0,0 0 0,0 0 0,0 25 0,0-25 16,0 0-16,0 0 0,0 25 0,-25-25 0,25 0 15,0 24-15,0-24 0,0 0 0,0 0 0,0 25 0,0-25 16,0 0-16,0 25 0,25-25 0,-25 0 0,0 25 15,0-25-15,0 0 0,0 25 0,0-25 0,0 0 0,0 0 16,25 24-16,-25-24 0,0 0 0,0 0 0,0 25 16,0-25-16,0 0 0,24 0 0,-24 0 0,0 25 15,0-25-15,0 0 0,25 0 0,-25 0 0,0 0 0,25 0 16,-25 0-16,0 0 0,25 0 0,-25 0 0,0-25 15,25 25-15,-25 0 0,0 0 0,24-25 0,-24 25 16,0 0-16,25-24 0,-25 24 0,25 0 0,-25-25 0,0 25 16,0-25-16,25 25 0,-25 0 0,0-25 0,0 25 15,0 0-15,25 0 0,-25-25 0,0 25 0,0 0 0,0-24 16,0 24-16,0 0 0,0 0 0,0 0 0,0-25 15,0 25-15,0 0 0,0 0 0,0-25 0,-25 25 0,25 0 16,0-25-16,0 25 0,0 0 0,0-25 0,-25 25 16,25 0-16,0 0 0,0-24 0,0 24 0,0 0 15,-25 0-15,25 0 0,0 0 0,0-25 0,0 25 0,0 0 16,0 0-16,0 0 0,0 0 0,-25 0 0,25 0 15,0 0-15,0 0 0,0 0 0,0 0 0,0 0 0,0 0 16,0 0-16,0 0 0,0 0 0,0 0 0,0 0 16,0 0-16,0 0 0,25 0 0</inkml:trace>
  <inkml:trace contextRef="#ctx0" brushRef="#br1" timeOffset="79216.531">10815 4539 0,'0'0'0,"-25"0"0,25 0 0,0 0 0,0 0 15,0 0-15,0 0 0,0 0 0,0 0 0,-25 0 16,25 0-16,0 0 0,0 0 0,0 0 0,-25 0 0,25 0 16,0 0-16,0 0 0,0-25 0,0 25 0,-24 0 15,24 0-15,0 0 0,0 0 0,0 0 0,0 0 0,0 0 16,0 0-16,-25 0 0,25 0 0,0 0 0,0 25 15,0-25-15,0 0 0,-25 0 0,25 0 0,0 0 0,0 0 16,0 25-16,0-25 0,0 0 0,-25 0 0,25 25 16,0-25-16,0 0 0,0 0 0,0 25 0,0-25 15,-25 24-15,25-24 0,0 0 0,0 25 0,0-25 0,0 25 16,0-25-16,0 0 0,0 25 0,0-25 0,25 25 15,-25-25-15,0 0 0,0 24 0,0-24 0,0 25 16,0-25-16,25 0 0,-25 25 0,0-25 0,0 0 0,0 25 16,25-25-16,-25 0 0,0 0 0,0 25 0,25-25 15,-25 0-15,0 0 0,0 0 0,24 25 0,-24-25 0,25 0 16,-25 0-16,0 0 0,25 0 0,-25 0 0,25 0 15,-25-25-15,0 25 0,25 0 0,-25 0 0,0 0 0,24-25 16,-24 25-16,0 0 0,25 0 0,-25-25 0,0 25 16,25 0-16,-25-25 0,0 25 0,0-25 0,0 25 15,0-24-15,25 24 0,-25-25 0,0 25 0,0-25 0,0 25 16,0-25-16,0 25 0,0-25 0,0 25 0,-25-24 15,25 24-15,0-25 0,0 25 0,0 0 0,0-25 16,0 25-16,0 0 0,0-25 0,-25 25 0,25 0 0,0-25 16,0 25-16,0 0 0,0 0 0,-25 0 0,25 0 15,0 0-15,0 0 0,-24-24 0,24 24 0,0 24 0,-25-24 16,25 0-16,0 0 0,0 0 0,-25 0 0,25 0 15,0 0-15,0 0 0,0 0 0,0-24 0,0 24 0,0 0 16,25 0-16</inkml:trace>
  <inkml:trace contextRef="#ctx0" brushRef="#br1" timeOffset="80291.5924">12080 4415 0,'0'0'0,"0"0"0,0 0 0,0 0 0,0 0 0,0 0 0,0 25 0,0-25 0,0 0 0,0 0 0,0 0 0,0 0 0,0 0 0,0 25 0,0-25 0,0 0 0,0 0 16,0 0-16,0 0 0,0 25 0,0-25 0,0 0 0,0 0 0,0 0 0,0 24 0,0-24 0,25 0 0,-25 0 0,0 0 0,0 25 0,0-25 0,0 0 0,0 0 0,0 0 0,0 25 0,0-25 0,0 0 0,0 0 0,0 0 15,0 0-15,0 25 0,0-25 0,0 0 0,0 0 16,0 0-16,0 0 0,0 0 0,0 0 0,0 0 0,0 0 16,0 0-16,0 0 0,24 0 0,-24 0 0,0 0 15,0 0-15,0 0 0,25 0 0,-25 0 0,0 0 0,0 0 16,25 0-16,-25 0 0,0 0 0,0 0 0,25 0 15,-25-25-15,0 25 0,0 0 0,25 0 0,-25 0 16,0 0-16,0 0 0,0 0 0,25 0 0,-25 0 0,0 0 16,0 0-16,0 0 0,0 0 0,0 0 0,24 0 15,-24 0-15,0 25 0,0-25 0,0 0 0,0 0 0,0 0 16,25 0-16,-25 25 0,0-25 0,0 0 0,0 0 15,0 0-15,25 24 0,-25-24 0,0 0 0,0 0 16,0 0-16,0 25 0,0-25 0,0 0 0,0 0 0,0 25 16,0-25-16,0 0 0,0 25 0,0-25 0,0 0 15,0 25-15,0-25 0,0 0 0,0 0 0,0 24 0,0-24 16,0 0-16,0 0 0,0 25 0,0-25 0,0 0 15,0 0-15,0 0 0,0 25 0,0-25 0,0 0 16,0 0-16,0 0 0,0 0 0,0 0 0,-25 0 0,25 0 16,0 0-16,0 0 0,0 0 0,0 0 0,0 0 15,-25 0-15,25 0 0,0 0 0,0 0 0,0 0 0,-24 0 16,24 0-16,0 0 0,0 0 0,-25 0 0,25 0 15,0 0-15,0 0 0,0 0 0,-25 0 0,25 0 0,0 0 16,0 0-16,-25 0 0,25 0 0,0 0 0,0-25 16,0 25-16,0 0 0,-25 0 0,25 0 0,0 0 15,0 0-15,0 0 0,0 0 0,0 0 0,0-25 0,0 25 16,0 0-16,0 0 0,0-24 0,0 24 0,0 0 15,25-25-15</inkml:trace>
  <inkml:trace contextRef="#ctx0" brushRef="#br1" timeOffset="80654.6132">12204 4415 0,'0'0'0,"0"0"0,0 0 0,0 0 16,0 0-16,0 0 0,0 0 0,0 0 0,-25 0 16,25 0-16,0 0 0,0 0 0,0 0 0,0 0 15,0 0-15,0 0 0,0 0 0,0 0 0,0 0 0,0 0 16,0 0-16,0 0 0,0 0 0,0 0 0,25 0 15,-25 0-15,0 0 0,0 0 0,0 0 0,0 0 0,0 0 16,0 0-16,0 0 0,0 0 0,0 0 0,0 0 16,0 0-16,25 0 0,-25 0 0,0 0 0,0 0 0,25 0 15,-25 0-15,0 0 0,24 0 0,-24 0 0,25 0 16,-25 0-16,25 0 0,-25 0 0,25 0 0,-25 0 15,25 0-15,-25 0 0,24-25 0,-24 25 0,25 0 0,-25 0 16,25 0-16,-25 0 0,25 0 0,-25 0 0,25 0 16,-25-24-16,0 24 0,24 0 0,-24 0 0,0 0 15,25 0-15,-25 0 0,0 0 0</inkml:trace>
  <inkml:trace contextRef="#ctx0" brushRef="#br1" timeOffset="82567.7226">12626 2282 0,'0'0'0,"0"0"0,0 0 0,0 0 0,0 0 15,0 0-15,0 0 0,0 0 0,0 0 0,0 0 16,0 0-16,0 0 0,0 0 0,0 0 0,0 0 0,0 0 15,0 0-15,0 0 0,0 0 0,0 0 0,0 0 16,0 0-16,0 0 0,0 0 0,0 0 0,0 0 16,0 0-16,0 0 0,0 0 0,0 0 0,0 0 0,0 0 15,0 0-15,0 0 0,0 0 0,0 0 0,0 0 0,0 0 16,0 0-16,0 0 0,0 0 0,0 0 0,0 0 15,0 0-15,0 0 0,0 0 0,0 0 0,0 0 0,0 0 16,0 25-16,0-25 0,0 0 0,0 0 0,0 0 16,0 0-16,0 0 0,0 0 0,0 0 0,0 0 0,0 0 15,0 0-15,0 0 0,0 0 0,0 0 0,0 0 16,0 0-16,0 0 0,0 0 0,24 0 0,-24 0 0,0 0 15,0 0-15,0 0 0,0 25 0,0-25 0,0 0 16,0 0-16,0 0 0,0 0 0,0 0 0,0 0 16,0 0-16,0 24 0,25-24 0,-25 0 0,0 0 0,0 0 15,0 0-15,0 0 0,25 0 0,-25 0 0,0 0 0,0 0 16,0 0-16,0 0 0,0 25 0,0-25 0,0 0 15,0 0-15,25 0 0,-25 0 0,0 0 0,0 0 0,0 0 16,0 25-16,0-25 0,25 0 0,-25 0 0,0 0 16,0 0-16,0 25 0,0-25 0,0 0 0,0 0 0,24 0 15,-24 25-15,0-25 0,0 0 0,0 0 0,0 24 16,25-24-16,-25 0 0,0 0 0,0 25 0,0-25 0,0 0 15,25 0-15,-25 0 0,0 25 0,0-25 0,25 0 16,-25 0-16,0 25 0,0-25 0,25 0 0,-25 25 16,0-25-16,0 0 0,0 24 0,0-24 0,24 0 0,-24 25 15,0-25-15,0 0 0,0 0 0,25 0 0,-25 0 0,0 25 16,0-25-16,0 0 0,0 0 0,25 0 0,-25 25 15,0-25-15,0 0 0,0 25 0,0-25 0,0 0 0,0 25 16,0-25-16,0 0 0,25 0 0,-25 24 16,0-24-16,0 0 0,0 25 0,0-25 0,0 0 0,0 25 15,0-25-15,0 0 0,0 25 0,0-25 0,25 0 0,-25 0 16,0 25-16,0-25 0,0 0 0,0 0 0,24 0 15,-24 24-15,0-24 0,0 0 0,0 25 0,0-25 0,0 0 16,25 25-16,-25-25 0,0 0 0,0 25 0,0-25 16,0 25-16,0-25 0,0 24 0,0-24 0,0 0 0,0 25 15,0-25-15,25 0 0,-25 25 0,0-25 0,0 25 16,0-25-16,0 25 0,25-25 0,-25 24 0,0-24 0,0 25 15,0-25-15,0 0 0,0 25 0,25-25 0,-25 0 16,0 25-16,-25-25 0,25 0 0,0 0 0,25 25 16,-25-25-16,0 0 0,0 0 0,0 24 0,0-24 0,0 0 15,0 25-15,0-25 0,0 0 0,0 25 0,0-25 16,0 25-16,0-25 0,0 0 0,0 25 0,0-25 15,24 0-15,-24 24 0,0-24 0,0 25 0,0-25 0,0 0 16,0 25-16,0-25 0,0 25 0,0-25 0,-24 0 16,24 25-16,0-25 0,0 24 0,0-24 0,0 25 15,0-25-15,0 0 0,0 25 0,0-25 0,0 0 0,0 25 16,0-25-16,0 0 0,0 25 0,0-25 0,0 0 15,0 24-15,24-24 0,-24 0 0,0 25 0,0-25 0,0 25 16,0-25-16,0 0 0,0 25 0,0-25 0,0 25 16,0-25-16,0 25 0,-24-25 0,24 24 0,0-24 0,0 25 15,0-25-15,0 25 0,0 0 0,0-25 0,0 25 16,0-25-16,0 24 0,0-24 0,0 0 0,0 25 15,0-25-15,0 25 0,0-25 0,0 0 0,0 25 0,0-25 16,0 0-16,0 25 0,0-25 0,0 24 0,0-24 16,0 25-16,0-25 0,0 25 0,0-25 0,0 25 0,0-25 15,0 25-15,0-25 0,0 24 0,0-24 0,0 25 16,0 0-16,-25-25 0,25 25 0,0-25 0,0 25 0,0-25 15,0 24-15,0-24 0,0 25 0,0-25 0,-25 25 16,25-25-16,0 25 0,0-25 0,0 0 0,0 25 16,0-25-16,0 24 0,0-24 0,0 0 0,-25 25 0,25-25 15,0 25-15,0-25 0,0 25 0,0-25 0,0 25 0,-25-25 16,25 0-16,0 24 0,0-24 0,0 25 15,0-25-15,0 25 0,0-25 0,-24 25 0,24-25 0,0 25 16,0-25-16,0 0 0,0 24 0,-25-24 0,25 25 0,0-25 16,0 25-16,0-25 0,0 0 0,0 25 0,-25-25 15,25 0-15,0 0 0,0 25 0,0-25 0,0 0 16,0 0-16,0 0 0,0 24 0,-25-24 0,25 0 0,0 0 15,0 0-15,0 0 0,0 0 0,0 0 0,0 25 16,0-25-16,0 0 0,0 0 0,0 0 0,0 0 16,0 0-16,0 0 0,0 0 0,0 0 0,0 0 0,-25 0 15,25 0-15,0 0 0,0 0 0,0 0 0,0 0 0,0 0 16,-24 0-16,24 0 0,0 0 0,0 0 0,0 0 15,0 25-15,0-25 0,-25 0 0,25 0 0,0 0 16,0 0-16</inkml:trace>
  <inkml:trace contextRef="#ctx0" brushRef="#br1" timeOffset="84529.8349">8558 2555 0,'0'0'0,"0"0"0,0 0 0,0 0 0,0 0 0,0 0 0,0 0 0,0 0 16,0 0-16,0 0 0,0 0 0,0 0 0,0 0 15,0-25-15,0 25 0,0 0 0,0 0 0,0 0 0,0 0 16,0 0-16,0 0 0,0 0 0,0 0 0,0 0 15,-25 0-15,25 0 0,0 0 0,0 0 0,0 0 0,0 0 16,0-25-16,0 25 0,0 0 0,0 0 0,0 0 16,25 0-16,-25 0 0,0 0 0,0 25 0,0-25 0,0 0 15,0 0-15,0 0 0,0 0 0,0 0 0,0 0 16,0 0-16,-25 0 0,25 0 0,0 0 0,0 0 0,0 0 15,0 0-15,0 0 0,0 0 0,0 0 0,0 0 0,0 0 16,0 0-16,0 0 0,0 0 0,0 25 0,0-25 16,0 0-16,0 0 0,0 0 0,0 0 0,-25 0 15,25 0-15,0 0 0,0 25 0,0-25 0,0 0 0,0 0 16,0 0-16,0 0 0,0 0 0,0 24 0,0-24 15,-25 0-15,25 0 0,0 0 0,0 0 0,0 25 0,0-25 16,0 0-16,0 0 0,0 0 0,0 25 0,0-25 16,0 0-16,0 0 0,-25 0 0,25 25 0,0-25 0,0 0 15,0 0-15,0 25 0,0-25 0,0 0 0,0 0 0,0 25 16,0-25-16,0 0 0,0 0 0,0 0 0,0 24 15,0-24-15,0 0 0,0 0 0,0 25 0,0-25 16,0 0-16,0 25 0,0-25 0,0 0 0,0 25 0,0-25 16,0 0-16,0 0 0,0 25 0,0-25 0,0 0 15,0 24-15,0-24 0,0 0 0,0 0 0,0 0 0,0 25 16,0-25-16,0 0 0,0 0 0,0 0 0,0 25 15,0-25-15,0 0 0,0 25 0,0-25 0,0 0 0,0 0 16,0 25-16,0 24 109,0-49-109,0 0 0,0 25 0,0-25 0,0 0 0,0 25 0,-24-25 0,24 0 0,0 25 0,0-25 0,0 0 0,0 24 16,0-24-16,0 0 0,0 25 0,24-25 0,-24 25 0,0-25 0,0 0 0,0 25 0,0-25 0,0 25 0,0-25 0,0 0 0,0 24 0,0-24 0,0 0 0,0 25 0,0-25 0,0 25 0,0-25 0,0 0 0,25 25 0,-25-25 0,0 25 0,0-25 0,0 0 0,0 24 0,0-24 15,0 25-15,0-25 0,0 0 0,0 25 0,0-25 0,0 0 16,0 25-16,25-25 0,-25 25 0,0-25 0,0 0 16,0 24-16,0-24 0,0 25 0,0-25 0,0 0 15,0 25-15,0-25 0,0 25 0,0-25 0,0 25 0,0-25 16,0 24-16,0-24 0,0 0 0,0 25 0,0-25 15,0 25-15,0-25 0,0 25 0,0-25 0,0 0 0,0 25 16,0-25-16,0 25 0,0-25 0,25 0 0,-25 24 16,0-24-16,0 25 0,0-25 0,0 25 0,0-25 0,0 0 15,0 25-15,0-25 0,0 25 0,0-25 0,0 24 16,0-24-16,0 25 0,0-25 0,0 25 0,0-25 15,25 25-15,-25-25 0,0 25 0,0-25 0,0 24 16,0-24-16,0 25 31,0-25-31,0 25 0,0-25 0,0 0 0,0 25 0,24-25 0,-24 0 0,0 25 0,0-25 0,0 24 16,0-24-16,0 0 0,0 25 0,0-25 0,25 0 0,-25 25 0,0-25 0,0 25 0,0-25 0,0 0 15,0 25-15,0-25 0,0 24 0,0-24 0,0 0 0,25 25 16,-25-25-16,0 0 0,0 25 0,0-25 0,0 25 16,0-25-16,0 0 0,0 25 0,0-25 0,0 24 15,0-24-15,25 0 0,-25 25 0,0-25 0,0 25 0,0-25 16,0 0-16,0 25 0,0-25 0,0 0 0,0 25 15,0-25-15,0 24 0,25-24 0,-25 0 0,0 25 0,0-25 16,0 0-16,0 25 0,0-25 0,0 25 0,0-25 16,0 25-16,24-25 0,-24 24 0,0-24 0,0 0 0,0 25 15,0-25-15,0 25 0,0-25 0,0 0 0,0 25 16,0-25-16,0 25 0,0-25 0,0 24 0,0-24 15,0 0-15,0 25 0,0-25 0,0 0 0,0 0 0,0 0 16,0 0-16,0 0 0,0 0 0,0 0 0,0 0 16,0 0-16,0 0 0,0 0 0,0 0 0,0 0 0,0 0 15,0 0-15,0 0 0,0 0 0,0 0 0,0 0 16,0 0-16,0-25 0,0 25 0,-24 0 0,24 0 15,0 0-15,0-24 0,0 24 0,0 0 0,0 0 0,0 0 16,0-25-16,0 25 0,0 0 0,0 0 0,0 0 16</inkml:trace>
  <inkml:trace contextRef="#ctx0" brushRef="#br1" timeOffset="85298.8788">14263 3522 0,'-25'0'0,"25"0"15,0 0-15,0 0 0,0 0 0,-25 0 0,25 0 16,0 0-16,0 0 0,0 0 0,0 0 0,0 0 15,0 0-15,0 0 0,0 0 0,0 0 0,0 0 0,0 0 16,0 0-16,0 0 0,0 0 0,0 0 0,0 0 16,0-25-16,25 25 0,-25 0 0,0 0 0,0 0 15,0 25-15,25-25 0,-25 0 0,0 0 0,0 0 0,24 0 16,-24 0-16,0 0 0,25 0 0,-25 0 0,0 0 15,25 0-15,-25 0 0,0 0 0,25 0 0,-25 0 0,25 0 16,-25 0-16,25 0 0,-25 0 0,24 0 0,-24 0 16,25 0-16,-25 0 0,0 0 0,25 0 0,-25 0 0,0 0 15,0 0-15,25 0 0,-25 0 0,0 0 0,0 0 16,0 0-16,0 0 0,0 0 0,0 0 0,0 0 15,0 0-15,0 25 0,0-25 0,0 0 0,0 0 0,-25 0 16,25 0-16</inkml:trace>
  <inkml:trace contextRef="#ctx0" brushRef="#br1" timeOffset="85606.8965">14337 3621 0,'0'0'0,"0"0"0,-25 0 0,25 0 0,0 0 0,0 0 15,0 25-15,-25-25 0,25 0 0,0 0 0,0 0 16,0 0-16,0 0 0,0 0 0,0 0 0,0 0 15,0 0-15,0 0 0,0-25 125,100 25-125,-100 0 0,25 0 31,99-24-31,-124 24 0,0 0 0,24 0 0,-24 0 0,0 0 0,0 0 0,0-25 16,0 25-16,0 0 0</inkml:trace>
  <inkml:trace contextRef="#ctx0" brushRef="#br1" timeOffset="85985.9181">14412 3324 0,'0'0'0,"0"0"0,0 0 16,0 0-16,0 0 0,0 0 0,0 0 0,0 0 16,0 0-16,0 0 0,0 0 0,0 0 0,0 0 0,0 0 15,0 0-15,0 0 0,0 0 0,0 0 0,0 0 16,0-25-16,24 25 0,-24 0 0,0 0 0,0 0 0,0 0 15,0 0-15,25 0 0,-25 0 0,0 0 0,0 0 16,25 0-16,-25 25 0,0-25 0,0 0 0,0 0 0,25 0 16,-25 0-16,0 0 0,25 25 0,-25-25 0,0 0 15,24 0-15,-24 0 0,0 0 0,25 0 0,-25 0 16,0 24-16,25-24 0,-25 0 0,0 0 0,25 0 0,-25 0 15,0 25-15,25-25 0,-25 0 0,0 0 0,0 0 16,24 25-16,-24-25 0,0 0 0,0 0 0,0 0 16,25 25-16,-25-25 0,0 0 0,0 0 0,0 25 0,0-25 15,0 0-15,0 0 0,0 24 0,0-24 0,25 0 16,-25 0-16,0 0 0,0 25 0,0-25 0,0 0 0,0 0 15,-25 25-15,25-25 0,0 0 0,0 25 0,-25-25 16,25 0-16,0 0 0,-24 25 0,24-25 0,0 0 0,-25 24 16,25-24-16,-25 0 0,25 0 0,-25 25 0,25-25 15,0 0-15,0 0 0,-25 25 0,25-25 0,0 0 16,0 0-16,0 0 0,0 0 0,0 0 0,0 0 0,0 0 15,0 0-15</inkml:trace>
  <inkml:trace contextRef="#ctx0" brushRef="#br1" timeOffset="87064.9799">15949 3125 0,'0'-24'0,"0"24"0,0 0 0,0 0 0,0 0 16,0 0-16,0 0 0,0 0 0,0 0 0,0 0 15,0 0-15,0 0 0,0 0 0,0 0 0,0 0 0,0 0 16,0 0-16,0 0 0,0 0 0,0 0 0,0 0 16,0 0-16,0 0 0,0 0 0,0 0 0,0 0 15,0 0-15,0 0 0,0 0 0,0 0 0,0 0 0,0 0 16,-24 24-16,24-24 0,0 0 0,0 25 0,-25-25 15,25 25-15,0-25 0,0 0 0,-25 25 0,25-25 0,0 25 16,-25-25-16,25 24 0,0-24 0,0 25 0,-25-25 16,25 0-16,0 25 0,-24-25 0,24 25 0,0-25 0,0 25 15,0-25-15,-25 0 0,25 24 0,0-24 0,0 25 16,0-25-16,0 0 0,-25 0 0,25 25 0,0-25 15,0 0-15,0 0 0,0 25 0,-25-25 0,25 0 0,0 0 16,0 25-16,0-25 0,0 0 0,0 0 0,0 0 16,0 0-16,0 0 0,0 0 0,0 0 0,0 24 0,0-24 15,0 0-15,0 0 0,0 0 0,0 0 0,0 0 16,0 0-16,0 0 0,0 0 0,0 0 0,0 0 15,0 0-15,0-24 0,0 24 0,0 0 0,25 0 0,-25 0 16,0 0-16,0 0 0,0-25 0,0 25 0,0 0 16,25-25-16,-25 25 0,0 0 0,0-25 0,0 25 0,25-25 15,-25 25-15,0-24 0,0 24 0,24-25 0,-24 25 16,0-25-16,25 25 0</inkml:trace>
  <inkml:trace contextRef="#ctx0" brushRef="#br1" timeOffset="87438.0012">15900 3175 0,'0'0'0,"0"0"0,25 0 0,-25-25 0,0 25 15,0 0-15,0 0 0,0-25 0,0 25 0,24 0 16,-24 0-16,0 0 0,0 0 0,0 0 0,0-24 0,25 24 15,-25 0-15,0 0 0,0 0 0,0 0 0,0 0 16,0 0-16,25 0 0,-25 0 0,0 0 0,0 0 16,0 0-16,0 0 0,0 24 0,0-24 0,25 0 0,-25 0 15,0 25-15,0-25 0,0 0 0,0 0 0,0 25 16,0-25-16,0 0 0,0 25 0,0-25 0,0 0 15,25 25-15,-25-25 0,0 0 0,0 24 0,0-24 0,0 25 16,0-25-16,24 0 0,-24 25 0,0-25 0,0 25 16,0-25-16,0 25 156,50 74-156,-50-99 0,0 0 0,0 0 0,0 0 0,0 0 0,0 0 0,0 0 0,0 25 0,0-25 0,0 0 0,0 0 0,0 0 0,0 0 0,0 0 0,0 0 0,0 0 0,0 0 0,0 0 0,-25 0 0,25 0 0,0 0 15,0 0-15,0 0 0,0 0 0,0 0 0,-25 0 0,25-25 0,0 25 0,0 0 0,0 0 0,0 0 0,-24 0 0</inkml:trace>
  <inkml:trace contextRef="#ctx0" brushRef="#br1" timeOffset="87664.0141">15825 3373 0,'0'0'0,"-24"0"0,24 0 16,0 0-16,0-24 0,0 24 0,0 0 0,0 0 0,0 0 15,0 0-15,0 0 0,0 0 0,0 0 0,0 0 16,0 0-16,0 0 0,0 0 0,24 0 0,-24-25 0,0 25 16,0 0-16,25 0 0,-25 0 0,0 0 0,25 0 15,-25 0-15,0 0 0,25 0 0,-25-25 0,0 25 16,25 0-16,-25 0 0,0 0 0,24 0 0,-24 0 0,25 0 15,-25 0-15,25 0 0,0 0 0,-25 0 0,25 0 16,-25 0-16,24 0 0,-24 0 0,25 0 0,-25 0 0,25 0 16,-25 0-16,25 0 0,-25 0 0,25 0 0</inkml:trace>
  <inkml:trace contextRef="#ctx0" brushRef="#br1" timeOffset="88096.0388">16619 3324 0,'0'0'0,"0"0"0,0 0 0,0 0 15,0 0-15,0 0 0,0 0 0,0 0 0,0 0 0,0 0 16,0 0-16,0 0 0,0 0 0,0 0 0,0 0 15,0 0-15,0 0 0,0 0 0,25 0 0,-25 0 0,0 0 16,0 0-16,25 0 0,-25 0 0,25 0 0,-25 0 16,0 0-16,24 0 0,-24 0 0,25 0 0,-25 0 15,25 0-15,-25 0 0,25-25 0,-25 25 0,25 0 0,-1 0 16,-24 0-16,25 0 0,0 0 0,-25 0 0,25 0 15,0 0-15,-1 0 0,-24 0 0</inkml:trace>
  <inkml:trace contextRef="#ctx0" brushRef="#br1" timeOffset="88765.0771">17636 3051 0,'0'0'0,"0"0"16,0 0-16,0 0 0,0 0 0,0-25 0,0 25 0,0 0 15,0 0-15,0 0 0,0 0 0,0 0 0,0 0 16,0 0-16,0 0 0,0 0 0,0 0 0,0 0 15,0 0-15,0 0 0,0 0 0,0 0 0,0 0 0,0 0 16,0 0-16,0 0 0,0 25 0,-25-25 0,25 0 16,0 25-16,0-25 0,-24 0 0,24 25 0,-25-25 0,25 24 15,0-24-15,-25 25 0,25-25 0,-25 25 0,25 0 16,0-25-16,-25 25 0,25-1 0,0-24 0,-25 25 0,25 0 15,0-25-15,-24 25 0,24-25 0,0 25 0,0-25 16,-25 0-16,25 24 0,0-24 0,0 0 0,0 25 16,-25-25-16,25 0 0,0 0 0,0 25 0,0-25 0,0 0 15,0 0-15,0 0 0,0 25 0,0-25 0,0 0 16,-25 0-16,25 0 0,0 0 0,0 0 0,0 0 15,0 0-15,0 0 0,0 0 0,0 0 0,0 0 0,0 0 16,0 0-16,25 0 0,-25 0 0,0 0 0,0 0 16,0 0-16,0 0 0,0 0 0,25-25 0,-25 25 0,0 0 15,0 0-15,25-25 0</inkml:trace>
  <inkml:trace contextRef="#ctx0" brushRef="#br1" timeOffset="89048.0933">17512 3249 0,'0'0'0,"0"0"0,0 0 0,0 0 15,0 0-15,0 0 0,0 0 0,0 0 0,0 0 16,0 0-16,0 0 0,0 0 0,0 0 0,0 0 0,0 0 15,0 0-15,0 0 0,0 0 0,0 0 0,0 0 16,0 0-16,0 0 0,25 0 0,-25 0 0,0 0 16,0 0-16,0 0 0,0 25 0,0-25 0,25 0 0,-25 0 15,0 0-15,0 0 0,25 25 0,-25-25 0,0 0 16,0 0-16,24 25 0,-24-25 0,0 0 0,0 0 15,25 25-15,-25-25 0,0 0 0,0 24 0,25-24 0,-25 0 16,0 0-16,0 0 0,0 0 0,25 0 0,-25 25 16,0-25-16,0 0 0,0 0 31,25 0-31,-25 0 0,0 0 0,0 0 0,0 0 0,0 25 0,24-25 0,-24 0 15,0 0-15,0 0 0,25 0 0,-25 0 0,0 0 0,0 0 0,25 0 0,-25 0 0,25-25 0,-25 25 0,25 0 16,-25 0-16,0 0 0,24 0 0</inkml:trace>
  <inkml:trace contextRef="#ctx0" brushRef="#br1" timeOffset="89474.1177">18107 3051 0,'0'0'0,"0"0"16,0 0-16,0 0 0,0 0 0,0 0 0,0 0 0,0 0 15,0 0-15,0 0 0,0 0 0,0 0 0,0 25 16,0-25-16,25 0 0,-25 0 0,0 0 0,0 0 0,0 0 16,0 0-16,0 0 0,0 0 0,0 25 0,0-25 15,0 0-15,0 24 0,0-24 0,0 25 0,0-25 0,0 25 16,0-25-16,0 25 0,0-25 0,0 25 0,0-25 15,0 0-15,0 24 0,0-24 0,0 25 0,0-25 16,0 0-16,0 25 0,0-25 0,0 25 0,0-25 0,0 25 16,0-25-16,0 0 0,0 24 0,0-24 0,0 0 15,0 25-15,0-25 0,0 0 0,0 0 0,0 0 16,0 25-16,0-25 0,0 0 0,0 0 0,0 0 0,0 0 15,0 0-15,0 0 0,0 0 0,0 0 0,0 0 16,0 0-16,-25-25 0,25 25 0,0 0 0,0 0 0,0 0 16,0 0-16,0-25 0,0 25 0,0 0 0,0 0 15,0-24-15,0 24 0,0 0 0,0 0 0,0 0 0</inkml:trace>
  <inkml:trace contextRef="#ctx0" brushRef="#br1" timeOffset="89846.1389">17959 2977 0,'0'-25'16,"0"25"-16,0 0 0,0 0 0,0 0 0,0 0 15,24 0-15,-24 0 0,0 0 0,0 0 0,25 0 0,-25 0 16,0 0-16,0 0 0,25 0 0,-25 0 0,0 0 15,25 0-15,-25 0 0,25 0 0,-25 0 0,24 0 16,-24 0-16,25 0 0,-25 0 0,25 0 0,-25 0 0,25 0 16,-25 0-16</inkml:trace>
  <inkml:trace contextRef="#ctx0" brushRef="#br1" timeOffset="90108.1539">18008 3522 0,'0'0'0,"0"0"0,0 0 0,0 0 16,0 0-16,0 0 0,0 0 0,0 0 0,0 0 0,0 0 15,0 0-15,0 0 0,0 0 0,0 0 0,0 0 16,0 0-16,0 0 0,0 0 0,0 0 0,0 0 16,0 0-16,0 0 0,0 0 0,0 0 0,0 25 0,0-25 15,0-25-15,0 25 0,0 0 0,25 0 0,-25 0 16,0 0-16,0 0 0,25 0 0,-25 0 0,0 0 0,25 0 15,-25 0-15,0 0 0,24 0 0,-24 0 0,25 0 16,-25-25-16,25 25 0,-25 0 0,25 0 0,-25 0 16,25 0-16,-25 0 0,24-24 0,-24 24 0,25 0 0,-25 0 15,25 0-15,0 0 0,-25 0 0,25-25 0,-25 25 16,24 0-16,1 0 0,-25 0 0</inkml:trace>
  <inkml:trace contextRef="#ctx0" brushRef="#br1" timeOffset="90669.186">18728 3225 0,'0'0'0,"0"0"16,0 0-16,0 0 0,-25 0 0,25 0 0,0 0 0,0 0 16,0 0-16,0 0 0,0 0 0,25 0 0,-25 0 0,0 0 15,0 0-15,0-25 0,0 25 0,24 0 0,-24 0 16,25 0-16,-25 0 0,0 0 0,25 0 0,-25 0 15,25 0-15,-25 0 78,99 0 0</inkml:trace>
  <inkml:trace contextRef="#ctx0" brushRef="#br1" timeOffset="90761.1913">18752 3473 0,'0'0'0,"0"24"0,0-24 0,0 0 0,0 0 0,-24 0 0,24 0 0,0 25 0,0-25 0,24 0 0,-24 0 16,0 0-16,0 0 0,0-25 0,25 25 0,-25 0 0,25 0 15,-25 0-15,25 0 0,0-24 0,-25 24 0,24 0 16,1 0-16,0 0 0,-25 0 0,25 0 0,0-25 0,-1 25 15,1 0-15,0 0 0,0 0 0,-25 0 0,25 0 16,-1 0-16,1 0 0</inkml:trace>
  <inkml:trace contextRef="#ctx0" brushRef="#br1" timeOffset="92768.3061">20489 2257 0,'0'0'0,"0"0"0,0 0 0,0 0 15,0 0-15,0 0 0,0 0 0,0 0 0,0 0 16,0 0-16,0 0 0,0 0 0,0 0 0,0 0 0,0 0 16,0 0-16,0 0 0,0 0 0,0 0 0,0 0 0,0 0 15,-25 0-15,25 25 0,0-25 0,0 0 0,0 0 16,0 0-16,0 0 0,0 0 0,0 0 0,0 0 0,-25 0 15,25 0-15,0 25 0,0-25 0,0 0 0,0 0 16,0 0 62,0 0-78,-25 0 0,25 0 0,0 0 0,0 0 0,0 0 0,0 0 0,0 0 0,0 0 0,-25 0 0,25 0 0,0 25 0,0-25 0,0 0 0,0 0 0,0 24 0,0-24 0,-24 0 0,24 0 0,0 25 0,0-25 0,0 0 0,0 25 0,0-25 0,-25 0 16,25 25-16,0-25 0,0 0 0,0 0 0,0 25 0,0-25 0,0 0 0,-25 24 0,25-24 0,0 0 0,0 0 0,0 25 0,0-25 15,0 25-15,0-25 0,0 0 0,-25 25 0,25-25 16,0 0-16,0 25 0,0-25 0,0 24 0,0-24 0,0 0 15,-25 25-15,25-25 0,0 25 0,0-25 0,0 25 16,0 0-16,0-25 0,0 25 0,0-25 0,0 24 0,-24-24 16,24 25-16,0-25 0,0 25 0,0-25 0,0 25 15,0-25-15,0 25 0,0-25 0,0 24 0,0-24 16,0 25-16,0-25 0,0 25 0,0-25 0,0 25 0,-25-25 15,25 25-15,0-25 0,0 24 0,0-24 0,0 25 16,0-25-16,0 25 0,0 0 0,0-25 0,0 25 16,0-25-16,0 24 0,-25-24 0,25 25 0,0-25 0,0 25 15,0-25-15,0 25 0,0-25 0,0 25 0,0-25 16,0 24-16,0-24 0,0 25 0,0-25 0,0 25 0,0-25 15,0 25-15,0-25 0,0 25 0,0-1 0,0-24 16,0 25-16,0-25 0,0 25 0,0-25 0,0 25 0,0-25 16,0 25-16,0-25 0,0 24 0,0-24 0,0 0 15,0 25-15,0-25 0,0 25 0,0-25 0,0 25 16,0-25-16,25 25 0,-25-25 0,0 24 0,0-24 0,0 25 15,0-25-15,0 0 0,0 25 0,0-25 0,0 25 16,0-25-16,0 25 0,25 0 0,-25-25 0,0 24 16,0-24-16,0 25 0,0 0 0,0-25 0,0 25 0,0 0 15,0-25-15,0 24 0,0 1 0,0-25 0,0 25 0,24-25 16,-24 25-16,0 0 0,0-25 0,0 24 0,0 1 15,0-25-15,0 25 0,0-25 0,0 25 0,25 0 16,-25-25-16,0 24 0,0-24 0,0 25 0,0 0 0,25-25 16,-25 25-16,0-25 0,0 25 0,25-1 0,-25-24 0,0 25 15,0-25-15,0 25 0,25-25 0,-25 25 16,0-25-16,0 25 0,0-25 0,24 0 0,-24 24 0,0-24 15,0 0-15,0 25 0,0-25 0,0 0 0,0 0 16,0 0-16,0 25 0,0-25 0,25 0 0,-25 0 0,0 0 16,0 0-16,0 0 0,0 0 0,-25 0 0,25-25 15,0 25-15,0 0 0,0 0 0,0-25 0,0 25 16,0 0-16,0-24 0,0 24 0,0 0 0,0-25 0,0 25 15</inkml:trace>
  <inkml:trace contextRef="#ctx0" brushRef="#br1" timeOffset="93982.3755">20737 2431 0,'0'0'0,"0"0"0,0 0 0,0 0 0,0 0 0,0 0 0,0 0 0,0 0 0,0 0 0,0-25 0,0 25 0,0 0 0,0 0 0,0 0 0,0 0 0,0 0 0,0 0 0,0 0 0,0 0 0,0 0 15,0 0-15,0 0 0,0 0 0,0 0 0,0 0 0,0 0 0,0 0 0,0 0 0,0 0 0,0 0 16,0 0-16,0 0 0,0 0 0,0 0 0,0 0 0,0 0 16,0 0-16,0-25 0,0 25 0,0 0 0,0 0 15,0 0-15,0 0 0,0 0 0,0 0 0,0 0 0,0 0 16,0 0-16,0 0 0,0 0 0,0 0 0,0 0 15,0 0-15,0 0 0,0 0 0,0-25 0,0 25 0,0 0 16,25 0-16,-25 0 0,0 0 0,0 0 0,0 0 16,24 0-16,-24 0 0,0 0 0,0 0 0,25 0 0,-25 0 15,0 0-15,0 0 0,0 0 0,25 0 0,-25 0 16,0 0-16,0 25 0,0-25 0,0 0 0,0 0 0,0 25 15,0-25-15,0 25 0,0-25 0,0 0 0,0 25 16,-25-25-16,25 0 0,0 24 0,0-24 0,0 0 0,-25 0 16,25 25-16,0-25 0,0 0 0,-24 25 0,24-25 15,0 0-15,0 25 0,-25-25 0,25 0 0,0 25 0,0-25 16,0 0-16,0 0 0,-25 0 0,25 0 0,0 24 15,0-24-15,0 0 0,0 0 0,0 0 0,0 0 16,0 0-16,0 0 0,0 0 0,25 0 0,-25 0 0,0 0 16,0 0-16,0 0 0,25 0 0,-25 0 0,0 0 46,0-24-46,24 24 0,-24 0 0,0 0 0,25 0 0,-25 0 0,0 0 0,0 0 0,25 0 0,-25 24 0,0-24 0,0 0 0,25 0 0,-25 0 0,0 0 0,0 0 16,0 25-16,0-25 0,0 0 0,0 0 0,0 0 0,0 0 0,0 25 16,0-25-16,0 0 0,0 0 0,0 25 0,0-25 15,0 0-15,0 25 0,0-25 0,0 0 0,-25 25 0,25-25 16,0 0-16,0 24 0,0-24 0,0 0 0,-25 0 0,25 0 15,0 0-15,0 0 0,0 25 0,-25-25 0,25 0 16,0 0-16,0 0 0,-24 0 0,24 25 0,0-25 16,0 0-16,0 0 0,-25 0 0,25 0 0,0 0 15,0 0-15,0 0 0,0 0 0,-25 0 0,25 0 0,0-25 16,0 25-16,0 0 0,0 0 0,0 0 0,0 0 0,0 0 15,0 0-15,0 0 0,0-25 0,0 25 0,0 0 16,25 0-16,-25 0 0,0 0 0,0 0 0,25 0 0,-25-24 16,0 24-16,24 0 0,-24 0 0,25 0 0</inkml:trace>
  <inkml:trace contextRef="#ctx0" brushRef="#br1" timeOffset="94516.4061">21630 2604 0,'0'0'0,"0"0"0,0 0 0,0 0 0,0 0 0,0 0 0,0 0 0,0 0 0,0 0 0,0 0 0,0 0 0,0 0 16,24 0-16,-24 0 0,0 0 0,0 0 0,0 0 0,25 0 0,-25 0 0,0 0 0,25 0 0,-25 0 0,0 0 0,25 0 0,-25 0 0,0 0 0,25 0 0,-25 0 0,0 0 0,25 0 0,-25 0 0,0 0 0,24-24 0,-24 24 0,0 0 0,25 0 0,-25 0 0,0 0 0,25 0 0,-25 0 16</inkml:trace>
  <inkml:trace contextRef="#ctx0" brushRef="#br1" timeOffset="94992.4333">21977 2480 0,'0'0'0,"0"0"16,0 0-16,0 0 0,0 0 0,0 0 0,0-24 15,0 24-15,0 0 0,0 0 0,0 0 0,0 0 0,0 0 16,0 0-16,25 0 0,-25 0 0,0 0 0,0 0 0,0 0 15,25 0-15,-25-25 0,0 25 0,24 0 0,-24 0 16,0 0-16,25 0 0,-25 0 0,0 0 0,25 0 0,-25 0 16,0 0-16,0 0 0,0 0 0,25 25 0,-25-25 15,0 0-15,0 0 0,0 0 0,0 0 0,0 24 16,0-24-16,0 0 0,-25 25 0,25-25 0,0 0 0,0 0 15,0 25-15,0-25 0,0 0 0,-25 25 0,25-25 0,0 0 16,0 25-16,-25-25 0,25 0 0,0 24 16,-24-24-16,24 0 0,0 25 0,0-25 0,0 0 0,-25 25 15,25-25-15,0 0 0,0 25 0,-25-25 0,25 25 16,0-25-16,0 0 0,0 25 0,0-25 0,0 0 0,0 0 0,0 24 15,0-24-15,0 0 0,0 0 0,0 0 0,0 0 16,25 0-16,-25 0 0,0 0 0,0 0 0,0 0 0,25 0 16,-25 0-16,0 0 0,24 0 0,-24 0 0,0 0 15,25 0-15,-25 0 0,0 0 0,25 0 0,-25 0 0,25-24 16,-25 24-16,25 0 0,-25 0 0,24 0 0,-24 0 15,25 0-15,-25 0 0,25 0 0,-25 0 0,25 0 16,-25 0-16,25 0 0,-1-25 0,-24 25 0,25 0 0,0 0 16,-25 0-16,25 0 0,0 0 0</inkml:trace>
  <inkml:trace contextRef="#ctx0" brushRef="#br1" timeOffset="95891.4847">22994 2381 0,'0'0'0,"-25"0"0,25 0 0,0 0 0,0 0 0,0 0 0,0 0 0,0 25 0,0-25 0,0 0 0,0 0 0,-25 0 0,25 25 0,0-25 0,0 0 0,0 0 0,0 25 0,0-25 0,0 0 0,0 24 0,0-24 0,0 0 0,0 25 0,0-25 0,0 0 0,0 25 0,0-25 0,0 0 0,0 25 0,0-25 0,0 25 0,0-25 0,0 0 16,25 24-16,-25-24 0,0 0 0,0 25 0,0-25 0,25 25 0,-25-25 0,0 25 0,25-25 0,-25 0 15,0 25-15,25-25 0,-25 0 0,0 0 0,24 25 16,-24-25-16,0 0 0,25 0 0,-25 0 0,25 0 0,-25 0 15,0 0-15,25-25 0,-25 25 0,0 0 0,25 0 0,-25 0 16,24 0-16,-24 0 0,0-25 0,25 25 0,-25 0 16,0 0-16,0 0 0,25-25 0,-25 25 0,0-25 15,0 25-15,25 0 0,-25-25 0,0 25 0,0-24 0,0 24 16,0-25-16,0 0 0,0 25 0,0-25 0,0 25 0,0-25 15,0 25-15,0-24 0,0 24 0,-25-25 0,25 25 16,0 0-16,0-25 0,-25 25 0,25 0 0,0-25 16,-25 25-16,25 0 0,0 0 0,-24 0 109,-51-25-109,50 25 0,25 0 0,0 0 15,-24 0-15,24 0 0,0 0 0,0 0 0,-25 0 0,25 0 0,0-24 0,0 24 0,-25 0 0,25 0 0</inkml:trace>
  <inkml:trace contextRef="#ctx0" brushRef="#br1" timeOffset="96929.5441">20538 3621 0,'0'0'16,"0"0"-16,0 0 0,0 0 0,0 0 0,0 0 0,0 0 0,0 0 0,0 0 0,0 25 0,0-25 0,0 0 0,0 0 0,0 0 0,25 0 0,-25 0 0,0 0 0,0 0 0,0 0 0,0 0 0,0 0 0,0 0 0,0 0 0,0 0 0,0 0 0,0 0 0,0 0 0,0 0 0,0 0 0,25 0 0,-25 0 15,0 0-15,0 0 0,0 0 0,0 0 0,0 0 16,25 0-16,-25 0 0,0 0 0,0 0 0,24 0 0,-24 0 16,0 0-16,25 0 0,-25 0 0,0 0 0,25 0 15,-25 0-15,25 0 0,-25 0 0,0 0 0,25 0 16,-25-25-16,0 25 0,0 0 0,0 0 0,25 0 0,-25 0 15,0 0-15,0 0 0,0 0 0,0 0 0,24 0 16,-24 0-16,0 0 0,0 0 0,0-24 0</inkml:trace>
  <inkml:trace contextRef="#ctx0" brushRef="#br1" timeOffset="97525.5782">20960 3473 0,'0'0'0,"-25"-25"0,25 25 0,0 0 16,0 0-16,0 0 0,0 0 0,0 0 0,0 0 0,0 0 16,0 0-16,0 0 0,25 0 0,-25 0 0,0 0 15,0 0-15,0 0 0,0 0 0,0-25 0,0 25 16,0 0-16,0 0 0,25 0 0,-25 0 0,0 0 0,0 0 15,0 0-15,0 0 0,0 25 0,25-25 0,-25 0 16,0 0-16,0 0 0,0 0 0,0 0 0,24 0 16,-24 0-16,0 0 0,0 25 0,0-25 0,0 0 0,0 0 15,25 24-15,-25-24 0,0 0 0,0 0 0,0 0 16,0 25-16,0-25 0,0 0 0,0 0 0,0 25 15,0-25-15,0 0 0,0 25 0,0-25 0,0 0 0,0 0 16,-25 25-16,25-25 0,0 0 0,0 24 0,0-24 0,-24 0 16,24 25-16,0-25 0,-25 25 0,25-25 0,0 0 15,0 25-15,-25-25 0,25 0 0,0 25 0,0-25 16,0 0-16,-25 0 0,25 25 0,0-25 0,0 0 0,0 0 15,0 0-15,0 24 0,0-24 0,0 0 0,0 0 16,0 0-16,0 0 0,0 0 0,0 0 0,0 0 0,0 25 16,0-25-16,0 0 0,0 0 0,0 0 0,0 0 15,0 0-15,0 0 0,25 0 0,-25 0 0,0 0 16,0 0-16,25 0 0,-25 0 0,0 0 0,25-25 15,-25 25-15,0 0 0,24 0 0,-24 0 0,25 0 0,-25 0 16,25 0-16,-25 0 0,0 0 0,25 0 0,-25 0 0,25 0 16,-25 0-16,0 0 0,24 0 0,-24 0 0,25 0 15,-25 0-15,0 0 0,25 0 0,-25 0 0,0-24 16,25 24-16,-25 0 0,0 0 0,25 0 0,-25 0 0</inkml:trace>
  <inkml:trace contextRef="#ctx0" brushRef="#br1" timeOffset="98632.6415">22151 3423 0,'0'0'0,"0"0"0,-25 0 0,25 0 16,0 0-16,0 25 0,0-25 0,0 0 0,0 0 0,0 0 16,0 0-16,-25 0 0,25 0 0,0 0 15,0 0-15,0 0 0,0 0 0,0 0 0,0 0 0,0 0 16,0 0-16,0 0 0,0 0 0,0-25 0,0 25 15,0 0-15,0 0 0,0 0 0,0 0 0,0 0 0,0 0 16,0 0-16,0 0 0,0 0 0,0 0 0,0 0 0,0 0 16,0-25-16,0 25 0,25 0 0,-25 0 0,0 0 15,0 0-15,0 0 0,0 0 0,0 0 0,0-25 0,25 25 16,-25 0-16,0 0 0,0 0 0,0 0 0,24 0 15,-24 0-15,0 0 0,0 0 0,0 0 0,25 0 16,-25 0-16,0 0 0,0 0 0,0 0 0,0 0 0,0 25 16,0-25-16,0 0 0,0 0 0,0 0 0,0 25 15,0-25-15,0 0 0,0 0 0,0 25 0,0-25 16,0 0-16,0 0 0,0 0 0,-25 25 0,25-25 0,0 0 15,0 0-15,-24 24 0,24-24 0,0 0 0,0 0 16,-25 25-16,25-25 0,0 0 0,0 25 0,0-25 0,-25 0 16,25 0-16,0 25 0,0-25 0,0 0 0,0 0 15,0 0-15,0 0 0,0 0 0,0 0 0,0 0 0,0 0 16,0 0-16,0 0 0,0 0 0,0 0 15,0 25-15,0-25 0,25 0 0,-25-25 0,0 25 0,0 0 16,25 0-16,-25 0 0,0 0 0,0 0 0,24 0 0,-24 0 16,0 0-16,25 0 0,-25 0 0,0 0 0,25 0 15,-25 0-15,0 25 0,0-25 0,25 0 0,-25 0 0,0 0 16,0 0-16,0 24 0,0-24 0,0 0 0,0 0 15,0 0-15,0 25 0,0-25 0,0 0 0,0 0 16,0 25-16,0-25 0,0 0 0,0 0 0,-25 25 0,25-25 16,0 0-16,0 25 0,-25-25 0,25 0 0,0 0 15,0 0-15,-25 25 0,25-25 0,0 0 0,0 0 16,-24 0-16,24 0 0,0 0 0,-25 0 0,25 24 0,0-24 15,-25 0-15,25 0 0,0 0 0,0 0 0,-25 0 16,25 0-16,0 0 0,0 0 0,0 0 0,0 0 0,0 0 16,0 0-16,0-24 0,0 24 0,0 0 0,0 0 15,0 0-15,0-25 0,0 25 0,0 0 0,0 0 0,0 0 16,0 0-16,25 0 0,-25-25 0,0 25 0,0 0 15,0 0-15,25 0 0,-25 0 0,0 0 0,0-25 0</inkml:trace>
  <inkml:trace contextRef="#ctx0" brushRef="#br1" timeOffset="99348.6824">23217 3373 0,'0'0'0,"0"0"15,0 0-15,0 0 0,-25 0 0,25 0 0,0-24 0,0 24 16,0 0-16,0 0 0,0 0 0,0 0 0,0 0 15,0 0-15,0 0 0,0 0 0,0 24 0,0-24 16,0 0-16,0 0 0,0 0 0,0 0 0,0 0 0,0 0 16,0 0-16,0 0 0,0 25 0,0-25 0,-24 0 15,24 0-15,0 0 0,0 25 0,0-25 0,0 0 0,0 0 16,-25 25-16,25-25 0,0 0 0,0 0 0,0 25 15,0-25-15,-25 0 0,25 24 0,0-24 0,0 0 16,0 25-16,0 0 0,0-25 0,0 25 0,0-25 0,0 25 16,0-25-16,0 24 0,0-24 0,0 25 0,0-25 15,0 25-15,25-25 0,-25 25 0,0-25 0,0 25 0,25-25 16,-25 25-16,0-25 0,24 0 0,-24 24 0,0-24 15,25 0-15,-25 0 0,0 0 0,25 0 0,-25 0 16,25 25-16,-25-50 0,0 25 0,25 0 0,-25 0 16,24 0-16,-24 0 0,25 0 0,-25 0 0,0-24 0,25 24 15,-25 0-15,0 0 0,0 0 0,25-25 0,-25 25 16,0 0-16,0-25 0,25 25 0,-25 0 0,0-25 0,0 25 15,0-25-15,0 0 0,0 25 0,0-24 0,0 24 0,0-25 16,0 0-16,0 25 0,0-25 0,0 25 0,0-25 16,0 25-16,0-24 0,0 24 0,0 0 0,-25 0 15,25-25-15,0 25 0,0 0 0,-25 0 0,25 0 0,-25-25 16,25 25-16,-25 0 0,1 0 0,24 0 0,-25-25 15,0 25-15,25 0 0,-25 0 0,0 0 0,25 0 16,-24 0-16,-1 0 0,0 0 0,25 0 0,-25 0 0</inkml:trace>
  <inkml:trace contextRef="#ctx0" brushRef="#br1" timeOffset="100458.7459">20985 4242 0,'0'0'0,"0"0"0,0 0 0,0 0 0,-25 0 0,25 0 16,0 0-16,0 0 0,0 0 0,0 0 15,-25 0-15,25 0 0,0 0 0,0 0 0,0 0 0,0 0 16,0 0-16,-25 0 0,25 24 0,0-24 0,0 0 0,0 0 16,0 0-16,-24 0 0,24-24 0,0 24 0,0 24 15,0-24-15,0 0 0,-25 0 0,25 0 0,0 0 16,0 0-16,0 0 0,-25 0 0,25 25 0,0-25 0,0 0 15,0 0-15,0 25 0,-25-25 0,25 0 0,0 0 16,0 25-16,0-25 0,0 0 0,0 25 0,0-25 0,0 0 16,0 24-16,0-24 0,0 0 0,0 25 0,0-25 15,0 25-15,0-25 0,0 0 0,0 25 0,0-25 0,0 25 16,0-25-16,0 0 0,0 24 0,25-24 0,-25 0 15,0 25-15,0-25 0,0 0 0,25 0 0,-25 0 16,0 0-16,0 25 0,25-25 0,-25 0 0,0 0 0,24 0 16,-24 0-16,25 0 0,-25 0 0,0-25 0,25 25 15,-25 0-15,0 0 0,25-25 0,-25 25 0,0 0 0,25-24 16,-25 24-16,0-25 0,24 25 0,-24 0 0,0-25 15,0 25-15,0-25 0,25 25 0,-25-25 0,0 25 16,0-24-16,0 24 0,0-25 0,0 25 0,0 0 0,0-25 16,-25 25-16,25-25 0,0 25 0,0-25 0,0 25 15,0 0-15,-24-24 0,24 24 0,0 0 0,0 0 0,0 0 16,-25-25-16,25 25 0,0 0 0,0 0 0,0 0 15,0 0-15,0 0 0,-25 0 0,25 0 0,0 0 16,0 0-16,0 0 0,0 25 0,-25-25 0,25 0 0,0 0 16,0 0-16,0 0 0,0 0 0,0 0 0,0 0 15</inkml:trace>
  <inkml:trace contextRef="#ctx0" brushRef="#br1" timeOffset="101299.794">22200 4341 0,'0'0'0,"0"0"0,0 0 0,0-25 0,0 25 0,0 0 15,0 0-15,0 0 0,0 0 0,0 0 0,0 0 16,0 0-16,0 0 0,0 0 0,0 0 0,0 0 15,0 0-15,0 0 0,-25 0 0,25 0 0,0 0 0,0 0 16,0 0-16,0 0 0,0 0 0,0 0 0,0 0 16,0 0-16,-24 0 0,24 0 0,0 0 0,0 25 15,0-25-15,0 0 0,0 0 0,0 0 0,-25 25 0,25-25 16,0 0-16,0 0 0,0 24 0,0-24 0,0 0 15,-25 0-15,25 25 0,0-25 0,0 0 0,0 25 0,0-25 16,0 0-16,0 25 0,0-25 0,0 0 0,25 25 16,-25-25-16,0 24 0,0-24 0,0 0 0,0 25 0,25-25 15,-25 0-15,0 25 0,0-25 0,24 0 0,-24 0 16,0 25-16,0-25 0,25 0 0,-25 0 47,0 0-47,25 0 0,-25 0 0,0 0 0,25 0 0,-25 0 0,25 0 0,-25 0 0,0 0 0,24 0 0,-24 0 0,0 0 0,25-25 0,-25 25 0,25 0 0,-25-25 0,0 25 0,25 0 15,-25-25-15,0 25 0,0-24 0,0 24 0,25-25 16,-25 25-16,0-25 0,0 25 0,0-25 0,0 25 15,0-25-15,0 1 0,-25 24 0,25-25 0,0 25 0,0-25 16,0 25-16,-25 0 0,25-25 0,0 25 0,0 0 16,-25 0-16,25-25 0,0 25 0,0 0 0,-25 0 0,25 0 15,0 0-15,-24 0 0,24 0 0,0 0 0,0 0 16,-25 0-16,25 0 0,0 0 0,0 0 0,0 0 15,-25 0-15,25 0 0,0 0 0,0 0 0,0 0 0,0 0 16,0 0-16,0 0 0,0 0 0,0 0 0,0 0 16</inkml:trace>
  <inkml:trace contextRef="#ctx0" brushRef="#br1" timeOffset="102293.8509">23192 4167 0,'0'0'0,"0"0"16,0 0-16,0-25 0,0 25 0,0 0 0,0 0 0,0 0 15,0 0-15,0 0 0,0 0 0,0 0 0,0 0 0,0 0 16,0 0-16,0 0 0,0 0 0,0-24 0,0 24 15,0 0-15,0 0 0,0 0 0,0 0 0,0 0 16,0 0-16,0 0 0,0 0 0,0 0 0,0 24 0,0-24 16,0 0-16,0 0 0,0 0 0,0 25 0,0-25 15,0 0-15,0 25 0,0-25 0,0 0 0,0 25 0,0-25 16,0 0-16,0 25 0,0-25 0,0 0 0,0 24 15,0-24-15,0 0 0,0 25 0,0-25 0,0 0 0,0 0 16,0 25-16,0-25 0,0 0 0,0 0 16,0 25-16,0-25 0,0 0 0,25 0 0,-25 0 0,0 0 15,0 0-15,0 0 0,0 0 0,0 0 0,0 0 0,0 0 16,0 0-16,0 0 0,0 0 0,0 0 0,25 0 15,-25 0-15,0 0 0,0 0 0,25 0 0,-25 0 16,0 0-16,25 0 0,-25-25 0,0 25 0,24 0 0,-24 0 16,0 0-16,0 0 0,25 0 0,-25 0 0,0 0 15,0 0-15,25 0 0,-25 0 0,0 0 0,0 0 0,25 0 16,-25 0-16,0 0 0,0 0 0,0 0 0,25 0 15,-25 0-15,0 25 0,0-25 0,0 0 0,0 0 0,0 0 16,24 25-16,-24-25 0,0 0 0,0 0 0,0 24 16,0-24-16,0 0 0,0 25 0,0-25 0,0 0 15,0 0-15,0 25 0,0-25 0,0 0 0,0 0 0,0 25 16,0-25-16,0 0 0,0 25 0,0-25 0,0 0 15,0 0-15,0 0 0,0 24 0,0-24 0,-24 0 0,24 0 16,0 0-16,0 25 0,0-25 0,0 0 0,-25 0 16,25 0-16,0 0 0,0 0 0,-25 0 0,25 0 15,0 25-15,0-25 0,-25 0 0,25 0 0,0 0 0,0 0 16,-25 0-16,25 0 0,0 0 0,0 0 0,-24 0 15,24 0-15,0-25 0,0 25 0,-25 0 0,25 0 0,0 0 16,0 0-16,0-25 0,0 25 0,0 0 0,0 0 16,-25 0-16,25-24 0,0 24 0,0 0 0,0 0 15,0-25-15,0 25 31,0 0 47</inkml:trace>
  <inkml:trace contextRef="#ctx0" brushRef="#br1" timeOffset="102418.8581">23242 4118 0,'0'0'0,"0"0"0,0 0 0,0 0 0,0 0 0,0-25 15,0 25-15,0 0 0,0 0 0,0 0 0,25 0 0,-25 0 16,0 0-16,25 0 0,-25 0 0,24 0 0,-24 0 15,25-25-15,-25 25 0,25 0 0,-25 0 0,25 0 0,-25 0 16,25 0-16,-25 0 0,24 0 0,-24 0 0,0 0 16,25-25-16,-25 25 0,0 0 0,25 0 0,-25 0 0,0 0 15,25 0-15,-25 0 0,0 0 0</inkml:trace>
  <inkml:trace contextRef="#ctx0" brushRef="#br1" timeOffset="105549.0371">23788 2282 0,'0'0'0,"0"0"0,0 0 16,0 0-16,0 0 0,0 0 0,0 0 0,0 0 15,0 0-15,0 0 0,0 0 0,0 0 0,0 0 0,0 0 16,0 0-16,0 0 0,0 0 0,0 0 0,0 0 16,0 0-16,0 0 0,0 0 0,0 0 0,0 0 0,0 0 15,0 0-15,0 0 0,0 0 0,0 0 0,0 0 16,0 0-16,0 0 0,0 0 0,0 25 0,0-25 0,0 0 15,0 0-15,0 0 0,24 25 0,-24-25 0,0 0 16,0 0-16,0 0 0,0 0 0,0 24 0,0-24 0,0 0 16,0 0-16,0 25 0,0-25 0,25 0 0,-25 0 15,0 25-15,0-25 0,0 25 0,0-25 0,0 0 0,0 25 16,25-25-16,-25 0 0,0 24 0,0-24 0,0 0 16,0 25-16,25-25 0,-25 0 0,0 25 0,0-25 0,0 25 15,0-25-15,25 0 0,-25 25 0,0-25 0,0 24 16,0-24-16,25 25 0,-25-25 0,0 25 0,0-25 0,0 25 15,24-25-15,-24 25 0,0-25 0,0 25 0,0-25 16,25 24-16,-25-24 0,0 25 0,0-25 0,0 25 16,25-25-16,-25 25 0,0 0 0,0-25 0,0 24 0,0-24 15,0 25-15,25-25 0,-25 25 0,0-25 0,0 25 16,0-25-16,0 25 0,25-25 0,-25 24 0,0 1 0,0-25 15,0 25-15,0-25 0,0 25 0,0-25 0,0 25 16,24-25-16,-24 24 0,0-24 0,0 25 0,0 0 0,0-25 16,0 25-16,0-25 0,25 25 0,-25-25 0,0 24 15,0-24-15,0 25 0,0-25 0,0 25 0,0-25 16,0 25-16,0-25 0,25 25 0,-25-25 0,0 24 0,0-24 15,0 25-15,0-25 0,0 25 0,0 0 0,0-25 16,0 25-16,0-1 0,0-24 0,0 25 0,-25 0 0,25-25 16,0 25-16,0 0 0,0-25 0,0 24 0,0 1 15,0 0-15,0 0 0,0-25 0,-25 25 0,25 0 0,0-25 16,0 24-16,0 1 0,0 0 0,0-25 0,0 25 15,-24 0-15,24-25 0,0 24 0,0 1 0,0-25 16,0 25-16,0 0 0,-25-25 0,25 25 0,0-1 16,0-24-16,0 25 0,0-25 1138</inkml:trace>
  <inkml:trace contextRef="#ctx0" brushRef="#br1" timeOffset="114654.5579">24507 3522 0,'0'0'0,"0"25"0,0-25 16,0 0-16,0 0 0,0-25 0,0 25 0,0 0 15,0 0-15,0 25 0,0-25 0,0 0 0,0 0 0,0 0 16,0 0-16,25 0 0,-25 0 0,0 0 0,0 0 16,0 0-16,0 0 0,0 0 0,0 0 0,0 0 15,0 0-15,0-25 0,0 25 0,0 0 0,0 0 0,0 0 16,0 0-16,0 0 0,0 0 0,0 0 0,0 0 15,0 0-15,0 25 0,0-25 0,0 0 0,0 0 0,0 0 16,0 0-16,0 0 0,0 0 0,0 0 0,0 0 16,0 0-16,0 0 0,0 0 0,0 0 0,0 0 514</inkml:trace>
  <inkml:trace contextRef="#ctx0" brushRef="#br1" timeOffset="116106.6409">24606 3621 0,'0'0'0,"0"0"0,0 0 0,0 0 0,0 0 0,0 0 16,-25 0-16,25 0 0,0 0 0,0 0 0,0 0 15,0 0-15,0-24 0,0 24 0,0 0 0,0 0 16,0 0-16,0 0 0,0 0 0,0 0 0,0 0 0,0 0 15,0 0-15,0 0 0,0 0 0,0 0 0,0 0 16,0 0-16,0 0 0,0 0 0,0 0 0,0 0 0,0 0 16,0 0-16,0-25 0,0 25 0,0 0 0,0 0 15,0 0-15,0 0 0,0 0 0,0 0 0,0 0 0,0 0 16,0 0-16,0 0 0,-24 0 0,24 0 0,0 0 15,0 0-15,0 0 0,0 0 0,0 0 0,0 0 16,0 0-16,0 0 0,0 0 0,0 0 0,0 0 16,0 0-16,0 0 0,0 0 0,0 0 0,0 0 0,0 0 15,0 0-15,0 0 0,0 0 0,0 0 0,0 0 0,0 0 16,0 0-16,0 0 0,0-25 0,0 25 0,0 0 15,0 0-15,0 0 0,0 0 0,0 0 0,0 0 16,0 0-16,0 0 0,0 0 0,0 0 0,0 0 0,0 0 16,0 0-16,0 0 0,-25 0 0,25 0 0,0 0 15,0 0-15,0 0 0,0 0 0,0 0 0,0 0 0,0 0 16,0 0-16,0 0 0,0 0 0,0 0 0,0 0 15,0 0-15,0 0 0,0 0 0,0 0 0,0 0 16,0 0-16,0 0 0,0 0 0,0 0 0,0 0 0,0 0 16,0 0-16,0 0 0,0 0 0,0 0 0,0 0 15,0 0-15,0 0 0,0 0 0,0 0 0,0 0 0,0 0 16,0 0-16,0 0 0,0 0 0,0 0 0,0 0 15,0 0-15,0 0 0,0 0 0,0 0 0,0 0 0,0 0 16,0 0-16,0 0 0,0 0 0,0 0 0,0 0 16,0 0-16,0 0 0,0 0 0,0 0 0,0 0 15,0 0-15,0 0 0,0 0 0,0 0 0,0 0 0,0 0 16,25 0-16,-25 0 0,0 0 0,0 0 0,24 0 15,-24 0-15,0 0 0,25 0 0,-25 0 0,0 0 0,25 0 16,-25 0-16,25 0 0,-25 0 0,25 0 0,-25 0 16,0 0-16,24 0 0,-24 0 0,25 0 0,-25-25 0,0 25 15,25 0-15,-25 0 0,0 0 0,0 0 0,25 0 16,-25 0-16,0 0 0,0 0 0,25 0 0,-25 0 15,0 0-15,0 0 0,0 0 0,0 0 0,0 0 0,24 0 16,-24 0-16,0 0 0,0 0 0,0 0 0,0 0 16,25 0-16,-25 0 0,0 0 0,0 0 0,0 0 0,0 0 15,0 0-15,0 0 0,25 0 0,-25 0 0,0 0 16,0 0-16,0 0 0,0 0 0,0 0 0,0 0 15,0 0-15,0-25 0,0 25 0,0 0 0,0 0 0,0 0 16,0 0-16,-25 0 0,25 0 0,0 0 0,0 0 16,0 0-16,-25 0 0,25 0 0,0-24 0,0 24 0</inkml:trace>
  <inkml:trace contextRef="#ctx0" brushRef="#br1" timeOffset="116975.6907">25375 3200 0,'0'0'16,"0"0"-16,-25 0 0,25 0 0,0 0 0,0 0 15,0 0-15,0 0 0,0 0 0,0-25 0,0 25 0,0 0 16,0 0-16,0 0 0,0 0 0,0 0 0,0 0 15,0 0-15,0 0 0,0 0 0,0 0 0,0 0 0,0 0 16,0 0-16,0 0 0,0 25 0,0-25 0,0 0 16,0 0-16,0 0 0,0 0 0,0 0 0,0 0 15,0 0-15,0 0 0,-24 0 0,24 0 0,0 0 0,0 0 16,0 25-16,0-25 0,-25 0 0,25 24 0,0-24 15,0 0-15,-25 25 0,25-25 0,0 0 0,0 25 0,-25-25 16,25 25-16,0-25 0,0 0 0,0 25 0,0-25 0,-25 24 16,25-24-16,0 25 0,0-25 0,0 0 0,0 25 15,-24-25-15,24 0 0,0 0 0,0 25 0,0-25 16,0 0-16,0 0 0,0 25 0,-25-25 0,25 0 0,0 0 15,0 0-15,0 24 0,0-24 0,0 0 0,0 0 16,-25 0-16,25 25 0,0-25 0,0 0 0,0 0 16,0 0-16,0 25 0,0-25 0,0 0 0,0 0 0,0 0 15,0 0-15,0 0 0,0 0 0,0 0 0,0 0 16,0 0-16,0 0 0,0 0 0,0 0 0,0 0 15,0 0-15,0 0 0,0 0 0,0 0 0,0 0 0,0 0 16,0 0-16,0-25 0,0 25 0,0 0 0,25 0 16,-25 0-16,0-25 0,0 25 0,0 0 0,0 0 0,0-24 15,25 24-15,-25 0 0,0 0 0,0 0 0</inkml:trace>
  <inkml:trace contextRef="#ctx0" brushRef="#br1" timeOffset="117315.7101">25276 3373 0,'0'0'0,"0"0"0,0 0 16,0 0-16,0 0 0,0 0 0,0 0 0,0 0 15,0 0-15,25-24 0,-25 24 0,0 0 0,0 0 0,0 0 16,0 0-16,0 0 0,0 0 0,0 0 0,0 0 16,0 0-16,0 0 0,0 0 0,0 0 0,0 0 0,0 0 15,0 0-15,0 0 0,0 0 0,0 0 0,0 0 16,25 0-16,-25 0 0,0 0 0,0 24 0,0-24 0,0 0 15,24 0-15,-24 0 0,0 0 0,0 0 0,0 25 16,25-25-16,-25 0 0,0 0 0,0 0 0,0 25 16,25-25-16,-25 0 0,0 0 0,0 25 0,25-25 0,-25 0 15,0 0-15,0 0 0,25 25 0,-25-25 0,0 0 0,0 0 16,0 0-16,24 24 0,-24-24 0,0 0 0,0 0 15,0 25-15,0-25 0,0 0 0,0 0 0,25 0 16,-25 0-16,0 0 0,0 0 0,0 0 0,0 0 0,0 0 16,0 0-16,0 0 0,0 0 0,0 0 0,0 0 15,0 0-15,0 0 0,0 0 0,0 0 0,0 0 16,0-25-16,0 25 0,0 0 0,0 0 0,0 0 0,0 0 15,0 0-15,0 0 0,0 0 0</inkml:trace>
  <inkml:trace contextRef="#ctx0" brushRef="#br1" timeOffset="118525.7793">26243 2232 0,'0'0'0,"0"0"0,0 0 0,-24 0 0,24 0 15,0 0-15,0 0 0,0-24 0,0 24 0,0 0 0,0 0 16,0 24-16,0-24 0,-25 0 0,25 0 0,0 0 15,0 0-15,0 0 0,0-24 0,0 24 0,0 0 0,0 0 16,0 24-16,0-24 0,0 0 0,0 0 0,0 0 16,0 0-16,0 0 0,0 0 0,0 0 0,0 0 0,0 0 15,0 0-15,-25 0 0,25 0 0,0 0 0,0 0 16,0 0-16,0 0 0,-25 0 0,25 0 0,0 0 0,0 25 15,0-25-15,0 0 0,0 0 0,-25 0 0,25 0 16,0 25-16,0-25 0,0 0 0,0 0 0,0 0 0,0 0 16,0 0-16,-24 0 0,24 25 0,0-25 0,0 0 15,0 0-15,0 25 0,0-25 0,0 0 0,0 0 0,0 24 16,0-24-16,0 0 0,0 25 0,-25-25 0,25 0 15,0 25-15,0-25 0,0 25 0,0-25 0,0 0 0,0 25 16,0-25-16,0 24 0,0-24 0,0 25 0,-25-25 16,25 25-16,0-25 0,0 25 0,0-25 0,0 25 0,0-25 15,0 24-15,0-24 0,0 0 0,0 25 0,0-25 0,0 25 16,0-25-16,0 0 0,-25 25 47,25-25-16,0 25-31,0-25 0,0 25 0,0-1 0,0-24 15,0 25-15,0-25 0,0 0 0,25 25 0,-25-25 0,0 25 0,0-25 0,0 25 0,0-25 0,0 24 0,0-24 0,0 25 0,0-25 0,0 25 0,0-25 0,0 25 0,0-25 0,0 25 0,0-1 0,0-24 0,0 25 0,0-25 0,0 25 0,0-25 0,0 25 0,25-25 0,-25 25 0,0-25 16,0 24-16,0-24 0,0 25 0,0-25 0,0 25 16,0-25-16,0 25 0,0-25 0,0 25 0,0-25 0,0 24 15,0-24-15,0 25 0,0-25 0,0 25 0,0-25 0,0 25 16,0-25-16,25 25 0,-25-25 0,0 24 0,0-24 15,0 25-15,0-25 0,0 25 0,0-25 0,0 25 16,0 0-16,0-25 0,0 24 0,0-24 0,0 25 0,0 0 16,0-25-16,0 25 0,0-25 0,0 25 0,0-25 15,0 24-15,0-24 0,0 25 0,24-25 0,-24 0 16,0 25-16,0-25 0,0 25 0,0-25 0,0 25 0,0-25 15,0 25-15,0-25 0,0 24 0,0-24 0,25 25 16,-25-25-16,0 25 0,0-25 0,0 25 0,0-25 16,25 25-16,-25-25 0,0 24 0,0-24 0,0 25 0,25-25 15,-25 25-15,0-25 0,0 0 0,25 25 0,-25-25 0,0 25 16,0-25-16,24 24 0,-24-24 0,0 0 0,0 25 15,0-25-15,25 0 0,-25 25 0,0-25 0,0 0 16,0 0-16,0 0 0,25 25 0,-25-25 0,0 0 0,0 0 16,0 0-16,0 0 0,0 0 0,0 0 0,0 0 15,0 25-15,0-25 0,25 0 0,-25 0 0,0 0 0,0 24 16,0-24-16,0 0 0,0 0 0,0 0 0,0 0 15,0 0-15,0 0 0,0 0 0,0 0 0,0 0 0,0 0 16,0 0-16,0 0 0,0 0 0,0 0 0,0-24 16,0 24-16,-25 0 0,25-25 0,0 25 0,0-25 15,0 0-15</inkml:trace>
  <inkml:trace contextRef="#ctx0" brushRef="#br1" timeOffset="119351.8266">26417 2530 0,'0'25'0,"0"-25"0,0 0 0,0 0 0,0 0 0,0 0 16,0 0-16,0 0 0,0 0 0,0 0 0,0 0 15,0 0-15,0 0 0,0 0 0,0 0 0,0 0 0,0 0 16,0 0-16,0 0 0,0 0 0,0 0 0,0 0 16,0 0-16,0 0 0,0 0 0,0 0 0,0 0 0,0 0 15,0 0-15,0-25 0,0 25 0,0 0 0,0 0 0,0 0 16,0 0-16,0-25 0,25 25 0,-25 0 0,0-25 15,0 25-15,0 0 0,25-24 0,-25 24 0,0 0 0,0-25 16,0 25-16,0 0 0,24 0 0,-24-25 0,0 25 16,0 0-16,0-25 0,0 25 0,25 0 0,-25-25 0,0 25 15,0 0-15,0-24 0,0 24 0,0 0 0,0-25 16,25 25-16,-25 0 0,0 0 0,0-25 0,0 25 15,0 0-15,0 0 0,0 0 0,0-25 16,0 25-16,0 0 0,0 0 0,0 0 0,0 0 0,0 0 0,0 0 0,0 0 16,0 0-16,0 0 0,0 0 0,0 0 0,0 0 15,0 0-15,0 0 0,0 0 0,0 0 0,0 0 0,0 0 16,0 0-16,0 0 0,0 0 0,0 0 0,0 0 15,0 25-15,0-25 0,0 0 0,0 0 0,0 25 0,0-25 16,0 0-16,0 25 0,0-25 0,0 0 0,0 24 16,0-24-16,0 0 0,0 25 0,0-25 0,0 25 0,-25-25 15,25 25-15,0-25 0,0 25 0,0-25 0,0 24 16,0-24-16,0 25 0,0-25 0,0 25 0,0-25 0,0 25 15,0-25-15,25 0 0,-25 25 0,0-25 0,0 0 16,0 24-16,0-24 0,0 0 0,0 0 0,0 25 16,0-25-16,0 0 0,0 0 0,0 0 0,0 0 0,0 0 15,0 0-15,-25 0 0,25 0 0,0 0 0,0 0 0,0 0 16,0 25-16,0-25 0,0 0 0,0 0 0,0 0 15,0 0-15,0 0 0,-25-25 0,25 25 0,0 0 16,0 0-16</inkml:trace>
  <inkml:trace contextRef="#ctx0" brushRef="#br1" timeOffset="120210.8757">27632 2356 0,'0'0'0,"0"0"0,0 0 0,0 0 15,-24 0-15,24 0 0,0-24 0,0 24 0,0 0 0,0 0 16,0 0-16,-25 0 0,25 0 0,0 0 0,0 0 15,0 0-15,0 0 0,-25 0 0,25 0 0,0 0 0,0 0 16,0 0-16,-25 0 0,25 0 0,0 0 0,0-25 16,0 25-16,-25 0 0,25 0 0,0 0 0,0 0 0,0 0 15,-24 0-15,24 0 0,0 0 0,0 0 0,-25 25 0,25-25 16,0 0-16,0 0 0,0 0 0,0 0 0,-25 0 15,25 0-15,0 0 0,0 0 0,0 0 0,0 24 16,-25-24-16,25 0 0,0 0 0,0 25 0,0-25 0,0 0 16,0 0-16,0 0 0,0 25 0,0-25 0,0 0 0,0 0 15,0 25-15,0-25 0,0 0 0,0 25 0,0-25 16,0 0-16,0 24 0,0-24 0,0 25 0,0-25 15,25 0-15,-25 25 0,0-25 0,0 0 0,0 0 0,25 25 16,-25-25-16,0 0 0,0 25 0,25-25 0,-25 0 16,0 0-16,24 0 0,-24 24 0,0-24 0,25 0 0,-25 0 15,0 0-15,25 0 0,-25 0 0,0 0 0,0 0 0,25 0 16,-25 0-16,0 0 0,25 0 0,-25 0 0,0 0 15,0-24-15,24 24 0,-24 0 0,0 0 0,25-25 0,-25 25 16,0 0-16,0 0 0,0-25 0,25 25 0,-25 0 16,0-25-16,0 25 0,0 0 0,0-25 0,0 25 15,0-24-15,0-1 0,0 25 0,0-25 0,0 25 0,0-25 16,0 25-16,0-25 0,0 25 0,0-24 0,0 24 15,0 0-15,0-25 0,0 25 0,-25 0 0,25 0 0,0 0 16,0-25-16,0 25 0,0 0 0,0 0 0,-25 0 16,25-25-16,0 25 0,0 0 0,0 0 0,0 0 0,0 0 15,0 0-15,0 0 0,0 0 0,0 0 0,-24 0 0,24 0 16,0 0-16,0 0 0,0 25 0,0-25 0,0 0 15,0 0-15,0 0 0,0 0 0,0 0 0,0 0 16,24 0-16</inkml:trace>
  <inkml:trace contextRef="#ctx0" brushRef="#br1" timeOffset="120958.9185">28724 2406 0,'0'0'0,"0"-25"0,-25 25 0,25 0 0,0 0 15,0 0-15,-25-25 0,25 25 0,0 0 0,0 0 0,-25 0 16,25 0-16,0-24 0,0 24 0,-24 0 0,24 0 15,0 0-15,0 0 0,0 0 0,0 0 0,-25-25 0,25 25 16,0 0-16,0 0 0,0 0 0,0 0 0,-25 0 16,25 0-16,0 0 0,0 0 0,0 0 0,0 0 15,-25 0-15,25 0 0,0 0 0,0 0 0,0 0 0,0 25 16,0-25-16,-25 0 0,25 0 0,0 0 0,0 24 0,0-24 15,0 0-15,0 0 0,-24 0 0,24 0 0,0 0 16,0 0-16,0 0 0,0 25 0,0-25 0,0 0 16,0 0-16,0 0 0,0 25 0,0-25 0,0 0 0,0 0 15,0 25-15,0-25 0,0 0 0,0 25 0,0-25 0,0 0 16,24 24-16,-24-24 0,0 0 0,0 25 0,0-25 15,25 25-15,-25-25 0,0 0 156,199 74-156,-199-74 0,24 0 0,-24 0 0,0 0 0,25-24 0,-25 24 0,0 0 0,0 0 0,25-25 0,-25 25 0,0 0 0,0 0 0,0-25 0,0 25 0,0 0 0,25-25 0,-25 25 0,0 0 0,0-25 0,0 25 0,0 0 0,0-24 0,0 24 0,0-25 0,0 25 0,0 0 0,0-25 0,0 25 0,0 0 0,0 0 0,0-25 16,0 25-16,0 0 0,0 0 0,-25-25 0,25 25 0,0 0 0,0 0 0,0-24 0,-25 24 0,25 0 16,0 0-16,0 0 0,-25 0 0,25 0 0,-24 0 0,24 0 15,0 0-15,-25 0 0,25 0 0,-25 0 0,25 0 16,-25 0-16</inkml:trace>
  <inkml:trace contextRef="#ctx0" brushRef="#br1" timeOffset="121932.9742">26640 3175 0,'0'0'0,"0"0"0,0-25 15,0 25-15,0 0 0,-25 0 0,25 0 0,0 0 0,0 0 16,0 0-16,0 0 0,0 0 0,0 0 0,0 0 16,0 0-16,0 0 0,0-25 0,-24 25 0,24 0 15,0 0-15,0 0 0,0 0 0,0 0 0,0 0 0,-25 0 16,25 0-16,0 0 0,0 0 0,0 0 0,-25 25 15,25-25-15,0 0 0,-25 0 0,25 0 0,0 0 0,0 0 16,-25 25-16,25-25 0,0 0 0,0 0 0,-24 0 16,24 0-16,0 25 0,0-25 0,0 0 0,0 0 0,0 25 15,0-25-15,0 0 0,0 24 0,0-24 0,0 25 16,0-25-16,0 0 0,0 25 0,0-25 0,0 0 0,0 25 15,24-25-15,-24 0 0,0 25 0,0-25 0,0 0 16,25 24-16,-25-24 0,0 0 0,0 25 0,0-25 16,25 0-16,-25 0 0,0 25 0,0-25 0,25 0 0,-25 0 15,0 0-15,25 25 0,-25-25 0,0 0 0,0 0 16,24 0-16,-24 0 0,0 0 0,25 0 0,-25 0 0,0 0 15,0-25-15,25 25 0,-25 0 0,0 0 0,0 0 16,25 0-16,-25 0 0,0-25 0,0 25 0,25 0 16,-25 0-16,0-25 0,0 25 0,0-24 0,24 24 0,-24-25 15,0 25-15,0-25 0,0 25 0,0-25 0,0 25 16,0-25-16,0 25 0,0-24 0,0 24 0,0-25 0,0 25 15,-24 0-15,24-25 0,0 25 0,0 0 0,0 0 16,0-25-16,-25 25 0,25 0 0,0 0 0,0-25 16,0 25-16,-25 0 0,25 0 0,0 0 0,0 0 0,0 0 15,0 0-15,-25 0 0,25 0 0,0 0 0,0 0 16,0 0-16,0 0 0,0 0 0,0 0 0,0 0 0,0-24 15,0 24-15,0 0 0,0 0 0,0 0 0,0 0 16,0 0-16,0-25 0,0 25 0</inkml:trace>
  <inkml:trace contextRef="#ctx0" brushRef="#br1" timeOffset="122602.0125">27632 3349 0,'0'0'0,"0"0"0,0 0 0,0 0 0,-24 0 15,24 0-15,0 0 0,0 0 0,0 0 0,0 0 16,0 0-16,0 0 0,0 0 0,0 0 0,0 0 0,0 0 15,0 0-15,0 0 0,0 0 0,0 0 0,24-25 0,-24 25 16,0 0-16,0 0 0,0 0 0,0 0 16,0-25-16,0 25 0,25 0 0,-25 0 0,0-25 0,0 25 15,0-25-15,0 25 0,25 0 0,-25-24 0,0 24 16,0-25-16,0 25 0,25-25 0,-25 25 47,0-25-47,0 25 0,0-25 0,0 25 0,0 0 0,25-24 0,-25 24 0,0 0 0,0 0 0,0 0 0,0 0 0,0-25 0,0 25 0,0 0 0,0 0 0,0 0 0,0 0 0,0 0 15,0 0-15,0 0 0,0 0 0,0 0 0,0 0 16,0 0-16,0 0 0,0 0 0,0 0 0,0 0 0,0 0 15,0 0-15,0 0 0,0 25 0,0-25 0,0 0 0,0 0 16,0 0-16,0 0 0,0 24 0,0-24 0,0 0 16,0 0-16,0 25 0,0-25 0,0 0 0,0 25 15,0-25-15,0 25 0,0-25 0,0 25 0,0-25 0,0 24 16,0-24-16,0 0 0,0 25 0,0-25 0,0 25 15,0-25-15,0 0 0,0 25 0,0-25 0,0 0 0,0 25 16,0-25-16,0 0 0,0 24 0,0-24 0,0 0 16,0 25-16,0-25 0,0 0 0,0 0 0,0 0 15,0 0-15,0 0 0,0 0 0,0 0 0,0 0 16,24 0-16,-24 0 0,0 0 0</inkml:trace>
  <inkml:trace contextRef="#ctx0" brushRef="#br1" timeOffset="123573.068">28848 3076 0,'0'0'0,"0"0"0,0 0 0,0 0 15,0-25-15,0 25 0,0 0 0,0 0 0,0 0 0,0 0 16,0 0-16,0 0 0,0 0 0,0 0 0,0 0 15,0 0-15,0 0 0,0 0 0,0 0 0,0 0 16,0 0-16,0 0 0,0 0 0,0 0 0,0 0 0,0 0 16,-25 0-16,25 0 0,0 25 0,0-25 0,0 0 15,0 0-15,0 0 0,0 0 0,-25 0 0,25 0 16,0 25-16,0-25 0,0 0 0,0 24 0,0-24 0,-25 0 15,25 0-15,0 25 0,0-25 0,0 0 0,0 0 16,0 25-16,0-25 0,0 0 0,-24 0 0,24 25 0,0-25 16,0 25-16,0-25 0,0 0 0,0 24 0,0-24 15,0 0-15,0 25 0,0-25 0,0 0 0,0 25 0,0-25 16,0 0-16,0 25 0,0-25 0,0 0 0,0 0 15,0 25-15,0-25 0,24 0 0,-24 0 0,0 24 0,0-24 16,0 0 62,0 0-78,0 25 0,25-25 0,-25 0 0,0 0 0,0 0 0,0 25 0,25-25 0,-25 0 0,0 0 0,0 0 0,25 0 0,-25 25 0,0-25 0,0 0 0,25 0 0,-25 0 0,0 0 0,24 0 0,-24 0 0,0-25 0,25 25 0,-25 0 0,0 0 0,25-25 0,-25 25 0,0 0 0,0 0 0,25-25 0,-25 25 0,0 0 16,25-24-16,-25 24 0,0 0 0,0-25 0,0 25 0,24-25 15,-24 25-15,0 0 0,0-25 0,0 25 0,0-25 16,0 25-16,0 0 0,0-24 0,0 24 0,0-25 15,0 25-15,0-25 0,0 25 0,-24-25 0,24 25 0,0-25 16,0 25-16,0-24 0,-25 24 0,25-25 0,0 25 16,-25-25-16,25 25 0,0 0 0,-25-25 0,25 25 15,0 0-15,-25 0 0,25 0 0,0 0 0,-24 0 0,24 0 16,-25 0-16,25 0 0,-25 0 0,25 0 0,-25-25 15,25 25-15,-25 0 0,1 0 0,24 0 0,-25 0 0,25 0 16,-25 0-16,25 0 0,-25 25 0</inkml:trace>
  <inkml:trace contextRef="#ctx0" brushRef="#br1" timeOffset="124514.1218">26715 3919 0,'0'0'15,"0"0"-15,0-25 0,0 25 0,0 0 0,0 0 0,0 0 16,0 0-16,0 0 0,0 0 0,0 0 0,-25 0 16,25 0-16,0 0 0,0 0 0,0-24 0,0 24 0,0 0 15,0 0-15,0 0 0,0 0 0,0 0 16,0 0-16,0 0 0,0 0 0,0 0 0,0 0 0,0 0 15,0 0-15,-25 0 0,25 24 0,0-24 0,0 0 0,0 0 16,-25 0-16,25 0 0,0 25 0,0-25 0,0 0 16,-25 0-16,25 25 0,0-25 0,0 0 0,0 0 15,0 25-15,-24-25 0,24 0 0,0 25 0,0-25 0,0 24 16,0-24-16,0 0 0,0 25 0,0-25 0,0 0 0,0 25 15,0-25-15,0 0 0,0 25 0,0-25 0,0 0 16,0 0-16,0 25 0,24-25 0,-24 0 0,0 24 16,0-24-16,0 0 0,25 0 0,-25 25 0,0-25 0,0 0 15,25 0-15,-25 0 0,0 0 0,0 0 0,25 25 16,-25-25-16,0 0 0,25 0 0,-25 0 0,0 0 15,24 0-15,-24 0 0,0 0 0,25 0 0,-25 0 0,0 0 16,0 0-16,25 0 0,-25-25 0,0 25 0,0 0 16,25 0-16,-25 0 0,0-25 0,0 25 0,0 0 0,25-24 15,-25 24-15,0 0 0,0-25 0,0 25 16,0-25-16,0 25 0,0-25 0,0 25 0,0-25 0,0 1 0,0 24 15,0-25-15,0 25 0,0-25 0,0 0 0,0 25 16,0-25-16,-25 25 0,25-24 0,0 24 0,0 0 16,0-25-16,0 25 0,0 0 0,0 0 0,-25 0 0,25 0 15,0 0-15,0 0 0,0-25 0,-25 25 0,25 0 16,0 25-16,0-25 0,-25 0 0,25 0 0,0 0 0,0 0 15,-24 0-15,24 0 0,0 0 0,0 0 0,0 0 16,0 0-16,0 25 0,0-25 0,0 0 0,0 0 16</inkml:trace>
  <inkml:trace contextRef="#ctx0" brushRef="#br1" timeOffset="125264.1647">27732 4018 0,'0'0'0,"0"0"0,0 0 15,0 0-15,0-24 0,0 24 0,0 0 0,0 0 16,0 0-16,0 0 0,0 0 0,0 0 0,0 0 0,0 0 15,0 0-15,0 0 0,0-25 0,0 25 0,0 0 16,0 0-16,0 0 0,0 0 0,-25 0 0,25 0 0,0 0 16,0 0-16,0 0 0,0 0 0,0 0 0,0 0 15,0 0-15,0 0 0,0 0 0,-25 25 0,25-25 16,0 0-16,0 0 0,0 0 0,0 0 0,-25 0 0,25 0 15,0 24-15,0-24 0,0 0 0,0 0 0,0 0 16,-25 25-16,25-25 0,0 0 0,0 25 0,0-25 0,0 0 16,0 25 62,0-25-78,0 0 0,0 25 0,0-25 0,0 0 0,0 24 0,0-24 0,0 25 0,0-25 0,25 0 0,-25 25 0,0-25 0,0 0 0,0 25 0,0-25 0,25 0 0,-25 25 0,0-25 0,0 0 0,25 24 0,-25-24 0,0 0 0,0 0 0,25 0 0,-25 0 0,0 0 0,24 0 0,-24 0 0,0 0 0,25 0 0,-25 0 15,0 0-15,25 0 0,-25 0 0,25-24 0,-25 24 0,0 0 16,0 0-16,25-25 0,-25 25 0,0-25 0,0 25 15,24 0-15,-24-25 0,0 25 0,0-25 0,0 25 16,0-24-16,0 24 0,0-25 0,0 25 0,0-25 0,0 25 16,0-25-16,0 25 0,0-25 0,0 25 0,0 0 15,-24-24-15,24 24 0,0 0 0,0-25 0,0 25 16,-25 0-16,25 0 0,0 0 0,-25-25 0,25 25 0,0 0 15,0 0-15,-25 0 0,25 0 0,0 0 0,0 0 16,-25-25-16,25 25 0,0 0 0,-24 0 0,24 0 0,0 0 16,0 0-16,0 0 0,0 0 0,0 0 0,0 0 15,0 0-15,0 0 0,0 0 0,0 0 0,0 0 0,0 0 16,0 0-16,0 0 0,0 0 0,0 0 0,24 0 15</inkml:trace>
  <inkml:trace contextRef="#ctx0" brushRef="#br1" timeOffset="125881.2">28674 4093 0,'0'0'0,"0"0"16,0 0-16,0 0 0,0 0 0,0 0 0,0 0 0,0 0 16,0 0-16,0 0 0,25 0 0,-25 0 0,0-25 0,0 25 15,0 0-15,25 0 0,-25-25 0,0 25 0,0 0 16,25-25-16,-25 25 0,0 0 0,24-24 0,-24 24 15,0-25-15,0 25 0,25 0 0,-25-25 0,0 25 16,0-25-16,25 25 0,-25-25 0,0 25 0,0-24 0,0 24 16,0-25-16,0 25 0,0 0 0,0-25 0,0 25 0,25-25 15,-25 25-15,0 0 0,0 0 0,0-25 0,0 25 16,0 0-16,0 0 0,0 0 0,0 0 0,0 0 15,0 0-15,0 0 0,0 0 0,0 0 0,0 0 0,0 0 16,0 0-16,0 0 0,0 0 0,0 0 0,0 0 16,0 25-16,0-25 0,0 0 0,0 25 0,0-25 0,0 25 15,0-25-15,0 25 0,0-1 0,0-24 0,0 25 16,0-25-16,0 25 0,0-25 0,0 25 0,0-25 15,0 25-15,0-25 0,25 24 0,-25-24 0,0 25 0,0-25 16,0 0-16,0 25 0,0-25 0,0 0 0,0 25 16,0-25-16,0 0 0,0 0 0,0 0 0,0 0 0,0 0 15,0 0-15,0 0 0,0 0 0,0 0 0,0 0 16,0 0-16,0 0 0,-25 0 0</inkml:trace>
  <inkml:trace contextRef="#ctx0" brushRef="#br1" timeOffset="127181.2744">29146 2208 0,'0'0'0,"0"0"0,0 0 0,0 0 15,0 0-15,0 0 0,0 0 0,0 0 0,0 0 0,0 0 16,0 0-16,0 0 0,0 0 0,0 0 0,0 0 16,0 0-16,0 0 0,0 0 0,0 0 0,0 0 0,0 0 15,0 0-15,0 0 0,0 0 0,0 0 0,0 0 16,0 0-16,0 0 0,0 0 0,0 0 0,0 0 0,0 0 15,0 0-15,0 0 0,0 0 0,0 0 0,0 24 16,0-24-16,0 0 0,0 0 0,0 0 0,0 0 16,24 0-16,-24 0 0,0 0 0,0 25 0,0-25 0,0 0 15,0 0-15,0 0 0,0 25 0,0-25 0,0 0 0,0 0 16,25 0-16,-25 25 0,0-25 0,0 0 0,0 0 15,0 25-15,0-25 32,25 0-32,-25 24 0,0-24 0,0 25 0,0-25 0,0 0 0,25 25 15,-25-25-15,0 0 0,0 25 0,0-25 0,25 25 0,-25-25 0,0 24 0,0-24 0,24 0 0,-24 25 0,0-25 0,0 25 0,25-25 16,-25 25-16,0-25 0,0 25 0,0-25 0,25 24 0,-25-24 15,0 0-15,0 25 0,0-25 0,25 25 0,-25-25 16,0 0-16,0 25 0,0-25 0,0 0 0,25 0 0,-25 25 16,0-25-16,0 25 0,0-25 0,0 0 0,0 24 15,0-24-15,24 25 0,-24-25 0,0 25 0,0-25 16,0 25-16,0-25 0,0 25 0,0-25 0,0 24 0,0-24 15,0 25-15,0-25 0,25 0 0,-25 25 0,0-25 16,0 25-16,0-25 0,0 25 0,0-25 0,0 24 16,0-24-16,0 0 0,25 25 0,-25-25 0,0 25 0,0-25 15,0 25-15,0 0 0,0-25 0,0 24 0,0-24 16,25 25-16,-25-25 0,0 25 0,0-25 0,0 25 0,0-25 15,0 25-15,0-25 0,0 24 0,0-24 0,0 25 16,0-25-16,0 0 0,0 25 0,0-25 0,0 25 0,0-25 16,0 0-16,0 0 0,0 25 0,0-25 0,-25 0 15,25 24-15,0-24 0,0 25 0,0-25 0,0 25 16,0-25-16,0 0 0,0 25 0,0-25 0,0 25 0,0-25 15,0 24-15,0-24 0,0 0 0,0 25 0,0-25 16,-25 25-16,25-25 0,0 0 0,0 25 0,0-25 0,0 25 16,0-25-16,0 0 0,0 24 0,0-24 0,0 25 15,0-25-15,0 0 0,-25 25 0,25-25 0,0 25 0,0-25 16,0 25-16,0-25 0,0 25 0,0-25 0,0 0 15,0 24-15,0-24 0,-24 25 0,24-25 0,0 25 16,0-25-16,0 25 0,0-25 0,0 25 0,0-25 16,0 0-16,0 24 0,0-24 0,0 25 0,0-25 0,-25 0 0,25 0 15,0 25-15,0-25 0,0 0 0,0 25 0,0-25 16,0 0-16,0 25 0,0-25 0,0 0 0,0 24 15,0-24-15,0 0 0,0 0 0,0 0 0,-25 25 16,25-25-16,0 0 0,0 0 0,0 0 0,0 0 0,0 25 16,0-25-16,0 0 0,0 0 0,0 0 0,0 0 15,0 0-15,0 0 0,0 0 0,0 0 0,0 0 0,0 0 16,0 0-16,0 0 0,0 0 0,0 0 0,0 0 15,0 0-15,0 0 0,0 0 0,0 0 0,0 0 16,0-25-16,0 25 0,0 0 0,0 0 0,-25-25 0,25 25 16,0 0-16,0 0 0,0-24 0,0 24 0,-25-25 15</inkml:trace>
  <inkml:trace contextRef="#ctx0" brushRef="#br1" timeOffset="128459.3475">17041 6251 0,'0'0'0,"0"0"0,0 0 0,0 0 16,0 0-16,0 0 0,0 0 0,0 0 0,0 0 0,0 0 15,0 0-15,0 0 0,0 0 0,0 0 0,0 0 16,0 0-16,0 0 0,0 0 0,0 0 0,0 0 0,0 0 16,0 0-16,0 0 0,0 0 0,0 0 0,25 0 15,-25 0-15,0 0 0,0 0 0,24 0 0,-24 0 0,0 0 16,25 0-16,-25 0 0,25 0 0,-25 0 0,0 0 15,25 0-15,-25 0 0,25 0 0,-25-25 0,24 25 16,-24 0-16,25 0 0,-25 0 0,25 0 0,-25 25 0,25-25 16,-25 0-16,0 0 0,25 0 0,-25 0 0,0 0 0,0 0 15,24 0-15,-24 0 0,0 0 0,0 0 0,0 0 16,0 0-16,0 0 0,0 0 0,0 0 0</inkml:trace>
  <inkml:trace contextRef="#ctx0" brushRef="#br1" timeOffset="128804.3672">17090 6449 0,'0'0'0,"0"0"0,0 0 0,0 0 0,0 0 0,-24 0 15,24 0-15,0 0 0,0 0 0,0 0 0,0 0 0,0 0 16,0 0-16,0 25 0,0-25 0,0 0 0,24 0 16,-24 0-16,0 0 0,0 0 0,0 0 0,25 0 15,-25 0-15,0 0 0,25 0 0,-25 0 47,0 0 31,99-25-78,-74 25 0,-25 0 0,25 0 0,-25 0 0,25 0 0,-25 0 0,24 0 0,-24 0 0,25 0 0,-25 0 0,25 0 0,-25 0 0,25 0 0,-25-25 0,25 25 0,-25 0 0,24 0 0,-24 0 0</inkml:trace>
  <inkml:trace contextRef="#ctx0" brushRef="#br1" timeOffset="129842.4266">18157 5680 0,'0'0'0,"0"0"0,0 0 0,0 0 0,0 0 16,0 0-16,-25 0 0,25 0 0,0 0 0,0 0 16,0 0-16,0 0 0,0 0 0,0 0 0,0 0 0,0 0 15,0 0-15,0 0 0,0 0 0,0 0 0,0 0 16,0 0-16,-25 0 0,25 0 0,0 0 0,0 0 0,0 0 15,0 0-15,0 0 0,0 0 0,0 0 0,0 0 16,0 0-16,0 0 0,0 0 0,0 0 0,0 25 0,0-25 16,-24 0-16,24 0 0,0 0 0,0 0 0,0 25 15,0-25-15,0 0 0,-25 0 0,25 0 0,0 25 16,0-25-16,0 0 0,0 0 0,-25 24 0,25-24 0,0 0 15,0 0-15,0 25 0,0-25 0,0 0 0,0 25 16,0-25-16,0 0 0,-25 0 0,25 25 0,0-25 0,0 0 16,0 25-16,0-25 0,0 0 0,0 0 0,0 25 15,0-25-15,0 0 0,0 0 0,0 24 0,0-24 0,0 0 16,0 25-16,0-25 0,0 0 0,0 25 0,0-25 15,0 0-15,0 25 0,0-25 0,0 25 0,0-25 16,0 24-16,0-24 0,0 25 0,0-25 0,0 25 0,-25-25 16,25 25-16,0-25 0,0 25 0,0-25 0,0 24 15,0-24-15,0 25 0,0-25 0,0 0 0,0 25 16,0-25-16,0 25 0,0-25 0,0 0 0,25 25 0,-25-25 15,0 24-15,0-24 0,0 0 0,0 25 0,0-25 16,0 0-16,0 25 0,0-25 0,0 0 0,0 25 0,0-25 16,0 25-16,0-25 0,0 0 0,0 24 0,0-24 15,0 25-15,0-25 78,0 25-78,25 223 78,-25-223-78,0-25 0,0 25 16,0-25-16,0 24 0,0-24 0,0 25 0,0-25 0,0 25 0,0-25 0,0 25 0,25-25 0,-25 25 0,0 0 0,0-25 0,0 24 0,0-24 0,0 25 0,0 0 0,0-25 0,25 25 0,-25-25 0,0 25 0,0-1 0,0-24 0,0 25 0,24-25 0,-24 25 0,0 0 0,0-25 0,0 25 0,25-25 0,-25 24 0,0-24 0,0 25 0,25 0 0,-25-25 0,0 25 15,0-25-15,0 25 0,25-25 0,-25 24 0,0-24 16,0 0-16,25 25 0,-25-25 0,0 25 0,0-25 0,0 0 16,24 0-16,-24 25 0,0-25 0,0 0 0,0 0 15,25 25-15,-25-25 0,0 0 0,0 24 0,0-24 0,0 0 16,25 0-16,-25 25 0,0-25 0,0 0 0,0 0 15,0 0-15,0 0 0,0 0 0,25 25 0,-25-25 0,0 0 16,0 0-16,0 0 0,0 0 0,0 0 0,0-25 16,0 25-16,0 0 0,0 0 0,0-25 0,0 25 15,0-24-15,0 24 0,0-25 0</inkml:trace>
  <inkml:trace contextRef="#ctx0" brushRef="#br1" timeOffset="130949.4899">18628 5680 0,'0'0'0,"0"0"0,0 25 0,0-25 15,0 0-15,0 0 0,0 0 0,0 0 0,0 0 0,0 0 16,0-25-16,-24 25 0,24 0 0,0 0 0,0 0 16,0 0-16,0 0 0,0 0 0,24 0 0,-24-25 15,0 25-15,0 0 0,0 0 0,0 0 0,0 0 0,0 0 16,0 0-16,0 0 0,0 0 0,0 0 0,0 0 15,0 0-15,0 0 0,0-24 0,0 24 0,0 0 0,0 0 16,0 0-16,0 0 0,0 0 0,25 0 0,-25 0 16,0 0-16,0-25 0,0 25 0,0 0 0,25 0 15,-25 0-15,0 0 0,0 0 0,0 0 0,25 25 0,-25-25 16,0 0-16,0 0 0,0 0 0,0 0 0,25 24 15,-25-24-15,0 0 0,0 0 0,0 25 0,0-25 0,0 0 16,0 0-16,0 25 0,0-25 0,-25 0 0,25 25 16,0-25-16,0 0 0,0 25 0,0-25 0,0 0 15,-25 24-15,25-24 0,0 0 0,0 25 0,0-25 0,-25 0 16,25 0-16,0 25 0,0-25 0,0 0 0,0 0 0,0 25 15,0-25-15,0 0 0,0 0 0,0 0 0,0 0 16,0 0-16,0 0 0,0 0 78,0 0-78,0 0 0,0 0 0,0 0 0,0 0 0,0 0 0,0 0 0,0 0 0,0 0 0,0 0 0,25 0 0,-25 0 0,0 25 0,0-25 0,0 0 0,25 0 0,-25 0 0,0 0 0,0 0 0,0 25 0,0-25 16,25 0-16,-25 0 0,0 0 0,0 24 0,0-24 0,0 0 0,0 25 0,0-25 0,0 0 0,0 25 0,0-25 0,0 0 0,0 25 15,0-25-15,0 25 0,0-25 0,0 0 0,0 24 0,0-24 16,-25 0-16,25 25 0,0-25 0,0 0 0,0 0 0,0 0 15,-25 25-15,25-25 0,0 0 0,0 0 0,-25 0 16,25 25-16,0-25 0,0 0 0,-25 0 0,25 0 16,0 0-16,0 0 0,-24 0 0,24 0 0,0 0 0,0 0 15,-25 0-15,25 0 0,0 0 0,0 0 0,0 0 16,0 0-16,-25-25 0,25 25 0,0 0 0,0 0 0,0 0 15,0-25-15,0 25 0,0 0 0,0 0 0,0 0 16,0 0-16,0 0 0,0 0 0,0 0 0,0 0 16,0 0-16,0 0 0,0 0 0,0 0 0,0 0 0,0 0 15,0 0-15,0 0 0,0 0 0,25 0 0,-25-25 16,0 25-16,0 0 0,25 0 0</inkml:trace>
  <inkml:trace contextRef="#ctx0" brushRef="#br1" timeOffset="132001.5501">19174 5804 0,'0'0'0,"0"0"0,0 25 0,0-25 0,0 0 0,0 0 0,0 0 0,-25 0 0,25 0 0,0 0 0,0 0 15,0 0-15,0 0 0,0 0 0,0 0 0,0 0 16,0 0-16,0 0 0,0 0 0,0 0 0,0 0 0,0 0 15,0 0-15,0 0 0,25 0 0,-25 0 0,0 0 16,0 0-16,0 0 0,0 0 0,25 0 0,-25 0 16,0 0-16,0 0 0,25 0 0,-25 0 0,24 0 0,-24 0 15,25 0-15,-25 0 0,25 0 0,0 0 0,-25 0 16,25 0-16,-1 0 0,-24 0 0,25-25 0,0 25 0,-25 0 15,25 0-15,-25 0 0,25 0 0,-25 0 0,24-25 16,-24 25-16,25 0 0,-25 0 0,0 0 0,25 0 0</inkml:trace>
  <inkml:trace contextRef="#ctx0" brushRef="#br1" timeOffset="132467.5767">20067 5606 0,'0'0'0,"0"0"0,0 0 16,0 0-16,0 0 0,0 0 0,0 0 0,0 0 15,0 0-15,0 0 0,0 0 0,0 0 0,0 0 0,0 0 16,0 0-16,0 0 0,0 0 0,0 0 0,-25 0 15,25 25-15,0-25 0,0 0 0,0 0 0,0 0 16,-25 24-16,25-24 0,0 0 0,0 25 0,-24-25 0,24 25 16,0-25-16,-25 0 0,25 25 0,0-25 0,0 25 15,-25-25-15,25 24 0,0-24 0,0 25 0,-25-25 0,25 25 16,0-25-16,-25 0 0,25 25 0,0-25 0,0 25 15,0-25-15,-24 25 0,24-25 0,0 0 0,0 24 16,0-24-16,0 0 0,0 0 0,0 25 0,0-25 0,0 0 16,0 0-16,0 0 0,0 0 0,0 0 0,0 0 15,0 0-15,0 0 0,0 0 0,0 0 0,0 0 0,0 0 16,0 0-16,0 0 0,0 0 0,0 0 0,0 0 15,0 0-15,24 0 0,-24 0 0,0 0 0,0-25 16,25 25-16,-25 0 0,0-24 0,0 24 0,25 0 0</inkml:trace>
  <inkml:trace contextRef="#ctx0" brushRef="#br1" timeOffset="132705.5904">19993 5829 0,'0'0'0,"0"0"0,24 0 0,-24-25 16,0 25-16,0 0 0,0 0 0,0 0 0,0 0 16,0 0-16,0 0 0,0 0 0,0 0 0,0 0 15,0 0-15,0 0 0,25 0 0,-25 0 0,0 0 0,0 0 16,0 0-16,25 0 0,-25 0 0,0 0 0,0 0 15,0 0-15,25 0 0,-25 25 0,0-25 0,0 0 16,25 25-16,-25-25 0,0 0 0,0 25 0,24-25 0,-24 0 16,0 25-16,25-25 0,-25 0 0,0 24 0,0-24 15,25 0-15,-25 0 0,0 25 0,25-25 0,-25 0 16,0 0-16,0 0 0,25 25 0,-25-25 0,0 0 0,0 0 15,24 0-15,-24 0 0,0 0 0,0 0 0,0 0 16,0 0-16,0-25 0,0 25 0,0 0 0,0 0 0,0-25 16</inkml:trace>
  <inkml:trace contextRef="#ctx0" brushRef="#br1" timeOffset="133541.6382">21406 5755 0,'0'24'0,"0"-24"16,0 0-16,0 0 0,0 0 0,0 0 0,0 0 0,0 0 0,0 0 0,0 0 0,0 0 0,0 0 0,0 0 0,0 0 0,0 0 0,0 0 0,0 0 0,0 0 0,0 0 0,0 0 0,0 0 0,0 0 0,0 0 0,0 0 0,0 0 0,0 0 0,0 0 0,0 0 0,25 0 0,-25 0 0,0 0 0,0 0 0,0 0 0,0 0 0,25 0 16,-25 0-16,0 0 0,25 0 0,-25 0 0,0 0 0,25 0 0,-25 0 0,0 0 15,24 0-15,-24 0 0,25 0 0,-25 0 0,25 0 0,-25 0 16,0 0-16,25 0 0,-25 0 0,25 0 0,-25-24 15,0 24-15,24 0 0,-24 0 0,0 0 0</inkml:trace>
  <inkml:trace contextRef="#ctx0" brushRef="#br1" timeOffset="134112.6708">21803 5655 0,'0'0'0,"0"0"16,0-24-16,0 24 0,0 0 0,0 0 0,0 0 0,0 0 15,0 0-15,0 0 0,0 0 0,0 0 0,0 0 16,0 0-16,0-25 0,0 25 0,0 0 0,0 0 15,0 0-15,0 0 0,0 0 0,25 0 0,-25 0 0,0 0 16,0 0-16,0 0 0,25 0 0,-25 0 0,0 0 16,0-25-16,25 25 0,-25 0 0,0 0 0,0 25 15,25-25-15,-25 0 0,0 0 0,0 0 0,0 0 0,24 0 16,-24 0-16,0 0 0,0 0 0,0 0 0,0 25 15,0-25-15,0 0 0,0 0 0,0 0 0,0 24 0,0-24 16,0 0-16,0 25 0,0-25 0,0 0 0,0 25 16,-24-25-16,24 0 0,0 25 0,0-25 0,-25 25 0,25-25 15,0 0-15,0 24 0,-25-24 0,25 25 0,0-25 16,0 25-16,-25-25 0,25 0 0,0 25 0,0-25 15,0 0-15,0 25 0,-25-25 0,25 0 0,0 0 0,0 0 16,0 25-16,0-25 0,0 0 0,0 0 0,0 0 0,0 0 16,0 0-16,0 0 0,0 0 0,0 0 0,0 24 15,0-24-15,0 0 0,0 0 0,0 0 0,0 0 16,0 0-16,0 0 0,0 0 0,0 0 0,0 0 15,0 0-15,25 0 0,-25 0 0,0 0 0,0 0 0,0 0 16,25 0-16,-25 0 0,0 0 0,25 0 0,-25 0 16,0 0-16,25 0 0,-25 0 0,24 0 0,-24 0 0,25 0 15,-25 0-15,0 0 0,25 0 0,-25-24 0,25 24 16,-25 0-16,25 0 0,-25 0 0,0 0 0,24 0 15,-24 0-15,0 0 0,25 0 0,-25 0 0,0 0 0,25 0 16,-25 0-16,0 0 0,0 0 0,0 0 0,25 0 0,-25 0 16,0-25-16</inkml:trace>
  <inkml:trace contextRef="#ctx0" brushRef="#br1" timeOffset="135124.7287">23242 5507 0,'0'0'0,"0"0"0,0 0 15,0 0-15,0 0 0,0 0 0,0 0 0,0 0 0,0 0 16,-25 0-16,25 0 0,0 0 0,0 0 0,0 0 16,0 0-16,0 0 0,0 0 0,0 0 0,0 0 0,0 0 15,0 0-15,0 0 0,0 0 0,0 0 0,0 0 0,0 0 16,0 0-16,0 0 0,0 0 0,0 0 0,-25 0 15,25 0-15,0 0 0,0 0 0,0 0 0,0 0 16,0 0-16,-24 0 0,24 0 0,0 24 0,0-24 16,0 0-16,0 0 0,-25 0 0,25 25 0,0-25 0,0 0 15,0 0-15,0 25 0,-25-25 0,25 0 0,0 25 16,0-25-16,0 0 0,0 25 0,0-25 0,0 0 0,0 24 15,0-24-15,0 25 0,0-25 0,0 0 0,0 25 16,0-25-16,0 25 0,0-25 0,0 0 0,0 25 16,0-25-16,0 24 0,0-24 0,25 25 0,-25-25 0,0 25 15,0-25-15,0 0 0,0 25 0,25-25 0,-25 25 0,0-25 16,0 0-16,0 25 0,24-25 0,-24 0 47,0 0-47,0 0 0,25 24 0,-25-24 0,0 0 0,25 0 0,-25 0 0,0 0 0,25 0 0,-25 0 0,0 0 0,25 0 0,-25 0 0,0 0 0,24 0 0,-24 0 0,0 0 15,25 0-15,-25-24 0,0 24 0,25 0 0,-25 0 16,0-25-16,0 25 0,25 0 0,-25-25 0,0 25 0,0 0 15,0-25-15,25 25 0,-25 0 0,0-25 0,0 25 16,0 0-16,0-25 0,0 25 0,0 0 0,0-24 16,0 24-16,0 0 0,0-25 0,0 25 0,0-25 0,0 25 15,0-25-15,0 25 0,0 0 0,-25-25 0,25 25 0,0-24 16,0 24-16,0-25 0,-25 25 0,25 0 0,0-25 15,0 25-15,0 0 0,0 0 0,-25-25 0,25 25 16,0 0-16,0 0 0,0 0 0,0-25 0,-25 25 0,25 0 16,0 0-16,-24 0 0,24 0 0,0 0 0,0 0 15,-25 0-15,25 0 0,-25 0 0,25 0 0,0 0 0,-25 0 16</inkml:trace>
  <inkml:trace contextRef="#ctx0" brushRef="#br1" timeOffset="136550.8103">18529 6722 0,'0'0'0,"0"0"0,0 0 0,0 0 16,0 0-16,0 0 0,0 0 0,0 0 0,0 0 15,0 0-15,0 0 0,0 0 0,0 0 0,0 0 16,0 0-16,0 25 0,0-25 0,0 0 0,0 0 0,0 0 15,0 0-15,0 0 0,0 0 0,0 0 0,0 0 16,0 0-16,0 0 0,0 0 47,0 0-47,0 0 0,0 0 0,0 0 0,0 0 0,0 0 0,0 0 0,0 0 0,0 0 0,0 0 0,0 0 0,0 0 0,0 0 0,0 0 0,0 0 0,0 0 0,0 0 0,0 0 0,0 0 15,0 0-15,0 0 0,0 0 0,0 0 0,0 0 16,0 0-16,0 0 0,0 0 0,0 0 0,0 0 0,0 0 16,0 0-16,0 0 0,0 0 0,0 0 0,0 0 15,0 0-15,0 0 0,0 0 0,0 0 0,0 0 0,0 0 16,0 0-16,0 0 0,0 0 0,0 0 0,0 0 15,0 0-15,0 0 0,0 0 0,0 0 0,0 0 16,0 0-16,0 0 0,0 0 0,0 0 0,0 0 0,0 0 16,0 0 62,0 0-78,0 0 0,0 0 0,0 0 0,0 0 0,0 0 0,0 0 0,0 0 0,0 0 0,0 0 0,0 0 0,0 0 0,0 0 0,0 0 0,0 0 0,0 0 0,0 0 0,0 0 0,0 0 0,0 0 0,0 0 0,0 0 0,0 0 0,0 0 0,0 0 0,0 0 0,0 0 0,0 0 0,0 0 0,25-25 0,-25 25 15,0 0-15,0 0 0,0 0 0,0 0 0,0 0 0,0 0 16,0 0-16,0 0 0,25 0 0,-25 0 0,0 0 15,0 0-15,25 0 0,-25 0 0,0 0 0,0 0 0,24 0 16,-24 0-16,0 0 0,25 0 0,-25 0 16,0 0-16,25 0 0,-25 0 0,25 0 0,-25 0 0,0-25 15,25 25-15,-25 0 0,0 0 0,0 0 0,24 0 0,-24 0 16,0 0-16,0 0 0,0 0 0,25 0 0,-25 0 15,0 0-15,0 0 0,0 0 0,0 0 0,0 0 16,0 0-16,0 0 0,0 0 0,0 0 0,0 0 0,0 0 16,0 0-16,0 0 0,25 0 0,-25 0 0,0 0 15,0 0-15,0 0 0,0 0 0,0 0 0,0-25 16,0 25-16,0 0 0,0 0 0,0 0 0,0 0 0,0-24 15,0 24-15,0 0 0,0 0 0</inkml:trace>
  <inkml:trace contextRef="#ctx0" brushRef="#br1" timeOffset="137386.8581">19323 6648 0,'0'0'0,"0"0"0,0 0 0,0 0 0,-25 0 0,25 0 16,0 0-16,0 0 0,0 0 0,0 0 0,0 0 16,0 0-16,0 0 0,0 0 0,0 0 0,0 0 15,0 0-15,0 0 0,-25 0 0,25 0 0,0-25 16,0 25-16,0 0 0,0 0 0,0 0 0,0 0 0,0 0 15,0 0-15,0 0 0,0 0 0,0 0 0,0 0 0,0-25 16,0 25-16,0 0 0,0 0 0,0 0 0,0 0 16,0-25-16,0 25 0,25 0 0,-25 0 0,0 0 15,0 0-15,0 0 0,0 0 0,25 0 0,-25 0 0,0-25 16,0 25-16,0 0 0,25 0 0,-25 0 0,0 0 47,0 0 62,99 75-94,-99-50-15,0-25 0,0 24 0,-25-24 0,25 0 0,0 25 0,0-25 0,0 25 0,0-25 0,-25 0 0,25 25 0,0-25 0,0 25 0,-25-25 0,25 0 0,0 24 0,0-24 0,-24 25 0,24-25 0,0 0 0,0 25 0,0-25 0,-25 0 0,25 25 0,0-25 0,0 0 0,0 0 0,-25 25 0,25-25 0,0 0 0,0 0 16,0 0-16,0 25 0,0-25 0,0 0 0,0 0 0,0 0 0,0 0 0,0 0 0,0 0 0,0 0 0,0 0 0,0 0 16,0 0-16,0 0 0,0 0 0,0 24 0,0-24 15,0 0-15,0 0 0,0 0 0,25 0 0,-25 0 0,0 0 16,0 0-16,0 0 0,25 0 0,-25 0 0,0 0 15,24 0-15,-24 0 0,0 0 0,25 0 0,-25 0 16,25 0-16,-25 0 0,25 0 0,-25 0 0,25 0 0,-25 0 16,24 0-16,1 0 0,-25 0 0,25 0 0,-25 0 15,25 0-15,0 0 0,-25 0 0,25 0 0,-1 0 0,-24 0 16,25 0-16,-25 0 0,25 0 0,-25 0 0,25 0 15,-25 0-15,0 0 0,25 0 0,-25 0 0,0 0 0,0 0 16,0-24-16,0 24 0,0 0 0,0 0 0,0 0 16,0 0-16,0 0 0,0 0 0,0 0 0,0 0 0,0 0 15,-25 0-15,25 0 0,0-25 0,0 25 0,0 0 16,0 0-16</inkml:trace>
  <inkml:trace contextRef="#ctx0" brushRef="#br1" timeOffset="138832.9408">21258 6697 0,'0'0'0,"0"0"0,0 0 0,0 0 0,0 0 16,0 0-16,0 0 0,0-25 0,-25 25 0,25 0 15,0 0-15,0 0 0,0 0 0,0 0 0,0 0 0,0 0 16,0 0-16,0 0 0,0 0 0,0 0 0,0 0 16,0 0-16,25 0 0,-25 0 0,0 0 0,0 0 15,0 0-15,0 0 0,0-24 0,0 24 0,0 0 0,0 0 16,0 0-16,0 0 0,0 0 0,0 0 0,0 0 15,0 0-15,24-25 0,-24 25 0,0 0 0,0 0 0,0 0 16,0 0-16,25 0 0,-25-25 0,0 25 0,0 0 16,0 0-16,0 0 0,25 0 0,-25 0 0,0 0 15,0 0-15,0 0 0,0 0 0,0 0 0,0 0 0,25 0 16,-25 0-16,0 0 0,0 0 0,0 25 0,0-25 15,0 0-15,0 0 0,0 0 0,0 0 0,0 0 0,0 25 16,25-25-16,-25 0 0,0 0 0,-25 24 0,25-24 16,0 0-16,0 0 0,0 25 0,0-25 0,0 0 0,0 25 15,0-25-15,-25 0 0,25 0 0,0 25 0,0-25 16,0 0-16,0 0 0,-25 25 0,25-25 0,0 0 0,0 0 15,0 0-15,0 0 0,0 24 0,0-24 0,0 0 16,0 0-16,0 0 0,0 0 0,0 0 0,0 0 16,0 0-16,0 0 0,0 0 0,0 0 0,0 0 0,0 0 15,0 0-15,0 0 0,0 0 0,0 0 0,0 0 16,0 0-16,25 0 0,-25-24 0,0 24 0,0 0 15,0 0-15,25 0 0,-25 0 0,0 0 0,0 0 0,25 0 16,-25 0-16,0 0 0,0 0 0,24 0 0,-24 0 16,0 0-16,0 0 0,25 0 0,-25 24 0,0-24 0,0 0 15,0 0-15,0 0 0,25 0 0,-25 25 0,0-25 16,0 0-16,0 0 0,0 0 0,0 25 0,0-25 0,0 0 15,0 0-15,0 25 0,0-25 0,0 0 0,0 25 16,-25-25-16,25 0 0,0 25 0,0-25 0,0 0 16,0 0-16,0 24 0,0-24 0,-25 0 0,25 0 0,0 25 15,0-25-15,0 0 0,0 0 0,-24 0 0,24 0 16,0 0-16,0 0 0,0 25 0,0-25 0,0 0 0,-25 0 15,25 0-15,0 0 0,0-25 0,0 25 0,0 0 16,-25 0-16,25 0 0,0 0 0,0 0 0,0 0 16,0 0-16,0 0 0,0-25 0,0 25 0,0 0 0,0 0 15,0 0-15,0 0 0,-25 0 0,25 0 0,0 0 16,0 0-16,0 0 0,25 0 0,-25 0 0,0 0 0,0 0 15,0-24-15,0 24 0,0 0 0,0 0 0,25 0 16,-25 0-16,0 0 0,0-25 0,0 25 78,25 0-78,-25 0 78</inkml:trace>
  <inkml:trace contextRef="#ctx0" brushRef="#br1" timeOffset="138991.9499">21679 6747 0,'0'0'0,"0"0"0,0 0 0,0 0 0,0 0 16,0 0-16,0 0 0,0 0 0,0 0 0,0 0 15,0 0-15,0 0 0,0 0 0,0 0 0,0 0 0,25 0 16,-25 0-16,0 0 0,0 0 0,0 0 0,25 0 0,-25 0 16,0 0-16,25 0 0,-25 0 0,0 0 0,25 0 15,-25 0-15,24 0 0,-24 0 0,25 0 0,-25 0 16,25 0-16,-25 0 0,25 0 0,-25 0 0,25-25 0,-25 25 15,24 0-15,-24 0 0,25 0 0,-25 0 0,25 0 16,-25 0-16,25-25 0,-25 25 0,0 0 0,25 0 16,-25 0-16</inkml:trace>
  <inkml:trace contextRef="#ctx0" brushRef="#br1" timeOffset="139552.982">22448 6598 0,'0'0'0,"0"0"15,0 0-15,0 0 0,0 0 0,0-25 0,0 25 0,0 0 16,0 0-16,0 0 0,0 0 0,0 0 0,0 0 15,0 0 48,-25 0-48,25 25-15,0-25 0,0 0 0,0 0 0,0 0 0,0 25 0,-24-25 0,24 0 0,0 25 0,0-25 0,0 0 0,-25 24 0,25-24 0,0 0 0,0 25 0,-25-25 0,25 25 0,0-25 0,-25 0 0,25 25 0,-25-25 0,25 25 0,0-25 0,-24 24 0,24-24 0,0 25 0,-25-25 0,25 25 0,0-25 0,-25 0 0,25 25 16,0-25-16,0 25 0,0-25 0,-25 0 0,25 0 16,0 25-16,0-25 0,0 0 0,0 0 0,0 0 0,0 0 15,0 24-15,0-24 0,0 0 0,0 0 0,0 0 16,0 0-16,0 0 0,0 0 0,0 0 0,0-24 15,0 24-15,0 0 0,0 0 0,25 0 0,-25 0 0,0 0 16,0 0-16,0-25 0,25 25 0,-25 0 0,0 0 16,0 0-16,25-25 0,-25 25 0,0 0 0,0 0 0</inkml:trace>
  <inkml:trace contextRef="#ctx0" brushRef="#br1" timeOffset="139857.9994">22374 6747 0,'0'0'0,"0"0"0,0 0 16,0 0-16,0 0 0,0-25 0,0 25 0,25 0 0,-25 0 15,0 0-15,0 0 0,0 0 0,0 0 0,0 0 16,0 0-16,0 0 0,0 0 0,0 0 0,0 0 0,0 0 15,0 0-15,0 0 0,0 0 0,0 0 16,0 0-16,24 0 0,-24 0 0,0 0 0,0 25 0,0-25 16,0 0-16,0 0 0,25 0 0,-25 0 0,0 25 0,0-25 15,25 0-15,-25 0 0,0 24 0,0-24 0,25 0 16,-25 0-16,0 25 0,0-25 0,25 0 0,-25 25 15,0-25-15,0 0 0,24 0 0,-24 25 0,0-25 0,0 0 16,25 0-16,-25 0 0,0 0 0,0 25 0,0-25 16,0 0-16,25 0 0,-25 0 0,0 0 0,0 0 0,0 0 15,0 0-15,0 25 0,0-25 0,0 0 0,25 0 16,-25 0-16,0 0 0,0 0 0,0 0 0,0-25 0,0 25 15,0 0-15,0 0 0,0 0 0,0 0 0,25 0 16,-25 0-16,0 0 0,0 0 0,0 0 0,0 0 16,0 0-16,0 0 0,0 0 0</inkml:trace>
  <inkml:trace contextRef="#ctx0" brushRef="#br1" timeOffset="140817.0543">23440 6474 0,'0'0'16,"0"0"-16,0 0 0,0 0 0,0 0 0,0 0 0,-24 0 15,24 0-15,0 0 0,0 0 0,0 0 0,0 0 16,0 0-16,0 0 0,0 0 0,0 0 0,0 0 15,0 0-15,0 0 0,0 0 0,-25 0 0,25 0 0,0 0 16,0 0-16,0 0 0,0 0 0,0 0 0,0 0 16,-25 0-16,25 25 0,0-25 0,0 0 0,0 0 0,-25 0 15,25 25-15,0-25 0,0 0 0,0 0 0,-25 24 16,25-24-16,0 0 0,-24 25 0,24-25 0,0 0 15,0 25-15,0-25 0,-25 25 0,25-25 0,0 25 0,0-25 16,0 0-16,0 24 0,0-24 0,0 0 0,0 25 16,0-25-16,0 25 0,0-25 0,0 0 0,0 25 0,0-25 15,0 25-15,25-25 0,-25 24 0,0-24 16,0 0-16,0 25 109,99 50-109,-99-75 0,0 25 0,25-25 16,-25 0-16,24 0 0,-24 0 0,25 24 0,-25-24 0,0 0 0,25 0 0,-25 0 0,25 0 0,-25 0 0,0-24 0,25 24 0,-25 0 0,0 0 0,24 0 0,-24 0 0,0-25 0,25 25 0,-25 0 0,0-25 0,0 25 0,0 0 0,25-25 0,-25 25 0,0 0 0,0-25 0,0 25 0,0-25 0,25 25 0,-25-24 0,0 24 0,0-25 0,0 0 0,0 25 0,0-25 0,0 25 15,0-25-15,0 1 0,0 24 0,0-25 0,0 25 16,0 0-16,0-25 0,0 25 0,0-25 0,0 25 0,0 0 15,0 0-15,-25-25 0,25 25 0,0 0 0,0 0 16,0 0-16,-25-24 0,25 24 0,0 0 0,0 0 16,-25 0-16,25 0 0,0 0 0,0 0 0,-24-25 0,24 25 15,0 0-15,-25 0 0,25 0 0,-25 0 0,25 0 16</inkml:trace>
  <inkml:trace contextRef="#ctx0" brushRef="#br1" timeOffset="142278.1379">19149 7665 0,'-25'0'0,"25"0"0,0 0 0,0 0 0,0 0 0,0 0 16,0-25-16,0 25 0,-24 0 0,24 0 0,0 0 15,0 0-15,0 0 0,0 0 0,0 0 0,0 0 0,0 0 16,-25 0-16,25 0 0,0 0 0,0 0 0,0 0 15,0 0-15,0 0 0,0 0 0,0 0 0,0 0 0,0 0 16,-25 0-16,25 0 0,0 0 0,0 25 0,0-25 16,0 0-16,0 0 0,0 0 0,-25 0 0,25 24 0,0-24 15,0 0-15,0 0 0,0 25 0,0-25 0,0 0 16,0 25-16,-25-25 0,25 25 0,0-25 0,0 0 0,0 25 15,0-25-15,0 24 0,0-24 0,0 0 0,0 25 16,0-25-16,25 25 0,-25-25 0,0 0 0,0 25 16,0-25-16,0 25 0,25-25 0,-25 0 0,0 24 0,0-24 15,0 0-15,25 25 0,-25-25 0,0 0 0,0 0 16,25 25-16,-25-25 0,0 0 0,0 0 0,24 0 0,-24 0 15,0 0-15,25 0 0,-25 0 0,0 0 0,25 0 16,-25 0-16,25 0 0,-25 0 0,0 0 0,25-25 16,-25 25-16,0 0 0,24-25 0,-24 25 0,25-24 0,-25 24 15,0-25-15,0 25 0,25 0 0,-25-25 0,0 25 16,0-25-16,0 25 0,25-25 0,-25 25 0,0-24 0,0 24 15,0-25-15,0 25 0,0-25 0,0 25 0,0-25 16,0 25-16,-25-25 0,25 25 0,0-24 0,0 24 16,0-25-16,-25 25 0,25-25 0,0 25 0,-25 0 0,25-25 15,0 25-15,0-25 0,-24 25 0,24 0 0,0 0 16,0-24-16,0 24 0,0 0 0,0 0 0,-25 0 0,25 0 15,0 0-15,0 0 0,0 0 0,0 0 0,0 0 16,0 0-16,0 0 0,0 0 0,0 0 0,0 0 0,0 0 16,0 0-16,0 0 0,0 0 0</inkml:trace>
  <inkml:trace contextRef="#ctx0" brushRef="#br1" timeOffset="143398.2019">21754 7665 0,'0'0'0,"0"0"15,0 0-15,0 0 0,0 0 0,0 0 0,0 0 16,0 0-16,0 0 0,-25 0 0,25 0 0,0 0 15,0 0-15,0 0 0,0 0 0,0 0 0,0 0 0,0 0 16,0 0-16,0 0 0,0 0 47,0 0-47,0 0 0,-25 0 0,25 0 0,0 0 0,0 0 0,0 0 0,0 0 0,0 0 0,-25 0 0,25 0 0,0 0 0,0 0 0,0 24 0,-25-24 0,25 0 0,0 0 0,0 0 15,0 25-15,0-25 0,0 0 0,0 0 0,-24 25 0,24-25 16,0 0-16,0 25 0,0-25 0,0 0 0,0 25 16,0-25-16,0 24 0,0-24 0,24 25 0,-24-25 0,0 25 15,0-25-15,0 0 0,0 25 0,0-25 0,25 25 16,-25-25-16,0 0 0,0 24 0,25-24 0,-25 0 15,0 0-15,0 25 0,25-25 0,-25 0 0,0 0 0,25 0 16,-25 25-16,0-25 0,25 0 0,-25 0 0,0 0 16,24 0-16,-24 0 0,0 0 0,25 0 0,-25 0 0,0 0 15,25 0-15,-25 0 0,0 0 0,25-25 0,-25 25 16,0 0-16,0 0 0,25 0 0,-25-25 0,0 25 0,0 0 15,24-24-15,-24 24 78,0-25-78,0 25 0,0 0 0,0-25 0,0 25 0,0-25 0,0 25 0,0-25 0,0 25 0,0-24 0,0-1 0,0 25 0,0-25 0,0 0 0,-24 25 0,24-25 0,0 1 0,0 24 0,0-25 0,-25 0 0,25 25 0,0-25 0,0 25 16,-25 0-16,25-25 0,0 25 0,0 0 0,0 0 0,-25-24 0,25 24 0,0 0 0,0 0 0,0 0 0,-25 0 0,25 0 0,0 0 16,0 0-16,0 0 0,0 0 0,-24 0 0,24 0 15,0 0-15,0 0 0,0 0 0,0 24 0,0-24 16,0 0-16,0 0 0,0 0 0</inkml:trace>
  <inkml:trace contextRef="#ctx0" brushRef="#br1" timeOffset="144617.2717">23143 7590 0,'0'0'0,"0"0"0,0 0 0,0 0 0,0-25 0,0 25 15,0 0-15,0 0 0,0 0 0,0 0 0,0 0 16,0 0-16,0 0 0,0 0 0,0 0 0,0 0 16,0 0-16,0 0 0,0 0 0,0 0 0,0 0 0,0 25 15,0-25-15,0 0 0,0 0 0,0 0 0,0 0 16,0 0-16,0 25 0,0-25 0,-25 0 0,25 0 0,0 25 15,0-25-15,0 0 0,0 25 0,0-25 0,0 0 16,0 24-16,0-24 0,0 0 0,0 0 0,0 25 16,0-25-16,0 0 0,0 0 0,0 0 0,0 0 0,0 0 15,0 25-15,0-25 0,0 0 0,25 0 0,-25 0 16,0 0-16,0 0 0,0 0 0,0 0 0,0 0 0,0 0 15,0 0-15,0 0 0,25 0 0,-25 0 0,0 0 16,0 0-16,0 0 0,24 0 0,-24-25 0,0 25 16,0 0-16,0 0 0,25 0 0,-25 0 0,0 0 0,0 0 15,0 0-15,0 0 0,25 0 0,-25 0 0,0 0 16,0 0-16,0 0 0,0 0 0,25 0 0,-25 0 0,0 0 15,0 0-15,0 0 0,0 25 0,25-25 0,-25 0 16,0 0-16,0 0 0,0 0 0,0 0 0,24 25 0,-24-25 16,0 0-16,0 0 0,0 0 0,0 25 0,0-25 15,0 0-15,0 0 0,25 24 0,-25-24 0,0 0 16,0 0-16,0 25 0,0-25 0,0 0 0,0 0 0,0 0 15,0 25-15,0-25 0,0 0 0,0 0 0,0 25 16,0-25-16,0 0 0,0 0 0,-25 0 0,25 0 16,0 25-16,0-25 0,0 0 0,0 0 0,0 0 0,0 0 15,0 24-15,-24-24 0,24 0 0,0 0 0,0 0 16,0 0-16,-25 0 0,25 0 0,0 25 0,0-25 0,0 0 15,-25 0-15,25 0 0,0 0 0,0 0 0,0 0 16,0 0-16,-25 0 0,25 0 0,0 0 0,0 0 0,0 0 16,0 0-16,-25 0 0,25-25 0,0 25 0,0 0 156</inkml:trace>
  <inkml:trace contextRef="#ctx0" brushRef="#br1" timeOffset="144836.2842">23192 7491 0,'0'0'0,"0"0"0,0-25 0,0 25 16,0 0-16,0 0 0,0 0 0,0 0 0,0 0 0,0 0 0,0 0 16,0 0-16,0 0 0,0 0 0,25 0 0,-25 0 15,0 0-15,0-25 0,0 25 0,0 0 0,0 0 16,0 0-16,25 0 0,-25 0 0,0 0 0,0 0 0,0 0 15,0 0-15,0 0 0,0 0 0,0 0 0,25 0 16,-25 0-16,0 0 0,0 0 0,0 0 0,0 0 0,25 0 16,-25 0-16,0 0 0,0 0 0,24 0 0,-24 0 15,0 0-15,25 0 0,-25 0 0,0 0 0,25 0 16,-25 0-16,25 0 0,-25 0 0,0 0 0,25 0 0,-25 0 15,0 0-15,0 0 0,24 0 0,-24 0 0,0 0 16,25 0-16,-25 0 0,0 0 0,0 0 0</inkml:trace>
  <inkml:trace contextRef="#ctx0" brushRef="#br1" timeOffset="145345.3133">23589 7665 0,'0'0'0,"0"0"0,0 0 0,0 0 0,0 0 0,0 0 0,0 0 0,0 0 0,0 0 0,0 0 0,0 0 0,0 0 0,0 0 0,0 0 0,0 0 0,0 0 0,25 0 0,-25 24 0,0-24 0,0 0 0,0 0 0,25 0 0,-25 0 0,0 0 0,25 0 0,-25 0 0,0 0 0,24 0 16,-24 0-16,0 0 0,25-24 0,-25 24 0,25 0 0,-25 0 0,25 0 0,-25 0 0,0 0 0,25 0 0,-25 0 0,24 0 0,-24 0 0,25 0 15,-25 0-15,0-25 0,25 25 0,-25 0 0,0 0 16,25 0-16,-25 0 0</inkml:trace>
  <inkml:trace contextRef="#ctx0" brushRef="#br1" timeOffset="145819.3404">24333 7491 0,'0'0'0,"0"0"15,0 0-15,0 0 0,0 0 0,0 0 0,0 0 16,0 0-16,0 0 0,0 0 0,0 0 0,0 0 16,0 0-16,0 0 0,0 0 0,0 0 0,0 0 0,0 0 15,0 0-15,0 0 0,0 0 0,0 25 0,0-25 16,-24 0-16,24 0 0,0 0 0,0 25 0,0-25 0,0 0 15,-25 24-15,25-24 0,0 0 0,0 25 0,0-25 16,-25 25-16,25-25 0,0 25 0,0-25 0,-25 25 0,25-25 16,0 0-16,0 24 0,0-24 0,-25 25 0,25-25 15,0 25-15,0-25 0,-24 25 0,24-25 0,0 25 16,0-25-16,0 0 0,0 24 0,-25-24 0,25 0 0,0 0 15,0 25-15,0-25 0,0 0 0,0 0 0,0 0 16,0 0-16,0 0 0,0 0 0,0 0 0,0 0 0,0 0 16,0 0-16,0 0 0,0 0 0,0 0 0,0 0 15,0 0-15,0 0 0,0-25 0,0 25 0,25 0 0,-25 0 16,0 0-16,0-24 0,0 24 0</inkml:trace>
  <inkml:trace contextRef="#ctx0" brushRef="#br1" timeOffset="146102.3566">24284 7640 0,'0'0'0,"0"-25"0,0 25 0,0 0 0,0 0 16,0 0-16,0 0 0,0 0 0,0 0 0,0 0 0,25 0 16,-25 0-16,0 0 0,0 0 0,0 0 0,0 0 15,0 0-15,0 0 0,0 0 0,24 0 0,-24 0 0,0 0 16,0 25-16,25-25 47,25 49 31,-50-24-78,0-25 0,0 0 0,25 25 0,-25-25 0,0 0 0,0 25 0,24-25 0,-24 0 0,0 0 0,25 0 0,-25 25 0,0-25 0,25 0 0,-25 0 0,0 0 0,25 0 0,-25 0 0,0 0 0,0 0 0,25 0 0,-25 0 0,0-25 0,0 25 0,24 0 0,-24 0 0,0 0 0,0-25 0,25 25 0,-25 0 0</inkml:trace>
  <inkml:trace contextRef="#ctx0" brushRef="#br1" timeOffset="147720.4492">24904 5457 0,'0'0'0,"0"0"0,0 0 0,0 0 0,0 0 0,0 0 16,0 0-16,0 0 0,0 0 0,0 0 0,0 0 0,0 0 15,0 0-15,0 0 0,0 0 0,0 0 0,0 0 16,0 0-16,0 0 0,0 0 0,0 0 0,0 0 0,0 0 15,0 0-15,0 0 0,0 0 0,0 0 0,0 25 16,0-25-16,0 0 0,0 0 0,0 0 0,0 0 0,0 0 16,0 0-16,0 25 0,0-25 0,0 0 0,0 0 15,0 0-15,0 24 0,0-24 0,25 0 0,-25 0 16,0 25-16,0-25 0,0 0 0,0 25 0,0-25 0,0 0 15,25 25-15,-25-25 0,0 0 0,0 25 0,0-25 16,0 0-16,24 24 0,-24-24 0,0 25 0,0-25 16,0 25-16,0-25 0,25 25 0,-25-25 0,0 0 0,0 25 15,0-25-15,0 24 0,25-24 0,-25 25 0,0-25 0,0 25 16,0-25-16,0 0 0,0 25 0,25-25 0,-25 25 15,0-25-15,0 25 0,0-25 0,0 24 0,0-24 16,0 25-16,25-25 0,-25 25 0,0 0 0,0-25 0,0 25 16,0-25-16,0 24 0,0-24 0,0 25 15,0-25-15,0 25 0,0 0 0,0-25 0,0 25 0,24-25 16,-24 24-16,0-24 0,0 25 0,0-25 0,0 25 0,0-25 15,0 25-15,0-25 0,0 25 0,0-25 0,0 0 16,25 24-16,-25-24 0,0 25 0,0-25 0,0 0 0,0 25 16,0-25-16,0 25 0,0-25 0,0 25 0,0-25 15,25 24-15,-25-24 0,0 25 0,0-25 0,0 25 0,0-25 16,0 25-16,0-25 0,0 25 0,0-25 0,0 24 15,0-24-15,0 25 0,0-25 0,0 25 0,0-25 16,25 25-16,-25-25 0,0 25 0,0-25 0,0 0 0,0 24 16,0-24-16,0 0 0,0 25 0,0-25 0,0 25 15,0-25-15,0 0 0,0 25 0,0-25 0,0 0 16,0 25-16,0-25 0,0 24 0,0-24 0,0 25 0,0-25 15,0 25-15,0-25 0,0 25 0,0-25 0,0 25 16,0-25-16,0 25 0,0-25 0,0 24 0,0 1 0,0-25 16,0 25-16,0-25 0,0 25 0,0-25 0,0 25 15,0-25-15,0 24 0,0-24 0,0 0 0,0 25 0,0-25 16,-25 25-16,25-25 0,0 0 0,0 25 0,0-25 15,0 25-15,0-25 0,0 24 0,0-24 0,0 25 16,0-25-16,0 25 0,0-25 0,0 25 0,0-25 0,-25 25 16,25-1-16,0-24 0,0 25 0,0-25 0,0 25 15,-25 0-15,25-25 0,0 25 0,0-1 0,0-24 0,0 25 16,-24-25-16,24 0 0,0 25 0,0-25 0,0 25 15,0-25-15,0 0 0,0 0 0,0 0 0,0 25 16,-25-25-16,25 0 0,0 0 0,0 0 0,0 0 0,0 0 16,0 0-16,0 24 0,0-24 0,0 0 0,0 0 15,0 0-15,0 0 0,0 0 0,0 0 78,0 0-31,-25 0-47,25 0 0</inkml:trace>
  <inkml:trace contextRef="#ctx0" brushRef="#br1" timeOffset="148978.5211">2803 9376 0,'0'-25'0,"0"25"0,0 0 16,-25 0-16,25 0 0,0 0 0,0 0 0,0 0 15,0 0-15,0 0 0,0 0 0,0 0 0,0 0 0,0-24 16,0 24-16,0 0 0,0 0 0,0 0 0,0 0 16,0 0-16,0 0 0,0 0 0,0 0 0,0 0 15,0 0-15,0 0 0,0 0 0,0 0 0,0 0 0,0 0 16,0 0-16,0 0 0,0 0 0,0 0 0,0 0 0,0 0 15,0 24-15,0-24 0,0 0 0,25 0 0,-25 0 16,0 0-16,0 0 0,25 0 0,-25 0 0,0 0 0,25 0 16,-25 0-16,0 0 0,24 0 0,-24 0 0,25 0 15,-25 0-15,25 0 0,-25 0 0,0 0 0,25 0 0,-25 0 16,25 0-16,-25 0 0,24 0 0,-24 0 0,25-24 15,-25 24-15,0 0 0,25 0 0,-25 0 0,0 0 0,0 0 16,0 24-16,0-24 0,0 0 0,0 0 0,0 0 16,0 0-16</inkml:trace>
  <inkml:trace contextRef="#ctx0" brushRef="#br1" timeOffset="149274.538">2927 9525 0,'0'0'0,"0"0"16,0 0-16,0 0 0,0-25 0,0 25 0,0 0 16,0 0-16,0 0 0,0 0 0,0 0 0,0 0 15,0 0-15,0 0 0,0 0 0,0 0 0,0 0 0,0 0 16,0 0-16,0 0 0,25 0 0,-25 0 0,0 0 0,0 0 15,25 0-15,-25-25 0,0 25 0,24 0 0,-24 0 16,0 0-16,25 0 0,-25 0 0,0 0 0,25 0 0,-25 0 16,0 0-16,25 0 0,-25 0 0,25 0 0,-25 0 15,0 0-15,24 0 0,-24 0 0,25 0 0,-25 0 0,0 0 16,25 0-16,-25 0 0,0 0 0,0 0 0,0 0 15,0 0-15,0 0 0,25 0 0,-25 0 0,0 0 16,0-24-16</inkml:trace>
  <inkml:trace contextRef="#ctx0" brushRef="#br1" timeOffset="149697.5622">3101 9153 0,'0'0'15,"0"0"-15,0 0 0,0-25 0,-25 25 0,25 0 0,0 0 16,0 0-16,0 0 0,0 0 0,0 0 0,0 0 0,0 0 16,0 0-16,0 0 0,0 0 0,0 0 0,0 0 15,0 0-15,0 0 0,0 0 0,0 0 0,0 0 0,0 25 16,0-25-16,0 0 0,25 0 0,-25 0 0,0 0 15,0 0-15,24 0 0,-24 0 0,0 25 0,25-25 16,-25 0-16,25 0 0,-25 0 0,25 0 0,-25 0 0,25 25 16,-25-25-16,24 0 0,-24 0 0,25 24 0,-25-24 15,25 0-15,-25 0 0,25 25 0,-25-25 0,25 0 16,-25 25-16,24-25 0,-24 25 0,0-25 0,25 0 0,-25 25 15,0-25-15,0 24 0,0-24 0,0 25 0,0-25 0,0 25 16,0-25-16,0 25 0,0-25 0,0 25 0,0-25 16,0 24-16,0-24 0,-25 25 0,25-25 0,0 25 15,0-25-15,-24 25 0,24-25 0,-25 25 0,25-25 0,0 24 16,0-24-16,-25 25 0,25-25 0,0 0 0,0 25 15,0-25-15,-25 0 32,25 0-32,0 0 0,0 0 15,0 0-15,0 0 0,0 0 0,0 0 0,0 0 0,0 0 0,25 0 0,-25-25 0,0 25 0,0 0 0,0-25 0</inkml:trace>
  <inkml:trace contextRef="#ctx0" brushRef="#br1" timeOffset="150555.6113">4093 8880 0,'0'0'0,"0"0"0,0 0 0,0 0 0,0 0 0,0 0 16,0 0-16,0 0 0,0 0 0,0 0 0,0 0 15,0-25-15,0 25 0,0 0 0,0 0 0,0 0 16,0 0-16,0 0 0,0 0 0,0 0 0,0 0 0,0 0 15,-25 0-15,25 0 0,0 0 0,0 25 0,0-25 16,0 0-16,0 0 0,0 0 0,0 0 0,0 25 0,0-25 16,25 0-16,-25 0 0,0 25 0,0-25 0,0 0 15,0 24-15,0-24 0,0 25 0,0-25 0,0 25 0,0-25 16,0 25-16,0-25 0,25 25 0,-25-25 0,0 25 15,0-1-15,0-24 0,0 25 0,0-25 0,0 25 16,0 0-16,0 0 0,0-25 0,24 24 0,-24 1 0,0-25 16,0 25-16,0 0 0,0-25 0,0 25 0,0-25 15,0 24-15,0 1 0,0-25 0,0 25 0,0-25 0,0 0 16,0 25-16,25-25 0,-25 25 0,0-25 0,0 24 15,0-24-15,0 25 0,0-25 0,0 0 0,0 25 16,0-25-16,0 0 0,0 0 0,0 25 0,0-25 0,0 0 16,0 0-16,0 0 0,0 25 0,0-25 0,0 0 15,0 0-15,0 0 0,0 0 0,0 0 0,0 0 16,0 0-16,0 0 0,0 0 0,0 0 0,0-25 0,0 25 15,0 0-15,0 0 0,0 0 0,0 0 0,0-25 16,0 25-16,0 0 0,0 0 0,0-25 0,0 25 0,0 0 16,0 0-16,0-25 0,0 25 0,0 0 0,0 0 15,0-24-15,0 24 0</inkml:trace>
  <inkml:trace contextRef="#ctx0" brushRef="#br1" timeOffset="151144.645">4589 9079 0,'0'0'0,"0"0"15,0 0-15,0 0 0,0 0 0,-25-25 0,25 25 0,0 0 16,0 0-16,0 0 0,0 0 0,0 0 0,0 0 16,0 0-16,-25 0 0,25 0 0,0 0 0,0 0 15,0 0-15,0 25 0,0-25 0,0 0 0,0 0 0,0 0 16,0 24-16,0-24 0,-25 0 0,25 25 0,0-25 15,0 25-15,0-25 0,0 0 0,-24 25 0,24 0 16,0-25-16,0 24 0,0-24 0,0 25 0,0-25 0,0 25 16,-25 0-16,25-25 0,0 25 0,0-25 0,0 24 0,0 1 15,0-25-15,0 0 0,-25 25 0,25-25 0,0 25 16,0-25-16,0 0 0,0 25 0,0-25 0,0 0 15,25 0-15,-25 0 0,0 24 0,0-24 0,0 0 0,0 0 16,0 0-16,0 0 0,0 0 0,0 0 0,0 0 16,0 0-16,0 0 0,0 0 0,0 0 0,0 0 15,-25-24-15,25 24 0,0 0 0,0 0 0,0 0 0,0-25 16,0 25-16,25 0 0,-25-25 0,0 25 0,0-25 15,0 25-15,0-25 0,0 25 0,25-24 0,-25 24 0,0-25 16</inkml:trace>
  <inkml:trace contextRef="#ctx0" brushRef="#br1" timeOffset="151571.6694">4564 9079 0,'0'0'0,"0"-25"0,0 25 0,0 0 0,0 0 0,0 0 16,0-25-16,0 25 0,0 0 0,0 0 0,0 0 16,0 0-16,0 0 0,0 0 0,0 0 0,0 0 0,0 0 15,0 0-15,25 0 0,-25 0 0,0 0 0,0 0 16,0 0-16,0 0 0,25 25 0,-25-25 0,0 0 15,0 0-15,0 25 0,24-25 0,-24 0 0,0 24 0,0-24 16,25 0-16,-25 25 0,0-25 0,0 25 0,0-25 16,25 25-16,-25-25 0,0 25 0,0-25 0,25 24 0,-25-24 15,0 25-15,0-25 0,0 25 0,25 0 0,-25-25 16,0 25-16,0-25 0,0 24 0,0-24 0,0 0 15,0 25-15,0-25 0,0 25 0,24-25 0,-24 25 0,0-25 16,0 0-16,0 25 0,0-25 0,0 0 0,0 0 0,0 24 16,0-24-16,0 0 0,0 0 0,0 0 0,0 25 15,0-25-15,0 0 0,0 0 0,0 0 156</inkml:trace>
  <inkml:trace contextRef="#ctx0" brushRef="#br1" timeOffset="151732.6786">4564 9351 0,'-25'0'0,"25"0"0,0 0 0,0 0 0,0 0 0,0 0 0,0 0 0,-25 0 0,25 0 0,0 0 0,0 0 16,0 0-16,0 0 0,0 0 0,0-24 0,25 24 0,-25 0 16,0 0-16,0 0 0,0 0 0,0 0 0,0 0 15,25 0-15,-25 0 0,0 0 0,0 0 0,0 0 16,25 0-16,-25 0 0,0 0 0,0 0 0,0-25 0,25 25 15,-25 0-15,0 0 0,0 0 0,24 0 0,-24 0 16,0 0-16,0 0 0,0 0 0,25 0 0,-25 0 0,0 0 16,0 0-16,25 0 0,-25 0 0,0 0 0,0 0 15,0 0-15,0 0 0,0-25 0,0 25 0</inkml:trace>
  <inkml:trace contextRef="#ctx0" brushRef="#br1" timeOffset="152170.7037">4986 9227 0,'0'0'15,"0"0"-15,0 0 0,0 0 0,0 0 0,0 0 0,0 0 16,0 0-16,0 0 0,0 0 0,0 0 0,0 0 15,0 0-15,0 0 0,0 0 0,0 0 0,0 0 16,0 0-16,25 0 0,-25 0 0,0 0 0,24 0 0,-24 0 16,0 0-16,25 0 0,-25 0 0,25 0 0,-25 0 15,0 0-15,25 0 0,-25 0 0,25 0 0,-25 0 0,0 0 16,24 0-16,-24 0 0,25 0 0,-25 0 0,25 0 15,-25 0-15,25-24 0,0 24 0,-25 0 0,24 0 16,-24 0-16,25-25 0,-25 25 0,25 0 0,-25-25 0</inkml:trace>
  <inkml:trace contextRef="#ctx0" brushRef="#br1" timeOffset="152719.7351">5904 9004 0,'0'0'0,"0"0"0,0 0 0,0-25 0,0 25 15,0 0-15,0 0 0,0 0 0,0 0 0,0 0 16,0 0-16,0 0 0,0 0 0,0 0 0,0 0 0,0 0 15,0 0-15,0 0 0,-25 0 0,25 0 0,0 0 16,0 0-16,0 25 0,0-25 0,0 0 0,-25 25 16,25-25-16,0 0 0,0 25 0,0-25 0,0 25 0,0-25 15,0 24-15,-25-24 0,25 25 0,0-25 0,0 25 0,0-25 16,0 25-16,0 0 0,-25-25 0,25 24 0,0-24 15,0 25-15,0 0 0,0-25 0,0 25 0,0-25 16,-25 25-16,25-25 0,0 24 0,0-24 0,0 0 0,0 25 16,0-25-16,0 0 0,0 0 0,0 25 0,0-25 15,0 0-15,0 0 0,0 0 0,0 0 0,0 0 16,0 0-16,0 25 0,0-25 0,0 0 0,0 0 0,0 0 15,0 0-15,0-25 0,0 25 0,0 0 0,0 0 16,0 0-16,0 0 0,0-25 0,0 25 0,0 0 16,0 0-16</inkml:trace>
  <inkml:trace contextRef="#ctx0" brushRef="#br1" timeOffset="153008.7516">5854 9128 0,'0'0'0,"0"0"0,0 0 15,0 0-15,0 0 0,0 0 0,0 0 0,0 0 0,0 0 16,0 0-16,0 0 0,0 0 0,25 0 0,-25 0 15,0 0-15,0 0 0,0 0 0,0 0 0,0 0 0,25 0 16,-25 25-16,0-25 0,24 0 0,-24 0 0,0 0 16,25 25-16,-25-25 0,0 0 0,25 25 0,-25-25 15,25 0-15,-25 0 0,0 24 0,25-24 0,-25 0 0,24 25 16,-24-25-16,0 0 0,25 0 0,-25 25 0,0-25 15,25 0-15,-25 25 0,0-25 0,25 0 0,-25 25 16,0-25-16,0 0 0,0 0 0,0 24 0,25-24 0,-25 0 16,0 0-16,0 0 0,0 0 0,0 25 0,24-25 15,-24 0-15,0 0 0,0 0 0,0 0 0,0 0 0,0 0 16,0 0-16,0 0 0,0 0 0,0 0 0,0 0 15,0 0-15,25 0 0,-25 0 0</inkml:trace>
  <inkml:trace contextRef="#ctx0" brushRef="#br1" timeOffset="153383.7731">6499 8979 0,'0'0'0,"0"0"0,0 0 0,0 0 16,0-25-16,0 25 0,0 0 0,0 0 0,0 0 16,0 0-16,0 0 0,0 0 0,0 0 0,0 0 15,0 0-15,0 0 0,0 0 0,0 0 0,0 0 0,0 0 16,0 25-16,25-25 0,-25 0 0,0 0 0,0 25 15,0-25-15,0 25 0,0-25 0,0 25 0,0-25 16,0 25-16,0-25 0,0 24 0,0 1 0,0-25 0,0 25 16,0-25-16,0 25 0,0-25 0,0 25 0,0-1 15,0-24-15,0 25 0,0-25 0,0 25 0,0-25 0,0 25 16,0-25-16,0 0 0,0 25 0,0-25 0,0 0 15,0 24-15,0-24 0,0 0 0,0 0 0,0 0 0,0 0 16,0 25-16,0-25 0,0 0 0,0 0 0,0 0 16,0 0-16,0 0 0,0 0 0,0 0 0,0 0 15,0 0-15,0 0 0,0 0 0,0 0 0,-25-25 0,25 25 16,0 0-16,0 0 0,0 0 0</inkml:trace>
  <inkml:trace contextRef="#ctx0" brushRef="#br1" timeOffset="153660.7889">6350 8954 0,'0'0'16,"0"-24"-16,0 24 0,0 0 0,0 0 0,0 0 15,0 0-15,0-25 0,0 25 0,0 0 0,0 0 0,0 0 16,0 0-16,0 0 0,0 0 0,0 0 0,25 0 15,-25 0-15,0-25 0,0 25 0,0 0 0,25 0 0,-25 0 16,0 0-16,0 25 0,24-25 0,-24 0 0,25 0 16,-25 0-16,0 0 0,25 0 0,-25 0 0,0 0 0,25 25 15,-25-25-15,0 0 0,25 0 0,-25 0 0,24 24 16,-24-24-16,25 0 0,-25 0 0,0 25 0,25-25 15,-25 0-15,25 25 0,-25-25 0,0 0 0,0 25 0,0-25 16,25 0-16,-25 0 0,0 25 0,0-25 0,0 0 16,0 25-16,0-25 0</inkml:trace>
  <inkml:trace contextRef="#ctx0" brushRef="#br1" timeOffset="153926.8041">6474 9475 0,'0'0'0,"0"0"15,-25 0-15,25 0 0,0 0 0,0 0 0,0 0 0,0 0 16,0 0-16,0 0 0,0 0 0,0 0 0,0 0 16,0 0-16,0 0 0,25 0 0,-25 0 0,0 0 0,0 0 15,0 0-15,25 0 0,-25 0 0,0 0 0,0 0 16,25 0-16,-25 0 0,0 0 0,24 0 0,-24 0 15,25 0-15,-25 0 0,0 0 0,25 0 0,-25 0 0,0 0 16,25 0-16,-25 0 0,25-24 0,-25 24 0,24 0 16,-24 0-16,0 0 0,25 0 0,-25 0 0,25 0 0,-25-25 15,25 25-15,-25 0 0,0-25 0,25 25 0,-25 0 16,0 0-16,24-25 0</inkml:trace>
  <inkml:trace contextRef="#ctx0" brushRef="#br1" timeOffset="154450.8341">6796 8830 0,'0'0'0,"0"0"0,0 0 0,-24 0 16,24 0-16,0 0 0,0 0 0,0 0 0,0 0 0,0 0 15,0 0-15,0 0 0,0 0 0,0 0 0,0 0 0,0 0 16,0 0-16,0 0 0,0 0 0,0 25 0,0-25 15,0 0-15,0 0 0,0 25 0,24-25 0,-24 25 16,0-25-16,0 25 0,0-25 0,0 24 0,25-24 0,-25 25 16,0-25-16,0 25 0,0 0 0,0-25 0,25 25 15,-25 0-15,0-1 0,0-24 0,0 25 0,0 0 0,0 0 16,25-25-16,-25 25 0,0-1 0,0 1 0,0 0 15,0-25-15,0 25 0,25 0 0,-25-1 0,0-24 16,0 25-16,0 0 0,0-25 0,0 25 0,0 0 16,0-25-16,0 24 0,0-24 0,0 25 0,25-25 0,-25 25 15,0-25-15,0 0 0,0 25 0,0-25 0,24 0 0,-24 25 16,0-25-16,0 0 0,0 0 0,0 0 0,0 24 15,0-24-15,0 0 0,0 0 0,0 0 0,0-24 0,0 24 16,0 0-16,0 0 0,0 0 0,0 0 0,0-25 16,0 25-16,0 0 0,0 0 0,0-25 0,0 25 15</inkml:trace>
  <inkml:trace contextRef="#ctx0" brushRef="#br1" timeOffset="154907.8603">7590 9227 0,'0'0'0,"0"0"16,0 0-16,0 0 0,0 0 0,-25 0 0,25 0 0,0 0 15,0 0-15,0 0 0,0 0 0,0 0 0,25 25 16,-25-25-16,0 0 0,0 0 0,0 0 0,0 0 16,25 0-16,-25 0 0,25 0 0,-25 0 0,0 0 0,25 0 15,-25 0-15,24 0 0,1 0 0,-25 0 0,0 0 0,25 0 16,-25 0-16,25 0 0,-25 0 0,25 0 0,-25 0 15,0 0-15,24 0 0,-24 0 0,0 0 0,25 0 16,-25 0-16,0 0 0,25 0 0,-25-25 0,0 25 0,0 0 16,0 0-16</inkml:trace>
  <inkml:trace contextRef="#ctx0" brushRef="#br1" timeOffset="155126.8728">7615 9525 0,'0'0'0,"0"0"0,0 25 15,0-25-15,0 0 0,0 0 0,0 0 0,0 0 0,0 0 16,0 0-16,25 0 0,-25 0 0,0 0 0,25-25 16,-25 25-16,24 0 0,-24 0 0,25 0 0,-25 0 0,25 0 15,-25-25-15,25 25 0,0 0 0,-25 0 0,24 0 16,1 0-16,-25 0 0,25 0 0,0 0 0,-25 0 15,25 0-15,-25-25 0,24 25 0,-24 0 0,25 0 0,-25 0 16,25 0-16</inkml:trace>
  <inkml:trace contextRef="#ctx0" brushRef="#br1" timeOffset="169532.6967">16669 9153 0,'0'25'0,"0"-25"0,0 0 0,0 0 0,0 0 16,0 0-16,0 0 0,0 0 0,0 0 0,0 0 15,0 0-15,0 0 0,0 0 0,0 0 0,0 0 0,25 0 16,-25 0-16,0 0 0,0 0 0,24 0 0,-24 0 16,25 0-16,-25 0 0,25 0 0,-25 0 0,25 0 15,-25 0-15,0 0 0,25 0 0,-25 0 0,24 0 0,-24 0 16,25 25-16,-25-25 0,0 0 0,25 0 0,-25 0 0,0 0 15,0 0-15,0 0 0,0 0 0,0 0 0,0 0 16,0 0-16,0 0 0,0 0 0,0 0 0</inkml:trace>
  <inkml:trace contextRef="#ctx0" brushRef="#br1" timeOffset="169785.7112">16743 9401 0,'0'0'0,"0"0"0,0 0 0,0 0 15,0 0-15,0 0 0,0 0 0,0 0 0,0 0 16,0 0-16,0 0 0,0 0 0,0 0 0,0 0 16,0 25-16,0-25 0,0 0 0,25 0 0,-25 0 0,0 0 15,25 0-15,-25 0 0,0 0 0,25 0 0,-25 0 16,0 0-16,24 0 0,-24-25 0,25 25 0,-25 0 0,25 0 15,-25 0-15,25 0 0,-25 0 0,25 0 0,-25 0 16,24 0-16,1 0 0,-25 0 0,25 0 0,-25 0 16,25 0-16,0 0 0,-25 0 0,24 0 0,1 0 0,-25 0 15</inkml:trace>
  <inkml:trace contextRef="#ctx0" brushRef="#br1" timeOffset="170328.7423">17611 9029 0,'0'0'0,"0"0"15,0 0-15,0-25 0,-24 25 0,24 0 0,0 0 16,0 0-16,0 0 0,0 0 0,-25 0 0,25 0 16,0 0-16,0 0 0,0 0 0,0 0 0,0 0 0,0 0 15,-25 0-15,25 0 0,0 0 0,0 0 0,0 0 0,0 25 16,0-25-16,0 0 0,-25 0 0,25 25 0,0-25 15,0 0-15,0 25 0,-25-25 0,25 0 0,0 24 16,0-24-16,0 25 0,0-25 0,0 25 0,0-25 0,-25 25 16,25-25-16,0 25 0,0-25 0,25 24 0,-25-24 15,0 25-15,0-25 0,0 25 0,0 0 0,0-25 16,25 25-16,-25-25 0,0 24 0,0 1 0,25-25 0,-25 25 15,0-25-15,25 0 0,-25 25 0,0-25 0,25 0 16,-25 25-16,0-25 0,24 0 0,-24 0 0,0 24 16,25-24-16,-25 0 0,0 0 0,25 0 0,-25 0 0,0 0 15,25 0-15,-25-24 0,25 24 0,-25 0 0,0 0 0,24-25 16,-24 25-16,0 0 0,0-25 0,25 25 0,-25-25 15,0 25-15,0-25 0,0 25 0,0-24 47,25 24-47,-25-25 0,0 25 0,0-25 0,-25 0 0,25 25 0,0-25 0,0 1 0,0-1 0,0 25 0,0-25 0,0 0 0,-25 25 0,25-25 0,0 25 0,0-24 0,0 24 0,-24 0 16,24 0-16,0-25 0,0 25 0,-25 0 0,25 0 15,0 0-15,0 0 0,-25 0 0,25 0 0,0 0 0,0 0 16,-25 0-16,25 0 0,0 0 0,0 0 0,0 0 16,0-25-16,0 25 0,0 0 0,0 0 0</inkml:trace>
  <inkml:trace contextRef="#ctx0" brushRef="#br1" timeOffset="170827.7708">18976 9203 0,'0'0'16,"0"0"-16,0 0 0,0 0 0,0 0 0,0 0 16,0 0-16,0 0 0,0 0 0,0 0 0,0 0 0,0 24 15,24-24-15,-24 0 0,0 0 0,0 0 0,25 0 0,-25 0 16,25 0-16,-25 0 0</inkml:trace>
  <inkml:trace contextRef="#ctx0" brushRef="#br1" timeOffset="170953.778">19050 9376 0,'0'0'0,"-25"0"0,25 0 0,0 0 0,0 0 0,0 0 0,0 0 0,0 0 0,0 0 0,25 0 16,-25 0-16,0 0 0,0 0 0,0 0 0,25 0 15,-25 0-15,25 0 0,-25 0 0,0 0 0,24 0 0,-24-25 16,25 25-16,-25 0 0,25 0 0,-25 0 0,25 0 15,-25 0-15,0 0 0,25-24 0,-25 24 0,24 0 0,-24 0 16,0 0-16,0 0 0,25-25 0,-25 25 0,0 0 16,0 0-16,25 0 0,-25 0 0,0-25 0</inkml:trace>
  <inkml:trace contextRef="#ctx0" brushRef="#br1" timeOffset="171236.7942">19224 9128 0,'0'0'0,"0"0"0,0 0 0,0 0 15,0-25-15,0 25 0,0 0 0,0 0 0,0 0 0,0 0 16,0 0-16,0 0 0,0 0 0,0 0 0,0 25 16,0-25-16,24 0 0,-24 0 0,0 0 0,25 0 15,-25 0-15,0 25 0,25-25 0,-25 0 0,0 0 0,0 0 16,25 25-16,-25-25 0,0 0 0,25 25 0,-25-25 15,0 0-15,0 24 0,0-24 0,0 25 0,0-25 16,24 0-16,-24 25 0,-24-25 0,24 25 0,0-25 0,0 0 16,0 25-16,0-25 0,0 24 0,-25-24 0,25 0 15,0 25-15,-25-25 0,25 0 0,0 25 0,-25-25 0,25 0 16,-25 25-16,25-25 0,-24 25 0,24-25 0,-25 0 15,25 24-15,0-24 0,-25 0 0,25 0 0,0 0 0</inkml:trace>
  <inkml:trace contextRef="#ctx0" brushRef="#br1" timeOffset="172137.8458">20762 9054 0,'0'0'0,"0"0"16,0 0-16,0 0 0,0 0 0,-25 0 0,25 0 0,0 0 16,0 0-16,0 0 0,0 0 0,-25 0 0,25 0 15,-25-25 94,25 25-109,0 0 0,-25 0 16,25 0-16,0 0 0,0 0 0,0 0 0,-25-25 0,25 25 0,0 0 0,0 0 0,-24 0 0,24 0 0,0 0 0,-25 0 0,25 0 0,0 0 0,-25 0 0,25 0 0,0 0 0,0 0 0,-25 0 0,25 0 0,0-25 0,0 25 0,0 0 0,0 0 0,0 0 0,0 0 0,0 0 0,0 0 0,0 0 0,0 0 0,0 0 0,0 0 0,0 0 0,0 0 0,0 0 16,0 0-16,0 0 0,0 25 0,0-25 0,0 0 15,0 0-15,0 0 0,0 0 0,0 25 0,0-25 16,0 0-16,0 0 0,0 25 0,0-25 0,0 0 0,0 25 15,0-25-15,25 24 0,-25-24 0,0 25 0,0-25 16,0 25-16,0-25 0,0 25 0,0 0 0,0-25 0,0 24 16,0 1-16,0 0 0,0-25 0,0 25 0,0 0 15,-25-1-15,25-24 0,0 25 0,0 0 0,0 0 0,0-25 16,0 25 93,0 99-109,0-100 0,0-24 0,0 25 0,0 0 0,0-25 0,0 25 16,0-25-16,0 25 0,0-25 0,0 0 0,0 24 0,0-24 0,0 25 0,0-25 0,0 0 0,0 25 0,0-25 0,0 0 0,25 0 0,-25 25 0,0-25 0,0 0 0,0 0 0,0 0 0,0 0 0,0 0 0,0 0 0,0 0 0,0 0 0,0 0 0,0 0 0,0 0 0,0 0 0,25 0 0,-25 0 0,0 0 0,0 0 0,25 0 15,-25 0-15,0 0 0,24 0 0,-24 0 0,25 0 0,-25 0 16,0 0-16,25 0 0,-25 0 0,25 0 0,-25 0 0,25 0 15,-25 0-15,25 0 0,-25 0 0,24-25 0,-24 25 16,0 0-16,25 0 0,-25 0 0,25 0 0,-25 0 0,25-25 16,-25 25-16,0 0 0,25 0 0,-25 0 0,0-25 15,0 25-15,0 0 0,0 0 0,24 0 0</inkml:trace>
  <inkml:trace contextRef="#ctx0" brushRef="#br1" timeOffset="172778.8824">21208 8731 0,'0'0'0,"0"0"0,0 0 0,0 0 0,0 0 15,0 0-15,0 0 0,0 0 0,0 0 0,0 0 16,0 0-16,0 0 0,0 0 0,0 0 0,0 0 0,0 0 16,0 0-16,-25 0 0,25 0 0,0 0 0,0 0 15,0 25-15,0-25 0,0 0 0,0 0 0,-25 0 16,25 25-16,0-25 0,0 0 0,-24 25 0,24-25 0,0 24 15,-25-24-15,25 0 0,0 25 0,-25-25 0,25 25 0,0-25 16,-25 25-16,25-25 0,0 25 0,-25-25 0,25 24 16,-24-24-16,24 25 0,0-25 0,0 25 0,-25-25 15,25 0-15,0 25 0,0-25 0,0 0 0,-25 25 0,25-25 16,0 0-16,0 0 0,0 0 0,0 0 0,0 0 15,0 0-15,0 0 0,0 0 0,0 0 0,0 0 16,0 0-16,0 0 0,0 0 0,0 0 0,0 0 16,0 0-16,0 0 0,0 0 0,25 0 0,-25 0 0,0 0 15,0 0-15,0 0 0,0-25 0,25 25 0,-25 0 16,0 0-16,0-25 0,24 25 0,-24 0 0,0-25 0</inkml:trace>
  <inkml:trace contextRef="#ctx0" brushRef="#br1" timeOffset="173060.8985">21208 8880 0,'0'0'0,"0"0"0,0 0 0,0 0 0,0 0 15,0 0-15,0 0 0,0 0 0,0 0 0,0 0 0,0 0 16,0 0-16,0 0 0,0 0 0,0 0 0,0 0 16,0 0-16,0 0 0,0 0 0,0 0 0,0 25 0,25-25 15,-25 0-15,0 0 0,0 0 0,0 0 0,0 0 16,25 0-16,-25 25 0,0-25 0,0 0 0,0 0 15,24 24-15,-24-24 0,0 0 0,0 25 0,0-25 0,25 0 16,-25 25-16,0-25 0,0 0 0,25 25 0,-25-25 16,0 0-16,0 25 0,0-25 0,25 0 0,-25 25 15,0-25-15,0 0 0,0 0 0,0 0 0,0 24 16,0-24-16,25 0 0,-25 0 0,0 0 0,0 0 0,0 0 15,0 0-15,0 0 0,0 0 0,0 0 0,0 0 0,0 0 16,0 0-16,0 0 0,0 0 0,0 0 0,0 0 16,0 0-16,0 0 0,0 0 0,0 0 0,0-24 0</inkml:trace>
  <inkml:trace contextRef="#ctx0" brushRef="#br1" timeOffset="173468.9219">21779 8855 0,'0'0'0,"0"0"16,0 0-16,0 0 0,0 0 0,0 0 0,0 0 0,0 0 15,0 0-15,0 0 0,0 0 156,148-25-156,-148 25 0,25 0 0,-25 0 0,0 0 0,25 0 0,-25 0 0,0 0 0,0 0 0,25 0 0,-25 0 0,0 0 0,0 0 0,0 0 0,0 0 0,0 0 0</inkml:trace>
  <inkml:trace contextRef="#ctx0" brushRef="#br1" timeOffset="173656.9326">21803 9079 0,'0'24'0,"0"-24"16,0 0-16,0 0 0,0 0 0,0 0 0,0 0 0,0 0 15,0 0-15,0 0 0,0 0 0,0 0 0,25 0 0,-25 0 16,0 0-16,0 0 0,25 0 0,-25-24 0,0 24 16,0 0-16,25 0 0,-25 0 0,25 0 0,-25 0 15,0 0-15,24 0 0,-24 0 0,25 0 0,-25 0 0,0-25 16,25 25-16,-25 0 0,25 0 0,-25 0 0,25 0 15,-25 0-15,24 0 0,-24 0 0,25 0 0,0 0 0,-25 0 16</inkml:trace>
  <inkml:trace contextRef="#ctx0" brushRef="#br1" timeOffset="175007.0099">21382 9674 0,'0'0'0,"0"-25"0,0 25 0,0 0 15,0 0-15,0 0 0,0 0 0,0-25 0,0 25 16,0 0-16,0 0 0,0 0 0,0 0 0,-25 0 15,25 0-15,0 0 0,0 0 0,0 0 0,0 0 0,0 0 16,0 0 109,-25 50-125,0-50 0,25 25 0,0-25 0,-25 24 0,25-24 0,0 0 0,-24 25 0,24-25 0,0 25 0,-25-25 0,25 25 0,0-25 0,-25 25 0,25-25 0,0 0 0,-25 24 0,25-24 0,0 25 0,0-25 0,0 0 0,-25 25 0,25-25 0,0 0 0,0 0 0,0 0 0,0 25 0,0-25 0,0 0 0,0 0 0,0 0 15,0 0-15,0 0 0,0 0 0,0 0 0,0 0 0,0 0 0,0 0 0,0-25 0,0 25 0,0 0 0,0 0 0,0-25 16,0 25-16,0 0 0,0 0 0,25-25 0,-25 25 0,0-24 16,0 24-16,0 0 0,0-25 0</inkml:trace>
  <inkml:trace contextRef="#ctx0" brushRef="#br1" timeOffset="175292.0262">21307 9699 0,'0'0'0,"0"0"0,0 0 16,0 0-16,0 0 0,0 0 0,0 0 0,0 0 15,0 0-15,0 0 0,0 0 0,0 0 16,0 0-16,0 0 0,0 0 0,0 0 0,25 0 0,-25 0 0,0 24 15,0-24-15,0 0 0,0 0 0,0 25 0,25-25 16,-25 0-16,0 25 0,0-25 0,0 0 0,25 25 16,-25-25-16,0 0 0,0 0 0,0 25 0,24-25 0,-24 0 15,0 24-15,0-24 0,0 0 0,25 0 0,-25 25 31,0-25-31,0 0 78,0 25-78,25-25 0,-25 0 0,0 25 0,0-25 0,0 0 0,0 0 0,0 25 0,0-25 0,25 0 0,-25 0 0,0 24 0,0-24 0,0 0 0,0 0 0,0 0 0,0 0 0,0 0 0,0 0 0,0 0 0,0 0 0,0 0 0,0 0 0,0 0 0,0 0 0,0 0 0,25 0 0,-25 0 0,0-24 0,0 24 0,0 0 0,0 0 16,0 0-16</inkml:trace>
  <inkml:trace contextRef="#ctx0" brushRef="#br1" timeOffset="175647.0465">21853 9723 0,'0'0'0,"0"0"15,0 0-15,0 0 0,0 0 0,0 0 0,0 0 0,0 0 16,0 0-16,0 0 0,0 0 0,0 0 0,0 0 16,0 0-16,0 0 0,25 0 0,-25 0 0,0 0 15,0 0-15,0 0 0,25 0 0,-25 0 0,0 0 0,24 0 16,-24 0-16,0 0 0,25 0 0,-25 0 0,25 0 15,-25 0-15,0 0 0,25 0 0,-25 0 0,0 0 0,25 0 16,-25 0-16,0 0 0,0 0 0,24 0 16,-24 0-16,0 0 0,0 0 0,0 0 0,0 0 0,0 0 15,25 0-15,-25 0 0,0 0 0,0 25 0</inkml:trace>
  <inkml:trace contextRef="#ctx0" brushRef="#br1" timeOffset="175923.0623">21853 9922 0,'0'0'0,"0"0"0,0 0 15,0 0-15,0 0 0,0 0 0,0 0 0,0 0 0,0 0 16,0 0-16,0 0 0,0 0 0,0 0 0,0 0 15,0 0-15,0 0 0,25 0 0,-25 0 0,0 0 0,0 0 16,25 0-16,-25 0 0,0 0 0,24 0 0,-24 0 16,25 0-16,-25 0 0,0 0 0,25 0 0,-25 0 15,25 0-15,-25 0 0,25-25 0,-1 25 0,-24 0 0,25 0 16,-25 0-16,25 0 0,-25 0 0,25 0 0,-25 0 15,25 0-15,-25 0 0,0 0 0,24 0 0,-24 25 16,25-25-16,-25 0 0,0 0 0</inkml:trace>
  <inkml:trace contextRef="#ctx0" brushRef="#br1" timeOffset="176656.1042">22473 9624 0,'0'0'0,"0"0"0,0 0 0,0 0 0,0 0 0,0 0 16,0 0-16,0 0 0,0 0 0,-25 0 0,25 0 16,0 0-16,0 0 0,0 0 0,0 0 0,0 0 0,0 0 15,0 0-15,0 0 0,0 0 0,0 0 0,0 25 16,0-25-16,0 0 0,0 0 0,0 0 0,0 25 0,0-25 15,0 0-15,0 0 0,0 25 0,0-25 16,0 0-16,0 24 0,0-24 0,0 0 0,0 25 0,0-25 16,0 0-16,0 25 0,0-25 0,0 0 0,0 0 0,0 25 15,0-25-15,0 0 0,-25 25 0,25-25 0,0 0 16,0 0-16,0 0 0,0 24 0,0-24 0,0 0 15,0 0-15,0 0 0,0 0 0,0 0 0,0 0 0,0 0 16,0 0-16,0 0 0,0 0 0,0 0 0,0 0 16,0 0-16,25 0 0,-25 0 0,0 0 0,0 0 0,0 0 15,0 0-15,0 0 0,0 0 0,25-24 0,-25 24 16,0 0-16,0 0 0,25 0 0,-25 0 0,0 0 0,0 0 15,0 0-15,25-25 0,-25 25 0,0 0 0,0 0 16,0 0-16,0 0 0,24 0 0,-24 0 0,0 0 16,0 0-16,0 0 0,0 0 0,25 0 0,-25 0 0,0 0 15,0 0-15,0 25 0,0-25 0,0 0 0,0 0 16,0 0-16,0 0 0,0 0 0,0 0 0,25 0 15,-25 24-15,0-24 0,0 0 0,0 0 0,0 25 0,0-25 16,0 0-16,0 25 0,0-25 0,0 0 0,0 25 16,0-25-16,0 0 0,0 0 0,0 25 0,0-25 0,0 0 15,0 24-15,0-24 0,0 0 0,0 0 0,0 0 16,0 25-16,-25-25 0,25 0 0,0 0 0,0 0 0,0 0 15,0 25-15,0-25 0,0 0 0,-25 0 0,25 0 16,0 0-16,0 0 0,0 25 0,-24-25 0,24 0 16,0 0-16,0 0 0,0 0 0,-25 0 0,25 0 0,0 0 15,0 0-15,-25 0 0,25 0 0,0 0 0,0 0 16,0 0-16,-25 0 0,25-25 0,0 25 0,0 0 0,0 0 15,0 0-15,0 0 0,0-25 0,-25 25 0,25 0 16,0 0-16,0 0 0,0-25 0,0 25 0,0 0 16,0-24-16,0 24 0,0 0 0,0-25 0,25 25 0,-25 0 15,0-25-15,0 25 0</inkml:trace>
  <inkml:trace contextRef="#ctx0" brushRef="#br1" timeOffset="176875.1167">22523 9575 0,'0'0'0,"0"0"16,0 0-16,0 0 0,0 0 0,0 0 0,0 0 0,0 0 16,0 0-16,0 0 0,0-25 0,0 25 0,0 0 15,24 0-15,-24 0 0,25 0 0,-25 0 0,25 0 16,-25 0-16,25 0 0,-25 0 0,25 0 0,-25 0 0,24 0 15,-24 0-15,25 0 0,0 0 0,-25 0 0,25 0 16,-25 0-16,25 0 0,0 0 0,-25 0 0,24 0 16,1 0-16,0 0 0,-25 0 0</inkml:trace>
  <inkml:trace contextRef="#ctx0" brushRef="#br1" timeOffset="178601.2154">1960 10840 0,'0'0'0,"0"0"0,0 0 16,0 0-16,0 0 0,0 0 0,0 0 0,0 0 15,0 0-15,0 0 0,0 0 0,0 0 0,-25 0 0,25 0 16,0 0-16,0 0 0,0 0 0,0 0 0,25 0 0,-25 0 16,0 0-16,0 0 0,0 0 0,0 0 0,0 0 15,0 0-15,0 0 0,0 0 0,0 0 0,0-25 0,0 25 16,0 0-16,0 0 0,0 0 0,24 0 0,-24 0 15,0 0-15,0 0 0,0 0 0,0 25 0,25-25 0,-25 0 16,0 0-16,0 0 0,25 0 0,-25 0 0,0 0 0,25-25 16,-25 25-16,25 0 0,-25 0 0,24 0 0,-24 0 15,25 0-15,-25 0 0,25 0 0,-25 0 0,25 0 16,-25 0-16,25 0 0,-25 0 0,0-25 0,24 25 0,-24 0 15,0 0-15,25 0 0,-25 0 0,0 0 0,0 0 0,0 0 16,0 0-16,0 0 0,0 0 0,0 0 0,0 0 16,0 0-16,0 0 0,0 0 0,0 0 0,-25 0 0,25 0 15</inkml:trace>
  <inkml:trace contextRef="#ctx0" brushRef="#br1" timeOffset="178908.233">2158 10641 0,'0'0'0,"0"0"0,0 0 15,0 0-15,-25 0 0,25 0 0,0 0 0,0 0 16,0 0-16,0 0 0,0 0 0,0 0 0,25 0 0,-25 25 15,0-25-15,0 0 0,0 0 0,0 0 0,0 0 0,0 25 16,0-25-16,0 0 0,0 25 0,0-25 0,0 0 16,0 24-16,0-24 0,0 0 0,0 25 0,0-25 0,25 25 15,-25-25-15,0 25 0,0-25 0,0 25 0,0-25 16,0 24-16,0-24 0,0 25 0,0-25 0,0 25 0,0-25 15,0 25-15,0-25 0,0 25 0,0-25 0,0 0 16,0 24-16,0-24 0,0 0 0,0 25 0,0-25 0,0 0 16,0 25-16,0-25 0,0 0 0,0 0 0</inkml:trace>
  <inkml:trace contextRef="#ctx0" brushRef="#br1" timeOffset="179620.2737">2356 10641 0,'-24'0'0,"24"0"15,0 0-15,0 0 0,0 0 0,0 0 0,0 0 16,0 0-16,0 0 0,0 0 0,0 0 0,0 0 0,0 0 16,0 0-16,0 0 0,0 0 0,0 0 0,0 0 15,24 0-15,-24 0 0,174 99 156,-174-74-156,25-25 0,-25 0 0,0 25 0,25-25 0,-25 25 0,0-25 0,0 0 0,0 25 0,24-25 0,-24 24 0,0-24 0,0 25 0,0-25 0,0 25 0,0-25 0,0 25 0,0-25 0,0 25 0,0-25 0,-24 24 0,24-24 0,0 0 0,0 25 0,0-25 0,-25 25 0,25-25 0,0 0 16,-25 25-16,25-25 0,0 0 0,-25 25 0,25-25 0,0 0 0,-25 0 0,25 24 0,0-24 0,0 0 0,-24 0 0,24 0 0,0 0 0,0 0 15,0 0-15,0 0 0,-25 0 0,25 0 0,0 0 0,0 0 16,0 0-16,0 0 0,25-24 0,-25 24 0,0 0 16,0 0-16,0 0 0,0-25 0,24 25 0,-24 0 0,0 0 15,0 0-15,0 0 0</inkml:trace>
  <inkml:trace contextRef="#ctx0" brushRef="#br1" timeOffset="180160.3046">3398 10567 0,'0'-25'15,"0"25"-15,0 0 0,0 0 0,0 0 0,0 0 0,0 0 16,-25 0-16,25 0 0,0 0 0,0 0 0,0 0 15,0 0-15,0 0 0,0 0 0,0 0 0,0 0 0,0 25 16,0-25-16,-24 0 0,24 0 0,0 0 0,0 0 16,0 25-16,0-25 0,0 24 0,0-24 0,0 25 15,-25-25-15,25 25 0,0-25 0,0 25 0,0-25 0,0 25 16,-25-1-16,25-24 0,0 25 0,0 0 0,0-25 0,-25 25 15,25 0-15,0-25 0,0 24 0,-25-24 0,25 25 16,0-25-16,0 25 0,0-25 0,0 25 0,0-25 16,0 25-16,-24-25 0,24 0 0,0 0 0,0 24 0,0-24 15,0 0-15,0 0 0,0 0 0,0 0 0,0 0 16,0 0-16,0 0 0,0 0 0,0 0 0,0 0 15,0 0-15,0 0 0,0 0 0,0 0 0,0 0 0,0-24 16,24 24-16,-24 0 0,0 0 0,0-25 0,0 25 16,0 0-16,0 0 0,0-25 0,0 25 0,25 0 0,-25-25 15</inkml:trace>
  <inkml:trace contextRef="#ctx0" brushRef="#br1" timeOffset="180402.3185">3299 10790 0,'0'0'0,"0"0"0,0 0 0,0 0 0,0 0 0,0-25 16,0 25-16,0 0 0,0 0 0,0 0 0,0 0 0,0 0 15,0 0-15,25 0 0,-25 0 0,0 0 0,0 0 16,0 0-16,0 0 0,0 0 0,25 0 0,-25 0 0,0 0 15,24 0-15,-24 0 0,0 0 0,0 0 0,25 25 16,-25-25-16,0 0 0,25 0 0,-25 25 0,0-25 0,25 0 16,-25 25-16,0-25 0,0 24 0,25-24 0,-25 0 15,0 25-15,0-25 0,24 0 0,-24 25 0,0-25 16,0 25-16,25-25 0,-25 0 0,0 25 0,0-25 0,0 0 15,0 0-15,25 24 0,-25-24 0,0 0 0,0 0 16,0 0-16,0 0 0,0 0 0,0 25 0,0-25 0,0 0 16,0 0-16,0-25 0,0 25 0,0 0 0,25 0 15,-25 0-15,0 0 0,0-24 0</inkml:trace>
  <inkml:trace contextRef="#ctx0" brushRef="#br1" timeOffset="180691.335">3795 10716 0,'0'0'0,"0"0"0,0-25 0,0 25 0,0 0 16,0 0-16,0 0 0,0 0 0,0 0 0,0 0 0,0 0 15,0 0-15,0 0 0,0 0 0,0 0 0,25 0 16,-25 25-16,0-25 0,0 0 0,0 0 0,0 0 0,25 0 16,-25 0-16,0 0 0,25 0 0,-25 0 0,0 0 15,0 0-15,24 0 0,-24 0 0,0 0 0,0 0 16,25-25-16,-25 25 0,0 0 0,0 0 0,25 0 0,-25 0 15,0 25-15,0-25 0,0 0 0,25 0 0,-25 0 16,0 0-16,0 0 0,0 0 0,0 0 0,0 24 0,0-24 16</inkml:trace>
  <inkml:trace contextRef="#ctx0" brushRef="#br1" timeOffset="180917.3479">3894 10939 0,'0'0'0,"0"0"0,0 0 0,0 0 0,0 0 0,0 0 15,0 0-15,0 0 0,0 0 0,0 0 0,0 0 16,0 0-16,25 0 0,-25 0 0,0-25 0,0 25 0,0 0 16,0 0-16,0 0 0,25 0 0,-25 0 0,0 0 15,0 0-15,25 0 0,-25 0 0,0 0 0,0 0 0,25 0 16,-25 0-16,0 0 0,24 0 0,-24 0 0,0 0 15,0 0-15,25 0 0,-25 0 0,25 0 0,-25 0 16,25 0-16,0-25 0,-25 25 0</inkml:trace>
  <inkml:trace contextRef="#ctx0" brushRef="#br1" timeOffset="182008.4103">5953 10889 0,'0'0'0,"0"0"0,0 0 0,0 0 0,0 0 0,-25 0 16,25 0-16,0 0 0,0 0 0,0 0 0,0 0 15,0 0-15,0 0 0,0 0 0,25 0 0,-25 0 0,0 0 16,0 0-16,0 0 0,0 0 0,0 0 0,0 0 15,25 0-15,-25 0 0,0 0 0,25 0 0,-25 0 16,0 0-16,25 0 0,-25 0 0,24 0 0,-24 0 16,25 0-16,-25 0 0,25 0 0,-25 0 0,25 0 0,-25 0 15,25 0-15,-25 0 0,24 0 0,-24 0 0,0 0 0,25 0 16,-25 0-16,25-25 0,-25 25 0,0 0 0,0 0 15,0 0-15,0 0 0,0 0 0,0 0 0,0 0 16,0 0-16,0 0 0,0 0 0</inkml:trace>
  <inkml:trace contextRef="#ctx0" brushRef="#br1" timeOffset="182273.4255">6028 10988 0,'0'0'0,"0"0"0,0 0 15,0 0-15,0 0 0,0 0 0,0 0 0,0 0 16,0 0-16,0 0 0,0 0 0,0 0 0,0 0 0,0 0 16,0 0-16,0 0 0,0-24 0,24 24 0,-24 0 15,0 0-15,25 0 0,-25 0 0,25 0 0,-25 0 0,25 0 16,-25 0-16,25 0 0,-25 0 0,24 0 0,-24 0 15,25 0-15,-25 0 0,0 0 0,25 0 0,-25 0 0,25-25 16,-25 25-16,25 0 0,-25 0 0,0 0 0,24 0 16,-24-25-16,0 25 0,0 0 0,25 0 0,-25-25 15,0 25-15,0 0 0,0 0 0</inkml:trace>
  <inkml:trace contextRef="#ctx0" brushRef="#br1" timeOffset="182642.4466">6226 10691 0,'0'0'0,"0"0"16,0 0-16,0 0 0,0 0 0,0 0 0,0 0 16,-25 0-16,25 0 0,0 0 0,0 0 0,0 0 15,25 0-15,-25 0 0,0 0 0,0 25 0,0-25 0,0 0 16,0 0-16,0 0 0,25 0 0,-25 0 0,0 0 0,0 0 15,25 0-15,-25 24 0,0-24 0,24 0 0,-24 0 16,25 0-16,-25 0 0,25 0 0,-25 25 0,0-25 16,25 0-16,-25 0 0,25 0 0,-25 25 0,24-25 0,-24 0 15,0 0-15,25 25 0,-25-25 0,0 0 0,25 25 16,-25-25-16,0 24 0,0-24 0,25 0 0,-25 25 15,0-25-15,0 25 0,0-25 0,0 25 0,0-25 0,-25 0 16,25 25-16,0-25 0,0 24 0,-25-24 0,25 25 16,0-25-16,0 25 0,-25-25 0,25 0 0,-24 25 15,24-25-15,0 25 0,-25-25 0,25 0 0,0 24 0,0-24 16,-25 0-16,25 0 0,0 0 0,0 25 0,0-25 0,-25 0 15,25 0-15,0 0 0,0 0 0,0 0 0,0 0 16,0 0-16,0 0 0,0-25 0,0 25 0,0 0 16,0 0-16</inkml:trace>
  <inkml:trace contextRef="#ctx0" brushRef="#br1" timeOffset="184341.5438">7962 10492 0,'0'0'0,"0"0"15,0 0-15,0 0 0,0 0 0,0 0 0,0 0 16,0 0-16,0 0 0,0 0 0,0 0 0,0 0 0,0 0 15,0 0-15,0 0 0,0 0 0,0 0 0,0 0 16,0 0-16,-25 0 0,25 0 0,0 0 0,0 0 16,0 0-16,0 0 0,0 0 0,0-24 0,0 24 15,0 0-15,0 0 0,0 0 0,0 0 0,0 0 0,0 0 16,0 0-16,0 0 0,0 0 0,0 0 0,0 0 0,0 0 15,-24 24-15,24-24 0,0 0 0,0 0 0,0 0 16,0 0-16,0 0 0,0 0 0,0 0 0,0 0 16,-25 0-16,25 0 0,0 0 0,0 25 0,0-25 0,0 0 15,0 0-15,-25 0 0,25 0 0,0 25 0,0-25 16,0 0-16,-25 0 0,25 25 0,0-25 0,0 0 15,0 25-15,-25-25 0,25 0 0,0 24 0,0-24 0,0 0 16,0 25-16,0-25 0,0 0 0,-24 25 0,24-25 0,0 25 16,0-25-16,0 25 0,0-25 0,-25 24 0,25-24 15,0 25-15,0-25 0,0 0 0,0 25 0,0-25 16,0 25-16,0-25 78,0 25 0,0 198-78,0-223 0,0 25 0,0-25 0,0 0 0,0 24 0,0-24 0,0 25 0,0-25 0,-25 0 0,25 25 0,0-25 0,0 0 0,0 25 0,0-25 0,0 25 0,0-25 0,0 0 0,0 25 0,0-25 0,0 0 15,0 24-15,0-24 0,0 0 0,0 25 0,0-25 0,0 25 0,0-25 0,0 0 0,0 25 0,0-25 0,0 0 0,0 25 0,0-25 0,0 0 0,0 24 0,0-24 0,0 25 0,0-25 0,0 0 0,0 25 0,0-25 16,0 25-16,25-25 0,-25 0 0,0 25 0,0-25 0,0 24 16,0-24-16,25 25 0,-25-25 0,0 0 0,0 25 15,0-25-15,0 25 0,24-25 0,-24 25 0,0-25 16,0 24-16,0-24 0,25 25 0,-25-25 0,0 25 15,0-25-15,25 25 0,-25-25 0,0 0 0,0 25 0,25-25 16,-25 24-16,0-24 0,0 0 0,0 25 0,0-25 16,25 25-16,-25-25 0,0 25 0,0-25 0,0 25 0,24-25 15,-24 24-15,0-24 0,0 25 0,25-25 0,-25 25 16,0-25-16,0 25 0,25-25 0,-25 25 0,0-25 0,0 0 15,25 24-15,-25-24 0,0 25 156,50 25-156,-50-50 0,0 0 0,0 0 0,24-25 0,-24 25 0,0 0 0,0-25 0,0 25 0,0 0 0,0-25 0,0 25 0,0-24 0,-24 24 0,24-25 0,0 25 0,0-25 0,0 25 16</inkml:trace>
  <inkml:trace contextRef="#ctx0" brushRef="#br1" timeOffset="186708.6792">9550 10691 0,'0'0'0,"-25"0"0,25 0 0,0 0 0,0 0 0,0 0 16,0 0-16,0 0 0,-25 0 0,25 0 0,0 0 15,0 0-15,0 0 0,0 0 0,0 0 0,0 0 0,0 0 16,0 0-16,0 0 0,0 0 0,0 0 0,0 0 16,25 0-16,-25 0 0,0 0 0,0 0 0,0 0 0,25 0 15,-25 0-15,0 0 0,25 0 0,-25 0 0,0 0 16,24 0-16,-24 0 0,25 0 0,-25 0 0,25 0 15,-25 0-15,0 0 0,25 0 0,-25 0 0,25 0 0,-25 0 16,0 0-16,24 0 0,-24-25 0,25 25 0,-25 0 0,0 0 16,25 0-16,-25 0 0,0 0 0</inkml:trace>
  <inkml:trace contextRef="#ctx0" brushRef="#br1" timeOffset="187272.7114">10120 10592 0,'0'-25'0,"-24"25"0,24 0 0,0 0 15,0 0-15,0 0 0,-25 0 0,25-25 0,0 25 16,0 0-16,0 0 0,0 0 0,0 0 0,0 0 16,0 0-16,0 0 0,0 0 0,0 0 0,0 0 0,25 0 15,-25 0-15,0 0 0,0 0 0,0 0 0,0 0 16,0 0-16,0 0 0,0 0 0,0 0 0,0 0 15,24 0-15,-24 0 0,0 0 0,25 0 0,-25 0 0,0 0 16,0 0-16,25 0 0,-25 0 0,0 0 0,25 25 16,-25-25-16,0 0 0,0 0 0,0 0 0,25 25 0,-25-25 15,0 0-15,0 24 0,0-24 0,0 0 0,0 25 16,0-25-16,0 0 0,0 25 0,0-25 0,0 25 0,0-25 15,0 0-15,0 25 0,-25-25 0,25 24 0,0-24 16,0 25-16,0-25 0,-25 0 0,25 25 0,0-25 0,0 25 16,0-25-16,-25 0 0,25 25 0,0-25 0,0 24 15,0-24-15,-25 0 0,25 0 0,0 25 0,0-25 0,0 0 16,0 0-16,0 0 0,0 25 0,0-25 0,0 0 15,0 0-15,0 0 0,0 0 0,0 0 0,0 0 16,0 0-16,0 0 0,0 0 0,0 0 0,0 0 0,0 0 16,0 0-16,0 0 0,25 0 0,-25 0 0,0 0 15,0 0-15,25 0 0,-25 0 0,0 0 0,25 0 16,-25 0-16,0 0 0,25 0 0,-25 0 0,0 0 0,24 0 15,-24 25-15,25-25 0,-25 0 0,0 0 0,25 0 16,-25 0-16,25 0 0,-25 0 0,25 0 0,-25-25 0,24 25 16,-24 0-16,25 0 0,-25 0 0,25 0 0,0 0 15,-25 0-15,0 0 0,25 0 0,-25 0 0,24 0 0</inkml:trace>
  <inkml:trace contextRef="#ctx0" brushRef="#br1" timeOffset="188721.7943">11137 10666 0,'0'0'16,"0"0"-16,0 0 0,0 0 0,0 0 0,0 0 16,0-25-16,-25 25 0,25 0 0,0 0 0,0 0 15,0 0-15,0 0 0,0 0 0,0 0 0,-24 0 0,24 0 0,0-25 16,0 25-16,0 0 0,0 0 0,0 0 0,0 0 15,0 0-15,0 0 0,0 0 0,0 0 0,0 0 16,0 0-16,0 0 0,0 0 0,0 0 0,0 0 0,0 0 16,0 0-16,0 0 0,0 0 0,0 0 0,0 0 15,0 0 48,0 0-48,0 0-15,0 0 0,0 0 0,0 0 0,0 0 0,0 0 0,0 0 0,0 0 0,0 0 0,0 0 0,0 0 0,0 0 0,0 0 0,0 0 0,0 0 0,0 0 0,0 0 0,0 0 0,0 0 0,0 0 0,0 0 0,0 0 0,0 0 0,0 0 0,0 0 0,0 0 0,0 0 0,0 0 0,0 0 0,0 0 0,0 0 16,0 0-16,0 0 0,0 0 0,0 0 0,0 0 15,0 0-15,0 0 0,0 0 0,0 0 0,0 0 16,0 0-16,0 0 0,0 0 0,0 0 0,0 0 0,0 0 16,0 0-16,0 0 0,0 0 0,0 0 0,0 0 15,0 0-15,0 0 0,0 0 0,0 0 0,0 0 0,0 0 16,0 0-16,0 0 0,0 0 0,0 0 0,-25 0 15,25 0-15,0 0 0,0 0 0,0 0 0,0 0 16,0 0-16,0 0 0,0 0 0,0 0 0,0 0 0,25 0 16,-25 0-16,0 0 0,0 0 0,0 0 0,0 0 15,0 0-15,0 0 0,0 0 0,0 0 0,0 0 0,0 0 16,0 0-16,0 0 0,0 0 0,0 0 0,0 0 15,0 0-15,0 0 0,0 0 0,0 0 0,0 0 16,0 0-16,0 0 0,0 0 0,0 0 0,0 0 0,0 0 16,0 0-16,0 0 0,0 0 0,0 0 0,0 0 15,0 0-15,0 0 0,0 0 0,0 0 0,0 0 0,0 25 16,0-25-16,0 0 0,0 0 0,0 0 0,0 25 15,0-25-15,0 0 0,0 25 0,0-25 0,0 25 16,0-25-16,0 0 0,0 24 0,0-24 0,0 25 0,0-25 16,0 0-16,0 25 0,0-25 0,0 0 0,24 25 15,-24-25-15,0 0 0,0 25 0,0-25 0,25 0 0,-25 24 16,0-24-16,25 0 0,-25 0 0,0 25 0,25-25 15,-25 0-15,0 0 0,25 0 0,-25 25 0,0-25 0,0 0 16,0 0-16,25 0 0,-25 0 0,0 25 0,0-25 16,24 0-16,-24 0 0,0 0 0,25 0 0,-25 0 0,0 0 15,0 0-15,25 0 0,-25 0 0,0 0 0,25 0 16,-25 0-16,0 0 0,25 0 0,-25 0 0,24 0 15,-24 0-15,25 0 0,-25 0 0,25 0 0,-25 0 0,25-25 16,-25 25-16,25 0 0,-1 0 0,-24 0 0,0-25 16,25 25-16,-25 0 0,0 0 0,0-25 0,25 25 93,-75-223-15,50 223-78,0-25 0,-24 25 0,24-24 0,0 24 0,-25 0 0,25-25 0,-25 25 0,25 0 0,0-25 0,-25 25 0,25 0 0,-25 0 0,25 0 0,-24-25 0,24 25 0,-25 0 0,25 0 0,-25 0 0,0 0 0,25-25 0,-25 25 0,25 0 0,-24 0 0,24 0 0,0 0 0,-25 0 0,25 0 0,-25 0 0,25 0 0,0 0 16,0 0-16,-25 0 0,25 0 0,0 0 0,-25 25 0,25-25 0,0 0 0,0 0 0,-25 0 0,25 25 0,0-25 15,0 0-15,0 0 0,-24 0 0,24 25 0,0-25 0,0 0 16,0 0-16,-25 0 0,25 0 0,0 25 0</inkml:trace>
  <inkml:trace contextRef="#ctx0" brushRef="#br1" timeOffset="191066.9284">8632 11410 0,'0'0'0,"0"0"0,0 0 0,0 0 0,-25-25 0,25 25 15,0 0-15,0 0 0,0 0 0,0 0 0,0 0 16,0-24-16,0 24 0,0 0 0,0 0 0,0 0 16,0 0-16,0 0 0,0-25 0,25 25 0,-25 0 0,0 0 15,0 0-15,0 0 0,0 0 0,25 0 0,-25 0 0,0-25 16,0 25-16,0 0 0,0 0 0,0 0 0,25 0 15,-25 0-15,0 0 0,0 0 0,0 0 0,0 0 16,24 25-16,-24-25 0,0 0 0,0 0 0,0 0 16,0 0-16,0 25 0,25-25 0,-25 0 0,0 0 0,0 0 15,0 24-15,0-24 0,0 0 0,25 0 0,-25 25 16,0-25-16,0 0 0,0 25 0,0-25 0,0 0 0,0 25 15,0-25-15,0 0 0,0 25 0,0-25 0,0 0 16,0 24-16,-25-24 0,25 0 0,0 25 0,0-25 16,-25 25-16,25-25 0,0 0 0,0 25 0,-24-25 0,24 25 15,0-25-15,0 0 0,0 24 0,-25-24 0,25 0 0,0 25 16,0-25-16,0 0 0,0 0 0,-25 25 0,25-25 15,0 0-15,0 0 0,0 0 0,0 0 0,0 25 16,0-25-16,0 0 0,0 0 0,0 0 0,0 0 0,0 0 16,0 0-16,0 25 0,0-25 0,0 0 0,0 0 15,0 0-15,0 0 0,0 0 0,0 0 0,0 0 0,0 0 16,0 0-16,0 0 0,0 0 0,0 0 0,0 0 15,0 0-15,0 0 0,0 0 0,0 0 0,0 0 16,0 0-16,0 0 0,0 0 0,0 0 0,0 0 0,0 0 16,0 0-16,25 0 0,-25 0 0,0 0 0,0 0 15,25-25-15,-25 25 0,0 0 0,24 0 0,-24 0 0,0 0 16,25 0-16,-25 0 0,25 0 0,-25 0 0,25 0 15,-25 0-15,25 0 0,-25 0 0,0 0 0,24 0 16,-24-25-16,0 25 31,25 0-31,-25 0 47,0 0-47,0 0 0,0 0 0,25 0 0,-25 0 0,0 0 0,0 0 0,0 0 0,0 0 0,0 0 0,0 0 0,0 0 0,0-25 0,-25 25 0,25 0 0,0 0 0,0 0 0,0 0 16,0 0-16</inkml:trace>
  <inkml:trace contextRef="#ctx0" brushRef="#br1" timeOffset="191601.959">8285 11534 0,'0'0'0,"0"0"16,0 0-16,0 0 0,0 0 0,0 0 0,0 0 15,0 0-15,0 0 0,0 0 0,0 0 0,0 0 0,0 0 16,0 0-16,0 0 0,0 0 0,0 0 0,0 0 16,0 0-16,0 0 0,0 0 0,0 0 0,0 0 0,0 0 15,0 0-15,0 0 0,0 0 0,0 0 0,0 0 16,0 0-16,0 25 0,0-25 0,0 0 0,0 0 15,0 0-15,0 0 0,0 0 0,0 0 0,25-25 0,-25 25 16,0 0-16,0 0 0,24 0 0,-24 0 0,0 0 16,25 0-16,-25 0 0,25 0 0,-25 0 0,0 0 0,25 0 15,-25 0-15,25 0 0,-25 0 0,24 0 0,-24 0 16,25-25-16,-25 25 0,25 0 0,-25 0 0,25 0 15,-25 0-15,25 0 0,-25 0 0,0 0 0,24 0 0,-24 0 16,0 0-16,0 0 0</inkml:trace>
  <inkml:trace contextRef="#ctx0" brushRef="#br1" timeOffset="196483.2382">11361 11509 0,'0'0'0,"0"0"0,0 0 0,0 0 0,0 0 16,0 0-16,0 0 0,0-24 0,0 24 0,0 0 0,0 0 15,0 0-15,0 0 0,0 0 0,0 0 0,0 0 16,0 0-16,0 0 0,0 0 0,0 0 0,0 0 0,0 0 16,0 0-16,0 0 0,0 0 0,0 0 0,0 0 15,0 0-15,0 0 0,0 0 0,0-25 0,0 25 16,0 0-16,0 0 0,0 0 0,0 0 0,0 0 0,0 0 15,0 0-15,0 0 0,-25 0 110,25 0-95,0 0-15,0 0 0,0 0 0,0 0 0,0 0 0,0 0 0,0 0 0,0-25 0,0 25 0,0 0 0,-25 0 0,25 0 0,0 0 0,0 0 0,0 0 0,0 0 0,0 0 0,0 0 0,0 0 0,-25 0 0,25 0 0,0 0 0,0 0 0,0 25 0,0-25 0,0 0 0,-25 0 0,25 0 0,0 0 0,0 0 16,0 0-16,0 0 0,0 0 0,0 0 0,-24 0 0,24 0 0,0 25 0,0-25 0,0 0 0,0 0 0,0 0 0,0 0 15,-25 0-15,25 24 0,0-24 0,0 0 0,0 0 16,0 0-16,0 0 0,0 25 0,0-25 0,0 0 0,0 0 16,0 0-16,0 25 0,0-25 0,0 0 0,0 0 15,0 25-15,0-25 0,0 0 0,0 0 0,0 0 0,0 25 16,-25-25-16,25 0 0,25 0 0,-25 24 0,0-24 15,0 0-15,0 0 0,0 25 0,0-25 0,0 0 16,0 25-16,0-25 0,0 0 0,0 0 0,25 25 0,-25-25 16,0 0-16,0 0 0,0 0 0,24 25 0,-24-25 15,0 0-15,0 24 0,0-24 0,25 0 0,-25 0 0,0 25 16,0-25-16,25 0 0,-25 0 0,0 25 0,0-25 15,25 0-15,-25 0 0,0 25 0,0-25 0,25 0 0,-25 0 16,0 25-16,24-25 0,-24 0 0,0 0 0,0 0 16,25 0-16,-25 0 0,0 24 0,25-24 0,-25 0 15,0 0-15,0 0 0,25 0 0,-25-24 0,0 24 0,25 0 16,-25 0-16,0 0 0,0 0 0,24 0 0,-24-25 15,0 25-15,0 0 0,25 0 0,-25 0 0,0-25 16,0 25-16,25 0 0,-25 0 0,0-25 0,0 25 0,0 0 16,25 0-16,-25-25 0,0 25 0,0 0 0,0-24 0,0 24 15,25 0-15,-25-25 0,0 25 0,0 0 0,0-25 16,0 25-16,0 0 0,0-25 0,0 25 0,0-25 15,0 25-15,0 0 0,0-24 0,0 24 0,-25 0 0,25-25 16,0 25-16,0-25 0,0 25 0,0 0 0,0 0 16,-25-25-16,25 25 0,0 0 0,0-25 0,-25 25 0,25 0 15,0 0-15,0 0 0,-25 0 0,25-24 0,0 24 16,0 0-16,0 0 0,-24 0 0,24 0 0,0 0 15,0 0-15,0 0 0,-25-25 0,25 25 0,0 0 16,0 0-16,0 0 0,0 0 0,0 0 0,0 0 0,0-25 16,0 25-16,0 0 0,0 0 0,0 0 0,0 0 0,0 0 15,0 0-15,0 25 0,-25-25 0,25 0 0,0 0 16,0 0-16,-25 25 0</inkml:trace>
  <inkml:trace contextRef="#ctx0" brushRef="#br1" timeOffset="198086.3299">8657 12278 0,'0'0'16,"0"0"-16,0 0 0,0 0 0,0-24 0,0 24 0,0 0 16,0 0-16,0 0 0,0 0 0,0 0 0,0 0 15,0 0-15,-25 0 0,25 0 0,0 0 0,0 0 16,0 0-16,0-25 0,0 25 0,0 0 0,0 0 0,0 0 15,0 0-15,0 0 0,-25 0 0,25 0 0,0 0 16,0 0-16,0 0 0,0 0 0,0 0 0,0 0 0,0 0 16,0 0-16,-25 0 0,25 0 0,0 25 0,0-25 15,0 0-15,0 0 0,-24 0 0,24 0 0,0 0 16,0 0-16,0 0 0,0 24 0,-25-24 0,25 0 0,0 0 15,0 25-15,0-25 0,0 0 0,0 0 0,0 25 16,0-25-16,0 0 0,0 0 0,0 25 0,0-25 0,0 25 16,0-25-16,0 0 0,25 24 0,-25-24 0,0 0 15,0 25-15,0-25 0,0 25 0,0-25 0,0 0 0,0 25 16,0-25-16,24 25 0,-24-25 0,0 0 0,0 24 15,0-24-15,25 0 0,-25 25 0,0-25 0,25 0 16,-25 25-16,0-25 0,25 0 0,-25 0 0,25 0 0,-25 25 16,24-25-16,-24 0 0,0 0 0,25 0 0,-25 0 15,25 0-15,-25 0 0,0 0 0,25-25 0,-25 25 16,25 0-16,-25 0 0,0-25 0,0 25 0,24 0 0,-24 0 15,0-25-15,0 25 0,25-24 0,-25 24 0,0 0 16,0-25-16,0 25 0,0-25 0,0 25 0,0-25 0,0 25 16,0-25-16,0 25 0,0-24 0,0 24 0,0-25 15,0 25-15,-25-25 0,25 25 0,0-25 0,0 25 0,-24-25 16,24 25-16,0 0 0,-25-24 0,25 24 0,0 0 15,-25-25-15,25 25 0,0 0 0,0 0 0,-25-25 16,25 25-16,0 0 0,-25 0 0,25 0 0,0-25 0,0 25 16,0 0-16,0 0 0,-24 0 0,24 0 0,0 0 15,0 0-15,0 0 0,0 0 0,0 0 0,0 0 0,0 0 94,0 0-94,0 0 0,0 0 0,0 0 0,24 0 0,-24 25 0,0-25 0,0 0 0</inkml:trace>
  <inkml:trace contextRef="#ctx0" brushRef="#br1" timeOffset="198856.374">10319 12229 0,'0'0'0,"0"0"16,0 0-16,0 0 0,-25 0 0,25 0 0,0 0 0,0 0 15,0 0-15,0-25 0,-25 25 0,25 0 0,0 0 16,0 0-16,0 0 0,0 0 0,-25 0 0,25 0 0,0 0 16,0 0-16,0 0 0,0 0 0,0 0 0,0 0 15,0 0-15,-24 0 0,24 0 0,0 0 0,0 0 0,0 25 16,0-25-16,0 0 0,0 0 0,-25 0 0,25 0 15,0 0-15,0 0 0,0 25 0,0-25 0,0 0 16,0 0-16,0 0 0,0 24 0,0-24 0,0 0 16,0 25-16,0-25 0,0 0 0,0 25 0,0-25 0,0 25 15,0-25-15,0 25 0,0-25 0,0 24 0,0-24 16,0 25-16,25-25 0,-25 0 0,0 25 0,0-25 0,0 25 15,24-25-15,-24 25 0,0-25 0,25 0 0,-25 24 16,0-24-16,25 0 0,-25 25 0,0-25 0,25 0 0,-25 0 16,25 0-16,-25 0 0,0 0 0,24 0 0,-24 0 15,25 0-15,-25 0 0,0 0 0,25 0 0,-25-25 0,25 25 16,-25 0-16,0 0 0,25-24 0,-25 24 0,0 0 15,0-25-15,24 25 0,-24 0 0,0-25 0,0 25 16,0-25-16,0 25 0,0-25 0,0 25 0,0-24 0,0 24 16,0-25-16,0 25 0,-24-25 0,24 0 0,0 25 15,0-25-15,0 25 0,-25-24 0,25 24 0,0-25 0,0 25 16,-25 0-16,25-25 0,0 25 0,0 0 0,-25-25 15,25 25-15,0 0 0,0 0 0,-25 0 0,25 0 16,0 0-16,0 0 0,-24 0 0,24 0 0,0 0 0,0 0 16,-25 0-16,25 0 0,0 0 0,0 0 0,0 0 15,-25 0-15,25 0 0,0 0 0</inkml:trace>
  <inkml:trace contextRef="#ctx0" brushRef="#br1" timeOffset="201778.5411">11931 10691 0,'0'0'0,"0"0"16,0 0-16,0 0 0,0 0 0,0 0 0,0 0 0,0 0 16,0 0-16,0 0 0,0 0 0,0 0 0,0 0 15,0 0-15,0 0 0,0 0 0,0 0 0,0 0 16,0 0-16,0 0 0,0 0 0,0 0 0,0 0 0,0 0 15,0 0-15,0 0 0,0 0 0,0 0 0,0 0 16,0 0-16,0 0 0,0 0 0,0 0 0,0 0 0,0 0 16,0 0-16,0 0 0,25 0 0,-25 0 0,0 0 15,0 25-15,0-25 0,0 0 0,0 0 0,25 0 0,-25 0 16,0 24-16,0-24 0,24 0 0,-24 0 0,0 25 15,0-25-15,0 0 0,25 25 0,-25-25 0,0 0 16,0 25-16,0-25 0,25 25 0,-25-25 0,0 0 0,0 24 16,0-24-16,0 25 0,0-25 0,25 25 0,-25-25 15,0 25-15,0-25 0,0 25 0,0-25 0,0 24 0,25-24 16,-25 25-16,0-25 0,0 25 0,0-25 0,0 25 15,0-25-15,0 25 0,0-25 0,0 24 0,24 1 16,-24-25-16,0 25 0,0-25 0,0 25 0,0-25 0,0 25 16,0-25-16,0 25 0,25-25 0,-25 24 0,0-24 15,0 25-15,0 0 0,0-25 0,0 0 0,25 25 0,-25-25 16,0 25-16,0-1 0,0-24 0,0 25 0,25-25 15,-25 25-15,0-25 0,0 25 0,0-25 0,0 25 16,0-1-16,0-24 0,0 25 0,25-25 0,-25 25 0,0 0 16,0-25-16,0 25 0,0-25 0,0 24 0,25-24 0,-25 25 15,0-25-15,0 25 0,0-25 0,0 25 0,0 0 16,0-25-16,0 24 0,24-24 0,-24 25 0,0-25 15,0 25-15,0 0 0,0-25 0,0 25 0,0-25 0,0 24 16,0 1-16,0-25 0,0 25 0,0 0 0,0 0 16,0-25-16,0 24 0,0 1 0,0-25 0,0 25 15,0 0-15,0-25 0,0 25 0,0-25 0,0 24 0,0 1 16,0-25-16,0 25 0,0-25 0,0 25 0,0-25 15,0 25-15,0 0 0,-24-25 0,24 24 0,0-24 0,0 25 16,0-25-16,0 25 0,0-25 0,0 0 0,0 25 16,0-25-16,0 25 0,-25-25 0,25 0 0,0 24 15,0-24-15,0 0 0,0 0 0,0 0 0,0 25 0,0-25 16,0 0-16,0 0 0,0 0 0,0 0 0,0 0 15,0 0 63,0 0-78,0 0 0,0-25 0,0 25 0,0 0 0,0 0 0,0-24 0,0 24 0</inkml:trace>
  <inkml:trace contextRef="#ctx0" brushRef="#br1" timeOffset="218806.515">13072 10641 0,'0'-25'0,"-25"25"0,25 0 0,0 0 15,0 0-15,0 0 0,0 0 0,0 0 0,0 0 0,-25 0 16,25 0-16,0 0 0,0 0 0,0-24 15,0 24-15,0 0 0,0 0 0,0 0 0,0 0 0,0 0 16,0 0-16,0 0 0,0 0 0,0 0 0,0 0 0,0 0 16,0 0-16,0 0 0,0 0 0,0 0 0,-24 24 15,24-24-15,0 0 0,0 0 0,0 0 0,0 0 16,0 0-16,0 0 0,0 0 0,-25 25 0,25-25 0,0 0 15,0 0-15,0 0 0,-25 25 0,25-25 0,0 0 16,0 25-16,-25-25 0,25 25 0,0-25 0,0 24 0,0-24 16,-25 25-16,25-25 0,0 25 0,0 0 0,-24-25 15,24 25-15,0-25 0,0 24 0,0 1 0,0-25 0,-25 25 16,25 0-16,0-25 0,0 25 78,0-1-63,0-24-15,0 25 0,0 0 0,-25 0 0,25 0 0,0-1 0,0-24 0,0 25 0,0 0 0,0 0 0,0 25 0,0-26 0,0 1 0,0 0 0,0 0 0,0 0 0,0-1 0,0 1 0,0 0 0,0 25 0,-25-26 0,25 1 0,0 0 0,0 0 0,0 0 0,0-1 0,0 1 0,0 0 0,0 0 0,0 0 0,0-1 0,25 1 0,-25 0 0,0 0 16,0 0-16,0-1 0,0-24 0,0 25 16,0 0-16,25 0 0,-25 0 0,0-25 0,0 24 0,0-24 15,0 25-15,25-25 0,-25 25 0,0-25 0,24 0 0,-24 0 16,25 25-16,-25-25 0,25 0 0,-25 0 0,25 0 15,-25 0-15,25 0 0,-25 0 0,24 0 0,-24 0 16,25-25-16,-25 25 0,0 0 0,25 0 0,-25-25 0,25 25 16,-25 0-16</inkml:trace>
  <inkml:trace contextRef="#ctx0" brushRef="#br1" timeOffset="219925.5791">13494 10641 0,'0'0'0,"0"0"0,0 0 0,0 0 0,0 0 0,0 0 16,0 0-16,0 0 0,0 0 0,0 0 0,0 0 15,0 0-15,0 0 0,0 0 0,0 0 0,0 0 16,0 0-16,0 0 0,0 0 0,0-25 0,0 25 0,0 0 16,0 0-16,0 0 0,0 0 0,0 0 0,0 0 15,0 0-15,25 0 0,-25 0 0,0 0 0,0 0 16,0 0-16,24 0 0,-24 25 0,0-25 0,0 0 0,0 0 15,25 25-15,-25-25 0,0 25 0,0-25 0,0 25 16,0-1-16,25-24 0,-25 25 0,0-25 0,0 25 0,0 0 16,0-25-16,0 25 0,0-1 0,0-24 15,0 25-15,0-25 0,0 25 0,0-25 0,0 25 0,-25-25 0,25 25 16,0-25-16,0 24 0,0-24 0,0 0 0,-25 25 15,25-25-15,0 0 0,0 0 0,0 25 0,0-25 16,0 0-16,0 0 0,0 0 0,0 0 0,0 0 0,0 0 16,0 0-16,0 0 0,0 0 0,0 0 0,0 0 15,0 0-15,0 0 0,0 0 0,25-25 0,-25 25 0,0 0 16,0-25-16,0 25 0,0-24 0,25 24 0,-25-25 15,0 25-15,0-25 0,25 25 0,-25-25 0,0 0 0,0 25 16,0-24-16,0-1 0,25 25 0,-25-25 0,0 25 16,0-25-16,0 25 0,0-25 0,0 25 0,0-24 15,24 24-15,-24 0 0,0-25 0,0 25 0,0 0 0,0-25 16,0 25-16,0 0 0,0 0 0,0 0 0,0 0 15,0-25-15,0 25 0,0 0 0,0 0 0,0 0 16,0 0-16,0 0 0,0 0 0,0 0 0,0 0 0,0 0 16,0 25-16,0-25 0,0 0 0,0 0 0,0 25 15,0-25-15,0 0 0,0 25 0,0-25 0,0 24 0,0 1 16,0-25-16,0 25 0,0-25 0,0 25 0,0-25 15,0 25-15,0-25 0,25 24 0,-25-24 0,0 0 0,0 25 16,0-25-16,0 0 0,25 25 0,-25-25 0,0 0 16,0 0-16,0 0 0,25 0 0,-25 0 0,0 0 15,0 0-15,25 0 0,-25 0 0,0 0 0,24 0 0,-24 0 16,0 0-16,25 0 0,-25-25 0,0 25 0,25 0 15,-25-25-15,0 25 0,25 0 0,-25-24 0,0 24 0,0 0 16,0-25-16,0 25 0,0-25 0,25 25 0,-25-25 16,0 25-16,0-25 0,0 25 0,0 0 0,0-24 0,0 24 15,0 0-15,0-25 0,0 25 0,0 0 0,-25 0 16,25 0-16,0 0 0,0 0 0,0 0 0,0 0 15,0 0-15,0 0 0,0 0 0,0 0 0,0 0 0,0 0 16,0 25-16,0-25 0,0 0 0,0 24 0,0-24 16,0 25-16,0-25 0,0 25 0,0-25 0,0 25 15,0-25-15,0 25 0,0-25 0,0 24 0,0-24 0,0 25 16,0-25-16,0 25 0,0-25 0,0 25 15,0-25-15,0 25 0,25-25 0,-25 0 0,0 24 0,0-24 0,0 0 16,0 0-16,0 25 0,0-25 0,0 0 0,0 0 16,0 0-16,0 0 0,0 0 0,0 0 0,24 0 0,-24 25 15,0-25-15,0 0 0,0 0 0,0 0 0,0 0 16</inkml:trace>
  <inkml:trace contextRef="#ctx0" brushRef="#br1" timeOffset="220649.6205">13593 11485 0,'0'0'0,"25"0"0,-25 0 0,0 0 0,0 0 0,25-25 0,-25 25 0,0 0 0,24 0 0,-24 0 0,0 0 0,0 0 0,25 0 0,-25 0 0,0 0 0,0 0 0,25 0 0,-25 25 16,0-25-16,0 0 0,0 0 0,25 24 0,-25-24 0,0 0 0,0 25 0,0-25 0,0 25 0,0-25 0,0 0 0,0 25 0,0-25 0,0 0 0,0 25 0,0-25 0,0 24 0,-25-24 0,25 0 0,0 25 0,0-25 0,0 0 15,0 0-15,0 25 0,0-25 0,0 0 0,-25 0 16,25 0-16,0 25 0,0-25 0,0 0 0,0 0 0,0 0 16,0 0-16,0 0 0,0 0 0,0 0 0,0 0 15,25-25-15,-25 25 0,0 0 0,0 0 0,25-25 0,-25 25 16,0-25-16,25 25 0,-25-24 0,0 24 0,24-25 15,-24 25-15,0-25 0,25 0 0,-25 25 0,0-25 16,0 1-16,25 24 0,-25-25 0,0 25 0,0 0 0,0-25 16,0 25-16,0 0 0,0-25 0,0 25 0,0 0 15,25 0-15,-25 0 0,-25 0 0,25-25 0,0 25 16,0 0-16,0 0 0,0 0 0,0 0 0,0 0 156,-25 124-156,25-99 0,0-25 0,0 0 0,25 25 0,-25-25 0,0 25 0,0-25 0,0 0 0,25 25 0,-25-25 0,0 0 0,0 0 0,25 0 0,-25 24 15,0-24-15,0 0 0,24 0 0,-24 0 0,0 0 0,0 0 0,25 0 0,-25 0 0,0 0 0,0 0 0,0 0 0,25 0 0,-25 0 0,0-24 0,0 24 0,25 0 0,-25 0 0,0 0 0,0 0 0,25 0 0,-25 0 0</inkml:trace>
  <inkml:trace contextRef="#ctx0" brushRef="#br1" timeOffset="221014.6413">14064 11534 0,'0'0'0,"0"-25"0,0 25 0,0 0 0,0 0 15,0 0-15,0 0 0,0 0 0,0 0 0,0 0 16,0-24-16,0 24 0,0 0 0,0 0 0,25 0 0,-25 0 16,0 0-16,0 0 0,0 0 0,0-25 0,0 25 15,0 0-15,25 0 0,-25 0 0,0 0 0,0 0 0,0 25 16,0-25-16,0 0 0,0 0 0,0 0 0,0 0 15,0 0-15,0 24 0,0 51 125,0-50-125,0-25 0,0 0 0,0 24 0,-25-24 0,25 0 0,0 25 0,0-25 0,0 0 0,0 0 0,0 25 0,-25-25 0,25 0 0,0 0 0,0 25 0,0-25 0,0 0 0,0 0 0,0 0 0,0 0 0,0 0 0,0 25 0,0-25 0,0 0 0,0 0 0,0 0 0,0 0 0,0 0 0,0 0 0,0 0 16,25 0-16,-25 0 0,0 0 0,0 0 0,25 0 0,-25 0 0,0 0 0,25 0 0,-25 0 0,0 0 0,24 0 0,-24 0 15,25 0-15,-25 0 0,25 0 0,-25 0 0,25-25 0,0 25 16,-25 0-16,24 0 0,-24 0 0,25 0 0,-25 0 16,25 0-16,-25 0 0,25 0 0,-25 0 0,0 0 15,0 0-15,0 0 0,0 0 0,0 0 0,0 0 0</inkml:trace>
  <inkml:trace contextRef="#ctx0" brushRef="#br1" timeOffset="221845.6889">13915 12129 0,'0'0'0,"0"0"15,0-24-15,0 24 0,-24 0 0,24 0 0,0 0 0,0 0 0,0 0 0,0 0 0,0 0 0,0 0 16,0 0-16,0-25 0,0 25 0,0 0 0,0 0 15,0 0-15,0 0 0,0 0 0,0 0 0,0 0 0,0 0 16,24 0-16,-24 0 0,0 0 0,0 0 0,0-25 16,0 25-16,0 0 0,25 0 0,-25 0 0,0 25 0,0-25 15,0 0-15,25 0 0,-25 0 0,0 0 0,0 0 16,25 0-16,-25 25 0,0-25 0,0 0 0,0 24 15,0-24-15,25 0 0,-25 25 0,0-25 0,0 25 0,0-25 16,0 0-16,0 25 0,0-25 0,0 25 0,0-25 16,0 25-16,0-25 0,0 24 0,-25 1 0,25-25 15,0 25-15,0-25 0,0 0 0,0 25 0,0-25 0,-25 25 16,25-25-16,0 0 0,0 24 0,0-24 0,0 0 15,0 0-15,0 0 0,0 25 0,-25-25 0,25 0 16,0 0-16,0 0 0,0 0 0,0 0 0,0-25 0,0 25 16,0 0-16,0 0 0,0 0 0,0 0 0,0-24 15,0 24-15,0 0 0,0-25 0,0 25 0,0 0 0,0 0 16,0-25-16,0 25 0,0 0 0,25-25 0,-25 25 15,0 0-15,0-25 0,25 25 0,-25 0 0,0-24 0,0 24 16,25-25-16,-25 25 0,0 0 78,0-25 0,49-149-78,-49 174 0,0 0 0,0 0 0,0 0 0,-25 0 0,25 0 0,0 0 0,0 0 0,0 0 0,0 0 0,0 0 0,0 0 0,0 0 0,-24 0 0,24 0 0,0 25 0,0-25 0,0 0 0,0 25 0,0-25 0,0 25 0,0-25 0,-25 24 16,25 1-16,0-25 0,0 25 0,0-25 0,0 25 0,0 0 0,0-25 0,0 25 0,0-25 0,0 24 0,0-24 0,0 25 0,0-25 0,25 0 0,-25 25 0,0-25 0,0 0 15,0 25-15,24-25 0,-24 0 0,0 0 0,25 0 0,-25 0 16,0 0-16,25 0 0,-25 0 0,25 0 0,-25 0 0,0 0 15,25 0-15,-25 0 0,24-25 0,-24 25 0,0 0 16,25 0-16,-25 0 0,25-25 0,-25 25 0,0 0 16,25 0-16</inkml:trace>
  <inkml:trace contextRef="#ctx0" brushRef="#br1" timeOffset="222467.7245">14287 12229 0,'0'0'0,"0"0"0,0 0 0,0 0 0,0 0 0,0 0 15,0 0-15,0 0 0,0 0 0,0 0 0,0 0 0,0 0 16,0-25-16,0 25 0,0 0 0,0 0 0,25 0 15,-25 0-15,0 0 0,0 0 0,0 0 0,0 0 16,0 0-16,0 0 0,25 0 0,-25 0 0,0 0 0,0 0 16,0 0-16,0 0 0,0 0 0,0 0 0,0 0 15,0 25-15,0-25 0,25 0 0,-25 0 0,0 0 16,0 0-16,0 0 0,0 25 0,0-25 0,0 0 0,0 0 15,0 0-15,-25 24 0,25-24 0,0 0 0,0 25 16,0-25-16,0 0 0,0 25 0,0-25 0,0 0 16,-25 25-16,25-25 0,0 0 0,0 25 0,0-25 0,0 0 15,-25 0-15,25 24 0,0-24 0,0 0 0,0 0 16,0 0-16,0 0 0,0 0 0,0 0 0,0 0 0,0 0 15,0 0-15,0 0 0,0 0 0,0 0 0,25 0 16,-25 0-16,0 0 0,0 0 0,0 0 0,0 0 0,0 0 16,0 0-16,25 0 0,-25 0 0,0 0 0,0 0 15,0 0-15,25 0 0,-25 0 0,0 0 0,0 0 0,25 0 16,-25 0-16,0 25 0,0-25 0,0 0 0,25 0 15,-25 0-15,0 25 0,0-25 0,0 0 0,0 0 0,0 0 16,0 25-16,0-25 0,0 0 0,0 0 0,0 0 16,0 25-16,0-25 0,0 0 0,0 0 0,-25 0 15,25 24-15,0-24 0,0 0 0,0 0 0,0 0 0,0 0 16,-25 0-16,25 25 0,0-25 0,0 0 0,-25 0 15,25 0-15,0 0 0,-25 0 0,25-25 0,0 25 16,0 0-16,-25 0 0,25 0 0,0-24 78,0 24-78,0 0 0,0-25 0,-24 25 0,24-25 0,0 25 0,0-25 0,0 25 0,0-25 0,24 1 0,-24 24 0</inkml:trace>
  <inkml:trace contextRef="#ctx0" brushRef="#br1" timeOffset="223248.7691">14436 10716 0,'0'0'0,"0"0"0,0 0 16,0 0-16,0 0 0,0 0 0,0 0 0,0 0 0,0 0 16,0 24-16,0-24 0,0 0 0,0 0 0,0 0 15,0 0-15,25 0 0,-25 0 156,25 75-156,-25-50 0,0-25 0,0 0 16,25 0-16,-25 24 0,0-24 0,0 0 0,0 0 0,0 25 0,0-25 0,0 0 0,0 0 0,25 25 0,-25-25 0,0 0 0,0 0 0,0 25 0,0-25 0,0 0 0,24 25 0,-24-25 0,0 0 0,0 24 0,0-24 0,0 25 0,25-25 0,-25 0 0,0 25 0,0-25 0,0 25 0,0-25 0,25 25 0,-25-25 0,0 24 0,0-24 0,0 25 0,0-25 0,25 25 15,-25-25-15,0 25 0,0-25 0,0 25 0,25 0 16,-25-25-16,0 24 0,0-24 0,24 25 0,-24 0 0,0-25 16,0 25-16,0 0 0,0-25 0,25 24 0,-25 1 15,0-25-15,0 25 0,0 0 0,0-25 0,25 25 0,-25-1 16,0-24-16,0 25 0,0 0 0,25-25 0,-25 25 15,0 0-15,0-1 0,0-24 0,0 25 0,25 0 0,-25-25 16,0 25-16,0 0 0,0-25 0,24 24 0,-24 1 16,0 0-16,0-25 0,0 25 0,0 0 0,0-25 15,0 24-15,25 1 0,-25-25 0,0 25 0,0 0 0,0-25 16,0 25-16,0-1 0,0 1 0,0-25 0,0 25 15,0 0-15,0-25 0,0 25 0,0-1 0,0 1 16,-25-25-16,25 25 0,0 0 0,0 0 0,0-25 0,0 25 16,0-1-16,0-24 0,0 25 0,0-25 0,-24 25 15,24-25-15,0 25 0,0-25 0,0 25 0,0-25 0,0 0 16,0 0-16,0 0 0,0 0 0,0 24 0,0-24 15,0 0-15,0 0 0,0-24 0,0 24 0,0 0 0,0 0 16,0 0-16,0-25 0,-25 25 0,25 0 0,0 0 16</inkml:trace>
  <inkml:trace contextRef="#ctx0" brushRef="#br1" timeOffset="223710.7956">15329 11509 0,'0'0'0,"0"0"0,0 0 0,0 0 15,0 0-15,0 0 0,0 0 0,0 0 0,0 0 0,0 0 16,0 0-16,0 0 0,0 0 0,0 0 0,0 0 15,25 0-15,-25 0 0,0 0 0,25 0 0,-25 0 16,0 0-16,25 0 0,-25 0 0,0 25 0,25-25 0,-25 0 16,24 0-16,-24 0 0,0 0 0,25 0 0,-25 0 15,0 0-15,25 0 0,-25 0 0,25 0 0,-25 0 0,0 0 16,0 0-16,25 0 0,-25 0 0,0 0 0,0 0 15,0 0-15,24 25 0,-24-25 0,0 0 0,-24 0 16,24 0-16,0 25 0,0-25 0,0 0 0</inkml:trace>
  <inkml:trace contextRef="#ctx0" brushRef="#br1" timeOffset="223905.8067">15404 11782 0,'0'0'0,"0"0"0,0 0 0,0 0 16,0 0-16,0 0 0,0 0 0,0 0 0,0 0 15,0 0-15,0 0 0,0 0 0,0 0 0,0 0 0,0 0 16,0 0-16,25 0 0,-25 0 0,0 0 0,24 0 15,-24 0-15,25 0 0,0 0 0,-25 0 0,25 0 0,0 0 16,-25 0-16,24 0 0,1 0 0,-25 0 0,25 0 16,0 0-16,-25 0 0,25 0 0,-1 0 0,-24 0 15,25 0-15,0 0 0,-25 0 0,25 0 0,-25 0 0,25 0 16,-1 0-16</inkml:trace>
  <inkml:trace contextRef="#ctx0" brushRef="#br1" timeOffset="224772.8563">16495 10691 0,'0'0'0,"0"0"0,0 0 16,0 0-16,0 0 0,0 0 0,-25 0 0,25 0 15,0 0-15,0 0 0,0 0 0,0 0 0,0 0 16,0 0-16,0 25 0,0-25 0,0 0 0,0 0 16,0 0-16,0 0 0,0 24 0,0-24 0,-24 0 0,24 25 15,0-25-15,0 25 0,0-25 0,0 25 0,0-25 0,-25 25 16,25-1-16,0-24 0,0 25 0,0 0 0,0-25 15,-25 25-15,25 0 0,0-25 0,0 24 0,0 1 16,-25 0-16,25 0 0,0 0 0,0-1 0,0 1 0,0 0 16,0 0-16,0 0 0,0 0 0,0-1 0,0 1 15,0 0-15,-25 0 0,25 0 0,0-1 0,0 1 0,0 25 16,0-25-16,0-1 156,-25 621-156,25-620 0,0 0 0,0 0 0,25-25 0,-25 25 0,0-1 0,0-24 0,0 25 0,25 0 0,-25-25 0,0 0 0,25 0 0,-25 25 0,0-25 0,25 0 0,-25-25 0,0 25 0,25 0 0</inkml:trace>
  <inkml:trace contextRef="#ctx0" brushRef="#br1" timeOffset="225604.9039">17016 10592 0,'0'0'0,"-25"0"0,25 0 0,0-25 16,0 25-16,0 0 0,0 0 0,0 0 0,0 0 0,0 0 15,-25 0-15,25 0 0,0 0 0,0 0 0,0 0 0,0 0 16,0 0-16,-24 0 0,24 0 0,0 0 0,0 0 15,0 0-15,0 25 0,0-25 0,0 0 0,0 0 16,-25 24-16,25-24 0,0 0 0,0 25 0,0-25 0,0 0 16,0 25-16,0-25 0,0 25 0,0 0 0,0-25 15,0 24-15,0-24 0,0 25 0,0 0 0,0-25 0,0 25 16,0 0-16,0-25 0,0 24 0,25-24 0,-25 25 15,0-25-15,0 25 0,0-25 0,24 0 0,-24 25 0,0-25 16,25 0-16,-25 25 0,0-25 0,0 0 0,0 0 16,25 0-16,-25 24 0,0-24 0,0 0 0,25 0 15,-25-24-15,0 24 0,25 0 0,-25 0 0,0 0 0,24 0 16,-24-25-16,0 25 0,25 0 0,-25-25 0,0 25 15,0-25-15,25 25 0,-25-25 0,0 25 0,0-24 16,0-1-16,0 25 0,0-25 0,25 0 0,-25 0 0,-25 1 16,25 24-16,0-25 0,0 0 0,0 25 0,0-25 15,0 25-15,-25-25 0,25 25 0,0 0 0,0-24 16,0 24-16,-25 0 0,25 0 0,0 0 0,0-25 0,-24 25 15,24 0-15,0 0 0,0 0 0,0 0 0,-25 0 0,25 0 16,0 0-16,0 0 0,-25 0 0,25 0 0,0 0 16,0 0-16,0 0 0,0 0 0,0 0 0,0 0 15,-25 0-15</inkml:trace>
  <inkml:trace contextRef="#ctx0" brushRef="#br1" timeOffset="226246.9406">17016 11534 0,'0'0'0,"0"0"0,0 0 0,0 0 0,0 0 16,0-25-16,-25 25 0,25 0 0,0 0 0,0 0 16,0 0-16,0 0 0,0-24 0,0 24 0,0 0 0,0 0 15,0 0-15,0 0 0,0 0 0,0 0 0,-25 0 0,25 0 16,0 0-16,0-25 0,0 25 0,0 0 0,0 0 15,-24 25-15,24-25 0,0 0 0,0 0 0,0 0 16,-25 0-16,25 0 0,0 24 0,0-24 0,0 0 0,0 25 16,-25-25-16,25 0 0,0 25 0,0-25 0,0 0 15,0 25-15,0-25 0,0 25 0,0-25 0,0 24 0,0-24 16,0 0-16,0 25 0,0-25 0,25 25 0,-25-25 15,0 25-15,0-25 0,0 0 0,25 25 0,-25-25 0,0 0 16,0 24-16,24-24 0,-24 0 0,0 25 0,0-25 16,25 0-16,-25 0 0,0 0 0,25 0 0,-25 0 15,0 0-15,25 0 0,-25 0 0,0 0 0,25 0 0,-25 0 16,0-25-16,24 25 0,-24 0 0,25-24 0,-25 24 15,0-25-15,25 25 0,-25-25 0,0 0 0,0 25 16,0-25-16,0 1 0,0-1 0,0 0 0,0 25 0,0-25 16,0 0-16,0 1 0,0-1 0,0 25 0,0-25 15,0 0-15,-25 25 78,25-25-78,0 25 0,0 0 0,0-24 0,-25 24 0,25 0 0,0 0 0,0 0 0,-24 0 0,24-25 0,0 25 0,-25 0 0,25 0 0,0 0 0,0 0 0,-25 0 0,25 0 0,0 0 16,0 0-16,-25 0 0,25 25 0,0-25 0,0 0 0,-25 0 0,25 0 0,0 0 0,0 24 0,0-24 0</inkml:trace>
  <inkml:trace contextRef="#ctx0" brushRef="#br1" timeOffset="226804.9725">17066 12129 0,'0'0'0,"0"0"0,0 0 0,0 0 0,0 0 0,0 0 15,0 0-15,0 0 0,0 0 0,0 0 0,0 0 16,0 0-16,0 0 0,0 0 0,0 0 0,0 0 15,0 0-15,-25 0 0,25 0 0,0 0 0,0 0 0,0 0 16,0 0-16,0 0 0,0 0 0,-25 0 0,25 0 16,0 0-16,0 0 0,0 0 0,0 25 0,0-25 0,-25 0 15,25 0-15,0 0 0,0 25 0,0-25 0,0 0 16,-25 25-16,25-25 0,0 25 0,0-25 0,0 25 15,0-25-15,0 24 0,0-24 0,0 25 0,0-25 125,50 149-125,-50-149 0,25 0 0,-25 25 0,0-25 0,0 0 0,25 0 0,-25 0 0,0 25 0,24-25 0,-24 0 0,0 0 0,25 0 0,-25-25 16,0 25-16,25 0 0,-25-25 0,0 25 0,25 0 0,-25-25 0,0 0 0,25 25 0,-25-24 0,0-1 0,0 25 0,0-25 0,0 0 0,0 0 0,0 1 0,0 24 0,0-25 0,0 0 0,0 0 0,-25 25 0,25-25 0,0 25 0,0-25 0,0 25 0,-25-24 0,25 24 0,0 0 15,0 0-15,0-25 0,0 25 0,-25 0 0,25 0 16,0 0-16,0 0 0,0 0 0,0 0 0,-25 0 16,25 0-16,0 0 0,0 0 0,0 0 0,0 0 0,0 0 15,-24 0-15,24 0 0,0 0 0,0 0 0,0 0 16,0 0-16,0 0 0,0 0 0,0 0 0,24 0 15,-24 0-15</inkml:trace>
  <inkml:trace contextRef="#ctx0" brushRef="#br1" timeOffset="227505.0126">17562 10790 0,'0'0'0,"0"0"0,0 0 0,0 0 16,0 0-16,0 0 0,0 25 0,0-25 0,0 0 15,0 0-15,0 0 0,0 0 0,0 0 0,0 0 0,0 0 16,0 0-16,0 25 0,0-25 0,0 0 0,0 0 16,0 0-16,0 24 0,0-24 0,0 0 0,0 0 0,0 25 15,0-25-15,0 0 0,0 25 0,0-25 16,0 25-16,0-25 0,0 0 0,0 25 47,0-25 62,99 397-109,-99-373 0,0 1 0,0 0 0,0 0 0,0 0 0,0-1 0,0 1 0,0 0 0,0 0 0,0 24 0,0-24 0,0 0 0,0 0 0,0 0 0,0-1 0,0 1 0,0 0 0,-25 0 15,25 0-15,0 24 0,0-24 0,0 0 0,0 0 0,0-1 0,-25 1 0,25 25 0,0-25 0,0-1 0,0 1 0,0 0 0,0 0 0,0 0 0,0 0 0,0 24 0,0-49 0,-24 25 0,24 0 0,0 0 0,0-1 0,0 1 16,0-25-16,0 25 0,0-25 0,0 25 0,0-25 16,0 25-16,0-25 0,0 0 0,0 24 0,-25-24 15,25 25-15,0-25 0,0 0 0,-25 25 0,25-25 0,0 0 16,-25 25-16,25-25 0,0 0 0,-25 25 0,25-25 15</inkml:trace>
  <inkml:trace contextRef="#ctx0" brushRef="#br1" timeOffset="228274.0566">18604 11460 0,'0'0'0,"0"0"0,0 0 0,0 0 0,0 0 16,0 25-16,0-25 0,0 0 0,0 0 0,0 0 0,0 0 15,24 0-15,-24 0 0,0 0 0,0 0 0,0 0 16,25 0-16,-25 0 0,0 0 0,25-25 0,-25 25 0,25 0 16,-25 0-16,25 0 0,-25 0 0,24 25 0,-24-25 0,25 0 15,-25 0-15,0 0 0,25 0 0,-25 0 0,25 0 16,-25 0-16,0 0 0,0 0 0,25 0 0,-25 0 15,0 0-15,0 0 0,0 0 0,0 0 0,0 0 0,0 0 16,0 24-16</inkml:trace>
  <inkml:trace contextRef="#ctx0" brushRef="#br1" timeOffset="228487.0687">18628 11633 0,'0'0'0,"0"0"0,0 0 0,0 0 15,0 0-15,0 0 0,0 0 0,0 0 0,0 0 16,0 0-16,25 0 0,-25 0 0,0 0 0,0 0 15,25 0-15,-25 0 0,0 0 0,25 0 0,-25 0 0,25 0 16,-25-24-16,24 24 0,-24 0 0,25 0 0,-25 0 16,25 0-16,-25 0 0,25 0 0,-25 0 0,25 0 0,-25 0 15,24 0-15,-24 0 0,0 0 0,25 0 0,-25 0 16,0 0-16,25 0 0,-25-25 0,0 25 0,0 0 0</inkml:trace>
  <inkml:trace contextRef="#ctx0" brushRef="#br1" timeOffset="228758.0842">18901 11385 0,'0'0'0,"0"0"0,0 0 0,0 0 0,0 0 0,0 0 0,0 0 0,0 0 0,0 0 0,0 0 0,0 0 0,0 0 0,25 0 0,-25 0 0,0 0 0,25 0 0,-25 25 0,25-25 0,-25 0 0,24 0 16,-24 25-16,0-25 0,25 0 0,-25 25 0,25-25 0,-25 25 0,0-25 0,25 24 0,-25-24 0,0 25 0,0-25 0,0 25 15,0-25-15,0 25 0,0-25 0,0 25 0,0-25 16,0 24-16,-25-24 0,25 25 0,0-25 0,-25 25 0,25-25 15,-25 0-15,25 25 0,0-25 0,-24 25 0,24-25 16,0 0-16,-25 24 0,25-24 0,0 0 0,0 25 0,0-25 16,-25 0-16</inkml:trace>
  <inkml:trace contextRef="#ctx0" brushRef="#br1" timeOffset="282651.1668">16247 471 0,'0'-74'0,"0"24"0,0 1 0,25-1 0,-25 0 0,0 26 0,0-26 0,0 25 0,0 25 0,0 25 0,25 0 0,-25-25 16,0 25-16,0-50 0,24 0 0,-24-49 0,-24 24 0,24 50 16,-25 0-16,0 0 0,0 0 0,0 0 0,25 0 0,-24 0 0,24 0 15,-25 0-15,25 0 0,0 0 0,0 0 0</inkml:trace>
  <inkml:trace contextRef="#ctx0" brushRef="#br1" timeOffset="285383.323">8830 9252 0,'0'0'0,"0"0"0,0 0 0,0 0 15,0 0-15,0 25 0,0-25 0,0 0 0,0 0 16,0 0-16,0 0 0,0 0 0,0 0 0,0 0 16,0 0-16,0 0 0,0 0 0,0 0 0,0 0 0,0 0 15,0 0-15,0 0 0,0 0 0,-24 0 0,24 0 16,0 0-16,0 0 0,0 0 0,0 0 0,0 0 15,0 0-15,0 0 0,0 0 0,0 0 0,0 0 0,0 0 16,0 0-16,0 0 0,0 0 0,0 0 0,0 0 16,0 0-16,0 0 0,0 0 0,0 0 0,0 0 0,0 0 15,0 0-15,0 0 0,0 0 0,0 0 0,0 0 16,0 0-16,0 0 0,0 0 0,0 0 0,0 0 0,0 0 15,0 0-15,0 0 0,0 0 0,0 0 0,0 0 16,0 0-16,0 0 0,0 0 0,0 0 0,0 0 16,24 0-16,-24 0 0,0 0 0,0 0 0,0 0 0,0 0 15,0 0-15,0 0 0,0 0 0,0 0 0,25 0 16,-25 0-16,0 0 0,0 0 0,25 0 0,-25 0 15,25 0-15,-25 0 0,25 0 0,-25-25 0,24 25 0,-24 0 16,25 0-16,-25 0 0,25 0 0,-25-25 0,25 25 16,0 0-16,-25 0 0,25 0 0,-25 0 0,24-24 0,-24 24 15,25 0-15,-25 0 0,25 0 0,-25 0 0,0 0 16,25 0-16,-25 0 0,0 0 0,0 0 0,0 0 0,0 0 15,0 0-15,0 0 0,0 0 0,0 0 0,0 0 16,0 0-16,0 0 0,25 0 0,-25 0 0,0 0 16,0 0-16,0 0 0,0 0 0,0 0 0,0-25 0,24 25 15,-24 0-15,0-25 0,0 25 0,0-25 0,0 25 16</inkml:trace>
  <inkml:trace contextRef="#ctx0" brushRef="#br1" timeOffset="288096.4782">9872 8731 0,'0'0'0,"-25"0"0,25 0 0,0 0 0,0-25 0,-24 25 16,24 0-16,0 0 0,0 0 0,0 0 0,0 0 15,-25 0-15,25 0 0,0 0 0,0 0 0,0 0 16,0 0-16,-25 0 0,25 0 0,0 0 0,0 25 0,0-25 16,0 0-16,0 0 0,-25 0 0,25 0 0,0 0 15,0 0-15,0 25 0,0-25 0,0 0 0,-25 25 0,25-25 16,0 0-16,0 25 0,0-25 0,0 24 0,-24 1 15,24-25-15,0 25 0,0 0 0,0 0 0,0-1 16,0-24-16,0 25 0,0 0 0,0 0 0,0 0 0,0 0 16,0-1-16,0 1 0,0 0 0,0 0 0,0 0 15,0-1-15,0 1 0,24 0 0,-24 0 0,0 0 0,0-25 16,0 24-16,25 1 0,-25-25 0,0 25 0,25-25 15,-25 25-15,0-25 0,25 25 0,-25-25 0,25 0 16,-25 24-16,0-24 0,24 0 0,-24 0 0,0 0 0,25 0 16,-25 0-16,0 0 0,0-24 0,25 24 0,-25 0 15</inkml:trace>
  <inkml:trace contextRef="#ctx0" brushRef="#br1" timeOffset="288614.5078">10170 8830 0,'0'0'0,"0"0"0,0 0 0,0-24 15,0 24-15,0 0 0,-25 0 0,25 0 0,0 0 16,0 0-16,0 0 0,0 0 0,0 0 0,0 0 16,0 0-16,0 0 0,0 0 0,0 0 0,0 0 15,0 0-15,-25 0 0,25 0 0,0 0 0,0 24 0,0-24 16,0 0-16,-24 25 0,24-25 0,0 0 0,0 25 15,-25-25-15,25 25 0,0 0 0,-25-25 0,25 24 0,0-24 16,-25 25-16,25 0 0,0 0 0,-25-25 0,25 25 16,0 0-16,0-25 0,0 24 0,0 1 0,0-25 15,0 25-15,0-25 0,0 25 0,0-25 0,0 25 0,0-25 16,0 24-16,0-24 0,0 25 0,0-25 0,0 25 0,0-25 15,0 25-15,0-25 0,0 0 0,-25 25 0,25-25 16,0 0-16,0 0 0,0 24 0,0-24 0,0 0 16,0 0-16,0 0 0,0 0 0,0 0 0,0 0 15,0 0-15,0 0 0,25 0 0,-25 0 0,0 0 0,0 0 16,0 0-16,0 0 0,0-24 0,0 24 0,0 0 0,0 0 15,0-25-15,25 25 0,-25-25 0,0 25 0,0 0 16,0-25-16</inkml:trace>
  <inkml:trace contextRef="#ctx0" brushRef="#br1" timeOffset="288881.5231">10096 9054 0,'0'0'16,"0"0"-16,0 0 0,0 0 0,0 0 0,0 0 16,0 0-16,0 0 0,0 0 0,0 0 0,0 0 0,0 0 15,0 0-15,0 0 0,0 0 0,0 0 0,0 0 16,0 0-16,0 0 0,0 0 0,0 0 0,24 0 0,-24 25 15,0-25-15,0 0 0,25 0 0,-25 0 0,0 24 16,0-24-16,25 25 0,-25-25 0,0 0 0,0 25 0,0-25 16,25 25-16,-25-25 0,0 0 78,0 25-78,0-25 0,25 24 0,-25-24 0,0 25 0,0-25 0,0 0 0,24 25 0,-24-25 0,0 0 0,0 25 0,0-25 0,0 0 0,0 25 0,25-25 0,-25 0 0,0 0 0,0 24 0,0-24 0,0 0 0,0 0 0,0 25 15,25-25-15,-25 0 0,0 0 0,0 0 0,0 0 0,0 0 0,0 0 0,0 0 0</inkml:trace>
  <inkml:trace contextRef="#ctx0" brushRef="#br1" timeOffset="289365.5508">10492 9103 0,'-24'0'0,"24"0"0,0 0 0,0 0 16,0 0-16,0 0 0,0 0 0,0 0 0,0 0 0,0 0 16,0 0-16,0 0 0,0 0 0,0 0 0,0 0 15,0 0-15,0 0 0,0 0 0,0 0 0,24 0 16,-24 0-16,0 0 0,25 0 0,-25 0 0,0 0 0,25 0 15,-25 0-15,25 0 0,-25 0 0,25 0 0,-25 0 16,0 0-16,24 0 0,-24 0 0,0 25 0,25-25 0,-25 0 16,25 0-16,-25 0 0,0 0 0,25 0 0,-25 0 15,0 0-15,25 0 0,-25 0 0,24 0 0,-24 0 0,0 0 16,25 0-16</inkml:trace>
  <inkml:trace contextRef="#ctx0" brushRef="#br1" timeOffset="289814.5765">10864 9327 0,'0'0'0,"0"24"0,0-24 0,0 0 15,0 0-15,0 0 0,0 0 0,0 0 0,0 0 0,0 0 16,0 0-16,0 0 0,0 0 0,0-24 0,0 24 15,0 0-15,0 0 32,0-25-32,0 25 0,25 0 15,-25-25-15,0 25 0,0-25 0,0 25 0,0-25 0,25 25 0,-25-24 0,0 24 0,0-25 0,0 0 0,0 25 0,25-25 0,-25 25 0,0-25 0,0 25 0,0-24 0,0 24 16,0 0-16,0-25 0,0 25 0,0 0 0,0-25 15,0 25-15,0 0 0,0-25 0,0 25 0,0 0 0,0 0 16,0 0-16,0 0 0,0 0 0,0 0 0,0 0 16,0 0-16,0 0 0,0 0 0,0 0 0,0 0 15,0 0-15,0 0 0,0 0 0,0 0 0,0 0 0,0 0 16,25 0-16,-25 0 0,0 0 0,0 25 0,0-25 15,0 0-15,0 25 0,0-25 0,0 25 0,0-25 16,0 24-16,0-24 0,24 25 0,-24 0 0,0-25 0,0 25 16,0-25-16,0 25 0,0-25 0,0 24 0,0-24 15,0 25-15,25-25 0,-25 25 0,0-25 0,0 25 0,0-25 16,0 25-16,0-25 0,0 0 0,0 24 0,0-24 15,0 0-15,-25 0 0,25 0 0,0 25 0,0-25 0,0 0 16,0 0-16,0 0 0,0 0 0,0 0 0,0 0 16,0-25-16,25 25 0,-25 0 0,0 0 0,0-24 15,0 24-15</inkml:trace>
  <inkml:trace contextRef="#ctx0" brushRef="#br1" timeOffset="290154.5959">11112 8756 0,'0'0'0,"0"0"0,0 0 0,0 0 0,0 0 16,0 0-16,0 0 0,0 0 0,25 0 0,-25 0 15,0 0-15,0 0 0,0 0 0,0 0 0,25 0 0,-25 0 16,0 0-16,0 0 0,25 25 0,-25-25 0,0 0 0,25 25 15,-25-25-15,0 0 0,25 24 0,-25-24 16,0 25-16,24-25 0,-24 25 0,25-25 0,-25 25 0,0-25 16,25 25-16,-25-25 0,0 24 0,0-24 0,0 25 15,0 0-15,25-25 0,-25 25 0,0 0 0,0-25 0,0 25 16,0-1-16,0-24 0,0 25 0,0 0 0,0-25 0,0 25 15,-25 0-15,25-1 0,0-24 0,0 25 0,0-25 16,0 25-16,0 0 0,0-25 0,-25 25 0,25-25 16,0 24-16,0-24 0,0 25 0,-25-25 0,25 0 15,0 25-15,0-25 0,-24 0 0,24 25 0,0-25 0,0 0 16,-25 0-16,25 0 0,0 25 0,-25-25 0,25 0 15</inkml:trace>
  <inkml:trace contextRef="#ctx0" brushRef="#br1" timeOffset="290571.6198">11757 8632 0,'-24'0'0,"24"0"0,0 0 0,0 0 0,0 0 16,-25 0-16,25 0 0,0 0 0,-25 25 0,25-25 15,0 0-15,0 25 0,0-25 0,-25 0 0,25 24 0,0-24 16,0 25-16,0 0 0,0-25 0,-25 25 0,25 0 16,0-1-16,0 1 0,0 0 0,0 0 0,0 0 15,0-1-15,0 1 0,0 0 0,0 0 0,0 25 0,0-26 16,0 1-16,0 0 0,0 0 0,25 0 0,-25-1 15,0 1-15,25 0 0,-25 0 0,0 0 0,25-25 0,-25 24 16,25 1-16,-25-25 0,24 25 0,1-25 0,-25 0 16,25 25-16,0-25 0,-25 0 0,25 0 0,-1 0 0,1 0 15,-25 0-15,25 0 0,0 0 0</inkml:trace>
  <inkml:trace contextRef="#ctx0" brushRef="#br1" timeOffset="292766.7453">12402 8880 0,'0'0'0,"0"0"0,0 0 0,0 0 0,-24 0 0,24 0 16,0 0-16,0 0 0,0 0 0,0 0 0,0 0 16,0 0-16,0 0 0,0-25 0,0 25 0,0 0 0,0 0 15,0 0-15,0 0 0,0 0 0,0 0 0,0 0 16,0 0-16,0 0 0,0 0 0,0 0 0,0 0 0,0 0 15,-25 0-15,25 0 0,0 0 0,0 0 0,0 25 16,0-25-16,0 0 0,0 0 0,0 0 0,0 0 16,-25 0-16,25 25 0,0-25 0,0 0 0,-25 25 0,25-25 15,0 0-15,-25 24 0,25 1 0,0-25 0,-24 25 16,24-25-16,0 25 0,-25 0 0,25-25 0,-25 25 15,25-1-15,0-24 0,-25 25 0,25 0 0,0-25 0,-25 25 16,25-25-16,0 25 0,0-25 0,-25 24 0,25 1 16,0-25-16,0 0 0,0 25 0,-24-25 0,24 25 0,0-25 15,0 0-15,0 0 0,0 25 0,0-25 0,0 0 16,0 0-16,0 0 0,0 0 0,0 0 0,0 0 0,0 0 15,0 0-15,0 0 0,0 0 0,0 0 0,0 0 16,0 0-16,0 0 0,0 0 0,0 0 0,0 0 16,0 0-16,24-25 0,-24 25 0,0 0 0,0 0 0,0-25 15,0 25-15,0 0 0,25-25 0,-25 25 0,0 0 16,0-25-16,0 25 0</inkml:trace>
  <inkml:trace contextRef="#ctx0" brushRef="#br1" timeOffset="293098.7643">12229 9079 0,'0'0'0,"0"0"0,0 0 0,0 0 16,0 0-16,0 0 0,0 0 0,0 0 0,0 0 0,0 0 15,0 0-15,0 0 0,0 0 0,0 0 0,0 0 16,0 0-16,0 0 0,0 0 0,0 0 0,0 0 16,25 0-16,-25 0 0,0 0 0,0 24 0,0-24 0,24 0 15,-24 0-15,0 0 0,25 25 0,-25-25 0,0 0 0,0 25 16,25-25-16,-25 0 0,0 25 0,25-25 0,-25 0 15,0 25-15,25-25 0,-25 24 0,0-24 0,24 0 16,-24 25-16,0-25 0,0 0 0,25 25 0,-25-25 16,0 0-16,0 25 0,0-25 0,25 25 0,-25-25 0,0 0 124,25 49-124,-25-49 0,0 0 0,0 0 0,0 0 0,0 0 0,0 0 0,0 0 0,0 0 0,0 0 0,0 0 0,0 0 0,0 0 0,0 0 0,0 0 0,0 0 0</inkml:trace>
  <inkml:trace contextRef="#ctx0" brushRef="#br1" timeOffset="293412.7823">12774 9054 0,'-24'0'0,"24"0"0,0 0 0,0 0 16,0 0-16,0 0 0,0 0 0,0 0 0,0 0 15,0 0-15,0 0 0,0 0 0,0 0 0,24 0 16,-24 0-16,0 0 0,0 0 0,0 0 0,0 0 0,0 0 15,0 0-15,25 0 0,-25 0 0,0 0 0,0 0 16,25 0-16,-25 0 0,0 0 0,25 0 0,-25 0 0,25 0 16,-25 0-16,24 0 0,-24 0 0,25 0 0,-25 0 15,25 0-15,-25 0 0,25 0 0,0 0 0,-25-25 0,24 25 16,-24 0-16,25 0 0,-25 0 0,25 0 0,-25 0 15,25 0-15,-25 0 0,0 0 0,25-25 0</inkml:trace>
  <inkml:trace contextRef="#ctx0" brushRef="#br1" timeOffset="294133.8235">13370 8806 0,'0'0'0,"0"0"0,0 0 0,0 0 0,0 0 16,0 0-16,0 0 0,0 0 0,0 0 0,0 0 15,0 0-15,0 0 0,0 0 0,0 0 0,0 0 0,0 0 16,0 0-16,0 0 0,0 0 0,0 0 0,0 0 15,0 24-15,0-24 0,0 0 0,0 0 0,25 25 0,-25-25 16,0 0-16,0 25 0,0-25 0,0 25 94,0-25-94,0 25 0,0-25 0,0 24 0,0-24 0,0 25 0,0-25 0,0 25 0,0-25 0,0 25 0,0-25 0,24 0 0,-24 25 0,0-25 0,0 0 0,0 25 0,0-25 0,0 0 0,0 0 0,0 24 0,0-24 0,0 0 0,0 0 0,0 0 0,0 0 0,0 0 0,0 0 0,0 0 15,0 0-15,0 0 0,0 0 0,0 0 0,0 0 0,25 0 0,-25 0 0,0 0 0,0 0 0,0 0 0,0 0 16,0 0-16,25 0 0,-25 0 0,0-24 0,0 24 15,0 0-15,25 0 0,-25 0 0,0 0 0,0 0 0,0 0 16,0 0-16,25 0 0,-25 0 0,0 0 0,0 0 16,0 0-16,0 0 0,24 0 0,-24 24 0,0-24 0,0 0 15,0 0-15,25 0 0,-25 25 0,0-25 0,0 0 16,0 25-16,25-25 0,-25 0 0,0 0 0,0 25 15,0-25-15,0 0 0,0 25 0,0-25 0,0 0 0,0 24 16,0-24-16,0 0 0,0 25 0,0-25 0,0 0 16,0 25-16,0-25 0,0 0 0,0 25 0,0-25 15,0 0-15,0 0 0,0 25 0,-25-25 0,25 0 0,0 0 16,0 0-16,0 0 0,0 24 0,-25-24 0,25 0 15,0 0-15,0 0 0,-24 0 0,24 0 0,0 0 0,-25 0 16,25 0-16,0 0 0,-25 0 0,25 0 0,0 0 16,-25 0-16,25 0 0,0 0 0,0 0 0,-25 0 0,25 0 15,0 0-15,0 0 0,0-24 0,0 24 0,0 0 16,0 0-16,0 0 0,0-25 0,0 25 0,0 0 15,-24-25-15,24 25 0,0 0 0,24-25 0,-24 25 0,0 0 16,0-25-16,0 25 0,0-24 0,0 24 0,0-25 16</inkml:trace>
  <inkml:trace contextRef="#ctx0" brushRef="#br1" timeOffset="294375.8374">13419 8830 0,'0'0'0,"0"0"0,-24 0 0,24 0 0,0 0 0,0 0 0,0 0 0,0 0 0,0 0 0,0 0 0,0 0 0,0 0 0,0 0 0,0 0 0,24 0 16,-24 0-16,0 0 0,25-24 0,-25 24 0,0 0 0,25 0 0,-25 0 0,25 0 0,-25 0 0,25 0 0,-25 0 0,24 0 0,-24 0 0,0 0 0,25 0 0,-25 24 0,25-24 0,-25 0 0,0 0 15,25 0-15,-25 0 0,25 0 0,-25 0 0,24 0 16,-24 0-16,0 0 0,25 0 0,-25 0 0,25 0 16,-25 0-16,25 0 0,-25 0 0</inkml:trace>
  <inkml:trace contextRef="#ctx0" brushRef="#br1" timeOffset="294755.8591">13965 8706 0,'0'0'0,"0"0"0,0 0 0,0 0 0,0 0 0,0 0 15,0 0-15,0 0 0,0 0 0,0 0 0,0 0 16,0 0-16,0 0 0,0 0 0,0 0 0,0 0 0,0 0 15,25 0-15,-25 25 0,0-25 0,25 0 0,-25 0 16,0 0-16,0 25 0,24-25 0,-24 0 0,0 25 0,25-25 16,-25 25-16,0-25 0,0 24 0,25 1 0,-25-25 15,0 25-15,0 0 0,0 0 0,25-1 0,-25 1 16,0 0-16,0 0 0,0 0 0,0 0 0,0-1 0,0 1 15,0 0-15,0 0 0,0 0 0,0-1 0,0 1 16,0-25-16,0 25 0,-25 0 0,25 0 0,0-1 0,0-24 16,0 25-16,-25 0 0,25-25 0,0 25 0,-25-25 15,25 0-15,0 25 0,0-25 0,-24 0 0,24 24 16,0-24-16,-25 0 0,25 0 0,0 0 0,0 0 0,-25 0 15,25 0-15,0 0 0,-25-24 0,25 24 0,0 0 16,0-25-16,0 25 0,-25-25 0,25 25 0,0-25 0</inkml:trace>
  <inkml:trace contextRef="#ctx0" brushRef="#br1" timeOffset="295294.8899">14263 8359 0,'0'0'0,"0"0"15,0 0-15,0 0 0,0 0 0,0 0 0,0-25 16,0 25-16,0 0 0,0 0 0,0 0 0,0 0 0,0 0 15,0 0-15,0 0 0,0 0 0,0 0 0,0 0 16,24 0-16,-24 0 0,0-24 0,0 24 0,0 0 16,25 0-16,-25 0 0,0 0 0,0 0 0,25 0 0,-25 0 15,0 24-15,0-24 0,0 0 0,25 0 0,-25 0 16,0 0-16,0 25 0,0-25 0,25 0 0,-25 0 0,0 25 15,0-25-15,0 25 0,0-25 0,0 0 0,0 25 0,0-25 16,-25 24-16,25-24 0,0 25 0,0-25 0,-25 25 16,25-25-16,0 25 0,-25-25 0,25 0 0,0 25 15,-25-25-15,25 24 0,0-24 0,-24 0 0,24 0 16,0 25-16,0-25 0,0 0 0,0 0 0,0 25 0,0-25 15,0 0-15,0 0 0,0 0 0,0 0 0,0 0 16,0 0-16,24 0 0,-24 0 0,0 0 0,25 0 0,-25 0 16,25 0-16,-25 0 0,25 0 0,0 0 0,-25 0 15,25 0-15,-1 0 0,1-25 0,0 25 0,0 0 16,0 0-16,-1 0 0,1 0 0,0 0 0,0-25 0,0 25 15,-1 0-15,1 0 0,0 0 0,0 0 0,0 0 16,-1 0-16,-24 0 0</inkml:trace>
  <inkml:trace contextRef="#ctx0" brushRef="#br1" timeOffset="296905.9821">22299 9029 0,'0'0'0,"0"0"15,0 0-15,0 0 0,0 0 0,0 0 0,0 0 0,0 0 16,0 0-16,25 0 0,-25 0 0,0 0 0,0 0 15,0 0-15,0 0 0,0 0 0,0 0 0,0 0 16,0 0-16,0 0 0,0 0 0,0 0 0,0 0 0,0 0 16,0 0-16,0 0 0,0 0 0,0 0 0,0 0 15,0 0-15,0 0 0,0 0 0,0 0 0,0 0 16,0 0-16,0 0 0,0 0 0,0 0 0,0 0 0,0 0 15,0 0-15,0 0 0,0 0 0,0 0 0,0 0 0,0 0 16,0 0-16,0 0 0,0 0 0,25-25 0,-25 25 16,0 0-16,0 0 0,0 0 0,0-25 0,25 25 15,-25 0-15,0-25 0,0 25 0,25 0 0,-25-24 0,0 24 16,24-25-16,-24 25 0,0 0 0,25-25 15,-25 25-15,0-25 0,25 25 0,-25-25 0,0 25 0,25-24 0,-25 24 16,0-25-16,25 25 0,-25-25 0,0 25 0,0-25 16,24 25-16,-24-25 0,0 25 0,0 0 0,0-24 15,0 24-15,0-25 0,0 25 0,25 0 0,-25-25 16,0 25-16,0 0 0,0 0 0,0-25 0,0 25 0,0 0 15,0 0-15,0 0 0,0 0 0,0 0 0,0 0 0,0 0 16,0 0-16,0 0 0,0 0 0,0 0 0,0 0 16,0 0-16,0 0 0,0 0 0,0 0 0,0 0 15,0 0-15,0 0 0,0 0 0,0 25 0,0-25 0,0 0 16,0 25-16,0-25 0,-25 0 0,25 25 0,0-25 15,0 24-15,0-24 0,0 25 0,0-25 0,0 25 16,0 0-16,0-25 0,0 25 0,0-25 0,0 24 0,0 1 16,0-25-16,0 25 0,0 0 0,0-25 0,0 25 15,0-25-15,0 24 0,0-24 0,0 25 0,0-25 0,0 25 16,0-25-16,0 25 0,0-25 0,0 0 0,0 25 15,0-25-15,0 0 0,0 0 0,0 25 0,0-25 0,0 0 16,0 0-16,0 0 0,0 0 0,0 0 0,0 0 16,0 0-16,0 0 0,0 0 0,0 0 0,0 0 15,0 0-15,0 0 0,0 0 0,0 0 0,0 0 16,0 0-16,0 0 0,0 0 0,-24 0 0</inkml:trace>
  <inkml:trace contextRef="#ctx0" brushRef="#br1" timeOffset="300527.1892">4762 10864 0,'0'0'15,"0"0"-15,0 0 0,0 0 0,0 0 0,0 0 16,0 0-16,0 0 0,0 0 0,0 0 0,0 0 0,0 0 15,0 0-15,0 0 0,0 0 0,0 0 0,0 0 16,0 0-16,0 0 0,0 0 0,0 0 0,0 0 0,0 0 16,0 0-16,0 0 0,0 0 0,0 0 0,0 0 15,0 0-15,0 0 0,0 0 0,0 0 0,0 0 0,0 0 16,0 0-16,0 0 0,0 0 0,0 0 0,0 0 15,0 0-15,0 0 0,0 0 0,0 0 0,0 0 16,0 0-16,0 0 0,0 0 0,0 0 0,0 0 0,0 0 16,0 0-16,0 0 0,0 0 0,0 0 0,0 0 15,0 0-15,0 0 0,0 0 0,0 0 0,0 0 16,0 0-16,0 0 0,0 0 0,0-24 0,0 24 0,0 0 15,0 0-15,0-25 0,0 25 0,0 0 0,0-25 16,25 25-16,-25 0 0,0-25 0,0 25 0,0 0 0,0-25 16,0 25-16,25 0 0,-25-24 0,0 24 0,0 0 15,0-25-15,0 25 0,25 0 0,-25-25 0,0 25 0,0 0 16,0-25-16,0 25 0,0 0 0,0 0 0,0 0 15,25-25-15,-25 25 0,0 0 0,0 0 0,0 0 16,0 0-16,0-24 0,0 24 0,0 0 0,0 0 0,0 0 16,0 0-16,0 0 0,0 0 0,0 0 0,0 0 0,0 0 15,0 0-15,0 0 0,0 0 0,0 0 0,0 0 16,0 0-16,0 0 0,0 0 0,0 0 0,0 0 15,0 0-15,0 0 0,0 0 0,0 0 0,0 0 16,0 0-16,0 0 0,0 0 0,0 0 0,0 0 0,-25 0 16,25 0-16,25 0 0,-25 24 0,-25-24 0,25 0 15,0 0-15,25 25 0,-25-25 0,0 0 0,0 25 16,0-25-16,0 25 0,0-25 0,0 25 0,0-25 0,25 24 15,-25-24-15,0 25 0,0-25 0,0 25 0,0 0 16,0-25-16,0 25 0,0-25 0,0 24 0,0 1 0,0-25 16,0 25-16,0-25 0,0 25 0,0-25 0,0 25 0,24-25 15,-24 24-15,0-24 0,0 0 0,0 25 0,0-25 16,0 0-16,0 25 0,0-25 0,25 0 0,-25 0 15,0 0-15,-25 25 0,25-25 0,0 0 0,0 0 0,0 0 16,0 0-16,25 0 0,-25 0 0,0 0 0,0 0 16,0 0-16,0 0 0,0 0 0,0 0 0,0 0 15,0 0-15,0 0 0,0 0 0,0 0 0,0 0 0,0 0 16,0 0-16,-25 0 0,25 0 0,0 0 0,0 0 15,0 0-15,0 0 0,0 0 0,0-25 0,0 25 0,0 0 16,0 0-16,0-25 0,0 25 0,-24 0 0</inkml:trace>
  <inkml:trace contextRef="#ctx0" brushRef="#br1" timeOffset="347066.8511">14213 0 0,'0'0'16,"25"0"-16,-25 0 0,25 0 0,-25 0 0,0 0 0,0 0 15,0 0-15,0 0 0,0 0 0,-25 0 0,25 0 16,0 0-16,0 0 0,0 0 0,-25 0 0,25 0 0,0 0 16,25 0-16</inkml:trace>
  <inkml:trace contextRef="#ctx0" brushRef="#br1" timeOffset="350127.0262">8483 10542 0,'0'0'0,"0"0"0,0 0 0,0 0 15,0 0-15,0 0 0,0 0 0,0 0 0,0 0 16,0 0-16,0 0 0,0 0 0,0 0 0,0 0 16,0 0-16,0 0 0,0 0 0,0 0 0,0 0 0,0 0 15,0 0-15,0 0 0,0 0 0,0 0 0,0 0 16,0 0-16,0 0 0,0 0 0,0 0 0,0 0 0,0 0 15,0 0-15,0 0 0,0 0 0,0 0 0,0 0 16,0 0-16,0 0 0,0 0 0,0 0 0,0 0 0,0 25 16,0-25-16,0 0 0,0 0 0,0 0 15,0 0-15,-25 0 0,25 0 0,0 0 0,0 0 0,0 0 16,0 0-16,0 0 0,0 0 0,0 0 0,0 0 0,0 0 15,0 0-15,-24 0 0,24 0 0,0 0 0,0 0 16,0 0-16,0 0 0,0 0 0,0 0 0,0 0 16,0 0-16,0 0 0,0 0 0,0 0 0,0 0 0,0 0 15,0 0-15,0 0 0,0 0 0,0 0 0,0 0 16,0 0-16,0 0 0,0 0 0,0 0 0,0-25 0,0 25 15,0 0-15,0 0 0,0 0 0,0 0 0,0 0 16,0-25-16,0 25 0,0 0 0,0 0 0,24 0 0,-24 0 16,0-25-16,0 25 0,0 0 0,25 0 0,-25 0 15,0-24-15,0 24 0,0 0 0,0 0 0,0 0 16,0 0-16,0 0 0,0 0 0,0 0 0,0 0 0,0 0 15,25 0-15,-25 0 0,0 0 78,0 0-78,0 0 0,0 0 0,0 0 0,0 0 0,0 0 0,0 0 0,0 0 0,0 0 0,25 0 0,-25 24 0,0-24 0,0 0 0,0 0 0,0 25 0,0-25 0,0 0 0,0 25 16,0-25-16,0 0 0,0 25 0,0-25 0,0 0 0,0 25 0,0-25 0,0 24 0,0-24 0,0 25 0,0-25 0,0 25 0,0-25 0,0 0 0,0 25 0,-25-25 0,25 25 16,0-25-16,0 24 0,0-24 0,0 0 0,-25 25 15,25-25-15,0 25 0,0-25 0,0 0 0,0 25 16,-25-25-16,25 0 0,0 25 0,0-25 0,0 0 0,0 0 15,-24 24-15,24-24 0,0 0 0,0 0 0,0 0 0,0 0 16,-25 25-16,25-25 0,0 0 0,0 0 0,-25 0 16,25 0-16,0 0 0,0 0 0,0 0 0,0 0 15,0 0-15,-25 0 0,25 0 156,-49 0-156,49 0 0,0 0 0,0 0 0,0 0 0,0 0 0,24 0 0,-24 0 0,0 0 0,0 0 0,0 0 0,0 0 0,0 0 0,0-25 0,0 25 0,0 0 0,0 0 0,0 0 16,25 0-16,-25 0 0,0 0 0,0 0 0,0 0 0,0-24 0,0 24 0,0 0 0,0 0 0,25 0 0,-25 0 0,0 0 0,0 0 0,0 0 0,0 0 0,25 0 0,-25 0 0,0 0 0,0 0 0,0 0 0,0 0 0,25 0 0,-25 0 15,0 0-15,0 24 0,0-24 0,0 0 0,0 0 0,0 0 16,0 25-16,0-25 0,24 0 0,-24 0 0,0 25 16,0-25-16,0 0 0,25 0 0,-25 0 0,0 25 0,0-25 15,0 0-15,0 0 0,0 25 0,25-25 16,-25 0-16,0 0 0,0 0 0,0 24 0,0-24 0,0 0 15,25 0-15,-25 0 0,0 0 0,0 0 0,0 0 0,0 25 16,0-25-16,0-25 0,0 25 0,25 0 0,-25 0 16,0 0-16,0 0 0,0 0 0,24-24 0,-24 24 0,0 0 15,25-25-15,-25 25 0,0 0 0,0-25 0,25 25 16,-25 0-16,0-25 0,0 25 0,0 0 0,0 0 15,0 0 17,0-25-32,0 25 0,25 0 0,-25 0 0,0 0 0,0 0 0,0 0 0,0 0 0,0 0 0,0-24 15,-25 24-15,25 0 0,0 0 0,0 0 0,0-25 0,0 25 0,0 0 0</inkml:trace>
  <inkml:trace contextRef="#ctx0" brushRef="#br1" timeOffset="351605.1107">10021 11311 0,'0'0'0,"0"0"16,0 0-16,0 0 0,0 0 0,0 0 0,0 0 0,0 0 15,0 0-15,0 0 0,0 0 0,0 0 0,0 0 0,0 0 16,0 0-16,0 0 0,0 0 0,-25 0 0,25 25 16,0-25-16,0 0 0,0 0 0,0 0 0,0 0 15,0 0-15,0 0 0,0 0 0,0 0 0,0 0 0,0 0 16,-25 0-16,25 0 0,0 0 0,0 0 0,0 0 15,0 0-15,0 0 0,0 0 0,0 0 0,0 0 0,0 0 16,0 0-16,0 0 0,-24 0 0,24 0 0,0 0 16,0 0-16,0 0 0,0 0 0,0 0 0,0 0 15,0 0-15,0 0 0,0 0 0,0 0 0,0 0 0,0-25 16,0 25-16,0 0 0,0 0 0,0 0 0,0 0 15,24-25-15,-24 25 0,0 0 0,0 0 0,0-25 0,0 25 16,0 0-16,0 0 0,0-24 0,0 24 0,25 0 16,-25 0-16,0-25 0,0 25 0,0 0 0,0 0 0,25 0 15,-25 0-15,0 0 0,0 0 0,0 0 0,25 0 16,-25 0-16,0 0 0,0 0 0,0 0 0,0 0 0,0 0 15,0 0-15,0 25 0,25-25 0,-25 0 0,0 0 16,0 0-16,0 24 0,0-24 0,0 0 0,0 25 16,0-25-16,0 25 0,0-25 0,0 0 0,0 25 0,0-25 15,0 25-15,0-25 0,0 24 0,0-24 0,-25 25 16,25-25-16,0 25 0,0-25 0,0 25 0,0-25 15,0 25-15,0-25 0,-25 24 0,25-24 0,0 0 0,0 25 16,0-25-16,0 25 0,-25-25 0,25 0 0,0 25 16,0-25-16,0 0 0,0 25 0,-25-25 0,25 0 0,0 0 15,0 24-15,0-24 0,0 0 0,-24 0 0,24 0 16,0 0-16,0 0 0,0 0 0,0 0 0,0 0 15,-25 0-15,25 0 0,0 0 0,0 0 0,0 0 0,0 0 16,0 0-16,0 0 0,0-24 0,0 24 0,-25 0 16,25 0-16,0 0 0,0 0 0,0 0 0,0 0 0,0-25 15,0 25-15,0 0 0,0 0 0,0 0 0,0 0 16,0 0-16,25-25 0,-25 25 0,0 0 0,0 0 0,0 0 15,0 0-15,0 0 0,0 0 0,0-25 0,0 25 16,25 0-16,-25 0 0,0 0 0,0 0 0,24 0 16,-24 0-16,0 0 0,0 0 0,25 0 0,-25 0 0,0 25 15,0-25-15,25 0 0,-25 0 0,0 0 0,0 0 16,25 25-16,-25-25 0,0 0 0,0 0 0,25 0 0,-25 25 15,0-25-15,0 0 0,0 0 0,25 0 0,-25 0 16,0 0-16,0 0 0,0 0 0,24 0 0,-24 0 16,0 0-16,0 0 0,25 0 0,-25 0 0,0 0 0,0 0 15,25 0-15,-25 0 0,0 0 0,0-25 0,0 25 16,0 0-16,25 0 0,-25 0 0,0 0 0,0 0 15,0-25-15,0 25 0,0 0 0,25 0 0,-25 0 0,0 0 16,0-25-16,0 25 0,0 0 0,0 0 0,0 0 0,24-25 16,-24 25-16,0 0 0,0-24 0,0 24 0,0 0 15</inkml:trace>
  <inkml:trace contextRef="#ctx0" brushRef="#br1" timeOffset="353032.1923">11485 12229 0,'0'0'16,"0"0"-16,24 0 0,-24 0 0,0 0 0,0 0 15,0-25-15,0 25 0,0 0 0,0 0 0,0 0 0,0 0 16,0 0-16,0 0 0,0 0 0,0 0 0,0 0 16,0-25-16,0 25 0,0 0 0,-24 0 0,24 0 0,0 0 15,0 0-15,0 0 0,0 0 0,0 0 0,0 0 16,0 0-16,0 0 0,0 0 0,0 0 0,0 0 0,0 0 15,0 0-15,0 0 0,0 25 0,0-25 0,0 0 16,0 0-16,-25 0 0,25 25 0,0-25 0,-25 0 16,25 25-16,0-25 0,0 0 0,-25 24 0,25-24 0,0 25 15,0-25-15,-25 0 0,25 25 0,0-25 0,0 25 16,-24-25-16,24 25 0,0-25 0,0 0 0,-25 24 15,25-24-15,0 0 0,0 25 0,0-25 0,0 0 0,0 0 16,0 0-16,-25 25 0,25-25 0,0 0 0,0 0 16,0 0-16,0 0 0,0 0 0,0 0 0,0 0 0,0 0 15,0 0-15,0 0 0,0 0 0,0 0 0,0 0 16,0 0-16,0 0 0,0 0 0,0 0 0,0 0 0,0 0 15,0 0-15,0 0 0,0 0 0,0 0 0,0 0 16,0 0-16,0 0 0,0 0 0,0 0 0,0 0 16,0 25-16,25-25 0,-25 0 0,0 0 0,0 0 0,0 0 15,0 0-15,0 0 0,0 0 0,0 0 0,0 0 16,0 0-16,25-25 0,-25 25 0,0 0 0,0 0 0,0 0 16,24 0-16,-24 0 0,0 0 0,0 0 0,25 0 15,-25 0-15,0 0 0,25 0 0,-25 0 0,0 0 16,25 0-16,-25 0 0,0 0 0,25 0 0,-25 0 0,0 0 15,24 0-15,-24 0 0,0 0 0,25-25 0,-25 25 16,0 0-16,0 0 0,25 0 0,-25 0 0,0 0 0,25 0 16,-25 0-16,0 0 0,0 0 0,25 0 0,-25 0 15,0 0-15,0 0 0,0 0 0,0 0 0,0 0 16,24 0-16,-24 0 0,0 0 0,0 0 0,0 0 0,0 0 15,0 0-15,0 0 0,0 0 0,0 0 0,0 0 16,25 0-16,-25 0 0,0 0 0,0 0 0,0 0 0,0 0 16,0 0-16,0 0 0,25 0 0,-25 0 0,0 0 15,0 0-15,0 0 0,0 0 0,-25 0 0,25 0 0,0 0 16,0 0-16,0 0 0,0-25 0,0 25 0,0 0 15,0 0-15,0 0 0,0 0 0,0-24 0,0 24 16,0 0-16,0 0 0,0-25 0</inkml:trace>
  <inkml:trace contextRef="#ctx0" brushRef="#br1" timeOffset="353327.2092">11609 12254 0,'0'0'0,"0"0"0,0 0 0,0 0 0,0 0 0,-25-25 0,25 25 0,0 0 0,0 0 0,0 0 15,0 0-15,0 0 0,0 0 0,0 0 0,0 0 0,0 0 0,0 0 0,0 0 0,0 0 0,0 0 0,0 0 0,0 0 0,0 25 0,0-25 0,25 0 0,-25 0 16,0 0-16,0 24 0,0-24 0,0 25 0,0-25 0,0 0 16,0 25-16,0-25 0,0 25 0,0 0 0,0-25 15,24 24-15,-24-24 0,0 25 0,0-25 0,0 25 16,0 0-16,0-25 0,0 25 0,0-1 0,0-24 0,0 25 15,0-25-15,0 25 0,0-25 0,0 25 0,0-25 16,0 25-16,0-25 0,0 24 0,0-24 0,0 25 16,0-25-16,0 0 0,0 25 0,0-25 0,0 0 0,0 25 15,0-25-15,25 0 0,-25 0 0,0 0 0,0 0 0,0 0 16,0 0-16,0 0 0,0 0 0,0 0 0,0 0 15,0 0-15,-25 0 0</inkml:trace>
  <inkml:trace contextRef="#ctx0" brushRef="#br1" timeOffset="354989.3043">19670 10815 0,'0'0'0,"0"0"0,0 0 0,0 0 15,0 0-15,0 0 0,0 0 0,0 0 0,0 0 16,0-25-16,0 25 0,0 0 0,0 0 0,0 0 0,0 0 16,-25 0-16,25 0 0,0 0 0,0 0 0,0 0 15,0 0-15,0 0 0,0-25 0,0 25 0,0 0 0,0 0 16,0 0-16,0 0 0,0 0 0,0 0 0,0 0 15,0 0-15,0 0 0,0 0 0,0 0 0,0 0 16,0 0-16,0 0 0,0 0 0,0 0 0,-24 0 0,24 0 16,0 0-16,0 0 0,0 0 0,0 0 0,0 25 15,0-25-15,-25 0 0,25 0 0,0 0 0,0 25 0,0-25 16,0 0-16,0 0 0,0 25 0,0-25 0,0 0 15,0 24-15,0-24 0,0 0 0,0 0 0,0 25 0,0-25 16,0 0-16,0 25 0,0-25 0,0 0 0,0 25 16,0-25-16,0 0 0,0 25 0,0-25 0,25 0 15,-25 24-15,0-24 0,0 0 0,0 25 0,0-25 0,24 0 16,-24 25-16,0-25 0,0 0 0,25 25 0,-25-25 15,0 0-15,0 25 0,25-25 0,-25 0 0,0 24 0,0-24 16,0 0-16,25 25 0,-25-25 0,0 0 0,0 0 16,0 25-16,0-25 0,0 0 0,0 25 0,0-25 15,0 0-15,0 25 0,0-25 0,0 0 0,0 25 0,0-25 16,0 0-16,0 24 0,0-24 0,-25 0 0,25 25 15,0-25-15,0 0 0,0 0 0,-25 25 0,25-25 0,0 0 16,0 25-16,-25-25 0,25 0 0,0 0 0,0 0 16,0 25-16,-24-25 0,24 0 0,0 0 0,0 0 15,0 0-15,0 0 0,0 0 0,0 0 0,0 0 0,0 0 16,0 0-16,0 0 0,0 0 0,0 0 0,0 0 0,0 0 15,0 0-15,0-25 0,24 25 0,-24 0 0,0 0 16,0 0-16,0 0 0,0 0 0,0 0 0,25 0 16,-25 0-16,0-25 0,0 25 0,0 0 0,25 0 0,-25 0 15,0 0-15,0 0 0,0 25 0,25-25 0,-25 0 16,0 0-16,0 0 0,0 25 0,0-25 0,25 0 15,-25 24-15,0-24 0,0 0 0,0 25 0,0-25 16,0 25-16,0 0 0,0-25 0,24 25 0,-24-1 0,0-24 16,0 25-16,0 0 0,0 0 0,0-25 0,0 25 15,0-1-15,0 1 0,25 0 0,-25-25 0,0 25 0,0 0 16,0-1-16,0 1 0,0-25 0,0 25 0,0 0 0,0-25 15,0 25-15,0-1 0,0 1 0,25-25 0,-25 25 16,0 0-16,0-25 0,0 25 0,0-1 0,0-24 16,0 25-16,0-25 0,0 0 0,0 25 0,0-25 0,0 0 15,0 0-15,0 0 0,0 0 0,0 0 0,0 0 16,0 0-16,-25 0 0,25 0 0,0 0 0,0 0 0,0 0 15,0-25-15,0 25 0,0 0 0,0-25 0,0 25 16,0 0-16,0-24 0,0 24 0,0 0 0,0-25 16</inkml:trace>
  <inkml:trace contextRef="#ctx0" brushRef="#br1" timeOffset="361545.6793">20042 10840 0,'0'0'0,"0"0"0,0 0 0,0 0 0,0 0 0,0 0 15,0 0-15,0 0 0,0 0 0,0 0 0,0 0 0,0 0 16,0 0-16,0 0 0,0-25 0,0 25 0,0 0 16,0 0-16,0 0 0,0 0 0,0 0 0,0 0 15,0 0-15,0 0 0,0 0 0,0 0 0,0 0 0,0 0 16,0-25-16,0 25 0,0 0 0,0 0 0,0 0 15,0 0-15,25 0 0,-25 0 0,0 0 0,0-25 16,0 25-16,0 0 0,0 0 0,0 0 0,0 0 0,25 0 16,-25 0-16,0 0 0,0 0 0,0 0 0,0 0 15,0 0-15,25 0 0,-25 0 0,0 0 0,0 25 0,0-25 16,0 0-16,24 0 0,-24 25 0,0-25 0,0 25 15,0-25-15,0 24 0,0-24 156,-74 248-156,74-248 0,0 25 0,-25-25 0,25 0 0,0 0 0,0 0 0,0 25 0,0-25 0,0 0 0,0 0 0,0 0 0,0 0 0,0 0 0,0 0 16,0 0-16,0 0 0,0-25 0,0 25 0,0 0 0,0 0 0,0-25 0,0 25 0,0 0 0,25-24 0,-25 24 0,0-25 0,25 25 0,-25-25 0,0 25 0,25-25 0,-25 0 0,24 25 0,-24-24 0,0 24 0,25-25 0,-25 25 0,0-25 0,25 25 0,-25 0 16,0-25-16,25 25 0,-25-25 0,0 25 0,0 0 15,0-24-15,25 24 0,-25 0 0,0 0 0,0-25 0,0 25 16,0 0-16,0 0 0,0 0 0,0 0 15,0 0-15,0 0 0,0 0 0,0 0 0,0 0 0,0 0 0,0 0 16,0 0-16,-25 0 0,25 0 0,0 0 0,0 0 16,0 0-16,0 0 0,0 0 0,-25 25 0,25-25 0,0 0 15,0 24-15,-25-24 0,25 0 0,0 25 0,0-25 16,0 25-16,0-25 0,-25 25 0,25-25 0,0 25 15,0-25-15,0 24 0,0-24 0,0 25 0,0-25 0,0 0 16,0 25-16,0-25 0,25 25 0,-25-25 0,0 0 16,0 25-16,0-25 0,25 0 0,-25 0 0,0 0 0,25 24 15,-25-24-15,0 0 0,25 0 0,-25 0 0,0 0 16,24 0-16,-24 0 0,0 0 0,25 0 0,-25 0 15,0 0-15,25 0 0,-25-24 0,0 24 0,0 0 0,25 0 16,-25 0-16,0-25 0,25 25 0,-25 0 0,0-25 16,0 25-16,0 0 0,24 0 0,-24-25 0,0 25 0,0 0 15,0 0-15,0 0 0,0 0 0,0-25 0,0 25 16,0 0-16,0 0 0,0 0 0,0 0 0,0 0 15,0 0-15,0 0 0,0 0 0,0 0 0,0 0 0,0 0 16,0 0-16,0 0 0,0 0 0,0 0 0,0 0 16,0 0-16,0 0 0,0 0 0,0 0 0,0 0 0,0 0 15,0 0-15,0 0 0,0 0 0,0 0 0,0 0 16,0 0-16,0 0 0,0 0 0,0 0 0,0 0 0,0 0 15,0 0-15,0 0 0,0 0 0,0 0 0,0 0 16,0 0-16,0 0 0,0 0 0,0 25 0,0-25 16,0 0-16,0 0 0,0 0 0,0 0 0,0 0 0,0 0 15,0 0-15,0 0 0,0 0 0,0 0 0,0 0 16,0 0-16,0 0 156,0 99-156,0-99 0,0 25 0,0-25 0,0 0 0,0 25 0,0-25 0,0 0 0,0 25 0,0-25 0,0 25 0,0-25 0,0 0 0,0 25 0,0-25 0,0 0 0,0 24 0,0-24 15,0 0-15,0 0 0,0 25 0,0-25 0,0 0 0,0 0 0,0 0 0,0 0 0,0 0 0,0 0 0,0 0 0,0 0 0,0 0 0,0 0 0,0 0 0,0 0 0,0-25 0,0 25 0,0 0 0,-24 0 0,24 0 0,0-24 16,0 24-16,0 0 0,0-25 0,0 25 0,0 0 0,0-25 16,0 25-16</inkml:trace>
  <inkml:trace contextRef="#ctx0" brushRef="#br1" timeOffset="362056.7085">20836 10939 0,'0'0'0,"0"0"0,0 25 0,0-25 0,0 0 0,0 0 0,0 0 0,0 0 0,0 0 0,25 0 0,-25 0 0,0 0 0,0 0 0,0 0 0,0 0 0,0 0 0,0 0 0,25 0 0,-25 0 16,0 0-16,24 0 0,-24 0 0,0-25 0,25 25 0,-25 0 0,25 0 0,-25 0 0,25 0 0,-25 0 0,25 0 0,-25 0 0,24 0 0,-24 0 0,25 0 0,-25-25 0,25 25 0,-25 0 0,0 0 0,25 0 15,-25 0-15,0 0 0,25 0 0,-25 0 0,0 0 16,0 0-16,24 0 0,-24 0 0,0 0 0,0 0 0</inkml:trace>
  <inkml:trace contextRef="#ctx0" brushRef="#br1" timeOffset="362829.7527">21555 10815 0,'-25'-25'0,"25"25"0,0 0 0,0 0 0,0 0 0,0 0 15,0 0-15,0 0 0,0 0 0,0-25 0,0 25 0,0 0 16,0 0-16,0 0 0,0 0 0,0 0 0,25 0 15,-25 0-15,0 0 0,0 0 0,0 0 0,0 0 0,0 0 16,25-25-16,-25 25 0,0 0 0,0 0 0,25 0 16,-25 0-16,0 0 0,0 25 0,25-25 0,-25 0 15,0 0-15,0 0 0,0 0 0,24 25 0,-24-25 0,0 0 16,0 25-16,0-25 0,0 25 0,0-25 0,0 24 15,0-24-15,0 25 0,0-25 0,0 25 0,0-25 0,-24 25 16,24-25-16,0 0 0,0 25 0,0-25 0,-25 24 16,25-24-16,0 0 0,0 25 0,0-25 0,-25 0 15,25 25-15,0-25 0,0 0 0,-25 25 0,25-25 0,0 0 16,0 0-16,0 0 0,-25 0 0,25 25 0,0-25 15,0 0-15,0 0 0,0 0 0,0 0 0,0 0 0,0 0 16,0 0-16,0 0 0,0-25 0,0 25 0,0 0 16,25 0-16,-25 0 0,0-25 0,0 25 0,0 0 0,25-25 15,-25 25-15,0 0 0,25-25 0,-25 25 0,0-24 16,25-1-16,-25 25 0,24-25 0,-24 25 0,0-25 15,25 25-15,-25-25 0,0 25 0,25-24 0,-25 24 0,0 0 16,25-25-16,-25 25 0,0-25 0,0 25 0,0 0 16,0 0-16,25-25 0,-25 25 0,0 0 0,0 0 15,0 0-15,0 0 0,0 0 0,0 0 0,0 0 0,0 0 16,0 0-16,0 0 0,0 0 0,0 0 0,0 0 15,0 0-15,0 0 0,0 0 0,0 25 0,-25-25 0,25 0 16,0 25-16,0-25 0,0 0 0,0 25 0,0-25 16,0 24-16,0-24 0,0 0 0,-25 25 0,25-25 0,0 25 15,0-25-15,0 25 0,0-25 0,0 0 0,0 25 16,0-25-16,0 0 0,25 24 0,-25-24 0,0 0 15,0 25-15,0-25 0,0 0 0,25 0 0,-25 0 0,0 0 16,0 25-16,25-25 0,-25 0 0,0 0 0,24 0 16,-24 0-16,25 0 0,-25 0 0,0 0 0,25 0 0,-25 0 15,25 0-15,-25 0 0,0 0 0,25-25 0,-25 25 16,0 0-16,24 0 0,-24 0 0</inkml:trace>
  <inkml:trace contextRef="#ctx0" brushRef="#br1" timeOffset="363408.7858">21952 11088 0,'0'-25'0,"0"25"0,25 0 0,-25 0 0,0 0 0,0 0 0,0 0 0,0-25 0,0 25 0,0 0 0,0 0 0,0 0 16,0 0-16,0 0 0,0 0 0,25 0 0,-25-25 0,0 25 15,0 0-15,0 0 0,0 0 0,0 0 0,0 0 16,0 0-16,0 0 0,25 0 0,-25 0 0,0 0 16,0 0-16,0 0 0,0 0 0,0 0 0,0 0 0,0 0 15,0 25-15,0-25 0,0 0 0,0 0 0,24 0 16,-24 0-16,0 25 0,0-25 0,0 0 0,0 0 0,0 25 15,-24-25-15,24 0 0,0 24 0,0-24 0,0 0 16,0 25-16,0-25 0,0 0 0,-25 25 0,25-25 0,0 0 16,-25 25-16,25-25 0,0 25 0,-25-25 0,25 0 15,0 25-15,-25-25 0,25 24 0,0-24 0,-24 0 16,24 25-16,0-25 0,0 0 0,-25 0 0,25 25 15,0-25-15,0 0 0,0 0 0,0 0 0,0 0 0,-25 0 16,25 0-16,0 25 0,0-25 0,0 0 0,0 0 16,0 0-16,0 0 0,0 0 0,0 0 0,0 0 0,0 0 15,0 0-15,0 0 0,0 0 0,0 0 0,25 0 0,-25 0 16,0 0-16,0 0 0,0 0 0,0-25 0,25 25 15,-25 0-15,0 0 0,24 0 0,-24 0 0,0 0 16,25 0 62,-25 0-78,0 0 0,25 0 78,124-50-78,-149 50 0,0 0 0,0 0 0,0 0 0,25 0 0,-25 0 0,0 0 0,0 0 0,0 0 0,24 0 0,-24 0 0</inkml:trace>
  <inkml:trace contextRef="#ctx0" brushRef="#br1" timeOffset="363897.8138">22647 10840 0,'0'0'0,"0"0"0,0 0 0,0 0 0,0 0 0,0 0 0,0 0 0,0 0 0,0 0 0,0 0 0,0 0 0,0 0 16,24 0-16,-24 0 0,0 0 0,0 0 0,0 0 0,0 0 16,0 0-16,25 0 0,-25 0 0,0 0 0,0 0 0,25 0 15,-25-25-15,25 25 0,-25 0 0,0 0 0,25 0 16,-25 0-16,25 0 0,-25 0 0,0 0 0,24 0 0,-24 0 15,25 0-15,-25 0 0,0 0 0,25 0 0,-25 0 16,0 0-16,25 0 0,-25 0 0,0 0 0,0 0 16,0 0-16,0 0 0,0 0 0,25 0 0,-25 0 0,0 0 15</inkml:trace>
  <inkml:trace contextRef="#ctx0" brushRef="#br1" timeOffset="364170.8294">22647 11088 0,'0'0'0,"0"0"0,0 0 0,0 0 16,0 0-16,0 0 0,0 0 0,0 0 0,0 0 15,0 0-15,0 0 0,0 0 0,0 0 0,0 0 16,0 0-16,24 0 0,-24 0 0,0 0 0,25-25 0,-25 25 15,0 0-15,25 0 0,-25 0 0,25 0 0,-25 0 16,25 0-16,-25 0 0,25 0 0,-25 0 0,24 0 16,1 0-16,-25 0 0,25 0 0,-25 0 0,25-25 0,-25 25 15,25 0-15,-25 0 0,24 0 0,-24 25 0,25-25 0,-25 0 16,25 0-16,-25 0 0,25 0 0,-25 0 0,25 0 15,-25 0-15,0 0 0</inkml:trace>
  <inkml:trace contextRef="#ctx0" brushRef="#br1" timeOffset="364809.866">23589 10666 0,'0'0'0,"0"0"0,0 0 16,0 0-16,0-25 0,0 25 0,0 0 0,-25 0 16,25 0-16,0 0 0,0 0 0,-24 0 0,24 0 0,0 0 15,0 0-15,-25 0 0,25 0 0,0 0 0,0 0 0,0 0 16,-25 0-16,25 0 0,0 0 0,0 0 0,0 0 15,-25 0-15,25 0 0,0 0 0,0 0 0,0 0 16,0 25-16,-25-25 0,25 0 0,0 0 0,0 0 0,0 0 16,0 0-16,0 25 0,-24-25 0,24 0 0,0 0 15,0 25-15,0-25 0,0 0 0,0 24 0,0-24 0,0 0 16,-25 25-16,25-25 0,0 25 0,0-25 0,0 25 15,0 0-15,0-25 0,0 24 0,0-24 0,0 25 0,0-25 16,0 25-16,0 0 0,0-25 0,0 25 0,0-25 16,0 24-16,0-24 0,25 25 0,-25-25 0,0 25 15,0-25-15,0 0 0,0 25 0,24-25 0,-24 25 0,0-25 16,0 0-16,25 0 0,-25 0 0,0 0 0,25 0 15,-25 24-15,25-24 32,-25 0-32,25-24 15,-25 24-15,24 0 0,-24 0 0,25 0 0,-25 0 0,25-25 0,-25 25 0,25 0 0,-25-25 0,25 25 0,-25 0 0,24-25 0,-24 25 0,25-25 0,-25 25 0,25 0 0,-25-24 0,0 24 16,0-25-16,25 25 0,-25-25 0,0 25 0,0-25 15,0 25-15,25-25 0,-25 25 0,0-24 0,0 24 0,0-25 16,0 25-16,0-25 0,0 25 0,0-25 0,0 25 16,0-25-16,0 25 0,0 0 0,0-24 0,0 24 15,0 0-15,-25-25 0,25 25 0,0 0 0,0 0 0,0 0 16,0-25-16,0 25 0,-25 0 0,25 0 0,0 0 15,0 0-15,-25 0 0,25 0 0,0 0 0,0 0 0,-25 0 16,25 0-16,0 0 0</inkml:trace>
  <inkml:trace contextRef="#ctx0" brushRef="#br1" timeOffset="366675.9727">20786 11832 0,'0'0'0,"0"0"0,0 0 15,0 0-15,0 0 0,0 0 0,0-25 0,0 25 16,0 0-16,0 0 0,0 0 0,0 0 0,0 0 0,0 0 15,0 0-15,25 0 0,-25 0 0,0 0 0,0 0 0,0-25 16,0 25-16,0 0 0,0 0 0,0 0 0,0 0 16,0 0-16,0 0 0,0 0 0,0 0 0,0 0 15,0 0-15,0 0 0,0 0 0,0 0 0,0 0 16,0 0-16,0 25 0,0-25 0,0 0 0,0 0 0,0 0 15,-25 0-15,25 0 0,0 0 0,0 25 0,0-25 0,-24 0 16,24 0-16,0 25 0,0-25 0,-25 0 0,25 24 16,0-24-16,0 25 0,-25-25 0,25 0 0,0 25 0,-25-25 15,25 0-15,0 25 0,-25-25 0,25 0 16,0 25-16,0-25 0,-25 0 0,25 0 0,0 24 0,0-24 15,0 0-15,0 0 0,0 25 0,-24-25 0,24 0 0,0 0 16,0 0-16,0 0 0,0 0 0,0 0 0,0 0 16,0 0-16,0 0 0,0 0 0,0 0 0,0 0 15,0 0-15,0 0 0,0 25 0,0-25 0,0 0 0,24 0 16,-24 0-16,0 0 0,0 0 0,0 0 0,25 0 15,-25 0-15,25-25 0,-25 25 0,0 0 0,25 0 0,-25 0 16,25 0-16,-25 0 0,25 0 0,-25 0 0,24 0 16,-24 0-16,25 0 0,-25 0 0,0 0 0,25 0 0,-25-25 15,25 25-15,-25 0 0,0 0 0,0 0 0,25 0 16,-25 0-16,0 0 0,0 0 0,24 0 0,-24 0 15,0 0-15,0 0 0,0 0 0,0 0 0,0 0 0,25 0 16,-25 0-16,0 0 0,0 0 0,0 0 0,0 0 16,0 0-16,25 0 0,-25 0 0,0 0 0,0 0 15,0 0-15,0 0 0,0 0 0,0-24 0,25 24 16,-25 0-16,0 0 0,0 0 0,0 0 0,0 0 0,0 0 15,-25-25-15,25 25 0,0 0 0,0 0 0,0-25 0,0 25 16</inkml:trace>
  <inkml:trace contextRef="#ctx0" brushRef="#br1" timeOffset="366995.991">20935 11857 0,'0'0'0,"0"0"0,0 0 16,0 0-16,0-25 0,0 25 0,-25 0 0,25 0 15,0 0-15,0 0 0,0 0 0,0 0 16,0 0-16,0 0 0,0 0 0,0 0 0,0 0 0,0 0 0,0 0 16,0 0-16,0 0 0,0 25 0,0-25 0,0 0 0,0 0 15,0 24-15,0-24 0,0 25 0,0-25 0,0 25 16,0-25-16,0 25 0,0-25 0,0 25 0,0-25 15,0 24-15,0 1 0,0-25 0,0 25 0,0-25 0,0 25 16,0 0-16,0-25 0,0 24 0,0-24 0,0 25 16,0-25-16,0 25 0,0-25 0,0 0 0,0 25 0,0-25 15,0 0-15,0 0 0,0 0 0,0 25 0,0-25 16,0 0-16,0 0 0,0 0 0,0 0 0,0 0 15,0 0-15,0 0 0,0 0 0,0-25 0,0 25 0,25 0 16,-25 0-16</inkml:trace>
  <inkml:trace contextRef="#ctx0" brushRef="#br1" timeOffset="367507.0202">21109 11881 0,'0'0'16,"0"0"-16,0-24 0,0 24 0,0 0 0,0 0 15,0 0-15,0 0 0,0 0 0,0-25 0,0 25 0,0 0 16,0 0-16,0 0 0,25 0 0,-25 0 0,0 0 16,0 0-16,24 0 0,-24 0 0,0 0 0,0 0 0,25 0 15,-25 25-15,0-25 0,25 0 0,-25 0 0,0 24 16,0-24-16,0 0 0,0 25 0,25-25 156,-100 199-156,75-199 0,0 24 15,0-24-15,0 0 0,0 0 0,0 0 0,0 0 0,0 0 0,0 0 0,0 0 0,0-24 0,0 24 0,0 0 0,0 0 0,0-25 0,0 25 0,0 0 0,0-25 0,0 25 0,25-25 0,-25 25 0,0-25 0,0 25 0,25-24 0,-25 24 0,0 0 0,0-25 0,25 25 0,-25-25 0,0 25 0,25 0 0,-25-25 0,0 25 0,0 0 0,0 0 0,24-25 0,-24 25 0,0 0 16,0 0-16,0 0 0,0-24 0,0 24 0,0 0 16,0 0-16,0 0 0,0 0 0,0 0 0,0 0 0,0-25 15,0 25-15,0 0 0,0 0 0,0 0 0,0 0 16,0 0-16,0 0 0,0 0 0,0 0 0,0 25 0,0-25 15,0 0-15,0 0 0,-24 0 0,24 24 0,0-24 16,0 25-16,0-25 0,-25 0 0,25 25 0,0-25 0,0 25 16,0-25-16,0 25 0,0-25 0,0 24 0,0-24 15,0 25-15,0-25 0,0 25 0,0-25 0,0 25 16,0-25-16,0 0 0,0 25 0,0-25 0,25 0 0,-25 0 15,0 24-15,0-24 0,24 0 0,-24 0 0,0 0 16,25 0-16,-25 0 0,25 0 0,-25 0 0,25 0 0,-25 0 16,25 0-16,-25 0 0,24-24 0,-24 24 0,25 0 15,-25 0-15,25 0 0,-25 0 0,0-25 0,25 25 0,-25 0 16,0 0-16</inkml:trace>
  <inkml:trace contextRef="#ctx0" brushRef="#br1" timeOffset="368326.0671">21654 12030 0,'0'0'0,"0"0"0,0 0 0,0 0 0,0 0 16,0 0-16,0 0 0,0 0 0,0 0 0,0 0 0,0 0 0,0 0 0,0 0 15,0 0-15,0 0 0,25 0 0,-25-25 0,0 25 16,0 0-16,0 0 0,0 0 0,0 0 0,25 0 0,-25 0 15,0 0-15,0 0 0,0 0 0,25-24 0,-25 24 0,0 0 16,0 0-16,0 0 0,25 0 0,-25 0 0,0 0 16,0 0-16,0 0 0,0 0 0,0 24 0,25-24 15,-25 0-15,0 0 0,0 0 0,0 0 0,0 0 0,0 25 16,0-25-16,0 0 0,0 0 0,-25 25 0,25-25 15,0 0-15,0 0 32,0 25 92,-75 74-124,75-99 16,0 0-16,0 0 0,0 0 0,25 0 0,-25 0 0,0 0 0,0 0 0,25 0 0,-25 0 0,0 0 0,0 0 0,0 0 0,25 0 0,-25 0 0,0 0 0,0 0 0,0 0 0,25 0 0,-25 0 0,0 25 0,0-25 0,0 0 0,0 0 0,0 0 0,0 0 0,0 25 0,24-25 0,-24 0 0,0 0 0,0 0 0,0 25 0,-24-25 16,24 0-16,0 0 0,0 0 0,0 24 0,0-24 0,0 0 0,0 0 0,-25 25 0,25-25 0,0 0 15,0 0-15,-25 25 0,25-25 0,0 0 0,-25 0 16,25 0-16,0 25 0,-25-25 0,25 0 0,0 0 0,-25 0 15,25 0-15,0 0 0,0 25 0,-24-25 0,24 0 0,0 0 16,0 0-16,-25 0 0,25-25 0,0 25 0,0 0 16,0 0-16,0 0 0,0 0 0,-25 0 0,25 0 15,0 0-15,0 0 0,0 0 0,0-25 0,0 25 0,0 0 16,0 0-16,0 0 0,0 0 0,0 0 0,0 0 15,0 0-15,0 0 0,0-25 0,0 25 0,0 0 0,0 0 16,0 0-16,0 0 0,0 0 0,25-25 0</inkml:trace>
  <inkml:trace contextRef="#ctx0" brushRef="#br1" timeOffset="369135.1134">22820 12129 0,'0'0'0,"0"0"16,0 0-16,0 0 0,0 0 0,0 0 0,0 0 0,0 0 15,0 0-15,0 0 0,0 0 0,0 0 0,0 0 16,0 0-16,0 0 0,0 0 0,25 0 0,-25 0 0,0 0 16,0 0-16,0 0 0,0 0 0,0 0 0,0 0 15,25 0-15,-25-24 0,0 24 0,0 0 0,25 0 16,-25 0-16,0 0 0,25 0 0,-25 0 0,24 0 0,-24 0 15,25 0-15,-25 0 0,0 0 0,25 0 0,-25 0 16,25 0-16,-25 0 0,25 0 0,-25 0 0,0 0 0,24 0 16,-24 0-16,0 0 0,25 0 0,-25 0 0,0 0 15,0 0-15,0 0 0,0 0 0,0 0 0</inkml:trace>
  <inkml:trace contextRef="#ctx0" brushRef="#br1" timeOffset="369377.1272">22820 12353 0,'0'0'0,"0"0"16,0 0-16,0 25 0,0-25 0,0 0 0,0 0 0,0 0 16,0 0-16,0-25 0,0 25 0,0 0 0,0 0 15,25 0-15,-25 0 0,0 0 0,25 0 0,-25 0 16,0 0-16,25 0 0,-25 0 0,0-25 0,25 25 0,-25 0 15,24 0-15,-24 0 0,25 0 0,-25 0 0,0 0 16,25 0-16,-25 0 0,0 0 0,25 0 0,-25 0 0,25 0 16,-25 0-16,0 0 0,24 0 0,-24 0 0,25 0 15,-25 0-15,0 0 0,25 0 0,-25 0 0,25 0 0,-25 0 16,25 0-16</inkml:trace>
  <inkml:trace contextRef="#ctx0" brushRef="#br1" timeOffset="369822.1526">23490 12080 0,'0'0'0,"0"-25"15,0 25-15,0 0 0,0 0 0,-25 0 0,25 0 16,0-25-16,0 25 0,0 0 0,0 0 0,0 0 0,0 0 15,-25 0-15,25 0 0,0 0 0,0 0 0,0 0 16,0 0-16,0 0 0,-24 0 0,24 0 0,0 0 0,0 0 16,0 0-16,0 0 0,0 25 0,0-25 0,-25 0 0,25 25 15,0-25-15,0 0 0,0 25 0,0-25 0,-25 24 16,25-24-16,0 25 0,0-25 0,0 25 0,0 0 15,0-25-15,0 25 0,0 0 0,0-25 0,0 24 16,0 1-16,0-25 0,0 25 0,0-25 0,0 25 0,0-25 16,0 25-16,25-25 0,-25 24 0,0-24 0,0 0 15,25 0-15,-25 25 0,0-25 0,24 0 0,-24 0 0,0 0 16,25 0-16,-25 0 0,25-25 0,-25 25 0,25 0 15,-25-24-15,25 24 0,-1-25 0,-24 25 0,25-25 16,-25 25-16,25-25 0,-25 0 0,25 1 0,-25 24 0,0-25 16,25 0-16,-25 0 0,0 25 0,0-25 0,0 0 0,0 1 15,0 24-15,0-25 0,0 25 0,0-25 0,0 25 16,0 0-16,0-25 0,0 25 0,0 0 0,-25 0 15,25-25-15,0 25 0,0 0 0,-25 0 0,25 0 0,-25 0 16,25-24-16,0 24 0,-25 0 0,25 0 0,0 0 16,-24 0-16,24 0 0,0 0 0,0 0 0</inkml:trace>
  <inkml:trace contextRef="#ctx0" brushRef="#br1" timeOffset="370357.1832">25053 11683 0,'0'0'0,"0"0"16,0 0-16,0 0 0,0 0 0,0 0 0,0 0 16,0 0-16,0 0 0,0 0 0,0 0 0,0 0 0,0 0 15,0 0-15,0 0 0,25 0 0,-25 0 0,0 0 16,0 0-16,24 0 0,-24 0 0,0 0 0,25 0 0,-25 0 15,25-25-15,-25 25 0,0 0 0,25 0 0,-25 0 16,25 0-16,-25 0 0,24 0 78,-24 0-78,25 0 0,-25 0 0,25 0 0,-25 0 0,0 0 0,25 0 0,-25 0 0,0 0 0,0 0 0,0 0 0,0 0 0,0 25 0</inkml:trace>
  <inkml:trace contextRef="#ctx0" brushRef="#br1" timeOffset="370515.1923">25127 11782 0,'0'0'0,"0"0"0,0 0 0,-25 0 15,25 0-15,0 0 0,0 0 0,0 0 0,0 0 16,0-25-16,25 25 0,-25 0 0,0 0 0,0 0 16,0 0-16,25 0 0,-25 0 0,0 0 0,25 0 0,-25 0 15,25 0-15,-25 0 0,0-24 0,24 24 0,-24 0 0,25 0 16,-25 0-16,25 0 0,-25 0 0,25-25 0,-25 25 15,0 0-15,25 0 0,-25 0 0,0 0 0,24 0 16,-24-25-16,0 25 0,0 0 0,25 0 0,-25 0 0,0 0 16,0 0-16</inkml:trace>
  <inkml:trace contextRef="#ctx0" brushRef="#br1" timeOffset="370810.2092">25350 11534 0,'0'0'0,"0"0"0,0 0 0,0 0 0,0 0 0,0 0 15,0 0-15,0 0 0,0 0 0,0 0 0,0 0 0,0 0 16,0 0-16,0 0 0,0 0 0,0 0 0,0 0 15,25 25-15,-25-25 156,-49 174-156,49-150 0,-25-24 0,25 0 0,-25 25 0,25-25 0,-25 0 0,0 0 0,25 25 0,-24-25 0,24 0 0,-25 0 0,25 0 0,-25 25 0,25-25 0,-25 0 0,25 0 0,-25 0 0,25 0 0,0 0 0,-24-25 0,24 25 0,0 0 0,-25 0 0</inkml:trace>
  <inkml:trace contextRef="#ctx0" brushRef="#br1" timeOffset="371126.2272">25003 11559 0,'-25'0'16,"25"0"-16,0-25 0,-24 25 0,24 0 0,-25 0 15,25 0-15,0 0 0,-25 0 0,25 0 0,-25 0 0,25 0 16,-25 25-16,25-25 0,-25 0 0,25 0 0,-24 25 16,24-25-16,-25 25 0,25-25 0,-25 24 0,25-24 0,-25 25 15,25-25-15,-25 25 0,25 0 0,0-25 0,-24 25 16,24-25-16,0 24 0,0 1 0,0-25 0,0 25 0,0-25 15,0 25-15,0-25 0,24 25 0,-24-1 0,0-24 16,0 25-16,25-25 0,-25 25 0,25-25 78,0 0 0</inkml:trace>
  <inkml:trace contextRef="#ctx0" brushRef="#br1" timeOffset="372033.2791">26367 10939 0,'0'0'0,"0"0"15,0 0-15,0 0 0,0 0 0,0 0 0,0 0 16,0-25-16,0 25 0,0 0 0,0 0 0,0 0 15,0 0-15,-24 0 0,24 0 0,0 0 0,0 0 0,0 0 16,0 0-16,0 0 0,0 0 0,0 0 0,0 0 16,0 0-16,0 0 0,0 0 0,-25 0 0,25 0 0,0 0 15,0 0-15,0 25 0,0-25 0,0 0 0,-25 0 16,25 0-16,0 25 0,0-25 0,0 0 0,0 0 0,-25 24 15,25-24-15,0 0 0,0 25 0,0-25 0,0 25 16,0-25-16,0 0 0,0 25 0,0 0 0,0-25 16,0 0-16,0 24 0,0-24 0,0 25 0,25-25 0,-25 25 15,0-25-15,0 25 0,0-25 0,0 25 0,25-25 16,-25 25-16,0-25 0,0 24 0,0-24 0,0 0 15,25 25-15,-25-25 0,0 0 0,0 25 0,0-25 0,0 0 16,0 25-16,0-25 0,0 0 0,0 0 0,0 25 16,0-25-16,0 0 0,0 24 0,0-24 0,0 0 0,-25 25 15,25-25-15,0 0 0,0 0 0,0 25 0,-25-25 16,25 0-16,0 0 0,0 25 0,-25-25 0,25 0 0,-25 0 15,25 25-15,0-25 0,-24 0 0,24 0 0,-25 0 16,25 24-16,0-24 0,-25 0 0,25 0 0,0 0 16,-25 0-16,25 0 0,0 0 0,0 0 0,0 0 0,0 0 15,0 0-15,0 0 0,0 0 0,0 0 0,0 0 16,0 0-16,0 0 0,0 0 0,0 0 0,0 0 0,0 0 15,0 0-15,0 0 0,0 0 0,25 25 0,-25-25 16,0 0-16,0 0 0,0 0 0,25 0 0,-25 0 16,0 0-16,0 0 0,0 25 0,25-25 0,-25 0 0,0 25 15,0-25-15,0 0 0,0 25 0,0-25 0,24 24 16,-24-24-16,0 25 0,0-25 0,0 25 0,0 0 0,0-25 15,0 25-15,0-1 0,0-24 0,0 25 0,-24 0 16,24 0-16,0 0 0,0-25 0,0 24 0,0 1 16,0 0-16,0-25 0,0 25 0,-25 0 0,25-25 0,0 24 15,0 1-15,0-25 0,0 25 0,0-25 0,0 25 16,-25-25-16,25 25 0,0-25 0,0 24 0,0-24 0,0 0 15,0 25-15,0-25 0,-25 0 0,25 25 0,0-25 16,0 0-16,0 25 0,0-25 0,0 0 0,0 0 0,0 0 16,0 0-16,0 25 0,0-25 0,0 0 0,0 0 15,0 0-15,0-25 0,0 25 0,0 0 0,0 0 16,0 0-16,0-25 0,0 25 0</inkml:trace>
  <inkml:trace contextRef="#ctx0" brushRef="#br1" timeOffset="373442.3597">26913 10815 0,'0'0'0,"0"0"0,0-25 15,0 25-15,0 0 0,-25 0 0,25 0 0,0 0 0,0 0 0,0-25 0,0 25 0,0 0 0,0 0 16,-25 0-16,25-25 0,0 25 0,0 0 0,0 0 0,0 0 15,0 0-15,0 0 0,0 0 0,0 0 0,0 0 16,0 0-16,0-24 0,0 24 0,0 0 0,0 0 16,0 0-16,0 0 0,25 0 0,-25 0 0,0 0 0,0 0 15,0 0-15,25 0 0,-25 0 0,0 0 0,25 0 16,-25 0-16,0 0 0,0-25 0,25 25 0,-25 0 0,0 25 15,24-25-15,-24 0 0,0 0 0,0 0 0,25 0 16,-25 0-16,0 24 0,0-24 0,0 0 0,0 25 16,0-25-16,0 25 0,0-25 0,0 25 0,0 0 0,-25-25 15,25 24-15,0-24 0,0 25 0,0-25 0,-24 25 16,24-25-16,0 25 0,0-25 0,-25 25 0,25-25 15,0 0-15,0 24 0,0-24 0,-25 0 0,25 25 0,0-25 16,0 0-16,0 0 0,0 0 0,-25 25 0,25-25 16,0 0-16,0 0 0,0 0 0,0 0 0,0 0 0,0 0 15,0 0-15,0 0 0,0 0 0,0 0 0,0 0 16,0 0-16,0 0 0,25-25 0,-25 25 0,0 0 0,0 0 15,0-25-15,25 25 0,-25 0 0,0-24 0,25 24 16,-25-25-16,0 25 0,24-25 0,-24 25 0,25-25 16,-25 0-16,0 25 0,25-24 0,-25 24 0,0-25 0,25 25 15,-25-25-15,0 25 0,25-25 0,-25 25 0,0-25 16,0 25-16,25 0 0,-25-24 0,0 24 0,0 0 0,0 0 15,0 0-15,0 0 0,0 0 0,0 0 0,0 0 16,0 0-16,0 0 0,0 0 0,0 0 0,0 0 0,0 0 16,0 0-16,0 0 0,0 0 0,-25 0 0,25 0 15,0 24-15,0-24 0,0 25 0,0-25 0,-25 0 16,25 25-16,0-25 0,0 25 0,0-25 0,0 25 0,0-25 15,0 24-15,-25-24 0,25 25 0,0-25 0,0 25 16,0-25-16,0 25 0,0-25 0,0 25 0,25-25 16,-25 0-16,0 24 0,0-24 0,0 0 0,0 25 0,0-25 15,25 0-15,-25 0 0,0 0 0,0 0 0,0 0 16,0 0-16,25 0 0,-25 0 0,0 0 0,24 0 0,-24 0 15,0 0-15,0-25 0,25 25 0,-25 0 0,25-24 16,-25 24-16,0 0 0,0-25 0,25 25 0,-25 0 0,0-25 16,0 25-16,25-25 0,-25 25 0,0 0 0,0-25 15,0 25-15,0 0 0,24-24 0,-24 24 0,0 0 16,0 0-16,0-25 0,0 25 0,0 0 0,0 0 0,0 0 15,0 0-15,0 0 0,0 0 0,0 0 0,0 0 16,0 25-16,0-25 0,0 0 0,-24 24 0,24-24 0,0 0 16,0 25-16,0-25 0,0 25 0,0-25 0,0 25 15,-25-25-15,25 25 0,0-25 0,0 24 0,0-24 16,0 25-16,-25-25 0,25 25 0,0-25 0,0 25 0,0-25 15,0 25-15,0-25 0,0 0 0,0 24 0,0-24 16,0 0-16,0 25 0,0-25 0,0 0 0,0 0 0,0 0 16,0 0-16,0 25 0,0-25 0,0 0 0,0 0 15,0 0-15,0 0 0,0-25 0,0 25 0,25 0 16,-25 0-16,0 0 0,0-25 0,25 25 0,-25 0 0</inkml:trace>
  <inkml:trace contextRef="#ctx0" brushRef="#br1" timeOffset="373733.3764">27632 10864 0,'0'0'0,"-24"0"0,24-24 0,0 24 15,0 0-15,0 0 0,0 0 0,0 0 0,0 0 0,24 0 0,-24 0 0,0 0 0,0 0 0,0 0 0,25 0 0,-25 0 0,0 0 0,0 0 0,25-25 0,-25 25 0,25 0 0,-25 0 0,0 0 0,25 0 0,-25 0 0,24 0 0,-24 25 0,25-25 0,-25 0 0,25 0 0,-25 0 0,25 0 16,-25 0-16,0 0 0,25 0 0,-25 0 0,24 0 15,-24 0-15,0 0 0,25 0 0,-25 24 0,0-24 16,25 0-16</inkml:trace>
  <inkml:trace contextRef="#ctx0" brushRef="#br1" timeOffset="373933.3878">27732 11038 0,'0'0'0,"0"0"0,0 0 0,0 0 16,0 0-16,0 0 0,0 0 0,0 0 0,0 0 0,0 0 15,0 0-15,24 0 0,-24 0 0,0 0 0,0-25 16,0 25-16,25 0 0,-25 0 0,0 0 0,0 0 16,25 0-16,-25 0 0,0 0 0,0 0 0,25 0 15,-25 0-15,0-25 0,25 25 0,-25 0 0,24 0 0,-24 0 16,25 0-16,-25 0 0,25 0 0,-25 0 0,25 0 15,-25 0-15,25 0 0,-25 0 0,24 0 0,-24 0 0,25 0 16,-25 0-16</inkml:trace>
  <inkml:trace contextRef="#ctx0" brushRef="#br1" timeOffset="374517.4212">28302 10740 0,'0'-24'0,"0"24"0,0 0 0,0-25 0,25 25 0,-25 0 16,0-25-16,0 25 0,0 0 0,25-25 0,-25 25 15,0 0-15,0 0 0,0 0 0,25 0 0,-25 0 16,0 0-16,0 0 0,24 0 0,-24 0 0,0 0 0,0 0 16,0 0-16,25 0 0,-25 0 0,0 0 0,0 25 15,0-25-15,0 0 0,0 25 0,0-25 0,0 0 0,0 25 16,0-25-16,0 24 0,0-24 0,0 25 0,0-25 15,0 25-15,-25-25 0,25 25 0,0-25 0,0 25 0,-24-25 16,24 24-16,0-24 0,0 0 0,-25 25 0,25-25 16,0 0-16,-25 25 0,25-25 0,0 0 0,-25 0 15,25 25-15,0-25 0,0 0 0,0 0 0,0 0 0,-25 0 16,25 0-16,0 0 0,0 0 0,0 0 0,0 0 15,0 0-15,0 0 0,0 0 0,0 0 0,0 0 16,0 0-16,25 0 0,-25 0 0,0 0 0,0 0 0,0 0 16,25-25-16,-25 25 0,0 0 0,25 0 0,-25-25 15,25 25-15,-25 0 0,0-25 0,24 25 0</inkml:trace>
  <inkml:trace contextRef="#ctx0" brushRef="#br1" timeOffset="374765.4354">28550 10716 0,'0'0'0,"0"0"0,25 0 16,-25 0-16,0-25 0,0 25 0,0 0 0,0 0 15,0 0-15,0 0 0,0 0 0,0 0 0,0 0 0,0 0 16,0 0-16,0 0 0,0 0 0,-25 0 0,25 0 0,0 0 15,0 0-15,0 0 0,0 0 0,0 0 0,0 0 16,-25 25-16,25-25 0,0 0 0,0 24 0,0-24 16,-24 0-16,24 25 0,0-25 0,0 25 0,0-25 15,0 25-15,-25 0 0,25-25 0,0 24 0,0-24 0,0 25 16,0-25-16,0 25 0,0-25 0,0 25 0,0-25 15,0 0-15,0 25 0,0-25 0,0 0 0,0 24 0,0-24 16,0 0-16,0 25 0,25-25 0,-25 0 0,0 0 16,24 0-16,-24 0 0,25 0 0,-25 0 0,25 0 15,0 0-15,-25 0 0,25 0 0,-25 0 0,24 0 0,-24 0 16,25 0-16,-25 0 0,25 0 0</inkml:trace>
  <inkml:trace contextRef="#ctx0" brushRef="#br1" timeOffset="375149.4574">28699 11063 0,'0'0'0,"0"0"0,0 0 0,0 0 16,0 0-16,0 0 0,0 0 0,0 0 0,0-25 16,0 25-16,25 0 0,-25 0 0,0 0 0,0 0 15,0 0-15,0 0 0,25 0 0,-25 0 0,0 0 0,0 0 16,0 0-16,24 0 0,-24 0 0,0 0 0,0 0 0,0 0 15,0 0-15,0 0 0,25 0 0,-25 25 16,0-25-16,0 0 0,0 0 0,0 0 0,0 0 0,0 25 16,0-25-16,0 0 0,0 0 0,0 24 0,-25-24 0,25 0 15,0 25-15,0-25 0,0 0 0,-24 25 0,24-25 16,0 0-16,-25 25 0,25-25 0,-25 25 0,25-25 0,0 0 15,-25 25-15,25-25 0,-25 0 0,25 24 0,0-24 16,-24 0-16,24 0 0,0 25 0,-25-25 0,25 0 0,0 0 16,0 0-16,0 0 0,0 0 0,0 25 0,0-25 15,0 0-15,0 0 0,0 0 0,0 0 0,0 0 16,25 0-16,-25 0 0,24 0 0,-24 0 0,25 0 0,-25 0 15,25 0-15,0 0 0,0 0 0,-25 0 0,24 0 16,1 0-16,0 0 0,0 0 0,-25 0 0,25 0 16,-1 0-16,-24 0 0,0 0 0,25 0 0,-25 0 0,0 0 15,25 0-15,-25 0 0,0 0 0,0 0 16,0 0-16</inkml:trace>
  <inkml:trace contextRef="#ctx0" brushRef="#br1" timeOffset="376617.5413">27037 11906 0,'0'-25'16,"25"25"-16,-25 0 0,0 0 0,0 0 0,0 0 15,0 0-15,0 0 0,0 0 0,0 0 0,0 0 0,0 0 16,0 0-16,0 0 0,0 0 0,0 0 0,0 0 15,0 0-15,0 0 0,0 0 0,0 0 0,0 0 0,0 0 16,0 0-16,0-24 0,0 24 0,0 0 0,0 0 16,0 0-16,0 0 0,0 0 0,0 0 0,0 0 0,0 0 15,0 0-15,0 0 0,0-25 0,0 25 0,0 0 16,0 0-16,-25 0 0,25 0 0,0 0 0,0 0 0,0 0 15,0 0-15,0 0 0,0 0 0,0 0 0,25 0 16,-25 0-16,0 0 0,0-25 0,0 25 0,0 0 0,0 0 16,0 0-16,0 0 0,25 0 124,0 0-124,-25 0 0,24 0 0,-24 0 0,0 0 0,0 0 0,0 25 0,0-25 0,25 0 0,-25 0 0,0 25 0,0-25 0,0 24 0,0-24 0,0 0 0,0 25 0,0-25 0,0 25 0,0 0 0,0-25 0,0 25 0,0-25 0,0 24 0,0-24 0,-25 25 0,25-25 0,0 0 0,0 25 0,-24-25 0,24 25 0,0-25 0,-25 25 0,25-25 0,0 0 16,-25 24-16,25-24 0,0 0 0,-25 25 0,25-25 0,0 0 0,-25 0 0,25 25 0,0-25 0,-25 0 16,25 0-16,0 0 0,0 0 0,0 0 0,0 25 15,0-25-15,0 0 0,0 0 0,0 0 0,0 0 16,0-25-16,0 25 0,0 0 0,25 0 0,-25 0 0,0-25 15,25 25-15,-25 0 0,25-25 0,-25 25 0,25-24 16,-25 24-16,25-25 0,-25 0 0,24 25 0,-24-25 0,25 25 16,-25-25-16,25 25 0,-25-24 0,25 24 0,-25-25 15,25 25-15,-25 0 0,0-25 0,0 25 0,24-25 16,-24 25-16,0 0 0,0 0 0,25-25 0,-25 25 0,0 0 15,0 0-15,0 0 0,0 0 0,0 0 0,0 0 16,0 0-16,0-24 0,0 24 0,-25 0 0,25 0 0,0 0 16,0 0-16,0 24 0,0-24 0,0 0 15,0 0-15,-24 0 0,24 0 0,0 0 0,0 0 0,0 25 16,0-25-16,-25 0 0,25 0 0,0 25 0,0-25 0,0 25 15,0-25-15,-25 0 0,25 25 0,0-25 0,0 24 16,0-24-16,0 0 0,0 25 0,0-25 0,0 25 0,0-25 16,0 25-16,0-25 0,0 0 0,0 25 0,0-25 15,0 0-15,0 24 0,0-24 0,0 0 0,25 0 0,-25 0 16,0 25-16,25-25 0,-25 0 0,24 0 0,-24 0 15,25 0-15,-25 0 0,25 0 0,0 0 0,-25 0 16,25 0-16,-1-25 0,1 25 0,-25 0 0,25 0 0,0 0 16,-25 0-16,25-24 0,-25 24 0,24 0 0,-24 0 15,0 0-15,25 0 0</inkml:trace>
  <inkml:trace contextRef="#ctx0" brushRef="#br1" timeOffset="377137.5711">27657 12030 0,'0'0'0,"0"0"0,0 0 0,0-25 0,0 25 0,0 0 16,0 0-16,0 0 0,0 0 0,0 0 0,0-24 15,0 24-15,25 0 0,-25 0 0,0 0 0,0 0 16,0 0-16,0 0 0,0 0 0,0 0 0,25 0 0,-25 0 15,0 24-15,0-24 0,0 0 0,0 0 0,25 0 16,-25 0-16,0 0 0,0 0 0,0 25 0,0-25 0,0 0 16,0 0-16,0 0 0,0 25 0,0-25 0,0 0 15,0 0-15,0 25 0,0-25 0,-25 0 0,25 25 0,0-25 16,-25 0-16,25 24 0,0-24 0,-25 0 0,25 0 15,0 25-15,-25-25 0,25 0 0,0 0 0,-24 25 16,24-25-16,0 0 0,-25 0 0,25 0 0,0 25 0,0-25 16,0 0-16,-25 0 0,25 0 0,0 0 0,0 0 15,0 0-15,0 0 0,25 0 0,-25 0 0,0 0 0,0 0 16,0 0-16,25 0 0,-25 0 0,0 0 0,0 0 15,24 0-15,-24 0 0,0 0 0,25 25 0,-25-25 16,0 0-16,25 0 0,-25 0 0,0 0 0,25 0 0,-25 25 16,0-25-16,0 0 0,0 0 0,0 0 0,0 24 15,0-24-15,0 0 0,0 0 0,0 0 0,0 25 0,0-25 16,0 0-16,0 0 0,-25 0 0,25 0 0,0 25 15,0-25-15,-25 0 0,25 0 0,0 0 0,-25 0 16,25 25-16,-24-25 0,24 0 0,-25 0 0,25 0 0,-25 0 16,25 0-16,-25 0 0,25 0 0,-25 0 0,25 0 15,0 0-15,-24 0 0,24 0 0,0-25 0,-25 25 16,25 0-16,0 0 0,0 0 0,0-25 0,0 25 0,0 0 15,0-25-15,0 25 0,0 0 0,0-24 0,25 24 16,-25-25-16,24 25 0,-24 0 0,25-25 0</inkml:trace>
  <inkml:trace contextRef="#ctx0" brushRef="#br1" timeOffset="377413.5869">28054 11981 0,'0'-25'0,"0"25"16,0 0-16,0 0 0,0 0 0,0 0 0,0 0 16,0 0-16,0 0 0,0 0 0,25 0 0,-25 0 15,0 0-15,0 0 0,0 0 0,25-25 0,-25 25 0,0 0 16,25 0-16,-25 0 0,0 0 0,24 0 0,-24 0 15,25 0-15,-25 0 0,25 0 0,-25 0 0,25 0 16,-25 0-16,0 0 0,25 0 0,-25 0 0,24 0 0,-24 0 16,25 0-16,-25 0 0,0 0 0,0 0 0,25 25 15,-25-25-15,0 0 0,0 0 0,0 0 0,0 0 0,0 0 16,0 0-16,0 0 0</inkml:trace>
  <inkml:trace contextRef="#ctx0" brushRef="#br1" timeOffset="377592.5971">28104 12105 0,'0'0'0,"0"0"16,-25 0-16,25 0 0,0 0 0,0 0 0,0 0 15,0 0-15,0 24 0,0-24 0,0 0 0,0 0 0,25 0 16,-25 0-16,0 0 0,25 0 0,-25 0 0,24 0 16,-24 0-16,25 0 0,-25-24 0,25 24 0,0 0 0,0 0 15,-1 0-15,-24 0 0,25 0 0,0-25 0,0 25 16,0 0-16,-1 0 0,1 0 0,0 0 0,-25 0 15,25 0-15,0 0 0,-1-25 0,-24 25 0,25 0 0</inkml:trace>
  <inkml:trace contextRef="#ctx0" brushRef="#br1" timeOffset="377996.6202">28773 11931 0,'0'-25'0,"0"25"0,0 0 0,0-25 16,0 25-16,0 0 0,0 0 0,0-24 0,0 24 0,0 0 15,0 0-15,0 0 0,0-25 0,0 25 0,0 0 16,0 0-16,0 0 0,0 0 0,0 0 0,0 0 15,-24 0-15,24 0 0,0 0 0,0 0 0,0 0 0,0 25 16,-25-25-16,25 0 0,0 0 0,-25 24 0,25-24 16,0 25-16,-25-25 0,25 25 0,0-25 0,-25 25 15,25-25-15,-24 25 0,24-1 0,0-24 0,-25 25 0,25 0 16,0-25-16,-25 25 0,25 0 0,0-25 0,0 24 15,0-24-15,0 25 0,0-25 0,0 25 0,0-25 0,0 0 16,0 25-16,0-25 0,0 0 0,0 0 0,25 25 16,-25-25-16,0 0 0,25 0 0,-25 0 0,0 0 15,24 0-15,-24 0 0,25 0 0,0 0 0,-25 0 0,25-25 16,-25 25-16,25 0 0,-1-25 0,-24 25 0,25 0 15,-25-25-15,25 25 0,-25-25 0,25 25 0,-25-24 0,0 24 16,25-25-16,-25 25 0,0-25 0,0 25 0,0 0 0,0-25 16,0 25-16,0-25 0,0 25 0,0 0 0,0-24 15,0 24-15,0 0 0,0 0 0,0-25 0,-25 25 16,25 0-16,0 0 0,0-25 0,-25 25 0,25 0 0,0 0 15,-25 0-15,25 0 0,-25-25 0,25 25 0,-24 0 16,24 0-16,-25 0 0,25 0 0,-25 0 0</inkml:trace>
  <inkml:trace contextRef="#ctx0" brushRef="#br1" timeOffset="379210.6896">4762 13345 0,'0'0'0,"0"0"0,0 0 15,0 0-15,0 0 0,0 0 0,0 0 0,0 0 16,0 0-16,0 0 0,0 0 0,0 0 0,0 0 0,0 0 16,0 0-16,0 0 0,0 0 0,0 0 0,25 0 15,-25 0-15,0 0 0,0 0 0,0 0 0,25 0 0,-25 0 16,0 0-16,0 0 0,25 0 0,-25 0 0,0 25 15,25-25-15,-25 0 0,25 0 0,-25 0 0,24 0 0,-24 0 16,25 0-16,-25 0 0,25 0 0,-25 0 0,25 0 16,-25-25-16,25 25 0,-25 0 0,0 0 0,24 0 15,-24 0-15,0 0 0,0 0 0,25 0 0,-25 0 0,0 0 16,0 0-16,0 0 0,0 0 0</inkml:trace>
  <inkml:trace contextRef="#ctx0" brushRef="#br1" timeOffset="379423.7018">4961 13469 0,'0'0'0,"0"0"0,0 0 0,0 0 0,0 0 0,0 0 16,0 0-16,0 0 0,0 0 0,0 0 0,0 0 0,0 0 16,0 0-16,0 0 0,0 0 0,0 0 15,0 0-15,0 0 0,0 0 0,25 0 0,-25 0 0,0 0 16,25 0-16,-25-25 0,0 25 0,24 0 0,-24 0 15,25 0-15,-25 0 0,0 0 0,25 0 0,-25 0 0,0 0 16,25 0-16,-25 0 0,0 0 0,0 0 0,25 0 16,-25 0-16,0-25 0,0 25 0,0 0 0,0 0 0,24 0 15,-24 0-15</inkml:trace>
  <inkml:trace contextRef="#ctx0" brushRef="#br1" timeOffset="379809.7239">5135 13122 0,'0'0'0,"-25"0"0,25 0 0,0 0 0,0 24 16,0-24-16,0 0 0,0 0 0,-25 0 0,25 0 16,0 0-16,0 0 0,0 0 0,0 0 0,0 0 0,0 0 15,0 0-15,0 0 0,0 0 0,25 0 0,-25 0 16,0 0-16,0 0 0,0 0 0,0 0 0,0 0 15,0 25-15,25-25 0,-25 0 0,0 0 0,0 0 0,0 0 16,24 25-16,-24-25 0,0 0 0,25 0 0,-25 25 0,0-25 16,25 0-16,-25 0 0,0 25 0,25-25 0,-25 0 15,25 0-15,-25 25 0,24-25 0,1 0 0,-25 0 16,25 24-16,-25-24 0,25 0 0,-25 25 0,25-25 0,-25 0 15,0 25-15,24-25 0,-24 0 0,0 25 0,0-25 16,0 0-16,0 25 0,0-25 0,0 24 0,0-24 0,0 25 16,0-25-16,0 0 0,-24 25 0,24-25 0,0 25 15,-25-25-15,25 25 0,0-25 0,-25 24 0,25-24 0,-25 25 16,25-25-16,-25 25 0,25-25 0,-24 25 0,24-25 15,-25 0-15,25 25 0,0-25 0,0 0 0,-25 0 16,25 24-16,0-24 0,0 0 0,0 0 0,0 0 0,0 0 16,0 0-16,0-24 0,0 24 0,25 0 0,-25 0 15</inkml:trace>
  <inkml:trace contextRef="#ctx0" brushRef="#br1" timeOffset="380577.7678">6251 13246 0,'0'0'0,"0"0"0,0 0 0,-25 0 0,25 0 0,0 0 0,0-25 0,0 25 0,0 0 0,0 0 0,0 0 0,-25 0 16,25 0-16,0-25 0,0 25 0,0 0 0,0 0 0,0 0 0,0 0 0,25 0 0,-25 0 0,0-25 0,0 25 0,0 0 0,0 0 0,0 0 0,0 0 0,0 0 0,25 0 16,-25 0-16,0 0 0,0 0 0,25 0 0,-25 0 15,0 0-15,24 0 0,-24 0 0,0 0 0,25 25 0,-25-25 16,0 0-16,0 25 0,25-25 0,-25 25 0,0-25 15,0 25-15,0-25 0,0 24 0,25 1 0,-25-25 16,0 25-16,0 0 0,-25-25 0,25 25 0,0-1 0,0-24 16,0 25-16,0-25 0,0 25 0,-25-25 0,25 25 15,0-25-15,0 25 0,0-25 0,0 0 0,-25 0 0,25 24 16,0-24-16,0 0 0,0 0 0,0 0 0,0 0 15,0 0-15,0 0 0,0 0 0,0 0 0,0 0 0,0-24 16,0 24-16,0 0 0,25-25 0,-25 25 0,0 0 16,0-25-16,0 25 0,0-25 0,25 0 0,-25 25 15,0-24-15,0 24 0,25-25 0,-25 25 0,0-25 0,25 0 16,-25 25-16,0-25 0,24 25 0,-24-24 0,0 24 15,0 0-15,25-25 0,-25 25 0,0 0 0,0-25 0,0 25 16,0 0-16,0 0 0,0 0 0,0 0 0,0 0 16,0 0-16,0 0 0,0 0 0,0 0 0,0 0 15,0 0-15,-25 0 0,25 0 0,0 0 0,0 0 16,0 0-16,0 0 0,0 25 0,-24-25 0,24 0 0,0 25 15,0-25-15,0 24 0,0-24 0,0 25 0,0-25 0,0 25 16,0-25-16,0 25 0,0 0 0,0-25 0,0 24 16,24-24-16,-24 25 0,0-25 0,0 0 0,0 25 15,25-25-15,-25 0 0,0 25 0,0-25 0,25 0 0,-25 0 16,25 0-16,-25 25 0,0-25 0,25 0 0,-25 0 15,24 0-15,-24 0 0,25 0 0,-25 0 0,25 0 0,-25 0 16,0-25-16,25 25 0,0 0 0,-25 0 0,0 0 16,24 0-16</inkml:trace>
  <inkml:trace contextRef="#ctx0" brushRef="#br1" timeOffset="380813.7813">6995 13295 0,'0'0'0,"0"0"0,0 0 0,0 0 0,0 0 0,0 0 16,0 0-16,0 0 0,0 0 0,0 0 0,0 0 0,25 0 15,-25 0-15,0 0 0,25 0 0,-25 0 0,0 0 16,24 0-16,-24 0 0,25 0 0,-25 0 0,0 0 15,25 0-15,-25 0 0,0 0 0,25 0 0,-25 0 0,0 0 16,0 0-16,0 0 0,0 25 0,0-25 0,0 0 16,0 0-16,0 0 0</inkml:trace>
  <inkml:trace contextRef="#ctx0" brushRef="#br1" timeOffset="380992.7916">6995 13444 0,'0'0'0,"0"0"15,0 0-15,0 0 0,0 0 0,0 0 0,0 0 16,0 0-16,25 0 0,-25 0 0,0 0 0,0 0 15,25 0-15,-25 0 0,0 0 0,24 0 0,-24 0 0,25 0 16,-25 0-16,25 0 0,-25 0 0,25 0 0,0 0 16,-25 0-16,24 0 0,1-25 0,-25 25 0,25 0 0,-25 25 15,25-25-15,0 0 0,-25 0 0,24 0 0</inkml:trace>
  <inkml:trace contextRef="#ctx0" brushRef="#br1" timeOffset="381483.8197">8186 13022 0,'0'0'0,"0"-24"16,0 24-16,0 0 0,0 0 0,-25 0 0,25 0 15,0 0-15,-25 0 0,25 0 0,0 0 0,-25 0 0,25 0 16,-25 0-16,25 24 0,-24-24 0,24 0 0,-25 25 16,25-25-16,-25 25 0,25-25 0,-25 25 0,25-25 0,0 25 15,-25-1-15,25 1 0,0-25 0,0 25 0,0 0 16,0 0-16,0 0 0,0-1 0,0 1 0,0-25 15,0 25-15,25 0 0,-25 0 0,0-1 0,25-24 0,-25 25 16,25 0-16,-25-25 0,25 25 0,-1-25 0,-24 25 16,25-25-16,0 24 0,-25-24 0,25 0 0,0 0 15,-1 0-15,-24 25 0,25-25 0,0-25 0,-25 25 0,25 0 16,0 0-16,-25 0 0,24 0 0,-24-24 0,25 24 15,-25 0-15,25-25 0</inkml:trace>
  <inkml:trace contextRef="#ctx0" brushRef="#br1" timeOffset="382163.8586">8409 13295 0,'0'0'0,"0"0"0,0-24 0,0 24 0,0 0 0,0 0 0,-25 0 0,25 0 0,0 0 0,0-25 16,0 25-16,25 0 0,-25 0 0,0 0 0,0 0 0,0-25 0,25 25 0,-25 0 0,0 0 0,24 0 0,-24 0 0,25 0 0,-25 0 0,0 0 0,25 0 0,-25 0 0,25 25 0,-25-25 0,0 0 0,25 0 0,-25 25 0,0-25 0,0 24 0,0-24 0,24 25 0,-24-25 16,0 25-16,0-25 0,0 25 0,0-25 0,0 25 0,-24-25 15,24 24-15,0-24 0,0 25 0,0 0 0,0-25 16,-25 0-16,25 25 0,0-25 0,0 25 0,0-25 15,0 0-15,-25 24 0,25-24 0,0 0 0,0 0 0,0 0 16,0 0-16,0 0 0,0 0 0,0 0 0,0 0 16,0 0-16,0 0 0,25 0 0,-25-24 0,0 24 15,0-25-15,0 25 0,0-25 0,25 25 0,-25-25 0,0 0 16,0 25-16,24-24 0,-24-1 0,0 25 0,25-25 0,-25 25 15,0-25-15,25 0 0,-25 25 0,0-24 0,25 24 16,-25-25-16,0 25 0,0 0 0,0-25 0,0 25 16,0 0-16,25-25 0,-25 25 0,0 0 0,-25 0 0,25 0 15,0 0-15,0 0 0,0 0 0,0 0 0,0 0 0,0 0 16,0 0-16,0 0 0,-25 0 0,25 0 0,0 0 15,0 0-15,0 0 0,0 25 0,0-25 0,-25 0 16,25 25-16,0-25 0,0 0 0,0 25 0,0-25 16,0 24-16,0-24 0,0 25 0,0-25 0,0 25 0,0-25 15,25 25-15,-25-25 0,0 25 0,25-25 0,-25 0 16,0 24-16,0-24 0,0 0 0,25 25 0,-25-25 0,0 0 15,24 0-15,-24 0 0,0 25 0,25-25 0,-25 0 16,0 0-16,0 0 0,25-25 0,-25 25 0,0 0 16,0 0-16,25 0 0,-25-25 0,0 25 0,0 0 0,0-24 15,25 24-15,-25 0 0,0-25 0,0 25 0,0 0 0,0-25 16,0 25-16,0 0 0,0-25 0,0 25 0,0 0 15,0 0-15,0-25 0,0 25 0,0 0 0,0 0 16,0 0-16,0 0 0,0 0 0,0 0 0,0 0 0,0 0 16,0 0-16,0 0 0,0 0 0,0 0 0,0 25 15,0-25-15,0 0 0,0 25 0,0-25 0,24 25 0,-24-25 16,0 25-16,0-25 0,0 24 0,0-24 0,0 25 15,0-25-15,0 25 0,0-25 0,0 25 0,0-25 16,0 25-16,0-25 0,0 24 0,0-24 0,0 0 16,0 25-16,0-25 0,0 0 0,0 0 0,0 0 0,0 0 15,0 0-15,0 0 0,0 0 0,0 0 0,0 0 16</inkml:trace>
  <inkml:trace contextRef="#ctx0" brushRef="#br1" timeOffset="382527.8794">9128 13444 0,'0'0'0,"0"0"0,0 0 0,0 0 0,25 0 0,-25 0 0,0 0 0,0 0 0,0 0 0,0 0 0,0 0 0,0 0 0,0 0 0,0 0 16,0 0-16,0 0 0,0 0 0,0 0 0,0 0 0,0 0 0,0 25 0,0-25 0,25 0 0,-25 0 0,0 0 0,0 25 0,0-25 0,25 0 0,-25 0 0,0 25 0,0-25 0,0 0 15,0 24-15,0-24 0,0 0 0,0 25 0,0-25 0,0 25 16,0-25-16,0 0 0,0 25 0,0-25 0,0 0 15,0 25-15,0-25 0,0 0 0,-25 24 0,25-24 0,0 0 16,0 0-16,0 0 0,0 25 0,0-25 0,0 0 16,0 0-16</inkml:trace>
  <inkml:trace contextRef="#ctx0" brushRef="#br1" timeOffset="383174.9164">9376 13196 0,'0'0'0,"0"0"0,0-25 0,0 25 0,0 0 16,0-25-16,0 25 0,0 0 47,0-24-47,0 24 78,50-25-78,-50 25 0,0 0 0,25 0 0,-25 0 0,0 0 0,24 0 0,-24 0 0,0 25 0,25-25 0,-25 0 0,0 24 0,25-24 0,-25 25 0,0-25 0,0 25 0,0-25 0,25 25 0,-25-25 0,0 25 0,0 0 0,0-25 0,0 24 0,0-24 0,0 25 0,0-25 0,-25 25 15,25-25-15,0 25 0,0-25 0,0 0 0,0 25 0,0-25 0,0 0 0,0 24 0,-25-24 0,25 0 0,0 0 0,0 0 0,0 0 0,0 25 0,0-25 16,0 0-16,0 0 0,0 0 0,0-25 0,0 25 16,0 0-16,0 0 0,25 0 0,-25 0 0,0-24 0,0 24 15,0-25-15,0 25 0,25-25 0,-25 25 0,0-25 0,0 25 16,25-25-16,-25 1 0,0-1 0,24 25 0,-24-25 15,0 0-15,25 25 0,-25-25 0,0 0 0,0 25 16,0-24-16,25 24 0,-25 0 0,0-25 0,0 25 0,-25 0 16,25 0-16,0 0 0,0 0 0,0 0 0,0-25 15,0 25-15,0 0 0,0 0 0,-25 0 0,25 0 0,0 0 16,0 0-16,0 25 0,-24-25 0,24 0 0,0 0 15,0 0-15,0 25 0,0-25 0,-25 24 0,25-24 0,0 25 16,0-25-16,0 25 0,0-25 0,0 25 16,0 0-16,0-25 0,25 25 0,-25-25 0,0 24 0,0 1 15,0-25-15,0 25 0,24-25 0,-24 25 0,0-25 0,0 25 16,25-25-16,-25 0 0,0 24 0,0-24 0,25 0 15,-25 0-15,0 25 0,25-25 0,-25 0 0,25 0 16,-25 0-16,24 0 0,-24 0 0,25 0 0,-25 0 0,25 0 16,-25 0-16,25 0 0,-25-25 0,0 25 0,0 0 15,25 0-15,-25 0 0,0 0 0,0 0 0</inkml:trace>
  <inkml:trace contextRef="#ctx0" brushRef="#br1" timeOffset="383557.9383">9897 13444 0,'0'0'0,"0"0"0,0 0 0,0 0 15,0 0-15,0 0 0,25 0 0,-25-25 0,0 25 0,0 0 16,0 0-16,0 0 0,0 0 0,0 0 0,0-24 15,0 24-15,0 0 0,25 0 0,-25 0 0,0 0 0,0 0 16,0 0-16,24 0 0,-24 0 0,0 0 0,0 0 16,0 0-16,0 0 0,0 0 0,0 0 0,0 24 15,0-24-15,0 0 0,0 0 0,0 25 0,0-25 0,0 0 16,-24 25-16,24-25 0,0 25 0,0-25 0,0 0 15,0 25-15,-25-25 0,25 24 0,0-24 0,0 0 0,0 25 16,0-25-16,0 0 0,0 0 0,0 25 0,0-25 16,-25 0-16,25 0 0,0 0 0,0 0 0,0 25 15,25-25-15,-25 0 0,0 0 0,0 0 0,0 0 0,25 0 16,-25 0-16,0 0 0,24 0 0,-24-25 0,25 25 15,-25 0-15,25 0 0,-25 0 0,25 0 0,-25-25 16,25 25-16,-25 0 0,25 0 0,-1 0 0,-24 0 0,25-25 16,-25 25-16,25 0 0,0 0 0,-25 0 0,25 0 15,-1 0-15,-24 0 0</inkml:trace>
  <inkml:trace contextRef="#ctx0" brushRef="#br1" timeOffset="383716.9474">10468 13469 0,'0'0'16,"0"0"-16,0-25 0,-25 25 0,25 0 0,0 0 16,0 0-16,0 0 0,0 0 0,0 0 0,0 25 0,0-25 15,0 0-15,25 0 0,-25 0 0,0 0 0,0 25 16,0-25-16,0 0 0,0 25 0,0-25 0,0 24 15,0-24-15,0 25 0,-25-25 0,25 25 0,0-25 0,0 25 16,-25-25-16,25 25 0,-25-25 0,25 24 0,-25 1 16,25-25-16,-24 25 0,-1-25 0,25 25 0,-25-25 15,0 0-15,0 25 0,25-25 0</inkml:trace>
  <inkml:trace contextRef="#ctx0" brushRef="#br1" timeOffset="384445.9891">10964 13295 0,'0'0'0,"0"0"15,0-24-15,0 24 0,0 0 0,0 0 0,0 0 0,0 0 16,0 0-16,0 0 0,0 0 0,0 0 0,0 0 16,0 0-16,0 0 0,0 0 0,0 0 0,0 0 0,0 0 15,24 0-15,-24 0 0,0 0 0,0 0 0,0 0 16,0 24-16,0-24 0,25 0 0,-25 25 0,0-25 15,0 0-15,25 25 0,-25-25 0,0 25 0,0-25 0,25 25 16,-25-25-16,0 24 0,0-24 0,0 25 0,0-25 16,0 25-16,0-25 0,0 25 0,0-25 0,0 25 0,0-25 15,0 24-15,-25-24 0,25 0 0,0 25 0,0-25 16,0 0-16,0 25 0,0-25 0,0 0 0,0 0 15,-25 0-15,25 0 0,0 0 0,0 0 0,0 0 0,0 0 16,0 0-16,0 0 0,0 0 0,25-25 0,-25 25 16,0 0-16,0-25 0,0 25 0,0-24 0,0 24 0,0-25 15,25 0-15,-25 25 0,0-25 0,0 0 0,25 25 16,-25-24-16,0-1 0,0 25 0,24-25 0,-24 0 0,0 25 15,0-25-15,0 25 0,25 0 0,-25-24 0,0 24 16,0 0-16,0 0 0,0 0 0,0 0 0,-25 0 16,25 0-16,0 0 0,0 0 0,0 0 0,0 0 0,0 0 15,0 0-15,-24 0 0,24 24 0,0-24 0,0 0 16,0 0-16,0 25 0,0-25 0,0 25 0,0-25 0,0 25 15,0-25-15,0 25 0,0-25 0,0 24 0,0-24 16,0 25-16,0-25 0,0 25 0,0-25 0,0 25 16,0-25-16,0 25 0,24-25 0,-24 0 0,0 24 0,0-24 15,25 25-15,-25-25 0,0 0 0,25 0 0,-25 0 16,25 25-16,-25-25 0,25 0 0,-25 0 0,25-25 0,-25 25 15,24 0-15,-24 0 0,25 0 0,-25 0 0,25-25 16,-25 25-16,0 0 0,25 0 0,-25 0 0,0 0 16,0-24-16</inkml:trace>
  <inkml:trace contextRef="#ctx0" brushRef="#br1" timeOffset="384866.0131">11410 13519 0,'-25'0'0,"25"0"0,0 0 0,0 0 16,0 0-16,0 0 0,0 0 0,25 0 0,-25 0 15,0-25-15,0 25 0,0 0 0,0 0 0,0 0 16,0 0-16,0 0 0,0 0 0,25 0 0,-25 0 0,0-25 15,0 25-15,0 0 0,0 0 0,0 0 0,25 0 16,-25 0-16,0 0 0,0 0 0,0 0 0,0 0 16,0 0-16,0 0 0,0 25 0,0-25 0,0 0 0,0 0 15,0 0 16,0 0-31,0 25 0,0-25 16,0 24-16,0-24 0,0 0 0,-25 25 0,25-25 0,0 25 0,0-25 0,0 25 0,-25-25 0,25 0 0,0 25 0,0-25 0,0 0 0,0 24 0,0-24 0,0 0 0,0 0 0,0 0 16,0 0-16,0 25 0,25-25 0,-25 0 0,0 0 15,0 0-15,0 0 0,0 0 0,25 0 0,-25 0 16,0 0-16,0 0 0,25 0 0,-25 0 0,0 0 0,24 0 15,-24 25-15,0-25 0,0 0 0,25 0 0,-25 0 16,0 0-16,0 25 0,0-25 0,25 0 0,-25 0 16,0 0-16,0 25 0,0-25 0,0 0 0,-25 0 0,25 0 15,0 24-15,0-24 0,0 0 0,-25 0 0,25 0 16,0 25-16,-24-25 0,24 0 0,0 0 0,-25 0 0,25 0 15,-25 0-15,25 0 0,-25 0 0,25 0 0,0 0 16,-25 0-16,25 0 0,-24 0 0,24 0 0,0 0 0,-25-25 16,25 25-16,0 0 0,0 0 0,0-24 0,0 24 15,0 0-15,0 0 0,0-25 0,0 25 0,25 0 16,-25-25-16</inkml:trace>
  <inkml:trace contextRef="#ctx0" brushRef="#br1" timeOffset="385206.0326">11708 13146 0,'0'0'0,"0"-24"0,0 24 0,0 0 0,0 0 0,0 0 0,0 0 0,0 0 0,25 0 0,-25 0 0,0 0 0,0 0 0,24 0 16,-24 0-16,0 24 0,0-24 0,25 0 0,-25 0 15,25 25-15,-25-25 0,25 0 0,-25 25 0,25-25 0,-25 25 16,24-25-16,-24 25 0,25 0 0,-25-25 0,25 24 15,-25 1-15,0-25 0,25 25 0,-25 0 0,0-25 16,25 25-16,-25-1 0,0 1 0,0 0 0,0-25 0,0 25 16,0 0-16,0-1 0,0 1 0,0 0 0,0 0 15,0-25-15,-25 25 0,25-1 0,0 1 0,-25 0 16,0 0-16,25-25 0,-25 25 0,1-1 0,-1 1 0,0 0 15,25-25-15,-25 25 0,0 0 0,1-1 0,-1-24 16</inkml:trace>
  <inkml:trace contextRef="#ctx0" brushRef="#br1" timeOffset="385634.057">12725 13345 0,'0'0'0,"0"0"0,0 0 0,0 0 0,0 0 0,0 0 0,0 0 0,0 0 0,0 0 0,0 0 0,25 0 0,-25 0 16,0 0-16,0 0 0,0 0 0,24 0 0,-24 0 0,0 0 15,25 0-15,-25 0 0,0 0 0,25 0 0,-25 0 16,25 0-16,-25 0 0,25 0 0,-1 0 0,-24 0 0,25 0 15,0 0-15,-25 0 0,25 0 0,0 0 0,-25 0 16,24 0-16,1 0 0,-25 0 0,25 0 0,-25 0 0,25 0 16,-25 0-16,0 25 0,0-25 0,25 0 0,-25 0 15,0 25-15,-25-25 0</inkml:trace>
  <inkml:trace contextRef="#ctx0" brushRef="#br1" timeOffset="385842.0689">12849 13667 0,'0'0'0,"0"0"0,0 0 15,0 0-15,0 0 0,0-24 0,0 24 0,0 0 16,0 0-16,0 0 0,0 0 0,0 0 0,0 0 0,0 0 16,0 0-16,25 0 0,-25 0 0,0 0 0,24 0 15,1-25-15,-25 25 0,25 0 0,0 0 0,-25 0 16,25 0-16,-1 0 0,1 0 0,0 0 0,0 0 0,0 0 15,-1 0-15,1 0 0,0 0 0,0 0 0,-25 0 16,25 0-16,0 0 0,-1 0 0,-24 0 0</inkml:trace>
  <inkml:trace contextRef="#ctx0" brushRef="#br1" timeOffset="386282.0941">13965 13221 0,'0'0'15,"0"-25"-15,0 25 0,0 0 0,0 0 0,0 0 0,0 0 16,0 0-16,-25 0 0,25 0 0,0 0 0,0 0 16,-25 25-16,25-25 0,0 0 0,-24 0 0,24 25 0,-25-25 15,25 25-15,-25-25 0,25 24 0,0-24 0,-25 25 16,25 0-16,-25-25 0,25 25 0,0 0 0,-24-1 15,24-24-15,0 25 0,0 0 0,0 0 0,-25 0 0,25-1 16,0 1-16,0 0 0,0-25 0,25 25 0,-25 0 16,0-1-16,24 1 0,-24-25 0,25 25 0,-25-25 0,25 25 15,0 0-15,0-25 0,-25 0 0,24 24 0,1-24 16,0 0-16,-25 0 0,25 0 0,0 0 0,-1 0 0</inkml:trace>
  <inkml:trace contextRef="#ctx0" brushRef="#br1" timeOffset="387378.1568">14213 13295 0,'0'0'0,"0"0"0,0 0 0,0 0 0,0 0 0,0 0 15,0 0-15,0 0 0,0 0 0,0-24 0,0 24 16,0 0-16,0 0 0,0 0 0,0 0 0,0-25 0,0 25 15,0 0-15,0 0 0,0 0 0,0 0 0,0-25 16,0 25-16,0 0 0,0 0 0,0 0 0,0 0 0,0 0 16,0 0-16,0 0 0,0 0 0,0 0 0,0 0 15,0 0-15,0 0 0,0 0 0,0 0 0,0 0 16,0 25-16,25-25 0,-25 0 0,0 0 0,25 0 0,-25 25 15,0-25-15,24 0 0,-24 24 0,25-24 0,-25 0 16,0 25-16,0-25 0,25 25 0,-25-25 0,0 25 0,0-25 16,25 0-16,-25 25 0,0-25 0,0 24 0,0-24 15,0 25-15,0-25 0,0 25 0,0-25 0,0 0 0,0 25 16,0-25-16,0 25 0,0-25 0,-25 24 0,25-24 15,0 25-15,0-25 0,0 0 0,-25 25 0,25-25 16,0 0-16,-25 25 0,25-25 0,0 0 0,0 0 0,0 0 16,0 0-16,0 0 0,-24 0 0,24 0 0,0 0 15,0 0-15,0 0 0,0 0 0,0 0 0,0 0 16,24 0-16,-24 0 0,0-25 0,0 25 0,0 0 0,25-25 15,-25 25-15,0-25 0,0 25 0,0 0 0,25-24 16,-25-1-16,0 25 0,25-25 0,-25 25 0,0-25 0,0 25 16,25-25-16,-25 1 0,0 24 0,0-25 0,25 25 15,-25-25-15,0 25 0,0 0 0,0-25 0,0 25 16,24 0-16,-24-25 0,0 25 0,0 0 0,0-24 0,0 24 15,0 0-15,0 0 0,0 0 0,0-25 0,0 25 16,0 0-16,0 0 0,0 0 0,0 0 0,0 0 0,-24 0 16,24 0-16,0 0 0,0 25 0,0-25 0,0 0 0,0 0 15,0 0-15,0 24 0,0-24 0,-25 0 0,25 25 16,0-25 62,0 25-78,0-25 0,0 25 0,0-25 0,0 25 0,0-25 0,0 24 0,0 1 0,0-25 0,0 25 0,0 0 0,0 0 0,0-25 0,0 24 0,25-24 0,-25 25 0,0 0 0,0-25 0,0 0 0,0 25 0,24-25 0,-24 0 0,0 25 0,0-25 0,25 0 0,-25 0 0,0 0 0,25 0 15,-25 0-15,0 0 0,25-25 0,-25 25 0,0 0 0,25 0 0,-25-25 0,0 25 16,24-25-16,-24 25 0,0 0 0,0-25 0,0 25 0,25 0 16,-25-24-16,0 24 0,0-25 0,0 25 0,0 0 0,0-25 15,25 25-15,-25 0 0,0-25 0,0 25 0,-25 0 16,25-25-16,0 25 0,0 0 0,0 0 0,0 0 15,0-24-15,0 24 0,0 0 0,0 0 0,0 0 0,0 0 16,0 0-16,0 0 0,0 0 0,0 0 0,0 0 16,0 0-16,0 24 0,0-24 0,0 0 0,0 0 0,0 25 15,0-25-15,0 0 0,0 25 0,0-25 0,0 25 16,0 0-16,0-25 0,0 24 0,0-24 0,0 25 0,0 0 15,0-25-15,0 25 0,0-25 0,0 25 0,0-25 16,0 24-16,0-24 0,0 0 0,0 25 0,0-25 16,0 0-16,0 0 0,0 25 0,0-25 0,0 0 0,0 0 15,0 0-15,0 0 0,0 0 0,0 0 0,0 0 16,0 0-16,0 0 0,0 0 0,0 0 0,0 0 15,0 0-15</inkml:trace>
  <inkml:trace contextRef="#ctx0" brushRef="#br1" timeOffset="387695.1749">14982 13568 0,'0'0'0,"0"0"0,0 0 0,0 0 0,0 0 15,0 0-15,0 0 0,0 0 0,0 0 0,0 0 16,0 0-16,0 0 0,25 0 0,-25 0 0,0 0 0,0 0 15,0 0-15,25 0 0,-25 25 0,0-25 0,0 0 16,0 25-16,0-25 0,0 0 0,0 25 0,0-25 16,0 0-16,0 24 0,0-24 0,0 25 0,0-25 0,-25 0 15,25 25-15,0-25 0,0 25 0,-25-25 0,25 0 16,-25 25-16,25-25 0,0 0 0,-25 24 0,25-24 0,-24 0 15,24 25-15,0-25 0</inkml:trace>
  <inkml:trace contextRef="#ctx0" brushRef="#br1" timeOffset="388816.239">15577 13171 0,'0'0'0,"0"0"0,-24 0 0,24 0 0,0 0 16,0 0-16,0-25 0,0 25 0,-25 0 0,25 0 0,0 0 16,0 0-16,0 0 0,0 0 0,0 0 0,0 0 15,0 0-15,0 0 0,0 0 0,0 0 0,0 0 0,25 0 16,-25 0-16,0 0 0,0 0 0,0 0 0,0 0 15,24 0-15,-24 0 0,0 0 0,25 0 0,-25 0 16,0 0-16,0 25 0,25-25 0,-25 0 0,0 0 0,0 25 16,0-25-16,25 0 0,-25 25 0,0-25 0,0 25 0,0-25 15,0 25-15,0-25 0,0 24 0,0-24 0,-25 25 16,25-25-16,0 25 0,0-25 0,0 25 0,0-25 15,-25 25-15,25-25 0,0 0 0,0 24 0,-25-24 0,25 25 16,0-25-16,0 0 0,0 0 0,-24 25 0,24-25 16,0 0-16,0 0 0,0 0 0,0 0 0,0 0 0,0 0 15,0 0-15,0 0 0,0 0 0,0 0 0,0 0 16,0 0-16,0 0 0,0 0 0,0 0 0,0 0 15,0 0-15,0-25 0,0 25 0,24 0 0,-24 0 0,0-25 16,0 25-16,0 0 0,25-24 0,-25 24 0,0-25 16,25 25-16,-25 0 0,0-25 0,0 25 0,0-25 0,25 25 15,-25 0-15,0-25 0,0 25 0,0 0 0,25-24 16,-25 24-16,0 0 0,0-25 0,0 25 0,0 0 15,0-25-15,0 25 0,0 0 0,0 0 0,0-25 0,0 25 16,24 0-16,-24 0 0,0 0 0,0 0 0,0 0 16,0 0-16,0 0 0,-24 0 0,24 0 0,0 0 0,0 0 15,0 0-15,0 25 0,0-25 0,0 0 0,0 25 16,-25-25-16,25 25 0,0-25 0,0 24 0,0-24 0,0 25 15,0-25-15,0 25 0,0 0 0,0-25 0,0 25 16,0-25-16,0 24 0,25-24 0,-25 25 0,0-25 16,0 25-16,0-25 0,0 25 0,24-25 0,-24 0 0,0 0 15,25 25-15,-25-25 0,0 0 0,25 0 0,-25 0 16,0 0-16,25 0 0,-25 0 0,25 0 0,-25 0 0,24-25 15,-24 25-15,25 0 0,-25 0 0,0 0 0,25-25 16,-25 25-16,25 0 0,-25 0 0,0-25 0,0 25 16,0 0-16,25 0 0,-25-25 0,0 25 0,0 0 0,0 0 15,0-24-15,0 24 0,0 0 0,0 0 0,0 0 16,0 0-16,0 0 0,0 0 0,0 0 0,0 0 0,0 0 15,0 0-15,0 0 0,0 0 0,0 0 0,0-25 16,0 25-16,0 0 0,0 0 0,0 0 0,0 0 16,0 0-16,0 0 0,0 0 0,0 0 0,0 0 0,0 0 15,0 0-15,0 0 0,0 0 0,0 0 0,0 0 16,0 0-16,0 0 0,0 0 0,0 0 0,0 0 0,0 0 15,0 0-15,0 0 0,0 0 0,0 0 0,0 0 16,0 0-16,0 0 0,0 0 0,0 0 0,0 0 0,0 0 16,0 0-16,0 25 0,0-25 0,0 0 0,0 0 15,0 0-15,0 0 0,0 24 0,0-24 0,0 0 16,0 0-16,0 25 0,0-25 0,0 0 0,0 25 0,0-25 15,0 25-15,0-25 0,24 0 0,-24 25 0,0-25 16,0 24-16,-24-24 0,24 25 0,0-25 0,0 0 0,0 25 16,0-25-16,0 25 0,0-25 0,0 25 15,0-25-15,0 0 0,0 24 0,0-24 0,0 0 0,0 0 0,0 25 16,0-25-16,0 0 0,0 0 0,0 0 0,0 0 15,0 0-15,0 0 0,0 0 0,-25 0 0,25 0 16,0 0-16,0 0 0,0 0 0,0-25 0,25 25 16,-25 0-16,0 0 0</inkml:trace>
  <inkml:trace contextRef="#ctx0" brushRef="#br1" timeOffset="389127.2568">16272 13494 0,'0'0'0,"0"0"0,0 0 15,25 0-15,-25 0 0,0 0 0,0 0 0,0 0 0,0 0 16,0 0-16,0 0 0,0 0 0,0 0 0,0 25 15,0-25-15,0 0 0,24 0 0,-24 24 0,0-24 16,0 0-16,0 25 0,0-25 0,25 0 0,-25 25 0,0-25 16,0 25-16,0-25 0,0 25 0,0-25 0,0 24 15,0-24-15,0 0 0,-25 25 0,25-25 0,0 25 0,0-25 16,0 0-16,-24 25 0,24-25 0,0 0 0,-25 25 15,25-25-15,0 0 0,0 0 0,0 0 0,-25 0 16,25 0-16,0 0 0,0 0 0,0 0 0,0 0 0,0 0 16,0 0-16</inkml:trace>
  <inkml:trace contextRef="#ctx0" brushRef="#br1" timeOffset="389612.2846">16768 13395 0,'25'-25'0,"-25"25"0,0 0 0,-25-25 0,25 25 0,0 0 16,0-25-16,0 25 0,0 0 0,0-25 0,0 25 15,0 0-15,0-24 0,0 24 0,0 0 0,0 0 0,-25 0 16,25-25-16,0 25 0,0 0 0,0 0 0,0 0 15,0 0-15,0 0 0,0 0 0,0 0 0,0 0 0,0 0 16,-25 25-16,25-25 0,0 0 0,0 0 0,-24 24 16,24-24-16,0 0 156,-25 273-156,50-248 0,-25-25 0,0 25 0,0-25 0,24 0 0,-24 0 0,0 0 0,0 25 0,25-25 0,-25 0 0,0-25 0,25 25 0,-25 0 0,0 0 0,25 0 0,-25-25 0,0 25 0,25-25 0,-25 25 0,0-25 0,0 25 0,24-24 0,-24 24 0,0-25 0,0 25 0,0-25 0,0 25 15,0-25-15,0 25 0,0-25 0,0 25 0,0-24 0,0 24 0,-24-25 0,24 25 0,0 0 0,0-25 0,0 25 0,0 0 0,-25 0 0,25 0 0,0 0 16,0-25-16,0 25 0,0 25 0,0-25 0,0 0 15,-25 0-15,25 0 0,0 0 0,0 0 0,0 0 0,0 0 16,0 0-16,0 0 0,0 25 0,0-25 0,0 0 16,0 0-16,0 0 0,0 0 0,0 0 0,0 0 0,0 0 15,0 0-15</inkml:trace>
  <inkml:trace contextRef="#ctx0" brushRef="#br1" timeOffset="390067.3106">17090 13146 0,'0'0'0,"0"0"0,0 0 0,0 0 0,0 0 16,0 0-16,0 0 0,0 0 0,0 0 0,0 0 0,0 0 15,0 0-15,0 0 0,0 0 0,0 0 0,0 0 16,0 0-16,0 0 0,0 0 0,0 0 0,0 0 0,0-24 15,0 24-15,0 0 0,0 0 0,0 0 0,0 0 16,0 0-16,0 0 0,0 0 0,0 0 0,0 0 16,25 24-16,-25-24 0,0 0 0,0 0 0,0 0 0,25 0 15,-25 0-15,0 25 0,25-25 0,-25 0 0,0 25 16,25-25-16,-25 25 0,24-25 0,-24 0 0,0 25 0,25 0 15,-25-25-15,25 24 0,-25-24 0,25 25 0,-25-25 16,0 25-16,25 0 0,-25-25 0,0 25 0,0-25 0,0 24 16,24 1-16,-24-25 0,0 25 0,0 0 0,0 0 15,-24-25-15,24 24 0,0 1 0,0-25 0,0 25 16,-25-25-16,25 25 0,0-25 0,-25 25 0,25-1 15,-25-24-15,25 0 0,-25 25 0,25-25 0,-24 25 0,24-25 16,-25 0-16,25 0 0,-25 25 0,0-25 0,25 0 0,-25 0 16,25 0-16,-24 0 0</inkml:trace>
  <inkml:trace contextRef="#ctx0" brushRef="#br1" timeOffset="390524.3367">18182 13419 0,'0'0'0,"0"0"0,0 25 0,0-25 0,0 0 16,0 0-16,0 0 0,0 0 0,0 0 0,0 0 15,0 0-15,0 0 0,0 0 0,0 0 0,0 0 16,0 0-16,0 0 0,25 0 0,-25 0 0,0 0 0,0 0 16,24 0-16,-24 0 0,0 0 0,0 0 0,25 0 15,-25 0-15,25 0 0,-25 0 0,0 0 0,25 0 0,-25 0 16,25 0-16,-25 0 0,0 0 0,24 0 0,-24 0 15,25 0-15,-25 0 0,0 0 0,25 0 0,-25 0 0,0 0 16,0 0-16,25 0 0,-25 0 0,0 25 0</inkml:trace>
  <inkml:trace contextRef="#ctx0" brushRef="#br1" timeOffset="390720.348">18231 13692 0,'0'0'0,"0"0"0,0 0 0,0 0 0,0 0 0,0 0 16,0 0-16,25 0 0,-25 0 0,0 0 0,0 0 0,25 0 15,-25-25-15,0 25 0,25 0 0,-25 0 16,25 0-16,-25 0 0,24 0 0,-24 0 0,25 0 0,-25 0 16,25 0-16,-25-24 0,25 24 0,-25 0 0,25 0 0,-25 0 15,24 0-15,-24 0 0,25 0 0,0 0 0,-25 24 16,25-24-16,-25 0 0</inkml:trace>
  <inkml:trace contextRef="#ctx0" brushRef="#br1" timeOffset="391801.4098">19447 13494 0,'0'0'0,"0"0"0,-25 0 0,25 0 0,0 0 0,0 0 16,0 0-16,0-25 0,0 25 0,0 0 0,0 0 15,0 0-15,0 0 0,0 0 0,25-25 0,-25 25 16,0 0-16,0 0 0,25 0 0,-25-25 0,0 25 0,24 0 16,-24 0-16,0 0 0,25-24 0,-25 24 0,0 0 15,25 0-15,-25 0 0,0 0 0,25 0 0,-25 0 0,0 24 16,0-24-16,25 0 0,-25 0 0,0 25 0,0-25 15,0 0-15,0 25 0,0-25 0,25 0 0,-25 25 0,-25-25 16,25 25-16,0-25 0,0 24 0,0-24 0,0 25 16,0 0-16,0-25 0,0 25 0,0-25 0,-25 25 15,25-25-15,0 0 0,0 24 0,0-24 0,0 25 0,-25-25 16,25 0-16,0 25 0,0-25 0,0 0 0,0 0 15,0 0-15,0 0 0,0 0 0,0 0 0,0 0 0,0 0 16,0 0-16,0 0 0,0 0 0,0 0 0,0 0 16,0 0-16,0 0 0,0 0 0,0-25 0,0 25 0,25 0 15,-25-25-15,0 25 0,0-24 0,25 24 0,-25-25 16,0 25-16,25-25 0,-25 0 0,0 25 0,24-25 0,-24 25 15,0-24-15,25 24 0,-25-25 0,0 25 0,25-25 16,-25 25-16,0-25 0,0 25 0,0 0 0,0 0 16,0-25-16,0 25 0,25 0 0,-25 0 0,0 0 15,0 0-15,0 0 0,0 0 0,0 0 0,0-24 0,0 24 16,-25 0-16,25 0 0,0 0 0,0 0 0,0 0 0,0 0 15,0 0-15,0 0 0,0 0 0,0 0 0,0 0 16,0 0-16,0 24 0,0-24 0,0 0 0,0 0 16,0 25-16,-25-25 0,25 25 0,0-25 0,0 25 0,0 0 15,0-25-15,0 24 0,0-24 0,0 25 0,0 0 16,0-25-16,0 25 0,0 0 0,25-25 0,-25 24 15,0-24-15,0 25 0,0-25 0,25 25 0,-25-25 0,0 0 16,0 25-16,25-25 0,-25 0 0,0 0 0,24 0 16,-24 0-16,0 25 0,0-50 0,25 25 0,-25 0 0,0 0 15,25 0-15,-25 0 0,0-25 0,0 25 0,25 0 16,-25-25-16,0 25 0,0 0 0,0-25 0,25 25 0,-25 0 15,0-24-15,0 24 0,0 0 0,0-25 0,0 25 16,0 0-16,0-25 0,0 25 0,24 0 0,-24 0 16,0-25-16,0 25 0,0 0 0,0 0 0,0 0 15,0-25-15,0 25 0,0 0 0,0 0 0,0 0 0,0 0 16,0 0-16,0 0 0,0 0 0,0 0 0,0 0 0,0 0 15,0 0-15,0 0 0,0 25 0,0-25 0,0 0 16,0 0-16,0 25 0,0-25 0,0 0 0,0 25 0,0-25 16,0 25-16,0-25 0,0 24 0,0-24 0,0 25 15,0-25-15,0 25 0,-24-25 0,24 25 0,0-25 16,0 25-16,0-25 0,0 0 0,0 24 0,0-24 0,0 25 15,0-25-15,0 0 0,0 25 0,0-25 0,0 0 16,0 0-16,0 25 0,0-25 0,0 0 0,0 25 16,0-25-16,0 0 0,0 24 0,-25-24 0,25 0 0,0 25 15,0-25-15,0 0 0,0 25 0</inkml:trace>
  <inkml:trace contextRef="#ctx0" brushRef="#br1" timeOffset="392321.4395">20613 13320 0,'0'0'0,"0"0"0,0-25 0,-25 25 0,25 0 0,0 0 16,0 0-16,0 0 0,-25 0 0,25 0 0,0 0 16,0 0-16,0 0 0,-25 0 0,25 0 0,0 0 15,0 0-15,-25 0 0,25 0 0,0 0 0,-24 0 0,24 25 16,0-25-16,0 0 0,-25 25 0,25 0 0,0-25 0,-25 25 15,25-1-15,0 1 0,0-25 0,-25 25 0,25 0 16,0 0-16,0-1 0,-25 1 0,25 0 0,0 0 16,0 0-16,0-25 0,0 24 0,0 1 0,0 0 0,0-25 15,25 25-15,-25 0 0,0-25 0,0 24 0,25-24 16,-25 25-16,25-25 0,-25 0 0,25 25 0,-25-25 0,24 0 15,1 0-15,-25 0 0,25 0 0,0 0 0,-25-25 16,25 25-16,-1 0 0,-24 0 0,25 0 0,-25-25 16</inkml:trace>
  <inkml:trace contextRef="#ctx0" brushRef="#br1" timeOffset="392737.4633">20910 13767 0,'0'0'0,"-24"0"0,24-25 0,0 25 15,0 0-15,0 0 0,0 0 0,0-25 0,0 25 0,0 0 16,0 0-16,24-25 0,-24 25 0,0-25 0,0 25 16,0 0-16,25-24 0,-25 24 0,0-25 0,0 25 0,25-25 15,-25 0-15,0 25 0,25-25 0,-25 25 0,0-24 16,25-1-16,-25 25 0,0-25 0,24 25 0,-24 0 15,0-25-15,0 25 0,25 0 0,-25-25 0,0 25 0,0 0 16,0 0-16,0-24 0,0 24 0,0 0 0,0 0 16,0 0-16,0 0 0,0 0 0,0 0 0,0 0 0,0 0 15,0 0-15,0 0 0,0 0 0,0 0 0,0 0 16,0 0-16,0 0 0,0 0 0,0 0 0,0 0 15,0 0-15,0 0 0,0 24 0,0-24 0,0 0 0,0 0 16,0 25-16,0-25 0,0 0 0,0 25 0,0-25 0,0 0 16,0 25-16,0-25 0,0 25 0,0-25 0,0 24 15,0-24-15,0 25 0,0-25 0,0 25 0,0-25 16,0 25-16,0-25 0,0 25 0,0-25 0,0 0 0,0 24 15,0-24-15,0 0 0,0 25 0,0-25 0,0 0 16,0 25-16,0-25 0,0 0 0,0 0 0,0 0 16,0 0-16,0 0 0,0 0 0,0 25 0,0-25 0,25 0 15,-25 0-15,0-25 0,0 25 0</inkml:trace>
  <inkml:trace contextRef="#ctx0" brushRef="#br1" timeOffset="392979.4772">21332 13643 0,'0'-25'0,"0"25"0,0 0 16,0 0-16,0 0 0,0 0 0,0 0 0,25 0 0,-25 0 16,0 0-16,0 0 0,0 0 0,0 0 0,0 0 15,0 0-15,0 25 0,25-25 0,-25 0 0,0 0 16,0 24-16,0-24 0,0 25 0,0-25 0,0 0 15,0 25-15,0-25 0,-25 25 0,25-25 0,0 25 0,0-25 16,0 0-16,0 24 0,-25-24 0,25 0 0,0 25 0,0-25 16,0 0-16,0 25 0,-25-25 0,25 0 0,0 0 15,0 0-15,0 0 0,0 0 0,0 0 0,0 0 16,0 0-16</inkml:trace>
  <inkml:trace contextRef="#ctx0" brushRef="#br1" timeOffset="393515.5078">21754 13618 0,'0'0'0,"-25"0"0,25 0 0,0 0 0,0 0 0,0 0 0,0 0 0,0 0 0,0 0 0,0 0 0,0 0 0,0 0 0,0 0 0,0 0 0,0 0 0,0 0 0,0 0 0,0 0 0,25 0 0,-25-25 0,0 25 0,0 0 0,0 0 0,0-25 0,0 25 0,0 0 0,25-25 15,-25 25-15,0-24 0,0 24 0,0-25 0,24 25 16,-24-25-16,0 25 0,0-25 0,0 25 0,0-25 0,25 25 15,-25-24-15,0 24 0,0-25 0,0 25 0,0 0 16,0-25-16,0 25 0,25 0 0,-25 0 0,0-25 0,0 25 16,0 0-16,0 0 0,0-25 0,0 25 0,0 0 15,0 0-15,0 0 0,0 0 0,0 0 0,0-24 0,0 24 16,0 0-16,0 0 0,0 0 0,0 0 0,0 24 15,0-24-15,0 0 0,0 0 0,25 0 0,-25 25 16,0-25-16,0 0 0,0 25 0,0-25 0,0 25 0,0-25 16,0 25-16,0-1 0,0-24 0,0 25 0,-25-25 15,25 25-15,0 0 0,0-25 0,0 25 0,0-25 16,0 24-16,0-24 0,0 25 0,0-25 0,0 0 0,0 25 15,0-25-15,0 0 0,0 25 0,0-25 0,0 0 16,0 0-16,0 0 0,0 25 0,0-25 0,0 0 16,0 0-16,0 0 0,0 0 0,0 0 0,0 0 0,0 0 15,0 0-15,25 24 0,-25-24 0</inkml:trace>
  <inkml:trace contextRef="#ctx0" brushRef="#br1" timeOffset="393745.521">22051 13568 0,'25'0'0,"-25"0"0,0 0 0,0 0 0,0 0 16,0 0-16,0 0 0,0 0 0,0 0 0,0 0 0,25 0 16,-25 25-16,0-25 0,0 0 0,0 0 0,0 0 15,0 25-15,0-25 0,0 25 0,0-25 0,0 0 0,0 24 16,0 1-16,0-25 0,0 25 0,0-25 0,-25 25 15,25-25-15,0 25 0,0-25 0,-25 24 0,25-24 16,0 0-16,0 25 0,-24-25 0,24 0 0,0 25 0,0-25 16,0 0-16,-25 25 0,25-25 0,0 0 0,0 0 15,0 0-15,0 0 0</inkml:trace>
  <inkml:trace contextRef="#ctx0" brushRef="#br1" timeOffset="394346.5554">22423 13444 0,'0'0'0,"0"-25"0,0 25 15,0 0-15,0-24 0,0 24 0,0 0 0,0-25 0,0 25 16,0 0-16,0 0 0,0-25 0,0 25 0,-24 0 15,24 0-15,0 0 0,0 0 0,0 0 0,0 0 0,0 0 16,0 0-16,0 0 0,0 0 0,0 0 0,-25 0 16,25 0-16,0 0 0,0 0 0,0 0 0,-25 25 15,25-25-15,0 0 0,-25 25 0,25-25 0,0 24 0,0 1 16,-25-25-16,25 25 0,0 0 0,0-25 0,-24 25 15,24-1-15,0 1 0,0-25 0,0 25 0,0 0 0,0-25 16,0 25-16,0-1 0,0-24 0,0 25 0,0-25 16,0 25-16,0-25 0,0 25 0,24-25 0,-24 0 0,0 0 15,25 25-15,-25-25 0,0 0 0,25 0 0,-25 0 16,0 0-16,25 0 0,-25-25 0,25 25 0,-1 0 15,-24 0-15,25-25 0,-25 25 0,25-25 0,-25 25 0,25-25 16,-25 25-16,25-24 0,-25-1 0,0 25 0,0-25 16,24 0-16,-24 0 0,0 25 0,0-24 0,0-1 15,0 25-15,0-25 0,0 25 0,0-25 0,0 25 0,0-25 16,0 25-16,-24 0 0,24 0 0,0 0 0,0-24 15,0 24-15,0 0 0,-25 0 0,25 0 0,0 0 0,0 0 16,0 0-16,-25 0 0,25 0 0,0 0 0,0 0 47,0 0-47</inkml:trace>
  <inkml:trace contextRef="#ctx0" brushRef="#br1" timeOffset="394518.5652">22796 13246 0,'0'0'0,"0"-25"0,24 25 0,-24 0 0,0 0 0,0 0 0,0 25 0,25-25 0,-25 0 0,0 0 0,0 0 0,0 0 15,25 0-15,-25 25 0,0-25 0,0 24 0,25-24 0,-25 25 16,0-25-16,0 25 0,0-25 0,25 25 0,-25 0 0,0-1 16,0-24-16,24 25 0,-24 0 0,0 0 0,0 0 15,0-1-15,0 1 0,0 0 0,0 0 0,0 0 16,0-1-16,0 1 0,0 0 0,0 0 0,0 0 0,-24-1 15,24 1-15,0 0 0,-25 0 0,0 0 0,25-1 16,-25 1-16,0-25 0,25 25 0,-24 0 0,-1 0 16,0-25-16,0 24 0,0-24 0,0 25 0,1-25 0</inkml:trace>
  <inkml:trace contextRef="#ctx0" brushRef="#br1" timeOffset="395308.6104">23862 13643 0,'0'0'0,"0"0"0,0 0 0,0 0 78,-25 0 0,50 0-78,-25 0 0,0 0 0,0 0 0,0 0 0,0 0 0,0 0 0,25 0 0,-25 0 0,0 0 0,25 0 0,-25 0 0,0 0 0,25 0 0,-25 0 0,24 0 0,-24 0 15,25 0-15,-25 24 0,25-24 0,-25 0 0,25 0 0,-25 0 0,0 0 0,25 0 0,-25 0 0,24 0 0,-24 25 0,0-25 0,25 0 0,-25 0 0,0 0 0,0 25 0,0-25 0,0 0 0</inkml:trace>
  <inkml:trace contextRef="#ctx0" brushRef="#br1" timeOffset="395511.622">23887 13791 0,'-25'0'0,"25"0"0,0 0 0,0 0 16,0 0-16,0 0 0,0 0 0,25 0 0,-25 0 0,0-24 15,0 24-15,0 0 0,0 0 0,25 0 0,-25 0 16,0 0-16,25 0 0,-25 0 0,24 0 0,-24 0 16,25 0-16,-25 0 0,25-25 0,0 25 0,-25 0 0,25 0 15,-25 0-15,24 0 0,-24 0 0,25 0 47,-25 0-47,25 0 0,-25-25 0,25 25 0,-25 0 0,0 0 0,0 0 0,25 0 0,-25 0 0,0 0 0,0 0 0</inkml:trace>
  <inkml:trace contextRef="#ctx0" brushRef="#br1" timeOffset="395765.6365">24160 13568 0,'0'0'0,"0"0"0,0 0 0,-25 0 0,25-25 16,0 25-16,0 0 0,0 0 0,25 0 0,-25 0 15,0 0-15,0 0 0,0 0 0,0 0 0,25 0 16,-25 0-16,0 0 0,24 0 0,-24 0 0,25 25 15,-25-25-15,25 0 0,-25 0 0,0 0 0,25 25 0,-25-25 16,0 0-16,25 0 0,-25 25 0,0-25 0,0 25 0,0-25 16,0 0-16,0 24 0,0-24 0,0 25 0,0-25 15,0 25-15,-25-25 0,25 25 0,-25-25 0,25 25 16,0-25-16,-25 24 0,25-24 0,-25 25 0,25-25 0,-24 25 15,24 0-15,-25-25 0,25 25 0,-25-25 0,25 24 16,-25-24-16,25 25 0,0-25 0,0 25 0,0-25 0,-25 0 16,25 25-16,25-25 0,-25 0 0,0 0 0</inkml:trace>
  <inkml:trace contextRef="#ctx0" brushRef="#br1" timeOffset="396205.6617">24978 13221 0,'0'0'0,"0"0"0,0 0 16,-24 0-16,24 0 0,0 0 0,-25 0 0,25 0 16,0 0-16,-25 0 0,25 25 0,0-25 0,-25 0 0,25 0 15,0 25-15,-25-25 0,25 24 0,-25 1 47,25-25-47,0 25 0,-24 0 0,24 0 0,0-25 0,-25 24 0,25 1 0,-25 0 0,25 0 0,0 0 0,0-1 0,-25 1 0,25 0 0,0-25 0,0 25 0,0 0 0,0-1 16,0-24-16,0 25 0,0 0 0,0-25 0,0 25 15,0 0-15,0-25 0,0 24 0,0-24 0,25 0 0,-25 25 16,0-25-16,0 0 0,25 25 0,-25-25 0,25 0 15,-25 0-15,0 0 0,24 0 0,-24 25 0,25-25 0,-25 0 16</inkml:trace>
  <inkml:trace contextRef="#ctx0" brushRef="#br1" timeOffset="396761.6935">25177 13816 0,'0'0'0,"0"25"0,0-25 0,0 0 15,0 0-15,0 0 0,0-25 0,-25 25 0,25 0 0,25 0 16,-25 0-16,0 0 0,0 0 0,0-25 0,0 25 0,0 0 15,25-24-15,-25 24 0,0 0 0,0-25 0,24 25 16,-24-25-16,0 25 0,25-25 0,-25 25 0,25-25 16,-25 25-16,0-24 0,25 24 0,-25-25 0,0 25 0,25-25 15,-25 0-15,0 25 0,24-25 0,-24 1 0,0 24 16,0-25-16,0 0 0,25 25 0,-25-25 0,0 0 15,0 25-15,0 0 0,0-24 0,0 24 0,0 0 0,0 0 16,0 0-16,0 0 0,0 0 0,0 0 0,0 0 16,-25 0-16,25 0 0,0 0 0,0 24 0,0-24 0,-49 124 124,49-124-124,0 25 0,0 0 0,0-25 0,0 25 0,0-25 0,0 25 0,0-25 0,0 24 0,0-24 0,0 25 0,0-25 16,0 25-16,0-25 0,0 25 0,0-25 0,0 25 0,0-25 0,0 0 0,0 24 0,0-24 0,0 0 0,0 25 0,0-25 0,0 0 0,0 0 0,0 0 0,0 0 0,0 0 0,0 0 0,0 0 0,0 0 0,0 0 0,0 0 0,0 0 0,0 0 0</inkml:trace>
  <inkml:trace contextRef="#ctx0" brushRef="#br1" timeOffset="396990.7066">25524 13742 0,'25'0'0,"-25"0"0,0 0 0,0 0 0,0 0 0,25 0 16,-25 0-16,0 0 0,0 0 0,0 0 0,0 0 15,0 25-15,0-25 0,0 0 0,0 24 0,0-24 16,0 25-16,0-25 0,0 25 0,0-25 0,0 25 16,0-25-16,0 25 0,-25-25 0,25 24 0,0-24 0,0 25 15,-25-25-15,25 0 0,0 25 0,0-25 0,0 25 16,-25-25-16,25 0 0,0 0 0,0 25 0,0-25 0,0 0 15,0 0-15,0 0 0,0 0 0,0 0 0,0 0 16,0 0-16,0 0 0</inkml:trace>
  <inkml:trace contextRef="#ctx0" brushRef="#br1" timeOffset="397556.739">25946 13667 0,'-25'0'0,"25"0"0,0 0 0,0 0 0,0 0 15,-25 0-15,25 0 0,0 0 0,0 0 0,0 0 0,0 0 16,0 0-16,0 0 0,0 0 0,0 0 0,0 0 15,0 0-15,0 0 0,0-24 0,0 24 0,0 0 16,0 0-16,0 0 0,25 0 0,-25 0 0,0-25 0,0 25 16,0 0-16,0 0 0,0 0 0,25-25 0,-25 25 15,0 0-15,0 0 0,0 0 0,0-25 0,25 25 0,-25 0 16,0 0-16,0-25 0,0 25 0,0 0 0,0 0 15,24-24-15,-24 24 0,0 0 0,0 0 0,0-25 16,0 25-16,0 0 0,25 0 0,-25-25 0,0 25 0,0 0 16,0 0-16,0 0 0,0 0 0,0 0 0,0 0 15,0 0-15,0 0 0,0 0 0,0 0 0,0 0 0,0 0 16,0 0-16,0 0 0,0 25 0,0-25 0,0 0 15,0 0-15,0 25 0,0-25 0,0 24 0,0-24 16,0 25-16,-25-25 31,25 25-31,0-25 0,0 25 0,0-25 0,0 25 0,0-25 0,0 24 0,0-24 0,0 25 0,0-25 0,0 25 0,0-25 0,-24 0 0,24 25 0,0-25 16,0 25-16,0-25 0,0 24 0,0-24 0,-25 25 15,25-25-15,0 25 0,0-25 0,0 25 0,0-25 16,-25 25-16,25-25 0,0 0 0,0 24 0,0-24 0,0 0 16,0 25-16,0-25 0,0 0 0</inkml:trace>
  <inkml:trace contextRef="#ctx0" brushRef="#br1" timeOffset="397809.7534">26194 13816 0,'0'0'0,"25"0"0,-25 0 0,0 0 0,0 0 0,0 0 16,0 0-16,0 0 0,0 0 0,0 0 0,0 25 15,24-25-15,-24 0 0,0 0 0,0 25 0,0-25 0,0 0 16,0 25-16,0-25 0,0 24 0,0-24 0,-24 0 15,24 25-15,0-25 0,0 0 0,0 25 0,-25-25 0,25 0 16,0 0-16,0 25 0,-25-25 0,25 0 16,0 0-16,0 0 0,0 25 0,-25-25 0,25 0 0,0 0 15,0 0-15,0 0 0,0 0 0,0 0 0,0 0 0</inkml:trace>
  <inkml:trace contextRef="#ctx0" brushRef="#br1" timeOffset="398282.7805">26591 13469 0,'0'0'0,"0"0"0,0 0 0,0-25 0,0 25 0,0 0 16,0 0-16,0 0 0,0 0 0,0 0 0,0 0 15,0 0-15,0 0 0,0 0 0,0 0 0,-25 25 0,25-25 16,0 0-16,0 25 0,0-25 0,-25 0 0,25 25 16,0-25-16,0 24 0,-25 1 0,25-25 0,0 25 0,0 0 15,-25-25-15,25 25 0,0-1 0,0 1 0,-24-25 16,24 25-16,0 0 0,0-25 0,0 25 0,0-1 15,-25-24-15,25 25 0,0 0 0,0-25 0,0 25 0,25-25 16,-25 0-16,0 25 0,0-25 0,0 0 0,0 0 16,24 0-16,-24 0 0,25 0 0,-25 0 0,25 0 15,-25 0-15,25 0 0,-25-25 0,25 25 0,-1-25 0,1 25 16,-25-25-16,25 25 0,-25-25 0,25 1 0,0 24 15,-25-25-15,0 0 0,24 0 0,-24 25 0,0-25 0,0 1 125,25-51-125,-25 50 0,0 25 0,-25 0 0,25 0 0,0 0 0,0 0 0,0 0 0,-24 0 0,24 0 0,0 0 0,0 0 0,-25 0 0,25 0 0,0 0 0,0 0 0,-25 0 0,25 0 0,0 0 0,0 0 0,0 0 0,-25 0 16,25 0-16,0 0 0,0 0 0,0 0 0</inkml:trace>
  <inkml:trace contextRef="#ctx0" brushRef="#br1" timeOffset="398559.7963">26913 13345 0,'25'0'0,"-25"0"16,0 0-16,25 0 0,-25-25 0,0 25 0,0 0 16,24 0-16,-24 0 0,0 0 0,25 0 0,-25 0 15,0 0-15,25 0 0,-25 0 0,0 0 0,25 0 0,-25 0 16,0 25-16,0-25 0,0 0 0,25 25 0,-25-25 0,0 0 15,0 25-15,0-1 0,0-24 0,0 25 0,0 0 16,0-25-16,-25 25 0,25 0 0,0-1 0,0-24 16,-25 25-16,25 0 0,0 0 0,-25 0 0,25-1 0,-25 1 15,25-25-15,-24 25 0,24 0 0,0 0 0,-25-1 16,25 1-16,-25-25 0,25 25 0,-25 0 0,25 0 15,-25-25-15,25 24 0,-24 1 0,24-25 0,-25 25 0,25-25 16,-25 25-16,25-25 0,-25 0 0,0 25 0,25-25 16</inkml:trace>
  <inkml:trace contextRef="#ctx0" brushRef="#br1" timeOffset="399374.843">27880 13146 0,'0'0'0,"0"0"0,0 0 0,0 0 0,0 0 0,0-24 15,0 24-15,0 0 0,0 0 0,0 0 0,0 0 16,0 0-16,0 0 0,0 0 0,0 0 0,0 0 15,0 0-15,0 0 0,0 0 0,0 0 0,0 0 0,0 0 16,0 0-16,0 0 0,0 24 0,0-24 0,0 0 16,0 25-16,0-25 0,0 25 0,-24 0 0,24-25 15,0 25-15,0 0 0,-25-1 0,25 1 0,0 0 0,0 0 16,-25 0-16,25-1 0,0 1 0,0 0 0,-25 0 15,25 0-15,0-1 0,0 1 0,-25 0 0,25-25 0,0 25 16,0 0-16,0-1 0,-24-24 0,24 25 0,0 0 16,0-25-16,0 25 0,0 0 0,-25-25 0,25 24 0,0-24 15,0 25-15,0-25 0,0 25 0,0-25 0,0 0 16,0 25-16,0-25 0,0 0 0,0 25 0,0-25 15,0 0-15,0 0 0,0 0 0,0 0 0,0 0 0,0 0 16,25 0-16,-25 0 0,0 0 0,24 0 0,-24-25 16,25 25-16,-25 0 0,25 0 0,-25-25 0,25 25 0,0 0 15,-25-25-15,24 25 0,-24-25 0,25 25 0,0 0 16,-25-24-16</inkml:trace>
  <inkml:trace contextRef="#ctx0" brushRef="#br1" timeOffset="399783.8664">28054 13717 0,'0'0'16,"25"0"-16,-25-25 0,25 25 0,-25 0 0,0 0 16,25 0-16,-25-25 0,0 25 0,0 0 0,0-24 0,0 24 15,0 0-15,0-25 0,0 25 0,0 0 0,0 0 16,0-25-16,-25 25 0,25 0 0,0 0 0,0 0 15,0 0-15,0 0 0,-25 0 0,25 0 0,0 0 0,0 0 16,0 0-16,-25 0 0,25 25 0,0-25 156,-74 223-156,74-198 0,0-25 0,0 0 0,0 0 0,0 0 0,24 0 0,-24 0 0,0 0 0,0 0 0,0 0 0,25 0 16,-25 0-16,0 0 0,25 0 0,-25 0 0,0-25 0,25 25 0,-25 0 0,0-25 0,25 25 0,-25 0 0,0-25 0,25 25 0,-25-24 0,0 24 0,0 0 0,24-25 0,-24 25 0,0 0 0,0-25 0,0 25 0,0 0 0,0 0 0,0 0 0,0 0 0,0 0 0,0 0 0,0 0 0,0 0 0,0 25 15,-24-25-15,24 0 0,0 25 0,0-25 0,0 24 16,-25-24-16,25 25 0,0-25 0,0 25 0,0 0 0,-25-25 15,25 25-15,0-25 0,0 24 0,0-24 0,0 25 16,0-25-16,0 25 0,-25-25 0,25 0 0,0 0 16,0 25-16,0-25 0,0 0 0,0 0 0,25 0 0,-25 0 15,0 0-15,0 0 0,0 0 0,0 0 0,0 0 0,25 0 16,-25-25-16,0 25 0,0-25 0,25 25 0,-25-25 15,0 25-15,0-24 0</inkml:trace>
  <inkml:trace contextRef="#ctx0" brushRef="#br1" timeOffset="399964.8767">28129 13494 0,'0'0'0,"0"0"0,0 0 0,0 0 0,0 0 0,0 0 16,0 0-16,0 0 0,0 0 0,0 0 0,0-25 16,24 25-16,-24 0 0,0 0 0,25 0 0,-25 0 15,25 0-15,0 0 0,0 0 0,-25 0 0,24 0 0,1 0 47,0 0-47,0 0 0,0 25 0,-1-25 0,-24 0 0,25 0 0,0 0 0,0 25 0,-25-25 16,25 0-16,-1 24 0,-24-24 0,25 25 0,-25-25 0,25 25 0</inkml:trace>
  <inkml:trace contextRef="#ctx0" brushRef="#br1" timeOffset="400458.905">28749 13940 0,'0'0'0,"0"0"0,0 25 15,0-25-15,0 0 0,0 0 0,0 0 0,0 0 0,0 0 16,0 0-16,0 0 0,0 0 0,0 0 0,0 0 15,0 0-15,0-25 0,0 25 0,24 0 0,-24 0 0,0 0 16,0-25-16,25 25 0,-25 0 0,25-24 0,-25 24 16,0-25-16,25 25 0,-25 0 0,25-25 0,-25 25 15,0-25-15,24 25 0,-24-25 0,0 1 0,25 24 0,-25-25 16,0 25-16,25-25 0,-25 25 0,0 0 0,0-25 15,0 25-15,0 0 0,0 0 0,0-25 0,25 25 0,-25 0 16,0 0-16,0 0 0,0 0 0,0 0 0,0 0 16,0 0-16,-25 0 0,25 25 0,0-25 0,0 0 15,0 25-15,0-25 0,0 25 0,0-25 78,0 0 0,-25 223-78,25-223 0,0 25 0,0-25 0,0 0 0,0 0 0,25 0 0,-25 0 0,0 0 0,0 0 0,0 0 0,0 0 0</inkml:trace>
  <inkml:trace contextRef="#ctx0" brushRef="#br1" timeOffset="401024.9373">29369 13643 0,'0'0'0,"0"0"0,0 0 0,0 0 0,0 0 16,0 0-16,0 0 0,0 0 0,0 0 0,0 0 15,0 0-15,25 0 0,-25 0 0,0 0 0,0 0 0,0 0 16,24 0-16,-24-25 0,0 25 0,0 0 0,0 0 16,0 0-16,0 0 0,25 0 0,-25 0 0,0 0 0,0 0 15,0 0-15,0 0 0,0 0 0,0 0 0,0 0 16,0 0-16,0 0 0,0 0 0,0 25 0,0-25 15,0 0-15,0 0 0,0 0 0,0 0 0,0 0 0,0 24 16,25-24-16,-25 0 0,0 0 0,0 25 0,0-25 16,0 0-16,0 25 0,0-25 0,0 25 0,0-25 0,0 0 15,0 25-15,0-25 0,0 24 0,0-24 0,0 25 16,0-25 15,0 25 47,0 49-78,0-49 0,0-25 0,0 0 0,0 25 0,0-25 0,0 0 0,0 25 0,0-25 0,0 0 16,0 0-16,0 25 0,0-25 0,0 0 0,0 0 0,0 0 0,0 0 0,0 0 0,25 0 0,-25 0 0,0 0 0,0 0 0,0 0 0,25 0 0,-25 0 0,0-25 0,24 25 0,-24 0 0,0 0 0,25-25 0,-25 25 0,25-25 0,-25 25 0,0-25 0,25 1 0,-25 24 0,25-25 0,-25 0 0,24 25 0,1-25 0,-25 0 15,25 1-15,-25-1 0,25 25 0,-25-25 0,25 0 16,-25 25-16,24-25 0,-24 25 0,0-24 0,25 24 15,-25 0-15,0-25 0,0 25 0,0 0 0,25 0 0,-25 0 16,0 0-16,0 0 0,0 0 0,0 0 0,0 0 16,0 0-16,0 0 0,0 0 0,0 0 0,0 0 0,0 0 15,0 0-15,0 0 0,25 0 0,-25 0 0,0 0 16,0 0-16,25 0 0,-25 0 0,0 0 0,0 0 0</inkml:trace>
  <inkml:trace contextRef="#ctx0" brushRef="#br1" timeOffset="401323.9544">30063 13419 0,'0'0'16,"0"0"-16,0 0 0,0 0 0,0 0 0,0 0 0,0 0 15,0 0-15,0 0 0,0 0 0,0 0 0,0 0 16,0 0-16,0 0 0,0 0 0,0 0 0,0 0 15,0 0 48,0 0-63,-25 0 0,25 25 0,0-25 15,0 25-15,0-25 0,0 25 0,0-25 0,-24 25 0,24-1 0,0-24 0,0 25 0,-25 0 0,25 0 0,0-25 0,0 25 0,-25-1 0,25 1 0,0-25 0,-25 25 0,25 0 0,0 0 0,0-25 0,0 24 0,-25-24 0,25 25 0,0 0 0,0-25 0,0 25 0,0-25 0,0 0 0,-24 25 16,24-25-16,0 24 0,0-24 0,0 0 0,0 0 0,0 0 16,0 0-16,0 0 0,0 0 0,0 0 0,0 0 15,0 0-15,0 0 0,0 0 0,0 0 0,0 0 16,0 0-16</inkml:trace>
  <inkml:trace contextRef="#ctx0" brushRef="#br1" timeOffset="401496.9643">29815 13667 0,'0'0'0,"0"0"15,0-24-15,0 24 0,0 0 0,0 0 0,0-25 16,0 25-16,0 0 0,0 0 0,0 0 0,25 0 15,-25 0-15,0 0 0,25 0 0,-25 0 0,25 0 0,-25 0 16,24 0-16,1 0 0,-25 0 0,25 0 0,0 0 0,-25 0 16,25 0-16,-1 0 0,1 0 0,-25 0 0,25 0 15,0 0-15,-25 0 0,25 25 0,-1-25 0,-24 0 16,0 0-16,25 24 0,-25-24 0,25 0 0,-25 0 0,0 25 15,0-25-15</inkml:trace>
  <inkml:trace contextRef="#ctx0" brushRef="#br1" timeOffset="402047.9959">30138 13940 0,'0'0'0,"0"0"0,0 0 0,-25 0 0,25 0 0,0 0 0,0-25 0,0 25 0,0 0 0,0 0 0,0 0 0,0 0 0,0 0 0,0 0 16,0-24-16,0 24 0,0 0 0,0 0 16,25-25-16,-25 25 0,0 0 0,0-25 0,24 25 0,-24-25 15,0 25-15,25-25 0,-25 25 0,25-24 0,-25 24 0,25-25 16,-25 25-16,25-25 0,0 25 0,-25-25 0,24 25 15,-24-25-15,25 25 0,-25 0 0,25-24 0,-25 24 16,25 0-16,-25-25 0,0 25 0,0 0 0,25 0 0,-25 0 16,0-25-16,0 25 0,0 0 0,0 0 0,0 0 15,0 0-15,0 0 0,0 0 0,-25 0 0,25-25 16,0 25-16,0 0 0,0 0 0,0 0 0,0 0 0,0 0 15,0 0-15,0 0 0,0 0 0,0 0 0,0 0 16,0 0-16,0 25 0,0-25 0,0 0 78,0 0-78,0 0 0,25 0 0,-25 25 0,0-25 0,24 0 0,-24 0 0,0 25 0,25-25 0,-25 0 16,0 0-16,25 24 0,-25-24 0,25 0 0,-25 25 0,0-25 0,25 0 0,-25 25 0,0-25 0,0 0 0,0 25 0,24-25 0,-24 0 0,0 25 0,0-25 0,0 0 0,0 24 0,0-24 0,0 25 0,0-25 0,0 0 0,0 25 0,0-25 0,0 25 0,0-25 15,-24 25-15,24-25 0,0 24 0,0-24 0,0 0 16,-25 25-16,25-25 0,0 25 0,0-25 0,-25 0 0,25 25 15,0-25-15,0 0 0,0 25 0,0-25 0,0 0 16,0 0-16,0 0 0,25 24 0,-25-24 0,0 0 0,25 0 16,-25 0-16,24 0 0,-24 0 0,25 0 0,0 0 15,-25 0-15,25 0 0,0 0 0,-1-24 0,-24 24 16,25 0-16,-25 0 0,25 0 0,-25 0 0,25 0 0,-25 0 15,0-25-15,0 25 0,0 0 0</inkml:trace>
  <inkml:trace contextRef="#ctx0" brushRef="#br1" timeOffset="403870.1001">2133 14536 0,'0'0'16,"0"0"-16,0 0 0,0 0 0,0 0 0,0 0 0,0 0 15,0 0-15,0 0 0,0 0 0,0 0 0,0 0 0,0 0 16,0 0-16,0 0 0,0 0 0,0 0 0,0 0 16,0 0-16,0 0 0,0 0 0,0 0 0,0 24 0,0-24 15,0 0-15,0 0 0,0 0 0,0 0 0,0 0 16,0 0-16,0 0 0,0 0 0,0 0 0,0 0 0,0 0 15,0 0-15,0 0 0,25 0 0,-25 0 0,0 0 16,0 0-16,0 0 0,25 0 0,-25 0 0,25 0 0,-25 0 16,24 0-16,-24 0 0,25 0 0,-25 0 0,25 0 0,-25 0 15,25 0-15,-25 0 0,0 0 0,25 0 0,-25 0 16,24 0-16,-24 0 0,25 0 0,-25 0 0,25 0 0,-25 0 15,25 0-15,-25 0 0,0 0 0,25 0 0,-25 0 16,0 0-16,0 0 0,0 0 0,0 0 0,0 0 0,0 0 16,0 0-16</inkml:trace>
  <inkml:trace contextRef="#ctx0" brushRef="#br1" timeOffset="404172.1174">2282 14412 0,'0'0'0,"0"0"0,-25 0 16,25 0-16,0 0 0,0 0 0,0 0 0,0 0 0,0-25 16,0 25-16,-25 0 0,25 0 0,0 0 0,0 0 15,0 0-15,0 0 0,0 0 0,0 0 0,0 0 0,0 0 16,0 0-16,0 0 0,0 25 0,0-25 0,0 0 0,0 0 15,0 0-15,0 24 0,0-24 0,0 25 0,25-25 0,-25 25 16,0-25-16,0 25 0,0 0 0,0-25 0,0 24 16,0 1-16,0 0 0,0-25 0,0 25 0,0 0 0,0-25 15,0 24-15,0 1 0,0-25 0,0 25 0,0 0 16,25-25-16,-25 25 0,0-25 0,0 24 0,0-24 0,0 0 15,0 25-15,25-25 0,-25 0 0,0 0 0,0 0 0,0 0 16,0 0-16,0-25 0,0 25 0</inkml:trace>
  <inkml:trace contextRef="#ctx0" brushRef="#br1" timeOffset="404569.1401">2530 14362 0,'0'0'0,"-25"0"0,25 0 0,0-25 0,0 25 0,0 0 0,0 0 0,0 0 15,0 0-15,0 0 0,0 0 0,0 0 0,0 0 0,0 0 0,0 0 0,0 0 0,0 0 0,0 25 0,0-25 0,0 0 0,0 0 0,25 0 0,-25 0 0,0 25 16,25-25-16,-25 0 0,0 25 0,25-25 0,-25 24 0,24-24 16,-24 0-16,25 25 0,-25-25 0,25 25 0,-25-25 15,25 25-15,0-25 0,-25 0 0,25 25 0,-25-25 16,0 24-16,24-24 0,-24 0 0,25 25 0,-25-25 0,0 25 15,0-25-15,25 0 0,-25 25 0,0-25 0,0 25 16,0-25-16,-25 0 0,25 24 0,0-24 0,0 25 0,-25-25 16,25 0-16,0 25 0,-24-25 0,24 25 0,0-25 0,-25 0 15,25 25-15,-25-25 0,25 0 0,-25 24 0,25-24 16,0 0-16,-25 0 0,25 0 0,0 0 0,-25 0 0,25 0 15,0 0-15,0 0 0,0 0 0,0 0 0,0-24 16,0 24-16,0 0 0,0 0 0,25-25 0,-25 25 16,25 0-16</inkml:trace>
  <inkml:trace contextRef="#ctx0" brushRef="#br1" timeOffset="404960.1624">3324 14387 0,'0'25'0,"0"-25"0,-25 24 0,25-24 0,0 25 0,0 0 0,-25-25 0,25 25 0,0 0 0,-25-25 0,25 24 0,0 1 0,0-25 0,-24 25 0,24-25 0,0 25 0,0-25 0,0 25 0,0-25 0,0 24 0,-25-24 0,25 25 0,0-25 0,0 0 0,0 0 16,0 25-16,0-25 0,0 0 0,0 0 0,0 0 0,0 0 0,0 0 0,0 0 0,25 0 0,-25 0 0,0-25 0,0 25 0,0 0 0,0-25 0,24 25 0,-24 0 0,0-24 16,0 24-16</inkml:trace>
  <inkml:trace contextRef="#ctx0" brushRef="#br1" timeOffset="405191.1756">3349 14536 0,'0'0'0,"0"0"0,0 0 16,0 0-16,0-25 0,0 25 0,0 0 0,0 0 0,-25 0 15,25 0-15,0 0 0,0 0 0,0 0 0,25 0 16,-25 25-16,0-25 0,0 0 0,0 0 0,0 0 15,0 24-15,24-24 0,-24 0 0,0 25 0,25-25 0,-25 25 16,0-25-16,0 25 0,25-25 0,-25 25 0,0-25 16,0 24-16,25-24 0,-25 25 0,0-25 0,0 25 0,0-25 15,25 25-15,-25-25 0,0 0 0,0 25 0,0-25 16,0 0-16,0 0 0,0 24 0,0-24 0,0 0 0,0 0 15,0 0-15,0 0 0,0 0 0,0 0 0,0 0 16,0 0-16,24 0 0,-24 0 0,0 0 0,0-24 0</inkml:trace>
  <inkml:trace contextRef="#ctx0" brushRef="#br1" timeOffset="405508.1938">3820 14461 0,'0'0'0,"0"0"0,0 0 0,0 0 15,0 0-15,0 0 0,0 0 0,0 0 0,0 0 16,25 0-16,-25 0 0,0 0 0,0 0 0,0 0 16,0 0-16,25 0 0,-25 0 0,0 0 0,0 0 0,24 0 15,-24 0-15,0 0 0,25 0 0,-25 0 0,25 0 16,-25 0-16,0 0 0,25 0 0,-25 0 0,25 0 0,-25 0 15,24 0-15,-24-25 0,25 25 0,-25 0 0,0 0 16,25 0-16,-25 0 0,0 0 0,25 0 0,-25 0 0,0 0 16,0 0-16</inkml:trace>
  <inkml:trace contextRef="#ctx0" brushRef="#br1" timeOffset="405733.2066">3969 14684 0,'0'0'16,"0"0"-16,0 0 0,0 0 0,0 0 0,0 0 0,0 0 15,0 0-15,0 0 0,0 0 0,0 0 16,0 0-16,25 0 0,-25 0 0,0 0 0,0 0 0,24 0 0,-24 0 16,25 0-16,-25 0 0,25-24 0,-25 24 0,25 0 15,-25 0-15,25 0 0,-25 0 0,24 0 0,-24 0 16,25 0-16,-25 0 0,25 0 0,-25-25 0,25 25 0,-25 0 15,25 0-15,-25 0 0,24 0 0,-24 0 0,25 0 16,-25 0-16,25 0 0,0 0 0,-25 0 0</inkml:trace>
  <inkml:trace contextRef="#ctx0" brushRef="#br1" timeOffset="406212.234">4762 14362 0,'0'0'16,"0"0"-16,0-25 0,-24 25 0,24 0 0,0 0 0,0 0 16,0 0-16,0 0 0,0 0 0,0 0 0,0 0 15,0 0-15,0 0 0,0 0 0,0 0 0,0 0 0,0 0 16,0 0-16,0 0 0,0 0 0,0 0 0,0 25 15,0-25-15,0 0 0,0 0 0,0 25 0,0-25 16,0 0-16,0 25 0,0-25 0,0 0 0,0 24 0,0-24 16,0 25-16,0-25 0,0 0 0,0 25 0,0-25 15,0 25-15,0-25 0,0 0 0,0 25 0,24-25 16,-24 0-16,0 24 0,0-24 0,0 25 0,0-25 0,0 0 15,25 25-15,-25-25 0,0 25 0,0-25 0,25 0 16,-25 25-16,0-25 0,25 0 0,-25 0 0,25 24 0,-25-24 16,25 0-16,-25 0 0,24 0 0,-24 25 0,0-25 15,25 0-15,-25 0 0,0 0 0,25 0 0,-25 25 0,0-25 16,0 0-16,0 0 0,0 0 0,0 25 0,25-25 15,-25 0-15,0 0 0,0 25 0,0-25 0,0 0 16,0 0-16,-25 0 0,25 24 0,0-24 0,0 0 0,0 0 16,0 0-16,-25 25 0,25-25 0,0 0 0,0 0 15,-25 0-15,25 0 0,0 0 0,0 0 0,-24 0 0,24 0 16,0 0-16,-25 0 0,25 0 0,0 0 0,-25 0 15,25 0-15,0 0 0,-25-25 0,25 25 0,0-24 16,0 24-16,-25-25 0,25 25 0,0-25 0,0 25 0,0-25 16,0 0-16,0 1 0</inkml:trace>
  <inkml:trace contextRef="#ctx0" brushRef="#br1" timeOffset="406385.2439">4812 14412 0,'0'0'0,"0"0"0,0 0 0,0 0 0,0 0 0,0 0 15,0 0-15,0 0 0,0 0 0,0 0 0,0 0 16,0 0-16,25 0 0,-25 0 0,0 0 0,25 0 15,-25 0-15,25 0 0,-25 0 0,24-25 0,1 25 16,-25 0-16,25 0 0,0 0 0,-25 0 0,25 0 0,-1 0 16,-24 0-16,25-25 0,0 25 0,-25 0 0,25 0 15,0 0-15,-25 0 0,24 0 0</inkml:trace>
  <inkml:trace contextRef="#ctx0" brushRef="#br1" timeOffset="406827.2692">6077 14684 0,'0'0'0,"0"0"15,0 0-15,0 0 0,0 0 0,0 0 0,0 0 16,0 0-16,0 0 0,0 0 0,0 0 0,0 0 0,0 0 15,0 0-15,25 0 0,-25 0 0,0 25 0,25-25 16,-25 0-16,25 0 0,-25 0 0,24 0 0,-24 0 0,25 0 16,-25 0-16,25 0 0,0 0 0,-25 0 0,25 0 15,-1-25-15,-24 25 0,25 0 0,0 0 0,0 0 16,0 25-16,-25-25 0,24 0 0,1 0 0,0 0 0,-25 0 15,25 0-15,0 0 0,-25 0 0,24 0 0,-24 0 16,25 0-16,-25 0 0,25 0 0,-25 25 0</inkml:trace>
  <inkml:trace contextRef="#ctx0" brushRef="#br1" timeOffset="407123.2861">6201 14759 0,'0'0'0,"0"0"0,0 0 0,0 0 0,0 0 0,0 0 0,0 0 0,0 0 0,0 0 0,0 0 0,0 0 0,0 0 0,25 0 0,-25 0 0,0 0 0,25 0 0,-25 0 15,25 0-15,-25 0 0,24 0 0,-24 0 0,25 0 0,0 0 0,0 0 0,0 0 0,-1 0 0,-24 0 0,25 0 0,0 0 0,0 0 0,-25 0 0,25 0 0,-1 0 0,-24 0 0,25 0 0,0 0 0,-25 0 0,25 0 0,-25 0 0,25 0 16,-25-25-16,0 25 0,24 0 0,-24 0 0,0 0 0,0 0 15,0 0-15,0 0 0,0 0 0</inkml:trace>
  <inkml:trace contextRef="#ctx0" brushRef="#br1" timeOffset="407385.3011">6474 14461 0,'0'0'0,"0"0"0,0 0 15,0 0-15,0 0 0,0 0 0,0 0 16,0 0-16,0 0 0,0 0 0,0 0 0,25 0 0,-25 0 0,25 0 15,-25 0-15,24 25 0,-24-25 0,25 0 0,-25 0 16,25 0-16,0 0 0,-25 25 0,25-25 0,-25 0 16,24 0-16,1 25 0,-25-25 0,25 0 0,-25 24 0,25-24 15,-25 0-15,0 25 0,25-25 0,-25 0 0,0 25 16,0-25-16,0 25 0,0-25 0,0 25 0,0-25 0,0 24 15,0 1-15,-25-25 0,25 25 0,0 0 0,-25-25 16,25 25-16,-25-1 0,25-24 0,-25 25 0,25 0 0,-24-25 16,-1 25-16,0 0 0,25-25 0</inkml:trace>
  <inkml:trace contextRef="#ctx0" brushRef="#br1" timeOffset="408205.348">7962 14387 0,'0'-50'0,"-25"50"0,25 0 0,0 25 0,0-25 0,0 0 0,0 0 0,0 0 0,-24 0 0,24 25 0,0-25 0,0 0 0,-25 25 0,25-25 0,0 0 0,0 24 0,0-24 0,-25 25 0,25-25 0,0 25 0,0 0 16,0-25-16,0 25 0,0-1 0,-25-24 0,25 25 0,0 0 0,0 0 0,0 0 0,0-25 0,0 24 0,0 1 0,-25 0 0,25 0 0,0 0 0,0-1 0,0 1 0,0 0 0,0 0 0,0 0 0,0-1 0,0 1 15,0 0-15,0 0 0,0 0 0,0-1 0,25 26 16,-25-25-16,0 0 0,0-1 0,25 1 0,-25 0 0,0 0 15,25 0-15,-25-1 0,25 1 0,-25-25 0,24 25 16,-24 0-16,25 0 0,-25 0 0,25-1 0,-25-24 0,25 25 16,0 0-16,-25-25 0,25 25 0,-25-25 0,24 25 15,-24-25-15,25 24 0,-25-24 0,25 25 0,-25-25 16,0 0-16,25 25 0,-25-25 0,0 0 0,0 0 0,0 0 15,0 25-15</inkml:trace>
  <inkml:trace contextRef="#ctx0" brushRef="#br1" timeOffset="409470.4204">8409 14560 0,'0'0'0,"0"0"0,0 0 16,0 0-16,0 0 0,-25 0 0,25 0 0,0 0 0,0 0 16,0 0-16,0-24 0,0 24 0,0 0 0,0 0 15,0 0-15,0 0 0,0 0 0,0 0 0,0 0 16,0 0-16,0 0 0,0 0 0,0 0 0,0-25 0,0 25 15,0 0-15,0 0 0,0 0 0,0 0 0,25 0 16,-25 0-16,0 0 0,0 0 0,0 0 0,25 0 0,-25 0 16,0 0-16,24 0 0,-24 0 0,25 0 0,-25 0 15,25 0-15,-25 0 0,25 0 0,-25 0 0,25 0 16,-25 0-16,24 0 0,1 0 0,-25 0 0,25 0 0,-25 0 15,25 0-15,0 0 0,-25 0 0,24 0 0,-24 0 16,25-25-16,-25 25 0</inkml:trace>
  <inkml:trace contextRef="#ctx0" brushRef="#br1" timeOffset="409972.4491">8855 14436 0,'0'0'0,"0"0"0,0-24 0,0 24 47,0 0-47,0 0 0,0 0 0,0 0 0,0 0 0,0 0 0,0 0 0,0 0 0,0 0 0,0 0 0,0 0 0,0 0 0,0 0 0,0 0 0,0 0 0,0 0 0,0 0 0,0 0 16,0-25-16,0 25 0,0 0 0,25 0 0,-25 0 15,0 0-15,0 0 0,0 0 0,25 0 0,-25 0 16,0-25-16,0 25 0,0 0 0,0 0 0,0 0 0,25 25 15,-25-25-15,0 0 0,0 0 0,0 0 0,0 0 16,0 0-16,0 25 0,0-25 0,0 0 0,0 24 0,0-24 16,0 0-16,0 25 0,0-25 0,0 25 0,0-25 15,0 0-15,0 25 0,0-25 0,0 25 0,0-25 0,0 24 16,-25-24-16,25 25 0,0-25 0,0 25 0,0-25 15,-25 0-15,25 25 0,0-25 0,0 25 0,-25-25 16,25 24-16,0-24 0,0 0 0,0 25 0,0-25 0,0 0 16,0 0-16,0 0 0,0 25 0,0-25 0,0 0 15,0 0-15,0 0 0,25 0 0,-25 0 0,0 0 0,0 0 16,25 0-16,-25 0 0,25 0 0,-25 0 0,24 0 15,-24 0-15,25 0 0,-25 0 0,25 0 0,0 0 16,-25-25-16,25 25 0,0 0 0,-25 0 0,24 25 16,-24-25-16,25 0 0,-25 0 0,25 0 0,-25 0 0,25 0 15,-25 0-15,25 0 0,-25 0 0</inkml:trace>
  <inkml:trace contextRef="#ctx0" brushRef="#br1" timeOffset="410554.4824">9971 14536 0,'0'0'0,"0"0"0,0 0 0,25 0 0,-25 0 0,0 0 0,0 0 0,25 0 0,-25 0 15,0 0-15,25 0 0,-25 0 0,25 0 0,-25 0 0,25 0 0,-25 0 0,24 0 0,-24 0 0,25 0 0,0 0 0,-25 0 0,25 0 0,-25 0 0,25 0 0,-25 0 0,24 0 0,-24 0 0,25 0 0,-25 0 0,25 0 0,0 0 0,-25 0 0,25-25 0,-25 25 0,24 0 0</inkml:trace>
  <inkml:trace contextRef="#ctx0" brushRef="#br1" timeOffset="411042.5103">10567 14412 0,'0'0'0,"0"0"15,0-25-15,0 25 0,0 0 0,0 0 0,0 0 16,0 0-16,0 0 0,0-25 0,0 25 0,0 0 0,0 0 16,0 0-16,0 0 0,0 0 0,0 0 0,0 0 15,0 0-15,0 0 0,25 0 0,-25 0 0,0 0 16,0 0-16,0 0 0,0 0 0,0 0 0,0 0 0,0 0 15,24 0-15,-24 0 0,0 0 0,0 0 0,0 0 16,0 0-16,0 0 0,25 0 0,-25 0 0,0 0 0,0 0 16,25 25-16,-25-25 0,0 0 0,25 0 0,-25 25 15,0-25-15,25 0 0,-25 0 0,0 24 0,0-24 16,24 0-16,-24 0 0,0 25 0,0-25 0,0 0 0,0 25 15,0-25-15,0 0 0,0 25 0,0-25 0,0 0 16,-24 25-16,24-25 0,0 0 0,0 24 0,-25-24 0,25 25 16,0-25-16,-25 0 0,25 25 0,0-25 0,-25 0 15,25 0-15,0 25 0,0-25 0,0 0 0,-25 0 0,25 0 16,0 25-16,0-25 0,0 0 0,0 0 0,0 0 15,0 0-15,0 0 0,0 0 0,0 0 0,0 0 16,0 0-16,25 0 0,-25 0 0,0 0 0,0 0 0,0 24 16,25-24-16,-25 0 0,0 0 0,25 0 0,-25 0 15,0 0-15,25 0 0,-25 0 0,0 0 0,24 0 16,-24 0-16,25 0 0,0 0 0,-25 0 0,25 0 0,-25 0 15,25 0-15,-25 0 0,24 0 0,-24 0 0,25 0 16,0 0-16,-25 0 0,0 0 0,25-24 0,-25 24 0,25 0 16</inkml:trace>
  <inkml:trace contextRef="#ctx0" brushRef="#br1" timeOffset="411787.5529">11757 14412 0,'0'0'0,"0"0"0,0-25 0,0 25 16,0 0-16,0 0 0,0 0 0,0 0 0,0 0 15,0 0-15,0 0 0,-24 0 0,24 0 0,0 0 16,0 0-16,0-25 0,0 25 0,0 0 0,-25 0 0,25 0 15,0 0-15,0 0 0,0 0 0,0 0 0,-25 0 16,25 0-16,0 0 0,0 0 0,0 0 0,0 0 16,0 0-16,0 0 78,0 0-78,0 0 0,-25 0 0,25 0 0,0 0 0,0 0 0,0 0 0,0 0 0,0 25 0,0-25 0,0 0 0,0 25 0,-25-25 0,25 24 0,0-24 0,0 25 0,0-25 0,0 25 15,25 0-15,-25-25 0,0 25 0,0-1 0,25-24 0,-25 25 0,0 0 0,25-25 0,-25 25 0,25-25 0,-25 25 0,24-25 0,-24 24 0,25-24 0,-25 0 0,25 25 0,-25-25 0,25 0 16,0 0-16,-25 0 0,24 0 0,-24 25 0,25-25 0,-25-25 15,25 25-15,-25 0 0,0 0 0,25 0 0,-25 0 16,25-25-16,-25 25 0,0 0 0,24-24 0,-24 24 16,0-25-16,0 25 0,25 0 0,-25-25 0,0 25 0,0-25 15,0 0-15,0 25 0,0-24 0,-25 24 0,25-25 16,0 25-16,0-25 0,-24 25 0,24-25 0,0 0 0,-25 25 15,25-24-15,0 24 0,-25-25 0,25 25 0,-25 0 16,25-25-16,0 25 0,-25-25 0,25 25 0,0 0 0,-24 0 16,24-25-16,-25 25 0,25 0 0,0 0 15,-25 0-15,25 0 0,-25 0 0,25 0 0,0 0 0,-25 0 16,25 0-16,0 0 0,-24 0 0,24 0 0,-25 25 0</inkml:trace>
  <inkml:trace contextRef="#ctx0" brushRef="#br1" timeOffset="412983.6213">8508 15205 0,'0'0'0,"0"0"15,0 25-15,0-25 0,0 0 0,0 0 0,0 0 0,0 0 16,0 0-16,0 0 0,0 0 0,-25 0 0,25 0 0,0 0 16,0 0-16,0 0 0,0 0 0,0 0 0,0 0 15,0 0-15,0 0 0,0 0 0,25 0 0,-25 0 16,0 0-16,0 0 0,0 0 0,0 0 0,0 0 0,0 0 15,0 0-15,0 0 0,0 0 0,0 0 0,0 0 16,0 0-16,0 0 0,0 0 0,0 0 0,0 0 0,0 0 16,25 0-16,-25-25 0,25 25 0,-25 0 0,0 0 15,24 0-15,-24 0 0,25 0 0,-25 0 0,25 0 0,-25 0 16,25 0-16,0 0 0,-25 0 0,24 0 0,-24 0 15,25 0-15,0 0 0,-25 0 0,25 0 0,-25 0 16,25 0-16,-25 0 0,0 0 0</inkml:trace>
  <inkml:trace contextRef="#ctx0" brushRef="#br1" timeOffset="413503.6511">9029 15032 0,'0'0'0,"0"0"0,0 0 0,0-25 16,0 25-16,0 0 0,-25 0 0,25 0 0,0 0 0,0 0 15,0 0-15,0 0 0,0 0 0,0 0 0,0 0 16,0 0-16,0-25 0,0 25 0,0 0 0,0 0 0,0 0 16,0 0-16,0 0 0,0 0 0,25 0 0,-25 0 15,0 0-15,0 0 0,0 0 0,25 0 0,-25 0 0,0 0 16,0 0-16,25 0 0,-25 0 0,0 25 15,24-25-15,-24 0 0,0 0 0,0 0 0,0 25 0,25-25 16,-25 0-16,0 0 0,0 24 0,0-24 0,0 0 0,0 0 16,0 25-16,0-25 0,0 0 0,0 25 0,0-25 15,0 0-15,0 25 0,0-25 0,0 0 0,0 25 0,0-25 16,0 0-16,0 24 0,0-24 0,-25 0 0,25 25 15,0-25-15,0 0 0,0 25 0,-24-25 0,24 0 16,0 25-16,0-25 0,0 0 0,0 0 0,0 0 0,0 25 16,0-25-16,-25 0 0,25 0 0,0 0 0,0 0 15,0 0-15,0 0 0,0 0 0,0 0 0,0 0 0,0 0 16,25 0-16,-25 24 0,0-24 0,24 0 0,-24 0 15,0 0-15,25 0 0,-25 0 0,25 0 0,-25 0 16,25-24-16,-25 24 0,25 0 0,-25 0 0,24 0 0,-24 0 16,25 0-16,0 0 0,-25 0 0,25 0 0,-25 0 15,25 0-15,-25 0 0,24 0 0,-24 0 0,25 0 0,-25 0 16,25 24-16,-25-24 0,0 0 0,25 0 0</inkml:trace>
  <inkml:trace contextRef="#ctx0" brushRef="#br1" timeOffset="414527.7097">10220 15131 0,'0'0'0,"0"0"0,0 0 0,0 0 0,0 0 0,0 0 16,0 0-16,0 0 0,0 0 0,0 0 0,0 0 15,0 0-15,24 0 0,-24 0 0,0 0 0,0 0 16,0 0-16,0 0 0,0 0 0,0 0 0,0 0 0,0 0 15,25-25-15,-25 25 0,0 0 0,0 0 0,25 0 16,-25 0-16,0 0 0,25 0 0,-25 0 0,25 0 0,-25 0 16,24 0-16,-24 0 0,25 0 0,-25 0 0,25 0 15,-25 0-15,25 0 0,-25 0 0,25 0 0,-1 0 16,-24 0-16,25 0 0,-25 0 0,0 0 0,25 0 0,-25 0 15,0 25-15,0-25 0</inkml:trace>
  <inkml:trace contextRef="#ctx0" brushRef="#br1" timeOffset="416154.8027">10988 15156 0,'0'0'15,"0"0"-15,0 0 0,0 0 0,0 0 0,0 0 16,0 0-16,0 0 0,-24 0 0,24-25 0,0 25 0,0 0 16,0 0-16,0 0 0,0 0 0,0 0 0,0 0 15,0 0-15,0 0 0,0 0 0,0 0 0,0 0 0,0 0 16,-25 0-16,25 0 0,0-25 0,0 25 0,0 0 15,0 0-15,0 0 0,0 0 0,0 0 0,-25-25 0,25 25 16,0 0-16,0 0 0,0 0 0,0 0 0,-25 0 16,25 0-16,0 0 0,0 0 0,0 0 0,0 0 15,0 0-15,0-25 0,0 25 0,0 0 0,0 0 0,0 0 16,0 0-16,0 0 0,0 0 0,0 0 0,0 0 15,0 0-15,0 0 0,0 0 0,0 0 0,0-24 0,0 24 16,0 0-16,0 0 0,0 0 0,0 0 0,25 0 47,-25 0-47,0-25 0,0 25 0,0 0 0,0 0 0,25 0 0,-25 0 0,0 0 0,0 0 0,0-25 0,0 25 0,0 0 0,0 0 0,25 0 15,-25 0-15,0 0 0,0 0 0,0 0 0,0 0 0,0 0 0,24 0 0,-24 0 16,0 0-16,0 25 0,0-25 0,0 0 0,0 0 16,25 0-16,-25 25 0,0-25 0,0 0 0,0 24 15,-25-24-15,25 25 0,0-25 0,0 0 0,0 25 0,0-25 16,-24 25-16,24-25 0,0 0 0,0 25 0,0-25 15,0 24-15,-25-24 0,25 0 0,0 25 0,0-25 0,0 0 16,0 25-16,0-25 0,0 0 0,0 0 0,-25 25 16,25-25-16,0 0 0,0 0 0,0 0 0,0 0 0,0 25 15,0-25-15,0 0 0,0 0 0,0 0 0,0 0 16,0 0-16,0 0 0,0 24 0,0-24 0,0 0 15,0 0-15,0 0 0,25 0 0,-25 0 0,0 0 0,0 0 16,0 0-16,25 0 0,-25 0 0,0 0 0,24 0 16,-24 0-16,0 0 0,25 0 0,-25 0 0,25 0 0,-25 0 15,25 0-15,-25-24 0,25 24 0,-25 0 0,24 0 16,1 0-16,-25 0 0,25 0 0,-25 0 0,25 0 15,-25 0-15,25 0 0,-25 0 0,0 0 0,25 0 0,-25 0 16,24 0-16,-24 0 0,0 0 0,25 0 0</inkml:trace>
  <inkml:trace contextRef="#ctx0" brushRef="#br1" timeOffset="416951.8483">11906 15106 0,'0'0'0,"0"0"0,-25 0 0,25 0 0,0 0 0,0 0 16,0 0-16,0-25 0,0 25 0,-24 0 0,24 0 15,0 0-15,0 0 0,0 0 0,0 0 0,0 0 0,0 0 16,0-25-16,-25 25 0,25 0 0,0 0 0,0 0 16,0 0-16,0 0 0,0 0 0,0 0 0,-25 0 15,25 0-15,0 0 0,0 0 0,0 0 0,0 0 16,-25 0-16,25 25 0,0-25 0,0 0 0,0 0 0,-25 0 15,25 25-15,0-25 0,0 0 0,0 0 0,0 25 0,0-25 16,0 0-16,0 25 0,0-25 0,0 24 0,0-24 16,0 25-16,0-25 0,0 0 0,0 25 0,0-25 15,25 25-15,-25-25 0,0 25 0,25-25 0,-25 24 16,0-24-16,25 25 0,-25-25 0,25 0 0,-25 25 0,24-25 15,-24 0-15,25 25 0,-25-25 0,0 0 0,25 0 0,-25 0 16,25 0-16,-25 0 0,25 0 0,-25 0 0,24 0 16,-24 0-16,0 0 0,25 0 0,-25 0 0,25 0 0,-25-25 15,0 25-15,25 0 0,-25-25 0,25 25 0,-25 0 16,0-25-16,24 25 0,-24 0 0,0-24 0,25 24 15,-25-25-15,0 25 0,0-25 0,25 25 0,-25 0 0,0-25 16,0 25-16,0-25 0,0 25 0,0 0 0,0-24 16,-25 24-16,25-25 0,0 25 0,-25-25 0,25 25 15,0-25-15,0 25 0,-24 0 0,24-25 0,0 25 0,-25-24 16,25 24-16,0 0 0,-25-25 0,25 25 0,0 0 15,-25 0-15,25 0 0,0 0 0,0 0 0,-25-25 0,25 25 16,0 25-16,-24-25 0,24 0 0,0 0 0,-25 0 16,25 0-16,0 25 0,0-25 0,-25 0 0,25 24 0</inkml:trace>
  <inkml:trace contextRef="#ctx0" brushRef="#br1" timeOffset="417844.8994">9227 15751 0,'0'0'0,"0"0"16,0 0-16,-24 0 0,24 0 0,0 0 0,0 0 15,-25 0-15,25-25 0,0 25 0,0 0 0,-25 0 0,25 0 16,0 0-16,0 0 0,0 0 0,-25 0 0,25 0 16,0 0-16,0 0 0,0 0 0,-25 0 0,25 0 0,0 25 15,0-25-15,0 0 0,0 0 0,0 0 0,0 0 16,0 0-16,0 0 0,0 0 0,0 25 0,0-25 15,0 0-15,0 25 0,0-25 0,0 24 0,0-24 0,0 0 16,0 25-16,0-25 0,0 25 0,25-25 0,-25 25 16,0-25-16,25 25 0,-25-25 0,25 24 0,-25-24 0,0 0 15,25 25-15,-25-25 0,24 0 0,-24 0 0,0 25 16,25-25-16,-25 0 0,0 0 0,25 0 0,-25 0 0,25 0 15,-25 0-15,0 0 0,25-25 0,-25 25 0,24 0 0,-24 0 16,0-25-16,0 25 0,25 0 0,-25-24 47,0 24-47,25-25 0,-25 25 0,0-25 0,0 25 0,0-25 0,0 25 15,0-25-15,0 1 0,0 24 0,0-25 0,-25 0 0,25 25 0,0-25 0,0 25 0,-25-25 0,25 25 0,0-24 0,-24 24 0,24-25 0,0 25 0,0 0 0,0 0 16,-25-25-16,25 25 0,0 0 0,0 0 0,0 0 16,0 0-16,0 0 0,0 0 0,0 0 0,0 0 15,0 0-15,0 0 0,-25 25 0,25-25 0,25 0 0,-25 0 16,0 0-16,0 25 0,0-25 0,0 0 0,0 24 15,25-24-15</inkml:trace>
  <inkml:trace contextRef="#ctx0" brushRef="#br1" timeOffset="418463.9348">11013 15751 0,'0'0'0,"0"-25"0,0 25 0,0 0 0,0 0 15,0 0-15,0 0 0,0 0 0,-25 0 0,25 0 0,0-25 16,0 25-16,0 0 0,0 0 0,-24 0 0,24 0 16,0 0-16,0 0 0,-25 0 0,25 0 0,0 0 0,-25 0 15,25 0-15,0 0 0,0 0 0,0 0 0,-25 25 16,25-25-16,0 0 0,0 0 0,-25 0 0,25 25 15,0-25-15,0 0 0,0 25 0,-24-25 0,24 0 0,0 25 16,0-25-16,0 24 0,0-24 0,0 25 0,0-25 16,0 0-16,24 25 0,-24-25 0,0 25 0,0-25 0,0 25 15,25-25-15,-25 24 0,0-24 0,25 25 0,-25-25 16,25 0-16,-25 25 0,0-25 0,25 0 0,-25 0 0,24 0 15,-24 25-15,25-25 0,-25 0 0,25 0 0,-25 0 16,0 0-16,25 0 0,-25-25 0,25 25 0,-25 0 16,24 0-16,-24-25 0,0 25 0,25 0 0,-25-25 0,0 25 15,0-24-15,0 24 0,0-25 0,0 0 0,0 25 0,0-25 16,0 25-16,0-25 0,0 1 0,0 24 0,-25-25 15,25 0-15,0 25 0,-24-25 0,24 25 0,0-25 0,-25 25 16,25 0-16,0-24 0,-25 24 0,25 0 0,0 0 16,0 0-16,-25 0 0,25 0 0,0 0 0,0 0 0,0 0 15,0 0-15,-25 24 0,25-24 0,0 0 0,0 0 16,0 0-16,0 0 0,0 25 0,0-25 0</inkml:trace>
  <inkml:trace contextRef="#ctx0" brushRef="#br1" timeOffset="419107.9716">11906 15850 0,'0'0'0,"0"0"0,0 0 0,25-25 0,-25 25 0,0 0 15,0 0-15,0 0 0,0 0 0,0 0 0,0 0 16,0 0-16,0 0 0,0 0 0,0 0 0,0-24 16,0 24-16,0 0 0,0 0 0,0 0 0,0 0 0,-25 0 15,25 0-15,0 0 0,0 0 0,0-25 0,-25 25 16,25 0-16,0 0 0,0 0 156,-49 149-156,49-149 0,25 24 0,-25 1 0,0-25 0,24 25 0,-24-25 0,0 25 0,25-25 0,-25 25 0,25-25 0,-25 0 0,25 24 0,-25-24 0,25 0 0,-25 25 0,24-25 0,-24 0 0,0 0 0,25 0 15,-25 0-15,25-25 0,-25 25 0,25 0 0,-25-24 0,0 24 0,25-25 0,-25 25 0,24-25 0,-24 0 0,0 25 0,0-25 0,25 1 0,-25 24 0,0-25 0,0 0 0,0 25 0,0-25 0,-25 0 0,25 25 0,0-24 0,0 24 16,0-25-16,-24 25 0,24 0 0,0-25 0,-25 25 16,25 0-16,0-25 0,-25 25 0,25 0 0,0 0 15,-25 0-15,25 0 0,0 0 0,-25 0 0,25 0 0,0 0 16,-24 0-16,24 0 0,0 0 0,-25 0 0,25 25 15,0-25-15,0 0 0,0 0 0,0 0 0,-25 0 0,25 0 16</inkml:trace>
  <inkml:trace contextRef="#ctx0" brushRef="#br1" timeOffset="420002.0228">12551 14511 0,'25'25'0,"-25"-25"0,0 0 0,0 0 0,25 0 0,-25 24 0,0-24 0,0 0 0,25 25 0,-25-25 0,0 25 0,24-25 0,-24 25 0,25-25 0,-25 25 0,25-1 0,-25-24 0,25 25 0,-25 0 0,25-25 0,-25 25 0,24 0 0,-24-1 0,25-24 0,-25 25 0,25 0 0,0 0 0,-25 0 0,25-1 0,-25 1 0,24-25 0,-24 25 0,25 0 0,-25 0 0,25-1 15,-25 1-15,25 0 0,-25 0 0,0 0 0,25-1 0,-25 1 0,0 0 0,0 0 0,24 0 16,-24 24-16,0-24 0,0 0 0,0 0 0,0 0 16,0-1-16,25 1 0,-25 0 0,0-25 0,0 25 0,0 0 15,0-1-15,-25 1 0,25 0 0,0-25 0,0 25 16,0 0-16,-24-1 0,24-24 0,0 25 0,0 0 15,0-25-15,-25 25 0,25-25 0,0 25 0,0-25 0,0 24 16,0-24-16,-25 25 0,25-25 0,0 0 0,0 25 0,0-25 16,0 0-16,0 0 0,0 0 0,0 0 0,0 0 15,0 0-15,0 0 0</inkml:trace>
  <inkml:trace contextRef="#ctx0" brushRef="#br1" timeOffset="420700.0627">13345 14511 0,'0'0'0,"-25"0"0,25 0 0,0 0 16,0 0-16,0 0 0,0 0 0,0 0 0,0-25 0,0 25 15,-25 0-15,25 0 0,0 0 0,0 0 0,0 0 16,0 25-16,0-25 0,0 0 0,0 0 0,0 0 0,0 0 16,-24 25-16,24-25 0,0 24 0,0-24 0,0 25 15,0-25-15,0 25 0,0 0 0,-25-25 0,25 25 0,0-1 16,0 1-16,0-25 0,0 25 0,0 0 0,0 0 15,0-1-15,-25 1 0,25 0 0,0 0 0,0 0 16,0-1-16,0 1 0,0 25 0,0-25 0,0-1 0,0 1 16,25 0-16,-25 25 0,0-26 0,0 1 0,25 0 15,-25 0-15,0 0 0,24-1 0,-24 1 0,25 0 0,0 0 16,-25 0-16,25 0 0,0-25 0,-1 24 0,-24 1 15,25 0-15,0-25 0,0 25 0,0 0 0,-1-25 16,1 24-16,0-24 0,0 25 0,0-25 0,-25 25 0,24-25 16,1 0-16,0 25 0,-25-25 0,25 25 0,-25-25 15,25 0-15</inkml:trace>
  <inkml:trace contextRef="#ctx0" brushRef="#br1" timeOffset="421959.1347">14163 14387 0,'0'0'0,"0"0"0,0 0 16,0 0-16,0-25 0,0 25 0,0 0 0,0 0 15,0 0-15,0 0 0,0 0 0,-24 0 0,24 0 16,0 0-16,0 0 0,0 0 0,0 0 0,0 0 0,0 0 15,0 0-15,0 0 0,0 0 0,0 0 0,24 0 16,-24 0-16,0 0 0,0 0 0,0 0 0,0 0 0,0 0 16,0 0-16,0 0 0,25 25 0,-25-25 0,0 0 0,0 0 15,0 25-15,25-25 78,-25 0-78,0 24 0,0-24 0,25 0 0,-25 25 0,0-25 0,0 25 0,0 0 0,25-25 0,-25 25 0,0-25 0,0 24 0,0-24 0,0 25 0,0-25 0,0 25 0,0 0 0,0-25 0,-25 0 0,25 25 16,0-25-16,0 24 0,0-24 0,0 0 0,0 0 0,0 25 0,0-25 0,0 0 0,0 0 0,0 0 0,0 0 0,0 0 0,0 0 0,0 0 0,0 0 15,0 0-15,0 0 0,0 0 0,0-25 0,0 25 16,25 0-16,-25-24 0,0 24 0,0 0 0,0-25 0,24 25 16,-24-25-16,0 0 0,25 25 0,-25-25 0,0 1 0,25 24 15,-25-25-15,0 0 0,25 25 0,-25-25 0,0 25 16,25-25-16,-25 25 0,0-24 0,0 24 0,0 0 15,25 0-15,-25-25 0,0 25 0,0 0 0,0 0 16,0 0-16,0 0 0,0 0 0,0 0 0,0 0 0,0 0 16,0 0-16,0 0 0,-25 0 0,25 0 0,0 0 0,0 0 15,0 0-15,0 0 0,-25 25 0,25-25 0,0 0 16,0 0-16,0 24 0,0-24 0,0 25 0,0-25 15,0 0-15,-25 25 0,25-25 0,0 25 0,0-25 0,0 25 16,25-25-16,-25 24 0,0-24 0,0 25 0,0-25 16,0 0-16,0 25 0,25-25 0,-25 0 0,0 0 0,25 25 15,-25-25-15,24 0 0,-24 0 0,0 0 0,25 0 16,-25 0-16,0 0 0,0 0 0,25 0 0,-25 0 15,0-25-15,25 25 0,-25 0 0,0 0 0,25 0 0,-25-25 16,0 25-16,0 0 0,24 0 0,-24 0 0,0-25 16,0 25-16,0 0 0,0-24 0,0 24 0,0 0 0,0-25 15,-24 25-15,24 0 0,0 0 0,0-25 0,0 25 16,0 0-16,0 0 0,0-25 0,0 25 0,0 0 0,0 0 15,0 0-15,0 0 0,0 0 0,0 0 0,0 0 16,-25 0-16,25 0 0,0 0 0,0 0 0,0 25 16,0-25-16,0 0 0,0 25 0,0-25 0,0 0 0,0 25 15,0-25-15,0 24 0,0-24 0,0 25 0,0-25 16,0 25-16,0-25 0,0 25 0,0-25 0,0 25 0,0-25 15,0 24-15,0 1 0,0-25 0,0 25 0,0-25 16,0 25-16,0 0 0,25-25 0,-25 24 0,0-24 0,0 25 16,0-25-16,0 0 0,0 25 0,0-25 0,24 0 15,-24 0-15,0 0 0,25 0 0,-25 0 0</inkml:trace>
  <inkml:trace contextRef="#ctx0" brushRef="#br1" timeOffset="422720.1782">14362 14982 0,'0'0'0,"0"0"0,0 0 0,0 0 0,0-25 0,0 25 15,0 0-15,0 0 0,0 0 0,0 0 0,0 0 16,0 0-16,0 0 0,0 0 0,25-25 0,-25 25 0,0 0 16,0 0-16,25 0 0,-25 0 0,0 0 0,0 0 15,24 0-15,-24 0 0,0 0 0,25 25 0,-25-25 0,0 0 16,0 0-16,25 25 0,-25-25 0,0 0 0,0 25 15,0-25-15,0 0 0,0 25 0,0-25 0,25 24 16,-25-24-16,0 0 0,0 25 0,0-25 0,0 25 0,0-25 16,0 25-16,-25-25 0,25 0 0,0 25 0,0-25 15,0 0-15,0 24 0,-25-24 0,25 0 0,0 0 16,0 25-16,0-25 0,0 0 0,0 0 0,-25 0 0,25 0 15,0 25-15,0-25 0,0 0 0,0 0 0,0 0 16,0 0-16,0 0 0,0 0 0,0-25 0,0 25 0,25 0 16,-25 0-16,0 0 0,0-25 0,0 25 0,25 0 15,-25-24-15,0 24 0,0 0 0,25-25 0,-25 25 0,25-25 16,-25 25-16,0-25 0,0 25 0,24-25 0,-24 25 15,0 0-15,25-24 0,-25 24 0,0 0 0,0-25 16,25 25-16,-25 0 0,0 0 0,0-25 0,0 25 0,0 0 16,0 0-16,0 0 0,0 0 0,0 0 0,0 0 0,0 0 15,0 0-15,-25 0 0,25-25 0,0 25 16,0 0-16,0 25 0,0-25 0,0 0 0,0 0 0,-25 0 15,25 0-15,0 0 0,0 25 0,0-25 0,-24 0 16,24 25-16,0-25 0,0 24 0,0-24 0,0 25 0,0-25 16,0 25-16,0-25 0,0 25 0,0-25 0,0 0 15,24 25-15,-24-25 0,0 24 0,0-24 0,25 0 0,-25 25 16,25-25-16,-25 0 0,25 0 0,-25 0 0,25 25 15,-25-25-15,24 0 0,-24 0 0,25 0 0,-25 0 16,25 0-16,-25 0 0,25 0 0,-25 0 0,25 0 0,-25 0 16,0-25-16,0 25 0,24 0 0</inkml:trace>
  <inkml:trace contextRef="#ctx0" brushRef="#br1" timeOffset="423054.1973">14833 15180 0,'0'0'16,"0"0"-16,0-24 0,0 24 0,0 0 0,0 0 0,0 0 15,0 0-15,25-25 0,-25 25 0,0 0 0,0 0 16,0 0-16,25 0 0,-25 0 0,0 0 0,0 0 15,0-25-15,25 25 0,-25 0 0,0 0 0,0 0 16,0 0-16,0 0 0,0 0 0,0 0 0,0 0 0,0 25 16,0-25-16,0 0 0,0 0 0,0 0 0,-25 25 15,25-25-15,0 0 0,0 0 0,0 24 0,-25-24 0,25 0 16,0 25-16,-25-25 0,25 25 0,0-25 0,-25 0 15,25 25-15,0-25 0,-24 0 0,24 25 0,0-25 0,-25 24 16,25-24-16,0 0 0,0 0 0,0 25 0,0-25 16,0 0-16,0 0 0,0 0 0,0 0 0,0 25 0,0-25 15,25 0-15,-25 0 0,24 0 0,-24 0 0,25 0 16,-25 0-16,25-25 0,-25 25 0,25 0 0,0 0 0,-25 0 15,24 0-15,1 0 0,-25 0 0,25 0 0,-25 0 16,25 0-16,-25 0 0,0 0 0,25 25 0,-25-25 16,0 0-16,0 0 0,0 0 0,0 0 0,0 0 0,0 25 15,0-25-15,0 0 0,0 0 0,-25 0 0,25 25 16</inkml:trace>
  <inkml:trace contextRef="#ctx0" brushRef="#br1" timeOffset="423674.2328">14486 15577 0,'0'0'0,"0"0"0,0 0 0,0 0 0,-25-24 0,25 24 0,0 0 16,25 0-16,-25 0 0,0 0 0,0 0 0,0 0 0,0 0 0,0 0 0,0 0 0,0 0 0,25 0 0,-25 0 0,0 0 0,0 0 0,0 0 0,25 0 0,-25 0 0,0 0 0,0 0 0,24 0 0,-24 0 0,0 24 0,0-24 0,0 0 0,25 0 0,-25 0 0,0 25 0,0-25 0,0 0 0,25 25 0,-25-25 0,0 25 15,0-25-15,0 0 0,0 25 0,0-25 0,0 24 16,0-24-16,0 0 0,0 25 0,0-25 0,-25 25 16,25-25-16,0 0 0,0 25 0,0-25 0,-25 0 0,25 25 15,0-25-15,0 0 0,0 0 0,0 24 0,-24-24 16,24 0-16,0 0 0,0 0 0,0 0 0,0 0 0,0 0 15,0 0-15,0 0 0,0 0 0,0 0 0,0 0 16,0 0-16,0-24 0,0 24 0,0 0 0,24 0 0,-24 0 16,0-25-16,0 25 0,25 0 0,-25-25 0,0 25 0,25-25 15,-25 25-15,25-25 0,-25 25 0,0-24 0,25 24 16,-25 0-16,24-25 0,-24 25 0,0-25 0,25 25 15,-25 0-15,0-25 0,0 25 0,0 0 0,25 0 16,-25 0-16,0-25 0,0 25 0,0 0 0,0 0 0,0 0 16,0 0-16,0 0 0,0 0 0,0 0 0,0 0 15,0-24-15,0 24 0,0 0 0,0 0 0,-25 0 0,25 0 16,0 0-16,0 0 0,0 24 0,0-24 0,0 0 15,0 0-15,0 0 0,-25 25 0,25-25 0,0 25 16,0-25-16,0 0 0,0 25 0,0-25 0,-24 25 0,24-25 16,0 24-16,0-24 0,0 0 0,0 25 0,0-25 0,0 25 15,24-25-15,-24 0 0,0 25 0,0-25 0,0 0 16,25 0-16,-25 25 0,0-25 0,25 0 0,-25 0 15,25 0-15,-25 0 0,25 0 0,-1 0 0,-24 0 0,25 0 16,-25 0-16,25 0 0,-25 0 0,25 0 0,-25 0 16,0 0-16,25 0 0,-25 0 0,0 0 0,0 0 0,24 0 15,-24 0-15,0 0 0,0 0 0,0 0 0</inkml:trace>
  <inkml:trace contextRef="#ctx0" brushRef="#br1" timeOffset="424151.2601">15032 15701 0,'0'0'0,"0"0"0,0 0 0,0 0 0,0 0 0,0-24 0,0 24 0,0 0 0,0 0 0,0 0 0,0 0 0,0 0 0,0 0 0,24 0 0,-24 0 0,0 0 0,0-25 0,0 25 0,0 0 0,25 0 0,-25 0 0,0 0 0,0 0 0,0 0 0,25 0 0,-25 25 15,0-25-15,0 0 0,0 0 0,0 0 0,0 0 0,25 0 0,-25 0 0,0 24 0,0-24 0,-25 0 0,25 0 0,0 25 0,0-25 0,0 0 0,0 25 0,0-25 16,-25 0-16,25 25 0,0-25 0,0 25 0,0-25 15,-25 0-15,25 24 0,0-24 0,0 0 0,0 0 0,0 25 16,0-25-16,0 0 0,0 0 0,0 0 0,0 0 16,0 0-16,0 0 0,0 25 0,0-25 0,0 0 0,0 0 15,25 0-15,-25 0 0,0 0 0,25 0 0,-25-25 16,25 25-16,-25 25 0,0-25 0,25 0 0,-25 0 0,24 0 15,-24 0-15,0 0 0,25 0 0,-25 0 0,0 0 16,0 25-16,25-25 0,-25 0 0,0 0 0,0 0 0,0 25 16,0-25-16,0 0 0,0 0 0,0 0 0,0 24 15,0-24-15,-25 0 0,25 0 0,0 0 0,0 0 0,-25 0 16,25 25-16,0-25 0,-24 0 0,24 0 0,-25 0 15,25 0-15,-25 0 0,25 0 0,0 0 0,-25 0 0,25 0 16,0 0-16,-25 0 0,25 0 0,0 0 0,-24-25 16,24 25-16,0 0 0,-25 0 0,25-24 0,0 24 15,0-25-15,0 25 0,0-25 0,0 25 0,0-25 0,25 25 16,-25-25-16</inkml:trace>
  <inkml:trace contextRef="#ctx0" brushRef="#br1" timeOffset="424746.2941">15379 14412 0,'0'0'15,"0"0"-15,0 0 0,0 0 0,0 0 0,0 0 16,0 0-16,0 24 0,0-24 0,25 0 0,-25 0 0,0 0 16,0 25-16,0-25 0,25 0 0,-25 25 0,0-25 15,0 0-15,24 25 0,-24-25 0,0 25 0,25-25 0,-25 24 16,0 1-16,25-25 0,-25 25 0,0 0 0,25-25 15,-25 25-15,0-1 0,0-24 0,25 25 94,-25 0-16,124 818-78,-124-818 0,-25 0 0,25 0 0,0 0 0,0-1 0,0 1 0,0 0 0,-25 0 0,25 0 0,0-1 0,0 1 0,-25-25 0,25 25 0,0 0 0,-25-25 0,25 25 16,-24-25-16,24 24 0,-25-24 0,25 0 0,-25 25 0,25-25 0,-25 0 0</inkml:trace>
  <inkml:trace contextRef="#ctx0" brushRef="#br1" timeOffset="425342.3282">16446 15081 0,'0'0'0,"0"0"16,0 0-16,-25 0 0,25 0 0,0-25 0,0 25 15,0 0-15,0 0 0,0 0 0,0 0 0,0 0 16,0 0-16,0 0 0,0 0 0,0 0 0,0 0 0,0 0 15,0 0-15,25 0 0,-25 0 0,0 0 0,24 0 16,-24 0-16,25 0 0,-25 0 0,25 0 0,0 0 0,-25 0 16,25 0-16,-25 0 0,24 0 0,1 0 15,-25 0-15,25 0 0,-25 0 0,25 0 0,-25 0 0,25 0 0,-25 0 16,24 0-16,-24 0 0,0 25 0,25-25 0,-25 0 15,0 0-15,0 0 0,0 25 0,0-25 0</inkml:trace>
  <inkml:trace contextRef="#ctx0" brushRef="#br1" timeOffset="425533.3391">16520 15354 0,'0'0'0,"0"0"0,0 0 16,0 0-16,0 0 0,0 0 15,0-25-15,0 25 0,0 0 0,0 0 0,25 0 0,-25 0 0,0 0 0,25 0 16,-25 0-16,24 0 0,1 0 0,-25 0 0,25 0 15,0 0-15,-25-25 0,25 25 0,-1 0 0,1 0 16,-25 0-16,25 25 0,0-25 0,0 0 0,-25 0 0,24 0 16,1 0-16,-25 0 0,25 0 0,0 0 0,-25 25 15</inkml:trace>
  <inkml:trace contextRef="#ctx0" brushRef="#br1" timeOffset="426186.3765">17760 14536 0,'0'-25'0,"-25"25"0,25 0 0,0 0 0,0 0 0,0 0 0,0 0 0,0 0 0,0 0 0,0 0 0,0 0 16,0 0-16,0 0 0,0 0 0,-24 0 0,24 0 0,0 0 0,0 0 0,0 0 0,0 0 0,0 0 0,-25 25 0,25-25 0,0 0 0,0 0 0,-25 24 0,25-24 0,0 25 0,-25-25 0,25 25 0,0 0 0,-25-25 0,25 25 0,0-1 15,-24 1-15,24 0 0,0 0 0,-25 0 0,25-1 16,0 1-16,-25 25 0,25-25 0,0-1 0,0 1 0,0 0 16,0 0-16,0 0 0,0-1 0,0 1 0,0 0 15,0 0-15,0 0 0,0-1 0,0 1 0,25 0 0,-25 0 16,0 0-16,0-25 0,25 24 0,-25 1 0,0 0 15,24 0-15,-24 0 0,0-25 0,25 25 0,-25-1 16,0 1-16,25-25 0,-25 25 0,0 0 0,0-25 0,0 25 16,25-1-16,-25-24 0,0 25 0,0-25 0,0 25 15,0 0-15,0-25 0,0 0 0,0 25 0,0-25 16,0 0-16,0 24 0,0-24 0,0 0 0,0 0 0</inkml:trace>
  <inkml:trace contextRef="#ctx0" brushRef="#br1" timeOffset="426897.4172">18331 14362 0,'0'0'0,"0"0"16,0-25-16,0 25 0,0 0 0,0 0 0,0 0 0,0-25 16,-25 25-16,25 0 0,0 0 0,0 0 0,0 0 15,0 0-15,-25 0 0,25 0 0,0 0 0,0 0 16,0 0-16,-25 0 0,25 0 0,0 0 0,0 0 0,-25 25 15,25-25-15,0 0 0,0 0 0,0 25 0,-24-25 16,24 0-16,0 25 0,0-25 0,0 25 0,0-25 16,0 24-16,0-24 0,0 25 0,0 0 0,0-25 0,0 25 15,24 0-15,-24-1 0,0-24 0,0 25 0,0 0 16,25-25-16,-25 25 0,0 0 0,0-25 0,25 24 0,-25-24 15,0 0-15,25 25 0,-25-25 0,0 0 0,25 0 16,-25 0-16,0 0 0,0 0 0,24 0 0,-24 0 0,0 0 16,25 0-16,-25 0 0,0-25 0,25 25 0,-25-24 15,0 24-15,0-25 0,25 25 0,-25-25 0,0 0 16,0 25-16,0-25 0,0 25 0,0-24 0,0-1 0,0 25 15,0-25-15,0 25 0,0-25 0,0 25 0,0-25 16,-25 25-16,25-24 0,0 24 0,0-25 0,0 25 16,-25-25-16,25 25 0,0 0 0,0-25 0,0 25 0,-25 0 15,25-25-15,0 25 0,0 0 0,0 0 0,0 0 16,0 0-16,0 0 0,-24 0 0,24 0 0,0 0 0,0 0 15,0 0-15,0 25 0</inkml:trace>
  <inkml:trace contextRef="#ctx0" brushRef="#br1" timeOffset="427418.447">18380 15131 0,'0'-25'0,"0"25"16,0 0-16,0 0 0,0 0 0,0 0 0,-25 0 0,25 0 15,0 0-15,0 0 0,0-25 0,0 25 0,0 0 16,0 0-16,0 0 0,-24 0 0,24 0 0,0 0 0,0 0 16,0 0-16,0 0 0,0 0 0,-25 0 0,25 25 15,0-25-15,0 0 0,0 0 0,-25 25 0,25-25 16,0 0-16,0 25 0,0-25 0,0 0 0,0 24 0,-25-24 15,25 25-15,0-25 0,0 25 0,0-25 0,0 25 16,0-25-16,0 25 0,0-1 0,0-24 0,25 25 0,-25-25 16,0 25-16,0-25 0,25 25 0,-25-25 0,0 0 15,0 25-15,25-25 0,-25 0 0,0 0 0,24 25 16,-24-25-16,0 0 0,25 0 0,-25 0 0,0 0 0,25-25 15,-25 25-15,0 0 0,25-25 0,-25 25 0,0-25 16,25 25-16,-25-25 0,24 25 0,-24-25 0,0 1 0,0-1 16,25 25-16,-25-25 0,0 0 0,0 0 0,0 25 15,0-24-15,0-1 0,0 0 0,0 25 0,0-25 0,-25 25 16,25-25-16,0 25 0,0-24 0,0 24 0,-24 0 15,24 0-15,0-25 0,0 25 0,-25 0 0,25 0 16,0 0-16,0 25 0,-25-25 0,25 0 0,0 0 0,0 0 16,-25 24-16,25-24 0,0 0 0,0 25 0,0-25 15,0 25-15,-25-25 0,25 0 0,0 25 0</inkml:trace>
  <inkml:trace contextRef="#ctx0" brushRef="#br1" timeOffset="428026.4817">18405 15602 0,'0'0'0,"0"-25"0,0 25 0,0 0 0,0 0 16,0 0-16,0 0 0,0 0 0,0 0 0,0 0 0,0 0 16,0 0-16,0 0 0,-25 0 0,25 0 0,0 0 15,0 0-15,0 0 0,0 0 0,0 0 0,0 0 16,0 0-16,-25 0 0,25 0 0,0 25 0,0-25 0,0 0 15,0 0-15,0 25 0,-24-25 0,24 0 0,0 0 16,0 25-16,0-25 0,0 25 0,0-25 0,0 24 0,0-24 16,0 25-16,-25-25 0,50 25 0,-25-25 0,0 25 15,0-25-15,0 25 0,0-25 0,0 24 0,0-24 0,0 25 16,24-25-16,-24 0 0,0 25 0,0-25 0,0 25 15,25-25-15,-25 0 0,0 0 0,0 0 0,25 25 0,-25-25 16,0 0-16,0 0 0,25 0 0,-25 0 0,0-25 16,0 25-16,25 0 0,-25 0 0,0-25 0,24 25 0,-24 0 15,0-25-15,25 25 0,-25-25 0,0 25 0,0-24 16,0-1-16,0 25 0,0-25 0,0 25 0,0-25 0,0 0 15,0 25-15,0-24 0,0-1 0,0 25 0,0-25 16,0 25-16,-25-25 0,25 25 0,0 0 0,0-25 16,0 25-16,-24 0 0,24 0 0,0 0 0,0-24 0,0 24 15,0 0-15,0 0 0,0 0 0,-25 0 0,25 0 16,0 0-16,0 0 0,0 0 0,0 0 0,0 0 0,0 0 15,0 0-15,0 0 0,0 0 0</inkml:trace>
  <inkml:trace contextRef="#ctx0" brushRef="#br1" timeOffset="428551.5118">18926 14436 0,'0'0'0,"0"0"0,0-24 0,0 24 0,0 0 0,0 0 16,0 0-16,0 0 0,0 0 78,0 0-78,0 0 0,0 0 0,0 0 0,0 0 0,0 0 15,0 0-15,0 0 0,0 0 0,0 0 0,0 0 0,0 0 0,0 0 0,0 0 0,0 0 0,0 24 0,0-24 0,0 0 0,0 0 0,0 0 0,25 0 0,-25 25 0,0-25 0,0 0 0,0 0 0,0 25 0,0-25 0,0 0 0,0 25 0,0-25 0,0 25 0,0-25 0,0 24 0,25-24 0,-25 25 16,0-25-16,0 25 0,0 0 0,24-25 0,-24 25 15,0-1-15,0-24 0,25 25 0,-25 0 0,0-25 16,0 25-16,25 0 0,-25-1 0,0 1 0,0-25 0,0 25 16,25 0-16,-25 0 0,0-1 0,0 1 0,0 0 15,0 0-15,0 0 0,0-1 0,0 1 0,25 0 0,-25 0 16,0 0-16,0-1 0,0 1 0,0 0 0,0 0 15,0 24-15,0-24 0,0 0 0,-25 0 0,25 0 16,0 0-16,0-1 0,0 1 0,0 0 0,-25 0 0,25 0 16,0-1-16,0 1 0,-25 0 0,25 0 0,-25 0 15,25-1-15,0-24 0,-24 25 0,24 0 0,-25-25 0,25 25 16,-25-25-16,25 25 0,-25-25 0,25 24 0,0-24 15,-25 0-15,25 0 0,0 0 0,-24 0 0,24 0 0,0 0 16,0 0-16,-25 0 0</inkml:trace>
  <inkml:trace contextRef="#ctx0" brushRef="#br1" timeOffset="429321.5558">20042 15131 0,'0'0'0,"0"0"0,0 0 0,0 0 15,0 0-15,0 0 0,0 0 0,0 0 0,0 0 0,0 0 16,0 0-16,0 0 0,0 0 0,0 0 15,0 0-15,0 0 0,0 0 0,0 0 0,0 0 0,0 0 16,0 0-16,0 0 0,0 0 0,0 0 0,0 0 0,0 0 16,0 0-16,0 0 0,0 0 0,0 0 0,0 0 15,0 0-15,0 0 0,0 0 0,0 0 0,0 0 16,0 0-16,0 0 0,0 0 0,0 0 0,0 0 0,0 0 15,0 0-15,0 0 0,0 0 0,0 0 0,0 0 16,0 0-16,0 0 0,0 0 0,0 0 0,0 0 0,0 0 16,0 0-16,0 0 0,0 0 0,0 0 0,0 0 15,0 0-15,0 0 0,0 0 0,0 0 0,0 0 0,0 0 16,0 0-16,0 0 0,0-25 0,0 25 0,0 0 15,0 0-15,0 0 0,0 0 0,0 0 0,0 0 16,25 0-16,-25 0 0,0 0 0,0 0 0,25 0 0,-25 0 16,0 0-16,25 0 0,-25 0 0,24 0 0,-24 0 15,25 0-15,0 0 0,-25 0 0,25 0 0,0 0 0,-25 0 16,49 0 77,-49 0-93,25 0 0,-25 0 0,0 0 0,25 25 0,-25-25 0,0 0 0,0 0 0,0 0 0,0 0 0,0 0 0</inkml:trace>
  <inkml:trace contextRef="#ctx0" brushRef="#br1" timeOffset="429634.5737">20017 15230 0,'0'0'15,"0"0"-15,-24 0 0,24 0 0,0 0 0,0 0 0,0 0 16,0 0-16,0 0 0,0 0 0,0-25 0,0 25 15,0 0-15,24 0 0,-24 0 0,0 0 0,25 0 16,-25 0-16,0 0 0,25 0 0,-25 0 0,25 0 0,-25 0 16,25 0-16,-25 0 0,24 0 0,1 0 0,-25 0 15,25 0-15,-25 0 0,25 0 0,-25 0 0,25 0 0,-1 0 16,-24 0-16,25 0 0,-25 0 0,25 0 15,-25 0-15,25 0 0,-25-25 0,0 25 0,25 0 0</inkml:trace>
  <inkml:trace contextRef="#ctx0" brushRef="#br1" timeOffset="429754.5806">20365 14982 0,'0'0'0,"0"0"0,0 0 0,0 0 0,0 0 0,0 0 0,0 0 0,0 0 0,0 0 0,24 0 0,-24 0 0,0 0 0,25 0 15,-25 0-15,0 0 0,25 0 0,0 0 0,-25 0 0,25 0 0,-25 25 0,24-25 0,-24 0 0,25 25 0,-25-25 0,25 0 0,-25 24 0,25-24 0,-25 25 0,0-25 0,0 0 0,25 25 0,-25 0 0,0-25 0,0 25 0,0-25 0,0 24 0,0-24 16,-25 25-16,25-25 0,0 25 0,-25 0 0,25-25 15,-25 25-15,25-25 0,-25 24 0,25-24 0,-24 25 0,-1 0 16,0-25-16,25 25 0,-25-25 0,0 25 0,1-25 16,-1 25-16,25-25 0</inkml:trace>
  <inkml:trace contextRef="#ctx0" brushRef="#br1" timeOffset="430989.6512">22597 15230 0,'0'0'15,"0"-25"-15,0 25 0,0 0 0,0 0 0,0 0 16,0 0-16,0 0 0,0 0 0,0 0 0,-25 0 0,25-25 16,0 25-16,0 0 0,0 0 0,0 0 0,0 0 15,0-24-15,0 24 0,-25 0 0,25 0 0,0 0 0,0-25 16,0 25-16,0 0 0,0 0 0,0-25 0,0 25 15,0 0-15,-24 0 0,24-25 32,0 25-32,0 0 15,0 0-15,0 0 0,0-25 0,0 25 0,0 0 0,0 0 0,0 0 0,0 0 0,0-24 0,0 24 0,0 0 0,24 0 0,-24 0 0,0 0 0,0 0 0,25 0 0,-25-25 16,0 25-16,0 0 0,25 0 0,-25 0 0,0 25 15,0-25-15,25 0 0,-25 0 0,0 0 0,0 24 16,25-24-16,-25 25 0,0-25 0,0 25 0,0 0 0,0-25 16,24 25-16,-24-1 0,0-24 0,0 25 0,0 0 15,0-25-15,0 25 0,0 0 0,-24-25 0,24 24 0,0-24 16,0 25-16,0-25 0,0 25 0,0-25 0,0 0 15,-25 25-15,25-25 0,0 25 0,0-25 0,0 0 0,0 0 16,-25 25-16,25-25 0,0 0 0,0 0 0,0 0 16,0 0-16,0 0 0,0 0 0,0 0 0,0 0 15,0 0-15,0 0 0,0 0 0,0 0 0,0 0 0,0 0 16,0 0-16,25-25 0,-25 25 0,0 0 0,0-25 15,25 25-15,-25-25 0,0 25 0,24-25 0,-24 0 16,0 25-16,25-24 0,-25 24 0,0-25 0,25 0 0,-25 0 16,0 25-16,0-25 0,25 25 0,-25-24 0,0 24 15,0-25-15,0 25 0,0-25 0,0 25 0,0 0 0,0 0 16,0 0-16,0 0 0,0 0 0,0-25 0,0 25 15,0 0-15,0 0 0,0 0 0,0 0 0,0 0 0,0 0 16,0 0-16,0 0 0,0 0 0,0 0 0,0 0 16,-25 25-16,25-25 0,0 0 0,0 0 0,0 25 15,0-25-15,0 0 0,0 25 0,0-25 0,0 24 0,0 1 16,0-25-16,0 25 0,0-25 0,25 25 0,-25 0 15,0-25-15,0 24 0,0-24 0,0 25 0,25 0 16,-25-25-16,0 0 0,0 25 0,0-25 0,25 0 0,-25 25 16,0-25-16,0 0 0,24 0 0,-24 0 0,0 0 15,0 0-15,25 0 0,-25 0 0,0 0 0,0 0 0,25 0 16,-25 0-16,0 0 0,0-25 0,25 25 0,-25 0 15,0-25-15,0 25 0,25 0 0,-25-25 0,0 25 0,0-25 16,0 25-16,0-24 0,0 24 0,0 0 0,0-25 16,0 25-16,0-25 0,0 25 0,0 0 0,0-25 15,0 25-15,0 0 0,0-25 0,0 25 0,0 0 0,0 0 16,0 0-16,0 0 0,0 0 0,0 0 0,0 0 15,0 0-15,0 0 0,0 0 0,0 0 0,0 25 0,0-25 16,0 0-16,0 25 0,0-25 0,0 25 0,0-25 16,0 25-16,0-1 0,0-24 0,0 25 0,0 0 0,0-25 15,0 25-15,0-25 0,0 25 0,0 0 0,0-25 16,0 24-16,0-24 0,0 25 0,0-25 0,0 0 15,0 25-15,0-25 0,0 0 0,0 0 0,0 25 0,0-25 16,0 0-16,0 0 0,0 0 0,0 0 0,24 0 16,-24 0-16,0 0 0,0 0 0,25 0 0</inkml:trace>
  <inkml:trace contextRef="#ctx0" brushRef="#br1" timeOffset="431364.6727">23490 15230 0,'0'-25'0,"-25"25"0,25 0 0,0 0 15,0 0-15,0 0 0,0-25 0,0 25 0,0 0 0,0 0 16,0 0-16,0 0 0,25 0 0,-25 0 0,0 0 0,0 0 16,25 0-16,-25 0 0,25 0 0,-25 0 0,24 0 15,-24 0-15,25 0 0,-25 0 0,25 0 0,-25 0 16,25 0-16,-25 0 0,25 0 0,-25 0 0,24 0 15,-24 0-15,25 0 0,-25 0 0,0 0 0,0 0 0,0 0 16,25 0-16,-25 25 0,0-25 0,0 0 0</inkml:trace>
  <inkml:trace contextRef="#ctx0" brushRef="#br1" timeOffset="431555.6836">23465 15478 0,'0'0'0,"0"0"0,-25 0 0,25 0 0,0 0 0,0 0 0,0-25 0,0 25 0,0 0 0,0 0 16,0 0-16,25 0 0,-25 0 0,0 0 0,25-24 0,-25 24 15,25 0-15,-25 0 0,25 0 0,-1 0 0,-24 0 16,25-25-16,0 25 0,0 0 0,-25 0 0,25 0 16,-1 0-16,-24 0 0,25 0 0,0 0 0,-25 0 0,25 0 15,-25 0-15,0 0 0,25 0 0,-25 0 0,0 0 16</inkml:trace>
  <inkml:trace contextRef="#ctx0" brushRef="#br1" timeOffset="433067.7701">24780 15056 0,'0'0'0,"0"0"0,0 0 16,0 0-16,0 0 0,0 0 0,-25 0 0,25 0 0,0 0 15,0-24-15,0 24 0,0 0 0,0 0 0,0 0 16,0 0-16,0-25 0,0 25 0,0 0 0,-25 0 0,25 0 15,0 0-15,0 0 0,0 0 0,0-25 0,0 25 16,0 0-16,0 0 0,0 0 0,0 0 0,0 0 16,0 0-16,0 0 0,0 0 0,25 0 0,-25 0 0,0 0 15,0 0-15,0-25 0,0 25 0,0 0 0,25 0 16,-25 0-16,0 25 0,0-25 0,25 0 0,-25 0 15,0 0-15,0 0 0,24 25 0,-24-25 0,0 0 0,0 25 16,0-25-16,25 24 0,-25 1 0,0-25 0,0 25 16,0 0-16,0-25 0,0 25 0,0-1 0,0-24 0,0 25 15,0 0-15,-25-25 0,25 25 0,0-25 0,0 25 16,0-25-16,0 24 0,-24-24 0,24 0 0,0 25 0,0-25 15,0 0-15,0 0 0,-25 25 0,25-25 0,0 0 16,0 0-16,0 0 0,0 25 0,-25-25 0,25 0 16,0 0-16,0 0 0,0 0 0,0 0 0,0 0 0,0 0 15,0 0-15,0 0 0,0 0 0,0 0 0,0-25 0,0 25 16,0 0-16,25 0 0,-25 0 0,0-25 0,0 25 15,0-25-15,25 25 0,-25 0 0,0-24 0,24 24 16,-24-25-16,0 25 0,25-25 0,-25 0 0,25 25 0,-25-25 16,0 25-16,25-24 0,-25 24 0,0 0 0,25-25 15,-25 25-15,0-25 0,0 25 0,0 0 0,0-25 16,0 25-16,0 0 0,0 0 0,0-25 0,0 25 0,0 0 15,0 0-15,0 0 0,0 0 0,0 0 0,0 0 16,0 0-16,0-24 0,0 24 0,-25 0 0,25 0 16,0 0-16,0 0 0,0 24 0,0-24 0,0 0 0,0 0 15,-25 0-15,25 25 0,0-25 0,0 0 0,0 25 0,-25-25 16,25 25-16,0 0 0,0-25 0,0 24 0,0-24 15,0 25-15,-25 0 0,25-25 0,0 25 0,0 0 16,25-25-16,-25 24 0,0-24 0,0 25 0,0-25 0,0 25 16,25-25-16,-25 0 0,25 25 0,-25-25 0,0 0 15,25 25-15,-25-25 0,25 0 0,-1 0 0,-24 0 0,25 0 16,-25 0-16,25 0 0,0 0 0,-25 0 0,0 0 15,25 0-15,-25 0 0,24 0 0,-24 0 0,0 0 16</inkml:trace>
  <inkml:trace contextRef="#ctx0" brushRef="#br1" timeOffset="433669.8045">25177 15379 0,'0'0'0,"0"0"15,0 0-15,0 0 0,0 0 0,0 0 0,0 0 0,0-25 16,0 25-16,0 0 0,0 0 0,0 0 0,0 0 16,0 0-16,0 0 0,0 0 0,0 0 0,0 0 15,0 0-15,0 0 0,0 0 0,0 0 0,0 0 0,0 0 16,0 0-16,0 0 0,0 0 0,0 0 0,0 0 15,0 0-15,0 0 0,0 0 0,0 0 0,0 0 16,0 0-16,0 0 0,0 0 0,0 0 0,0 0 0,0 0 16,0 0-16,0 0 0,0 0 0,0 0 0,0 0 15,0 0-15,0 0 0,0 0 0,0 0 0,0 0 0,0 0 16,25 0-16,-25 0 0,0 0 0,0 0 0,0 0 15,0 0-15,0 0 0,0 0 0,0 0 0,24 0 0,-24 0 16,0 0-16,0 0 0,0 0 0,0 0 0,0 0 16,25 0-16,-25 0 0,0 0 0,0 25 0,0-25 15,0 0-15,0 0 0,0 0 0,0 0 0,0 25 0,25-25 16,-25 0-16,0 25 0,0-25 0,-25 0 0,25 24 15,0-24-15,0 0 0,0 25 0,0-25 0,0 0 16,-25 25-16,25-25 0,0 25 0,0-25 0,-24 0 0,24 25 16,0-25-16,0 24 0,-25-24 0,25 0 0,0 25 15,-25-25-15,25 0 0,0 0 0,0 25 0,-25-25 0,25 0 16,0 0-16,0 0 156,99 25-156,-74-25 0,-25 0 0,25 0 0,-25 0 0,25 0 0,-25 0 0,25 0 0,-25 0 0,24 0 0,-24 0 0,0 0 0,0 0 0,0 0 0,0 0 0,0 0 0,0 0 0,0 0 0,0 0 0,0 0 0</inkml:trace>
  <inkml:trace contextRef="#ctx0" brushRef="#br1" timeOffset="434476.8507">24333 15230 0,'0'-25'0,"0"25"0,0 0 16,-24 0-16,24 0 0,0 0 0,0 0 0,0 0 15,0 0-15,0 0 0,-25 0 0,25 0 0,0 0 0,0 0 16,0 0-16,0 0 0,0 0 0,0 0 0,0 0 16,0 0-16,0 0 0,0 0 0,0 0 0,0 0 0,0 0 15,0 0-15,0 0 0,0 0 0,0 0 0,0 0 16,0 0-16,0 0 0,0 0 0,0 0 0,0 0 15,0 0-15,0 0 0,0 0 0,0 0 0,0 0 16,0 0-16,0 0 0,0 0 0,0 0 0,0 0 0,0 0 16,0 0-16,0 0 0,0 0 0,0 0 0,0 0 0,0 0 15,0 0-15,0 0 0,0 0 0,0 0 0,0 0 16,0 0-16,0 0 0,0 0 0,0 0 0,0 0 15,0 0-15,0 0 0,0 0 0,0 0 0,0 0 0,0 0 16,0 0-16,0 0 0,0 0 0,0 0 0,0 0 16,0 0-16,0 0 0,0 0 0,0 0 0,25 0 0,-25 0 15,0 0-15,0-25 0,0 25 0,0 0 0,24 0 16,-24 0-16,0 0 0,0 0 0,25 0 0,-25 0 0,0 0 15,0 0-15,25 0 0,-25 0 0,0 0 0,0 0 16,25 0-16,-25 0 0,0 0 0,25 0 0,-25 0 16,0 0-16,0 0 0,0 0 0,24 0 0,-24 0 0,0 0 15,0 0-15,0 0 0,0 0 0,0 0 0,0 0 16,0 0-16,0 0 0,0 0 0,0 0 0,0 0 15,-24 0-15,24 0 0,0 0 0,-25 0 0,25 0 0,-25 0 16,25 0-16</inkml:trace>
  <inkml:trace contextRef="#ctx0" brushRef="#br1" timeOffset="436830.9853">2704 16694 0,'-25'0'0,"25"0"0,0 0 0,0-25 0,0 25 15,0 0-15,0 0 0,0 0 0,0-25 0,0 25 0,0 0 16,0 0-16,0 0 0,0 0 0,-25-25 0,25 25 16,25 0-16,-25 0 0,0 0 0,0 0 0,0 0 0,0-25 15,0 25-15,0 0 0,0 0 0,0 0 0,25 0 16,-25 0-16,0-24 0,0 24 0,0 0 0,0 0 0,25 0 15,-25 0-15,0 0 0,0 0 0,0-25 0,0 25 16,24 0-16,-24 0 0,0 0 0,0 0 0,25 25 0,-25-25 16,0 0-16,0 0 0,25 24 0,-25-24 0,0 0 0,0 25 15,25-25-15,-25 25 0,0-25 0,0 25 0,0-25 16,25 25-16,-25-1 0,0-24 0,0 25 0,0-25 0,0 25 15,0-25-15,0 25 0,0-25 0,0 25 0,0-1 0,0-24 16,0 25-16,0-25 0,0 25 0,0-25 0,0 0 0,0 25 16,0-25-16,0 0 0,0 25 0,0-25 0,0 0 15,0 0-15,0 0 0,0 0 0,0 0 0,0 0 0,0 0 16,0 0-16,0 0 0,0 0 0,0 0 0,0 0 0,0 0 15,0 0-15,0 0 0,0 0 0,0-25 0,0 25 0,0 0 16,0-25-16,0 25 0,0 0 0,0-25 0,24 25 16,-24-25-16,0 25 0,0-24 0,0 24 0,0-25 0,0 0 15,0 25-15,0-25 0,25 0 0,-25 25 0,0-24 16,0 24-16,0-25 0,0 0 0,0 25 0,0-25 0,0 25 15,0 0-15,0-25 0,0 25 0,0 0 0,0 0 0,0 0 16,0-24-16,0 24 0,0 0 0,-25 0 0,25 0 16,0 0-16,0 0 0,0 0 0,0 0 0,0 24 0,0-24 15,0 0-15,-24 0 0,24 0 0,0 0 0,0 25 16,0-25-16,0 0 0,0 25 0,0-25 0,0 25 0,0-25 15,0 25-15,0-1 0,0-24 0,0 25 0,0 0 0,0-25 16,0 25-16,0 0 0,24-25 0,-24 24 0,0 1 0,0-25 16,0 25-16,25-25 0,-25 25 0,0-25 0,0 0 0,25 25 15,-25-25-15,25 0 0,-25 24 0,0-24 0,25 0 16,-25 0-16,24 0 0,-24 0 0,25 0 0,-25 0 0,25 0 15,0 0-15,-25 0 0,25 0 0,-25 0 0,24 0 0,-24 0 16,25 0-16,-25-24 0,25 24 0,-25 0 0,0 0 16,25 0-16</inkml:trace>
  <inkml:trace contextRef="#ctx0" brushRef="#br1" timeOffset="437099.0007">3423 16768 0,'-25'0'0,"25"0"0,0 0 0,0 0 0,0 0 0,0 0 15,0 0-15,0 0 0,0 0 0,0 25 0,0-25 0,0 0 16,0 0-16,25 0 0,-25 0 0,0 0 0,0 0 0,25 0 15,-25 0-15,0 0 0,25 0 0,-25 0 0,24 0 16,-24 0-16,25 25 0,-25-25 0,25 0 0,-25 0 16,25 0-16,-25 0 0,25 0 0,-25 0 0,0 0 0,24 0 15,-24 0-15,25 0 0,-25 0 0,0 0 0,25 0 16,-25 0-16,0 0 0</inkml:trace>
  <inkml:trace contextRef="#ctx0" brushRef="#br1" timeOffset="437282.0111">3621 16966 0,'0'0'0,"0"0"0,0 0 16,0 0-16,0 0 0,0 0 0,0 0 0,0 0 0,25 0 16,-25 0-16,0 0 0,25 0 0,-25 0 0,0 0 15,25 0-15,-25 0 0,25 0 0,0 0 0,-25 0 0,24 0 16,1 0-16,-25 0 0,25 0 0,0 0 0,-25 0 15,25 0-15,-1 0 0,1 0 0,-25 0 0,25 0 0,0 0 16</inkml:trace>
  <inkml:trace contextRef="#ctx0" brushRef="#br1" timeOffset="437867.0446">4787 16371 0,'0'0'0,"0"-25"0,-25 25 16,25 0-16,0 0 0,-24 0 0,24 0 0,0 0 15,-25 0-15,25 0 0,0 25 0,0-25 0,-25 0 0,25 0 16,0 0-16,0 0 0,0 25 0,0-25 0,0 0 15,-25 0-15,25 25 0,0-25 0,0 0 0,0 0 0,0 25 16,-25-25-16,25 24 0,0-24 0,0 25 0,0 0 16,0 0-16,0 0 0,0-25 0,25 24 0,-25 1 0,0 0 15,0 0-15,25 0 0,-25-1 0,0 1 0,25 0 0,-25 0 16,25 0-16,-25-25 0,24 24 0,-24 1 0,25 0 15,0-25-15,-25 25 0,25-25 0,0 0 0,-25 25 0,25-25 16,-1 0-16,-24 0 0,25 0 0,0 0 0,-25 0 16,25 0-16,0 0 0,-25 0 0,24 0 0,-24-25 0,25 25 15,-25 0-15,25 0 0,-25-25 0</inkml:trace>
  <inkml:trace contextRef="#ctx0" brushRef="#br1" timeOffset="438583.0855">5060 16669 0,'0'-25'0,"0"25"0,0 0 0,0 0 0,0 0 0,0 0 15,0 0-15,0-25 0,25 25 0,-25 0 0,0 0 16,0 0-16,0 0 0,0 0 0,0 0 0,25 0 0,-25 0 15,0 0-15,0 0 0,25 0 0,-25 0 0,0 0 16,0 25-16,24-25 0,-24 0 0,0 25 0,0-25 0,25 25 16,-25-25-16,0 24 0,0-24 0,0 25 0,0-25 15,25 25-15,-25-25 0,0 25 0,0 0 0,0-25 0,0 24 16,0-24-16,0 25 0,0-25 0,0 25 0,0-25 15,0 25-15,0-25 0,0 0 0,0 25 0,0-25 0,0 0 16,0 0-16,0 24 0,0-24 0,0 0 0,0 0 0,0 0 16,0 0-16,0 0 0,0 0 0,0 0 0,0 0 15,0 0-15,0 0 0,0 0 0,0-24 0,0 24 0,0 0 16,0-25-16,0 25 0,25-25 0,-25 25 0,0-25 15,0 25-15,0-25 0,0 1 0,0 24 0,0-25 0,25 0 16,-25 0-16,0 25 0,0-25 0,0 1 0,0 24 0,24-25 16,-24 25-16,0-25 0,0 25 0,0 0 0,0-25 15,0 25-15,0 0 0,0 0 0,0 0 0,0 0 16,0 0-16,0 0 0,0 0 0,0 0 0,-24 0 0,24 0 15,0 25-15,0-25 0,0 0 0,0 0 0,-25 25 0,25-25 16,0 0-16,0 25 0,0-25 0,0 0 0,0 24 16,0-24-16,0 25 0,0-25 0,0 25 0,0-25 0,0 25 15,0-25-15,0 25 0,0-25 0,25 24 0,-25-24 16,0 25-16,0-25 0,24 25 0,-24-25 0,0 0 0,25 25 15,-25-25-15,0 0 0,25 0 0,-25 25 0,25-25 0,-25 0 16,0 0-16,25 0 0,-25 0 0,24 0 0,-24 0 16,0 0-16,25-25 0,-25 25 0,0 0 0,25 0 0,-25 0 15,0-25-15,25 25 0,-25 0 0,0-25 0,0 25 16,0 0-16,25 0 0,-25-25 0,0 25 0,0 0 0,0-24 15,0 24-15,-25 0 0,25 0 0,0-25 0,0 25 0,0 0 16,0 0-16,0 0 0,0 0 0,0 0 0,0 0 16,0 0-16,0 0 0,0 0 0,0 0 0,-25 0 0,25 0 15,0 0-15,0 0 0,0 0 0,0 0 0,0 25 16,0-25-16,0 0 0,0 24 0,0-24 0,25 25 0,-25-25 15,0 25-15,0-25 0,0 25 0,0-25 0,0 25 0,25-25 16,-25 24-16,0-24 0,0 25 0,0 0 0,0-25 16,24 25-16,-24-25 0,0 25 0,25-25 0,-25 0 0,0 24 15,0-24-15,25 0 0,-25 0 0,0 25 0,0-25 16,25 0-16,-25 0 0,0 0 0</inkml:trace>
  <inkml:trace contextRef="#ctx0" brushRef="#br1" timeOffset="439009.1099">5928 16743 0,'0'0'0,"0"-25"0,0 25 15,0 0-15,-24 0 0,24-24 0,0 24 0,0 0 16,24 0-16,-24 0 0,0-25 0,0 25 0,0 0 0,0 0 15,0 0-15,0 0 0,0-25 0,25 25 0,-25 0 0,0 0 16,0 0-16,0-25 0,0 25 0,25 0 47,-25 0-16,0 0-15,25 0-16,-25 0 0,0 0 0,25 0 0,-25 0 0,24 0 0,-24 25 0,0-25 0,25 0 0,-25 25 0,0-25 0,25 25 0,-25-25 0,0 24 0,0-24 0,0 25 0,0-25 0,0 25 0,0-25 0,0 25 0,25-25 0,-25 25 0,0-25 0,0 24 0,0-24 0,0 25 0,0-25 0,0 25 0,0-25 0,0 25 0,0-25 0,0 0 15,0 25-15,-25-25 0,25 0 0,0 24 0,0-24 0,0 0 16,0 0-16,0 0 0,0 0 0,0 0 0,0 0 0,0 0 15,0 0-15,0 0 0,0 0 0,0-24 0,0 24 16,0 0-16,0-25 0,0 25 0,0-25 0</inkml:trace>
  <inkml:trace contextRef="#ctx0" brushRef="#br1" timeOffset="439255.124">6201 16619 0,'0'0'16,"0"-25"-16,0 25 0,0 0 0,0 0 0,-25-24 16,25 24-16,0 0 0,0 0 0,0 0 0,0 0 0,0 0 15,0 0-15,-24 0 0,24 0 0,0 0 0,0 0 16,0 0-16,0 0 0,0 0 0,0 24 0,0-24 0,0 0 15,0 25-15,-25-25 0,25 25 0,0-25 0,0 25 0,0-25 16,0 25-16,0-25 0,0 24 0,0-24 0,0 25 16,25 0-16,-25-25 0,0 25 0,0-25 0,0 25 0,24-25 15,-24 24-15,0-24 0,25 0 0,-25 25 0,25-25 16,-25 25-16,0-25 0,25 0 0,0 0 0,-25 25 0,24-25 15,-24 0-15,25 0 0,-25 0 0,25 0 0,0 0 0,-25 0 16,25 0-16,-25 0 0,0 0 0,24 0 0,-24 0 16,25 0-16,-25 0 0,0 0 0</inkml:trace>
  <inkml:trace contextRef="#ctx0" brushRef="#br1" timeOffset="439728.151">6003 17066 0,'0'0'0,"0"0"0,0 0 16,-25 0-16,25 0 0,0 0 0,0 0 0,0 0 0,0 0 15,0 0-15,0 0 0,0 0 0,0 0 0,0 0 0,0 0 16,0 0-16,0 0 0,0 0 0,0 0 0,0 0 16,0 0-16,0 0 0,0 0 0,25 0 0,-25 0 0,0 0 15,0 24-15,0-24 0,0 0 0,0 25 0,0-25 16,0 0-16,0 25 0,25-25 0,-25 25 0,0-25 0,0 25 15,24-25-15,-24 24 0,0-24 0,0 25 0,0-25 0,0 25 16,0-25-16,0 25 0,0-25 0,-24 0 0,24 25 16,0-25-16,0 0 0,0 24 0,0-24 0,0 0 0</inkml:trace>
  <inkml:trace contextRef="#ctx0" brushRef="#br1" timeOffset="440532.197">6648 16842 0,'0'0'0,"0"-24"0,0 24 0,0 0 16,0 0-16,-25 0 0,25 0 0,0 0 0,0 0 0,0-25 15,0 25-15,0 0 0,0 0 0,0 0 0,0-25 16,0 25-16,0 0 0,0 0 0,0 0 0,25-25 0,-25 25 15,0 0-15,0 0 0,0 0 0,24 0 0,-24 0 16,0 0-16,25 0 0,-25 0 0,25 0 0,-25 0 0,0 0 16,25 0-16,-25 0 0,25 0 0,-25 0 0,0 0 15,24 0-15,-24 25 0,0-25 0,0 0 0,25 0 0,-25 0 16,0 25-16,0-25 0,0 0 0,0 25 0,0-25 15,0 0-15,0 24 0,0-24 0,-25 25 0,25-25 0,0 0 16,0 25-16,0-25 0,0 25 0,0-25 0,-24 25 0,24-25 16,0 0-16,0 24 0,0-24 0,0 0 0,0 25 0,0-25 15,0 0-15,0 0 0,0 25 0,0-25 0,0 0 16,0 0-16,0 0 0,0 0 0,0 25 0,0-25 0,24 0 15,-24 0-15,0 0 0,25 0 0,-25-25 0,25 25 16,-25 0-16,25 0 0,0 0 0,-25 0 0,25 0 0,-1 0 16,-24-25-16,25 25 0,0 0 0,-25 0 0,25 0 0,0 0 15,-25 0-15,24 0 0,-24 0 0,25 0 0,-25 0 16,25 0-16,-25 0 0</inkml:trace>
  <inkml:trace contextRef="#ctx0" brushRef="#br1" timeOffset="440760.2101">7342 16966 0,'0'0'0,"0"0"0,0 0 0,0 0 16,0 0-16,0 0 0,0 0 0,0 0 0,0 0 0,0 0 15,0 0-15,0 0 0,0 0 0,25 0 16,-25 0-16,0 25 0,0-25 0,0 0 0,0 0 0,25 25 0,-25-25 15,0 0-15,0 25 0,0-25 0,0 25 0,0-25 16,0 24-16,0-24 0,0 25 0,0-25 0,0 25 0,0-25 16,0 25-16,0 0 0,0-25 0,-25 24 0,25-24 0,0 25 15,0-25-15,0 0 0,-25 25 0,25-25 0,0 25 16</inkml:trace>
  <inkml:trace contextRef="#ctx0" brushRef="#br1" timeOffset="441539.2546">7987 16669 0,'0'-25'0,"0"25"0,0 0 0,0-25 0,-25 25 16,25 0-16,0 0 0,0-25 0,0 25 0,0 0 15,0 0-15,0 0 0,0-24 0,0 24 0,0 0 0,0 0 16,0 0-16,0 0 0,0 0 0,25 0 0,-25 0 0,0 0 15,25 0-15,-25 24 0,25-24 0,-25 0 0,0 0 16,25 0-16,-25 0 0,0 25 0,24-25 0,-24 0 16,0 25-16,0-25 0,25 25 0,-25-25 0,0 0 0,0 25 15,25-1-15,-25-24 0,0 25 0,0-25 0,0 25 16,0-25-16,0 25 0,0 0 0,0-25 0,0 24 0,0 1 15,0-25-15,0 25 0,0-25 0,0 25 0,0-25 0,0 25 16,0-25-16,0 24 0,0-24 0,0 0 0,0 25 16,0-25-16,0 0 0,0 0 0,0 0 0,0 0 0,0 0 15,0 0-15,0 0 0,0 0 0,0 0 0,0 0 0,0 0 16,0 0-16,0-25 0,0 25 0,0 0 0,0-24 15,0 24-15,0-25 0,0 25 0,25-25 0,-25 0 0,0 25 16,0-25-16,0 1 0,0-1 0,0 25 0,25-25 16,-25 0-16,0 0 0,0 25 0,0-24 0,0-1 0,0 25 15,0-25-15,0 25 0,0-25 0,0 25 0,0-25 16,0 25-16,0 0 0,0 0 0,0 0 0,0-24 0,-25 24 15,25 0-15,0 0 0,0 0 0,0 0 0,0 24 16,0-24-16,0 0 0,-25 0 0,25 0 0,0 0 0,0 25 16,0-25-16,0 0 0,0 25 0,0-25 0,0 25 0,0-25 15,0 25-15,0-25 0,0 24 0,0 1 16,0-25-16,0 25 0,0-25 0,25 25 0,-25 0 0,0-25 0,0 24 15,0-24-15,25 25 0,-25-25 0,0 25 0,24-25 16,-24 0-16,0 25 0,25-25 0,-25 0 0,25 0 0,0 0 16,-25 0-16,25 0 0,-25 0 0,24 0 0,-24 0 15,25 0-15,0 0 0,-25-25 0,0 25 0,25 0 0,-25 0 16</inkml:trace>
  <inkml:trace contextRef="#ctx0" brushRef="#br1" timeOffset="441967.2791">8483 16942 0,'0'0'0,"0"0"15,0 0-15,0 0 0,0 0 0,0 0 0,0 0 0,0 0 16,0-25-16,0 25 0,0 0 0,0 0 0,25 0 0,-25 0 16,0-25-16,0 25 0,0 0 0,0 0 0,0 0 0,25 0 15,-25 0-15,0 0 0,0 0 0,0 0 16,0 0-16,0 0 0,0 0 0,0 0 0,0 0 0,0 0 0,0 0 15,0 0-15,25 0 0,-25 0 0,0 0 0,0 25 16,0-25-16,0 0 0,0 0 0,0 25 0,-25-25 0,25 24 16,0-24-16,0 0 0,0 25 0,0-25 0,0 25 0,0-25 15,0 0-15,0 25 0,0-25 0,0 0 0,0 0 16,0 25-16,0-25 0,0 0 0,0 0 0,25 0 0,-25 24 15,0-24-15,0 0 0,0 0 0,24 0 0,-24 0 16,0 0-16,0 0 0,25 0 0,-25 25 0,0-25 0,0 0 16,25 0-16,-25 0 0,0 0 0,0 0 0,0 25 0,0-25 15,25 0-15,-25 0 0,0 25 0,0-25 0,0 0 16,0 25-16,0-25 0,0 0 0,-25 0 0,25 24 15,0-24-15,0 0 0,0 25 0,-25-25 0,25 0 0,0 0 16,0 25-16,0-25 0,-25 0 0,25 0 0,0 0 0,0 0 16,-24 0-16,24 0 0,0 0 0,-25 0 0,25 0 0,0 0 15,-25 0-15,25 0 0,0 0 0,0 0 0,-25 0 16,25-25-16,0 25 0,0 0 0,-25-25 0,25 25 0,0-24 15,0 24-15,0-25 0,0 25 0,-24-25 0,24 25 16,0-25-16,24 0 0,-24 25 0</inkml:trace>
  <inkml:trace contextRef="#ctx0" brushRef="#br1" timeOffset="442311.2988">8657 16421 0,'0'0'0,"0"0"0,0 0 16,0-25-16,0 25 0,0 0 0,0 0 0,0 0 0,0 0 15,0 0-15,0 0 0,0 0 0,0 0 0,0 0 16,25 0-16,-25 0 0,0 25 0,0-25 0,0 0 0,24 25 15,-24-25-15,0 0 0,25 24 0,-25 1 0,0-25 16,25 25-16,-25-25 0,25 25 0,-25 0 0,25-1 0,-25 1 16,0-25-16,24 25 0,-24 0 0,0 0 0,25-1 0,-25-24 15,0 25-15,0 0 0,25 0 0,-25 0 0,0-25 16,0 24-16,0 1 0,0 0 0,0-25 0,0 25 0,0 0 15,0-25-15,0 24 0,0 1 0,-25-25 0,25 25 16,0 0-16,-25-25 0,25 25 0,0-25 0,-24 24 0,24 1 16,-25-25-16,25 25 0,0-25 0,-25 0 0,25 25 15,-25-25-15,25 25 0,-25-25 0</inkml:trace>
  <inkml:trace contextRef="#ctx0" brushRef="#br1" timeOffset="442719.3221">9426 16842 0,'0'0'0,"-25"0"16,25 0-16,0 0 0,0 0 0,0 0 0,0 0 0,0 0 15,0 0-15,0 0 0,0 0 0,0 0 0,0 0 16,0 0-16,0 0 0,25-24 0,-25 24 0,0 0 0,25 0 15,-25 0-15,24 0 0,-24 0 0,25 0 0,-25 0 16,25 0-16,-25 0 0,25 24 0,-25-24 0,25 0 0,-25 0 16,24 0-16,-24 0 0,25 0 0,-25 25 0,0-25 0,25 0 15,-25 0-15,25 0 0,-25 0 0,0 0 0,0 0 16,25 0-16,-25 0 0,0 0 0,0 0 0</inkml:trace>
  <inkml:trace contextRef="#ctx0" brushRef="#br1" timeOffset="442914.3333">9500 17066 0,'0'0'0,"0"0"0,0 0 0,0 0 16,0 0-16,0 0 0,0 0 0,0 0 0,0 0 0,0 0 15,0 0-15,0-25 0,0 25 0,25 0 0,-25 0 16,25 0-16,-25 0 0,25 0 0,-25 0 0,24 0 0,-24-25 15,25 25-15,0 0 0,-25 0 0,25 0 0,0 0 16,-25 0-16,24 0 0,1 0 0,0 0 0,-25 0 0,25 0 16,-25 0-16</inkml:trace>
  <inkml:trace contextRef="#ctx0" brushRef="#br1" timeOffset="443401.3611">10765 16545 0,'0'0'0,"0"0"0,0-25 0,0 25 0,0-25 0,0 25 0,0 0 0,0-25 0,0 25 0,0 0 0,-25 0 0,25 0 0,0-24 0,0 24 0,0 0 0,0 0 0,0 0 0,0 0 0,0-25 0,0 25 15,0 0-15,0 0 0,0 0 0,-24 0 0,24 0 0,0 0 16,0 0-16,0 0 0,0 0 0,-25 0 0,25 25 0,0-25 16,0 24-16,0-24 0,0 25 0,-25 0 0,25 0 15,0 0-15,0-1 0,0 1 0,0 0 0,0 25 16,25-26-16,-25 1 0,0 0 0,0 0 0,0 24 0,25-24 15,-25 0-15,0 0 0,24 0 0,-24-1 0,0-24 0,25 25 16,0 0-16,-25-25 0,25 25 0,-25-25 0,25 0 16,-1 25-16,1-25 0,-25 0 0,25 0 0,0 0 0,0 0 15,-25 0-15,24 0 0</inkml:trace>
  <inkml:trace contextRef="#ctx0" brushRef="#br1" timeOffset="444099.4011">11212 16793 0,'0'0'0,"0"0"0,0 0 0,-25 0 15,25 0-15,0 0 0,0 0 0,0 0 0,0 0 16,0 0-16,0 0 0,0-25 0,0 25 0,0 0 0,0 0 16,0 0-16,0 0 0,0 0 0,0 0 0,25 0 15,-25 0-15,0 0 0,0 0 0,0 0 0,25 0 0,-25 0 16,0 0-16,24 0 0,-24 0 0,25-25 0,-25 25 0,25 0 15,-25 0-15,25 0 0,0 0 0,-25 0 0,24 0 16,1 0-16,-25 0 0,25 0 0,0 0 0,-25 0 0,25 0 16,-1 0-16,-24 0 0,25 0 0,-25 0 0,25 0 15,0 0-15</inkml:trace>
  <inkml:trace contextRef="#ctx0" brushRef="#br1" timeOffset="444654.4328">11633 16644 0,'0'0'16,"0"0"-16,0 0 0,0-25 0,0 25 0,0 0 16,-24 0-16,24 0 0,0-25 0,0 25 0,0 0 0,0 0 15,24 0-15,-24 0 0,0 0 0,0 0 0,0 0 0,0 0 16,0 0-16,0 0 0,0 0 0,25 0 0,-25 0 15,0 0-15,0 0 0,25 0 0,-25 0 0,0 25 16,0-25-16,25 0 0,-25 0 0,0 25 0,0-25 0,0 25 16,0-25-16,25 0 0,-25 25 0,0-1 0,0-24 0,0 25 15,0-25-15,0 25 0,0-25 0,0 0 0,0 25 16,-25-25-16,25 25 0,0-25 0,0 24 0,0-24 0,0 0 15,0 25-15,0-25 0,0 0 0,0 25 0,0-25 16,0 0-16,0 0 0,0 0 0,0 0 0,0 25 0,0-25 16,0 0-16,0 0 0,0 0 0,0 0 0,0-25 0,0 25 15,0 0-15,25 0 0,-25 0 0,0-25 0,0 25 16,24 0-16,-24-25 0,0 25 0,25-24 0,-25-1 0,0 25 15,25-25-15,-25 0 0,0 25 0,25-25 0,-25 1 16,0 24-16,0-25 0,0 25 0,0-25 0,25 0 0,-25 25 16,0-25-16,0 25 0,0 0 0,0-24 0,0 24 15,0 0-15,0 0 0,0 0 0,-25-25 0,25 25 0,0 0 16,0 0-16,0 0 0,-25 0 0,25 0 0,0 0 15,0 0-15,0 25 0,-25-25 0,25 0 0,0 0 0,0 0 16,0 24-16,0-24 0,-25 0 0,25 25 0,0-25 0,0 25 16,0-25-16,0 25 0,0-25 0,25 25 0,-25-25 15,0 24-15,0-24 0,0 25 0,25-25 0,-25 25 0,0-25 16,0 25-16,25-25 0,-25 25 0,25-25 0,-25 24 15,0-24-15,24 0 0,-24 25 0,25-25 0,-25 0 0,25 0 16,-25 25-16,25-25 0,-25 0 0,25 0 0,-25 0 0,24 0 16,-24 0-16,0 0 0,25 0 0,-25 0 0,0 0 15,25 0-15,-25 0 0,0 0 0,25 0 0</inkml:trace>
  <inkml:trace contextRef="#ctx0" brushRef="#br1" timeOffset="444933.4488">12055 16942 0,'0'0'15,"0"0"-15,0 0 0,0 0 0,0 0 0,0 0 0,0 0 16,0 0-16,25 0 0,-25 0 0,0 0 0,0 0 15,0 0-15,0-25 0,0 25 0,0 0 0,0 0 0,25 0 16,-25 0-16,0 0 0,0 0 0,0 0 0,0 0 0,0 0 16,0 0-16,0 0 0,0 25 0,0-25 0,0 0 15,0 0-15,0 24 0,0-24 0,0 0 0,-25 25 16,25-25-16,0 25 0,0-25 0,0 0 0,0 25 0,-25-25 15,25 25-15,0-25 0,0 24 0,0-24 0,0 0 0,0 25 16,0-25-16,0 0 0,0 25 0,0-25 0,0 0 0,0 0 16,0 0-16,0 25 0,25-25 0,-25 0 0,0 0 15,0 0-15,0 0 0,25 0 0,-25 0 0,24 0 0,-24 0 16,0-25-16,25 25 0,-25 0 0,25 0 0,-25 0 15,25-25-15,0 25 0,-25 0 0,25 0 0,-25-25 0,24 25 16,-24 0-16,0 0 0,25 0 0</inkml:trace>
  <inkml:trace contextRef="#ctx0" brushRef="#br1" timeOffset="445312.4704">12675 17066 0,'0'0'0,"0"0"0,0-25 0,0 25 0,0 0 15,0 0-15,0 0 0,0 0 0,-25 0 0,25 0 0,0 0 16,0 0-16,0 0 0,0 0 0,0 0 0,0 0 15,0 0-15,25 0 0,-25 25 0,0-25 0,0 0 0,0 24 16,0-24-16,0 0 0,25 25 0,-25-25 0,0 25 0,0-25 16,0 25-16,0-25 0,0 25 0,0-25 0,0 0 15,0 24-15,0-24 0,0 25 0,0-25 0,0 25 0,0-25 16,-25 25-16,25-25 0,0 0 0,0 25 0,0-25 15,0 0-15,0 0 0,0 24 0,0-24 0,0 0 0</inkml:trace>
  <inkml:trace contextRef="#ctx0" brushRef="#br1" timeOffset="446014.5106">12998 16768 0,'0'0'0,"0"-25"0,0 25 15,0 0-15,-25-25 0,25 25 0,0 0 0,0-24 16,0 24-16,0 0 0,-25 0 0,25-25 0,0 25 0,0 0 15,0 0-15,0 0 0,0-25 0,0 25 0,0 0 0,0 0 16,0 0-16,25 0 0,-25 0 0,0-25 0,0 25 16,0 0-16,0 0 0,25 0 0,-25 0 0,0 0 15,24 0-15,-24 0 0,0 0 0,25 0 0,-25 0 0,0 0 16,25 0-16,-25 25 0,0-25 0,25 0 0,-25 25 0,0-25 15,0 25-15,25-1 0,-25-24 0,0 25 0,0 0 16,0-25-16,0 25 0,0 0 0,0-1 0,0-24 0,0 25 16,0 0-16,0-25 0,0 25 0,0 0 0,0-25 15,0 24-15,0-24 0,0 0 0,0 25 0,-25-25 0,25 0 94,0 0-94,0 25 0,0-25 0,0 0 0,0 0 0,0 0 0,0 0 0,0 0 0,0 0 0,0 0 0,0 0 0,0-25 0,25 25 0,-25 0 0,0-25 0,0 25 0,0 0 0,0-24 0,24 24 0,-24-25 0,0 0 0,25 25 0,-25-25 0,0 0 0,25 25 0,-25-24 0,25-1 0,-25 0 0,0 25 0,0-25 0,25 0 0,-25 25 0,0-24 0,0 24 15,25-25-15,-25 25 0,0 0 0,0-25 0,0 25 16,0 0-16,0 0 0,0 0 0,-25 0 0,25 0 0,0 0 16,0 0-16,0 0 0,0 0 0,-25 0 0,25 0 15,0 25-15,0-25 0,-25 0 0,25 0 0,0 0 0,0 25 16,-25-25-16,25 0 0,0 24 0,0-24 0,0 0 0,0 25 15,0-25-15,0 0 0,0 25 0,0-25 0,0 25 16,0-25-16,0 25 0,25-25 0,-25 24 0,0-24 0,0 0 16,25 25-16,-25-25 0,25 25 0,-25-25 0,25 0 15,-25 25-15,0-25 0,24 0 0,-24 25 0,25-25 0,-25 0 16,25 0-16,-25 24 0,25-24 0,-25 0 0,0 0 0,25 0 15,-25 0-15,24 0 0,-24 0 0,0 0 0,0 0 16</inkml:trace>
  <inkml:trace contextRef="#ctx0" brushRef="#br1" timeOffset="446316.5279">13444 17041 0,'0'0'0,"0"0"0,0 0 0,0 0 0,0 0 0,0 0 0,0 0 0,0 0 0,0 0 0,0 0 0,0 0 16,0-25-16,0 25 0,0 0 0,25 0 0,-25 0 15,0 0-15,0 0 0,0 0 0,0-25 0,25 25 0,-25 0 16,0 0-16,0 0 0,0 0 0,0 0 0,0 0 0,0 0 15,0 25-15,0-25 0,0 0 0,0 0 0,0 0 16,0 25-16,0-25 0,0 0 0,0 25 0,0-25 0,0 24 16,-25-24-16,25 0 0,0 25 0,0-25 0,0 25 15,-25-25-15,25 25 0,0-25 0,0 25 0,0-25 0,0 24 16,0-24-16,-25 0 0,25 25 0,0-25 0,0 0 0,0 0 15,0 25-15,0-25 0,25 0 0,-25 0 0,0 0 16,0 0-16,0 0 0,25 0 0,-25 0 0,25 0 0,-25 0 16,25 0-16,-25 0 0,24-25 0,-24 25 0,25 0 46,-25 0 32</inkml:trace>
  <inkml:trace contextRef="#ctx0" brushRef="#br1" timeOffset="446573.5426">13990 17066 0,'0'0'16,"0"0"-16,0-25 0,0 25 0,0 0 0,0 0 0,0 0 15,0 0-15,0 0 0,0 0 0,0 0 0,0 0 0,0 0 16,0 25-16,0-25 0,25 0 0,-25 24 0,0-24 15,0 0-15,0 25 0,0-25 0,0 25 0,0-25 0,0 25 16,0-25-16,0 25 0,0-25 0,-25 24 0,25-24 0,0 25 16,0-25-16,0 25 0,0-25 0,-25 0 0,25 25 15,0-25-15,0 0 0,-25 25 0,25-25 0</inkml:trace>
  <inkml:trace contextRef="#ctx0" brushRef="#br1" timeOffset="447300.5842">14585 16669 0,'0'-25'0,"0"25"16,0 0-16,0 0 0,0-25 0,-25 25 0,25 0 16,0 0-16,0-25 0,0 25 0,0 0 0,0 0 0,0 0 15,25-24-15,-25 24 0,0 0 0,0-25 0,0 25 16,0 0-16,25 0 0,-25 0 0,0-25 0,0 25 0,25 0 15,-25 0-15,0 0 0,0 0 0,25 0 0,-25 0 16,0 0-16,0 0 0,0 25 0,0-25 0,24 0 0,-24 25 16,0-25-16,0 24 0,0-24 0,0 25 0,0-25 15,0 25-15,0-25 0,25 25 0,-25 0 0,0-25 0,0 24 16,0-24-16,0 25 0,0 0 0,0-25 0,0 25 0,0 0 15,0-25-15,0 24 0,0-24 0,0 25 0,0 0 16,0-25-16,0 25 0,0-25 0,0 25 0,0-25 0,0 0 16,0 24-16,0-24 0,0 0 0,0 0 0,0 25 15,0-25-15,0 0 0,0 0 0,0 0 0,0 0 0,0 0 16,0 0-16,0 0 0,0 0 0,0-25 0,0 25 0,0 0 15,0-24-15,0 24 0,0 0 0,25-25 0,-25 25 16,0-25-16,0 0 0,0 25 0,25-25 0,-25 1 0,0 24 16,0-25-16,0 0 0,0 25 0,0-25 0,25 0 15,-25 1-15,0 24 0,0-25 0,0 25 0,0-25 0,0 25 16,0-25-16,0 25 0,0 0 0,0-25 0,0 25 15,0 0-15,0 0 0,0 0 0,0 0 0,0 0 0,0 0 16,0 0-16,0 0 0,0 0 0,0 0 0,-25 0 0,25 0 16,0 25-16,0-25 0,0 0 0,0 25 0,0-25 15,0 0-15,0 25 0,0-25 0,0 25 0,0-1 0,0-24 16,0 25-16,0-25 0,0 25 0,0-25 0,0 25 15,0 0-15,0-25 0,25 24 0,-25-24 0,0 25 0,0-25 16,0 25-16,24-25 0,-24 0 0,0 25 0,25-25 0,-25 0 16,25 25-16,-25-25 0,0 0 0,25 0 15,-25 0-15,0 0 0,25 0 0,-25 0 0,24 0 0,-24 0 0,0 0 16,25 0-16,-25 0 0,25 0 0,-25 0 0,0-25 15,25 25-15,-25 0 0</inkml:trace>
  <inkml:trace contextRef="#ctx0" brushRef="#br1" timeOffset="447691.6065">15007 16942 0,'0'0'0,"0"0"0,0 0 0,0 0 0,0 0 15,0 0-15,0 0 0,0 0 0,0 0 47,25-25-47,-25 25 0,0 0 0,0 0 16,0 0-16,24 0 0,-24-25 0,0 25 0,0 0 0,0 0 0,25 0 0,-25 0 0,0 0 0,0 0 0,0 0 0,0 0 0,0 0 0,0 0 0,0 0 0,25 0 0,-25 25 0,0-25 0,-25 0 0,25 25 15,0-25-15,0 0 0,0 24 0,0-24 0,0 25 0,0-25 16,0 25-16,-25-25 0,25 0 0,0 25 0,0-25 16,0 25-16,0-25 0,0 0 0,-24 24 0,24-24 0,0 0 15,0 25-15,24-25 0,-24 0 0,0 0 0,0 0 0,0 25 16,0-25-16,0 0 0,0 0 0,25 0 0,-25 0 15,0 0-15,0 0 0,25 0 0,-25 0 0,0 0 0,25 0 16,-25 25-16,0-25 0,25 0 0,-25 0 0,0 0 16,24 0-16,-24 0 0,0 25 0,0-25 0,25 0 0,-25 0 15,0 0-15,0 0 0,0 24 0,0-24 0,0 0 0,0 0 16,0 0-16,0 25 0,-25-25 0,25 0 0,0 0 15,0 0-15,-24 25 0,24-25 0,0 0 0,-25 0 0,25 0 16,0 0-16,-25 0 0,25 25 0,0-25 47,-25 0-47,25 0 0,0 0 0,-25 0 0,25 0 0,0 0 0,-24-25 0,24 25 0,0 0 0,0 0 0,0 0 0,0-25 0,-25 25 0,25-25 0,0 25 0,0-24 0,0 24 0,25-25 15,-25 25-15,0-25 0</inkml:trace>
  <inkml:trace contextRef="#ctx0" brushRef="#br1" timeOffset="447971.6225">15404 16545 0,'0'-25'0,"0"25"0,0 0 0,0 0 0,0 0 16,25-25-16,-25 25 0,0 0 0,0 0 0,0 0 15,24 0-15,-24 0 0,0 0 0,0 0 0,25 0 0,-25 0 16,0 0-16,25 25 0,-25-25 0,0 0 0,25 0 16,-25 25-16,25 0 0,-25-25 0,0 24 0,24 1 0,-24-25 15,0 25-15,0 0 0,25 0 0,-25-1 0,0 1 16,25 0-16,-25 0 0,0 0 0,0-1 0,0 1 0,25 0 15,-25 0-15,0 0 0,0-1 0,0 1 0,0-25 0,0 25 16,0 0-16,-25 0 0,25-25 0,0 24 0,0 1 16,-25-25-16,25 25 0,-25-25 0,25 25 0,-24-25 0,24 0 15,-25 25-15,25-25 0</inkml:trace>
  <inkml:trace contextRef="#ctx0" brushRef="#br1" timeOffset="448390.6465">16396 16842 0,'0'0'0,"0"0"0,0 0 0,0 0 0,0 0 0,0 0 0,0 0 0,25 0 0,-25 0 0,0 0 0,0 0 0,0 0 0,0 0 0,25 0 0,-25 0 0,24 0 0,-24 0 16,0 0-16,25 0 0,-25 0 0,25 0 0,0 0 0,-25 0 15,0 0-15,25 0 0,-25 0 0,24 0 0,-24 0 16,0 0-16,25 0 0,-25 0 0,0 0 0,0 0 0,0 0 15,0 0-15</inkml:trace>
  <inkml:trace contextRef="#ctx0" brushRef="#br1" timeOffset="448580.6574">16421 17066 0,'0'0'0,"0"0"0,0 0 16,0 0-16,0 0 0,0 0 0,0 0 15,0 0-15,0 0 0,0 0 0,25-25 0,-25 25 0,0 0 0,24 0 16,-24 0-16,25 0 0,-25 0 0,25 0 0,0 0 0,-25 0 15,25 0-15,-25 0 0,24 0 0,-24 0 0,25 0 0,0 0 16,-25 0-16,25 0 0,-25 0 0,25 0 0,-25 0 16,24 0-16,-24 0 0</inkml:trace>
  <inkml:trace contextRef="#ctx0" brushRef="#br1" timeOffset="449223.6942">17413 16718 0,'0'0'0,"-25"0"16,25 0-16,0 0 0,0-24 0,0 24 0,0 0 0,0-25 15,0 25-15,0 0 0,0 0 0,0-25 0,0 25 0,0 0 16,0 0-16,0-25 0,0 25 0,0 0 0,0 0 0,0 0 15,0-25-15,0 25 0,0 0 0,0 0 0,0 0 16,0 0-16,0 0 0,0-24 0,0 24 0,0 0 16,0 0-16,0 0 0,0 0 0,0 0 0,0 0 0,0 0 15,25 0-15,-25 0 0,0 0 0,0 0 0,0 0 0,0-25 16,0 25-16,0 0 0,25 0 0,-25 0 0,0 0 15,0 0-15,0 0 0,24 0 0,-24 0 0,0 0 0,0 25 16,0-25-16,0 0 0,0 0 0,25 0 0,-25 0 16,0 0-16,0 24 0,0-24 0,0 0 0,0 0 0,0 25 15,0-25-15,0 0 0,0 25 0,0-25 0,0 0 0,0 25 16,0-25-16,0 0 0,0 25 0,0-25 0,0 24 15,0-24-15,0 25 0,0-25 0,0 0 0,0 25 0,0-25 16,0 25-16,0-25 0,0 0 0,-25 25 0,25-25 16,0 24-16,0-24 0,0 0 0,0 25 0,0-25 0,-24 0 15,24 25-15,0-25 0,0 0 0,0 25 0,0-25 0,0 0 16,-25 25-16,25-25 0,0 0 0,0 0 0,0 0 15,0 24-15,0-24 0,0 0 0,0 0 0,0 0 16,0 0-16,0 0 0,0 0 0,0 0 0,0-24 0,0 24 16,0 0-16,0 0 0,25-25 0,-25 25 0,0 0 0,0-25 15,0 25-15,24-25 0,-24 25 0</inkml:trace>
  <inkml:trace contextRef="#ctx0" brushRef="#br1" timeOffset="449492.7095">17636 16644 0,'0'0'0,"0"0"0,0 0 16,0 0-16,0-25 0,0 25 0,0 0 0,-25 0 15,25 0-15,0 0 0,0 0 0,0 0 0,0-25 0,0 25 16,0 0-16,0 0 0,0 0 0,-24 0 0,24 0 0,0 0 16,0 0-16,0 25 0,0-25 0,0 0 0,-25 0 0,25 0 15,0 0-15,0 25 0,0-25 0,0 0 0,-25 25 16,25-25-16,0 0 0,0 25 0,0-25 0,0 24 15,0-24-15,0 25 0,0-25 0,0 25 0,0-25 0,0 25 16,0-25-16,0 25 0,0-25 0,0 24 0,25-24 0,-25 25 16,0-25-16,25 0 0,-25 25 0,24-25 0,-24 0 15,25 25-15,-25-25 0,25 0 0,-25 0 0,25 25 0,-25-25 16,25 0-16,-25 0 0,24 0 0,-24 0 0,25 0 15,-25 0-15,25 24 0,-25-24 0,25 0 0,-25 0 0</inkml:trace>
  <inkml:trace contextRef="#ctx0" brushRef="#br1" timeOffset="449876.7315">17835 17066 0,'0'0'0,"0"0"0,0 0 0,0 0 15,0 0-15,0 0 0,0-25 0,0 25 0,-25 0 0,25 0 16,25 0-16,-25 0 0,0 0 0,0 0 0,0 0 0,0 0 16,0 0-16,24 0 0,-24 0 0,0 0 0,0 0 15,0 0-15,25 0 0,-25 0 0,0 0 0,0 25 0,0-25 16,0 0-16,0 0 0,0 0 0,0 0 0,0 24 15,0-24-15,0 0 0,0 0 0,0 25 0,0-25 0,0 0 16,0 25-16,0-25 0,0 0 0,0 25 0,-25-25 0,25 0 16,0 25-16,0-25 0,-24 0 0,24 24 0,0-24 15,0 0-15,-25 0 0,25 25 0,0-25 0,0 0 0,0 0 16,-25 25-16,25-25 0,0 0 0,0 0 0,0 0 15,0 0-15,25 0 0,-25 0 0,0 0 0,0 0 0,0 0 16,25 0 15,-25 0-31,0 0 0,24-25 0,-24 25 0,25 0 16,0 0-16,-25 0 0,25 0 0,-25 0 0,25 0 0,-1 0 0,-24 0 0,25 0 0,-25 0 0,25 0 0,-25 0 0,25 0 0,-25 0 0,25 0 0,-25 0 0,24 0 15,-24 0-15,0 0 0,0 0 0</inkml:trace>
  <inkml:trace contextRef="#ctx0" brushRef="#br1" timeOffset="450342.7582">18504 16470 0,'0'0'0,"-25"0"0,25-24 0,0 24 16,0-25-16,0 25 0,0 0 78,0-25-78,0 25 0,-24 0 0,24 0 0,0-25 0,0 25 0,0 0 0,0 0 0,-25 0 0,25 0 0,0 0 0,0-25 0,0 25 0,0 0 0,0 0 0,-25 0 0,25 0 15,0 0-15,0 0 0,0 0 0,0 0 0,-25 25 0,25-25 0,0 0 0,-25 25 0,25-25 0,0 25 0,-24 0 0,24-25 0,0 24 0,-25 1 0,25 0 0,0 0 0,-25 0 0,25-1 0,0 1 16,0 0-16,0 0 0,0 0 0,0-1 0,0 1 16,0 0-16,0-25 0,0 25 0,25 0 0,-25-1 0,0-24 15,25 25-15,-25 0 0,24-25 0,-24 25 0,25-25 0,0 25 16,-25-25-16,25 0 0,-25 24 0,25-24 0,-25 0 15,24 0-15,1 0 0</inkml:trace>
  <inkml:trace contextRef="#ctx0" brushRef="#br1" timeOffset="451311.8136">19000 16743 0,'0'0'0,"-24"0"0,24 0 0,0 0 0,0 0 0,-25 0 0,25 0 0,0-25 0,0 25 0,0 0 0,0 0 16,0 0-16,0 0 0,0 0 0,0 0 0,0 0 0,0 0 0,0 0 0,0 0 0,0 0 0,0 0 0,25 0 0,-25 0 0,0 0 0,24 0 15,-24 0-15,0 0 0,25 0 0,-25 0 0,25 0 16,-25 0-16,0 0 0,25 0 0,-25 0 0,25 0 0,-25 0 15,24 0-15,-24 0 0,25 25 0,-25-25 0,25 0 0,-25 0 16,25 0-16,-25 0 0,25 0 0,-25 0 16,0 0-16,24 0 0,-24 25 0</inkml:trace>
  <inkml:trace contextRef="#ctx0" brushRef="#br1" timeOffset="451663.8337">19323 16942 0,'0'0'0,"25"-25"125,-25 0-125,0 25 0,24 0 0,-24-25 0,0 25 0,0-25 0,25 25 0,-25 0 0,0-24 0,25 24 0,-25-25 0,0 25 0,0-25 0,25 25 0,-25-25 0,0 25 0,0-25 0,0 25 0,0 0 0,25-24 0,-25 24 0,0-25 0,0 25 0,0 0 0,0-25 0,0 25 0,0 0 0,0 0 0,0 0 0,0 0 0,0 0 0,0-25 0,0 25 0,0 0 16,0 0-16,0 0 0,0 25 0,0-25 0,0 0 0,-25 0 0,25 0 0,0 25 0,0-25 15,0 0-15,0 25 0,0-25 0,0 0 0,0 24 16,0-24-16,0 25 0,0-25 0,0 25 0,0-25 0,0 25 15,0-25-15,0 25 0,0-25 0,0 24 0,0-24 0,0 25 16,0-25-16,25 25 0,-25-25 0,0 0 0,0 25 16,0-25-16,0 25 0,0-25 0,0 0 0,0 24 0,0-24 15,0 0-15,0 0 0,0 25 0,0-25 0,0 0 0,0 0 16,0 0-16,0 0 0,0 0 0,0 0 0,0 0 15</inkml:trace>
  <inkml:trace contextRef="#ctx0" brushRef="#br1" timeOffset="451970.8513">19769 16991 0,'0'0'0,"0"0"0,0 0 0,0 0 16,0 0-16,0 0 0,0 0 0,0 0 0,0 0 0,0 0 15,25 0-15,-25 0 0,0 0 0,0 0 0,0 0 16,0 25-16,0-25 0,0 0 0,-25 0 0,25 25 0,0-25 15,0 0-15,0 25 0,0-25 0,0 0 0,0 24 16,0-24-16,0 0 0,0 25 0,-24-25 0,24 0 0,0 25 16,0-25-16,-25 25 0,25-25 0,0 0 0,0 0 0,-25 25 15,25-25-15,0 0 0,-25 24 0,25-24 0,0 0 16,0 0-16,0 0 0,-25 0 0,25 0 0</inkml:trace>
  <inkml:trace contextRef="#ctx0" brushRef="#br1" timeOffset="452585.8865">20166 16867 0,'0'0'0,"0"0"0,0 0 0,0 0 15,0 25-15,0-25 0,0 0 0,0 0 0,0 0 0,0 0 16,0 0-16,0 0 0,0 0 0,0 0 0,25 0 0,-25 0 16,0 0-16,0 0 0,0-25 0,0 25 0,25 0 15,-25 0-15,0 0 0,0-25 0,0 25 0,25 0 16,-25-24-16,0 24 0,0 0 0,0-25 0,0 25 0,24 0 15,-24-25-15,0 25 0,0-25 0,0 25 0,0 0 0,25-25 16,-25 25-16,0-24 0,0 24 0,0-25 0,25 25 16,-25-25-16,0 25 0,0 0 0,0-25 0,0 25 0,0 0 15,0 0-15,0-25 0,0 25 0,0 0 0,0 0 16,0 0-16,0 0 0,0 0 0,0 0 0,0 0 0,0 0 15,0 0-15,0 0 0,0 0 0,0 0 0,0 25 47,25 50 31,-25-51-78,0-24 0,0 25 0,0-25 0,0 25 0,0-25 0,0 25 0,0-25 0,0 25 0,0-25 0,0 24 0,0-24 0,25 0 0,-25 25 0,0-25 0,0 0 0,0 25 0,0-25 0,0 0 0,0 0 0,0 25 0,0-25 0,0 0 16,0 0-16,24 0 0,-24 0 0,0 0 0,0 0 0,0 0 0,0 0 0,0 0 0,0 0 0</inkml:trace>
  <inkml:trace contextRef="#ctx0" brushRef="#br1" timeOffset="452977.9089">20662 16917 0,'0'0'0,"0"0"16,0 0-16,0 0 0,0 0 0,0 0 0,0 0 0,0 0 15,0 0-15,0 0 0,0 0 0,0 0 0,0 0 0,0 0 16,0 0-16,0 0 0,25 0 0,-25 25 0,0-25 0,0 0 15,0 0-15,0 0 0,0 0 0,0 0 0,0 0 16,0 0-16,0 0 0,0 0 0,0 0 0,0 24 0,0-24 16,0 0-16,0 0 0,0 0 0,0 0 0,0 25 15,0-25-15,0 0 0,0 0 0,0 25 0,0-25 0,0 0 16,0 25-16,0-25 0,0 25 0,0-25 0,-25 0 0,25 24 15,0-24-15,0 25 0,0-25 0,0 0 0,-25 25 16,25-25-16,0 0 0,0 25 0,0-25 0,0 0 0,0 25 16,0-25-16,-24 0 0,24 0 0,0 0 0,0 0 15,0 0-15,0 0 0,0 0 0,0 0 0,0 0 0,0 0 16,24 0-16</inkml:trace>
  <inkml:trace contextRef="#ctx0" brushRef="#br1" timeOffset="453484.9379">21084 16644 0,'0'0'0,"0"0"0,0-25 0,0 25 0,0-25 0,0 25 16,0 0-16,0-24 0,0 24 0,0 0 0,0-25 15,-25 25-15,25 0 0,0-25 0,0 25 0,0 0 0,0-25 16,0 25-16,0 0 0,0 0 0,0-25 0,0 25 16,0 0-16,0 0 0,0 0 0,0 0 0,0 0 0,0-24 15,-25 24-15,25 0 0,0 0 0,0 0 0,0 0 16,0 0-16,0 24 0,-24-24 0,24 0 0,0 0 0,0 25 15,0-25-15,-25 25 0,25 0 0,0-25 0,0 25 16,-25-1-16,25-24 0,0 25 0,0 0 0,0-25 16,0 25-16,0 0 0,0-25 0,0 24 0,0 1 0,0-25 0,0 25 15,0-25-15,0 25 0,0-25 0,0 25 16,25-25-16,-25 0 0,0 24 0,0-24 0,0 0 0,25 25 0,-25-25 15,0 0-15,0 0 0,24 0 0,-24 0 0,0 0 16,25 0-16,-25 0 0,0 0 0,25-25 0,-25 25 0,0 0 16,25 0-16,-25-24 0,0 24 0,25 0 0,-25-25 15,0 25-15,0-25 0,0 25 0,24 0 0,-24-25 0,0 25 16,0-25-16,0 25 0,0-24 0,0-1 0,0 25 15,-24-25-15,24 0 0,0 25 0,0-25 0,0 1 0,-25 24 16,25-25-16,0 0 0,0 25 0,-25 0 0,25-25 16,0 25-16,0 0 0,0-25 0,-25 25 0,25 0 0,0 0 15,0 0-15,0 0 0,0 25 0,0-25 0,-25 0 16,25 0-16,0 0 0,0 25 0,0-25 0,0 0 0,0 0 15,0 25-15,0-25 0,0 0 0,0 0 0,0 0 0,0 25 16,0-25-16,0 0 0,25 0 0</inkml:trace>
  <inkml:trace contextRef="#ctx0" brushRef="#br1" timeOffset="453805.9562">21332 16297 0,'0'0'0,"0"0"16,0 0-16,25 0 0,-25 0 0,0 0 0,0 24 15,0-24-15,0 0 0,0 0 0,25 0 0,-25 0 0,0 0 16,24 25-16,-24-25 0,0 0 0,25 25 0,-25-25 15,0 25-15,0-25 0,25 25 0,-25 0 0,0-25 0,25 24 16,-25 1-16,0 0 0,0 0 0,25-25 0,-25 25 0,0-1 16,0 1-16,0 0 0,0 0 0,0 0 0,0-1 15,0 1-15,0-25 0,0 25 0,0 0 0,-25 0 16,25-1-16,0 1 0,0-25 0,0 25 0,-25 0 0,25-25 15,0 25-15,-25-1 0,25-24 0,-25 25 0,25-25 0,-24 25 16,24-25-16,-25 0 0,25 0 0,-25 0 0,25 0 0,-25 0 16,25 0-16</inkml:trace>
  <inkml:trace contextRef="#ctx0" brushRef="#br1" timeOffset="454252.9818">22225 16842 0,'0'0'0,"0"0"0,0 0 0,0 0 0,0 0 0,0 0 0,0 0 0,0 0 0,25-24 0,-25 24 0,0 0 0,0 0 0,25 0 0,-25 0 0,24 0 0,-24 0 0,25 0 0,-25 0 0,25 0 0,-25 0 0,25 0 0,0 24 0,-25-24 0,24 0 16,1 0-16,-25 0 0,25 0 0,-25 0 0,25 0 0,-25 0 0,25 0 15,-25 0-15,0 0 0,24 0 0,-24 0 0,0 0 16,0 0-16,0 0 0,0 0 0,0 0 0,0 0 0,0 0 15,0 0-15,0 0 0,0 0 0,0 0 0,-24-24 0</inkml:trace>
  <inkml:trace contextRef="#ctx0" brushRef="#br1" timeOffset="454448.993">22374 16669 0,'0'0'0,"0"0"0,0-25 16,-25 25-16,25 0 0,0 0 0,0 0 0,0-25 0,0 25 16,0 0-16,0 0 0,25 0 0,-25 0 0,0 25 15,0-25-15,0 0 0,0 25 0,0-25 0,25 0 0,-25 25 16,0-1-16,0-24 0,0 25 0,0-25 0,24 25 15,-24 0-15,0 0 0,0-25 0,0 24 0,0 1 0,0-25 16,25 25-16,-25-25 0,0 25 0,0 0 0,0-25 16,0 24-16,0 1 0,0-25 0,0 25 0,0-25 0,0 25 15,0-25-15,-25 25 0,25-25 0</inkml:trace>
  <inkml:trace contextRef="#ctx0" brushRef="#br1" timeOffset="455004.0248">23341 16545 0,'0'0'0,"0"0"0,0-25 0,25 25 0,-25 0 0,0 0 16,0 0-16,0 0 0,0 0 0,0 0 0,0 0 0,0 0 16,0-25-16,0 25 0,25 0 0,-25 0 0,0 25 15,0-25-15,0 0 0,0 0 0,0 0 0,0 0 16,25 0-16,-25 25 0,0-25 0,0 25 0,0-25 0,0 0 15,0 24-15,0-24 0,0 25 0,0 0 0,0-25 0,0 25 16,0 0-16,0-25 0,0 24 0,0 1 0,0-25 16,0 25-16,-25 0 0,25-25 0,0 25 0,0-25 0,0 24 15,0 1-15,0-25 0,0 0 0,0 25 0,0-25 16,0 0-16,0 25 0,0-25 0,0 0 0,0 0 0,0 0 15,0 25-15,0-25 0,0 0 0,0 0 0,0-25 0,0 25 16,0 0-16,0 0 0,0 0 0,0-25 0,0 25 16,0-25-16,0 25 0,0-25 0,25 25 0,-25-24 0,0 24 15,0-25-15,0 0 0,24 25 0,-24-25 0,0 0 16,0 25-16</inkml:trace>
  <inkml:trace contextRef="#ctx0" brushRef="#br1" timeOffset="455196.0358">23515 16619 0,'0'-25'16,"0"25"-16,0 0 0,0 0 0,0 0 0,0 0 0,0 0 16,0 0-16,0 0 0,0 0 0,0 0 0,0 0 0,0 0 15,0 0-15,0 0 0,0 0 0,0 0 0,0 25 16,0-25-16,0 0 0,0 25 0,0-25 0,0 25 0,0-25 15,0 0-15,0 25 0,-25-25 0,25 24 0,0 1 16,0-25-16,0 25 0,0-25 0,0 25 0,0-25 0,25 25 16,-25-25-16,0 24 0,0-24 0,0 25 0,25-25 15,-25 25-15,0-25 0,24 0 0,-24 25 0,0-25 0,25 0 16,-25 25-16,25-25 0,-25 0 0,25 0 0,-25 0 0,25 0 15,-25 0-15,24 0 0,-24 0 0,25 0 0,-25 0 16,0 0-16,25 0 0</inkml:trace>
  <inkml:trace contextRef="#ctx0" brushRef="#br1" timeOffset="455620.06">23788 16867 0,'0'0'0,"0"-25"0,0 25 0,0 0 15,0 0-15,0 0 0,0 0 0,24-24 0,-24 24 0,0 0 0,0 0 16,0 0-16,0 0 0,0 0 0,0 0 0,25 0 16,-25 0-16,0 0 0,0 0 78,0 0-78,0 0 0,0 24 0,25-24 0,-25 0 0,0 0 0,0 0 0,0 0 0,0 25 0,0-25 0,-25 0 0,25 0 0,0 25 0,0-25 0,0 0 0,0 0 0,0 25 0,0-25 0,-25 0 0,25 0 0,0 25 15,0-25-15,0 0 0,0 0 0,0 24 0,0-24 0,-24 0 0,24 0 0,0 0 0,0 0 0,0 25 0,0-25 0,24 0 0,-24 0 0,0 0 0,0 0 16,0 0-16,0 0 0,25 0 0,-25 0 0,0 25 0,0-25 15,25 0-15,-25 0 0,0 0 0,0 0 0,25 0 16,-25 0-16,0 25 0,0-25 0,0 0 0,25 0 0,-25 25 16,0-25-16,0 0 0,0 0 0,0 24 0,0-24 0,0 0 15,0 25-15,0-25 0,0 0 0,0 0 0,-25 25 0,25-25 16,0 0-16,0 25 0,-25-25 0,25 0 0,0 0 0,-25 25 15,25-25-15,-25 0 0,25 0 0,0 0 0,-24 0 16,24 24-16,0-24 0,-25 0 0,25 0 0,0 0 0,-25 0 16,25 0-16,0-24 0,-25 24 0,25 0 0,0 0 15,0 0-15,-25-25 0,25 25 0</inkml:trace>
  <inkml:trace contextRef="#ctx0" brushRef="#br1" timeOffset="456011.0824">24457 16371 0,'0'0'0,"-24"0"0,24 0 0,0-25 15,-25 25-15,25 0 0,0 0 0,-25 0 0,25 0 0,0 0 16,-25 0-16,25 0 0,0 0 0,0 0 0,-25 0 16,25 25-16,-24-25 0,24 25 0,0-25 0,-25 25 0,25 0 15,0-1-15,0-24 0,-25 25 0,25 0 0,0 0 16,0 0-16,0-1 0,-25 1 0,25 0 0,0 0 0,0 0 15,0-1-15,0 1 0,0 0 0,0 0 0,0 0 0,25-1 16,-25 1-16,0-25 0,0 25 0,0 0 0,25-25 0,-25 25 16,0-1-16,25-24 0,-25 25 0,24-25 0,-24 0 15,0 25-15,25-25 0,-25 0 0,0 0 0</inkml:trace>
  <inkml:trace contextRef="#ctx0" brushRef="#br1" timeOffset="456578.1148">24879 16594 0,'0'0'0,"-25"-24"15,25 24-15,0-25 0,0 25 0,0 0 0,-25-25 16,25 25-16,0 0 0,0 0 0,-24-25 0,24 25 0,0 0 16,0 0-16,-25-25 0,25 25 0,0 0 0,0 0 15,-25 0-15,25 0 0,0 0 0,0 0 0,-25 0 0,25 0 16,0 25-16,0-25 0,0 0 0,-25 0 0,25 0 15,0 25-15,0-25 0,0 25 0,0-25 0,-24 25 0,24-1 16,0-24-16,0 25 0,0-25 0,0 25 0,0 0 16,0 0-16,0-25 0,0 24 0,0 1 0,0-25 0,0 25 15,0 0-15,24-25 0,-24 25 0,0-1 0,0-24 0,25 25 16,-25-25-16,0 25 0,0-25 0,25 0 0,-25 0 0,25 25 15,-25-25-15,0 0 0,25 0 0,-25 0 0,0 0 16,24-25-16,-24 25 0,25 0 0,-25 0 0,25-25 0,-25 25 16,25-25-16,-25 25 0,0-24 0,25 24 0,-25-25 15,25 0-15,-25 25 0,0-25 0,0 0 0,0 1 0,0 24 16,0-25-16,0 0 0,0 25 0,0-25 0,0 25 15,0-25-15,0 25 0,-25-24 0,25 24 0,0-25 0,0 25 16,-25 0-16,25 0 0,0 0 0,-25 0 0,25 0 16,0 0-16,0 0 0,-25 0 0,25 0 0,0 0 0,0 0 15,0 0-15,0 25 0,0-25 0,-25 0 0,25 0 16,0 24-16,0-24 0,0 0 0,0 0 0,0 25 0,0-25 15</inkml:trace>
  <inkml:trace contextRef="#ctx0" brushRef="#br1" timeOffset="456807.1279">25053 16842 0,'0'0'0,"0"0"0,25 0 0,-25 0 16,0 0-16,0 25 0,0-25 0,0 0 0,0 0 0,0 0 15,0 0-15,0 0 0,0 0 0,0 0 0,0 25 16,0-25-16,-25 0 0,25 0 0,0 25 0,0-25 0,0 0 15,0 25-15,0-25 0,-25 24 0,25-24 0,0 25 16,0-25-16,0 25 0,-25-25 0,25 25 0,0-25 0,0 25 16,0-25-16,0 0 0,-25 24 0,25-24 0,0 25 0,0-25 15,0 0-15,0 25 0,0-25 0,0 0 0,0 25 16,0-25-16,0 0 0,0 0 0,0 0 0</inkml:trace>
  <inkml:trace contextRef="#ctx0" brushRef="#br1" timeOffset="457261.1539">25499 16594 0,'0'0'0,"0"0"16,0-24-16,0 24 0,-25 0 0,25 0 0,0 0 0,-24-25 16,24 25-16,0 0 0,0 0 0,-25 0 0,25 0 0,0 0 15,0 0-15,0 0 0,-25 0 0,25 0 0,0 25 16,-74 74 93,74-74-109,0-25 0,0 24 0,0 1 0,0-25 0,0 25 0,0 0 0,0 0 0,0-25 0,0 24 0,0 1 0,0-25 0,24 25 0,-24-25 0,0 25 0,0-25 0,25 25 16,-25-25-16,0 0 0,25 0 0,-25 24 0,25-24 0,-25 0 0,25 0 0,-25-24 0,24 24 0,-24 0 0,25 0 0,-25-25 0,0 25 0,25-25 0,-25 25 0,25-25 0,-25 25 0,0-25 0,0 25 0,25-24 0,-25-1 0,0 25 0,0-25 15,0 0-15,0 0 0,0 1 0,0 24 0,0-25 16,0 0-16,0 25 0,0-25 0,0 0 0,-25 25 0,25 0 15,0-24-15,0 24 0,0 0 0,0-25 0,-25 25 16,25 0-16,0 0 0,0 0 0,0 0 0,-25 0 0,25 25 16,0-25-16,0 0 0,-25 0 0,25 24 0,0-24 0,0 0 15,-24 25-15,24-25 0,0 25 0,0-25 0</inkml:trace>
  <inkml:trace contextRef="#ctx0" brushRef="#br1" timeOffset="457528.1691">25722 16917 0,'0'0'0,"0"0"0,0 0 0,0 0 16,0 0-16,0 0 0,0 0 0,0 0 0,0 0 0,0 25 15,0-25-15,0 0 0,0 0 0,-24 0 0,24 24 16,0-24-16,0 0 0,0 25 0,0-25 0,-25 25 0,25-25 16,0 25-16,0-25 0,-25 0 0,25 25 0,0-25 0,0 24 15,0-24-15,-25 25 0,25-25 0,0 25 0,0-25 16,-25 25-16,25-25 0,0 25 0,0-25 0,0 0 0,0 24 15,-24-24-15,24 0 0,0 0 0,0 25 0,0-25 16</inkml:trace>
  <inkml:trace contextRef="#ctx0" brushRef="#br1" timeOffset="458275.2119">26169 16892 0,'0'0'0,"0"0"16,0 0-16,0 0 0,0-25 0,0 25 0,0 0 0,0 0 15,0-25-15,0 25 0,0 0 0,0-24 0,25 24 16,-25 0-16,0-25 0,25 25 0,-25-25 0,0 25 16,24-25 46,-24 25-62,0 0 0,25-25 16,-25 25-16,0-24 0,25-1 0,-25 25 0,0-25 0,25 25 0,-25-25 0,0 25 0,0-25 0,0 25 0,25-24 0,-25 24 0,0-25 0,0 25 0,0 0 0,0-25 0,0 25 0,0 0 0,0 0 0,0 0 0,0 0 0,0-25 0,0 25 0,0 0 0,0 0 0,0 0 0,0 0 0,0 0 0,0 0 0,0 0 15,0 0-15,0 0 0,0 0 0,0 0 0,0 0 16,0 0-16,0 0 0,0 0 0,0 0 0,0 0 0,0 25 15,0-25-15,0 0 0,0 25 0,0-25 0,0 25 16,0-25-16,0 24 0,-25 1 0,25-25 0,0 25 0,0-25 16,0 25-16,0-25 0,0 25 0,0-25 0,0 24 0,0-24 15,0 25-15,-25-25 0,25 25 0,0-25 0,0 25 16,0-25-16,0 0 0,0 25 0,0-25 0,0 0 0,0 24 15,0-24-15,0 0 0,0 25 0,0-25 0,0 25 16,-25-25-16,25 0 0,0 25 0,0-25 0,0 0 0,0 25 16,0-25-16,0 0 0,-25 24 0,25-24 0,0 0 0,0 25 15,0-25-15,0 0 0,0 0 0,0 25 0,0-25 16,0 0-16,0 0 78</inkml:trace>
  <inkml:trace contextRef="#ctx0" brushRef="#br1" timeOffset="459001.2534">26615 16024 0,'0'0'0,"25"0"0,-25 0 0,0 0 16,0 0-16,0 0 0,0 0 0,0 0 0,0 0 0,0 0 16,0 0-16,0 0 0,25 0 0,-25 0 0,0 0 0,0 0 15,0 0-15,0 0 0,0 0 0,0 0 0,0 0 16,0 0-16,0 0 0,0 0 0,0 0 0,0 0 15,0 0-15,0 0 0,0 25 0,0-25 0,0 0 0,0 0 16,0 0-16,0 0 0,0 0 0,0 24 0,0-24 16,0 0-16,0 0 0,0 0 0,0 25 0,0-25 0,0 0 15,0 0-15,0 25 0,0-25 0,0 0 0,0 0 16,0 0-16,-25 25 0,25-25 0,0 0 0,0 0 0,0 0 15,0 25-15,0-25 0,0 0 0,0 0 0,0 0 16,0 0-16,0 24 0,0-24 0,0 0 0,-25 0 0,25 0 16,0 25-16,0-25 0,0 0 0,0 0 0,0 25 0,0-25 15,0 0-15,0 0 0,0 0 0,0 25 0,0-25 16,0 0-16,0 0 0,0 25 0,0-25 0,0 0 0,0 0 15,-24 24-15,24-24 0,0 0 0,0 25 0,0-25 16,0 0-16,-25 25 0,25-25 0,0 0 0,0 25 16,0-25-16,-25 25 0,25-25 0,0 25 0,0-25 0,0 24 15,0-24-15,-25 25 0,25-25 0,0 25 0,0-25 0,0 25 16,0-25-16,-25 25 0,25-25 0,0 24 0,0-24 15,0 25-15,-24 0 0,24-25 0,0 25 0,0 0 0,-25-1 16,25-24-16,-25 25 0,25 0 0,0 0 0,-25-25 16,25 25-16,-25-1 0,25 1 0,-24-25 0,24 25 15,-25 0-15,25 0 0,-25-25 0,0 24 0,25 1 0,-25-25 0,25 25 16,-24-25-16,24 25 0,-25-25 0,25 0 0,-25 25 15,25-25-15,0 0 0</inkml:trace>
  <inkml:trace contextRef="#ctx0" brushRef="#br1" timeOffset="461005.368">18827 17115 0,'0'0'0,"0"0"0,0 0 0,0 25 16,0-25-16,0 0 0,0 0 0,0 0 0,0 0 0,0 0 15,0 0-15,0 0 0,0 0 0,0 0 0,0 0 16,0 0-16,0 0 0,0 0 0,0 25 0,0-25 0,0 0 16,0 0-16,0 0 0,0 0 0,0 0 0,0 0 15,0 0-15,0 0 0,0 0 0,0 0 0,0 0 0,0 0 16,0 0-16,0 0 0,0 0 0,0 0 0,0 0 0,0-25 15,0 25-15,0 0 0,0 0 0,0 0 0,0 0 16,0 0-16,0 0 0,0 0 0,0 0 0,0 0 0,0 0 16,0 0-16,0 0 0,-25-25 0,25 25 0,0 0 15,0 0-15,0 0 0,0 0 0,0 0 0,0 0 0,0 0 16,0 0-16,0 0 0,0 0 0,0 0 0,0 0 0,0 0 15,0 0-15,0 0 156,99-74-156,-99 74 0,0 0 0,0 0 0,25 0 0,-25 0 0,0 0 0,25 0 0,-25-25 0,0 25 0,25 0 0,-25 0 0,0 0 0,24 0 0,-24 0 0,0 0 0,25 0 0,-25 0 0,25 0 16,-25 0-16,25 25 0,-25-25 0,25 0 0,-25 0 0,24 0 0,-24 0 0,25 0 0,-25 0 0,25 0 0,-25 0 0,25 0 0,-25 0 0,25 0 0,-25 0 0,24 0 0,1 0 0,-25 0 0,25 0 0,-25 0 0,25 0 0,-25 0 0,25 0 16,-25 0-16,24 0 0,-24 0 0,0 0 0,25 0 15,-25 25-15,25-25 0,-25 0 0,25 0 0,-25 0 0,0 0 16,25 24-16,-25-24 0,24 0 0,-24 0 0,25 0 0,-25 0 15,0 25-15,25-25 0,-25 0 0,25 0 0,-25 0 16,25 0-16,-25 0 0,25 25 0,-25-25 0,24 0 0,-24 0 16,0 0-16,25 0 0,-25 0 0,0 25 0,25-25 15,-25 0-15,0 0 0,25 0 0,-25 25 0,0-25 0,0 0 16,0 0-16,25 0 0,-25 0 0,0 0 0,0 24 0,0-24 15,0 0-15,0 0 0,0 0 0,24 0 0,-24 0 16,0 0-16,0 0 0,0 0 0,0 0 0,0 0 0,0 0 16,0 0-16,0 0 0,0 0 0,0 0 0,0 0 15,0 0-15,0 0 0,0 0 0,0 0 0,0 0 0,0 0 16,0 0-16,0-24 0,0 24 0,0 0 0,0 0 0,25 0 15,-25 0-15,0 0 0,0-25 0,0 25 0,0 0 16,0 0-16,0 0 0,0-25 0,25 25 0,-25 0 0,0 0 16,0 0-16,0-25 0,0 25 0,0 0 0,0 0 15,25 0-15,-25 0 0,0 0 0,0 0 0,0 0 0,0 0 16,25 0-16,-25 0 0,0 0 0,0 0 0,24 0 0,-24 0 15,0 0-15,0 0 0,25 0 0,-25 0 0,0 25 16,25-25-16,-25 0 0,0 0 0,25 0 0,-25 0 0,0 0 16,25 0-16,-25 25 0,0-25 0,24 0 0,-24 0 15,25 0-15,-25 0 0,0 0 0,25 25 0,-25-25 0,0 0 16,25 0-16,-25 0 0,25 24 0,-25-24 0,0 0 0,24 0 15,-24 0-15,0 0 0,0 25 0,25-25 0,-25 0 16,0 0-16,25 0 0,-25 25 0,0-25 0,0 0 0,25 0 16,-25 0-16,0 0 0,25 25 0,-25-25 0,24 0 15,-24 0-15,0 0 0,25 0 0,-25 0 0,25 0 0,-25 0 16,25 0-16,-25 0 0,25 0 0,-25 0 0,0 0 0,24 0 15,-24-25-15,25 25 0,-25 0 0,25 0 0,-25 0 16,0 0-16,25 0 0,-25 0 0,0 0 0,25 0 0,-25-25 16,24 25-16,-24 0 0,25 0 0,-25 0 0,0 0 15,25 0-15,0 0 0,-25 0 0,25 0 0,-25 0 0,24 0 16,-24 0-16,25-25 0,-25 25 0,25 0 0,0 0 0,-25 0 15,25-24-15,-25 24 0,25 0 0,-25 0 0,0-25 0,24 25 16,-24 0-16,25-25 0,-25 25 0,0 0 0,0 0 16,25-25-16,-25 25 0,0 0 0,0 0 0,0 0 15,0 0-15,0 0 0,0 0 0,0 0 0,0 0 0,0 0 16,0 0-16,0 0 0,0 0 0,0 0 0,0 0 0,0 0 15,0 0-15,0 0 0,25 0 0,-25 0 0,0 0 16,0 0-16,0 0 0,0 0 0,0 0 0,0 0 0,0 0 16,0 25-16,0-25 0,0 0 0,0 0 0,0 0 15,-25 25-15,25-25 0,-25 0 0,25 25 0,-25-25 0</inkml:trace>
  <inkml:trace contextRef="#ctx0" brushRef="#br1" timeOffset="461622.4033">19298 17760 0,'0'0'0,"0"0"0,0-25 0,0 25 0,0 0 16,0 0-16,0 0 0,0 0 0,0 0 0,0 0 0,0 0 15,0-24-15,0 24 0,0 0 0,0 0 0,0 0 16,0 0-16,0 0 0,0 0 0,0 0 0,0 0 0,25 0 16,-25 0-16,0 0 0,0 0 0,0 0 0,0 24 0,0-24 15,0 0-15,0 0 0,0 0 0,25 0 0,-25 25 0,0-25 16,0 0-16,0 25 0,0-25 0,0 0 0,24 25 0,-24-25 15,0 25-15,0-25 0,0 24 0,0-24 0,25 25 16,-25-25-16,0 0 0,0 25 0,25-25 0,-25 0 0,0 25 0,25-25 16,-25 0-16,0 0 0,0 25 0,25-25 0,-25 0 15,0 0-15,24 0 0,-24 0 0,0 0 0,0 0 0,25 0 16,-25 0-16,0 0 0,0-25 0,25 25 0,-25 0 0,0 0 15,0-25-15,25 25 0,-25 0 0,0-25 0,0 25 16,25-25-16,-25 1 0,0 24 0,0-25 0,25 25 0,-25-25 16,0 25-16,0-25 0,0 25 0,0-25 0,0 25 0,0 0 15,0-24-15,0 24 0,0 0 0,0 0 0,0-25 0,0 25 16,0 0-16,0 0 0,0 0 0,24 0 0,-24 0 0,0 0 15,0 0-15,0 0 0,0 0 0,0-25 0,0 25 16,0 0-16,0 0 0,25 0 0,-25 0 0,0 0 0,0 0 0,0 0 16,0 25-16,25-25 0,-25 0 0,0 0 0,0 0 15,0 0-15,0 0 0</inkml:trace>
  <inkml:trace contextRef="#ctx0" brushRef="#br1" timeOffset="461927.4208">19869 17587 0,'0'0'0,"0"0"0,0 24 16,0-24-16,0 0 0,0 0 0,0 25 0,0-25 0,0 0 0,0 25 0,0-25 0,0 0 0,0 25 0,0-25 0,0 0 0,0 25 0,-25-25 0,25 24 0,0-24 0,0 25 0,0-25 0,0 25 0,0-25 0,0 0 0,0 25 0,0-25 0,0 25 0,0-25 0,0 0 0,0 24 0,0-24 0,0 0 0,0 25 0,0-25 0,0 0 0,0 25 0,0-25 0,0 0 0,0 0 15,0 0-15,0 0 0,-25 0 0,25 0 0,0 0 0,0 0 16,0 0-16,0 0 0,0 0 0,0 0 0,-25 0 0,25-25 16,0 25-16,0 0 0,0-25 0,-25 25 0,25-24 15</inkml:trace>
  <inkml:trace contextRef="#ctx0" brushRef="#br1" timeOffset="462094.4303">19745 17686 0,'0'0'0,"0"0"0,24 0 16,-24-25-16,0 25 0,0 0 0,0 0 0,0 0 0,25 0 16,-25-25-16,0 25 0,25 0 0,-25 0 0,0 0 15,25 0-15,-25 0 0,0 0 0,25-25 0,-25 25 0,24 0 16,-24 0-16,25 0 0,-25 0 0,0 0 0,25 0 0,-25 0 15,25 0-15,-25 0 0,0 0 0,25 0 0,-25 25 0,24-25 16,-24 0-16,0 0 0,25 0 0,-25 25 0,0-25 0,0 0 16,25 25-16,-25-25 0,0 0 0,0 25 0,0-25 15,0 0-15,25 24 0,-25-24 0,0 25 0</inkml:trace>
  <inkml:trace contextRef="#ctx0" brushRef="#br1" timeOffset="462401.4479">20166 17934 0,'-25'0'0,"25"0"0,0-25 0,0 25 0,0 0 0,0 0 15,0 0-15,0-25 0,0 25 0,0 0 0,0 0 0,0 0 16,-24-25-16,24 25 0,24 0 0,-24 0 0,0-24 16,0 24-16,0 0 0,0-25 0,0 25 0,0 0 0,0-25 15,0 25-15,25 0 0,-25 0 0,0 0 0,0-25 0,0 25 16,25 0-16,-25 0 0,0 0 0,0-25 0,25 25 0,-25 0 15,0 0-15,0 0 0,25 0 32,-25 0-17,0 0-15,24 0 0,-24 0 0,0 0 0,0 0 0,25 0 0,-25 25 0,0-25 0,0 0 0,0 0 0,25 0 0,-25 25 0,0-25 0,0 0 0,0 25 0,0-25 0,0 0 0,25 25 0,-25-25 16,0 24-16,0-24 0,0 0 0,0 25 0,0-25 0,25 25 15,-25-25-15,0 0 0,0 25 0,0-25 0,0 25 0,0-25 16,0 0-16,24 0 0,-24 24 0,0-24 0,0 0 0,0 0 16,0 0-16,0 0 0,0 0 0,0 0 0,0 0 15,0 0-15,0 0 0</inkml:trace>
  <inkml:trace contextRef="#ctx0" brushRef="#br1" timeOffset="463451.5079">24631 17388 0,'0'0'0,"0"0"0,0-25 0,-25 25 0,25 0 16,0 0-16,0 0 0,0 0 0,0 0 0,0 0 0,-25 0 16,25 0-16,0 0 0,0 0 0,0 0 0,0 0 15,0 0-15,0 0 0,0 0 0,0-25 0,0 25 0,0 0 16,0 0-16,0 0 0,0 0 0,-24 0 0,24 0 0,0 0 15,0 0-15,0 0 0,0 0 0,0 0 0,0 0 16,0 0-16,0 0 0,0 0 0,0 0 0,0 0 0,24 0 16,-24 0-16,0 0 0,0 0 0,0 0 0,0 0 15,25 0-15,-25 0 0,25 0 0,-25 0 0,25 0 0,0 0 16,-1 0-16,-24 0 0,25 0 0,0 0 0,0 0 0,0 0 15,24 0-15,-24 0 0,0 0 0,25 0 0,-26 0 16,1 0-16,25 0 0,-25 0 0,24-24 0,1 24 0,-25 0 16,24 0-16,-24 0 0,25 0 0,-1 0 0,-24-25 15,25 25-15,-26 0 0,1 0 0,25 0 0,-25 0 0,-1-25 16,1 25-16,0 0 0,0 0 0,0 0 0,-1 0 0,1 0 15,-25 0-15,25-25 0,-25 25 0,25 0 0,-25 0 16,25 0-16,-25 0 0,24 0 0,-24 0 0,0 0 0,0 0 16,0 0-16,0 0 0,25 0 0,-25 0 0,0 0 15,0 0-15,0 0 0,0 0 0,0 0 0,0 0 0,0 0 16,-25 0-16,25 25 0,0-25 0,0 0 0,0 0 0,-24 0 15,24 0-15,0 0 0,0 0 0</inkml:trace>
  <inkml:trace contextRef="#ctx0" brushRef="#br1" timeOffset="464101.5451">24433 17760 0,'0'0'15,"0"-25"-15,0 25 0,0 0 0,0 0 0,0 0 0,0 0 16,0 0-16,0 0 0,0 0 0,0 0 0,0 0 0,0 0 16,0 0-16,0 0 0,0 0 0,0 0 0,0 0 0,0 25 15,0-25-15,0 0 0,0 0 0,0 25 0,0-25 0,0 0 16,0 25-16,0-25 0,0 25 0,0-25 0,0 24 15,0-24-15,0 25 0,0-25 0,0 25 0,0-25 0,24 0 16,-24 25-16,0-25 0,0 25 0,0-25 0,0 24 0,0-24 16,0 0-16,25 25 0,-25-25 0,0 0 0,0 0 0,0 25 15,25-25-15,-25 0 0,0 0 0,0 0 0,25 25 0,-25-25 16,0 0-16,25 0 0,-25 0 0,0 0 0,0 0 15,24 0-15,-24-25 0,0 25 0,25 0 0,-25 0 0,0-25 16,25 25-16,-25-25 0,25 25 0,-25-24 0,25 24 0,-25-25 16,0 25-16,24-25 0,-24 0 0,25 25 0,-25-25 0,0 1 15,0 24-15,25-25 0,-25 25 0,0-25 0,0 25 0,0 0 16,25-25-16,-25 25 0,0 0 0,0 0 0,0 0 15,0 0-15,0 0 0,0-25 0,25 25 0,-25 0 0,0 0 16,0 0-16,0 0 0,0 0 0,0 0 0,0 0 0,0 0 78,0 25-78,0-25 0,0 0 0,24 0 0,-24 0 0,0 0 16,0 0-16</inkml:trace>
  <inkml:trace contextRef="#ctx0" brushRef="#br1" timeOffset="464364.5602">24978 17661 0,'0'0'0,"0"0"0,0 0 0,0 0 0,-24 0 0,24 0 15,0 0-15,0 0 0,0 0 0,0 0 0,0 0 0,-25 0 16,25 0-16,0 0 0,0 0 0,0 25 0,-25-25 0,25 0 15,0 25-15,0-25 0,0 24 0,-25-24 16,25 25-16,0-25 0,0 25 0,0-25 0,-25 25 0,25-25 0,0 25 0,0-25 16,0 24-16,0-24 0,0 25 0,0-25 0,0 25 15,0-25-15,0 25 0,0-25 0,0 25 0,0-25 0,0 0 16,0 24-16,0-24 0,0 0 0,0 0 0,0 25 15,0-25-15,-25 0 0,25 0 0,0 0 0,0 0 0,0 25 16,0-25-16,0 0 0,0 0 0,0 0 0,0 0 0,0 0 16,0 0-16,0 0 0,0-25 0,0 25 0,-24 0 0,24 0 15,0-25-15,0 25 0,0 0 0,0-24 0,0 24 0,-25-25 16,25 25-16</inkml:trace>
  <inkml:trace contextRef="#ctx0" brushRef="#br1" timeOffset="464494.5676">24805 17760 0,'0'-25'0,"0"25"16,24 0-16,-24 0 0,25 0 0,-25-24 0,0 24 15,25 0-15,-25 0 0,25 0 0,0 0 0,-25 0 0,25 0 16,-1 0-16,-24 0 0,25 0 0,0 0 0,0 0 0,-25 0 15,25 0-15,-1 0 0,-24 0 0,25 0 0,-25 0 16,25 0-16,-25 0 0,0 24 0,0-24 0,25 0 0,-25 25 0,0-25 16,0 0-16,0 25 0</inkml:trace>
  <inkml:trace contextRef="#ctx0" brushRef="#br1" timeOffset="464822.5864">25152 17983 0,'0'0'0,"0"-24"0,25 24 0,-25 0 0,0-25 0,0 25 0,0 0 0,25-25 0,-25 25 0,0 0 0,24-25 0,-24 25 0,0 0 0,0 0 0,25-25 0,-25 25 0,0 0 0,0 0 0,25 0 0,-25 0 0,0 0 0,25-24 0,-25 24 0,0 0 0,25 0 0,-25 0 0,24 0 0,-24 0 0,0 0 0,25 0 0,-25 0 0,0 0 0,0 0 0,25 0 0,-25 0 0,0 0 0,0 0 0,0 24 16,0-24-16,0 0 0,0 0 0,0 0 0,0 25 15,0-25-15,0 25 0,0-25 0,0 0 0,0 25 0,-25-25 16,25 0-16,0 25 0,0-25 0,0 24 0,0-24 0,0 0 15,0 0-15,0 25 0,0-25 0,0 0 0,25 0 0,-25 25 16,0-25-16,0 0 0,25 0 0,-25 0 0,0 0 0,25 0 16,-25 0-16,24 0 0,-24 0 0,25 0 0,0-25 15,-25 25-15,25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31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27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61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7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31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6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91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0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1257F-501F-4227-8A77-F501C99C0B9F}" type="datetimeFigureOut">
              <a:rPr lang="en-US" smtClean="0"/>
              <a:pPr/>
              <a:t>11/4/2021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A01A9-E3EC-4FFA-9D87-9A50632B61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04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emf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09040" y="589320"/>
              <a:ext cx="4009680" cy="2849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680" y="579960"/>
                <a:ext cx="4028400" cy="28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089360" y="1152000"/>
              <a:ext cx="10733760" cy="5349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0000" y="1142640"/>
                <a:ext cx="10752480" cy="536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20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0" y="0"/>
              <a:ext cx="11948400" cy="6670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-9360"/>
                <a:ext cx="11967120" cy="668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778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4680" y="964440"/>
              <a:ext cx="11082240" cy="4840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320" y="955080"/>
                <a:ext cx="11100960" cy="48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34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1520" y="741240"/>
              <a:ext cx="8912160" cy="5250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160" y="731880"/>
                <a:ext cx="8930880" cy="52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31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4880" y="348120"/>
              <a:ext cx="11046240" cy="4938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520" y="338760"/>
                <a:ext cx="11064960" cy="49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387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0" y="626704"/>
              <a:ext cx="11180520" cy="5876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60" y="617344"/>
                <a:ext cx="11199240" cy="589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433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1520" y="312480"/>
              <a:ext cx="11037600" cy="5947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160" y="303120"/>
                <a:ext cx="11056320" cy="59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26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71320" y="366120"/>
              <a:ext cx="10707120" cy="4840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960" y="356760"/>
                <a:ext cx="10725840" cy="48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82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4680" y="410760"/>
              <a:ext cx="11323080" cy="5375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5320" y="401400"/>
                <a:ext cx="11341800" cy="539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882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8760" y="410760"/>
              <a:ext cx="8563680" cy="4867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9400" y="401400"/>
                <a:ext cx="8582400" cy="48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7650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62680" y="375120"/>
              <a:ext cx="9537120" cy="4831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320" y="365760"/>
                <a:ext cx="9555840" cy="484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853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98320" y="348120"/>
              <a:ext cx="10546200" cy="6144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960" y="338760"/>
                <a:ext cx="10564920" cy="616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0804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09040" y="401760"/>
              <a:ext cx="11153520" cy="6108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680" y="392400"/>
                <a:ext cx="11172240" cy="612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702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69600" y="473400"/>
              <a:ext cx="10992960" cy="5232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240" y="464040"/>
                <a:ext cx="11011680" cy="525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357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03031" y="0"/>
              <a:ext cx="11073240" cy="65012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671" y="-9360"/>
                <a:ext cx="11091960" cy="651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427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971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5584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5842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8605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Customer</cp:lastModifiedBy>
  <cp:revision>12</cp:revision>
  <dcterms:created xsi:type="dcterms:W3CDTF">2021-05-25T01:48:23Z</dcterms:created>
  <dcterms:modified xsi:type="dcterms:W3CDTF">2021-11-04T04:07:58Z</dcterms:modified>
</cp:coreProperties>
</file>