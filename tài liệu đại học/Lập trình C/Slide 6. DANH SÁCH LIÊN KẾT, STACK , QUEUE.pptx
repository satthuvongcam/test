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8"/>
  </p:notesMasterIdLst>
  <p:sldIdLst>
    <p:sldId id="256" r:id="rId2"/>
    <p:sldId id="655" r:id="rId3"/>
    <p:sldId id="526" r:id="rId4"/>
    <p:sldId id="528" r:id="rId5"/>
    <p:sldId id="529" r:id="rId6"/>
    <p:sldId id="532" r:id="rId7"/>
    <p:sldId id="656" r:id="rId8"/>
    <p:sldId id="533" r:id="rId9"/>
    <p:sldId id="370" r:id="rId10"/>
    <p:sldId id="363" r:id="rId11"/>
    <p:sldId id="534" r:id="rId12"/>
    <p:sldId id="535" r:id="rId13"/>
    <p:sldId id="332" r:id="rId14"/>
    <p:sldId id="408" r:id="rId15"/>
    <p:sldId id="549" r:id="rId16"/>
    <p:sldId id="550" r:id="rId17"/>
    <p:sldId id="552" r:id="rId18"/>
    <p:sldId id="300" r:id="rId19"/>
    <p:sldId id="536" r:id="rId20"/>
    <p:sldId id="537" r:id="rId21"/>
    <p:sldId id="547" r:id="rId22"/>
    <p:sldId id="548" r:id="rId23"/>
    <p:sldId id="538" r:id="rId24"/>
    <p:sldId id="554" r:id="rId25"/>
    <p:sldId id="555" r:id="rId26"/>
    <p:sldId id="539" r:id="rId27"/>
    <p:sldId id="337" r:id="rId28"/>
    <p:sldId id="540" r:id="rId29"/>
    <p:sldId id="303" r:id="rId30"/>
    <p:sldId id="400" r:id="rId31"/>
    <p:sldId id="541" r:id="rId32"/>
    <p:sldId id="542" r:id="rId33"/>
    <p:sldId id="339" r:id="rId34"/>
    <p:sldId id="557" r:id="rId35"/>
    <p:sldId id="558" r:id="rId36"/>
    <p:sldId id="559" r:id="rId37"/>
    <p:sldId id="545" r:id="rId38"/>
    <p:sldId id="560" r:id="rId39"/>
    <p:sldId id="556" r:id="rId40"/>
    <p:sldId id="530" r:id="rId41"/>
    <p:sldId id="527" r:id="rId42"/>
    <p:sldId id="346" r:id="rId43"/>
    <p:sldId id="270" r:id="rId44"/>
    <p:sldId id="271" r:id="rId45"/>
    <p:sldId id="384" r:id="rId46"/>
    <p:sldId id="306" r:id="rId47"/>
    <p:sldId id="602" r:id="rId48"/>
    <p:sldId id="600" r:id="rId49"/>
    <p:sldId id="574" r:id="rId50"/>
    <p:sldId id="565" r:id="rId51"/>
    <p:sldId id="566" r:id="rId52"/>
    <p:sldId id="567" r:id="rId53"/>
    <p:sldId id="568" r:id="rId54"/>
    <p:sldId id="569" r:id="rId55"/>
    <p:sldId id="570" r:id="rId56"/>
    <p:sldId id="571" r:id="rId57"/>
    <p:sldId id="572" r:id="rId58"/>
    <p:sldId id="573" r:id="rId59"/>
    <p:sldId id="591" r:id="rId60"/>
    <p:sldId id="564" r:id="rId61"/>
    <p:sldId id="601" r:id="rId62"/>
    <p:sldId id="575" r:id="rId63"/>
    <p:sldId id="657" r:id="rId64"/>
    <p:sldId id="658" r:id="rId65"/>
    <p:sldId id="660" r:id="rId66"/>
    <p:sldId id="661" r:id="rId67"/>
    <p:sldId id="662" r:id="rId68"/>
    <p:sldId id="663" r:id="rId69"/>
    <p:sldId id="664" r:id="rId70"/>
    <p:sldId id="665" r:id="rId71"/>
    <p:sldId id="666" r:id="rId72"/>
    <p:sldId id="667" r:id="rId73"/>
    <p:sldId id="668" r:id="rId74"/>
    <p:sldId id="669" r:id="rId75"/>
    <p:sldId id="670" r:id="rId76"/>
    <p:sldId id="671" r:id="rId77"/>
    <p:sldId id="672" r:id="rId78"/>
    <p:sldId id="673" r:id="rId79"/>
    <p:sldId id="674" r:id="rId80"/>
    <p:sldId id="675" r:id="rId81"/>
    <p:sldId id="676" r:id="rId82"/>
    <p:sldId id="677" r:id="rId83"/>
    <p:sldId id="678" r:id="rId84"/>
    <p:sldId id="679" r:id="rId85"/>
    <p:sldId id="680" r:id="rId86"/>
    <p:sldId id="681" r:id="rId87"/>
    <p:sldId id="682" r:id="rId88"/>
    <p:sldId id="683" r:id="rId89"/>
    <p:sldId id="684" r:id="rId90"/>
    <p:sldId id="685" r:id="rId91"/>
    <p:sldId id="686" r:id="rId92"/>
    <p:sldId id="687" r:id="rId93"/>
    <p:sldId id="688" r:id="rId94"/>
    <p:sldId id="576" r:id="rId95"/>
    <p:sldId id="577" r:id="rId96"/>
    <p:sldId id="578" r:id="rId97"/>
    <p:sldId id="579" r:id="rId98"/>
    <p:sldId id="580" r:id="rId99"/>
    <p:sldId id="582" r:id="rId100"/>
    <p:sldId id="583" r:id="rId101"/>
    <p:sldId id="584" r:id="rId102"/>
    <p:sldId id="586" r:id="rId103"/>
    <p:sldId id="587" r:id="rId104"/>
    <p:sldId id="588" r:id="rId105"/>
    <p:sldId id="589" r:id="rId106"/>
    <p:sldId id="590" r:id="rId10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3D35A83-9C99-4148-961F-0FF24F380AEC}">
          <p14:sldIdLst>
            <p14:sldId id="256"/>
            <p14:sldId id="655"/>
            <p14:sldId id="526"/>
            <p14:sldId id="528"/>
            <p14:sldId id="529"/>
            <p14:sldId id="532"/>
            <p14:sldId id="656"/>
            <p14:sldId id="533"/>
            <p14:sldId id="370"/>
            <p14:sldId id="363"/>
            <p14:sldId id="534"/>
            <p14:sldId id="535"/>
            <p14:sldId id="332"/>
            <p14:sldId id="408"/>
            <p14:sldId id="549"/>
            <p14:sldId id="550"/>
            <p14:sldId id="552"/>
            <p14:sldId id="300"/>
            <p14:sldId id="536"/>
            <p14:sldId id="537"/>
            <p14:sldId id="547"/>
            <p14:sldId id="548"/>
            <p14:sldId id="538"/>
            <p14:sldId id="554"/>
            <p14:sldId id="555"/>
            <p14:sldId id="539"/>
            <p14:sldId id="337"/>
            <p14:sldId id="540"/>
            <p14:sldId id="303"/>
            <p14:sldId id="400"/>
            <p14:sldId id="541"/>
            <p14:sldId id="542"/>
            <p14:sldId id="339"/>
            <p14:sldId id="557"/>
            <p14:sldId id="558"/>
            <p14:sldId id="559"/>
            <p14:sldId id="545"/>
            <p14:sldId id="560"/>
            <p14:sldId id="556"/>
            <p14:sldId id="530"/>
            <p14:sldId id="527"/>
            <p14:sldId id="346"/>
            <p14:sldId id="270"/>
            <p14:sldId id="271"/>
            <p14:sldId id="384"/>
            <p14:sldId id="306"/>
            <p14:sldId id="602"/>
            <p14:sldId id="600"/>
            <p14:sldId id="574"/>
            <p14:sldId id="565"/>
            <p14:sldId id="566"/>
            <p14:sldId id="567"/>
            <p14:sldId id="568"/>
            <p14:sldId id="569"/>
            <p14:sldId id="570"/>
            <p14:sldId id="571"/>
            <p14:sldId id="572"/>
            <p14:sldId id="573"/>
            <p14:sldId id="591"/>
            <p14:sldId id="564"/>
            <p14:sldId id="601"/>
            <p14:sldId id="575"/>
            <p14:sldId id="657"/>
            <p14:sldId id="658"/>
            <p14:sldId id="660"/>
            <p14:sldId id="661"/>
            <p14:sldId id="662"/>
            <p14:sldId id="663"/>
            <p14:sldId id="664"/>
            <p14:sldId id="665"/>
            <p14:sldId id="666"/>
            <p14:sldId id="667"/>
            <p14:sldId id="668"/>
            <p14:sldId id="669"/>
            <p14:sldId id="670"/>
            <p14:sldId id="671"/>
            <p14:sldId id="672"/>
            <p14:sldId id="673"/>
            <p14:sldId id="674"/>
            <p14:sldId id="675"/>
            <p14:sldId id="676"/>
            <p14:sldId id="677"/>
            <p14:sldId id="678"/>
            <p14:sldId id="679"/>
            <p14:sldId id="680"/>
            <p14:sldId id="681"/>
            <p14:sldId id="682"/>
            <p14:sldId id="683"/>
            <p14:sldId id="684"/>
            <p14:sldId id="685"/>
            <p14:sldId id="686"/>
            <p14:sldId id="687"/>
            <p14:sldId id="688"/>
            <p14:sldId id="576"/>
            <p14:sldId id="577"/>
            <p14:sldId id="578"/>
            <p14:sldId id="579"/>
            <p14:sldId id="580"/>
            <p14:sldId id="582"/>
            <p14:sldId id="583"/>
            <p14:sldId id="584"/>
            <p14:sldId id="586"/>
            <p14:sldId id="587"/>
            <p14:sldId id="588"/>
            <p14:sldId id="589"/>
          </p14:sldIdLst>
        </p14:section>
        <p14:section name="Untitled Section" id="{BD01BCAF-364D-43DB-A985-2519ECDDFB38}">
          <p14:sldIdLst>
            <p14:sldId id="5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78453" autoAdjust="0"/>
  </p:normalViewPr>
  <p:slideViewPr>
    <p:cSldViewPr snapToGrid="0">
      <p:cViewPr varScale="1">
        <p:scale>
          <a:sx n="65" d="100"/>
          <a:sy n="65" d="100"/>
        </p:scale>
        <p:origin x="1286" y="5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notesMaster" Target="notesMasters/notes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presProps" Target="pres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6A4F5E-1C19-4283-9E11-A3796FCB972A}" type="datetimeFigureOut">
              <a:rPr lang="en-US" smtClean="0"/>
              <a:t>8/5/2020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0D88DF-EC98-4F80-AB1D-26E81C345460}" type="slidenum">
              <a:rPr lang="en-US" smtClean="0"/>
              <a:t>‹#›</a:t>
            </a:fld>
            <a:endParaRPr lang="en-US"/>
          </a:p>
        </p:txBody>
      </p:sp>
    </p:spTree>
    <p:extLst>
      <p:ext uri="{BB962C8B-B14F-4D97-AF65-F5344CB8AC3E}">
        <p14:creationId xmlns:p14="http://schemas.microsoft.com/office/powerpoint/2010/main" val="13849275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vi.wikipedia.org/wiki/Tham_s%E1%BB%91" TargetMode="External"/><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err="1">
                <a:solidFill>
                  <a:schemeClr val="tx1"/>
                </a:solidFill>
                <a:effectLst/>
                <a:latin typeface="+mn-lt"/>
                <a:ea typeface="+mn-ea"/>
                <a:cs typeface="+mn-cs"/>
              </a:rPr>
              <a:t>chỉ</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việc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giá</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trị</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chèn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tại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nơi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muốn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chèn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cuối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cùng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tăng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số</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lượng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mảng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nhé</a:t>
            </a:r>
            <a:r>
              <a:rPr lang="en-US"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5"/>
          </p:nvPr>
        </p:nvSpPr>
        <p:spPr/>
        <p:txBody>
          <a:bodyPr/>
          <a:lstStyle/>
          <a:p>
            <a:fld id="{960D88DF-EC98-4F80-AB1D-26E81C345460}" type="slidenum">
              <a:rPr lang="en-US" smtClean="0"/>
              <a:t>2</a:t>
            </a:fld>
            <a:endParaRPr lang="en-US"/>
          </a:p>
        </p:txBody>
      </p:sp>
    </p:spTree>
    <p:extLst>
      <p:ext uri="{BB962C8B-B14F-4D97-AF65-F5344CB8AC3E}">
        <p14:creationId xmlns:p14="http://schemas.microsoft.com/office/powerpoint/2010/main" val="27898288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a:extLst>
              <a:ext uri="{FF2B5EF4-FFF2-40B4-BE49-F238E27FC236}">
                <a16:creationId xmlns:a16="http://schemas.microsoft.com/office/drawing/2014/main" id="{0D8C1A8E-DF6B-4958-A3C4-23E2AA26C928}"/>
              </a:ext>
            </a:extLst>
          </p:cNvPr>
          <p:cNvSpPr>
            <a:spLocks noGrp="1" noRot="1" noChangeAspect="1" noChangeArrowheads="1" noTextEdit="1"/>
          </p:cNvSpPr>
          <p:nvPr>
            <p:ph type="sldImg"/>
          </p:nvPr>
        </p:nvSpPr>
        <p:spPr>
          <a:ln/>
        </p:spPr>
      </p:sp>
      <p:sp>
        <p:nvSpPr>
          <p:cNvPr id="16387" name="Notes Placeholder 2">
            <a:extLst>
              <a:ext uri="{FF2B5EF4-FFF2-40B4-BE49-F238E27FC236}">
                <a16:creationId xmlns:a16="http://schemas.microsoft.com/office/drawing/2014/main" id="{FF648437-473C-418C-947E-D034342C14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cs typeface="Arial" panose="020B0604020202020204" pitchFamily="34" charset="0"/>
              </a:rPr>
              <a:t>dslK: không cần 5 ô nằm cạnh nhau , ô này nằm chỗ này, ô khác nằm chỗ khác, miễn có đủ 5 ô là đ</a:t>
            </a:r>
            <a:r>
              <a:rPr lang="vi-VN" altLang="en-US">
                <a:latin typeface="Arial" panose="020B0604020202020204" pitchFamily="34" charset="0"/>
                <a:cs typeface="Arial" panose="020B0604020202020204" pitchFamily="34" charset="0"/>
              </a:rPr>
              <a:t>ư</a:t>
            </a:r>
            <a:r>
              <a:rPr lang="en-US" altLang="en-US">
                <a:latin typeface="Arial" panose="020B0604020202020204" pitchFamily="34" charset="0"/>
                <a:cs typeface="Arial" panose="020B0604020202020204" pitchFamily="34" charset="0"/>
              </a:rPr>
              <a:t>ợc</a:t>
            </a:r>
          </a:p>
        </p:txBody>
      </p:sp>
      <p:sp>
        <p:nvSpPr>
          <p:cNvPr id="16388" name="Slide Number Placeholder 3">
            <a:extLst>
              <a:ext uri="{FF2B5EF4-FFF2-40B4-BE49-F238E27FC236}">
                <a16:creationId xmlns:a16="http://schemas.microsoft.com/office/drawing/2014/main" id="{963FA38B-8FF4-4A22-8FFA-BD2EF8CBD41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BF4D15D1-5019-4B43-B69F-565B72A59A46}" type="slidenum">
              <a:rPr lang="en-US" altLang="en-US" smtClean="0">
                <a:latin typeface="Arial" panose="020B0604020202020204" pitchFamily="34" charset="0"/>
              </a:rPr>
              <a:pPr/>
              <a:t>3</a:t>
            </a:fld>
            <a:endParaRPr lang="en-US"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a:extLst>
              <a:ext uri="{FF2B5EF4-FFF2-40B4-BE49-F238E27FC236}">
                <a16:creationId xmlns:a16="http://schemas.microsoft.com/office/drawing/2014/main" id="{89DEE780-5331-4234-8CD1-9D9D0BB648E9}"/>
              </a:ext>
            </a:extLst>
          </p:cNvPr>
          <p:cNvSpPr>
            <a:spLocks noGrp="1" noRot="1" noChangeAspect="1" noChangeArrowheads="1" noTextEdit="1"/>
          </p:cNvSpPr>
          <p:nvPr>
            <p:ph type="sldImg"/>
          </p:nvPr>
        </p:nvSpPr>
        <p:spPr>
          <a:ln/>
        </p:spPr>
      </p:sp>
      <p:sp>
        <p:nvSpPr>
          <p:cNvPr id="18435" name="Notes Placeholder 2">
            <a:extLst>
              <a:ext uri="{FF2B5EF4-FFF2-40B4-BE49-F238E27FC236}">
                <a16:creationId xmlns:a16="http://schemas.microsoft.com/office/drawing/2014/main" id="{F3809C96-1300-457D-81B5-C396FAD41AA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cs typeface="Arial" panose="020B0604020202020204" pitchFamily="34" charset="0"/>
              </a:rPr>
              <a:t>Định nghĩa: Danh sách là 1 dãy hữu hạn các phần tử thuộc cùng 1 lớp đối tượng nào đó. Ví dụ: Danh sách sinh viên, danh sách vật tư, danh sách các số thực…</a:t>
            </a:r>
          </a:p>
          <a:p>
            <a:r>
              <a:rPr lang="en-US" altLang="en-US">
                <a:latin typeface="Arial" panose="020B0604020202020204" pitchFamily="34" charset="0"/>
                <a:cs typeface="Arial" panose="020B0604020202020204" pitchFamily="34" charset="0"/>
              </a:rPr>
              <a:t>Danh sách liên kết là tập các phần tử liên kết móc nối với nhau. Mỗi một phần tử được coi là một nút. Mỗi nút gồm hai phần</a:t>
            </a:r>
          </a:p>
          <a:p>
            <a:endParaRPr lang="en-US" altLang="en-US">
              <a:latin typeface="Arial" panose="020B0604020202020204" pitchFamily="34" charset="0"/>
              <a:cs typeface="Arial" panose="020B0604020202020204" pitchFamily="34" charset="0"/>
            </a:endParaRPr>
          </a:p>
        </p:txBody>
      </p:sp>
      <p:sp>
        <p:nvSpPr>
          <p:cNvPr id="18436" name="Slide Number Placeholder 3">
            <a:extLst>
              <a:ext uri="{FF2B5EF4-FFF2-40B4-BE49-F238E27FC236}">
                <a16:creationId xmlns:a16="http://schemas.microsoft.com/office/drawing/2014/main" id="{C9D9ECE7-D281-4B85-902B-5E2867ADEA4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2F478E4B-5762-44DF-91DA-EAC0788EC6F0}" type="slidenum">
              <a:rPr lang="en-US" altLang="en-US" smtClean="0">
                <a:latin typeface="Arial" panose="020B0604020202020204" pitchFamily="34" charset="0"/>
              </a:rPr>
              <a:pPr/>
              <a:t>4</a:t>
            </a:fld>
            <a:endParaRPr lang="en-US" altLang="en-U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96B0D8DF-4103-4CDD-AF7C-E9660AB54F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1135421A-DD6B-47A8-9CF5-6E11AE2435AD}" type="slidenum">
              <a:rPr lang="en-US" altLang="en-US" smtClean="0"/>
              <a:pPr>
                <a:spcBef>
                  <a:spcPct val="0"/>
                </a:spcBef>
              </a:pPr>
              <a:t>10</a:t>
            </a:fld>
            <a:endParaRPr lang="en-US" altLang="en-US"/>
          </a:p>
        </p:txBody>
      </p:sp>
      <p:sp>
        <p:nvSpPr>
          <p:cNvPr id="24579" name="Rectangle 2">
            <a:extLst>
              <a:ext uri="{FF2B5EF4-FFF2-40B4-BE49-F238E27FC236}">
                <a16:creationId xmlns:a16="http://schemas.microsoft.com/office/drawing/2014/main" id="{6C29FBC9-5992-40A0-A4CF-306892F3046D}"/>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59BB19CD-6DC1-4A81-B123-372AB61CA0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id="{FE85D17E-2A8E-43EC-BC55-7EF7C94E2679}"/>
              </a:ext>
            </a:extLst>
          </p:cNvPr>
          <p:cNvSpPr>
            <a:spLocks noGrp="1" noRot="1" noChangeAspect="1" noChangeArrowheads="1" noTextEdit="1"/>
          </p:cNvSpPr>
          <p:nvPr>
            <p:ph type="sldImg"/>
          </p:nvPr>
        </p:nvSpPr>
        <p:spPr>
          <a:ln/>
        </p:spPr>
      </p:sp>
      <p:sp>
        <p:nvSpPr>
          <p:cNvPr id="27651" name="Notes Placeholder 2">
            <a:extLst>
              <a:ext uri="{FF2B5EF4-FFF2-40B4-BE49-F238E27FC236}">
                <a16:creationId xmlns:a16="http://schemas.microsoft.com/office/drawing/2014/main" id="{35F1F8FE-D8AE-48A0-B42A-A4D8EABA896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b="1" u="sng">
                <a:latin typeface="Arial" panose="020B0604020202020204" pitchFamily="34" charset="0"/>
                <a:cs typeface="Arial" panose="020B0604020202020204" pitchFamily="34" charset="0"/>
              </a:rPr>
              <a:t>Cấu tạo của danh sách liên kết đơn</a:t>
            </a:r>
            <a:r>
              <a:rPr lang="en-US" altLang="en-US">
                <a:latin typeface="Arial" panose="020B0604020202020204" pitchFamily="34" charset="0"/>
                <a:cs typeface="Arial" panose="020B0604020202020204" pitchFamily="34" charset="0"/>
              </a:rPr>
              <a:t>: Có 1 con trỏ Head chứa địa chỉ của phần tử đầu tiên của danh sách, phần tử đầu có phần dữ liệu và 1 con trỏ Next để chứa phần tử thứ hai, tổng quát phần tử thứ i có phần dữ liệu và 1 con trỏ Next để chứa địa chỉ của phần tử thứ i+1 , đối với phần tử cuối cùng giá trị của con trỏ Next bằng NULL.                           </a:t>
            </a:r>
          </a:p>
          <a:p>
            <a:endParaRPr lang="en-US" altLang="en-US">
              <a:latin typeface="Arial" panose="020B0604020202020204" pitchFamily="34" charset="0"/>
              <a:cs typeface="Arial" panose="020B0604020202020204" pitchFamily="34" charset="0"/>
            </a:endParaRPr>
          </a:p>
        </p:txBody>
      </p:sp>
      <p:sp>
        <p:nvSpPr>
          <p:cNvPr id="27652" name="Slide Number Placeholder 3">
            <a:extLst>
              <a:ext uri="{FF2B5EF4-FFF2-40B4-BE49-F238E27FC236}">
                <a16:creationId xmlns:a16="http://schemas.microsoft.com/office/drawing/2014/main" id="{978C70D0-8E69-41B1-8511-FAC4CCF145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EE8179B4-FF0A-4F49-B996-C137D04FFE0F}" type="slidenum">
              <a:rPr lang="en-US" altLang="en-US" smtClean="0">
                <a:latin typeface="Arial" panose="020B0604020202020204" pitchFamily="34" charset="0"/>
              </a:rPr>
              <a:pPr/>
              <a:t>12</a:t>
            </a:fld>
            <a:endParaRPr lang="en-US"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765202F1-D94B-4F99-9706-015F6963126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AF9FA5A-4902-4FEF-9F69-7D49084106BC}" type="slidenum">
              <a:rPr lang="en-US" altLang="en-US" smtClean="0"/>
              <a:pPr>
                <a:spcBef>
                  <a:spcPct val="0"/>
                </a:spcBef>
              </a:pPr>
              <a:t>14</a:t>
            </a:fld>
            <a:endParaRPr lang="en-US" altLang="en-US"/>
          </a:p>
        </p:txBody>
      </p:sp>
      <p:sp>
        <p:nvSpPr>
          <p:cNvPr id="30723" name="Rectangle 2">
            <a:extLst>
              <a:ext uri="{FF2B5EF4-FFF2-40B4-BE49-F238E27FC236}">
                <a16:creationId xmlns:a16="http://schemas.microsoft.com/office/drawing/2014/main" id="{0E11E884-0D9B-4B1F-BCE0-CF44E055821E}"/>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D7A9B683-A735-45C7-9AC9-2BB1E79F998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Arial" panose="020B0604020202020204" pitchFamily="34" charset="0"/>
                <a:cs typeface="Arial" panose="020B0604020202020204" pitchFamily="34" charset="0"/>
              </a:rPr>
              <a:t>Tạo lập danh sách rỗng là Thao tác bắt buộc trước khi sử dụng danh sách</a:t>
            </a:r>
          </a:p>
          <a:p>
            <a:pPr eaLnBrk="1" hangingPunct="1">
              <a:buFontTx/>
              <a:buChar char="•"/>
            </a:pPr>
            <a:r>
              <a:rPr lang="en-US" altLang="en-US">
                <a:latin typeface="Arial" panose="020B0604020202020204" pitchFamily="34" charset="0"/>
                <a:cs typeface="Arial" panose="020B0604020202020204" pitchFamily="34" charset="0"/>
              </a:rPr>
              <a:t>Ví dụ: muốn đếm số phần tử của một dãy thì đầu tiên phải  khởi tạo biến đếm =0</a:t>
            </a:r>
          </a:p>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a:extLst>
              <a:ext uri="{FF2B5EF4-FFF2-40B4-BE49-F238E27FC236}">
                <a16:creationId xmlns:a16="http://schemas.microsoft.com/office/drawing/2014/main" id="{6019D8F0-13DB-4C2E-835E-FF5E8533C0AE}"/>
              </a:ext>
            </a:extLst>
          </p:cNvPr>
          <p:cNvSpPr>
            <a:spLocks noGrp="1" noRot="1" noChangeAspect="1" noChangeArrowheads="1" noTextEdit="1"/>
          </p:cNvSpPr>
          <p:nvPr>
            <p:ph type="sldImg"/>
          </p:nvPr>
        </p:nvSpPr>
        <p:spPr>
          <a:ln/>
        </p:spPr>
      </p:sp>
      <p:sp>
        <p:nvSpPr>
          <p:cNvPr id="40963" name="Notes Placeholder 2">
            <a:extLst>
              <a:ext uri="{FF2B5EF4-FFF2-40B4-BE49-F238E27FC236}">
                <a16:creationId xmlns:a16="http://schemas.microsoft.com/office/drawing/2014/main" id="{3955CB18-5426-463D-B3A1-87E674132C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cs typeface="Arial" panose="020B0604020202020204" pitchFamily="34" charset="0"/>
              </a:rPr>
              <a:t>P quăng dây vào head (P trỏ đến head)</a:t>
            </a:r>
          </a:p>
          <a:p>
            <a:r>
              <a:rPr lang="en-US" altLang="en-US">
                <a:latin typeface="Arial" panose="020B0604020202020204" pitchFamily="34" charset="0"/>
                <a:cs typeface="Arial" panose="020B0604020202020204" pitchFamily="34" charset="0"/>
              </a:rPr>
              <a:t>P là đầu danh sách</a:t>
            </a:r>
          </a:p>
        </p:txBody>
      </p:sp>
      <p:sp>
        <p:nvSpPr>
          <p:cNvPr id="40964" name="Slide Number Placeholder 3">
            <a:extLst>
              <a:ext uri="{FF2B5EF4-FFF2-40B4-BE49-F238E27FC236}">
                <a16:creationId xmlns:a16="http://schemas.microsoft.com/office/drawing/2014/main" id="{0269BFA6-5EFD-4C3E-96DB-8410CE14B2C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5D5FDFA5-6AA2-46AE-8E95-8FFCC3C433EE}" type="slidenum">
              <a:rPr lang="en-US" altLang="en-US" smtClean="0">
                <a:latin typeface="Arial" panose="020B0604020202020204" pitchFamily="34" charset="0"/>
              </a:rPr>
              <a:pPr/>
              <a:t>23</a:t>
            </a:fld>
            <a:endParaRPr lang="en-US" altLang="en-US">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a:extLst>
              <a:ext uri="{FF2B5EF4-FFF2-40B4-BE49-F238E27FC236}">
                <a16:creationId xmlns:a16="http://schemas.microsoft.com/office/drawing/2014/main" id="{01326A9D-E40F-4B66-BB12-601602A19CFE}"/>
              </a:ext>
            </a:extLst>
          </p:cNvPr>
          <p:cNvSpPr>
            <a:spLocks noGrp="1" noRot="1" noChangeAspect="1" noChangeArrowheads="1" noTextEdit="1"/>
          </p:cNvSpPr>
          <p:nvPr>
            <p:ph type="sldImg"/>
          </p:nvPr>
        </p:nvSpPr>
        <p:spPr>
          <a:ln/>
        </p:spPr>
      </p:sp>
      <p:sp>
        <p:nvSpPr>
          <p:cNvPr id="45059" name="Notes Placeholder 2">
            <a:extLst>
              <a:ext uri="{FF2B5EF4-FFF2-40B4-BE49-F238E27FC236}">
                <a16:creationId xmlns:a16="http://schemas.microsoft.com/office/drawing/2014/main" id="{CC29B686-5350-4D25-9969-F2B3907F09A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cs typeface="Arial" panose="020B0604020202020204" pitchFamily="34" charset="0"/>
              </a:rPr>
              <a:t>P trở thành tail. </a:t>
            </a:r>
          </a:p>
        </p:txBody>
      </p:sp>
      <p:sp>
        <p:nvSpPr>
          <p:cNvPr id="45060" name="Slide Number Placeholder 3">
            <a:extLst>
              <a:ext uri="{FF2B5EF4-FFF2-40B4-BE49-F238E27FC236}">
                <a16:creationId xmlns:a16="http://schemas.microsoft.com/office/drawing/2014/main" id="{7A559CAC-EFAE-49CD-8998-4EE20E591B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59A9B2BC-965F-43F5-B4AF-3C33D16F5B97}" type="slidenum">
              <a:rPr lang="en-US" altLang="en-US" smtClean="0">
                <a:latin typeface="Arial" panose="020B0604020202020204" pitchFamily="34" charset="0"/>
              </a:rPr>
              <a:pPr/>
              <a:t>26</a:t>
            </a:fld>
            <a:endParaRPr lang="en-US" altLang="en-US">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2D8921EC-F284-44D1-BCAB-959FD8975BF5}"/>
              </a:ext>
            </a:extLst>
          </p:cNvPr>
          <p:cNvSpPr>
            <a:spLocks noGrp="1" noRot="1" noChangeAspect="1" noChangeArrowheads="1" noTextEdit="1"/>
          </p:cNvSpPr>
          <p:nvPr>
            <p:ph type="sldImg"/>
          </p:nvPr>
        </p:nvSpPr>
        <p:spPr>
          <a:ln/>
        </p:spPr>
      </p:sp>
      <p:sp>
        <p:nvSpPr>
          <p:cNvPr id="48131" name="Notes Placeholder 2">
            <a:extLst>
              <a:ext uri="{FF2B5EF4-FFF2-40B4-BE49-F238E27FC236}">
                <a16:creationId xmlns:a16="http://schemas.microsoft.com/office/drawing/2014/main" id="{79F40870-0298-4B49-8E48-B7A9D1233D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cs typeface="Arial" panose="020B0604020202020204" pitchFamily="34" charset="0"/>
              </a:rPr>
              <a:t>Return : để kết thúc , tránh duyệt tiếp</a:t>
            </a:r>
          </a:p>
        </p:txBody>
      </p:sp>
      <p:sp>
        <p:nvSpPr>
          <p:cNvPr id="48132" name="Slide Number Placeholder 3">
            <a:extLst>
              <a:ext uri="{FF2B5EF4-FFF2-40B4-BE49-F238E27FC236}">
                <a16:creationId xmlns:a16="http://schemas.microsoft.com/office/drawing/2014/main" id="{11131268-DB47-4B3A-8742-166E48F7A5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A1BEDD8D-2A17-4D39-8490-5A0DD2ACE483}" type="slidenum">
              <a:rPr lang="en-US" altLang="en-US" smtClean="0">
                <a:latin typeface="Arial" panose="020B0604020202020204" pitchFamily="34" charset="0"/>
              </a:rPr>
              <a:pPr/>
              <a:t>28</a:t>
            </a:fld>
            <a:endParaRPr lang="en-US" altLang="en-US">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a:extLst>
              <a:ext uri="{FF2B5EF4-FFF2-40B4-BE49-F238E27FC236}">
                <a16:creationId xmlns:a16="http://schemas.microsoft.com/office/drawing/2014/main" id="{B330A33A-4F82-47A6-870E-DBC56B4DC9F2}"/>
              </a:ext>
            </a:extLst>
          </p:cNvPr>
          <p:cNvSpPr>
            <a:spLocks noGrp="1" noRot="1" noChangeAspect="1" noChangeArrowheads="1" noTextEdit="1"/>
          </p:cNvSpPr>
          <p:nvPr>
            <p:ph type="sldImg"/>
          </p:nvPr>
        </p:nvSpPr>
        <p:spPr>
          <a:ln/>
        </p:spPr>
      </p:sp>
      <p:sp>
        <p:nvSpPr>
          <p:cNvPr id="52227" name="Notes Placeholder 2">
            <a:extLst>
              <a:ext uri="{FF2B5EF4-FFF2-40B4-BE49-F238E27FC236}">
                <a16:creationId xmlns:a16="http://schemas.microsoft.com/office/drawing/2014/main" id="{FCEB2895-F38D-4900-AAE9-EEA66A4EFAE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52228" name="Slide Number Placeholder 3">
            <a:extLst>
              <a:ext uri="{FF2B5EF4-FFF2-40B4-BE49-F238E27FC236}">
                <a16:creationId xmlns:a16="http://schemas.microsoft.com/office/drawing/2014/main" id="{27B7584B-1906-4EE1-B035-29604F5F722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DA94EB29-0563-4727-A8DB-29F80E7A62E1}" type="slidenum">
              <a:rPr lang="en-US" altLang="en-US" smtClean="0">
                <a:latin typeface="Arial" panose="020B0604020202020204" pitchFamily="34" charset="0"/>
              </a:rPr>
              <a:pPr/>
              <a:t>31</a:t>
            </a:fld>
            <a:endParaRPr lang="en-US" altLang="en-US">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a:extLst>
              <a:ext uri="{FF2B5EF4-FFF2-40B4-BE49-F238E27FC236}">
                <a16:creationId xmlns:a16="http://schemas.microsoft.com/office/drawing/2014/main" id="{217C88E8-9DEC-437D-B674-B633FD80345C}"/>
              </a:ext>
            </a:extLst>
          </p:cNvPr>
          <p:cNvSpPr>
            <a:spLocks noGrp="1" noRot="1" noChangeAspect="1" noChangeArrowheads="1" noTextEdit="1"/>
          </p:cNvSpPr>
          <p:nvPr>
            <p:ph type="sldImg"/>
          </p:nvPr>
        </p:nvSpPr>
        <p:spPr>
          <a:ln/>
        </p:spPr>
      </p:sp>
      <p:sp>
        <p:nvSpPr>
          <p:cNvPr id="55299" name="Notes Placeholder 2">
            <a:extLst>
              <a:ext uri="{FF2B5EF4-FFF2-40B4-BE49-F238E27FC236}">
                <a16:creationId xmlns:a16="http://schemas.microsoft.com/office/drawing/2014/main" id="{5A871704-2CA8-4960-979C-4F6B042A96D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cs typeface="Arial" panose="020B0604020202020204" pitchFamily="34" charset="0"/>
              </a:rPr>
              <a:t>Tìm node q</a:t>
            </a:r>
          </a:p>
        </p:txBody>
      </p:sp>
      <p:sp>
        <p:nvSpPr>
          <p:cNvPr id="55300" name="Slide Number Placeholder 3">
            <a:extLst>
              <a:ext uri="{FF2B5EF4-FFF2-40B4-BE49-F238E27FC236}">
                <a16:creationId xmlns:a16="http://schemas.microsoft.com/office/drawing/2014/main" id="{F17E3379-F336-437F-A708-C5D9F2D7F41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DE1F2954-FAB7-4077-8D09-662C28323914}" type="slidenum">
              <a:rPr lang="en-US" altLang="en-US" smtClean="0">
                <a:latin typeface="Arial" panose="020B0604020202020204" pitchFamily="34" charset="0"/>
              </a:rPr>
              <a:pPr/>
              <a:t>33</a:t>
            </a:fld>
            <a:endParaRPr lang="en-US" altLang="en-US">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a:extLst>
              <a:ext uri="{FF2B5EF4-FFF2-40B4-BE49-F238E27FC236}">
                <a16:creationId xmlns:a16="http://schemas.microsoft.com/office/drawing/2014/main" id="{272FB03C-DCA6-4D53-AE64-8B4E20C7777F}"/>
              </a:ext>
            </a:extLst>
          </p:cNvPr>
          <p:cNvSpPr>
            <a:spLocks noGrp="1" noRot="1" noChangeAspect="1" noChangeArrowheads="1" noTextEdit="1"/>
          </p:cNvSpPr>
          <p:nvPr>
            <p:ph type="sldImg"/>
          </p:nvPr>
        </p:nvSpPr>
        <p:spPr>
          <a:ln/>
        </p:spPr>
      </p:sp>
      <p:sp>
        <p:nvSpPr>
          <p:cNvPr id="57347" name="Notes Placeholder 2">
            <a:extLst>
              <a:ext uri="{FF2B5EF4-FFF2-40B4-BE49-F238E27FC236}">
                <a16:creationId xmlns:a16="http://schemas.microsoft.com/office/drawing/2014/main" id="{46D10E0A-F362-4CB3-BFF4-EA080BB04C2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57348" name="Slide Number Placeholder 3">
            <a:extLst>
              <a:ext uri="{FF2B5EF4-FFF2-40B4-BE49-F238E27FC236}">
                <a16:creationId xmlns:a16="http://schemas.microsoft.com/office/drawing/2014/main" id="{B81409AD-F8FE-4C5F-ADD2-83A6F0E4994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5869E400-7D68-41EB-A284-224125B2102C}" type="slidenum">
              <a:rPr lang="en-US" altLang="en-US" smtClean="0">
                <a:latin typeface="Arial" panose="020B0604020202020204" pitchFamily="34" charset="0"/>
              </a:rPr>
              <a:pPr/>
              <a:t>34</a:t>
            </a:fld>
            <a:endParaRPr lang="en-US" altLang="en-US">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a:extLst>
              <a:ext uri="{FF2B5EF4-FFF2-40B4-BE49-F238E27FC236}">
                <a16:creationId xmlns:a16="http://schemas.microsoft.com/office/drawing/2014/main" id="{1EC74D11-4ECF-4EA5-BD2D-8CC91C1670D2}"/>
              </a:ext>
            </a:extLst>
          </p:cNvPr>
          <p:cNvSpPr>
            <a:spLocks noGrp="1" noRot="1" noChangeAspect="1" noChangeArrowheads="1" noTextEdit="1"/>
          </p:cNvSpPr>
          <p:nvPr>
            <p:ph type="sldImg"/>
          </p:nvPr>
        </p:nvSpPr>
        <p:spPr>
          <a:ln/>
        </p:spPr>
      </p:sp>
      <p:sp>
        <p:nvSpPr>
          <p:cNvPr id="61443" name="Notes Placeholder 2">
            <a:extLst>
              <a:ext uri="{FF2B5EF4-FFF2-40B4-BE49-F238E27FC236}">
                <a16:creationId xmlns:a16="http://schemas.microsoft.com/office/drawing/2014/main" id="{AAADA359-C013-4D5B-BCBB-8DDB4D92E5B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cs typeface="Arial" panose="020B0604020202020204" pitchFamily="34" charset="0"/>
              </a:rPr>
              <a:t>Giải phóng danh sách: là đi vào giải phóng từng node</a:t>
            </a:r>
          </a:p>
          <a:p>
            <a:r>
              <a:rPr lang="en-US" altLang="en-US">
                <a:latin typeface="Arial" panose="020B0604020202020204" pitchFamily="34" charset="0"/>
                <a:cs typeface="Arial" panose="020B0604020202020204" pitchFamily="34" charset="0"/>
              </a:rPr>
              <a:t>While (list.head): chừng nào con trỏ ch</a:t>
            </a:r>
            <a:r>
              <a:rPr lang="vi-VN" altLang="en-US">
                <a:latin typeface="Arial" panose="020B0604020202020204" pitchFamily="34" charset="0"/>
                <a:cs typeface="Arial" panose="020B0604020202020204" pitchFamily="34" charset="0"/>
              </a:rPr>
              <a:t>ư</a:t>
            </a:r>
            <a:r>
              <a:rPr lang="en-US" altLang="en-US">
                <a:latin typeface="Arial" panose="020B0604020202020204" pitchFamily="34" charset="0"/>
                <a:cs typeface="Arial" panose="020B0604020202020204" pitchFamily="34" charset="0"/>
              </a:rPr>
              <a:t>a về null thì làm</a:t>
            </a:r>
          </a:p>
        </p:txBody>
      </p:sp>
      <p:sp>
        <p:nvSpPr>
          <p:cNvPr id="61444" name="Slide Number Placeholder 3">
            <a:extLst>
              <a:ext uri="{FF2B5EF4-FFF2-40B4-BE49-F238E27FC236}">
                <a16:creationId xmlns:a16="http://schemas.microsoft.com/office/drawing/2014/main" id="{28403606-963C-4208-ACFA-897739CB000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CF0B09CF-4F58-48E7-9E4E-25818B98A9D3}" type="slidenum">
              <a:rPr lang="en-US" altLang="en-US" smtClean="0">
                <a:latin typeface="Arial" panose="020B0604020202020204" pitchFamily="34" charset="0"/>
              </a:rPr>
              <a:pPr/>
              <a:t>37</a:t>
            </a:fld>
            <a:endParaRPr lang="en-US" altLang="en-US">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a:extLst>
              <a:ext uri="{FF2B5EF4-FFF2-40B4-BE49-F238E27FC236}">
                <a16:creationId xmlns:a16="http://schemas.microsoft.com/office/drawing/2014/main" id="{18AF66CC-7EBF-471A-96AF-61D85FFEAE99}"/>
              </a:ext>
            </a:extLst>
          </p:cNvPr>
          <p:cNvSpPr>
            <a:spLocks noGrp="1" noRot="1" noChangeAspect="1" noChangeArrowheads="1" noTextEdit="1"/>
          </p:cNvSpPr>
          <p:nvPr>
            <p:ph type="sldImg"/>
          </p:nvPr>
        </p:nvSpPr>
        <p:spPr>
          <a:ln/>
        </p:spPr>
      </p:sp>
      <p:sp>
        <p:nvSpPr>
          <p:cNvPr id="65539" name="Notes Placeholder 2">
            <a:extLst>
              <a:ext uri="{FF2B5EF4-FFF2-40B4-BE49-F238E27FC236}">
                <a16:creationId xmlns:a16="http://schemas.microsoft.com/office/drawing/2014/main" id="{DDAA9DCD-EEF1-407C-BA87-7F160BEA1B1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cs typeface="Arial" panose="020B0604020202020204" pitchFamily="34" charset="0"/>
              </a:rPr>
              <a:t>Ở mảng : 123456789, muốn them một phần tử X vào tr</a:t>
            </a:r>
            <a:r>
              <a:rPr lang="vi-VN" altLang="en-US">
                <a:latin typeface="Arial" panose="020B0604020202020204" pitchFamily="34" charset="0"/>
                <a:cs typeface="Arial" panose="020B0604020202020204" pitchFamily="34" charset="0"/>
              </a:rPr>
              <a:t>ư</a:t>
            </a:r>
            <a:r>
              <a:rPr lang="en-US" altLang="en-US">
                <a:latin typeface="Arial" panose="020B0604020202020204" pitchFamily="34" charset="0"/>
                <a:cs typeface="Arial" panose="020B0604020202020204" pitchFamily="34" charset="0"/>
              </a:rPr>
              <a:t>ớc 4 thì phải lùi 56789 về sau một vị trí, nếu có 1000 lần thì phải lùi 1000 lần </a:t>
            </a:r>
          </a:p>
        </p:txBody>
      </p:sp>
      <p:sp>
        <p:nvSpPr>
          <p:cNvPr id="65540" name="Slide Number Placeholder 3">
            <a:extLst>
              <a:ext uri="{FF2B5EF4-FFF2-40B4-BE49-F238E27FC236}">
                <a16:creationId xmlns:a16="http://schemas.microsoft.com/office/drawing/2014/main" id="{59E876CD-65AD-4B08-B85B-465076413F0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493EC7A1-EA05-4FD3-925A-A82E06509AA6}" type="slidenum">
              <a:rPr lang="en-US" altLang="en-US" smtClean="0">
                <a:latin typeface="Arial" panose="020B0604020202020204" pitchFamily="34" charset="0"/>
              </a:rPr>
              <a:pPr/>
              <a:t>40</a:t>
            </a:fld>
            <a:endParaRPr lang="en-US" altLang="en-US">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a:extLst>
              <a:ext uri="{FF2B5EF4-FFF2-40B4-BE49-F238E27FC236}">
                <a16:creationId xmlns:a16="http://schemas.microsoft.com/office/drawing/2014/main" id="{26E99E69-D037-4FE0-A734-887DE38DC649}"/>
              </a:ext>
            </a:extLst>
          </p:cNvPr>
          <p:cNvSpPr>
            <a:spLocks noGrp="1" noRot="1" noChangeAspect="1" noChangeArrowheads="1" noTextEdit="1"/>
          </p:cNvSpPr>
          <p:nvPr>
            <p:ph type="sldImg"/>
          </p:nvPr>
        </p:nvSpPr>
        <p:spPr>
          <a:ln/>
        </p:spPr>
      </p:sp>
      <p:sp>
        <p:nvSpPr>
          <p:cNvPr id="72707" name="Notes Placeholder 2">
            <a:extLst>
              <a:ext uri="{FF2B5EF4-FFF2-40B4-BE49-F238E27FC236}">
                <a16:creationId xmlns:a16="http://schemas.microsoft.com/office/drawing/2014/main" id="{BEC6A8C6-7E83-496F-8ED5-4BB8D1AD338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cs typeface="Arial" panose="020B0604020202020204" pitchFamily="34" charset="0"/>
              </a:rPr>
              <a:t>Stack (ngăn xếp) là một kiểu cấu trúc dữ liệu đặc biệt trong đó việc bổ sung hay loại bỏ 1 phần tử chỉ đ</a:t>
            </a:r>
            <a:r>
              <a:rPr lang="vi-VN" altLang="en-US">
                <a:latin typeface="Arial" panose="020B0604020202020204" pitchFamily="34" charset="0"/>
                <a:cs typeface="Arial" panose="020B0604020202020204" pitchFamily="34" charset="0"/>
              </a:rPr>
              <a:t>ư</a:t>
            </a:r>
            <a:r>
              <a:rPr lang="en-US" altLang="en-US">
                <a:latin typeface="Arial" panose="020B0604020202020204" pitchFamily="34" charset="0"/>
                <a:cs typeface="Arial" panose="020B0604020202020204" pitchFamily="34" charset="0"/>
              </a:rPr>
              <a:t>ợc thực hiện ở đầu của ngăn xếp đ</a:t>
            </a:r>
            <a:r>
              <a:rPr lang="vi-VN" altLang="en-US">
                <a:latin typeface="Arial" panose="020B0604020202020204" pitchFamily="34" charset="0"/>
                <a:cs typeface="Arial" panose="020B0604020202020204" pitchFamily="34" charset="0"/>
              </a:rPr>
              <a:t>ư</a:t>
            </a:r>
            <a:r>
              <a:rPr lang="en-US" altLang="en-US">
                <a:latin typeface="Arial" panose="020B0604020202020204" pitchFamily="34" charset="0"/>
                <a:cs typeface="Arial" panose="020B0604020202020204" pitchFamily="34" charset="0"/>
              </a:rPr>
              <a:t>ợc gọi là đỉnh , nên ngăn xếp gọi là danh sách không đầy đủ, và thực hiện theo </a:t>
            </a:r>
            <a:r>
              <a:rPr lang="vi-VN" altLang="en-US">
                <a:latin typeface="Arial" panose="020B0604020202020204" pitchFamily="34" charset="0"/>
                <a:cs typeface="Arial" panose="020B0604020202020204" pitchFamily="34" charset="0"/>
              </a:rPr>
              <a:t>cơ chế LIFO(LAST IN FIRST OUT) - đối tượng nào vào sau thì sẽ ra trước</a:t>
            </a:r>
            <a:endParaRPr lang="en-US" altLang="en-US">
              <a:latin typeface="Arial" panose="020B0604020202020204" pitchFamily="34" charset="0"/>
              <a:cs typeface="Arial" panose="020B0604020202020204" pitchFamily="34" charset="0"/>
            </a:endParaRPr>
          </a:p>
          <a:p>
            <a:r>
              <a:rPr lang="vi-VN" altLang="en-US">
                <a:latin typeface="Arial" panose="020B0604020202020204" pitchFamily="34" charset="0"/>
                <a:cs typeface="Arial" panose="020B0604020202020204" pitchFamily="34" charset="0"/>
              </a:rPr>
              <a:t> IsEmpty: kiểm tra xem stack có rỗng hay không </a:t>
            </a:r>
            <a:endParaRPr lang="en-US" altLang="en-US">
              <a:latin typeface="Arial" panose="020B0604020202020204" pitchFamily="34" charset="0"/>
              <a:cs typeface="Arial" panose="020B0604020202020204" pitchFamily="34" charset="0"/>
            </a:endParaRPr>
          </a:p>
          <a:p>
            <a:r>
              <a:rPr lang="vi-VN" altLang="en-US">
                <a:latin typeface="Arial" panose="020B0604020202020204" pitchFamily="34" charset="0"/>
                <a:cs typeface="Arial" panose="020B0604020202020204" pitchFamily="34" charset="0"/>
              </a:rPr>
              <a:t>Push: thêm 1 đối tượng vào đầu stack &lt;=&gt; theo cơ chế LIFO </a:t>
            </a:r>
            <a:endParaRPr lang="en-US" altLang="en-US">
              <a:latin typeface="Arial" panose="020B0604020202020204" pitchFamily="34" charset="0"/>
              <a:cs typeface="Arial" panose="020B0604020202020204" pitchFamily="34" charset="0"/>
            </a:endParaRPr>
          </a:p>
          <a:p>
            <a:r>
              <a:rPr lang="vi-VN" altLang="en-US">
                <a:latin typeface="Arial" panose="020B0604020202020204" pitchFamily="34" charset="0"/>
                <a:cs typeface="Arial" panose="020B0604020202020204" pitchFamily="34" charset="0"/>
              </a:rPr>
              <a:t>Pop: lấy phần tử đầu stack và trả về giá trị của đối tượng đầu stack đồng thời phải hủy nó đi</a:t>
            </a:r>
            <a:endParaRPr lang="en-US" altLang="en-US">
              <a:latin typeface="Arial" panose="020B0604020202020204" pitchFamily="34" charset="0"/>
              <a:cs typeface="Arial" panose="020B0604020202020204" pitchFamily="34" charset="0"/>
            </a:endParaRPr>
          </a:p>
          <a:p>
            <a:r>
              <a:rPr lang="vi-VN" altLang="en-US">
                <a:latin typeface="Arial" panose="020B0604020202020204" pitchFamily="34" charset="0"/>
                <a:cs typeface="Arial" panose="020B0604020202020204" pitchFamily="34" charset="0"/>
              </a:rPr>
              <a:t> Top: xem thông tin của phần tử đầu stack và không hủy nó đi</a:t>
            </a:r>
            <a:endParaRPr lang="en-US" altLang="en-US">
              <a:latin typeface="Arial" panose="020B0604020202020204" pitchFamily="34" charset="0"/>
              <a:cs typeface="Arial" panose="020B0604020202020204" pitchFamily="34" charset="0"/>
            </a:endParaRPr>
          </a:p>
        </p:txBody>
      </p:sp>
      <p:sp>
        <p:nvSpPr>
          <p:cNvPr id="72708" name="Slide Number Placeholder 3">
            <a:extLst>
              <a:ext uri="{FF2B5EF4-FFF2-40B4-BE49-F238E27FC236}">
                <a16:creationId xmlns:a16="http://schemas.microsoft.com/office/drawing/2014/main" id="{0792491B-920B-4985-9B19-CB4C1B5EDAE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269B1B33-9DED-4C98-BD4F-F30A9AFB163F}" type="slidenum">
              <a:rPr lang="en-US" altLang="en-US" smtClean="0">
                <a:latin typeface="Arial" panose="020B0604020202020204" pitchFamily="34" charset="0"/>
              </a:rPr>
              <a:pPr/>
              <a:t>46</a:t>
            </a:fld>
            <a:endParaRPr lang="en-US" altLang="en-US">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a:extLst>
              <a:ext uri="{FF2B5EF4-FFF2-40B4-BE49-F238E27FC236}">
                <a16:creationId xmlns:a16="http://schemas.microsoft.com/office/drawing/2014/main" id="{F32FEAD2-50EF-4C56-A09E-C2F60C2FE89C}"/>
              </a:ext>
            </a:extLst>
          </p:cNvPr>
          <p:cNvSpPr>
            <a:spLocks noGrp="1" noRot="1" noChangeAspect="1" noChangeArrowheads="1" noTextEdit="1"/>
          </p:cNvSpPr>
          <p:nvPr>
            <p:ph type="sldImg"/>
          </p:nvPr>
        </p:nvSpPr>
        <p:spPr>
          <a:ln/>
        </p:spPr>
      </p:sp>
      <p:sp>
        <p:nvSpPr>
          <p:cNvPr id="74755" name="Notes Placeholder 2">
            <a:extLst>
              <a:ext uri="{FF2B5EF4-FFF2-40B4-BE49-F238E27FC236}">
                <a16:creationId xmlns:a16="http://schemas.microsoft.com/office/drawing/2014/main" id="{CAF4DA27-60C6-48A5-A027-49637BCC88A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cs typeface="Arial" panose="020B0604020202020204" pitchFamily="34" charset="0"/>
              </a:rPr>
              <a:t>Stack (ngăn xếp) là một kiểu cấu trúc dữ liệu đặc biệt trong đó việc bổ sung hay loại bỏ 1 phần tử chỉ đ</a:t>
            </a:r>
            <a:r>
              <a:rPr lang="vi-VN" altLang="en-US">
                <a:latin typeface="Arial" panose="020B0604020202020204" pitchFamily="34" charset="0"/>
                <a:cs typeface="Arial" panose="020B0604020202020204" pitchFamily="34" charset="0"/>
              </a:rPr>
              <a:t>ư</a:t>
            </a:r>
            <a:r>
              <a:rPr lang="en-US" altLang="en-US">
                <a:latin typeface="Arial" panose="020B0604020202020204" pitchFamily="34" charset="0"/>
                <a:cs typeface="Arial" panose="020B0604020202020204" pitchFamily="34" charset="0"/>
              </a:rPr>
              <a:t>ợc thực hiện ở đầu của ngăn xếp đ</a:t>
            </a:r>
            <a:r>
              <a:rPr lang="vi-VN" altLang="en-US">
                <a:latin typeface="Arial" panose="020B0604020202020204" pitchFamily="34" charset="0"/>
                <a:cs typeface="Arial" panose="020B0604020202020204" pitchFamily="34" charset="0"/>
              </a:rPr>
              <a:t>ư</a:t>
            </a:r>
            <a:r>
              <a:rPr lang="en-US" altLang="en-US">
                <a:latin typeface="Arial" panose="020B0604020202020204" pitchFamily="34" charset="0"/>
                <a:cs typeface="Arial" panose="020B0604020202020204" pitchFamily="34" charset="0"/>
              </a:rPr>
              <a:t>ợc gọi là đỉnh , nên ngăn xếp gọi là danh sách không đầy đủ, và thực hiện theo </a:t>
            </a:r>
            <a:r>
              <a:rPr lang="vi-VN" altLang="en-US">
                <a:latin typeface="Arial" panose="020B0604020202020204" pitchFamily="34" charset="0"/>
                <a:cs typeface="Arial" panose="020B0604020202020204" pitchFamily="34" charset="0"/>
              </a:rPr>
              <a:t>cơ chế LIFO(LAST IN FIRST OUT) - đối tượng nào vào sau thì sẽ ra trước</a:t>
            </a:r>
            <a:endParaRPr lang="en-US" altLang="en-US">
              <a:latin typeface="Arial" panose="020B0604020202020204" pitchFamily="34" charset="0"/>
              <a:cs typeface="Arial" panose="020B0604020202020204" pitchFamily="34" charset="0"/>
            </a:endParaRPr>
          </a:p>
          <a:p>
            <a:r>
              <a:rPr lang="vi-VN" altLang="en-US">
                <a:latin typeface="Arial" panose="020B0604020202020204" pitchFamily="34" charset="0"/>
                <a:cs typeface="Arial" panose="020B0604020202020204" pitchFamily="34" charset="0"/>
              </a:rPr>
              <a:t> IsEmpty: kiểm tra xem stack có rỗng hay không </a:t>
            </a:r>
            <a:endParaRPr lang="en-US" altLang="en-US">
              <a:latin typeface="Arial" panose="020B0604020202020204" pitchFamily="34" charset="0"/>
              <a:cs typeface="Arial" panose="020B0604020202020204" pitchFamily="34" charset="0"/>
            </a:endParaRPr>
          </a:p>
          <a:p>
            <a:r>
              <a:rPr lang="vi-VN" altLang="en-US">
                <a:latin typeface="Arial" panose="020B0604020202020204" pitchFamily="34" charset="0"/>
                <a:cs typeface="Arial" panose="020B0604020202020204" pitchFamily="34" charset="0"/>
              </a:rPr>
              <a:t>Push: thêm 1 đối tượng vào đầu stack &lt;=&gt; theo cơ chế LIFO </a:t>
            </a:r>
            <a:endParaRPr lang="en-US" altLang="en-US">
              <a:latin typeface="Arial" panose="020B0604020202020204" pitchFamily="34" charset="0"/>
              <a:cs typeface="Arial" panose="020B0604020202020204" pitchFamily="34" charset="0"/>
            </a:endParaRPr>
          </a:p>
          <a:p>
            <a:r>
              <a:rPr lang="vi-VN" altLang="en-US">
                <a:latin typeface="Arial" panose="020B0604020202020204" pitchFamily="34" charset="0"/>
                <a:cs typeface="Arial" panose="020B0604020202020204" pitchFamily="34" charset="0"/>
              </a:rPr>
              <a:t>Pop: lấy phần tử đầu stack và trả về giá trị của đối tượng đầu stack đồng thời phải hủy nó đi</a:t>
            </a:r>
            <a:endParaRPr lang="en-US" altLang="en-US">
              <a:latin typeface="Arial" panose="020B0604020202020204" pitchFamily="34" charset="0"/>
              <a:cs typeface="Arial" panose="020B0604020202020204" pitchFamily="34" charset="0"/>
            </a:endParaRPr>
          </a:p>
          <a:p>
            <a:r>
              <a:rPr lang="vi-VN" altLang="en-US">
                <a:latin typeface="Arial" panose="020B0604020202020204" pitchFamily="34" charset="0"/>
                <a:cs typeface="Arial" panose="020B0604020202020204" pitchFamily="34" charset="0"/>
              </a:rPr>
              <a:t> Top: xem thông tin của phần tử đầu stack và không hủy nó đi</a:t>
            </a:r>
            <a:endParaRPr lang="en-US" altLang="en-US">
              <a:latin typeface="Arial" panose="020B0604020202020204" pitchFamily="34" charset="0"/>
              <a:cs typeface="Arial" panose="020B0604020202020204" pitchFamily="34" charset="0"/>
            </a:endParaRPr>
          </a:p>
        </p:txBody>
      </p:sp>
      <p:sp>
        <p:nvSpPr>
          <p:cNvPr id="74756" name="Slide Number Placeholder 3">
            <a:extLst>
              <a:ext uri="{FF2B5EF4-FFF2-40B4-BE49-F238E27FC236}">
                <a16:creationId xmlns:a16="http://schemas.microsoft.com/office/drawing/2014/main" id="{2BBA7364-8360-4464-89E1-60AFF3D37AA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39F65123-A471-448E-91FF-AA8EA26A3012}" type="slidenum">
              <a:rPr lang="en-US" altLang="en-US" smtClean="0">
                <a:latin typeface="Arial" panose="020B0604020202020204" pitchFamily="34" charset="0"/>
              </a:rPr>
              <a:pPr/>
              <a:t>47</a:t>
            </a:fld>
            <a:endParaRPr lang="en-US" altLang="en-US">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a:extLst>
              <a:ext uri="{FF2B5EF4-FFF2-40B4-BE49-F238E27FC236}">
                <a16:creationId xmlns:a16="http://schemas.microsoft.com/office/drawing/2014/main" id="{1C3E6958-BCD9-48FA-A3F5-6F920D5C517A}"/>
              </a:ext>
            </a:extLst>
          </p:cNvPr>
          <p:cNvSpPr>
            <a:spLocks noGrp="1" noRot="1" noChangeAspect="1" noChangeArrowheads="1" noTextEdit="1"/>
          </p:cNvSpPr>
          <p:nvPr>
            <p:ph type="sldImg"/>
          </p:nvPr>
        </p:nvSpPr>
        <p:spPr>
          <a:ln/>
        </p:spPr>
      </p:sp>
      <p:sp>
        <p:nvSpPr>
          <p:cNvPr id="84995" name="Notes Placeholder 2">
            <a:extLst>
              <a:ext uri="{FF2B5EF4-FFF2-40B4-BE49-F238E27FC236}">
                <a16:creationId xmlns:a16="http://schemas.microsoft.com/office/drawing/2014/main" id="{DA320815-C22E-4CF5-B973-6E4909A4FFE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cs typeface="Arial" panose="020B0604020202020204" pitchFamily="34" charset="0"/>
              </a:rPr>
              <a:t>isempty(s)==true có thể viết (! Isempty(s))</a:t>
            </a:r>
          </a:p>
        </p:txBody>
      </p:sp>
      <p:sp>
        <p:nvSpPr>
          <p:cNvPr id="84996" name="Slide Number Placeholder 3">
            <a:extLst>
              <a:ext uri="{FF2B5EF4-FFF2-40B4-BE49-F238E27FC236}">
                <a16:creationId xmlns:a16="http://schemas.microsoft.com/office/drawing/2014/main" id="{A42074DE-9362-45CE-BC05-089961676E3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E478672E-DEA4-4803-80A9-1F561CBF6256}" type="slidenum">
              <a:rPr lang="en-US" altLang="en-US" smtClean="0">
                <a:latin typeface="Arial" panose="020B0604020202020204" pitchFamily="34" charset="0"/>
              </a:rPr>
              <a:pPr/>
              <a:t>56</a:t>
            </a:fld>
            <a:endParaRPr lang="en-US" altLang="en-US">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a:extLst>
              <a:ext uri="{FF2B5EF4-FFF2-40B4-BE49-F238E27FC236}">
                <a16:creationId xmlns:a16="http://schemas.microsoft.com/office/drawing/2014/main" id="{58435B56-0AB4-4984-A7A3-CE5E2721F04C}"/>
              </a:ext>
            </a:extLst>
          </p:cNvPr>
          <p:cNvSpPr>
            <a:spLocks noGrp="1" noRot="1" noChangeAspect="1" noChangeArrowheads="1" noTextEdit="1"/>
          </p:cNvSpPr>
          <p:nvPr>
            <p:ph type="sldImg"/>
          </p:nvPr>
        </p:nvSpPr>
        <p:spPr>
          <a:ln/>
        </p:spPr>
      </p:sp>
      <p:sp>
        <p:nvSpPr>
          <p:cNvPr id="89091" name="Notes Placeholder 2">
            <a:extLst>
              <a:ext uri="{FF2B5EF4-FFF2-40B4-BE49-F238E27FC236}">
                <a16:creationId xmlns:a16="http://schemas.microsoft.com/office/drawing/2014/main" id="{F9B78BD4-1823-4547-A1E2-3CFEBB6EB79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89092" name="Slide Number Placeholder 3">
            <a:extLst>
              <a:ext uri="{FF2B5EF4-FFF2-40B4-BE49-F238E27FC236}">
                <a16:creationId xmlns:a16="http://schemas.microsoft.com/office/drawing/2014/main" id="{99C29882-DC99-4B0B-96EC-3028153206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FF739488-BEA6-45F6-8261-0C45AB13D976}" type="slidenum">
              <a:rPr lang="en-US" altLang="en-US" smtClean="0">
                <a:latin typeface="Arial" panose="020B0604020202020204" pitchFamily="34" charset="0"/>
              </a:rPr>
              <a:pPr/>
              <a:t>59</a:t>
            </a:fld>
            <a:endParaRPr lang="en-US" altLang="en-US">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Slide Image Placeholder 1">
            <a:extLst>
              <a:ext uri="{FF2B5EF4-FFF2-40B4-BE49-F238E27FC236}">
                <a16:creationId xmlns:a16="http://schemas.microsoft.com/office/drawing/2014/main" id="{1C7F5079-6164-4D15-8728-7FCA8AE17D07}"/>
              </a:ext>
            </a:extLst>
          </p:cNvPr>
          <p:cNvSpPr>
            <a:spLocks noGrp="1" noRot="1" noChangeAspect="1" noChangeArrowheads="1" noTextEdit="1"/>
          </p:cNvSpPr>
          <p:nvPr>
            <p:ph type="sldImg"/>
          </p:nvPr>
        </p:nvSpPr>
        <p:spPr>
          <a:ln/>
        </p:spPr>
      </p:sp>
      <p:sp>
        <p:nvSpPr>
          <p:cNvPr id="109571" name="Notes Placeholder 2">
            <a:extLst>
              <a:ext uri="{FF2B5EF4-FFF2-40B4-BE49-F238E27FC236}">
                <a16:creationId xmlns:a16="http://schemas.microsoft.com/office/drawing/2014/main" id="{388FFEEF-82FD-48F9-9A03-ECD512D5E27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vi-VN" altLang="en-US">
                <a:latin typeface="Arial" panose="020B0604020202020204" pitchFamily="34" charset="0"/>
                <a:cs typeface="Arial" panose="020B0604020202020204" pitchFamily="34" charset="0"/>
              </a:rPr>
              <a:t>IsEmpty: kiểm tra xem queue có rỗng hay không </a:t>
            </a:r>
            <a:endParaRPr lang="en-US" altLang="en-US">
              <a:latin typeface="Arial" panose="020B0604020202020204" pitchFamily="34" charset="0"/>
              <a:cs typeface="Arial" panose="020B0604020202020204" pitchFamily="34" charset="0"/>
            </a:endParaRPr>
          </a:p>
          <a:p>
            <a:r>
              <a:rPr lang="vi-VN" altLang="en-US">
                <a:latin typeface="Arial" panose="020B0604020202020204" pitchFamily="34" charset="0"/>
                <a:cs typeface="Arial" panose="020B0604020202020204" pitchFamily="34" charset="0"/>
              </a:rPr>
              <a:t>Push: thêm 1 đối tượng vào cuối queue &lt;=&gt; theo cơ chế FIFO </a:t>
            </a:r>
            <a:endParaRPr lang="en-US" altLang="en-US">
              <a:latin typeface="Arial" panose="020B0604020202020204" pitchFamily="34" charset="0"/>
              <a:cs typeface="Arial" panose="020B0604020202020204" pitchFamily="34" charset="0"/>
            </a:endParaRPr>
          </a:p>
          <a:p>
            <a:r>
              <a:rPr lang="vi-VN" altLang="en-US">
                <a:latin typeface="Arial" panose="020B0604020202020204" pitchFamily="34" charset="0"/>
                <a:cs typeface="Arial" panose="020B0604020202020204" pitchFamily="34" charset="0"/>
              </a:rPr>
              <a:t>Pop: lấy phần tử đầu queue và trả về giá trị của đối tượng đầu queue đồng thời phải hủy nó đi </a:t>
            </a:r>
            <a:endParaRPr lang="en-US" altLang="en-US">
              <a:latin typeface="Arial" panose="020B0604020202020204" pitchFamily="34" charset="0"/>
              <a:cs typeface="Arial" panose="020B0604020202020204" pitchFamily="34" charset="0"/>
            </a:endParaRPr>
          </a:p>
          <a:p>
            <a:r>
              <a:rPr lang="vi-VN" altLang="en-US">
                <a:latin typeface="Arial" panose="020B0604020202020204" pitchFamily="34" charset="0"/>
                <a:cs typeface="Arial" panose="020B0604020202020204" pitchFamily="34" charset="0"/>
              </a:rPr>
              <a:t>Top: xem thông tin của phần tử đầu queue và không hủy nó đi</a:t>
            </a:r>
            <a:endParaRPr lang="en-US" altLang="en-US">
              <a:latin typeface="Arial" panose="020B0604020202020204" pitchFamily="34" charset="0"/>
              <a:cs typeface="Arial" panose="020B0604020202020204" pitchFamily="34" charset="0"/>
            </a:endParaRPr>
          </a:p>
        </p:txBody>
      </p:sp>
      <p:sp>
        <p:nvSpPr>
          <p:cNvPr id="109572" name="Slide Number Placeholder 3">
            <a:extLst>
              <a:ext uri="{FF2B5EF4-FFF2-40B4-BE49-F238E27FC236}">
                <a16:creationId xmlns:a16="http://schemas.microsoft.com/office/drawing/2014/main" id="{FB648980-1A6E-41F2-ACB4-289F2F9279A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E4A1940A-8C6E-47A6-BD6D-F21FBE1EF004}" type="slidenum">
              <a:rPr lang="en-US" altLang="en-US" smtClean="0">
                <a:latin typeface="Arial" panose="020B0604020202020204" pitchFamily="34" charset="0"/>
              </a:rPr>
              <a:pPr/>
              <a:t>60</a:t>
            </a:fld>
            <a:endParaRPr lang="en-US" altLang="en-US">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err="1"/>
              <a:t>phần</a:t>
            </a:r>
            <a:r>
              <a:rPr lang="en-US" dirty="0"/>
              <a:t> c</a:t>
            </a:r>
            <a:r>
              <a:rPr lang="vi-VN" dirty="0"/>
              <a:t>ơ</a:t>
            </a:r>
            <a:r>
              <a:rPr lang="en-US" dirty="0"/>
              <a:t> </a:t>
            </a:r>
            <a:r>
              <a:rPr lang="en-US" dirty="0" err="1"/>
              <a:t>sở</a:t>
            </a:r>
            <a:r>
              <a:rPr lang="en-US" dirty="0"/>
              <a:t>: </a:t>
            </a:r>
            <a:r>
              <a:rPr lang="en-US" sz="1200" b="0" dirty="0"/>
              <a:t> </a:t>
            </a:r>
            <a:r>
              <a:rPr lang="en-US" sz="1200" b="0" dirty="0" err="1"/>
              <a:t>chứa</a:t>
            </a:r>
            <a:r>
              <a:rPr lang="en-US" sz="1200" b="0" dirty="0"/>
              <a:t> </a:t>
            </a:r>
            <a:r>
              <a:rPr lang="en-US" sz="1200" b="0" dirty="0" err="1"/>
              <a:t>các</a:t>
            </a:r>
            <a:r>
              <a:rPr lang="en-US" sz="1200" b="0" dirty="0"/>
              <a:t> </a:t>
            </a:r>
            <a:r>
              <a:rPr lang="en-US" sz="1200" b="0" dirty="0" err="1"/>
              <a:t>tác</a:t>
            </a:r>
            <a:r>
              <a:rPr lang="en-US" sz="1200" b="0" dirty="0"/>
              <a:t> </a:t>
            </a:r>
            <a:r>
              <a:rPr lang="en-US" sz="1200" b="0" dirty="0" err="1"/>
              <a:t>động</a:t>
            </a:r>
            <a:r>
              <a:rPr lang="en-US" sz="1200" b="0" dirty="0"/>
              <a:t> </a:t>
            </a:r>
            <a:r>
              <a:rPr lang="en-US" sz="1200" b="0" dirty="0" err="1"/>
              <a:t>của</a:t>
            </a:r>
            <a:r>
              <a:rPr lang="en-US" sz="1200" b="0" dirty="0"/>
              <a:t> </a:t>
            </a:r>
            <a:r>
              <a:rPr lang="en-US" sz="1200" b="0" dirty="0" err="1"/>
              <a:t>hàm</a:t>
            </a:r>
            <a:r>
              <a:rPr lang="en-US" sz="1200" b="0" dirty="0"/>
              <a:t> </a:t>
            </a:r>
            <a:r>
              <a:rPr lang="en-US" sz="1200" b="0" dirty="0" err="1"/>
              <a:t>hoặc</a:t>
            </a:r>
            <a:r>
              <a:rPr lang="en-US" sz="1200" b="0" dirty="0"/>
              <a:t> </a:t>
            </a:r>
            <a:r>
              <a:rPr lang="en-US" sz="1200" b="0" dirty="0" err="1"/>
              <a:t>thủ</a:t>
            </a:r>
            <a:r>
              <a:rPr lang="en-US" sz="1200" b="0" dirty="0"/>
              <a:t> </a:t>
            </a:r>
            <a:r>
              <a:rPr lang="en-US" sz="1200" b="0" dirty="0" err="1"/>
              <a:t>tục</a:t>
            </a:r>
            <a:r>
              <a:rPr lang="en-US" sz="1200" b="0" dirty="0"/>
              <a:t> </a:t>
            </a:r>
            <a:r>
              <a:rPr lang="en-US" sz="1200" b="0" dirty="0" err="1"/>
              <a:t>với</a:t>
            </a:r>
            <a:r>
              <a:rPr lang="en-US" sz="1200" b="0" dirty="0"/>
              <a:t> </a:t>
            </a:r>
            <a:r>
              <a:rPr lang="en-US" sz="1200" b="0" dirty="0" err="1"/>
              <a:t>một</a:t>
            </a:r>
            <a:r>
              <a:rPr lang="en-US" sz="1200" b="0" dirty="0"/>
              <a:t> </a:t>
            </a:r>
            <a:r>
              <a:rPr lang="en-US" sz="1200" b="0" dirty="0" err="1"/>
              <a:t>số</a:t>
            </a:r>
            <a:r>
              <a:rPr lang="en-US" sz="1200" b="0" dirty="0"/>
              <a:t> </a:t>
            </a:r>
            <a:r>
              <a:rPr lang="en-US" sz="1200" b="0" dirty="0" err="1"/>
              <a:t>giá</a:t>
            </a:r>
            <a:r>
              <a:rPr lang="en-US" sz="1200" b="0" dirty="0"/>
              <a:t> </a:t>
            </a:r>
            <a:r>
              <a:rPr lang="en-US" sz="1200" b="0" dirty="0" err="1"/>
              <a:t>trị</a:t>
            </a:r>
            <a:r>
              <a:rPr lang="en-US" sz="1200" b="0" dirty="0"/>
              <a:t> </a:t>
            </a:r>
            <a:r>
              <a:rPr lang="en-US" sz="1200" b="0" dirty="0" err="1"/>
              <a:t>cụ</a:t>
            </a:r>
            <a:r>
              <a:rPr lang="en-US" sz="1200" b="0" dirty="0"/>
              <a:t> </a:t>
            </a:r>
            <a:r>
              <a:rPr lang="en-US" sz="1200" b="0" dirty="0" err="1"/>
              <a:t>thể</a:t>
            </a:r>
            <a:r>
              <a:rPr lang="en-US" sz="1200" b="0" dirty="0"/>
              <a:t> ban </a:t>
            </a:r>
            <a:r>
              <a:rPr lang="en-US" sz="1200" b="0" dirty="0" err="1"/>
              <a:t>đầu</a:t>
            </a:r>
            <a:r>
              <a:rPr lang="en-US" sz="1200" b="0" dirty="0"/>
              <a:t> </a:t>
            </a:r>
            <a:r>
              <a:rPr lang="en-US" sz="1200" b="0" dirty="0" err="1"/>
              <a:t>của</a:t>
            </a:r>
            <a:r>
              <a:rPr lang="en-US" sz="1200" b="0" dirty="0"/>
              <a:t> </a:t>
            </a:r>
            <a:r>
              <a:rPr lang="en-US" sz="1200" b="0" u="sng" dirty="0" err="1">
                <a:hlinkClick r:id="rId3"/>
              </a:rPr>
              <a:t>tham</a:t>
            </a:r>
            <a:r>
              <a:rPr lang="en-US" sz="1200" b="0" u="sng" dirty="0">
                <a:hlinkClick r:id="rId3"/>
              </a:rPr>
              <a:t> </a:t>
            </a:r>
            <a:r>
              <a:rPr lang="en-US" sz="1200" b="0" u="sng" dirty="0" err="1">
                <a:hlinkClick r:id="rId3"/>
              </a:rPr>
              <a:t>số</a:t>
            </a:r>
            <a:r>
              <a:rPr lang="en-US" sz="1200" b="0" dirty="0"/>
              <a:t>.</a:t>
            </a:r>
          </a:p>
          <a:p>
            <a:pPr marL="228600" indent="-228600">
              <a:buAutoNum type="arabicParenR"/>
            </a:pPr>
            <a:r>
              <a:rPr lang="en-US" sz="1200" b="0" dirty="0" err="1"/>
              <a:t>Phần</a:t>
            </a:r>
            <a:r>
              <a:rPr lang="en-US" sz="1200" b="0" dirty="0"/>
              <a:t> </a:t>
            </a:r>
            <a:r>
              <a:rPr lang="en-US" sz="1200" b="0" dirty="0" err="1"/>
              <a:t>đệ</a:t>
            </a:r>
            <a:r>
              <a:rPr lang="en-US" sz="1200" b="0" dirty="0"/>
              <a:t> </a:t>
            </a:r>
            <a:r>
              <a:rPr lang="en-US" sz="1200" b="0" dirty="0" err="1"/>
              <a:t>quy</a:t>
            </a:r>
            <a:r>
              <a:rPr lang="en-US" sz="1200" b="0" dirty="0"/>
              <a:t> </a:t>
            </a:r>
            <a:r>
              <a:rPr lang="vi-VN" sz="1200" b="0" i="0" kern="1200" dirty="0">
                <a:solidFill>
                  <a:schemeClr val="tx1"/>
                </a:solidFill>
                <a:effectLst/>
                <a:latin typeface="Times New Roman" pitchFamily="18" charset="0"/>
                <a:ea typeface="+mn-ea"/>
                <a:cs typeface="+mn-cs"/>
              </a:rPr>
              <a:t>định nghĩa tác động cần được thực hiện cho giá trị hiện thời của các tham số bằng các tác động đã được định nghĩa trước đây với kích thước tham số nhỏ hơn.</a:t>
            </a:r>
            <a:endParaRPr lang="en-US" dirty="0"/>
          </a:p>
        </p:txBody>
      </p:sp>
      <p:sp>
        <p:nvSpPr>
          <p:cNvPr id="4" name="Footer Placeholder 3"/>
          <p:cNvSpPr>
            <a:spLocks noGrp="1"/>
          </p:cNvSpPr>
          <p:nvPr>
            <p:ph type="ftr" sz="quarter" idx="10"/>
          </p:nvPr>
        </p:nvSpPr>
        <p:spPr/>
        <p:txBody>
          <a:bodyPr/>
          <a:lstStyle/>
          <a:p>
            <a:r>
              <a:rPr lang="en-US"/>
              <a:t>Trần Nguyên Hương</a:t>
            </a:r>
          </a:p>
        </p:txBody>
      </p:sp>
      <p:sp>
        <p:nvSpPr>
          <p:cNvPr id="5" name="Slide Number Placeholder 4"/>
          <p:cNvSpPr>
            <a:spLocks noGrp="1"/>
          </p:cNvSpPr>
          <p:nvPr>
            <p:ph type="sldNum" sz="quarter" idx="11"/>
          </p:nvPr>
        </p:nvSpPr>
        <p:spPr/>
        <p:txBody>
          <a:bodyPr/>
          <a:lstStyle/>
          <a:p>
            <a:fld id="{5E4FB49F-2861-4846-ABEC-38F19208D699}" type="slidenum">
              <a:rPr lang="en-US" smtClean="0"/>
              <a:pPr/>
              <a:t>65</a:t>
            </a:fld>
            <a:endParaRPr lang="en-US"/>
          </a:p>
        </p:txBody>
      </p:sp>
    </p:spTree>
    <p:extLst>
      <p:ext uri="{BB962C8B-B14F-4D97-AF65-F5344CB8AC3E}">
        <p14:creationId xmlns:p14="http://schemas.microsoft.com/office/powerpoint/2010/main" val="32705985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Bài</a:t>
            </a:r>
            <a:r>
              <a:rPr lang="en-US" dirty="0"/>
              <a:t> </a:t>
            </a:r>
            <a:r>
              <a:rPr lang="en-US" dirty="0" err="1"/>
              <a:t>toán</a:t>
            </a:r>
            <a:r>
              <a:rPr lang="en-US" dirty="0"/>
              <a:t>: </a:t>
            </a:r>
            <a:r>
              <a:rPr lang="en-US" dirty="0" err="1"/>
              <a:t>có</a:t>
            </a:r>
            <a:r>
              <a:rPr lang="en-US" dirty="0"/>
              <a:t> n </a:t>
            </a:r>
            <a:r>
              <a:rPr lang="en-US" dirty="0" err="1"/>
              <a:t>đĩa</a:t>
            </a:r>
            <a:r>
              <a:rPr lang="en-US" dirty="0"/>
              <a:t>: </a:t>
            </a:r>
            <a:r>
              <a:rPr lang="en-US" dirty="0" err="1"/>
              <a:t>kích</a:t>
            </a:r>
            <a:r>
              <a:rPr lang="en-US" dirty="0"/>
              <a:t> </a:t>
            </a:r>
            <a:r>
              <a:rPr lang="en-US" dirty="0" err="1"/>
              <a:t>th</a:t>
            </a:r>
            <a:r>
              <a:rPr lang="vi-VN" dirty="0"/>
              <a:t>ư</a:t>
            </a:r>
            <a:r>
              <a:rPr lang="en-US" dirty="0" err="1"/>
              <a:t>ớc</a:t>
            </a:r>
            <a:r>
              <a:rPr lang="en-US" dirty="0"/>
              <a:t> </a:t>
            </a:r>
            <a:r>
              <a:rPr lang="en-US" dirty="0" err="1"/>
              <a:t>nhỏ</a:t>
            </a:r>
            <a:r>
              <a:rPr lang="en-US" dirty="0"/>
              <a:t> </a:t>
            </a:r>
            <a:r>
              <a:rPr lang="en-US" dirty="0" err="1"/>
              <a:t>dần</a:t>
            </a:r>
            <a:r>
              <a:rPr lang="en-US" dirty="0"/>
              <a:t>, </a:t>
            </a:r>
            <a:r>
              <a:rPr lang="en-US" dirty="0" err="1"/>
              <a:t>đĩa</a:t>
            </a:r>
            <a:r>
              <a:rPr lang="en-US" dirty="0"/>
              <a:t> </a:t>
            </a:r>
            <a:r>
              <a:rPr lang="en-US" dirty="0" err="1"/>
              <a:t>có</a:t>
            </a:r>
            <a:r>
              <a:rPr lang="en-US" dirty="0"/>
              <a:t> </a:t>
            </a:r>
            <a:r>
              <a:rPr lang="en-US" dirty="0" err="1"/>
              <a:t>lỗ</a:t>
            </a:r>
            <a:r>
              <a:rPr lang="en-US" dirty="0"/>
              <a:t> ở </a:t>
            </a:r>
            <a:r>
              <a:rPr lang="en-US" dirty="0" err="1"/>
              <a:t>giữa</a:t>
            </a:r>
            <a:r>
              <a:rPr lang="en-US" dirty="0"/>
              <a:t>. </a:t>
            </a:r>
            <a:r>
              <a:rPr lang="en-US" dirty="0" err="1"/>
              <a:t>Có</a:t>
            </a:r>
            <a:r>
              <a:rPr lang="en-US" dirty="0"/>
              <a:t> </a:t>
            </a:r>
            <a:r>
              <a:rPr lang="en-US" dirty="0" err="1"/>
              <a:t>thể</a:t>
            </a:r>
            <a:r>
              <a:rPr lang="en-US" dirty="0"/>
              <a:t> </a:t>
            </a:r>
            <a:r>
              <a:rPr lang="en-US" dirty="0" err="1"/>
              <a:t>xếp</a:t>
            </a:r>
            <a:r>
              <a:rPr lang="en-US" dirty="0"/>
              <a:t> </a:t>
            </a:r>
            <a:r>
              <a:rPr lang="en-US" dirty="0" err="1"/>
              <a:t>chúng</a:t>
            </a:r>
            <a:r>
              <a:rPr lang="en-US" dirty="0"/>
              <a:t> </a:t>
            </a:r>
            <a:r>
              <a:rPr lang="en-US" dirty="0" err="1"/>
              <a:t>chồng</a:t>
            </a:r>
            <a:r>
              <a:rPr lang="en-US" dirty="0"/>
              <a:t> </a:t>
            </a:r>
            <a:r>
              <a:rPr lang="en-US" dirty="0" err="1"/>
              <a:t>lên</a:t>
            </a:r>
            <a:r>
              <a:rPr lang="en-US" dirty="0"/>
              <a:t> </a:t>
            </a:r>
            <a:r>
              <a:rPr lang="en-US" dirty="0" err="1"/>
              <a:t>nhau</a:t>
            </a:r>
            <a:r>
              <a:rPr lang="en-US" dirty="0"/>
              <a:t> </a:t>
            </a:r>
            <a:r>
              <a:rPr lang="en-US" dirty="0" err="1"/>
              <a:t>xuyên</a:t>
            </a:r>
            <a:r>
              <a:rPr lang="en-US" dirty="0"/>
              <a:t> qua </a:t>
            </a:r>
            <a:r>
              <a:rPr lang="en-US" dirty="0" err="1"/>
              <a:t>một</a:t>
            </a:r>
            <a:r>
              <a:rPr lang="en-US" dirty="0"/>
              <a:t> </a:t>
            </a:r>
            <a:r>
              <a:rPr lang="en-US" dirty="0" err="1"/>
              <a:t>cọc</a:t>
            </a:r>
            <a:r>
              <a:rPr lang="en-US" dirty="0"/>
              <a:t>, to d</a:t>
            </a:r>
            <a:r>
              <a:rPr lang="vi-VN" dirty="0"/>
              <a:t>ư</a:t>
            </a:r>
            <a:r>
              <a:rPr lang="en-US" dirty="0" err="1"/>
              <a:t>ới</a:t>
            </a:r>
            <a:r>
              <a:rPr lang="en-US" dirty="0"/>
              <a:t> </a:t>
            </a:r>
            <a:r>
              <a:rPr lang="en-US" dirty="0" err="1"/>
              <a:t>nhỏ</a:t>
            </a:r>
            <a:r>
              <a:rPr lang="en-US" dirty="0"/>
              <a:t> </a:t>
            </a:r>
            <a:r>
              <a:rPr lang="en-US" dirty="0" err="1"/>
              <a:t>trên</a:t>
            </a:r>
            <a:r>
              <a:rPr lang="en-US" dirty="0"/>
              <a:t>, </a:t>
            </a:r>
            <a:r>
              <a:rPr lang="en-US" dirty="0" err="1"/>
              <a:t>để</a:t>
            </a:r>
            <a:r>
              <a:rPr lang="en-US" dirty="0"/>
              <a:t> </a:t>
            </a:r>
            <a:r>
              <a:rPr lang="en-US" dirty="0" err="1"/>
              <a:t>cuối</a:t>
            </a:r>
            <a:r>
              <a:rPr lang="en-US" dirty="0"/>
              <a:t> </a:t>
            </a:r>
            <a:r>
              <a:rPr lang="en-US" dirty="0" err="1"/>
              <a:t>cùng</a:t>
            </a:r>
            <a:r>
              <a:rPr lang="en-US" dirty="0"/>
              <a:t> </a:t>
            </a:r>
            <a:r>
              <a:rPr lang="en-US" dirty="0" err="1"/>
              <a:t>có</a:t>
            </a:r>
            <a:r>
              <a:rPr lang="en-US" dirty="0"/>
              <a:t> </a:t>
            </a:r>
            <a:r>
              <a:rPr lang="en-US" dirty="0" err="1"/>
              <a:t>một</a:t>
            </a:r>
            <a:r>
              <a:rPr lang="en-US" dirty="0"/>
              <a:t> </a:t>
            </a:r>
            <a:r>
              <a:rPr lang="en-US" dirty="0" err="1"/>
              <a:t>chồng</a:t>
            </a:r>
            <a:r>
              <a:rPr lang="en-US" dirty="0"/>
              <a:t> </a:t>
            </a:r>
            <a:r>
              <a:rPr lang="en-US" dirty="0" err="1"/>
              <a:t>đĩa</a:t>
            </a:r>
            <a:r>
              <a:rPr lang="en-US" dirty="0"/>
              <a:t> </a:t>
            </a:r>
            <a:r>
              <a:rPr lang="en-US" dirty="0" err="1"/>
              <a:t>giống</a:t>
            </a:r>
            <a:r>
              <a:rPr lang="en-US" dirty="0"/>
              <a:t> </a:t>
            </a:r>
            <a:r>
              <a:rPr lang="en-US" dirty="0" err="1"/>
              <a:t>nh</a:t>
            </a:r>
            <a:r>
              <a:rPr lang="vi-VN" dirty="0"/>
              <a:t>ư</a:t>
            </a:r>
            <a:r>
              <a:rPr lang="en-US" dirty="0"/>
              <a:t> </a:t>
            </a:r>
            <a:r>
              <a:rPr lang="en-US" dirty="0" err="1"/>
              <a:t>hình</a:t>
            </a:r>
            <a:r>
              <a:rPr lang="en-US" dirty="0"/>
              <a:t> </a:t>
            </a:r>
            <a:r>
              <a:rPr lang="en-US" dirty="0" err="1"/>
              <a:t>tháp</a:t>
            </a:r>
            <a:endParaRPr lang="en-US" dirty="0"/>
          </a:p>
          <a:p>
            <a:r>
              <a:rPr lang="en-US" dirty="0" err="1"/>
              <a:t>Có</a:t>
            </a:r>
            <a:r>
              <a:rPr lang="en-US" dirty="0"/>
              <a:t> 3 </a:t>
            </a:r>
            <a:r>
              <a:rPr lang="en-US" dirty="0" err="1"/>
              <a:t>cọc</a:t>
            </a:r>
            <a:r>
              <a:rPr lang="en-US" dirty="0"/>
              <a:t> A, B, C </a:t>
            </a:r>
            <a:r>
              <a:rPr lang="en-US" dirty="0" err="1"/>
              <a:t>hiện</a:t>
            </a:r>
            <a:r>
              <a:rPr lang="en-US" dirty="0"/>
              <a:t> n </a:t>
            </a:r>
            <a:r>
              <a:rPr lang="en-US" dirty="0" err="1"/>
              <a:t>đĩa</a:t>
            </a:r>
            <a:r>
              <a:rPr lang="en-US" dirty="0"/>
              <a:t> </a:t>
            </a:r>
            <a:r>
              <a:rPr lang="en-US" dirty="0" err="1"/>
              <a:t>đang</a:t>
            </a:r>
            <a:r>
              <a:rPr lang="en-US" dirty="0"/>
              <a:t> </a:t>
            </a:r>
            <a:r>
              <a:rPr lang="en-US" dirty="0" err="1"/>
              <a:t>xếp</a:t>
            </a:r>
            <a:r>
              <a:rPr lang="en-US" dirty="0"/>
              <a:t> </a:t>
            </a:r>
            <a:r>
              <a:rPr lang="en-US" dirty="0" err="1"/>
              <a:t>theo</a:t>
            </a:r>
            <a:r>
              <a:rPr lang="en-US" dirty="0"/>
              <a:t> </a:t>
            </a:r>
            <a:r>
              <a:rPr lang="en-US" dirty="0" err="1"/>
              <a:t>hình</a:t>
            </a:r>
            <a:r>
              <a:rPr lang="en-US" dirty="0"/>
              <a:t> </a:t>
            </a:r>
            <a:r>
              <a:rPr lang="en-US" dirty="0" err="1"/>
              <a:t>tháp</a:t>
            </a:r>
            <a:r>
              <a:rPr lang="en-US" dirty="0"/>
              <a:t> ở </a:t>
            </a:r>
            <a:r>
              <a:rPr lang="en-US" dirty="0" err="1"/>
              <a:t>cọc</a:t>
            </a:r>
            <a:r>
              <a:rPr lang="en-US" dirty="0"/>
              <a:t> A, </a:t>
            </a:r>
          </a:p>
        </p:txBody>
      </p:sp>
      <p:sp>
        <p:nvSpPr>
          <p:cNvPr id="4" name="Footer Placeholder 3"/>
          <p:cNvSpPr>
            <a:spLocks noGrp="1"/>
          </p:cNvSpPr>
          <p:nvPr>
            <p:ph type="ftr" sz="quarter" idx="10"/>
          </p:nvPr>
        </p:nvSpPr>
        <p:spPr/>
        <p:txBody>
          <a:bodyPr/>
          <a:lstStyle/>
          <a:p>
            <a:r>
              <a:rPr lang="en-US"/>
              <a:t>Trần Nguyên Hương</a:t>
            </a:r>
          </a:p>
        </p:txBody>
      </p:sp>
      <p:sp>
        <p:nvSpPr>
          <p:cNvPr id="5" name="Slide Number Placeholder 4"/>
          <p:cNvSpPr>
            <a:spLocks noGrp="1"/>
          </p:cNvSpPr>
          <p:nvPr>
            <p:ph type="sldNum" sz="quarter" idx="11"/>
          </p:nvPr>
        </p:nvSpPr>
        <p:spPr/>
        <p:txBody>
          <a:bodyPr/>
          <a:lstStyle/>
          <a:p>
            <a:fld id="{5E4FB49F-2861-4846-ABEC-38F19208D699}" type="slidenum">
              <a:rPr lang="en-US" smtClean="0"/>
              <a:pPr/>
              <a:t>74</a:t>
            </a:fld>
            <a:endParaRPr lang="en-US"/>
          </a:p>
        </p:txBody>
      </p:sp>
    </p:spTree>
    <p:extLst>
      <p:ext uri="{BB962C8B-B14F-4D97-AF65-F5344CB8AC3E}">
        <p14:creationId xmlns:p14="http://schemas.microsoft.com/office/powerpoint/2010/main" val="77564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Bài</a:t>
            </a:r>
            <a:r>
              <a:rPr lang="en-US" dirty="0"/>
              <a:t> </a:t>
            </a:r>
            <a:r>
              <a:rPr lang="en-US" dirty="0" err="1"/>
              <a:t>toán</a:t>
            </a:r>
            <a:r>
              <a:rPr lang="en-US" dirty="0"/>
              <a:t>: </a:t>
            </a:r>
            <a:r>
              <a:rPr lang="en-US" dirty="0" err="1"/>
              <a:t>có</a:t>
            </a:r>
            <a:r>
              <a:rPr lang="en-US" dirty="0"/>
              <a:t> n </a:t>
            </a:r>
            <a:r>
              <a:rPr lang="en-US" dirty="0" err="1"/>
              <a:t>đĩa</a:t>
            </a:r>
            <a:r>
              <a:rPr lang="en-US" dirty="0"/>
              <a:t>: </a:t>
            </a:r>
            <a:r>
              <a:rPr lang="en-US" dirty="0" err="1"/>
              <a:t>kích</a:t>
            </a:r>
            <a:r>
              <a:rPr lang="en-US" dirty="0"/>
              <a:t> </a:t>
            </a:r>
            <a:r>
              <a:rPr lang="en-US" dirty="0" err="1"/>
              <a:t>th</a:t>
            </a:r>
            <a:r>
              <a:rPr lang="vi-VN" dirty="0"/>
              <a:t>ư</a:t>
            </a:r>
            <a:r>
              <a:rPr lang="en-US" dirty="0" err="1"/>
              <a:t>ớc</a:t>
            </a:r>
            <a:r>
              <a:rPr lang="en-US" dirty="0"/>
              <a:t> </a:t>
            </a:r>
            <a:r>
              <a:rPr lang="en-US" dirty="0" err="1"/>
              <a:t>nhỏ</a:t>
            </a:r>
            <a:r>
              <a:rPr lang="en-US" dirty="0"/>
              <a:t> </a:t>
            </a:r>
            <a:r>
              <a:rPr lang="en-US" dirty="0" err="1"/>
              <a:t>dần</a:t>
            </a:r>
            <a:r>
              <a:rPr lang="en-US" dirty="0"/>
              <a:t>, </a:t>
            </a:r>
            <a:r>
              <a:rPr lang="en-US" dirty="0" err="1"/>
              <a:t>đĩa</a:t>
            </a:r>
            <a:r>
              <a:rPr lang="en-US" dirty="0"/>
              <a:t> </a:t>
            </a:r>
            <a:r>
              <a:rPr lang="en-US" dirty="0" err="1"/>
              <a:t>có</a:t>
            </a:r>
            <a:r>
              <a:rPr lang="en-US" dirty="0"/>
              <a:t> </a:t>
            </a:r>
            <a:r>
              <a:rPr lang="en-US" dirty="0" err="1"/>
              <a:t>lỗ</a:t>
            </a:r>
            <a:r>
              <a:rPr lang="en-US" dirty="0"/>
              <a:t> ở </a:t>
            </a:r>
            <a:r>
              <a:rPr lang="en-US" dirty="0" err="1"/>
              <a:t>giữa</a:t>
            </a:r>
            <a:r>
              <a:rPr lang="en-US" dirty="0"/>
              <a:t>. </a:t>
            </a:r>
            <a:r>
              <a:rPr lang="en-US" dirty="0" err="1"/>
              <a:t>Có</a:t>
            </a:r>
            <a:r>
              <a:rPr lang="en-US" dirty="0"/>
              <a:t> </a:t>
            </a:r>
            <a:r>
              <a:rPr lang="en-US" dirty="0" err="1"/>
              <a:t>thể</a:t>
            </a:r>
            <a:r>
              <a:rPr lang="en-US" dirty="0"/>
              <a:t> </a:t>
            </a:r>
            <a:r>
              <a:rPr lang="en-US" dirty="0" err="1"/>
              <a:t>xếp</a:t>
            </a:r>
            <a:r>
              <a:rPr lang="en-US" dirty="0"/>
              <a:t> </a:t>
            </a:r>
            <a:r>
              <a:rPr lang="en-US" dirty="0" err="1"/>
              <a:t>chúng</a:t>
            </a:r>
            <a:r>
              <a:rPr lang="en-US" dirty="0"/>
              <a:t> </a:t>
            </a:r>
            <a:r>
              <a:rPr lang="en-US" dirty="0" err="1"/>
              <a:t>chồng</a:t>
            </a:r>
            <a:r>
              <a:rPr lang="en-US" dirty="0"/>
              <a:t> </a:t>
            </a:r>
            <a:r>
              <a:rPr lang="en-US" dirty="0" err="1"/>
              <a:t>lên</a:t>
            </a:r>
            <a:r>
              <a:rPr lang="en-US" dirty="0"/>
              <a:t> </a:t>
            </a:r>
            <a:r>
              <a:rPr lang="en-US" dirty="0" err="1"/>
              <a:t>nhau</a:t>
            </a:r>
            <a:r>
              <a:rPr lang="en-US" dirty="0"/>
              <a:t> </a:t>
            </a:r>
            <a:r>
              <a:rPr lang="en-US" dirty="0" err="1"/>
              <a:t>xuyên</a:t>
            </a:r>
            <a:r>
              <a:rPr lang="en-US" dirty="0"/>
              <a:t> qua </a:t>
            </a:r>
            <a:r>
              <a:rPr lang="en-US" dirty="0" err="1"/>
              <a:t>một</a:t>
            </a:r>
            <a:r>
              <a:rPr lang="en-US" dirty="0"/>
              <a:t> </a:t>
            </a:r>
            <a:r>
              <a:rPr lang="en-US" dirty="0" err="1"/>
              <a:t>cọc</a:t>
            </a:r>
            <a:r>
              <a:rPr lang="en-US" dirty="0"/>
              <a:t>, to d</a:t>
            </a:r>
            <a:r>
              <a:rPr lang="vi-VN" dirty="0"/>
              <a:t>ư</a:t>
            </a:r>
            <a:r>
              <a:rPr lang="en-US" dirty="0" err="1"/>
              <a:t>ới</a:t>
            </a:r>
            <a:r>
              <a:rPr lang="en-US" dirty="0"/>
              <a:t> </a:t>
            </a:r>
            <a:r>
              <a:rPr lang="en-US" dirty="0" err="1"/>
              <a:t>nhỏ</a:t>
            </a:r>
            <a:r>
              <a:rPr lang="en-US" dirty="0"/>
              <a:t> </a:t>
            </a:r>
            <a:r>
              <a:rPr lang="en-US" dirty="0" err="1"/>
              <a:t>trên</a:t>
            </a:r>
            <a:r>
              <a:rPr lang="en-US" dirty="0"/>
              <a:t>, </a:t>
            </a:r>
            <a:r>
              <a:rPr lang="en-US" dirty="0" err="1"/>
              <a:t>để</a:t>
            </a:r>
            <a:r>
              <a:rPr lang="en-US" dirty="0"/>
              <a:t> </a:t>
            </a:r>
            <a:r>
              <a:rPr lang="en-US" dirty="0" err="1"/>
              <a:t>cuối</a:t>
            </a:r>
            <a:r>
              <a:rPr lang="en-US" dirty="0"/>
              <a:t> </a:t>
            </a:r>
            <a:r>
              <a:rPr lang="en-US" dirty="0" err="1"/>
              <a:t>cùng</a:t>
            </a:r>
            <a:r>
              <a:rPr lang="en-US" dirty="0"/>
              <a:t> </a:t>
            </a:r>
            <a:r>
              <a:rPr lang="en-US" dirty="0" err="1"/>
              <a:t>có</a:t>
            </a:r>
            <a:r>
              <a:rPr lang="en-US" dirty="0"/>
              <a:t> </a:t>
            </a:r>
            <a:r>
              <a:rPr lang="en-US" dirty="0" err="1"/>
              <a:t>một</a:t>
            </a:r>
            <a:r>
              <a:rPr lang="en-US" dirty="0"/>
              <a:t> </a:t>
            </a:r>
            <a:r>
              <a:rPr lang="en-US" dirty="0" err="1"/>
              <a:t>chồng</a:t>
            </a:r>
            <a:r>
              <a:rPr lang="en-US" dirty="0"/>
              <a:t> </a:t>
            </a:r>
            <a:r>
              <a:rPr lang="en-US" dirty="0" err="1"/>
              <a:t>đĩa</a:t>
            </a:r>
            <a:r>
              <a:rPr lang="en-US" dirty="0"/>
              <a:t> </a:t>
            </a:r>
            <a:r>
              <a:rPr lang="en-US" dirty="0" err="1"/>
              <a:t>giống</a:t>
            </a:r>
            <a:r>
              <a:rPr lang="en-US" dirty="0"/>
              <a:t> </a:t>
            </a:r>
            <a:r>
              <a:rPr lang="en-US" dirty="0" err="1"/>
              <a:t>nh</a:t>
            </a:r>
            <a:r>
              <a:rPr lang="vi-VN" dirty="0"/>
              <a:t>ư</a:t>
            </a:r>
            <a:r>
              <a:rPr lang="en-US" dirty="0"/>
              <a:t> </a:t>
            </a:r>
            <a:r>
              <a:rPr lang="en-US" dirty="0" err="1"/>
              <a:t>hình</a:t>
            </a:r>
            <a:r>
              <a:rPr lang="en-US" dirty="0"/>
              <a:t> </a:t>
            </a:r>
            <a:r>
              <a:rPr lang="en-US" dirty="0" err="1"/>
              <a:t>tháp</a:t>
            </a:r>
            <a:endParaRPr lang="en-US" dirty="0"/>
          </a:p>
          <a:p>
            <a:r>
              <a:rPr lang="en-US" dirty="0" err="1"/>
              <a:t>Có</a:t>
            </a:r>
            <a:r>
              <a:rPr lang="en-US" dirty="0"/>
              <a:t> 3 </a:t>
            </a:r>
            <a:r>
              <a:rPr lang="en-US" dirty="0" err="1"/>
              <a:t>cọc</a:t>
            </a:r>
            <a:r>
              <a:rPr lang="en-US" dirty="0"/>
              <a:t> A, B, C </a:t>
            </a:r>
            <a:r>
              <a:rPr lang="en-US" dirty="0" err="1"/>
              <a:t>hiện</a:t>
            </a:r>
            <a:r>
              <a:rPr lang="en-US" dirty="0"/>
              <a:t> n </a:t>
            </a:r>
            <a:r>
              <a:rPr lang="en-US" dirty="0" err="1"/>
              <a:t>đĩa</a:t>
            </a:r>
            <a:r>
              <a:rPr lang="en-US" dirty="0"/>
              <a:t> </a:t>
            </a:r>
            <a:r>
              <a:rPr lang="en-US" dirty="0" err="1"/>
              <a:t>đang</a:t>
            </a:r>
            <a:r>
              <a:rPr lang="en-US" dirty="0"/>
              <a:t> </a:t>
            </a:r>
            <a:r>
              <a:rPr lang="en-US" dirty="0" err="1"/>
              <a:t>xếp</a:t>
            </a:r>
            <a:r>
              <a:rPr lang="en-US" dirty="0"/>
              <a:t> </a:t>
            </a:r>
            <a:r>
              <a:rPr lang="en-US" dirty="0" err="1"/>
              <a:t>theo</a:t>
            </a:r>
            <a:r>
              <a:rPr lang="en-US" dirty="0"/>
              <a:t> </a:t>
            </a:r>
            <a:r>
              <a:rPr lang="en-US" dirty="0" err="1"/>
              <a:t>hình</a:t>
            </a:r>
            <a:r>
              <a:rPr lang="en-US" dirty="0"/>
              <a:t> </a:t>
            </a:r>
            <a:r>
              <a:rPr lang="en-US" dirty="0" err="1"/>
              <a:t>tháp</a:t>
            </a:r>
            <a:r>
              <a:rPr lang="en-US" dirty="0"/>
              <a:t> ở </a:t>
            </a:r>
            <a:r>
              <a:rPr lang="en-US" dirty="0" err="1"/>
              <a:t>cọc</a:t>
            </a:r>
            <a:r>
              <a:rPr lang="en-US" dirty="0"/>
              <a:t> A, </a:t>
            </a:r>
          </a:p>
        </p:txBody>
      </p:sp>
      <p:sp>
        <p:nvSpPr>
          <p:cNvPr id="4" name="Footer Placeholder 3"/>
          <p:cNvSpPr>
            <a:spLocks noGrp="1"/>
          </p:cNvSpPr>
          <p:nvPr>
            <p:ph type="ftr" sz="quarter" idx="10"/>
          </p:nvPr>
        </p:nvSpPr>
        <p:spPr/>
        <p:txBody>
          <a:bodyPr/>
          <a:lstStyle/>
          <a:p>
            <a:r>
              <a:rPr lang="en-US"/>
              <a:t>Trần Nguyên Hương</a:t>
            </a:r>
          </a:p>
        </p:txBody>
      </p:sp>
      <p:sp>
        <p:nvSpPr>
          <p:cNvPr id="5" name="Slide Number Placeholder 4"/>
          <p:cNvSpPr>
            <a:spLocks noGrp="1"/>
          </p:cNvSpPr>
          <p:nvPr>
            <p:ph type="sldNum" sz="quarter" idx="11"/>
          </p:nvPr>
        </p:nvSpPr>
        <p:spPr/>
        <p:txBody>
          <a:bodyPr/>
          <a:lstStyle/>
          <a:p>
            <a:fld id="{5E4FB49F-2861-4846-ABEC-38F19208D699}" type="slidenum">
              <a:rPr lang="en-US" smtClean="0"/>
              <a:pPr/>
              <a:t>75</a:t>
            </a:fld>
            <a:endParaRPr lang="en-US"/>
          </a:p>
        </p:txBody>
      </p:sp>
    </p:spTree>
    <p:extLst>
      <p:ext uri="{BB962C8B-B14F-4D97-AF65-F5344CB8AC3E}">
        <p14:creationId xmlns:p14="http://schemas.microsoft.com/office/powerpoint/2010/main" val="17569669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r>
              <a:rPr lang="en-US"/>
              <a:t>Trần Nguyên Hương</a:t>
            </a:r>
          </a:p>
        </p:txBody>
      </p:sp>
      <p:sp>
        <p:nvSpPr>
          <p:cNvPr id="5" name="Slide Number Placeholder 4"/>
          <p:cNvSpPr>
            <a:spLocks noGrp="1"/>
          </p:cNvSpPr>
          <p:nvPr>
            <p:ph type="sldNum" sz="quarter" idx="11"/>
          </p:nvPr>
        </p:nvSpPr>
        <p:spPr/>
        <p:txBody>
          <a:bodyPr/>
          <a:lstStyle/>
          <a:p>
            <a:fld id="{5E4FB49F-2861-4846-ABEC-38F19208D699}" type="slidenum">
              <a:rPr lang="en-US" smtClean="0"/>
              <a:pPr/>
              <a:t>79</a:t>
            </a:fld>
            <a:endParaRPr lang="en-US"/>
          </a:p>
        </p:txBody>
      </p:sp>
    </p:spTree>
    <p:extLst>
      <p:ext uri="{BB962C8B-B14F-4D97-AF65-F5344CB8AC3E}">
        <p14:creationId xmlns:p14="http://schemas.microsoft.com/office/powerpoint/2010/main" val="7232674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r>
              <a:rPr lang="en-US"/>
              <a:t>Trần Nguyên Hương</a:t>
            </a:r>
          </a:p>
        </p:txBody>
      </p:sp>
      <p:sp>
        <p:nvSpPr>
          <p:cNvPr id="5" name="Slide Number Placeholder 4"/>
          <p:cNvSpPr>
            <a:spLocks noGrp="1"/>
          </p:cNvSpPr>
          <p:nvPr>
            <p:ph type="sldNum" sz="quarter" idx="11"/>
          </p:nvPr>
        </p:nvSpPr>
        <p:spPr/>
        <p:txBody>
          <a:bodyPr/>
          <a:lstStyle/>
          <a:p>
            <a:fld id="{5E4FB49F-2861-4846-ABEC-38F19208D699}" type="slidenum">
              <a:rPr lang="en-US" smtClean="0"/>
              <a:pPr/>
              <a:t>92</a:t>
            </a:fld>
            <a:endParaRPr lang="en-US"/>
          </a:p>
        </p:txBody>
      </p:sp>
    </p:spTree>
    <p:extLst>
      <p:ext uri="{BB962C8B-B14F-4D97-AF65-F5344CB8AC3E}">
        <p14:creationId xmlns:p14="http://schemas.microsoft.com/office/powerpoint/2010/main" val="16552498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12DD0B14-01D2-4350-B1C0-0E9D77E921DB}"/>
              </a:ext>
            </a:extLst>
          </p:cNvPr>
          <p:cNvSpPr>
            <a:spLocks noGrp="1" noChangeArrowheads="1"/>
          </p:cNvSpPr>
          <p:nvPr>
            <p:ph type="dt" sz="half" idx="10"/>
          </p:nvPr>
        </p:nvSpPr>
        <p:spPr>
          <a:ln/>
        </p:spPr>
        <p:txBody>
          <a:bodyPr/>
          <a:lstStyle>
            <a:lvl1pPr>
              <a:defRPr/>
            </a:lvl1pPr>
          </a:lstStyle>
          <a:p>
            <a:fld id="{2468A053-5802-433D-8696-5FB48910F5FF}" type="datetimeFigureOut">
              <a:rPr lang="en-US" smtClean="0"/>
              <a:t>8/5/2020</a:t>
            </a:fld>
            <a:endParaRPr lang="en-US"/>
          </a:p>
        </p:txBody>
      </p:sp>
      <p:sp>
        <p:nvSpPr>
          <p:cNvPr id="5" name="Rectangle 5">
            <a:extLst>
              <a:ext uri="{FF2B5EF4-FFF2-40B4-BE49-F238E27FC236}">
                <a16:creationId xmlns:a16="http://schemas.microsoft.com/office/drawing/2014/main" id="{161D2A0F-1E37-47A9-BE9C-8314D70791C4}"/>
              </a:ext>
            </a:extLst>
          </p:cNvPr>
          <p:cNvSpPr>
            <a:spLocks noGrp="1" noChangeArrowheads="1"/>
          </p:cNvSpPr>
          <p:nvPr>
            <p:ph type="ftr" sz="quarter" idx="11"/>
          </p:nvPr>
        </p:nvSpPr>
        <p:spPr>
          <a:ln/>
        </p:spPr>
        <p:txBody>
          <a:bodyPr/>
          <a:lstStyle>
            <a:lvl1pPr>
              <a:defRPr/>
            </a:lvl1pPr>
          </a:lstStyle>
          <a:p>
            <a:endParaRPr lang="en-US"/>
          </a:p>
        </p:txBody>
      </p:sp>
      <p:sp>
        <p:nvSpPr>
          <p:cNvPr id="6" name="Rectangle 6">
            <a:extLst>
              <a:ext uri="{FF2B5EF4-FFF2-40B4-BE49-F238E27FC236}">
                <a16:creationId xmlns:a16="http://schemas.microsoft.com/office/drawing/2014/main" id="{19902100-83D0-4E6A-A6CA-1907AF7F18F4}"/>
              </a:ext>
            </a:extLst>
          </p:cNvPr>
          <p:cNvSpPr>
            <a:spLocks noGrp="1" noChangeArrowheads="1"/>
          </p:cNvSpPr>
          <p:nvPr>
            <p:ph type="sldNum" sz="quarter" idx="12"/>
          </p:nvPr>
        </p:nvSpPr>
        <p:spPr>
          <a:ln/>
        </p:spPr>
        <p:txBody>
          <a:bodyPr/>
          <a:lstStyle>
            <a:lvl1pPr>
              <a:defRPr/>
            </a:lvl1pPr>
          </a:lstStyle>
          <a:p>
            <a:fld id="{36541E0C-E20A-4706-8383-C57232842250}" type="slidenum">
              <a:rPr lang="en-US" smtClean="0"/>
              <a:t>‹#›</a:t>
            </a:fld>
            <a:endParaRPr lang="en-US"/>
          </a:p>
        </p:txBody>
      </p:sp>
    </p:spTree>
    <p:extLst>
      <p:ext uri="{BB962C8B-B14F-4D97-AF65-F5344CB8AC3E}">
        <p14:creationId xmlns:p14="http://schemas.microsoft.com/office/powerpoint/2010/main" val="922154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28D32-4E9E-402A-AF9A-852EE8CD72F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AE841D9-C0DC-4AF1-9662-55A6FE0864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6B17F9-422C-48A6-8104-8757F380BD06}"/>
              </a:ext>
            </a:extLst>
          </p:cNvPr>
          <p:cNvSpPr>
            <a:spLocks noGrp="1"/>
          </p:cNvSpPr>
          <p:nvPr>
            <p:ph type="dt" sz="half" idx="10"/>
          </p:nvPr>
        </p:nvSpPr>
        <p:spPr/>
        <p:txBody>
          <a:bodyPr/>
          <a:lstStyle/>
          <a:p>
            <a:fld id="{2468A053-5802-433D-8696-5FB48910F5FF}" type="datetimeFigureOut">
              <a:rPr lang="en-US" smtClean="0"/>
              <a:t>8/5/2020</a:t>
            </a:fld>
            <a:endParaRPr lang="en-US"/>
          </a:p>
        </p:txBody>
      </p:sp>
      <p:sp>
        <p:nvSpPr>
          <p:cNvPr id="5" name="Footer Placeholder 4">
            <a:extLst>
              <a:ext uri="{FF2B5EF4-FFF2-40B4-BE49-F238E27FC236}">
                <a16:creationId xmlns:a16="http://schemas.microsoft.com/office/drawing/2014/main" id="{0832AADD-DE30-4B08-B145-8A2A7D6B22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9BE34E-83C1-443E-954B-FAEE159F18A5}"/>
              </a:ext>
            </a:extLst>
          </p:cNvPr>
          <p:cNvSpPr>
            <a:spLocks noGrp="1"/>
          </p:cNvSpPr>
          <p:nvPr>
            <p:ph type="sldNum" sz="quarter" idx="12"/>
          </p:nvPr>
        </p:nvSpPr>
        <p:spPr/>
        <p:txBody>
          <a:bodyPr/>
          <a:lstStyle/>
          <a:p>
            <a:fld id="{36541E0C-E20A-4706-8383-C57232842250}" type="slidenum">
              <a:rPr lang="en-US" smtClean="0"/>
              <a:t>‹#›</a:t>
            </a:fld>
            <a:endParaRPr lang="en-US"/>
          </a:p>
        </p:txBody>
      </p:sp>
    </p:spTree>
    <p:extLst>
      <p:ext uri="{BB962C8B-B14F-4D97-AF65-F5344CB8AC3E}">
        <p14:creationId xmlns:p14="http://schemas.microsoft.com/office/powerpoint/2010/main" val="170747385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oleObject" Target="../embeddings/oleObject1.bin"/><Relationship Id="rId4" Type="http://schemas.openxmlformats.org/officeDocument/2006/relationships/vmlDrawing" Target="../drawings/vmlDrawing1.v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5">
            <a:extLst>
              <a:ext uri="{FF2B5EF4-FFF2-40B4-BE49-F238E27FC236}">
                <a16:creationId xmlns:a16="http://schemas.microsoft.com/office/drawing/2014/main" id="{5D3BC0BC-84B1-452A-8799-406A9D2B7A58}"/>
              </a:ext>
            </a:extLst>
          </p:cNvPr>
          <p:cNvSpPr>
            <a:spLocks noChangeArrowheads="1"/>
          </p:cNvSpPr>
          <p:nvPr/>
        </p:nvSpPr>
        <p:spPr bwMode="ltGray">
          <a:xfrm>
            <a:off x="1" y="981075"/>
            <a:ext cx="334433" cy="5891213"/>
          </a:xfrm>
          <a:prstGeom prst="rect">
            <a:avLst/>
          </a:prstGeom>
          <a:solidFill>
            <a:schemeClr val="hlink"/>
          </a:solidFill>
          <a:ln>
            <a:noFill/>
          </a:ln>
          <a:extLst>
            <a:ext uri="{91240B29-F687-4F45-9708-019B960494DF}">
              <a14:hiddenLine xmlns:a14="http://schemas.microsoft.com/office/drawing/2010/main" w="0" algn="ctr">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defRPr/>
            </a:pPr>
            <a:endParaRPr lang="en-US" altLang="en-US" sz="1800"/>
          </a:p>
        </p:txBody>
      </p:sp>
      <p:sp>
        <p:nvSpPr>
          <p:cNvPr id="1027" name="Rectangle 16">
            <a:extLst>
              <a:ext uri="{FF2B5EF4-FFF2-40B4-BE49-F238E27FC236}">
                <a16:creationId xmlns:a16="http://schemas.microsoft.com/office/drawing/2014/main" id="{9979D13D-7283-45A5-8C0C-BE3F68942F97}"/>
              </a:ext>
            </a:extLst>
          </p:cNvPr>
          <p:cNvSpPr>
            <a:spLocks noChangeArrowheads="1"/>
          </p:cNvSpPr>
          <p:nvPr/>
        </p:nvSpPr>
        <p:spPr bwMode="ltGray">
          <a:xfrm>
            <a:off x="0" y="0"/>
            <a:ext cx="1871133" cy="1219200"/>
          </a:xfrm>
          <a:prstGeom prst="rect">
            <a:avLst/>
          </a:prstGeom>
          <a:solidFill>
            <a:schemeClr val="accent1"/>
          </a:solidFill>
          <a:ln>
            <a:noFill/>
          </a:ln>
          <a:extLst>
            <a:ext uri="{91240B29-F687-4F45-9708-019B960494DF}">
              <a14:hiddenLine xmlns:a14="http://schemas.microsoft.com/office/drawing/2010/main" w="0" algn="ctr">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defRPr/>
            </a:pPr>
            <a:endParaRPr lang="en-US" altLang="en-US" sz="1800"/>
          </a:p>
        </p:txBody>
      </p:sp>
      <p:sp>
        <p:nvSpPr>
          <p:cNvPr id="1028" name="Rectangle 17">
            <a:extLst>
              <a:ext uri="{FF2B5EF4-FFF2-40B4-BE49-F238E27FC236}">
                <a16:creationId xmlns:a16="http://schemas.microsoft.com/office/drawing/2014/main" id="{26E7BBBA-FC3D-40CE-A142-BD44BFD6A5D7}"/>
              </a:ext>
            </a:extLst>
          </p:cNvPr>
          <p:cNvSpPr>
            <a:spLocks noChangeArrowheads="1"/>
          </p:cNvSpPr>
          <p:nvPr/>
        </p:nvSpPr>
        <p:spPr bwMode="invGray">
          <a:xfrm>
            <a:off x="1871133" y="0"/>
            <a:ext cx="10320867" cy="1219200"/>
          </a:xfrm>
          <a:prstGeom prst="rect">
            <a:avLst/>
          </a:prstGeom>
          <a:solidFill>
            <a:schemeClr val="tx2"/>
          </a:solidFill>
          <a:ln>
            <a:noFill/>
          </a:ln>
          <a:extLst>
            <a:ext uri="{91240B29-F687-4F45-9708-019B960494DF}">
              <a14:hiddenLine xmlns:a14="http://schemas.microsoft.com/office/drawing/2010/main" w="0" algn="ctr">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defRPr/>
            </a:pPr>
            <a:endParaRPr lang="en-US" altLang="en-US" sz="1800"/>
          </a:p>
        </p:txBody>
      </p:sp>
      <p:sp>
        <p:nvSpPr>
          <p:cNvPr id="1029" name="Rectangle 18">
            <a:extLst>
              <a:ext uri="{FF2B5EF4-FFF2-40B4-BE49-F238E27FC236}">
                <a16:creationId xmlns:a16="http://schemas.microsoft.com/office/drawing/2014/main" id="{A2114205-465E-4721-9E9B-490F894B6510}"/>
              </a:ext>
            </a:extLst>
          </p:cNvPr>
          <p:cNvSpPr>
            <a:spLocks noChangeArrowheads="1"/>
          </p:cNvSpPr>
          <p:nvPr/>
        </p:nvSpPr>
        <p:spPr bwMode="invGray">
          <a:xfrm>
            <a:off x="11760200" y="0"/>
            <a:ext cx="127000" cy="1143000"/>
          </a:xfrm>
          <a:prstGeom prst="rect">
            <a:avLst/>
          </a:prstGeom>
          <a:solidFill>
            <a:schemeClr val="accent1"/>
          </a:solidFill>
          <a:ln>
            <a:noFill/>
          </a:ln>
          <a:extLst>
            <a:ext uri="{91240B29-F687-4F45-9708-019B960494DF}">
              <a14:hiddenLine xmlns:a14="http://schemas.microsoft.com/office/drawing/2010/main" w="0" algn="ctr">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defRPr/>
            </a:pPr>
            <a:endParaRPr lang="en-US" altLang="en-US" sz="1800"/>
          </a:p>
        </p:txBody>
      </p:sp>
      <p:sp>
        <p:nvSpPr>
          <p:cNvPr id="1030" name="Line 20">
            <a:extLst>
              <a:ext uri="{FF2B5EF4-FFF2-40B4-BE49-F238E27FC236}">
                <a16:creationId xmlns:a16="http://schemas.microsoft.com/office/drawing/2014/main" id="{761F5DBC-EA85-479C-A7FF-3CA6B633F984}"/>
              </a:ext>
            </a:extLst>
          </p:cNvPr>
          <p:cNvSpPr>
            <a:spLocks noChangeShapeType="1"/>
          </p:cNvSpPr>
          <p:nvPr/>
        </p:nvSpPr>
        <p:spPr bwMode="auto">
          <a:xfrm>
            <a:off x="624418" y="6481763"/>
            <a:ext cx="11233149" cy="0"/>
          </a:xfrm>
          <a:prstGeom prst="line">
            <a:avLst/>
          </a:prstGeom>
          <a:noFill/>
          <a:ln w="0">
            <a:solidFill>
              <a:schemeClr val="tx2"/>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31" name="Rectangle 3">
            <a:extLst>
              <a:ext uri="{FF2B5EF4-FFF2-40B4-BE49-F238E27FC236}">
                <a16:creationId xmlns:a16="http://schemas.microsoft.com/office/drawing/2014/main" id="{AE5C5ADD-4453-4F93-90EF-435BC4ECF315}"/>
              </a:ext>
            </a:extLst>
          </p:cNvPr>
          <p:cNvSpPr>
            <a:spLocks noGrp="1" noChangeArrowheads="1"/>
          </p:cNvSpPr>
          <p:nvPr>
            <p:ph type="body" idx="1"/>
          </p:nvPr>
        </p:nvSpPr>
        <p:spPr bwMode="auto">
          <a:xfrm>
            <a:off x="609600" y="1295400"/>
            <a:ext cx="10972800" cy="5214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 name="Rectangle 4">
            <a:extLst>
              <a:ext uri="{FF2B5EF4-FFF2-40B4-BE49-F238E27FC236}">
                <a16:creationId xmlns:a16="http://schemas.microsoft.com/office/drawing/2014/main" id="{672294AD-47D0-4C4D-B9C0-CD033180DC6D}"/>
              </a:ext>
            </a:extLst>
          </p:cNvPr>
          <p:cNvSpPr>
            <a:spLocks noGrp="1" noChangeArrowheads="1"/>
          </p:cNvSpPr>
          <p:nvPr>
            <p:ph type="dt" sz="half" idx="2"/>
          </p:nvPr>
        </p:nvSpPr>
        <p:spPr bwMode="auto">
          <a:xfrm>
            <a:off x="508000" y="6505575"/>
            <a:ext cx="33528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b="1">
                <a:latin typeface="+mn-lt"/>
                <a:cs typeface="Arial" charset="0"/>
              </a:defRPr>
            </a:lvl1pPr>
          </a:lstStyle>
          <a:p>
            <a:fld id="{2468A053-5802-433D-8696-5FB48910F5FF}" type="datetimeFigureOut">
              <a:rPr lang="en-US" smtClean="0"/>
              <a:t>8/5/2020</a:t>
            </a:fld>
            <a:endParaRPr lang="en-US"/>
          </a:p>
        </p:txBody>
      </p:sp>
      <p:sp>
        <p:nvSpPr>
          <p:cNvPr id="3" name="Rectangle 5">
            <a:extLst>
              <a:ext uri="{FF2B5EF4-FFF2-40B4-BE49-F238E27FC236}">
                <a16:creationId xmlns:a16="http://schemas.microsoft.com/office/drawing/2014/main" id="{F7BF7E8F-F8E3-4DD9-AE83-BD88083DB344}"/>
              </a:ext>
            </a:extLst>
          </p:cNvPr>
          <p:cNvSpPr>
            <a:spLocks noGrp="1" noChangeArrowheads="1"/>
          </p:cNvSpPr>
          <p:nvPr>
            <p:ph type="ftr" sz="quarter" idx="3"/>
          </p:nvPr>
        </p:nvSpPr>
        <p:spPr bwMode="auto">
          <a:xfrm>
            <a:off x="9347200" y="6477001"/>
            <a:ext cx="2438400" cy="2270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b="1">
                <a:latin typeface="+mn-lt"/>
                <a:cs typeface="Arial" charset="0"/>
              </a:defRPr>
            </a:lvl1pPr>
          </a:lstStyle>
          <a:p>
            <a:endParaRPr lang="en-US"/>
          </a:p>
        </p:txBody>
      </p:sp>
      <p:sp>
        <p:nvSpPr>
          <p:cNvPr id="4" name="Rectangle 6">
            <a:extLst>
              <a:ext uri="{FF2B5EF4-FFF2-40B4-BE49-F238E27FC236}">
                <a16:creationId xmlns:a16="http://schemas.microsoft.com/office/drawing/2014/main" id="{E28E7271-6CDF-45D8-9484-CD082028735B}"/>
              </a:ext>
            </a:extLst>
          </p:cNvPr>
          <p:cNvSpPr>
            <a:spLocks noGrp="1" noChangeArrowheads="1"/>
          </p:cNvSpPr>
          <p:nvPr>
            <p:ph type="sldNum" sz="quarter" idx="4"/>
          </p:nvPr>
        </p:nvSpPr>
        <p:spPr bwMode="auto">
          <a:xfrm>
            <a:off x="4673600" y="6448425"/>
            <a:ext cx="28448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b="1"/>
            </a:lvl1pPr>
          </a:lstStyle>
          <a:p>
            <a:fld id="{36541E0C-E20A-4706-8383-C57232842250}" type="slidenum">
              <a:rPr lang="en-US" smtClean="0"/>
              <a:t>‹#›</a:t>
            </a:fld>
            <a:endParaRPr lang="en-US"/>
          </a:p>
        </p:txBody>
      </p:sp>
      <p:graphicFrame>
        <p:nvGraphicFramePr>
          <p:cNvPr id="1035" name="Object 21">
            <a:extLst>
              <a:ext uri="{FF2B5EF4-FFF2-40B4-BE49-F238E27FC236}">
                <a16:creationId xmlns:a16="http://schemas.microsoft.com/office/drawing/2014/main" id="{48FC5D11-8464-4F7F-8C79-3FA0864AA6DE}"/>
              </a:ext>
            </a:extLst>
          </p:cNvPr>
          <p:cNvGraphicFramePr>
            <a:graphicFrameLocks noChangeAspect="1"/>
          </p:cNvGraphicFramePr>
          <p:nvPr/>
        </p:nvGraphicFramePr>
        <p:xfrm>
          <a:off x="0" y="0"/>
          <a:ext cx="1295400" cy="1042988"/>
        </p:xfrm>
        <a:graphic>
          <a:graphicData uri="http://schemas.openxmlformats.org/presentationml/2006/ole">
            <mc:AlternateContent xmlns:mc="http://schemas.openxmlformats.org/markup-compatibility/2006">
              <mc:Choice xmlns:v="urn:schemas-microsoft-com:vml" Requires="v">
                <p:oleObj spid="_x0000_s1052" name="Image" r:id="rId5" imgW="2539683" imgH="2539683" progId="">
                  <p:embed/>
                </p:oleObj>
              </mc:Choice>
              <mc:Fallback>
                <p:oleObj name="Image" r:id="rId5" imgW="2539683" imgH="2539683" progId="">
                  <p:embed/>
                  <p:pic>
                    <p:nvPicPr>
                      <p:cNvPr id="1035" name="Object 21">
                        <a:extLst>
                          <a:ext uri="{FF2B5EF4-FFF2-40B4-BE49-F238E27FC236}">
                            <a16:creationId xmlns:a16="http://schemas.microsoft.com/office/drawing/2014/main" id="{48FC5D11-8464-4F7F-8C79-3FA0864AA6D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295400" cy="1042988"/>
                      </a:xfrm>
                      <a:prstGeom prst="rect">
                        <a:avLst/>
                      </a:prstGeom>
                      <a:noFill/>
                      <a:ln>
                        <a:noFill/>
                      </a:ln>
                      <a:extLst>
                        <a:ext uri="{909E8E84-426E-40DD-AFC4-6F175D3DCCD1}">
                          <a14:hiddenFill xmlns:a14="http://schemas.microsoft.com/office/drawing/2010/main">
                            <a:gradFill rotWithShape="1">
                              <a:gsLst>
                                <a:gs pos="0">
                                  <a:srgbClr val="729DD5">
                                    <a:alpha val="39998"/>
                                  </a:srgbClr>
                                </a:gs>
                                <a:gs pos="100000">
                                  <a:srgbClr val="3E78C6"/>
                                </a:gs>
                              </a:gsLst>
                              <a:lin ang="5400000" scaled="1"/>
                            </a:gradFill>
                          </a14:hiddenFill>
                        </a:ext>
                        <a:ext uri="{91240B29-F687-4F45-9708-019B960494DF}">
                          <a14:hiddenLine xmlns:a14="http://schemas.microsoft.com/office/drawing/2010/main" w="0">
                            <a:solidFill>
                              <a:srgbClr val="000000"/>
                            </a:solidFill>
                            <a:miter lim="800000"/>
                            <a:headEnd/>
                            <a:tailEnd/>
                          </a14:hiddenLine>
                        </a:ext>
                      </a:extLst>
                    </p:spPr>
                  </p:pic>
                </p:oleObj>
              </mc:Fallback>
            </mc:AlternateContent>
          </a:graphicData>
        </a:graphic>
      </p:graphicFrame>
      <p:sp>
        <p:nvSpPr>
          <p:cNvPr id="1036" name="Rectangle 22">
            <a:extLst>
              <a:ext uri="{FF2B5EF4-FFF2-40B4-BE49-F238E27FC236}">
                <a16:creationId xmlns:a16="http://schemas.microsoft.com/office/drawing/2014/main" id="{04E3E88A-66C1-4610-A2A4-F3F79C7505F3}"/>
              </a:ext>
            </a:extLst>
          </p:cNvPr>
          <p:cNvSpPr>
            <a:spLocks noChangeArrowheads="1"/>
          </p:cNvSpPr>
          <p:nvPr/>
        </p:nvSpPr>
        <p:spPr bwMode="invGray">
          <a:xfrm>
            <a:off x="1320800" y="1143000"/>
            <a:ext cx="10871200" cy="76200"/>
          </a:xfrm>
          <a:prstGeom prst="rect">
            <a:avLst/>
          </a:prstGeom>
          <a:solidFill>
            <a:schemeClr val="tx1"/>
          </a:solidFill>
          <a:ln>
            <a:noFill/>
          </a:ln>
          <a:extLst>
            <a:ext uri="{91240B29-F687-4F45-9708-019B960494DF}">
              <a14:hiddenLine xmlns:a14="http://schemas.microsoft.com/office/drawing/2010/main" w="0" algn="ctr">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defRPr/>
            </a:pPr>
            <a:endParaRPr lang="en-US" altLang="en-US" sz="1800"/>
          </a:p>
        </p:txBody>
      </p:sp>
      <p:sp>
        <p:nvSpPr>
          <p:cNvPr id="1037" name="Rectangle 23">
            <a:extLst>
              <a:ext uri="{FF2B5EF4-FFF2-40B4-BE49-F238E27FC236}">
                <a16:creationId xmlns:a16="http://schemas.microsoft.com/office/drawing/2014/main" id="{FDE4F121-CE26-4966-A960-95107CB89CD4}"/>
              </a:ext>
            </a:extLst>
          </p:cNvPr>
          <p:cNvSpPr>
            <a:spLocks noChangeArrowheads="1"/>
          </p:cNvSpPr>
          <p:nvPr/>
        </p:nvSpPr>
        <p:spPr bwMode="invGray">
          <a:xfrm>
            <a:off x="1295400" y="0"/>
            <a:ext cx="575733" cy="1219200"/>
          </a:xfrm>
          <a:prstGeom prst="rect">
            <a:avLst/>
          </a:prstGeom>
          <a:solidFill>
            <a:schemeClr val="tx1"/>
          </a:solidFill>
          <a:ln>
            <a:noFill/>
          </a:ln>
          <a:extLst>
            <a:ext uri="{91240B29-F687-4F45-9708-019B960494DF}">
              <a14:hiddenLine xmlns:a14="http://schemas.microsoft.com/office/drawing/2010/main" w="0" algn="ctr">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defRPr/>
            </a:pPr>
            <a:endParaRPr lang="en-US" altLang="en-US" sz="1800"/>
          </a:p>
        </p:txBody>
      </p:sp>
      <p:sp>
        <p:nvSpPr>
          <p:cNvPr id="1038" name="Rectangle 2">
            <a:extLst>
              <a:ext uri="{FF2B5EF4-FFF2-40B4-BE49-F238E27FC236}">
                <a16:creationId xmlns:a16="http://schemas.microsoft.com/office/drawing/2014/main" id="{4BC61CC4-680D-46BE-AC34-8957385FDF75}"/>
              </a:ext>
            </a:extLst>
          </p:cNvPr>
          <p:cNvSpPr>
            <a:spLocks noGrp="1" noChangeArrowheads="1"/>
          </p:cNvSpPr>
          <p:nvPr>
            <p:ph type="title"/>
          </p:nvPr>
        </p:nvSpPr>
        <p:spPr bwMode="black">
          <a:xfrm>
            <a:off x="1828800" y="461964"/>
            <a:ext cx="9652000" cy="60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Tree>
    <p:extLst>
      <p:ext uri="{BB962C8B-B14F-4D97-AF65-F5344CB8AC3E}">
        <p14:creationId xmlns:p14="http://schemas.microsoft.com/office/powerpoint/2010/main" val="1455534254"/>
      </p:ext>
    </p:extLst>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ctr" rtl="0" eaLnBrk="1" fontAlgn="base" hangingPunct="1">
        <a:spcBef>
          <a:spcPct val="0"/>
        </a:spcBef>
        <a:spcAft>
          <a:spcPct val="0"/>
        </a:spcAft>
        <a:defRPr sz="3200">
          <a:solidFill>
            <a:srgbClr val="F3C43F"/>
          </a:solidFill>
          <a:latin typeface="+mj-lt"/>
          <a:ea typeface="+mj-ea"/>
          <a:cs typeface="+mj-cs"/>
        </a:defRPr>
      </a:lvl1pPr>
      <a:lvl2pPr algn="ctr" rtl="0" eaLnBrk="1" fontAlgn="base" hangingPunct="1">
        <a:spcBef>
          <a:spcPct val="0"/>
        </a:spcBef>
        <a:spcAft>
          <a:spcPct val="0"/>
        </a:spcAft>
        <a:defRPr sz="3200">
          <a:solidFill>
            <a:srgbClr val="F3C43F"/>
          </a:solidFill>
          <a:latin typeface="Verdana" pitchFamily="34" charset="0"/>
        </a:defRPr>
      </a:lvl2pPr>
      <a:lvl3pPr algn="ctr" rtl="0" eaLnBrk="1" fontAlgn="base" hangingPunct="1">
        <a:spcBef>
          <a:spcPct val="0"/>
        </a:spcBef>
        <a:spcAft>
          <a:spcPct val="0"/>
        </a:spcAft>
        <a:defRPr sz="3200">
          <a:solidFill>
            <a:srgbClr val="F3C43F"/>
          </a:solidFill>
          <a:latin typeface="Verdana" pitchFamily="34" charset="0"/>
        </a:defRPr>
      </a:lvl3pPr>
      <a:lvl4pPr algn="ctr" rtl="0" eaLnBrk="1" fontAlgn="base" hangingPunct="1">
        <a:spcBef>
          <a:spcPct val="0"/>
        </a:spcBef>
        <a:spcAft>
          <a:spcPct val="0"/>
        </a:spcAft>
        <a:defRPr sz="3200">
          <a:solidFill>
            <a:srgbClr val="F3C43F"/>
          </a:solidFill>
          <a:latin typeface="Verdana" pitchFamily="34" charset="0"/>
        </a:defRPr>
      </a:lvl4pPr>
      <a:lvl5pPr algn="ctr" rtl="0" eaLnBrk="1" fontAlgn="base" hangingPunct="1">
        <a:spcBef>
          <a:spcPct val="0"/>
        </a:spcBef>
        <a:spcAft>
          <a:spcPct val="0"/>
        </a:spcAft>
        <a:defRPr sz="3200">
          <a:solidFill>
            <a:srgbClr val="F3C43F"/>
          </a:solidFill>
          <a:latin typeface="Verdana" pitchFamily="34" charset="0"/>
        </a:defRPr>
      </a:lvl5pPr>
      <a:lvl6pPr marL="457200" algn="ctr" rtl="0" eaLnBrk="1" fontAlgn="base" hangingPunct="1">
        <a:spcBef>
          <a:spcPct val="0"/>
        </a:spcBef>
        <a:spcAft>
          <a:spcPct val="0"/>
        </a:spcAft>
        <a:defRPr sz="3200">
          <a:solidFill>
            <a:srgbClr val="F3C43F"/>
          </a:solidFill>
          <a:latin typeface="Verdana" pitchFamily="34" charset="0"/>
        </a:defRPr>
      </a:lvl6pPr>
      <a:lvl7pPr marL="914400" algn="ctr" rtl="0" eaLnBrk="1" fontAlgn="base" hangingPunct="1">
        <a:spcBef>
          <a:spcPct val="0"/>
        </a:spcBef>
        <a:spcAft>
          <a:spcPct val="0"/>
        </a:spcAft>
        <a:defRPr sz="3200">
          <a:solidFill>
            <a:srgbClr val="F3C43F"/>
          </a:solidFill>
          <a:latin typeface="Verdana" pitchFamily="34" charset="0"/>
        </a:defRPr>
      </a:lvl7pPr>
      <a:lvl8pPr marL="1371600" algn="ctr" rtl="0" eaLnBrk="1" fontAlgn="base" hangingPunct="1">
        <a:spcBef>
          <a:spcPct val="0"/>
        </a:spcBef>
        <a:spcAft>
          <a:spcPct val="0"/>
        </a:spcAft>
        <a:defRPr sz="3200">
          <a:solidFill>
            <a:srgbClr val="F3C43F"/>
          </a:solidFill>
          <a:latin typeface="Verdana" pitchFamily="34" charset="0"/>
        </a:defRPr>
      </a:lvl8pPr>
      <a:lvl9pPr marL="1828800" algn="ctr" rtl="0" eaLnBrk="1" fontAlgn="base" hangingPunct="1">
        <a:spcBef>
          <a:spcPct val="0"/>
        </a:spcBef>
        <a:spcAft>
          <a:spcPct val="0"/>
        </a:spcAft>
        <a:defRPr sz="3200">
          <a:solidFill>
            <a:srgbClr val="F3C43F"/>
          </a:solidFill>
          <a:latin typeface="Verdana" pitchFamily="34" charset="0"/>
        </a:defRPr>
      </a:lvl9pPr>
    </p:titleStyle>
    <p:bodyStyle>
      <a:lvl1pPr marL="342900" indent="-342900" algn="l" rtl="0" eaLnBrk="1" fontAlgn="base" hangingPunct="1">
        <a:spcBef>
          <a:spcPct val="20000"/>
        </a:spcBef>
        <a:spcAft>
          <a:spcPct val="0"/>
        </a:spcAft>
        <a:buClr>
          <a:schemeClr val="hlink"/>
        </a:buClr>
        <a:buFont typeface="Wingdings" panose="05000000000000000000" pitchFamily="2" charset="2"/>
        <a:buChar char="v"/>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
        <a:defRPr sz="2800">
          <a:solidFill>
            <a:schemeClr val="tx1"/>
          </a:solidFill>
          <a:latin typeface="Arial"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charset="0"/>
        </a:defRPr>
      </a:lvl3pPr>
      <a:lvl4pPr marL="1600200" indent="-228600" algn="l" rtl="0" eaLnBrk="1" fontAlgn="base" hangingPunct="1">
        <a:spcBef>
          <a:spcPct val="20000"/>
        </a:spcBef>
        <a:spcAft>
          <a:spcPct val="0"/>
        </a:spcAft>
        <a:buChar char="–"/>
        <a:defRPr sz="2000">
          <a:solidFill>
            <a:schemeClr val="tx1"/>
          </a:solidFill>
          <a:latin typeface="Arial" charset="0"/>
        </a:defRPr>
      </a:lvl4pPr>
      <a:lvl5pPr marL="2057400" indent="-228600" algn="l" rtl="0" eaLnBrk="1" fontAlgn="base" hangingPunct="1">
        <a:spcBef>
          <a:spcPct val="20000"/>
        </a:spcBef>
        <a:spcAft>
          <a:spcPct val="0"/>
        </a:spcAft>
        <a:buChar char="»"/>
        <a:defRPr sz="2000">
          <a:solidFill>
            <a:schemeClr val="tx1"/>
          </a:solidFill>
          <a:latin typeface="Arial" charset="0"/>
        </a:defRPr>
      </a:lvl5pPr>
      <a:lvl6pPr marL="2514600" indent="-228600" algn="l" rtl="0" eaLnBrk="1" fontAlgn="base" hangingPunct="1">
        <a:spcBef>
          <a:spcPct val="20000"/>
        </a:spcBef>
        <a:spcAft>
          <a:spcPct val="0"/>
        </a:spcAft>
        <a:buChar char="»"/>
        <a:defRPr sz="2000">
          <a:solidFill>
            <a:schemeClr val="tx1"/>
          </a:solidFill>
          <a:latin typeface="Arial" charset="0"/>
        </a:defRPr>
      </a:lvl6pPr>
      <a:lvl7pPr marL="2971800" indent="-228600" algn="l" rtl="0" eaLnBrk="1" fontAlgn="base" hangingPunct="1">
        <a:spcBef>
          <a:spcPct val="20000"/>
        </a:spcBef>
        <a:spcAft>
          <a:spcPct val="0"/>
        </a:spcAft>
        <a:buChar char="»"/>
        <a:defRPr sz="2000">
          <a:solidFill>
            <a:schemeClr val="tx1"/>
          </a:solidFill>
          <a:latin typeface="Arial" charset="0"/>
        </a:defRPr>
      </a:lvl7pPr>
      <a:lvl8pPr marL="3429000" indent="-228600" algn="l" rtl="0" eaLnBrk="1" fontAlgn="base" hangingPunct="1">
        <a:spcBef>
          <a:spcPct val="20000"/>
        </a:spcBef>
        <a:spcAft>
          <a:spcPct val="0"/>
        </a:spcAft>
        <a:buChar char="»"/>
        <a:defRPr sz="2000">
          <a:solidFill>
            <a:schemeClr val="tx1"/>
          </a:solidFill>
          <a:latin typeface="Arial" charset="0"/>
        </a:defRPr>
      </a:lvl8pPr>
      <a:lvl9pPr marL="3886200" indent="-228600" algn="l" rtl="0" eaLnBrk="1" fontAlgn="base" hangingPunct="1">
        <a:spcBef>
          <a:spcPct val="20000"/>
        </a:spcBef>
        <a:spcAft>
          <a:spcPct val="0"/>
        </a:spcAft>
        <a:buChar char="»"/>
        <a:defRPr sz="2000">
          <a:solidFill>
            <a:schemeClr val="tx1"/>
          </a:solidFill>
          <a:latin typeface="Arial"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3EA69-1D62-47C5-BDF7-5B1C38E27CAE}"/>
              </a:ext>
            </a:extLst>
          </p:cNvPr>
          <p:cNvSpPr>
            <a:spLocks noGrp="1"/>
          </p:cNvSpPr>
          <p:nvPr>
            <p:ph type="ctrTitle"/>
          </p:nvPr>
        </p:nvSpPr>
        <p:spPr/>
        <p:txBody>
          <a:bodyPr/>
          <a:lstStyle/>
          <a:p>
            <a:r>
              <a:rPr lang="en-US" dirty="0"/>
              <a:t>DANH SÁCH LIÊN KẾT, STACK , QUEUE</a:t>
            </a:r>
          </a:p>
        </p:txBody>
      </p:sp>
      <p:sp>
        <p:nvSpPr>
          <p:cNvPr id="3" name="Subtitle 2">
            <a:extLst>
              <a:ext uri="{FF2B5EF4-FFF2-40B4-BE49-F238E27FC236}">
                <a16:creationId xmlns:a16="http://schemas.microsoft.com/office/drawing/2014/main" id="{0BBF5E9E-60AE-42AC-B7E0-405F534CEC5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73646578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0FC03-F696-43FF-B565-A76D5483B8DA}"/>
              </a:ext>
            </a:extLst>
          </p:cNvPr>
          <p:cNvSpPr>
            <a:spLocks noGrp="1"/>
          </p:cNvSpPr>
          <p:nvPr>
            <p:ph type="ctrTitle"/>
          </p:nvPr>
        </p:nvSpPr>
        <p:spPr>
          <a:xfrm>
            <a:off x="2026974" y="185833"/>
            <a:ext cx="3020291" cy="1019366"/>
          </a:xfrm>
        </p:spPr>
        <p:txBody>
          <a:bodyPr/>
          <a:lstStyle/>
          <a:p>
            <a:pPr>
              <a:tabLst>
                <a:tab pos="1609725" algn="l"/>
              </a:tabLst>
            </a:pPr>
            <a:r>
              <a:rPr lang="en-US" dirty="0"/>
              <a:t>MẢNG </a:t>
            </a:r>
          </a:p>
        </p:txBody>
      </p:sp>
      <p:sp>
        <p:nvSpPr>
          <p:cNvPr id="3" name="Subtitle 2">
            <a:extLst>
              <a:ext uri="{FF2B5EF4-FFF2-40B4-BE49-F238E27FC236}">
                <a16:creationId xmlns:a16="http://schemas.microsoft.com/office/drawing/2014/main" id="{20C74EF8-4AA0-4791-94E3-CE36C2D882A3}"/>
              </a:ext>
            </a:extLst>
          </p:cNvPr>
          <p:cNvSpPr>
            <a:spLocks noGrp="1"/>
          </p:cNvSpPr>
          <p:nvPr>
            <p:ph type="subTitle" idx="1"/>
          </p:nvPr>
        </p:nvSpPr>
        <p:spPr>
          <a:xfrm>
            <a:off x="502751" y="1451546"/>
            <a:ext cx="4544514" cy="1832166"/>
          </a:xfrm>
        </p:spPr>
        <p:txBody>
          <a:bodyPr/>
          <a:lstStyle/>
          <a:p>
            <a:pPr marL="457200" lvl="0" indent="-457200" algn="just">
              <a:buFont typeface="+mj-lt"/>
              <a:buAutoNum type="arabicPeriod"/>
            </a:pPr>
            <a:r>
              <a:rPr lang="en-US" dirty="0" err="1"/>
              <a:t>Kiểm</a:t>
            </a:r>
            <a:r>
              <a:rPr lang="en-US" dirty="0"/>
              <a:t> </a:t>
            </a:r>
            <a:r>
              <a:rPr lang="en-US" dirty="0" err="1"/>
              <a:t>tra</a:t>
            </a:r>
            <a:r>
              <a:rPr lang="en-US" dirty="0"/>
              <a:t> </a:t>
            </a:r>
            <a:r>
              <a:rPr lang="en-US" dirty="0" err="1"/>
              <a:t>mảng</a:t>
            </a:r>
            <a:r>
              <a:rPr lang="en-US" dirty="0"/>
              <a:t> </a:t>
            </a:r>
            <a:r>
              <a:rPr lang="en-US" dirty="0" err="1"/>
              <a:t>có</a:t>
            </a:r>
            <a:r>
              <a:rPr lang="en-US" dirty="0"/>
              <a:t> </a:t>
            </a:r>
            <a:r>
              <a:rPr lang="en-US" dirty="0" err="1"/>
              <a:t>thể</a:t>
            </a:r>
            <a:r>
              <a:rPr lang="en-US" dirty="0"/>
              <a:t> </a:t>
            </a:r>
            <a:r>
              <a:rPr lang="en-US" dirty="0" err="1"/>
              <a:t>thêm</a:t>
            </a:r>
            <a:r>
              <a:rPr lang="en-US" dirty="0"/>
              <a:t> </a:t>
            </a:r>
            <a:r>
              <a:rPr lang="en-US" dirty="0" err="1"/>
              <a:t>được</a:t>
            </a:r>
            <a:r>
              <a:rPr lang="en-US" dirty="0"/>
              <a:t> </a:t>
            </a:r>
            <a:r>
              <a:rPr lang="en-US" dirty="0" err="1"/>
              <a:t>phần</a:t>
            </a:r>
            <a:r>
              <a:rPr lang="en-US" dirty="0"/>
              <a:t> </a:t>
            </a:r>
            <a:r>
              <a:rPr lang="en-US" dirty="0" err="1"/>
              <a:t>tử</a:t>
            </a:r>
            <a:r>
              <a:rPr lang="en-US" dirty="0"/>
              <a:t> </a:t>
            </a:r>
            <a:r>
              <a:rPr lang="en-US" dirty="0" err="1"/>
              <a:t>nữa</a:t>
            </a:r>
            <a:r>
              <a:rPr lang="en-US" dirty="0"/>
              <a:t> </a:t>
            </a:r>
            <a:r>
              <a:rPr lang="en-US" dirty="0" err="1"/>
              <a:t>không</a:t>
            </a:r>
            <a:r>
              <a:rPr lang="en-US" dirty="0"/>
              <a:t>? </a:t>
            </a:r>
            <a:r>
              <a:rPr lang="en-US" dirty="0" err="1"/>
              <a:t>Nếu</a:t>
            </a:r>
            <a:r>
              <a:rPr lang="en-US" dirty="0"/>
              <a:t> </a:t>
            </a:r>
            <a:r>
              <a:rPr lang="en-US" dirty="0" err="1"/>
              <a:t>không</a:t>
            </a:r>
            <a:r>
              <a:rPr lang="en-US" dirty="0"/>
              <a:t>, </a:t>
            </a:r>
            <a:r>
              <a:rPr lang="en-US" dirty="0" err="1"/>
              <a:t>thoát</a:t>
            </a:r>
            <a:r>
              <a:rPr lang="en-US" dirty="0"/>
              <a:t> </a:t>
            </a:r>
            <a:r>
              <a:rPr lang="en-US" dirty="0" err="1"/>
              <a:t>hàm</a:t>
            </a:r>
            <a:endParaRPr lang="en-US" dirty="0"/>
          </a:p>
          <a:p>
            <a:pPr marL="457200" lvl="0" indent="-457200" algn="just">
              <a:buFont typeface="+mj-lt"/>
              <a:buAutoNum type="arabicPeriod"/>
            </a:pPr>
            <a:r>
              <a:rPr lang="en-US" dirty="0" err="1"/>
              <a:t>Kiểm</a:t>
            </a:r>
            <a:r>
              <a:rPr lang="en-US" dirty="0"/>
              <a:t> </a:t>
            </a:r>
            <a:r>
              <a:rPr lang="en-US" dirty="0" err="1"/>
              <a:t>tra</a:t>
            </a:r>
            <a:r>
              <a:rPr lang="en-US" dirty="0"/>
              <a:t> </a:t>
            </a:r>
            <a:r>
              <a:rPr lang="en-US" dirty="0" err="1"/>
              <a:t>giá</a:t>
            </a:r>
            <a:r>
              <a:rPr lang="en-US" dirty="0"/>
              <a:t> </a:t>
            </a:r>
            <a:r>
              <a:rPr lang="en-US" dirty="0" err="1"/>
              <a:t>trị</a:t>
            </a:r>
            <a:r>
              <a:rPr lang="en-US" dirty="0"/>
              <a:t> pos </a:t>
            </a:r>
            <a:r>
              <a:rPr lang="en-US" dirty="0" err="1"/>
              <a:t>hợp</a:t>
            </a:r>
            <a:r>
              <a:rPr lang="en-US" dirty="0"/>
              <a:t> </a:t>
            </a:r>
            <a:r>
              <a:rPr lang="en-US" dirty="0" err="1"/>
              <a:t>lệ</a:t>
            </a:r>
            <a:r>
              <a:rPr lang="en-US" dirty="0"/>
              <a:t> </a:t>
            </a:r>
            <a:r>
              <a:rPr lang="en-US" dirty="0" err="1"/>
              <a:t>không</a:t>
            </a:r>
            <a:r>
              <a:rPr lang="en-US" dirty="0"/>
              <a:t>. Ở </a:t>
            </a:r>
            <a:r>
              <a:rPr lang="en-US" dirty="0" err="1"/>
              <a:t>đây</a:t>
            </a:r>
            <a:r>
              <a:rPr lang="en-US" dirty="0"/>
              <a:t> </a:t>
            </a:r>
            <a:r>
              <a:rPr lang="en-US" dirty="0" err="1"/>
              <a:t>nếu</a:t>
            </a:r>
            <a:r>
              <a:rPr lang="en-US" dirty="0"/>
              <a:t> </a:t>
            </a:r>
            <a:r>
              <a:rPr lang="en-US" dirty="0" err="1"/>
              <a:t>không</a:t>
            </a:r>
            <a:r>
              <a:rPr lang="en-US" dirty="0"/>
              <a:t> </a:t>
            </a:r>
            <a:r>
              <a:rPr lang="en-US" dirty="0" err="1"/>
              <a:t>hợp</a:t>
            </a:r>
            <a:r>
              <a:rPr lang="en-US" dirty="0"/>
              <a:t> </a:t>
            </a:r>
            <a:r>
              <a:rPr lang="en-US" dirty="0" err="1"/>
              <a:t>lệ</a:t>
            </a:r>
            <a:r>
              <a:rPr lang="en-US" dirty="0"/>
              <a:t> </a:t>
            </a:r>
            <a:r>
              <a:rPr lang="en-US" dirty="0" err="1"/>
              <a:t>mình</a:t>
            </a:r>
            <a:r>
              <a:rPr lang="en-US" dirty="0"/>
              <a:t> </a:t>
            </a:r>
            <a:r>
              <a:rPr lang="en-US" dirty="0" err="1"/>
              <a:t>cho</a:t>
            </a:r>
            <a:r>
              <a:rPr lang="en-US" dirty="0"/>
              <a:t> </a:t>
            </a:r>
            <a:r>
              <a:rPr lang="en-US" dirty="0" err="1"/>
              <a:t>về</a:t>
            </a:r>
            <a:r>
              <a:rPr lang="en-US" dirty="0"/>
              <a:t> </a:t>
            </a:r>
            <a:r>
              <a:rPr lang="en-US" dirty="0" err="1"/>
              <a:t>chỉ</a:t>
            </a:r>
            <a:r>
              <a:rPr lang="en-US" dirty="0"/>
              <a:t> </a:t>
            </a:r>
            <a:r>
              <a:rPr lang="en-US" dirty="0" err="1"/>
              <a:t>số</a:t>
            </a:r>
            <a:r>
              <a:rPr lang="en-US" dirty="0"/>
              <a:t> </a:t>
            </a:r>
            <a:r>
              <a:rPr lang="en-US" dirty="0" err="1"/>
              <a:t>đầu</a:t>
            </a:r>
            <a:r>
              <a:rPr lang="en-US" dirty="0"/>
              <a:t>/</a:t>
            </a:r>
            <a:r>
              <a:rPr lang="en-US" dirty="0" err="1"/>
              <a:t>cuối</a:t>
            </a:r>
            <a:r>
              <a:rPr lang="en-US" dirty="0"/>
              <a:t>.</a:t>
            </a:r>
          </a:p>
          <a:p>
            <a:pPr marL="457200" lvl="0" indent="-457200" algn="just">
              <a:buFont typeface="+mj-lt"/>
              <a:buAutoNum type="arabicPeriod"/>
            </a:pPr>
            <a:r>
              <a:rPr lang="en-US" dirty="0" err="1"/>
              <a:t>Thực</a:t>
            </a:r>
            <a:r>
              <a:rPr lang="en-US" dirty="0"/>
              <a:t> </a:t>
            </a:r>
            <a:r>
              <a:rPr lang="en-US" dirty="0" err="1"/>
              <a:t>hiện</a:t>
            </a:r>
            <a:r>
              <a:rPr lang="en-US" dirty="0"/>
              <a:t> </a:t>
            </a:r>
            <a:r>
              <a:rPr lang="en-US" dirty="0" err="1"/>
              <a:t>dịch</a:t>
            </a:r>
            <a:r>
              <a:rPr lang="en-US" dirty="0"/>
              <a:t> </a:t>
            </a:r>
            <a:r>
              <a:rPr lang="en-US" dirty="0" err="1"/>
              <a:t>chuyển</a:t>
            </a:r>
            <a:r>
              <a:rPr lang="en-US" dirty="0"/>
              <a:t> </a:t>
            </a:r>
            <a:r>
              <a:rPr lang="en-US" dirty="0" err="1"/>
              <a:t>mảng</a:t>
            </a:r>
            <a:r>
              <a:rPr lang="en-US" dirty="0"/>
              <a:t>(</a:t>
            </a:r>
            <a:r>
              <a:rPr lang="en-US" dirty="0" err="1"/>
              <a:t>phần</a:t>
            </a:r>
            <a:r>
              <a:rPr lang="en-US" dirty="0"/>
              <a:t> </a:t>
            </a:r>
            <a:r>
              <a:rPr lang="en-US" dirty="0" err="1"/>
              <a:t>phía</a:t>
            </a:r>
            <a:r>
              <a:rPr lang="en-US" dirty="0"/>
              <a:t> </a:t>
            </a:r>
            <a:r>
              <a:rPr lang="en-US" dirty="0" err="1"/>
              <a:t>sau</a:t>
            </a:r>
            <a:r>
              <a:rPr lang="en-US" dirty="0"/>
              <a:t> </a:t>
            </a:r>
            <a:r>
              <a:rPr lang="en-US" dirty="0" err="1"/>
              <a:t>nơi</a:t>
            </a:r>
            <a:r>
              <a:rPr lang="en-US" dirty="0"/>
              <a:t> </a:t>
            </a:r>
            <a:r>
              <a:rPr lang="en-US" dirty="0" err="1"/>
              <a:t>chèn</a:t>
            </a:r>
            <a:r>
              <a:rPr lang="en-US" dirty="0"/>
              <a:t> + </a:t>
            </a:r>
            <a:r>
              <a:rPr lang="en-US" dirty="0" err="1"/>
              <a:t>vị</a:t>
            </a:r>
            <a:r>
              <a:rPr lang="en-US" dirty="0"/>
              <a:t> </a:t>
            </a:r>
            <a:r>
              <a:rPr lang="en-US" dirty="0" err="1"/>
              <a:t>trí</a:t>
            </a:r>
            <a:r>
              <a:rPr lang="en-US" dirty="0"/>
              <a:t> </a:t>
            </a:r>
            <a:r>
              <a:rPr lang="en-US" dirty="0" err="1"/>
              <a:t>chèn</a:t>
            </a:r>
            <a:r>
              <a:rPr lang="en-US" dirty="0"/>
              <a:t>)</a:t>
            </a:r>
          </a:p>
          <a:p>
            <a:pPr marL="457200" lvl="0" indent="-457200" algn="just">
              <a:buFont typeface="+mj-lt"/>
              <a:buAutoNum type="arabicPeriod"/>
            </a:pPr>
            <a:r>
              <a:rPr lang="en-US" dirty="0" err="1"/>
              <a:t>Chèn</a:t>
            </a:r>
            <a:r>
              <a:rPr lang="en-US" dirty="0"/>
              <a:t> </a:t>
            </a:r>
            <a:r>
              <a:rPr lang="en-US" dirty="0" err="1"/>
              <a:t>vào</a:t>
            </a:r>
            <a:r>
              <a:rPr lang="en-US" dirty="0"/>
              <a:t> </a:t>
            </a:r>
            <a:r>
              <a:rPr lang="en-US" dirty="0" err="1"/>
              <a:t>vị</a:t>
            </a:r>
            <a:r>
              <a:rPr lang="en-US" dirty="0"/>
              <a:t> </a:t>
            </a:r>
            <a:r>
              <a:rPr lang="en-US" dirty="0" err="1"/>
              <a:t>trí</a:t>
            </a:r>
            <a:r>
              <a:rPr lang="en-US" dirty="0"/>
              <a:t> </a:t>
            </a:r>
            <a:r>
              <a:rPr lang="en-US" dirty="0" err="1"/>
              <a:t>cần</a:t>
            </a:r>
            <a:r>
              <a:rPr lang="en-US" dirty="0"/>
              <a:t> </a:t>
            </a:r>
            <a:r>
              <a:rPr lang="en-US" dirty="0" err="1"/>
              <a:t>chèn</a:t>
            </a:r>
            <a:endParaRPr lang="en-US" dirty="0"/>
          </a:p>
          <a:p>
            <a:pPr marL="457200" lvl="0" indent="-457200" algn="just">
              <a:buFont typeface="+mj-lt"/>
              <a:buAutoNum type="arabicPeriod"/>
            </a:pPr>
            <a:r>
              <a:rPr lang="en-US" dirty="0" err="1"/>
              <a:t>Tăng</a:t>
            </a:r>
            <a:r>
              <a:rPr lang="en-US" dirty="0"/>
              <a:t> </a:t>
            </a:r>
            <a:r>
              <a:rPr lang="en-US" dirty="0" err="1"/>
              <a:t>số</a:t>
            </a:r>
            <a:r>
              <a:rPr lang="en-US" dirty="0"/>
              <a:t> </a:t>
            </a:r>
            <a:r>
              <a:rPr lang="en-US" dirty="0" err="1"/>
              <a:t>lượng</a:t>
            </a:r>
            <a:r>
              <a:rPr lang="en-US" dirty="0"/>
              <a:t> </a:t>
            </a:r>
            <a:r>
              <a:rPr lang="en-US" dirty="0" err="1"/>
              <a:t>phần</a:t>
            </a:r>
            <a:r>
              <a:rPr lang="en-US" dirty="0"/>
              <a:t> </a:t>
            </a:r>
            <a:r>
              <a:rPr lang="en-US" dirty="0" err="1"/>
              <a:t>tử</a:t>
            </a:r>
            <a:endParaRPr lang="en-US" dirty="0"/>
          </a:p>
          <a:p>
            <a:pPr marL="457200" indent="-457200" algn="just">
              <a:buFont typeface="+mj-lt"/>
              <a:buAutoNum type="arabicPeriod"/>
            </a:pPr>
            <a:endParaRPr lang="en-US" dirty="0"/>
          </a:p>
        </p:txBody>
      </p:sp>
      <p:pic>
        <p:nvPicPr>
          <p:cNvPr id="4" name="Picture 3">
            <a:extLst>
              <a:ext uri="{FF2B5EF4-FFF2-40B4-BE49-F238E27FC236}">
                <a16:creationId xmlns:a16="http://schemas.microsoft.com/office/drawing/2014/main" id="{8F8A6686-E78D-40B5-BE0A-4BE03A594FB0}"/>
              </a:ext>
            </a:extLst>
          </p:cNvPr>
          <p:cNvPicPr>
            <a:picLocks noChangeAspect="1"/>
          </p:cNvPicPr>
          <p:nvPr/>
        </p:nvPicPr>
        <p:blipFill>
          <a:blip r:embed="rId3"/>
          <a:stretch>
            <a:fillRect/>
          </a:stretch>
        </p:blipFill>
        <p:spPr>
          <a:xfrm>
            <a:off x="5047265" y="1041400"/>
            <a:ext cx="7144735" cy="5121084"/>
          </a:xfrm>
          <a:prstGeom prst="rect">
            <a:avLst/>
          </a:prstGeom>
        </p:spPr>
      </p:pic>
    </p:spTree>
    <p:extLst>
      <p:ext uri="{BB962C8B-B14F-4D97-AF65-F5344CB8AC3E}">
        <p14:creationId xmlns:p14="http://schemas.microsoft.com/office/powerpoint/2010/main" val="384425156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99C83283-E40E-4A60-A468-D8A6508942BC}"/>
              </a:ext>
            </a:extLst>
          </p:cNvPr>
          <p:cNvSpPr>
            <a:spLocks noGrp="1" noChangeArrowheads="1"/>
          </p:cNvSpPr>
          <p:nvPr>
            <p:ph type="title"/>
          </p:nvPr>
        </p:nvSpPr>
        <p:spPr/>
        <p:txBody>
          <a:bodyPr/>
          <a:lstStyle/>
          <a:p>
            <a:r>
              <a:rPr lang="en-US" altLang="en-US"/>
              <a:t>ĐẶT VẤN ĐỀ</a:t>
            </a:r>
            <a:endParaRPr lang="en-US" altLang="en-US" dirty="0"/>
          </a:p>
        </p:txBody>
      </p:sp>
      <p:sp>
        <p:nvSpPr>
          <p:cNvPr id="15363" name="Content Placeholder 2">
            <a:extLst>
              <a:ext uri="{FF2B5EF4-FFF2-40B4-BE49-F238E27FC236}">
                <a16:creationId xmlns:a16="http://schemas.microsoft.com/office/drawing/2014/main" id="{8F0AEDFB-B767-42D0-BF81-2539D296023F}"/>
              </a:ext>
            </a:extLst>
          </p:cNvPr>
          <p:cNvSpPr>
            <a:spLocks noGrp="1" noChangeArrowheads="1"/>
          </p:cNvSpPr>
          <p:nvPr>
            <p:ph idx="1"/>
          </p:nvPr>
        </p:nvSpPr>
        <p:spPr/>
        <p:txBody>
          <a:bodyPr/>
          <a:lstStyle/>
          <a:p>
            <a:pPr marL="512763" lvl="1" indent="-457200" algn="just">
              <a:buFont typeface="Wingdings" panose="05000000000000000000" pitchFamily="2" charset="2"/>
              <a:buChar char="q"/>
            </a:pPr>
            <a:r>
              <a:rPr lang="en-US" altLang="en-US">
                <a:latin typeface="Arial" panose="020B0604020202020204" pitchFamily="34" charset="0"/>
              </a:rPr>
              <a:t>Đã gọi là mảng thì tuân thủ theo nguyên tắc: các phần tử trong bộ nhớ phải nằm liên tục nhau, </a:t>
            </a:r>
          </a:p>
          <a:p>
            <a:pPr marL="512763" lvl="1" indent="-457200" algn="just">
              <a:buFont typeface="Wingdings" panose="05000000000000000000" pitchFamily="2" charset="2"/>
              <a:buChar char="q"/>
            </a:pPr>
            <a:r>
              <a:rPr lang="en-US" altLang="en-US">
                <a:latin typeface="Arial" panose="020B0604020202020204" pitchFamily="34" charset="0"/>
              </a:rPr>
              <a:t>Giả sử cần cấp phát một mảng gồm 5 phần tử, trong bộ nhớ lúc này cũng còn 5 ô, nh</a:t>
            </a:r>
            <a:r>
              <a:rPr lang="vi-VN" altLang="en-US">
                <a:latin typeface="Arial" panose="020B0604020202020204" pitchFamily="34" charset="0"/>
              </a:rPr>
              <a:t>ư</a:t>
            </a:r>
            <a:r>
              <a:rPr lang="en-US" altLang="en-US">
                <a:latin typeface="Arial" panose="020B0604020202020204" pitchFamily="34" charset="0"/>
              </a:rPr>
              <a:t>ng 5 ô này không liên tục nhau      Dùng mảng đã </a:t>
            </a:r>
            <a:r>
              <a:rPr lang="en-US" altLang="en-US" b="1" u="sng">
                <a:latin typeface="Arial" panose="020B0604020202020204" pitchFamily="34" charset="0"/>
              </a:rPr>
              <a:t>Thất bại</a:t>
            </a:r>
          </a:p>
          <a:p>
            <a:pPr marL="512763" lvl="1" indent="-457200" algn="just">
              <a:buFont typeface="Wingdings" panose="05000000000000000000" pitchFamily="2" charset="2"/>
              <a:buChar char="q"/>
            </a:pPr>
            <a:r>
              <a:rPr lang="en-US" altLang="en-US" b="1" u="sng">
                <a:latin typeface="Arial" panose="020B0604020202020204" pitchFamily="34" charset="0"/>
              </a:rPr>
              <a:t>Lúc này sẽ dùng danh sách liên kết</a:t>
            </a:r>
          </a:p>
          <a:p>
            <a:pPr algn="just"/>
            <a:endParaRPr lang="en-US" altLang="en-US"/>
          </a:p>
        </p:txBody>
      </p:sp>
      <p:sp>
        <p:nvSpPr>
          <p:cNvPr id="4" name="Arrow: Right 3">
            <a:extLst>
              <a:ext uri="{FF2B5EF4-FFF2-40B4-BE49-F238E27FC236}">
                <a16:creationId xmlns:a16="http://schemas.microsoft.com/office/drawing/2014/main" id="{8C85487F-AA37-438D-9E5A-9C558CD9EAF3}"/>
              </a:ext>
            </a:extLst>
          </p:cNvPr>
          <p:cNvSpPr/>
          <p:nvPr/>
        </p:nvSpPr>
        <p:spPr>
          <a:xfrm>
            <a:off x="6934200" y="3751263"/>
            <a:ext cx="4572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C9A26EE4-005F-4038-8E92-53933C90018E}"/>
              </a:ext>
            </a:extLst>
          </p:cNvPr>
          <p:cNvSpPr>
            <a:spLocks noGrp="1" noChangeArrowheads="1"/>
          </p:cNvSpPr>
          <p:nvPr>
            <p:ph type="title"/>
          </p:nvPr>
        </p:nvSpPr>
        <p:spPr/>
        <p:txBody>
          <a:bodyPr/>
          <a:lstStyle/>
          <a:p>
            <a:r>
              <a:rPr lang="en-US" altLang="en-US"/>
              <a:t>b. Danh sách </a:t>
            </a:r>
          </a:p>
        </p:txBody>
      </p:sp>
      <p:sp>
        <p:nvSpPr>
          <p:cNvPr id="26627" name="Content Placeholder 2">
            <a:extLst>
              <a:ext uri="{FF2B5EF4-FFF2-40B4-BE49-F238E27FC236}">
                <a16:creationId xmlns:a16="http://schemas.microsoft.com/office/drawing/2014/main" id="{89503735-F58E-433A-BF39-8CBB2BFB697D}"/>
              </a:ext>
            </a:extLst>
          </p:cNvPr>
          <p:cNvSpPr>
            <a:spLocks noGrp="1" noChangeArrowheads="1"/>
          </p:cNvSpPr>
          <p:nvPr>
            <p:ph idx="1"/>
          </p:nvPr>
        </p:nvSpPr>
        <p:spPr/>
        <p:txBody>
          <a:bodyPr/>
          <a:lstStyle/>
          <a:p>
            <a:pPr marL="0" indent="0">
              <a:buNone/>
              <a:defRPr/>
            </a:pPr>
            <a:r>
              <a:rPr lang="en-US" sz="2400" dirty="0" err="1"/>
              <a:t>Danh</a:t>
            </a:r>
            <a:r>
              <a:rPr lang="en-US" sz="2400" dirty="0"/>
              <a:t> </a:t>
            </a:r>
            <a:r>
              <a:rPr lang="en-US" sz="2400" dirty="0" err="1"/>
              <a:t>sách</a:t>
            </a:r>
            <a:r>
              <a:rPr lang="en-US" sz="2400" dirty="0"/>
              <a:t>: </a:t>
            </a:r>
            <a:r>
              <a:rPr lang="en-US" altLang="en-US" sz="2400" dirty="0" err="1">
                <a:latin typeface="Arial" panose="020B0604020202020204" pitchFamily="34" charset="0"/>
                <a:cs typeface="Arial" panose="020B0604020202020204" pitchFamily="34" charset="0"/>
              </a:rPr>
              <a:t>Danh</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sách</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là</a:t>
            </a:r>
            <a:r>
              <a:rPr lang="en-US" altLang="en-US" sz="2400" dirty="0">
                <a:latin typeface="Arial" panose="020B0604020202020204" pitchFamily="34" charset="0"/>
                <a:cs typeface="Arial" panose="020B0604020202020204" pitchFamily="34" charset="0"/>
              </a:rPr>
              <a:t> 1 </a:t>
            </a:r>
            <a:r>
              <a:rPr lang="en-US" altLang="en-US" sz="2400" dirty="0" err="1">
                <a:latin typeface="Arial" panose="020B0604020202020204" pitchFamily="34" charset="0"/>
                <a:cs typeface="Arial" panose="020B0604020202020204" pitchFamily="34" charset="0"/>
              </a:rPr>
              <a:t>dãy</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hữu</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hạn</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các</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phần</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tử</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thuộc</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cùng</a:t>
            </a:r>
            <a:r>
              <a:rPr lang="en-US" altLang="en-US" sz="2400" dirty="0">
                <a:latin typeface="Arial" panose="020B0604020202020204" pitchFamily="34" charset="0"/>
                <a:cs typeface="Arial" panose="020B0604020202020204" pitchFamily="34" charset="0"/>
              </a:rPr>
              <a:t> 1 </a:t>
            </a:r>
            <a:r>
              <a:rPr lang="en-US" altLang="en-US" sz="2400" dirty="0" err="1">
                <a:latin typeface="Arial" panose="020B0604020202020204" pitchFamily="34" charset="0"/>
                <a:cs typeface="Arial" panose="020B0604020202020204" pitchFamily="34" charset="0"/>
              </a:rPr>
              <a:t>lớp</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đối</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tượng</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nào</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đó</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Ví</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dụ</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Danh</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sách</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sinh</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viên</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danh</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sách</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vật</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tư</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danh</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sách</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các</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số</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thực</a:t>
            </a:r>
            <a:r>
              <a:rPr lang="en-US" altLang="en-US" sz="2400" dirty="0">
                <a:latin typeface="Arial" panose="020B0604020202020204" pitchFamily="34" charset="0"/>
                <a:cs typeface="Arial" panose="020B0604020202020204" pitchFamily="34" charset="0"/>
              </a:rPr>
              <a:t>…</a:t>
            </a:r>
          </a:p>
          <a:p>
            <a:pPr marL="0" indent="0">
              <a:buNone/>
              <a:defRPr/>
            </a:pPr>
            <a:r>
              <a:rPr lang="en-US" sz="2400" dirty="0" err="1"/>
              <a:t>Danh</a:t>
            </a:r>
            <a:r>
              <a:rPr lang="en-US" sz="2400" dirty="0"/>
              <a:t> </a:t>
            </a:r>
            <a:r>
              <a:rPr lang="en-US" sz="2400" dirty="0" err="1"/>
              <a:t>sách</a:t>
            </a:r>
            <a:r>
              <a:rPr lang="en-US" sz="2400" dirty="0"/>
              <a:t> </a:t>
            </a:r>
            <a:r>
              <a:rPr lang="en-US" sz="2400" dirty="0" err="1"/>
              <a:t>liên</a:t>
            </a:r>
            <a:r>
              <a:rPr lang="en-US" sz="2400" dirty="0"/>
              <a:t> </a:t>
            </a:r>
            <a:r>
              <a:rPr lang="en-US" sz="2400" dirty="0" err="1"/>
              <a:t>kết:</a:t>
            </a:r>
            <a:r>
              <a:rPr lang="en-US" altLang="en-US" sz="2400" dirty="0" err="1">
                <a:latin typeface="Arial" panose="020B0604020202020204" pitchFamily="34" charset="0"/>
                <a:cs typeface="Arial" panose="020B0604020202020204" pitchFamily="34" charset="0"/>
              </a:rPr>
              <a:t>là</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tập</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các</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phần</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tử</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liên</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kết</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móc</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nối</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với</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nhau</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Mỗi</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một</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phần</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tử</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được</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coi</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là</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một</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nút</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Mỗi</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nút</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gồm</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hai</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phần</a:t>
            </a:r>
            <a:endParaRPr lang="en-US" sz="2400" dirty="0"/>
          </a:p>
          <a:p>
            <a:pPr>
              <a:defRPr/>
            </a:pPr>
            <a:r>
              <a:rPr lang="en-US" sz="2400" dirty="0" err="1"/>
              <a:t>Ví</a:t>
            </a:r>
            <a:r>
              <a:rPr lang="en-US" sz="2400" dirty="0"/>
              <a:t> </a:t>
            </a:r>
            <a:r>
              <a:rPr lang="en-US" sz="2400" dirty="0" err="1"/>
              <a:t>dụ</a:t>
            </a:r>
            <a:r>
              <a:rPr lang="en-US" sz="2400" dirty="0"/>
              <a:t>: </a:t>
            </a:r>
            <a:r>
              <a:rPr lang="en-US" sz="2400" dirty="0" err="1"/>
              <a:t>Tập</a:t>
            </a:r>
            <a:r>
              <a:rPr lang="en-US" sz="2400" dirty="0"/>
              <a:t> </a:t>
            </a:r>
            <a:r>
              <a:rPr lang="en-US" sz="2400" dirty="0" err="1"/>
              <a:t>hợp</a:t>
            </a:r>
            <a:r>
              <a:rPr lang="en-US" sz="2400" dirty="0"/>
              <a:t> </a:t>
            </a:r>
            <a:r>
              <a:rPr lang="en-US" sz="2400" dirty="0" err="1"/>
              <a:t>họ</a:t>
            </a:r>
            <a:r>
              <a:rPr lang="en-US" sz="2400" dirty="0"/>
              <a:t> </a:t>
            </a:r>
            <a:r>
              <a:rPr lang="en-US" sz="2400" dirty="0" err="1"/>
              <a:t>tên</a:t>
            </a:r>
            <a:r>
              <a:rPr lang="en-US" sz="2400" dirty="0"/>
              <a:t> </a:t>
            </a:r>
            <a:r>
              <a:rPr lang="en-US" sz="2400" dirty="0" err="1"/>
              <a:t>các</a:t>
            </a:r>
            <a:r>
              <a:rPr lang="en-US" sz="2400" dirty="0"/>
              <a:t> </a:t>
            </a:r>
            <a:r>
              <a:rPr lang="en-US" sz="2400" dirty="0" err="1"/>
              <a:t>sinh</a:t>
            </a:r>
            <a:r>
              <a:rPr lang="en-US" sz="2400" dirty="0"/>
              <a:t> </a:t>
            </a:r>
            <a:r>
              <a:rPr lang="en-US" sz="2400" dirty="0" err="1"/>
              <a:t>viên</a:t>
            </a:r>
            <a:r>
              <a:rPr lang="en-US" sz="2400" dirty="0"/>
              <a:t> </a:t>
            </a:r>
            <a:r>
              <a:rPr lang="en-US" sz="2400" dirty="0" err="1"/>
              <a:t>của</a:t>
            </a:r>
            <a:r>
              <a:rPr lang="en-US" sz="2400" dirty="0"/>
              <a:t> </a:t>
            </a:r>
            <a:r>
              <a:rPr lang="en-US" sz="2400" dirty="0" err="1"/>
              <a:t>lớp</a:t>
            </a:r>
            <a:r>
              <a:rPr lang="en-US" sz="2400" dirty="0"/>
              <a:t> TINHOC </a:t>
            </a:r>
            <a:r>
              <a:rPr lang="en-US" sz="2400" dirty="0" err="1"/>
              <a:t>được</a:t>
            </a:r>
            <a:r>
              <a:rPr lang="en-US" sz="2400" dirty="0"/>
              <a:t> </a:t>
            </a:r>
            <a:r>
              <a:rPr lang="en-US" sz="2400" dirty="0" err="1"/>
              <a:t>liệt</a:t>
            </a:r>
            <a:r>
              <a:rPr lang="en-US" sz="2400" dirty="0"/>
              <a:t> </a:t>
            </a:r>
            <a:r>
              <a:rPr lang="en-US" sz="2400" dirty="0" err="1"/>
              <a:t>kê</a:t>
            </a:r>
            <a:r>
              <a:rPr lang="en-US" sz="2400" dirty="0"/>
              <a:t> </a:t>
            </a:r>
            <a:r>
              <a:rPr lang="en-US" sz="2400" dirty="0" err="1"/>
              <a:t>trên</a:t>
            </a:r>
            <a:r>
              <a:rPr lang="en-US" sz="2400" dirty="0"/>
              <a:t> </a:t>
            </a:r>
            <a:r>
              <a:rPr lang="en-US" sz="2400" dirty="0" err="1"/>
              <a:t>giấy</a:t>
            </a:r>
            <a:r>
              <a:rPr lang="en-US" sz="2400" dirty="0"/>
              <a:t> </a:t>
            </a:r>
            <a:r>
              <a:rPr lang="en-US" sz="2400" dirty="0" err="1"/>
              <a:t>như</a:t>
            </a:r>
            <a:r>
              <a:rPr lang="en-US" sz="2400" dirty="0"/>
              <a:t> </a:t>
            </a:r>
            <a:r>
              <a:rPr lang="en-US" sz="2400" dirty="0" err="1"/>
              <a:t>sau</a:t>
            </a:r>
            <a:r>
              <a:rPr lang="en-US" sz="2400" dirty="0"/>
              <a:t>:</a:t>
            </a:r>
          </a:p>
          <a:p>
            <a:pPr lvl="2">
              <a:defRPr/>
            </a:pPr>
            <a:r>
              <a:rPr lang="en-US" i="1" dirty="0" err="1"/>
              <a:t>Nguyễn</a:t>
            </a:r>
            <a:r>
              <a:rPr lang="en-US" i="1" dirty="0"/>
              <a:t> </a:t>
            </a:r>
            <a:r>
              <a:rPr lang="en-US" i="1" dirty="0" err="1"/>
              <a:t>Trung</a:t>
            </a:r>
            <a:r>
              <a:rPr lang="en-US" i="1" dirty="0"/>
              <a:t> </a:t>
            </a:r>
            <a:r>
              <a:rPr lang="en-US" i="1" dirty="0" err="1"/>
              <a:t>Cang</a:t>
            </a:r>
            <a:endParaRPr lang="en-US" sz="1600" dirty="0"/>
          </a:p>
          <a:p>
            <a:pPr lvl="2">
              <a:defRPr/>
            </a:pPr>
            <a:r>
              <a:rPr lang="en-US" i="1" dirty="0" err="1"/>
              <a:t>Nguyễn</a:t>
            </a:r>
            <a:r>
              <a:rPr lang="en-US" i="1" dirty="0"/>
              <a:t> </a:t>
            </a:r>
            <a:r>
              <a:rPr lang="en-US" i="1" dirty="0" err="1"/>
              <a:t>Ngọc</a:t>
            </a:r>
            <a:r>
              <a:rPr lang="en-US" i="1" dirty="0"/>
              <a:t> </a:t>
            </a:r>
            <a:r>
              <a:rPr lang="en-US" i="1" dirty="0" err="1"/>
              <a:t>Chương</a:t>
            </a:r>
            <a:endParaRPr lang="en-US" sz="1600" dirty="0"/>
          </a:p>
          <a:p>
            <a:pPr lvl="2">
              <a:defRPr/>
            </a:pPr>
            <a:r>
              <a:rPr lang="en-US" i="1" dirty="0"/>
              <a:t>Lê </a:t>
            </a:r>
            <a:r>
              <a:rPr lang="en-US" i="1" dirty="0" err="1"/>
              <a:t>Thị</a:t>
            </a:r>
            <a:r>
              <a:rPr lang="en-US" i="1" dirty="0"/>
              <a:t> </a:t>
            </a:r>
            <a:r>
              <a:rPr lang="en-US" i="1" dirty="0" err="1"/>
              <a:t>Lệ</a:t>
            </a:r>
            <a:r>
              <a:rPr lang="en-US" i="1" dirty="0"/>
              <a:t> </a:t>
            </a:r>
            <a:r>
              <a:rPr lang="en-US" i="1" dirty="0" err="1"/>
              <a:t>Sương</a:t>
            </a:r>
            <a:endParaRPr lang="en-US" sz="1600" dirty="0"/>
          </a:p>
          <a:p>
            <a:pPr lvl="2">
              <a:defRPr/>
            </a:pPr>
            <a:r>
              <a:rPr lang="en-US" i="1" dirty="0" err="1"/>
              <a:t>Trịnh</a:t>
            </a:r>
            <a:r>
              <a:rPr lang="en-US" i="1" dirty="0"/>
              <a:t> </a:t>
            </a:r>
            <a:r>
              <a:rPr lang="en-US" i="1" dirty="0" err="1"/>
              <a:t>Vũ</a:t>
            </a:r>
            <a:r>
              <a:rPr lang="en-US" i="1" dirty="0"/>
              <a:t> </a:t>
            </a:r>
            <a:r>
              <a:rPr lang="en-US" i="1" dirty="0" err="1"/>
              <a:t>Thành</a:t>
            </a:r>
            <a:endParaRPr lang="en-US" sz="1600" dirty="0"/>
          </a:p>
          <a:p>
            <a:pPr lvl="2">
              <a:defRPr/>
            </a:pPr>
            <a:r>
              <a:rPr lang="en-US" i="1" dirty="0" err="1"/>
              <a:t>Nguyễn</a:t>
            </a:r>
            <a:r>
              <a:rPr lang="en-US" i="1" dirty="0"/>
              <a:t> </a:t>
            </a:r>
            <a:r>
              <a:rPr lang="en-US" i="1" dirty="0" err="1"/>
              <a:t>Phú</a:t>
            </a:r>
            <a:r>
              <a:rPr lang="en-US" i="1" dirty="0"/>
              <a:t> </a:t>
            </a:r>
            <a:r>
              <a:rPr lang="en-US" i="1" dirty="0" err="1"/>
              <a:t>Vĩnh</a:t>
            </a:r>
            <a:endParaRPr lang="en-US" sz="1600" dirty="0"/>
          </a:p>
          <a:p>
            <a:pPr marL="0" indent="0" algn="just">
              <a:buNone/>
              <a:defRPr/>
            </a:pPr>
            <a:endParaRPr lang="en-US" sz="2400" dirty="0"/>
          </a:p>
          <a:p>
            <a:pPr marL="0" indent="0" algn="just">
              <a:buNone/>
              <a:defRPr/>
            </a:pPr>
            <a:endParaRPr lang="en-US" altLang="en-US" sz="2400" dirty="0"/>
          </a:p>
          <a:p>
            <a:pPr marL="0" indent="0" algn="just">
              <a:buNone/>
              <a:defRPr/>
            </a:pPr>
            <a:endParaRPr lang="en-US" altLang="en-US" sz="2400" dirty="0"/>
          </a:p>
          <a:p>
            <a:pPr marL="0" indent="0" algn="just">
              <a:buNone/>
              <a:defRPr/>
            </a:pPr>
            <a:endParaRPr lang="en-US" altLang="en-US" sz="2400" dirty="0"/>
          </a:p>
          <a:p>
            <a:pPr marL="0" indent="0" algn="just">
              <a:buNone/>
              <a:defRPr/>
            </a:pPr>
            <a:endParaRPr lang="en-US" altLang="en-US" sz="2400" dirty="0"/>
          </a:p>
          <a:p>
            <a:pPr marL="0" indent="0" algn="just">
              <a:buNone/>
              <a:defRPr/>
            </a:pPr>
            <a:endParaRPr lang="en-US" altLang="en-US" sz="24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2EFA6C78-02C3-4B9D-AF26-C5B710C5FC12}"/>
              </a:ext>
            </a:extLst>
          </p:cNvPr>
          <p:cNvSpPr>
            <a:spLocks noGrp="1" noChangeArrowheads="1"/>
          </p:cNvSpPr>
          <p:nvPr>
            <p:ph type="title"/>
          </p:nvPr>
        </p:nvSpPr>
        <p:spPr/>
        <p:txBody>
          <a:bodyPr/>
          <a:lstStyle/>
          <a:p>
            <a:endParaRPr lang="en-US" altLang="en-US"/>
          </a:p>
        </p:txBody>
      </p:sp>
      <p:sp>
        <p:nvSpPr>
          <p:cNvPr id="19459" name="Content Placeholder 2">
            <a:extLst>
              <a:ext uri="{FF2B5EF4-FFF2-40B4-BE49-F238E27FC236}">
                <a16:creationId xmlns:a16="http://schemas.microsoft.com/office/drawing/2014/main" id="{AFEA4C0A-457B-429C-B502-45F35E13AA98}"/>
              </a:ext>
            </a:extLst>
          </p:cNvPr>
          <p:cNvSpPr>
            <a:spLocks noGrp="1" noChangeArrowheads="1"/>
          </p:cNvSpPr>
          <p:nvPr>
            <p:ph idx="1"/>
          </p:nvPr>
        </p:nvSpPr>
        <p:spPr/>
        <p:txBody>
          <a:bodyPr/>
          <a:lstStyle/>
          <a:p>
            <a:r>
              <a:rPr lang="en-US" altLang="en-US" dirty="0" err="1"/>
              <a:t>Danh</a:t>
            </a:r>
            <a:r>
              <a:rPr lang="en-US" altLang="en-US" dirty="0"/>
              <a:t> </a:t>
            </a:r>
            <a:r>
              <a:rPr lang="en-US" altLang="en-US" dirty="0" err="1"/>
              <a:t>sách</a:t>
            </a:r>
            <a:r>
              <a:rPr lang="en-US" altLang="en-US" dirty="0"/>
              <a:t> </a:t>
            </a:r>
            <a:r>
              <a:rPr lang="en-US" altLang="en-US" dirty="0" err="1"/>
              <a:t>liên</a:t>
            </a:r>
            <a:r>
              <a:rPr lang="en-US" altLang="en-US" dirty="0"/>
              <a:t> </a:t>
            </a:r>
            <a:r>
              <a:rPr lang="en-US" altLang="en-US" dirty="0" err="1"/>
              <a:t>kết</a:t>
            </a:r>
            <a:r>
              <a:rPr lang="en-US" altLang="en-US" dirty="0"/>
              <a:t> </a:t>
            </a:r>
            <a:r>
              <a:rPr lang="en-US" altLang="en-US" dirty="0" err="1"/>
              <a:t>có</a:t>
            </a:r>
            <a:r>
              <a:rPr lang="en-US" altLang="en-US" dirty="0"/>
              <a:t> </a:t>
            </a:r>
            <a:r>
              <a:rPr lang="en-US" altLang="en-US" dirty="0" smtClean="0"/>
              <a:t>2 </a:t>
            </a:r>
            <a:r>
              <a:rPr lang="en-US" altLang="en-US" dirty="0" err="1" smtClean="0"/>
              <a:t>loại</a:t>
            </a:r>
            <a:r>
              <a:rPr lang="en-US" altLang="en-US" dirty="0"/>
              <a:t>:</a:t>
            </a:r>
          </a:p>
          <a:p>
            <a:pPr lvl="1"/>
            <a:r>
              <a:rPr lang="en-US" altLang="en-US" dirty="0" err="1">
                <a:latin typeface="Arial" panose="020B0604020202020204" pitchFamily="34" charset="0"/>
              </a:rPr>
              <a:t>Danh</a:t>
            </a:r>
            <a:r>
              <a:rPr lang="en-US" altLang="en-US" dirty="0">
                <a:latin typeface="Arial" panose="020B0604020202020204" pitchFamily="34" charset="0"/>
              </a:rPr>
              <a:t> </a:t>
            </a:r>
            <a:r>
              <a:rPr lang="en-US" altLang="en-US" dirty="0" err="1">
                <a:latin typeface="Arial" panose="020B0604020202020204" pitchFamily="34" charset="0"/>
              </a:rPr>
              <a:t>sách</a:t>
            </a:r>
            <a:r>
              <a:rPr lang="en-US" altLang="en-US" dirty="0">
                <a:latin typeface="Arial" panose="020B0604020202020204" pitchFamily="34" charset="0"/>
              </a:rPr>
              <a:t> </a:t>
            </a:r>
            <a:r>
              <a:rPr lang="en-US" altLang="en-US" dirty="0" err="1">
                <a:latin typeface="Arial" panose="020B0604020202020204" pitchFamily="34" charset="0"/>
              </a:rPr>
              <a:t>liên</a:t>
            </a:r>
            <a:r>
              <a:rPr lang="en-US" altLang="en-US" dirty="0">
                <a:latin typeface="Arial" panose="020B0604020202020204" pitchFamily="34" charset="0"/>
              </a:rPr>
              <a:t> </a:t>
            </a:r>
            <a:r>
              <a:rPr lang="en-US" altLang="en-US" dirty="0" err="1">
                <a:latin typeface="Arial" panose="020B0604020202020204" pitchFamily="34" charset="0"/>
              </a:rPr>
              <a:t>kết</a:t>
            </a:r>
            <a:r>
              <a:rPr lang="en-US" altLang="en-US" dirty="0">
                <a:latin typeface="Arial" panose="020B0604020202020204" pitchFamily="34" charset="0"/>
              </a:rPr>
              <a:t> </a:t>
            </a:r>
            <a:r>
              <a:rPr lang="en-US" altLang="en-US" dirty="0" err="1" smtClean="0">
                <a:latin typeface="Arial" panose="020B0604020202020204" pitchFamily="34" charset="0"/>
              </a:rPr>
              <a:t>thuận</a:t>
            </a:r>
            <a:endParaRPr lang="en-US" altLang="en-US" dirty="0" smtClean="0">
              <a:latin typeface="Arial" panose="020B0604020202020204" pitchFamily="34" charset="0"/>
            </a:endParaRPr>
          </a:p>
          <a:p>
            <a:pPr lvl="1"/>
            <a:r>
              <a:rPr lang="en-US" altLang="en-US" dirty="0" err="1" smtClean="0">
                <a:latin typeface="Arial" panose="020B0604020202020204" pitchFamily="34" charset="0"/>
              </a:rPr>
              <a:t>Danh</a:t>
            </a:r>
            <a:r>
              <a:rPr lang="en-US" altLang="en-US" dirty="0" smtClean="0">
                <a:latin typeface="Arial" panose="020B0604020202020204" pitchFamily="34" charset="0"/>
              </a:rPr>
              <a:t> </a:t>
            </a:r>
            <a:r>
              <a:rPr lang="en-US" altLang="en-US" dirty="0" err="1">
                <a:latin typeface="Arial" panose="020B0604020202020204" pitchFamily="34" charset="0"/>
              </a:rPr>
              <a:t>sách</a:t>
            </a:r>
            <a:r>
              <a:rPr lang="en-US" altLang="en-US" dirty="0">
                <a:latin typeface="Arial" panose="020B0604020202020204" pitchFamily="34" charset="0"/>
              </a:rPr>
              <a:t> </a:t>
            </a:r>
            <a:r>
              <a:rPr lang="en-US" altLang="en-US" dirty="0" err="1">
                <a:latin typeface="Arial" panose="020B0604020202020204" pitchFamily="34" charset="0"/>
              </a:rPr>
              <a:t>liên</a:t>
            </a:r>
            <a:r>
              <a:rPr lang="en-US" altLang="en-US" dirty="0">
                <a:latin typeface="Arial" panose="020B0604020202020204" pitchFamily="34" charset="0"/>
              </a:rPr>
              <a:t> </a:t>
            </a:r>
            <a:r>
              <a:rPr lang="en-US" altLang="en-US" dirty="0" err="1">
                <a:latin typeface="Arial" panose="020B0604020202020204" pitchFamily="34" charset="0"/>
              </a:rPr>
              <a:t>kết</a:t>
            </a:r>
            <a:r>
              <a:rPr lang="en-US" altLang="en-US" dirty="0">
                <a:latin typeface="Arial" panose="020B0604020202020204" pitchFamily="34" charset="0"/>
              </a:rPr>
              <a:t> </a:t>
            </a:r>
            <a:r>
              <a:rPr lang="en-US" altLang="en-US" dirty="0" err="1" smtClean="0">
                <a:latin typeface="Arial" panose="020B0604020202020204" pitchFamily="34" charset="0"/>
              </a:rPr>
              <a:t>ngược</a:t>
            </a:r>
            <a:endParaRPr lang="en-US"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2AFB46C6-92B0-4A2E-8EEA-F7153FE2E696}"/>
              </a:ext>
            </a:extLst>
          </p:cNvPr>
          <p:cNvSpPr>
            <a:spLocks noGrp="1" noChangeArrowheads="1"/>
          </p:cNvSpPr>
          <p:nvPr>
            <p:ph type="title"/>
          </p:nvPr>
        </p:nvSpPr>
        <p:spPr/>
        <p:txBody>
          <a:bodyPr/>
          <a:lstStyle/>
          <a:p>
            <a:r>
              <a:rPr lang="en-US" altLang="en-US"/>
              <a:t>Ví dụ</a:t>
            </a:r>
          </a:p>
        </p:txBody>
      </p:sp>
      <p:graphicFrame>
        <p:nvGraphicFramePr>
          <p:cNvPr id="4" name="Content Placeholder 3">
            <a:extLst>
              <a:ext uri="{FF2B5EF4-FFF2-40B4-BE49-F238E27FC236}">
                <a16:creationId xmlns:a16="http://schemas.microsoft.com/office/drawing/2014/main" id="{6A5BACFD-9A2B-47F1-99FD-87F4685F5F34}"/>
              </a:ext>
            </a:extLst>
          </p:cNvPr>
          <p:cNvGraphicFramePr>
            <a:graphicFrameLocks noGrp="1"/>
          </p:cNvGraphicFramePr>
          <p:nvPr>
            <p:ph idx="1"/>
          </p:nvPr>
        </p:nvGraphicFramePr>
        <p:xfrm>
          <a:off x="1981200" y="1905000"/>
          <a:ext cx="8153400" cy="604838"/>
        </p:xfrm>
        <a:graphic>
          <a:graphicData uri="http://schemas.openxmlformats.org/drawingml/2006/table">
            <a:tbl>
              <a:tblPr firstRow="1" bandRow="1">
                <a:tableStyleId>{5940675A-B579-460E-94D1-54222C63F5DA}</a:tableStyleId>
              </a:tblPr>
              <a:tblGrid>
                <a:gridCol w="2038350">
                  <a:extLst>
                    <a:ext uri="{9D8B030D-6E8A-4147-A177-3AD203B41FA5}">
                      <a16:colId xmlns:a16="http://schemas.microsoft.com/office/drawing/2014/main" val="866130382"/>
                    </a:ext>
                  </a:extLst>
                </a:gridCol>
                <a:gridCol w="2038350">
                  <a:extLst>
                    <a:ext uri="{9D8B030D-6E8A-4147-A177-3AD203B41FA5}">
                      <a16:colId xmlns:a16="http://schemas.microsoft.com/office/drawing/2014/main" val="1850442292"/>
                    </a:ext>
                  </a:extLst>
                </a:gridCol>
                <a:gridCol w="2038350">
                  <a:extLst>
                    <a:ext uri="{9D8B030D-6E8A-4147-A177-3AD203B41FA5}">
                      <a16:colId xmlns:a16="http://schemas.microsoft.com/office/drawing/2014/main" val="567797567"/>
                    </a:ext>
                  </a:extLst>
                </a:gridCol>
                <a:gridCol w="2038350">
                  <a:extLst>
                    <a:ext uri="{9D8B030D-6E8A-4147-A177-3AD203B41FA5}">
                      <a16:colId xmlns:a16="http://schemas.microsoft.com/office/drawing/2014/main" val="3161204403"/>
                    </a:ext>
                  </a:extLst>
                </a:gridCol>
              </a:tblGrid>
              <a:tr h="604838">
                <a:tc>
                  <a:txBody>
                    <a:bodyPr/>
                    <a:lstStyle/>
                    <a:p>
                      <a:r>
                        <a:rPr lang="en-US" sz="2400" dirty="0"/>
                        <a:t>1</a:t>
                      </a:r>
                    </a:p>
                  </a:txBody>
                  <a:tcPr/>
                </a:tc>
                <a:tc>
                  <a:txBody>
                    <a:bodyPr/>
                    <a:lstStyle/>
                    <a:p>
                      <a:r>
                        <a:rPr lang="en-US" sz="2400" dirty="0"/>
                        <a:t>5</a:t>
                      </a:r>
                    </a:p>
                  </a:txBody>
                  <a:tcPr/>
                </a:tc>
                <a:tc>
                  <a:txBody>
                    <a:bodyPr/>
                    <a:lstStyle/>
                    <a:p>
                      <a:r>
                        <a:rPr lang="en-US" sz="2400" dirty="0"/>
                        <a:t>7</a:t>
                      </a:r>
                    </a:p>
                  </a:txBody>
                  <a:tcPr/>
                </a:tc>
                <a:tc>
                  <a:txBody>
                    <a:bodyPr/>
                    <a:lstStyle/>
                    <a:p>
                      <a:r>
                        <a:rPr lang="en-US" sz="2400" dirty="0"/>
                        <a:t>8</a:t>
                      </a:r>
                    </a:p>
                  </a:txBody>
                  <a:tcPr/>
                </a:tc>
                <a:extLst>
                  <a:ext uri="{0D108BD9-81ED-4DB2-BD59-A6C34878D82A}">
                    <a16:rowId xmlns:a16="http://schemas.microsoft.com/office/drawing/2014/main" val="780680362"/>
                  </a:ext>
                </a:extLst>
              </a:tr>
            </a:tbl>
          </a:graphicData>
        </a:graphic>
      </p:graphicFrame>
      <p:sp>
        <p:nvSpPr>
          <p:cNvPr id="20495" name="TextBox 4">
            <a:extLst>
              <a:ext uri="{FF2B5EF4-FFF2-40B4-BE49-F238E27FC236}">
                <a16:creationId xmlns:a16="http://schemas.microsoft.com/office/drawing/2014/main" id="{43E7EF30-4B65-4EBB-9A6B-CFD8A1C59BCB}"/>
              </a:ext>
            </a:extLst>
          </p:cNvPr>
          <p:cNvSpPr txBox="1">
            <a:spLocks noChangeArrowheads="1"/>
          </p:cNvSpPr>
          <p:nvPr/>
        </p:nvSpPr>
        <p:spPr bwMode="auto">
          <a:xfrm>
            <a:off x="2133600" y="1295401"/>
            <a:ext cx="20574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en-US"/>
              <a:t>Mảng</a:t>
            </a:r>
          </a:p>
        </p:txBody>
      </p:sp>
      <p:sp>
        <p:nvSpPr>
          <p:cNvPr id="20496" name="TextBox 5">
            <a:extLst>
              <a:ext uri="{FF2B5EF4-FFF2-40B4-BE49-F238E27FC236}">
                <a16:creationId xmlns:a16="http://schemas.microsoft.com/office/drawing/2014/main" id="{A40A069B-4FF9-4096-A11F-5945C0B31293}"/>
              </a:ext>
            </a:extLst>
          </p:cNvPr>
          <p:cNvSpPr txBox="1">
            <a:spLocks noChangeArrowheads="1"/>
          </p:cNvSpPr>
          <p:nvPr/>
        </p:nvSpPr>
        <p:spPr bwMode="auto">
          <a:xfrm>
            <a:off x="1981200" y="3086101"/>
            <a:ext cx="3048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en-US"/>
              <a:t>Danh sách</a:t>
            </a:r>
          </a:p>
        </p:txBody>
      </p:sp>
      <p:graphicFrame>
        <p:nvGraphicFramePr>
          <p:cNvPr id="7" name="Table 6">
            <a:extLst>
              <a:ext uri="{FF2B5EF4-FFF2-40B4-BE49-F238E27FC236}">
                <a16:creationId xmlns:a16="http://schemas.microsoft.com/office/drawing/2014/main" id="{819461D5-7E97-4C6F-B4EA-D43A04279B8C}"/>
              </a:ext>
            </a:extLst>
          </p:cNvPr>
          <p:cNvGraphicFramePr>
            <a:graphicFrameLocks noGrp="1"/>
          </p:cNvGraphicFramePr>
          <p:nvPr/>
        </p:nvGraphicFramePr>
        <p:xfrm>
          <a:off x="2133600" y="3825876"/>
          <a:ext cx="1905000" cy="746125"/>
        </p:xfrm>
        <a:graphic>
          <a:graphicData uri="http://schemas.openxmlformats.org/drawingml/2006/table">
            <a:tbl>
              <a:tblPr firstRow="1" bandRow="1">
                <a:tableStyleId>{073A0DAA-6AF3-43AB-8588-CEC1D06C72B9}</a:tableStyleId>
              </a:tblPr>
              <a:tblGrid>
                <a:gridCol w="952500">
                  <a:extLst>
                    <a:ext uri="{9D8B030D-6E8A-4147-A177-3AD203B41FA5}">
                      <a16:colId xmlns:a16="http://schemas.microsoft.com/office/drawing/2014/main" val="3666169037"/>
                    </a:ext>
                  </a:extLst>
                </a:gridCol>
                <a:gridCol w="952500">
                  <a:extLst>
                    <a:ext uri="{9D8B030D-6E8A-4147-A177-3AD203B41FA5}">
                      <a16:colId xmlns:a16="http://schemas.microsoft.com/office/drawing/2014/main" val="3445615339"/>
                    </a:ext>
                  </a:extLst>
                </a:gridCol>
              </a:tblGrid>
              <a:tr h="746125">
                <a:tc>
                  <a:txBody>
                    <a:bodyPr/>
                    <a:lstStyle/>
                    <a:p>
                      <a:pPr algn="ctr"/>
                      <a:r>
                        <a:rPr lang="en-US" sz="3200" dirty="0"/>
                        <a:t>1</a:t>
                      </a:r>
                    </a:p>
                  </a:txBody>
                  <a:tcPr marT="45745" marB="45745"/>
                </a:tc>
                <a:tc>
                  <a:txBody>
                    <a:bodyPr/>
                    <a:lstStyle/>
                    <a:p>
                      <a:r>
                        <a:rPr lang="en-US" sz="1800" dirty="0"/>
                        <a:t>Con </a:t>
                      </a:r>
                      <a:r>
                        <a:rPr lang="en-US" sz="1800" dirty="0" err="1"/>
                        <a:t>trỏ</a:t>
                      </a:r>
                      <a:endParaRPr lang="en-US" sz="1800" dirty="0"/>
                    </a:p>
                  </a:txBody>
                  <a:tcPr marT="45745" marB="45745"/>
                </a:tc>
                <a:extLst>
                  <a:ext uri="{0D108BD9-81ED-4DB2-BD59-A6C34878D82A}">
                    <a16:rowId xmlns:a16="http://schemas.microsoft.com/office/drawing/2014/main" val="2856251495"/>
                  </a:ext>
                </a:extLst>
              </a:tr>
            </a:tbl>
          </a:graphicData>
        </a:graphic>
      </p:graphicFrame>
      <p:graphicFrame>
        <p:nvGraphicFramePr>
          <p:cNvPr id="8" name="Table 7">
            <a:extLst>
              <a:ext uri="{FF2B5EF4-FFF2-40B4-BE49-F238E27FC236}">
                <a16:creationId xmlns:a16="http://schemas.microsoft.com/office/drawing/2014/main" id="{4B9814D7-9E8E-4D94-8413-2172C7D48180}"/>
              </a:ext>
            </a:extLst>
          </p:cNvPr>
          <p:cNvGraphicFramePr>
            <a:graphicFrameLocks noGrp="1"/>
          </p:cNvGraphicFramePr>
          <p:nvPr/>
        </p:nvGraphicFramePr>
        <p:xfrm>
          <a:off x="4419600" y="3825876"/>
          <a:ext cx="1905000" cy="746125"/>
        </p:xfrm>
        <a:graphic>
          <a:graphicData uri="http://schemas.openxmlformats.org/drawingml/2006/table">
            <a:tbl>
              <a:tblPr firstRow="1" bandRow="1">
                <a:tableStyleId>{073A0DAA-6AF3-43AB-8588-CEC1D06C72B9}</a:tableStyleId>
              </a:tblPr>
              <a:tblGrid>
                <a:gridCol w="952500">
                  <a:extLst>
                    <a:ext uri="{9D8B030D-6E8A-4147-A177-3AD203B41FA5}">
                      <a16:colId xmlns:a16="http://schemas.microsoft.com/office/drawing/2014/main" val="3666169037"/>
                    </a:ext>
                  </a:extLst>
                </a:gridCol>
                <a:gridCol w="952500">
                  <a:extLst>
                    <a:ext uri="{9D8B030D-6E8A-4147-A177-3AD203B41FA5}">
                      <a16:colId xmlns:a16="http://schemas.microsoft.com/office/drawing/2014/main" val="3445615339"/>
                    </a:ext>
                  </a:extLst>
                </a:gridCol>
              </a:tblGrid>
              <a:tr h="746125">
                <a:tc>
                  <a:txBody>
                    <a:bodyPr/>
                    <a:lstStyle/>
                    <a:p>
                      <a:pPr algn="ctr"/>
                      <a:r>
                        <a:rPr lang="en-US" sz="3200" dirty="0"/>
                        <a:t>5</a:t>
                      </a:r>
                    </a:p>
                  </a:txBody>
                  <a:tcPr marT="45745" marB="45745"/>
                </a:tc>
                <a:tc>
                  <a:txBody>
                    <a:bodyPr/>
                    <a:lstStyle/>
                    <a:p>
                      <a:r>
                        <a:rPr lang="en-US" sz="1800" dirty="0"/>
                        <a:t>Con </a:t>
                      </a:r>
                      <a:r>
                        <a:rPr lang="en-US" sz="1800" dirty="0" err="1"/>
                        <a:t>trỏ</a:t>
                      </a:r>
                      <a:endParaRPr lang="en-US" sz="1800" dirty="0"/>
                    </a:p>
                  </a:txBody>
                  <a:tcPr marT="45745" marB="45745"/>
                </a:tc>
                <a:extLst>
                  <a:ext uri="{0D108BD9-81ED-4DB2-BD59-A6C34878D82A}">
                    <a16:rowId xmlns:a16="http://schemas.microsoft.com/office/drawing/2014/main" val="2856251495"/>
                  </a:ext>
                </a:extLst>
              </a:tr>
            </a:tbl>
          </a:graphicData>
        </a:graphic>
      </p:graphicFrame>
      <p:graphicFrame>
        <p:nvGraphicFramePr>
          <p:cNvPr id="9" name="Table 8">
            <a:extLst>
              <a:ext uri="{FF2B5EF4-FFF2-40B4-BE49-F238E27FC236}">
                <a16:creationId xmlns:a16="http://schemas.microsoft.com/office/drawing/2014/main" id="{8CDF3308-E6DC-4DFD-A00E-B5E2D6ACAAF6}"/>
              </a:ext>
            </a:extLst>
          </p:cNvPr>
          <p:cNvGraphicFramePr>
            <a:graphicFrameLocks noGrp="1"/>
          </p:cNvGraphicFramePr>
          <p:nvPr/>
        </p:nvGraphicFramePr>
        <p:xfrm>
          <a:off x="6686550" y="3825876"/>
          <a:ext cx="1905000" cy="746125"/>
        </p:xfrm>
        <a:graphic>
          <a:graphicData uri="http://schemas.openxmlformats.org/drawingml/2006/table">
            <a:tbl>
              <a:tblPr firstRow="1" bandRow="1">
                <a:tableStyleId>{073A0DAA-6AF3-43AB-8588-CEC1D06C72B9}</a:tableStyleId>
              </a:tblPr>
              <a:tblGrid>
                <a:gridCol w="952500">
                  <a:extLst>
                    <a:ext uri="{9D8B030D-6E8A-4147-A177-3AD203B41FA5}">
                      <a16:colId xmlns:a16="http://schemas.microsoft.com/office/drawing/2014/main" val="3666169037"/>
                    </a:ext>
                  </a:extLst>
                </a:gridCol>
                <a:gridCol w="952500">
                  <a:extLst>
                    <a:ext uri="{9D8B030D-6E8A-4147-A177-3AD203B41FA5}">
                      <a16:colId xmlns:a16="http://schemas.microsoft.com/office/drawing/2014/main" val="3445615339"/>
                    </a:ext>
                  </a:extLst>
                </a:gridCol>
              </a:tblGrid>
              <a:tr h="746125">
                <a:tc>
                  <a:txBody>
                    <a:bodyPr/>
                    <a:lstStyle/>
                    <a:p>
                      <a:pPr algn="ctr"/>
                      <a:r>
                        <a:rPr lang="en-US" sz="3200" dirty="0"/>
                        <a:t>7</a:t>
                      </a:r>
                    </a:p>
                  </a:txBody>
                  <a:tcPr marT="45745" marB="45745"/>
                </a:tc>
                <a:tc>
                  <a:txBody>
                    <a:bodyPr/>
                    <a:lstStyle/>
                    <a:p>
                      <a:r>
                        <a:rPr lang="en-US" sz="1800" dirty="0"/>
                        <a:t>Con </a:t>
                      </a:r>
                      <a:r>
                        <a:rPr lang="en-US" sz="1800" dirty="0" err="1"/>
                        <a:t>trỏ</a:t>
                      </a:r>
                      <a:endParaRPr lang="en-US" sz="1800" dirty="0"/>
                    </a:p>
                  </a:txBody>
                  <a:tcPr marT="45745" marB="45745"/>
                </a:tc>
                <a:extLst>
                  <a:ext uri="{0D108BD9-81ED-4DB2-BD59-A6C34878D82A}">
                    <a16:rowId xmlns:a16="http://schemas.microsoft.com/office/drawing/2014/main" val="2856251495"/>
                  </a:ext>
                </a:extLst>
              </a:tr>
            </a:tbl>
          </a:graphicData>
        </a:graphic>
      </p:graphicFrame>
      <p:graphicFrame>
        <p:nvGraphicFramePr>
          <p:cNvPr id="10" name="Table 9">
            <a:extLst>
              <a:ext uri="{FF2B5EF4-FFF2-40B4-BE49-F238E27FC236}">
                <a16:creationId xmlns:a16="http://schemas.microsoft.com/office/drawing/2014/main" id="{8D84B3E9-5632-4CDC-BE6D-1FC2EDCA9B9B}"/>
              </a:ext>
            </a:extLst>
          </p:cNvPr>
          <p:cNvGraphicFramePr>
            <a:graphicFrameLocks noGrp="1"/>
          </p:cNvGraphicFramePr>
          <p:nvPr/>
        </p:nvGraphicFramePr>
        <p:xfrm>
          <a:off x="6686550" y="5143500"/>
          <a:ext cx="1905000" cy="744538"/>
        </p:xfrm>
        <a:graphic>
          <a:graphicData uri="http://schemas.openxmlformats.org/drawingml/2006/table">
            <a:tbl>
              <a:tblPr firstRow="1" bandRow="1">
                <a:tableStyleId>{073A0DAA-6AF3-43AB-8588-CEC1D06C72B9}</a:tableStyleId>
              </a:tblPr>
              <a:tblGrid>
                <a:gridCol w="952500">
                  <a:extLst>
                    <a:ext uri="{9D8B030D-6E8A-4147-A177-3AD203B41FA5}">
                      <a16:colId xmlns:a16="http://schemas.microsoft.com/office/drawing/2014/main" val="3666169037"/>
                    </a:ext>
                  </a:extLst>
                </a:gridCol>
                <a:gridCol w="952500">
                  <a:extLst>
                    <a:ext uri="{9D8B030D-6E8A-4147-A177-3AD203B41FA5}">
                      <a16:colId xmlns:a16="http://schemas.microsoft.com/office/drawing/2014/main" val="3445615339"/>
                    </a:ext>
                  </a:extLst>
                </a:gridCol>
              </a:tblGrid>
              <a:tr h="744538">
                <a:tc>
                  <a:txBody>
                    <a:bodyPr/>
                    <a:lstStyle/>
                    <a:p>
                      <a:pPr algn="ctr"/>
                      <a:r>
                        <a:rPr lang="en-US" sz="3200" dirty="0"/>
                        <a:t>8</a:t>
                      </a:r>
                    </a:p>
                  </a:txBody>
                  <a:tcPr marT="45648" marB="45648"/>
                </a:tc>
                <a:tc>
                  <a:txBody>
                    <a:bodyPr/>
                    <a:lstStyle/>
                    <a:p>
                      <a:r>
                        <a:rPr lang="en-US" sz="1800" dirty="0"/>
                        <a:t>Con </a:t>
                      </a:r>
                      <a:r>
                        <a:rPr lang="en-US" sz="1800" dirty="0" err="1"/>
                        <a:t>trỏ</a:t>
                      </a:r>
                      <a:endParaRPr lang="en-US" sz="1800" dirty="0"/>
                    </a:p>
                  </a:txBody>
                  <a:tcPr marT="45648" marB="45648"/>
                </a:tc>
                <a:extLst>
                  <a:ext uri="{0D108BD9-81ED-4DB2-BD59-A6C34878D82A}">
                    <a16:rowId xmlns:a16="http://schemas.microsoft.com/office/drawing/2014/main" val="2856251495"/>
                  </a:ext>
                </a:extLst>
              </a:tr>
            </a:tbl>
          </a:graphicData>
        </a:graphic>
      </p:graphicFrame>
      <p:sp>
        <p:nvSpPr>
          <p:cNvPr id="11" name="Arrow: Right 10">
            <a:extLst>
              <a:ext uri="{FF2B5EF4-FFF2-40B4-BE49-F238E27FC236}">
                <a16:creationId xmlns:a16="http://schemas.microsoft.com/office/drawing/2014/main" id="{4B63E14C-DF0B-4E4F-A7AA-6CB718373D0A}"/>
              </a:ext>
            </a:extLst>
          </p:cNvPr>
          <p:cNvSpPr/>
          <p:nvPr/>
        </p:nvSpPr>
        <p:spPr>
          <a:xfrm>
            <a:off x="4038600" y="4110038"/>
            <a:ext cx="361950" cy="157162"/>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eaLnBrk="1" hangingPunct="1">
              <a:defRPr/>
            </a:pPr>
            <a:endParaRPr lang="en-US"/>
          </a:p>
        </p:txBody>
      </p:sp>
      <p:sp>
        <p:nvSpPr>
          <p:cNvPr id="12" name="Arrow: Right 11">
            <a:extLst>
              <a:ext uri="{FF2B5EF4-FFF2-40B4-BE49-F238E27FC236}">
                <a16:creationId xmlns:a16="http://schemas.microsoft.com/office/drawing/2014/main" id="{EF580003-A9C9-4853-B776-86A99498213F}"/>
              </a:ext>
            </a:extLst>
          </p:cNvPr>
          <p:cNvSpPr/>
          <p:nvPr/>
        </p:nvSpPr>
        <p:spPr>
          <a:xfrm>
            <a:off x="6305550" y="4102101"/>
            <a:ext cx="361950" cy="157163"/>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eaLnBrk="1" hangingPunct="1">
              <a:defRPr/>
            </a:pPr>
            <a:endParaRPr lang="en-US"/>
          </a:p>
        </p:txBody>
      </p:sp>
      <p:sp>
        <p:nvSpPr>
          <p:cNvPr id="13" name="Arrow: Right 12">
            <a:extLst>
              <a:ext uri="{FF2B5EF4-FFF2-40B4-BE49-F238E27FC236}">
                <a16:creationId xmlns:a16="http://schemas.microsoft.com/office/drawing/2014/main" id="{D3925599-AD9D-4647-8B88-BC2DC35F8139}"/>
              </a:ext>
            </a:extLst>
          </p:cNvPr>
          <p:cNvSpPr/>
          <p:nvPr/>
        </p:nvSpPr>
        <p:spPr>
          <a:xfrm rot="5400000">
            <a:off x="7356476" y="4776789"/>
            <a:ext cx="544513" cy="134937"/>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eaLnBrk="1" hangingPunct="1">
              <a:defRPr/>
            </a:pPr>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err="1" smtClean="0"/>
              <a:t>Danh</a:t>
            </a:r>
            <a:r>
              <a:rPr lang="en-US" dirty="0" smtClean="0"/>
              <a:t> </a:t>
            </a:r>
            <a:r>
              <a:rPr lang="en-US" dirty="0" err="1" smtClean="0"/>
              <a:t>sách</a:t>
            </a:r>
            <a:r>
              <a:rPr lang="en-US" dirty="0" smtClean="0"/>
              <a:t> </a:t>
            </a:r>
            <a:r>
              <a:rPr lang="en-US" dirty="0" err="1" smtClean="0"/>
              <a:t>liên</a:t>
            </a:r>
            <a:r>
              <a:rPr lang="en-US" dirty="0" smtClean="0"/>
              <a:t> </a:t>
            </a:r>
            <a:r>
              <a:rPr lang="en-US" dirty="0" err="1" smtClean="0"/>
              <a:t>kết</a:t>
            </a:r>
            <a:r>
              <a:rPr lang="en-US" dirty="0" smtClean="0"/>
              <a:t> </a:t>
            </a:r>
            <a:r>
              <a:rPr lang="en-US" dirty="0" err="1" smtClean="0"/>
              <a:t>thuận</a:t>
            </a:r>
            <a:endParaRPr lang="en-US" dirty="0"/>
          </a:p>
        </p:txBody>
      </p:sp>
      <p:sp>
        <p:nvSpPr>
          <p:cNvPr id="5" name="Content Placeholder 4"/>
          <p:cNvSpPr>
            <a:spLocks noGrp="1"/>
          </p:cNvSpPr>
          <p:nvPr>
            <p:ph idx="1"/>
          </p:nvPr>
        </p:nvSpPr>
        <p:spPr/>
        <p:txBody>
          <a:bodyPr/>
          <a:lstStyle/>
          <a:p>
            <a:pPr algn="just"/>
            <a:r>
              <a:rPr lang="en-US" dirty="0" err="1"/>
              <a:t>Biết</a:t>
            </a:r>
            <a:r>
              <a:rPr lang="en-US" dirty="0"/>
              <a:t> </a:t>
            </a:r>
            <a:r>
              <a:rPr lang="en-US" dirty="0" err="1"/>
              <a:t>đƣợc</a:t>
            </a:r>
            <a:r>
              <a:rPr lang="en-US" dirty="0"/>
              <a:t> </a:t>
            </a:r>
            <a:r>
              <a:rPr lang="en-US" dirty="0" err="1"/>
              <a:t>địa</a:t>
            </a:r>
            <a:r>
              <a:rPr lang="en-US" dirty="0"/>
              <a:t> </a:t>
            </a:r>
            <a:r>
              <a:rPr lang="en-US" dirty="0" err="1"/>
              <a:t>chỉ</a:t>
            </a:r>
            <a:r>
              <a:rPr lang="en-US" dirty="0"/>
              <a:t> </a:t>
            </a:r>
            <a:r>
              <a:rPr lang="en-US" dirty="0" err="1"/>
              <a:t>cấu</a:t>
            </a:r>
            <a:r>
              <a:rPr lang="en-US" dirty="0"/>
              <a:t> </a:t>
            </a:r>
            <a:r>
              <a:rPr lang="en-US" dirty="0" err="1"/>
              <a:t>trúc</a:t>
            </a:r>
            <a:r>
              <a:rPr lang="en-US" dirty="0"/>
              <a:t> </a:t>
            </a:r>
            <a:r>
              <a:rPr lang="en-US" dirty="0" err="1"/>
              <a:t>đầu</a:t>
            </a:r>
            <a:r>
              <a:rPr lang="en-US" dirty="0"/>
              <a:t> (</a:t>
            </a:r>
            <a:r>
              <a:rPr lang="en-US" dirty="0" err="1"/>
              <a:t>nằm</a:t>
            </a:r>
            <a:r>
              <a:rPr lang="en-US" dirty="0"/>
              <a:t> </a:t>
            </a:r>
            <a:r>
              <a:rPr lang="en-US" dirty="0" err="1"/>
              <a:t>về</a:t>
            </a:r>
            <a:r>
              <a:rPr lang="en-US" dirty="0"/>
              <a:t> </a:t>
            </a:r>
            <a:r>
              <a:rPr lang="en-US" dirty="0" err="1"/>
              <a:t>phía</a:t>
            </a:r>
            <a:r>
              <a:rPr lang="en-US" dirty="0"/>
              <a:t> </a:t>
            </a:r>
            <a:r>
              <a:rPr lang="en-US" dirty="0" err="1"/>
              <a:t>đầu</a:t>
            </a:r>
            <a:r>
              <a:rPr lang="en-US" dirty="0"/>
              <a:t> </a:t>
            </a:r>
            <a:r>
              <a:rPr lang="en-US" dirty="0" err="1"/>
              <a:t>danh</a:t>
            </a:r>
            <a:r>
              <a:rPr lang="en-US" dirty="0"/>
              <a:t> </a:t>
            </a:r>
            <a:r>
              <a:rPr lang="en-US" dirty="0" err="1"/>
              <a:t>sách</a:t>
            </a:r>
            <a:r>
              <a:rPr lang="en-US" dirty="0"/>
              <a:t>) </a:t>
            </a:r>
            <a:r>
              <a:rPr lang="en-US" dirty="0" err="1"/>
              <a:t>đang</a:t>
            </a:r>
            <a:r>
              <a:rPr lang="en-US" dirty="0"/>
              <a:t> </a:t>
            </a:r>
            <a:r>
              <a:rPr lang="en-US" dirty="0" err="1"/>
              <a:t>đƣợc</a:t>
            </a:r>
            <a:r>
              <a:rPr lang="en-US" dirty="0"/>
              <a:t> </a:t>
            </a:r>
            <a:r>
              <a:rPr lang="en-US" dirty="0" err="1"/>
              <a:t>lƣu</a:t>
            </a:r>
            <a:r>
              <a:rPr lang="en-US" dirty="0"/>
              <a:t> </a:t>
            </a:r>
            <a:r>
              <a:rPr lang="en-US" dirty="0" err="1"/>
              <a:t>trữ</a:t>
            </a:r>
            <a:r>
              <a:rPr lang="en-US" dirty="0"/>
              <a:t> </a:t>
            </a:r>
            <a:r>
              <a:rPr lang="en-US" dirty="0" err="1"/>
              <a:t>trong</a:t>
            </a:r>
            <a:r>
              <a:rPr lang="en-US" dirty="0"/>
              <a:t> </a:t>
            </a:r>
            <a:r>
              <a:rPr lang="en-US" dirty="0" err="1"/>
              <a:t>một</a:t>
            </a:r>
            <a:r>
              <a:rPr lang="en-US" dirty="0"/>
              <a:t> con </a:t>
            </a:r>
            <a:r>
              <a:rPr lang="en-US" dirty="0" err="1"/>
              <a:t>trỏ</a:t>
            </a:r>
            <a:r>
              <a:rPr lang="en-US" dirty="0"/>
              <a:t> </a:t>
            </a:r>
            <a:r>
              <a:rPr lang="en-US" dirty="0" err="1"/>
              <a:t>nào</a:t>
            </a:r>
            <a:r>
              <a:rPr lang="en-US" dirty="0"/>
              <a:t> </a:t>
            </a:r>
            <a:r>
              <a:rPr lang="en-US" dirty="0" err="1"/>
              <a:t>đó</a:t>
            </a:r>
            <a:r>
              <a:rPr lang="en-US" dirty="0"/>
              <a:t> (</a:t>
            </a:r>
            <a:r>
              <a:rPr lang="en-US" dirty="0" err="1"/>
              <a:t>thƣờng</a:t>
            </a:r>
            <a:r>
              <a:rPr lang="en-US" dirty="0"/>
              <a:t> </a:t>
            </a:r>
            <a:r>
              <a:rPr lang="en-US" dirty="0" err="1"/>
              <a:t>đặt</a:t>
            </a:r>
            <a:r>
              <a:rPr lang="en-US" dirty="0"/>
              <a:t> </a:t>
            </a:r>
            <a:r>
              <a:rPr lang="en-US" dirty="0" err="1"/>
              <a:t>tên</a:t>
            </a:r>
            <a:r>
              <a:rPr lang="en-US" dirty="0"/>
              <a:t> </a:t>
            </a:r>
            <a:r>
              <a:rPr lang="en-US" dirty="0" err="1"/>
              <a:t>là</a:t>
            </a:r>
            <a:r>
              <a:rPr lang="en-US" dirty="0"/>
              <a:t> </a:t>
            </a:r>
            <a:r>
              <a:rPr lang="en-US" dirty="0" err="1"/>
              <a:t>p_dau</a:t>
            </a:r>
            <a:r>
              <a:rPr lang="en-US" dirty="0"/>
              <a:t>), </a:t>
            </a:r>
            <a:r>
              <a:rPr lang="en-US" dirty="0" err="1"/>
              <a:t>địa</a:t>
            </a:r>
            <a:r>
              <a:rPr lang="en-US" dirty="0"/>
              <a:t> </a:t>
            </a:r>
            <a:r>
              <a:rPr lang="en-US" dirty="0" err="1"/>
              <a:t>chỉ</a:t>
            </a:r>
            <a:r>
              <a:rPr lang="en-US" dirty="0"/>
              <a:t> </a:t>
            </a:r>
            <a:r>
              <a:rPr lang="en-US" dirty="0" err="1"/>
              <a:t>cấu</a:t>
            </a:r>
            <a:r>
              <a:rPr lang="en-US" dirty="0"/>
              <a:t> </a:t>
            </a:r>
            <a:r>
              <a:rPr lang="en-US" dirty="0" err="1"/>
              <a:t>trúc</a:t>
            </a:r>
            <a:r>
              <a:rPr lang="en-US" dirty="0"/>
              <a:t> </a:t>
            </a:r>
            <a:r>
              <a:rPr lang="en-US" dirty="0" err="1"/>
              <a:t>cuối</a:t>
            </a:r>
            <a:r>
              <a:rPr lang="en-US" dirty="0"/>
              <a:t> (</a:t>
            </a:r>
            <a:r>
              <a:rPr lang="en-US" dirty="0" err="1"/>
              <a:t>nằm</a:t>
            </a:r>
            <a:r>
              <a:rPr lang="en-US" dirty="0"/>
              <a:t> </a:t>
            </a:r>
            <a:r>
              <a:rPr lang="en-US" dirty="0" err="1"/>
              <a:t>về</a:t>
            </a:r>
            <a:r>
              <a:rPr lang="en-US" dirty="0"/>
              <a:t> </a:t>
            </a:r>
            <a:r>
              <a:rPr lang="en-US" dirty="0" err="1"/>
              <a:t>phía</a:t>
            </a:r>
            <a:r>
              <a:rPr lang="en-US" dirty="0"/>
              <a:t> </a:t>
            </a:r>
            <a:r>
              <a:rPr lang="en-US" dirty="0" err="1"/>
              <a:t>cuối</a:t>
            </a:r>
            <a:r>
              <a:rPr lang="en-US" dirty="0"/>
              <a:t> </a:t>
            </a:r>
            <a:r>
              <a:rPr lang="en-US" dirty="0" err="1"/>
              <a:t>danh</a:t>
            </a:r>
            <a:r>
              <a:rPr lang="en-US" dirty="0"/>
              <a:t> </a:t>
            </a:r>
            <a:r>
              <a:rPr lang="en-US" dirty="0" err="1"/>
              <a:t>sách</a:t>
            </a:r>
            <a:r>
              <a:rPr lang="en-US" dirty="0"/>
              <a:t>) </a:t>
            </a:r>
            <a:r>
              <a:rPr lang="en-US" dirty="0" err="1"/>
              <a:t>đƣợc</a:t>
            </a:r>
            <a:r>
              <a:rPr lang="en-US" dirty="0"/>
              <a:t> </a:t>
            </a:r>
            <a:r>
              <a:rPr lang="en-US" dirty="0" err="1"/>
              <a:t>lƣu</a:t>
            </a:r>
            <a:r>
              <a:rPr lang="en-US" dirty="0"/>
              <a:t> </a:t>
            </a:r>
            <a:r>
              <a:rPr lang="en-US" dirty="0" err="1"/>
              <a:t>trữ</a:t>
            </a:r>
            <a:r>
              <a:rPr lang="en-US" dirty="0"/>
              <a:t> </a:t>
            </a:r>
            <a:r>
              <a:rPr lang="en-US" dirty="0" err="1"/>
              <a:t>trong</a:t>
            </a:r>
            <a:r>
              <a:rPr lang="en-US" dirty="0"/>
              <a:t> </a:t>
            </a:r>
            <a:r>
              <a:rPr lang="en-US" dirty="0" err="1"/>
              <a:t>một</a:t>
            </a:r>
            <a:r>
              <a:rPr lang="en-US" dirty="0"/>
              <a:t> con </a:t>
            </a:r>
            <a:r>
              <a:rPr lang="en-US" dirty="0" err="1"/>
              <a:t>trỏ</a:t>
            </a:r>
            <a:r>
              <a:rPr lang="en-US" dirty="0"/>
              <a:t> </a:t>
            </a:r>
            <a:r>
              <a:rPr lang="en-US" dirty="0" err="1"/>
              <a:t>nào</a:t>
            </a:r>
            <a:r>
              <a:rPr lang="en-US" dirty="0"/>
              <a:t> </a:t>
            </a:r>
            <a:r>
              <a:rPr lang="en-US" dirty="0" err="1"/>
              <a:t>đó</a:t>
            </a:r>
            <a:r>
              <a:rPr lang="en-US" dirty="0"/>
              <a:t> (</a:t>
            </a:r>
            <a:r>
              <a:rPr lang="en-US" dirty="0" err="1"/>
              <a:t>thƣờng</a:t>
            </a:r>
            <a:r>
              <a:rPr lang="en-US" dirty="0"/>
              <a:t> </a:t>
            </a:r>
            <a:r>
              <a:rPr lang="en-US" dirty="0" err="1"/>
              <a:t>đặt</a:t>
            </a:r>
            <a:r>
              <a:rPr lang="en-US" dirty="0"/>
              <a:t> </a:t>
            </a:r>
            <a:r>
              <a:rPr lang="en-US" dirty="0" err="1"/>
              <a:t>tên</a:t>
            </a:r>
            <a:r>
              <a:rPr lang="en-US" dirty="0"/>
              <a:t> </a:t>
            </a:r>
            <a:r>
              <a:rPr lang="en-US" dirty="0" err="1"/>
              <a:t>là</a:t>
            </a:r>
            <a:r>
              <a:rPr lang="en-US" dirty="0"/>
              <a:t> </a:t>
            </a:r>
            <a:r>
              <a:rPr lang="en-US" dirty="0" err="1"/>
              <a:t>p_cuoi</a:t>
            </a:r>
            <a:r>
              <a:rPr lang="en-US" dirty="0" smtClean="0"/>
              <a:t>)</a:t>
            </a:r>
          </a:p>
          <a:p>
            <a:pPr algn="just"/>
            <a:r>
              <a:rPr lang="en-US" dirty="0" smtClean="0"/>
              <a:t> </a:t>
            </a:r>
            <a:r>
              <a:rPr lang="en-US" dirty="0"/>
              <a:t>- </a:t>
            </a:r>
            <a:r>
              <a:rPr lang="en-US" dirty="0" err="1"/>
              <a:t>Trong</a:t>
            </a:r>
            <a:r>
              <a:rPr lang="en-US" dirty="0"/>
              <a:t> </a:t>
            </a:r>
            <a:r>
              <a:rPr lang="en-US" dirty="0" err="1"/>
              <a:t>mỗi</a:t>
            </a:r>
            <a:r>
              <a:rPr lang="en-US" dirty="0"/>
              <a:t> </a:t>
            </a:r>
            <a:r>
              <a:rPr lang="en-US" dirty="0" err="1"/>
              <a:t>cấu</a:t>
            </a:r>
            <a:r>
              <a:rPr lang="en-US" dirty="0"/>
              <a:t> </a:t>
            </a:r>
            <a:r>
              <a:rPr lang="en-US" dirty="0" err="1"/>
              <a:t>trúc</a:t>
            </a:r>
            <a:r>
              <a:rPr lang="en-US" dirty="0"/>
              <a:t> (</a:t>
            </a:r>
            <a:r>
              <a:rPr lang="en-US" dirty="0" err="1"/>
              <a:t>trừ</a:t>
            </a:r>
            <a:r>
              <a:rPr lang="en-US" dirty="0"/>
              <a:t> </a:t>
            </a:r>
            <a:r>
              <a:rPr lang="en-US" dirty="0" err="1"/>
              <a:t>cấu</a:t>
            </a:r>
            <a:r>
              <a:rPr lang="en-US" dirty="0"/>
              <a:t> </a:t>
            </a:r>
            <a:r>
              <a:rPr lang="en-US" dirty="0" err="1"/>
              <a:t>trúc</a:t>
            </a:r>
            <a:r>
              <a:rPr lang="en-US" dirty="0"/>
              <a:t> </a:t>
            </a:r>
            <a:r>
              <a:rPr lang="en-US" dirty="0" err="1"/>
              <a:t>cuối</a:t>
            </a:r>
            <a:r>
              <a:rPr lang="en-US" dirty="0"/>
              <a:t>) </a:t>
            </a:r>
            <a:r>
              <a:rPr lang="en-US" dirty="0" err="1"/>
              <a:t>chứa</a:t>
            </a:r>
            <a:r>
              <a:rPr lang="en-US" dirty="0"/>
              <a:t> </a:t>
            </a:r>
            <a:r>
              <a:rPr lang="en-US" dirty="0" err="1"/>
              <a:t>địa</a:t>
            </a:r>
            <a:r>
              <a:rPr lang="en-US" dirty="0"/>
              <a:t> </a:t>
            </a:r>
            <a:r>
              <a:rPr lang="en-US" dirty="0" err="1"/>
              <a:t>chỉ</a:t>
            </a:r>
            <a:r>
              <a:rPr lang="en-US" dirty="0"/>
              <a:t> </a:t>
            </a:r>
            <a:r>
              <a:rPr lang="en-US" dirty="0" err="1"/>
              <a:t>của</a:t>
            </a:r>
            <a:r>
              <a:rPr lang="en-US" dirty="0"/>
              <a:t> </a:t>
            </a:r>
            <a:r>
              <a:rPr lang="en-US" dirty="0" err="1"/>
              <a:t>cấu</a:t>
            </a:r>
            <a:r>
              <a:rPr lang="en-US" dirty="0"/>
              <a:t> </a:t>
            </a:r>
            <a:r>
              <a:rPr lang="en-US" dirty="0" err="1"/>
              <a:t>trúc</a:t>
            </a:r>
            <a:r>
              <a:rPr lang="en-US" dirty="0"/>
              <a:t> </a:t>
            </a:r>
            <a:r>
              <a:rPr lang="en-US" dirty="0" err="1"/>
              <a:t>tiếp</a:t>
            </a:r>
            <a:r>
              <a:rPr lang="en-US" dirty="0"/>
              <a:t> </a:t>
            </a:r>
            <a:r>
              <a:rPr lang="en-US" dirty="0" err="1"/>
              <a:t>theo</a:t>
            </a:r>
            <a:r>
              <a:rPr lang="en-US" dirty="0"/>
              <a:t> </a:t>
            </a:r>
            <a:r>
              <a:rPr lang="en-US" dirty="0" err="1"/>
              <a:t>trong</a:t>
            </a:r>
            <a:r>
              <a:rPr lang="en-US" dirty="0"/>
              <a:t> </a:t>
            </a:r>
            <a:r>
              <a:rPr lang="en-US" dirty="0" err="1"/>
              <a:t>danh</a:t>
            </a:r>
            <a:r>
              <a:rPr lang="en-US" dirty="0"/>
              <a:t> </a:t>
            </a:r>
            <a:r>
              <a:rPr lang="en-US" dirty="0" err="1"/>
              <a:t>sách</a:t>
            </a:r>
            <a:r>
              <a:rPr lang="en-US" dirty="0"/>
              <a:t> </a:t>
            </a:r>
            <a:endParaRPr lang="en-US" dirty="0" smtClean="0"/>
          </a:p>
          <a:p>
            <a:pPr algn="just"/>
            <a:r>
              <a:rPr lang="en-US" dirty="0" smtClean="0"/>
              <a:t>- </a:t>
            </a:r>
            <a:r>
              <a:rPr lang="en-US" dirty="0" err="1"/>
              <a:t>Cấu</a:t>
            </a:r>
            <a:r>
              <a:rPr lang="en-US" dirty="0"/>
              <a:t> </a:t>
            </a:r>
            <a:r>
              <a:rPr lang="en-US" dirty="0" err="1"/>
              <a:t>trúc</a:t>
            </a:r>
            <a:r>
              <a:rPr lang="en-US" dirty="0"/>
              <a:t> </a:t>
            </a:r>
            <a:r>
              <a:rPr lang="en-US" dirty="0" err="1"/>
              <a:t>cuối</a:t>
            </a:r>
            <a:r>
              <a:rPr lang="en-US" dirty="0"/>
              <a:t> </a:t>
            </a:r>
            <a:r>
              <a:rPr lang="en-US" dirty="0" err="1"/>
              <a:t>chứa</a:t>
            </a:r>
            <a:r>
              <a:rPr lang="en-US" dirty="0"/>
              <a:t> </a:t>
            </a:r>
            <a:r>
              <a:rPr lang="en-US" dirty="0" err="1"/>
              <a:t>hằng</a:t>
            </a:r>
            <a:r>
              <a:rPr lang="en-US" dirty="0"/>
              <a:t> NULL. </a:t>
            </a:r>
            <a:r>
              <a:rPr lang="en-US" dirty="0" err="1"/>
              <a:t>Với</a:t>
            </a:r>
            <a:r>
              <a:rPr lang="en-US" dirty="0"/>
              <a:t> </a:t>
            </a:r>
            <a:r>
              <a:rPr lang="en-US" dirty="0" err="1"/>
              <a:t>danh</a:t>
            </a:r>
            <a:r>
              <a:rPr lang="en-US" dirty="0"/>
              <a:t> </a:t>
            </a:r>
            <a:r>
              <a:rPr lang="en-US" dirty="0" err="1"/>
              <a:t>sách</a:t>
            </a:r>
            <a:r>
              <a:rPr lang="en-US" dirty="0"/>
              <a:t> </a:t>
            </a:r>
            <a:r>
              <a:rPr lang="en-US" dirty="0" err="1"/>
              <a:t>liên</a:t>
            </a:r>
            <a:r>
              <a:rPr lang="en-US" dirty="0"/>
              <a:t> </a:t>
            </a:r>
            <a:r>
              <a:rPr lang="en-US" dirty="0" err="1"/>
              <a:t>kết</a:t>
            </a:r>
            <a:r>
              <a:rPr lang="en-US" dirty="0"/>
              <a:t> </a:t>
            </a:r>
            <a:r>
              <a:rPr lang="en-US" dirty="0" err="1"/>
              <a:t>này</a:t>
            </a:r>
            <a:r>
              <a:rPr lang="en-US" dirty="0"/>
              <a:t> ta </a:t>
            </a:r>
            <a:r>
              <a:rPr lang="en-US" dirty="0" err="1"/>
              <a:t>có</a:t>
            </a:r>
            <a:r>
              <a:rPr lang="en-US" dirty="0"/>
              <a:t> </a:t>
            </a:r>
            <a:r>
              <a:rPr lang="en-US" dirty="0" err="1"/>
              <a:t>thể</a:t>
            </a:r>
            <a:r>
              <a:rPr lang="en-US" dirty="0"/>
              <a:t> </a:t>
            </a:r>
            <a:r>
              <a:rPr lang="en-US" dirty="0" err="1"/>
              <a:t>lần</a:t>
            </a:r>
            <a:r>
              <a:rPr lang="en-US" dirty="0"/>
              <a:t> </a:t>
            </a:r>
            <a:r>
              <a:rPr lang="en-US" dirty="0" err="1"/>
              <a:t>lƣợt</a:t>
            </a:r>
            <a:r>
              <a:rPr lang="en-US" dirty="0"/>
              <a:t> </a:t>
            </a:r>
            <a:r>
              <a:rPr lang="en-US" dirty="0" err="1"/>
              <a:t>truy</a:t>
            </a:r>
            <a:r>
              <a:rPr lang="en-US" dirty="0"/>
              <a:t> </a:t>
            </a:r>
            <a:r>
              <a:rPr lang="en-US" dirty="0" err="1"/>
              <a:t>cập</a:t>
            </a:r>
            <a:r>
              <a:rPr lang="en-US" dirty="0"/>
              <a:t> </a:t>
            </a:r>
            <a:r>
              <a:rPr lang="en-US" dirty="0" err="1"/>
              <a:t>danh</a:t>
            </a:r>
            <a:r>
              <a:rPr lang="en-US" dirty="0"/>
              <a:t> </a:t>
            </a:r>
            <a:r>
              <a:rPr lang="en-US" dirty="0" err="1"/>
              <a:t>sách</a:t>
            </a:r>
            <a:r>
              <a:rPr lang="en-US" dirty="0"/>
              <a:t> </a:t>
            </a:r>
            <a:r>
              <a:rPr lang="en-US" dirty="0" err="1"/>
              <a:t>từ</a:t>
            </a:r>
            <a:r>
              <a:rPr lang="en-US" dirty="0"/>
              <a:t> </a:t>
            </a:r>
            <a:r>
              <a:rPr lang="en-US" dirty="0" err="1"/>
              <a:t>cấu</a:t>
            </a:r>
            <a:r>
              <a:rPr lang="en-US" dirty="0"/>
              <a:t> </a:t>
            </a:r>
            <a:r>
              <a:rPr lang="en-US" dirty="0" err="1"/>
              <a:t>trúc</a:t>
            </a:r>
            <a:r>
              <a:rPr lang="en-US" dirty="0"/>
              <a:t> </a:t>
            </a:r>
            <a:r>
              <a:rPr lang="en-US" dirty="0" err="1"/>
              <a:t>đầu</a:t>
            </a:r>
            <a:r>
              <a:rPr lang="en-US" dirty="0"/>
              <a:t> </a:t>
            </a:r>
            <a:r>
              <a:rPr lang="en-US" dirty="0" err="1"/>
              <a:t>tới</a:t>
            </a:r>
            <a:r>
              <a:rPr lang="en-US" dirty="0"/>
              <a:t> </a:t>
            </a:r>
            <a:r>
              <a:rPr lang="en-US" dirty="0" err="1"/>
              <a:t>cấu</a:t>
            </a:r>
            <a:r>
              <a:rPr lang="en-US" dirty="0"/>
              <a:t> </a:t>
            </a:r>
            <a:r>
              <a:rPr lang="en-US" dirty="0" err="1"/>
              <a:t>trúc</a:t>
            </a:r>
            <a:r>
              <a:rPr lang="en-US" dirty="0"/>
              <a:t> </a:t>
            </a:r>
            <a:r>
              <a:rPr lang="en-US" dirty="0" err="1"/>
              <a:t>cuối</a:t>
            </a:r>
            <a:endParaRPr lang="en-US" dirty="0"/>
          </a:p>
        </p:txBody>
      </p:sp>
    </p:spTree>
    <p:extLst>
      <p:ext uri="{BB962C8B-B14F-4D97-AF65-F5344CB8AC3E}">
        <p14:creationId xmlns:p14="http://schemas.microsoft.com/office/powerpoint/2010/main" val="38875204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292AE299-E18E-47F9-A51D-831980A4567D}"/>
              </a:ext>
            </a:extLst>
          </p:cNvPr>
          <p:cNvSpPr>
            <a:spLocks noGrp="1" noChangeArrowheads="1"/>
          </p:cNvSpPr>
          <p:nvPr>
            <p:ph type="title"/>
          </p:nvPr>
        </p:nvSpPr>
        <p:spPr/>
        <p:txBody>
          <a:bodyPr/>
          <a:lstStyle/>
          <a:p>
            <a:endParaRPr lang="en-US" altLang="en-US"/>
          </a:p>
        </p:txBody>
      </p:sp>
      <p:sp>
        <p:nvSpPr>
          <p:cNvPr id="21507" name="Content Placeholder 2">
            <a:extLst>
              <a:ext uri="{FF2B5EF4-FFF2-40B4-BE49-F238E27FC236}">
                <a16:creationId xmlns:a16="http://schemas.microsoft.com/office/drawing/2014/main" id="{AB9CB85D-FED9-4D9C-B485-A83064CD1ED2}"/>
              </a:ext>
            </a:extLst>
          </p:cNvPr>
          <p:cNvSpPr>
            <a:spLocks noGrp="1" noChangeArrowheads="1"/>
          </p:cNvSpPr>
          <p:nvPr>
            <p:ph idx="1"/>
          </p:nvPr>
        </p:nvSpPr>
        <p:spPr/>
        <p:txBody>
          <a:bodyPr/>
          <a:lstStyle/>
          <a:p>
            <a:r>
              <a:rPr lang="en-US" altLang="en-US"/>
              <a:t>Sử dụng 2 dạng liên quan tới danh sách liên kết:</a:t>
            </a:r>
          </a:p>
          <a:p>
            <a:pPr lvl="1"/>
            <a:r>
              <a:rPr lang="en-US" altLang="en-US">
                <a:latin typeface="Arial" panose="020B0604020202020204" pitchFamily="34" charset="0"/>
              </a:rPr>
              <a:t>Danh sách liên kết chứa dữ liệu có sẵn (ds các số nguyên)</a:t>
            </a:r>
          </a:p>
          <a:p>
            <a:pPr lvl="1"/>
            <a:r>
              <a:rPr lang="en-US" altLang="en-US">
                <a:latin typeface="Arial" panose="020B0604020202020204" pitchFamily="34" charset="0"/>
              </a:rPr>
              <a:t>Danh sách liên kết chứa dữ liệu tự tạo ( ds học sinh, quyển sách)</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4D17849C-8AEA-445B-BC3E-05067925B362}"/>
              </a:ext>
            </a:extLst>
          </p:cNvPr>
          <p:cNvSpPr>
            <a:spLocks noGrp="1" noChangeArrowheads="1"/>
          </p:cNvSpPr>
          <p:nvPr>
            <p:ph type="title"/>
          </p:nvPr>
        </p:nvSpPr>
        <p:spPr>
          <a:xfrm>
            <a:off x="2895600" y="304800"/>
            <a:ext cx="7239000" cy="762000"/>
          </a:xfrm>
        </p:spPr>
        <p:txBody>
          <a:bodyPr/>
          <a:lstStyle/>
          <a:p>
            <a:pPr eaLnBrk="1" hangingPunct="1"/>
            <a:r>
              <a:rPr lang="en-US" altLang="en-US" sz="3400"/>
              <a:t>1.2.2. Danh sách liên kết đ</a:t>
            </a:r>
            <a:r>
              <a:rPr lang="vi-VN" altLang="en-US" sz="3400"/>
              <a:t>ơ</a:t>
            </a:r>
            <a:r>
              <a:rPr lang="en-US" altLang="en-US" sz="3400"/>
              <a:t>n</a:t>
            </a:r>
          </a:p>
        </p:txBody>
      </p:sp>
      <p:sp>
        <p:nvSpPr>
          <p:cNvPr id="46083" name="Rectangle 3">
            <a:extLst>
              <a:ext uri="{FF2B5EF4-FFF2-40B4-BE49-F238E27FC236}">
                <a16:creationId xmlns:a16="http://schemas.microsoft.com/office/drawing/2014/main" id="{3FC4780A-3F83-4CC8-B49C-52073671D964}"/>
              </a:ext>
            </a:extLst>
          </p:cNvPr>
          <p:cNvSpPr>
            <a:spLocks noGrp="1" noChangeArrowheads="1"/>
          </p:cNvSpPr>
          <p:nvPr>
            <p:ph idx="1"/>
          </p:nvPr>
        </p:nvSpPr>
        <p:spPr/>
        <p:txBody>
          <a:bodyPr>
            <a:normAutofit/>
          </a:bodyPr>
          <a:lstStyle/>
          <a:p>
            <a:pPr eaLnBrk="1" hangingPunct="1">
              <a:defRPr/>
            </a:pPr>
            <a:r>
              <a:rPr lang="en-US" altLang="en-US" dirty="0" err="1"/>
              <a:t>Các</a:t>
            </a:r>
            <a:r>
              <a:rPr lang="en-US" altLang="en-US" dirty="0"/>
              <a:t> </a:t>
            </a:r>
            <a:r>
              <a:rPr lang="en-US" altLang="en-US" dirty="0" err="1"/>
              <a:t>thao</a:t>
            </a:r>
            <a:r>
              <a:rPr lang="en-US" altLang="en-US" dirty="0"/>
              <a:t> </a:t>
            </a:r>
            <a:r>
              <a:rPr lang="en-US" altLang="en-US" dirty="0" err="1"/>
              <a:t>tác</a:t>
            </a:r>
            <a:r>
              <a:rPr lang="en-US" altLang="en-US" dirty="0"/>
              <a:t> </a:t>
            </a:r>
            <a:r>
              <a:rPr lang="en-US" altLang="en-US" dirty="0" err="1"/>
              <a:t>trên</a:t>
            </a:r>
            <a:r>
              <a:rPr lang="en-US" altLang="en-US" dirty="0"/>
              <a:t> </a:t>
            </a:r>
            <a:r>
              <a:rPr lang="en-US" altLang="en-US" dirty="0" err="1"/>
              <a:t>dslk</a:t>
            </a:r>
            <a:r>
              <a:rPr lang="en-US" altLang="en-US" dirty="0"/>
              <a:t> đ</a:t>
            </a:r>
            <a:r>
              <a:rPr lang="vi-VN" altLang="en-US" dirty="0"/>
              <a:t>ơ</a:t>
            </a:r>
            <a:r>
              <a:rPr lang="en-US" altLang="en-US" dirty="0"/>
              <a:t>n: </a:t>
            </a:r>
          </a:p>
          <a:p>
            <a:pPr marL="1138238" indent="-503238">
              <a:defRPr/>
            </a:pPr>
            <a:r>
              <a:rPr lang="en-US" altLang="en-US" dirty="0" err="1"/>
              <a:t>Tạo</a:t>
            </a:r>
            <a:r>
              <a:rPr lang="en-US" altLang="en-US" dirty="0"/>
              <a:t> 1 node</a:t>
            </a:r>
          </a:p>
          <a:p>
            <a:pPr marL="1138238" indent="-503238">
              <a:defRPr/>
            </a:pPr>
            <a:r>
              <a:rPr lang="en-US" altLang="en-US" dirty="0" err="1"/>
              <a:t>Tạo</a:t>
            </a:r>
            <a:r>
              <a:rPr lang="en-US" altLang="en-US" dirty="0"/>
              <a:t> </a:t>
            </a:r>
            <a:r>
              <a:rPr lang="en-US" altLang="en-US" dirty="0" err="1"/>
              <a:t>lập</a:t>
            </a:r>
            <a:r>
              <a:rPr lang="en-US" altLang="en-US" dirty="0"/>
              <a:t> 1 </a:t>
            </a:r>
            <a:r>
              <a:rPr lang="en-US" altLang="en-US" dirty="0" err="1"/>
              <a:t>danh</a:t>
            </a:r>
            <a:r>
              <a:rPr lang="en-US" altLang="en-US" dirty="0"/>
              <a:t> </a:t>
            </a:r>
            <a:r>
              <a:rPr lang="en-US" altLang="en-US" dirty="0" err="1"/>
              <a:t>sách</a:t>
            </a:r>
            <a:r>
              <a:rPr lang="en-US" altLang="en-US" dirty="0"/>
              <a:t> </a:t>
            </a:r>
            <a:r>
              <a:rPr lang="en-US" altLang="en-US" dirty="0" err="1"/>
              <a:t>rỗng</a:t>
            </a:r>
            <a:endParaRPr lang="en-US" altLang="en-US" dirty="0"/>
          </a:p>
          <a:p>
            <a:pPr marL="1138238" indent="-503238">
              <a:defRPr/>
            </a:pPr>
            <a:r>
              <a:rPr lang="en-US" altLang="en-US" dirty="0" err="1"/>
              <a:t>Kiểm</a:t>
            </a:r>
            <a:r>
              <a:rPr lang="en-US" altLang="en-US" dirty="0"/>
              <a:t> </a:t>
            </a:r>
            <a:r>
              <a:rPr lang="en-US" altLang="en-US" dirty="0" err="1"/>
              <a:t>tra</a:t>
            </a:r>
            <a:r>
              <a:rPr lang="en-US" altLang="en-US" dirty="0"/>
              <a:t> </a:t>
            </a:r>
            <a:r>
              <a:rPr lang="en-US" altLang="en-US" dirty="0" err="1"/>
              <a:t>danh</a:t>
            </a:r>
            <a:r>
              <a:rPr lang="en-US" altLang="en-US" dirty="0"/>
              <a:t> </a:t>
            </a:r>
            <a:r>
              <a:rPr lang="en-US" altLang="en-US" dirty="0" err="1"/>
              <a:t>sách</a:t>
            </a:r>
            <a:r>
              <a:rPr lang="en-US" altLang="en-US" dirty="0"/>
              <a:t> </a:t>
            </a:r>
            <a:r>
              <a:rPr lang="en-US" altLang="en-US" dirty="0" err="1"/>
              <a:t>rỗng</a:t>
            </a:r>
            <a:endParaRPr lang="en-US" altLang="en-US" dirty="0"/>
          </a:p>
          <a:p>
            <a:pPr marL="1138238" indent="-503238">
              <a:defRPr/>
            </a:pPr>
            <a:r>
              <a:rPr lang="en-US" altLang="en-US" dirty="0" err="1"/>
              <a:t>Đếm</a:t>
            </a:r>
            <a:r>
              <a:rPr lang="en-US" altLang="en-US" dirty="0"/>
              <a:t> </a:t>
            </a:r>
            <a:r>
              <a:rPr lang="en-US" altLang="en-US" dirty="0" err="1"/>
              <a:t>số</a:t>
            </a:r>
            <a:r>
              <a:rPr lang="en-US" altLang="en-US" dirty="0"/>
              <a:t> </a:t>
            </a:r>
            <a:r>
              <a:rPr lang="en-US" altLang="en-US" dirty="0" err="1"/>
              <a:t>phần</a:t>
            </a:r>
            <a:r>
              <a:rPr lang="en-US" altLang="en-US" dirty="0"/>
              <a:t> </a:t>
            </a:r>
            <a:r>
              <a:rPr lang="en-US" altLang="en-US" dirty="0" err="1"/>
              <a:t>tử</a:t>
            </a:r>
            <a:r>
              <a:rPr lang="en-US" altLang="en-US" dirty="0"/>
              <a:t> </a:t>
            </a:r>
            <a:r>
              <a:rPr lang="en-US" altLang="en-US" dirty="0" err="1"/>
              <a:t>trong</a:t>
            </a:r>
            <a:r>
              <a:rPr lang="en-US" altLang="en-US" dirty="0"/>
              <a:t> </a:t>
            </a:r>
            <a:r>
              <a:rPr lang="en-US" altLang="en-US" dirty="0" err="1"/>
              <a:t>danh</a:t>
            </a:r>
            <a:r>
              <a:rPr lang="en-US" altLang="en-US" dirty="0"/>
              <a:t> </a:t>
            </a:r>
            <a:r>
              <a:rPr lang="en-US" altLang="en-US" dirty="0" err="1"/>
              <a:t>sách</a:t>
            </a:r>
            <a:endParaRPr lang="en-US" altLang="en-US" dirty="0"/>
          </a:p>
          <a:p>
            <a:pPr marL="1138238" indent="-503238">
              <a:defRPr/>
            </a:pPr>
            <a:r>
              <a:rPr lang="en-US" altLang="en-US" dirty="0" err="1"/>
              <a:t>Thêm</a:t>
            </a:r>
            <a:r>
              <a:rPr lang="en-US" altLang="en-US" dirty="0"/>
              <a:t> 1 </a:t>
            </a:r>
            <a:r>
              <a:rPr lang="en-US" altLang="en-US" dirty="0" err="1"/>
              <a:t>nút</a:t>
            </a:r>
            <a:r>
              <a:rPr lang="en-US" altLang="en-US" dirty="0"/>
              <a:t> </a:t>
            </a:r>
            <a:r>
              <a:rPr lang="en-US" altLang="en-US" dirty="0" err="1"/>
              <a:t>vào</a:t>
            </a:r>
            <a:r>
              <a:rPr lang="en-US" altLang="en-US" dirty="0"/>
              <a:t> </a:t>
            </a:r>
            <a:r>
              <a:rPr lang="en-US" altLang="en-US" dirty="0" err="1"/>
              <a:t>danh</a:t>
            </a:r>
            <a:r>
              <a:rPr lang="en-US" altLang="en-US" dirty="0"/>
              <a:t> </a:t>
            </a:r>
            <a:r>
              <a:rPr lang="en-US" altLang="en-US" dirty="0" err="1"/>
              <a:t>sách</a:t>
            </a:r>
            <a:endParaRPr lang="en-US" altLang="en-US" dirty="0"/>
          </a:p>
          <a:p>
            <a:pPr marL="1138238" indent="-503238">
              <a:defRPr/>
            </a:pPr>
            <a:r>
              <a:rPr lang="en-US" altLang="en-US" dirty="0" err="1"/>
              <a:t>Xóa</a:t>
            </a:r>
            <a:r>
              <a:rPr lang="en-US" altLang="en-US" dirty="0"/>
              <a:t> 1 </a:t>
            </a:r>
            <a:r>
              <a:rPr lang="en-US" altLang="en-US" dirty="0" err="1"/>
              <a:t>nút</a:t>
            </a:r>
            <a:r>
              <a:rPr lang="en-US" altLang="en-US" dirty="0"/>
              <a:t> </a:t>
            </a:r>
            <a:r>
              <a:rPr lang="en-US" altLang="en-US" dirty="0" err="1"/>
              <a:t>khỏi</a:t>
            </a:r>
            <a:r>
              <a:rPr lang="en-US" altLang="en-US" dirty="0"/>
              <a:t> </a:t>
            </a:r>
            <a:r>
              <a:rPr lang="en-US" altLang="en-US" dirty="0" err="1"/>
              <a:t>danh</a:t>
            </a:r>
            <a:r>
              <a:rPr lang="en-US" altLang="en-US" dirty="0"/>
              <a:t> </a:t>
            </a:r>
            <a:r>
              <a:rPr lang="en-US" altLang="en-US" dirty="0" err="1"/>
              <a:t>sách</a:t>
            </a:r>
            <a:endParaRPr lang="en-US" altLang="en-US" dirty="0"/>
          </a:p>
          <a:p>
            <a:pPr marL="1138238" indent="-503238">
              <a:defRPr/>
            </a:pPr>
            <a:r>
              <a:rPr lang="en-US" altLang="en-US" dirty="0" err="1"/>
              <a:t>Duyệt</a:t>
            </a:r>
            <a:r>
              <a:rPr lang="en-US" altLang="en-US" dirty="0"/>
              <a:t> </a:t>
            </a:r>
            <a:r>
              <a:rPr lang="en-US" altLang="en-US" dirty="0" err="1"/>
              <a:t>danh</a:t>
            </a:r>
            <a:r>
              <a:rPr lang="en-US" altLang="en-US" dirty="0"/>
              <a:t> </a:t>
            </a:r>
            <a:r>
              <a:rPr lang="en-US" altLang="en-US" dirty="0" err="1"/>
              <a:t>sách</a:t>
            </a:r>
            <a:endParaRPr lang="en-US" altLang="en-US" dirty="0"/>
          </a:p>
          <a:p>
            <a:pPr marL="1138238" indent="-503238">
              <a:defRPr/>
            </a:pPr>
            <a:r>
              <a:rPr lang="en-US" altLang="en-US" dirty="0" err="1"/>
              <a:t>Tìm</a:t>
            </a:r>
            <a:r>
              <a:rPr lang="en-US" altLang="en-US" dirty="0"/>
              <a:t> 1 </a:t>
            </a:r>
            <a:r>
              <a:rPr lang="en-US" altLang="en-US" dirty="0" err="1"/>
              <a:t>phần</a:t>
            </a:r>
            <a:r>
              <a:rPr lang="en-US" altLang="en-US" dirty="0"/>
              <a:t> </a:t>
            </a:r>
            <a:r>
              <a:rPr lang="en-US" altLang="en-US" dirty="0" err="1"/>
              <a:t>tử</a:t>
            </a:r>
            <a:r>
              <a:rPr lang="en-US" altLang="en-US" dirty="0"/>
              <a:t> </a:t>
            </a:r>
            <a:r>
              <a:rPr lang="en-US" altLang="en-US" dirty="0" err="1"/>
              <a:t>trong</a:t>
            </a:r>
            <a:r>
              <a:rPr lang="en-US" altLang="en-US" dirty="0"/>
              <a:t> </a:t>
            </a:r>
            <a:r>
              <a:rPr lang="en-US" altLang="en-US" dirty="0" err="1"/>
              <a:t>danh</a:t>
            </a:r>
            <a:r>
              <a:rPr lang="en-US" altLang="en-US" dirty="0"/>
              <a:t> </a:t>
            </a:r>
            <a:r>
              <a:rPr lang="en-US" altLang="en-US" dirty="0" err="1"/>
              <a:t>sách</a:t>
            </a:r>
            <a:endParaRPr lang="en-US" alt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AF56EA57-63AF-4720-824A-D14602BA62C7}"/>
              </a:ext>
            </a:extLst>
          </p:cNvPr>
          <p:cNvSpPr>
            <a:spLocks noGrp="1" noChangeArrowheads="1"/>
          </p:cNvSpPr>
          <p:nvPr>
            <p:ph type="title"/>
          </p:nvPr>
        </p:nvSpPr>
        <p:spPr/>
        <p:txBody>
          <a:bodyPr/>
          <a:lstStyle/>
          <a:p>
            <a:pPr eaLnBrk="1" hangingPunct="1"/>
            <a:r>
              <a:rPr lang="en-US" altLang="en-US"/>
              <a:t>1.2.3. Các thao tác trên dslk đ</a:t>
            </a:r>
            <a:r>
              <a:rPr lang="vi-VN" altLang="en-US"/>
              <a:t>ơ</a:t>
            </a:r>
            <a:r>
              <a:rPr lang="en-US" altLang="en-US"/>
              <a:t>n</a:t>
            </a:r>
          </a:p>
        </p:txBody>
      </p:sp>
      <p:sp>
        <p:nvSpPr>
          <p:cNvPr id="173059" name="Rectangle 3">
            <a:extLst>
              <a:ext uri="{FF2B5EF4-FFF2-40B4-BE49-F238E27FC236}">
                <a16:creationId xmlns:a16="http://schemas.microsoft.com/office/drawing/2014/main" id="{4A929E49-A99F-4A3C-ACDC-A93EA5B80470}"/>
              </a:ext>
            </a:extLst>
          </p:cNvPr>
          <p:cNvSpPr>
            <a:spLocks noGrp="1" noChangeArrowheads="1"/>
          </p:cNvSpPr>
          <p:nvPr>
            <p:ph idx="1"/>
          </p:nvPr>
        </p:nvSpPr>
        <p:spPr>
          <a:xfrm>
            <a:off x="2286000" y="1447800"/>
            <a:ext cx="8001000" cy="4267200"/>
          </a:xfrm>
        </p:spPr>
        <p:txBody>
          <a:bodyPr/>
          <a:lstStyle/>
          <a:p>
            <a:pPr marL="0" indent="0">
              <a:buNone/>
              <a:defRPr/>
            </a:pPr>
            <a:r>
              <a:rPr lang="en-US" altLang="en-US" dirty="0"/>
              <a:t> </a:t>
            </a:r>
            <a:r>
              <a:rPr lang="en-US" altLang="en-US" dirty="0" err="1"/>
              <a:t>Cấu</a:t>
            </a:r>
            <a:r>
              <a:rPr lang="en-US" altLang="en-US" dirty="0"/>
              <a:t> </a:t>
            </a:r>
            <a:r>
              <a:rPr lang="en-US" altLang="en-US" dirty="0" err="1"/>
              <a:t>tạo</a:t>
            </a:r>
            <a:r>
              <a:rPr lang="en-US" altLang="en-US" dirty="0"/>
              <a:t> </a:t>
            </a:r>
            <a:r>
              <a:rPr lang="en-US" altLang="en-US" dirty="0" err="1"/>
              <a:t>nút</a:t>
            </a:r>
            <a:r>
              <a:rPr lang="en-US" altLang="en-US" dirty="0"/>
              <a:t>:</a:t>
            </a:r>
          </a:p>
          <a:p>
            <a:pPr eaLnBrk="1" hangingPunct="1">
              <a:defRPr/>
            </a:pPr>
            <a:r>
              <a:rPr lang="en-US" altLang="en-US" dirty="0"/>
              <a:t>1 node: </a:t>
            </a:r>
          </a:p>
        </p:txBody>
      </p:sp>
      <p:sp>
        <p:nvSpPr>
          <p:cNvPr id="173061" name="Rectangle 5">
            <a:extLst>
              <a:ext uri="{FF2B5EF4-FFF2-40B4-BE49-F238E27FC236}">
                <a16:creationId xmlns:a16="http://schemas.microsoft.com/office/drawing/2014/main" id="{ED0CC14F-6A4F-4190-824A-986E2DFF4842}"/>
              </a:ext>
            </a:extLst>
          </p:cNvPr>
          <p:cNvSpPr>
            <a:spLocks noChangeArrowheads="1"/>
          </p:cNvSpPr>
          <p:nvPr/>
        </p:nvSpPr>
        <p:spPr bwMode="auto">
          <a:xfrm>
            <a:off x="5172075" y="4737100"/>
            <a:ext cx="2789238" cy="7572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73062" name="Line 6">
            <a:extLst>
              <a:ext uri="{FF2B5EF4-FFF2-40B4-BE49-F238E27FC236}">
                <a16:creationId xmlns:a16="http://schemas.microsoft.com/office/drawing/2014/main" id="{E74083B5-63ED-432B-AE14-B48A2A01A0D3}"/>
              </a:ext>
            </a:extLst>
          </p:cNvPr>
          <p:cNvSpPr>
            <a:spLocks noChangeShapeType="1"/>
          </p:cNvSpPr>
          <p:nvPr/>
        </p:nvSpPr>
        <p:spPr bwMode="auto">
          <a:xfrm>
            <a:off x="6965950" y="4737100"/>
            <a:ext cx="0" cy="7572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3063" name="Text Box 7">
            <a:extLst>
              <a:ext uri="{FF2B5EF4-FFF2-40B4-BE49-F238E27FC236}">
                <a16:creationId xmlns:a16="http://schemas.microsoft.com/office/drawing/2014/main" id="{D1E00680-FC61-4145-A59A-A6093D6151EA}"/>
              </a:ext>
            </a:extLst>
          </p:cNvPr>
          <p:cNvSpPr txBox="1">
            <a:spLocks noChangeArrowheads="1"/>
          </p:cNvSpPr>
          <p:nvPr/>
        </p:nvSpPr>
        <p:spPr bwMode="auto">
          <a:xfrm>
            <a:off x="5257800" y="4695826"/>
            <a:ext cx="260985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TW" sz="4800">
                <a:latin typeface="Times New Roman" panose="02020603050405020304" pitchFamily="18" charset="0"/>
                <a:ea typeface="PMingLiU" panose="02020500000000000000" pitchFamily="18" charset="-120"/>
              </a:rPr>
              <a:t>  12      </a:t>
            </a:r>
            <a:r>
              <a:rPr kumimoji="1" lang="en-US" altLang="zh-TW" sz="4800">
                <a:latin typeface="Times New Roman" panose="02020603050405020304" pitchFamily="18" charset="0"/>
                <a:ea typeface="PMingLiU" panose="02020500000000000000" pitchFamily="18" charset="-120"/>
                <a:sym typeface="Wingdings" panose="05000000000000000000" pitchFamily="2" charset="2"/>
              </a:rPr>
              <a:t></a:t>
            </a:r>
            <a:endParaRPr kumimoji="1" lang="en-US" altLang="zh-TW" sz="4800">
              <a:latin typeface="Times New Roman" panose="02020603050405020304" pitchFamily="18" charset="0"/>
              <a:ea typeface="PMingLiU" panose="02020500000000000000" pitchFamily="18" charset="-120"/>
            </a:endParaRPr>
          </a:p>
        </p:txBody>
      </p:sp>
      <p:sp>
        <p:nvSpPr>
          <p:cNvPr id="173064" name="Rectangle 8">
            <a:extLst>
              <a:ext uri="{FF2B5EF4-FFF2-40B4-BE49-F238E27FC236}">
                <a16:creationId xmlns:a16="http://schemas.microsoft.com/office/drawing/2014/main" id="{19F7566D-46A4-4820-8431-5AC18D16CDCB}"/>
              </a:ext>
            </a:extLst>
          </p:cNvPr>
          <p:cNvSpPr>
            <a:spLocks noChangeArrowheads="1"/>
          </p:cNvSpPr>
          <p:nvPr/>
        </p:nvSpPr>
        <p:spPr bwMode="auto">
          <a:xfrm>
            <a:off x="6986589" y="4746626"/>
            <a:ext cx="966787" cy="735013"/>
          </a:xfrm>
          <a:prstGeom prst="rect">
            <a:avLst/>
          </a:prstGeom>
          <a:solidFill>
            <a:srgbClr val="0000FF">
              <a:alpha val="50195"/>
            </a:srgbClr>
          </a:solidFill>
          <a:ln w="9525">
            <a:solidFill>
              <a:srgbClr val="0000FF"/>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73066" name="AutoShape 10">
            <a:extLst>
              <a:ext uri="{FF2B5EF4-FFF2-40B4-BE49-F238E27FC236}">
                <a16:creationId xmlns:a16="http://schemas.microsoft.com/office/drawing/2014/main" id="{0AE56B08-9C69-4620-A4E5-B6B7A0B5DEF7}"/>
              </a:ext>
            </a:extLst>
          </p:cNvPr>
          <p:cNvSpPr>
            <a:spLocks noChangeArrowheads="1"/>
          </p:cNvSpPr>
          <p:nvPr/>
        </p:nvSpPr>
        <p:spPr bwMode="auto">
          <a:xfrm>
            <a:off x="2286000" y="4953000"/>
            <a:ext cx="2133600" cy="838200"/>
          </a:xfrm>
          <a:prstGeom prst="wedgeEllipseCallout">
            <a:avLst>
              <a:gd name="adj1" fmla="val 111981"/>
              <a:gd name="adj2" fmla="val -40718"/>
            </a:avLst>
          </a:prstGeom>
          <a:solidFill>
            <a:schemeClr val="accent1"/>
          </a:solidFill>
          <a:ln w="9525">
            <a:solidFill>
              <a:schemeClr val="tx1"/>
            </a:solidFill>
            <a:miter lim="800000"/>
            <a:headEnd/>
            <a:tailEnd/>
          </a:ln>
        </p:spPr>
        <p:txBody>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en-US" sz="1800" b="1"/>
              <a:t>Phần dữ liệu</a:t>
            </a:r>
          </a:p>
        </p:txBody>
      </p:sp>
      <p:sp>
        <p:nvSpPr>
          <p:cNvPr id="173067" name="AutoShape 11">
            <a:extLst>
              <a:ext uri="{FF2B5EF4-FFF2-40B4-BE49-F238E27FC236}">
                <a16:creationId xmlns:a16="http://schemas.microsoft.com/office/drawing/2014/main" id="{46C2065F-74F8-48D7-B3AC-7E5F35A4B65A}"/>
              </a:ext>
            </a:extLst>
          </p:cNvPr>
          <p:cNvSpPr>
            <a:spLocks noChangeArrowheads="1"/>
          </p:cNvSpPr>
          <p:nvPr/>
        </p:nvSpPr>
        <p:spPr bwMode="auto">
          <a:xfrm>
            <a:off x="8305800" y="5029200"/>
            <a:ext cx="2133600" cy="838200"/>
          </a:xfrm>
          <a:prstGeom prst="wedgeEllipseCallout">
            <a:avLst>
              <a:gd name="adj1" fmla="val -83704"/>
              <a:gd name="adj2" fmla="val -44319"/>
            </a:avLst>
          </a:prstGeom>
          <a:solidFill>
            <a:schemeClr val="accent1"/>
          </a:solidFill>
          <a:ln w="9525">
            <a:solidFill>
              <a:schemeClr val="tx1"/>
            </a:solidFill>
            <a:miter lim="800000"/>
            <a:headEnd/>
            <a:tailEnd/>
          </a:ln>
        </p:spPr>
        <p:txBody>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en-US" sz="1800" b="1"/>
              <a:t>Phần liên kết</a:t>
            </a:r>
          </a:p>
        </p:txBody>
      </p:sp>
      <p:cxnSp>
        <p:nvCxnSpPr>
          <p:cNvPr id="3" name="Straight Arrow Connector 2">
            <a:extLst>
              <a:ext uri="{FF2B5EF4-FFF2-40B4-BE49-F238E27FC236}">
                <a16:creationId xmlns:a16="http://schemas.microsoft.com/office/drawing/2014/main" id="{85A1372E-F532-4846-98CE-4D6787D9CBAC}"/>
              </a:ext>
            </a:extLst>
          </p:cNvPr>
          <p:cNvCxnSpPr/>
          <p:nvPr/>
        </p:nvCxnSpPr>
        <p:spPr>
          <a:xfrm>
            <a:off x="4419600" y="2286000"/>
            <a:ext cx="114300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4" name="Rectangle 3">
            <a:extLst>
              <a:ext uri="{FF2B5EF4-FFF2-40B4-BE49-F238E27FC236}">
                <a16:creationId xmlns:a16="http://schemas.microsoft.com/office/drawing/2014/main" id="{10B3C502-1039-4041-BBFA-064D1E3A9772}"/>
              </a:ext>
            </a:extLst>
          </p:cNvPr>
          <p:cNvSpPr/>
          <p:nvPr/>
        </p:nvSpPr>
        <p:spPr>
          <a:xfrm>
            <a:off x="5638800" y="1905001"/>
            <a:ext cx="1981200" cy="823913"/>
          </a:xfrm>
          <a:prstGeom prst="rect">
            <a:avLst/>
          </a:prstGeom>
        </p:spPr>
        <p:style>
          <a:lnRef idx="1">
            <a:schemeClr val="dk1"/>
          </a:lnRef>
          <a:fillRef idx="2">
            <a:schemeClr val="dk1"/>
          </a:fillRef>
          <a:effectRef idx="1">
            <a:schemeClr val="dk1"/>
          </a:effectRef>
          <a:fontRef idx="minor">
            <a:schemeClr val="dk1"/>
          </a:fontRef>
        </p:style>
        <p:txBody>
          <a:bodyPr anchor="ctr"/>
          <a:lstStyle/>
          <a:p>
            <a:pPr algn="ctr">
              <a:defRPr/>
            </a:pPr>
            <a:r>
              <a:rPr lang="en-US" dirty="0"/>
              <a:t>Data: </a:t>
            </a:r>
            <a:r>
              <a:rPr lang="en-US" dirty="0" err="1"/>
              <a:t>dữ</a:t>
            </a:r>
            <a:r>
              <a:rPr lang="en-US" dirty="0"/>
              <a:t> </a:t>
            </a:r>
            <a:r>
              <a:rPr lang="en-US" dirty="0" err="1"/>
              <a:t>liệu</a:t>
            </a:r>
            <a:endParaRPr lang="en-US" dirty="0"/>
          </a:p>
        </p:txBody>
      </p:sp>
      <p:cxnSp>
        <p:nvCxnSpPr>
          <p:cNvPr id="6" name="Straight Arrow Connector 5">
            <a:extLst>
              <a:ext uri="{FF2B5EF4-FFF2-40B4-BE49-F238E27FC236}">
                <a16:creationId xmlns:a16="http://schemas.microsoft.com/office/drawing/2014/main" id="{B9F2E14E-4345-4ED2-974A-B0B1FFCE7858}"/>
              </a:ext>
            </a:extLst>
          </p:cNvPr>
          <p:cNvCxnSpPr/>
          <p:nvPr/>
        </p:nvCxnSpPr>
        <p:spPr>
          <a:xfrm>
            <a:off x="4419600" y="2286000"/>
            <a:ext cx="1143000" cy="114300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5" name="Rectangle 14">
            <a:extLst>
              <a:ext uri="{FF2B5EF4-FFF2-40B4-BE49-F238E27FC236}">
                <a16:creationId xmlns:a16="http://schemas.microsoft.com/office/drawing/2014/main" id="{9553ED5E-A746-4269-9763-98DA07E7F8DC}"/>
              </a:ext>
            </a:extLst>
          </p:cNvPr>
          <p:cNvSpPr/>
          <p:nvPr/>
        </p:nvSpPr>
        <p:spPr>
          <a:xfrm>
            <a:off x="5638800" y="3048001"/>
            <a:ext cx="1981200" cy="823913"/>
          </a:xfrm>
          <a:prstGeom prst="rect">
            <a:avLst/>
          </a:prstGeom>
        </p:spPr>
        <p:style>
          <a:lnRef idx="1">
            <a:schemeClr val="dk1"/>
          </a:lnRef>
          <a:fillRef idx="2">
            <a:schemeClr val="dk1"/>
          </a:fillRef>
          <a:effectRef idx="1">
            <a:schemeClr val="dk1"/>
          </a:effectRef>
          <a:fontRef idx="minor">
            <a:schemeClr val="dk1"/>
          </a:fontRef>
        </p:style>
        <p:txBody>
          <a:bodyPr anchor="ctr"/>
          <a:lstStyle/>
          <a:p>
            <a:pPr algn="ctr">
              <a:defRPr/>
            </a:pPr>
            <a:r>
              <a:rPr lang="en-US" dirty="0"/>
              <a:t>Next: Con </a:t>
            </a:r>
            <a:r>
              <a:rPr lang="en-US" dirty="0" err="1"/>
              <a:t>trỏ</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3061"/>
                                        </p:tgtEl>
                                        <p:attrNameLst>
                                          <p:attrName>style.visibility</p:attrName>
                                        </p:attrNameLst>
                                      </p:cBhvr>
                                      <p:to>
                                        <p:strVal val="visible"/>
                                      </p:to>
                                    </p:set>
                                    <p:anim calcmode="lin" valueType="num">
                                      <p:cBhvr additive="base">
                                        <p:cTn id="7" dur="500" fill="hold"/>
                                        <p:tgtEl>
                                          <p:spTgt spid="173061"/>
                                        </p:tgtEl>
                                        <p:attrNameLst>
                                          <p:attrName>ppt_x</p:attrName>
                                        </p:attrNameLst>
                                      </p:cBhvr>
                                      <p:tavLst>
                                        <p:tav tm="0">
                                          <p:val>
                                            <p:strVal val="#ppt_x"/>
                                          </p:val>
                                        </p:tav>
                                        <p:tav tm="100000">
                                          <p:val>
                                            <p:strVal val="#ppt_x"/>
                                          </p:val>
                                        </p:tav>
                                      </p:tavLst>
                                    </p:anim>
                                    <p:anim calcmode="lin" valueType="num">
                                      <p:cBhvr additive="base">
                                        <p:cTn id="8" dur="500" fill="hold"/>
                                        <p:tgtEl>
                                          <p:spTgt spid="17306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73062"/>
                                        </p:tgtEl>
                                        <p:attrNameLst>
                                          <p:attrName>style.visibility</p:attrName>
                                        </p:attrNameLst>
                                      </p:cBhvr>
                                      <p:to>
                                        <p:strVal val="visible"/>
                                      </p:to>
                                    </p:set>
                                    <p:anim calcmode="lin" valueType="num">
                                      <p:cBhvr additive="base">
                                        <p:cTn id="11" dur="500" fill="hold"/>
                                        <p:tgtEl>
                                          <p:spTgt spid="173062"/>
                                        </p:tgtEl>
                                        <p:attrNameLst>
                                          <p:attrName>ppt_x</p:attrName>
                                        </p:attrNameLst>
                                      </p:cBhvr>
                                      <p:tavLst>
                                        <p:tav tm="0">
                                          <p:val>
                                            <p:strVal val="#ppt_x"/>
                                          </p:val>
                                        </p:tav>
                                        <p:tav tm="100000">
                                          <p:val>
                                            <p:strVal val="#ppt_x"/>
                                          </p:val>
                                        </p:tav>
                                      </p:tavLst>
                                    </p:anim>
                                    <p:anim calcmode="lin" valueType="num">
                                      <p:cBhvr additive="base">
                                        <p:cTn id="12" dur="500" fill="hold"/>
                                        <p:tgtEl>
                                          <p:spTgt spid="17306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73063"/>
                                        </p:tgtEl>
                                        <p:attrNameLst>
                                          <p:attrName>style.visibility</p:attrName>
                                        </p:attrNameLst>
                                      </p:cBhvr>
                                      <p:to>
                                        <p:strVal val="visible"/>
                                      </p:to>
                                    </p:set>
                                    <p:anim calcmode="lin" valueType="num">
                                      <p:cBhvr additive="base">
                                        <p:cTn id="15" dur="500" fill="hold"/>
                                        <p:tgtEl>
                                          <p:spTgt spid="173063"/>
                                        </p:tgtEl>
                                        <p:attrNameLst>
                                          <p:attrName>ppt_x</p:attrName>
                                        </p:attrNameLst>
                                      </p:cBhvr>
                                      <p:tavLst>
                                        <p:tav tm="0">
                                          <p:val>
                                            <p:strVal val="#ppt_x"/>
                                          </p:val>
                                        </p:tav>
                                        <p:tav tm="100000">
                                          <p:val>
                                            <p:strVal val="#ppt_x"/>
                                          </p:val>
                                        </p:tav>
                                      </p:tavLst>
                                    </p:anim>
                                    <p:anim calcmode="lin" valueType="num">
                                      <p:cBhvr additive="base">
                                        <p:cTn id="16" dur="500" fill="hold"/>
                                        <p:tgtEl>
                                          <p:spTgt spid="173063"/>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73064"/>
                                        </p:tgtEl>
                                        <p:attrNameLst>
                                          <p:attrName>style.visibility</p:attrName>
                                        </p:attrNameLst>
                                      </p:cBhvr>
                                      <p:to>
                                        <p:strVal val="visible"/>
                                      </p:to>
                                    </p:set>
                                    <p:anim calcmode="lin" valueType="num">
                                      <p:cBhvr additive="base">
                                        <p:cTn id="19" dur="500" fill="hold"/>
                                        <p:tgtEl>
                                          <p:spTgt spid="173064"/>
                                        </p:tgtEl>
                                        <p:attrNameLst>
                                          <p:attrName>ppt_x</p:attrName>
                                        </p:attrNameLst>
                                      </p:cBhvr>
                                      <p:tavLst>
                                        <p:tav tm="0">
                                          <p:val>
                                            <p:strVal val="#ppt_x"/>
                                          </p:val>
                                        </p:tav>
                                        <p:tav tm="100000">
                                          <p:val>
                                            <p:strVal val="#ppt_x"/>
                                          </p:val>
                                        </p:tav>
                                      </p:tavLst>
                                    </p:anim>
                                    <p:anim calcmode="lin" valueType="num">
                                      <p:cBhvr additive="base">
                                        <p:cTn id="20" dur="500" fill="hold"/>
                                        <p:tgtEl>
                                          <p:spTgt spid="173064"/>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73066"/>
                                        </p:tgtEl>
                                        <p:attrNameLst>
                                          <p:attrName>style.visibility</p:attrName>
                                        </p:attrNameLst>
                                      </p:cBhvr>
                                      <p:to>
                                        <p:strVal val="visible"/>
                                      </p:to>
                                    </p:set>
                                    <p:anim calcmode="lin" valueType="num">
                                      <p:cBhvr additive="base">
                                        <p:cTn id="25" dur="500" fill="hold"/>
                                        <p:tgtEl>
                                          <p:spTgt spid="173066"/>
                                        </p:tgtEl>
                                        <p:attrNameLst>
                                          <p:attrName>ppt_x</p:attrName>
                                        </p:attrNameLst>
                                      </p:cBhvr>
                                      <p:tavLst>
                                        <p:tav tm="0">
                                          <p:val>
                                            <p:strVal val="#ppt_x"/>
                                          </p:val>
                                        </p:tav>
                                        <p:tav tm="100000">
                                          <p:val>
                                            <p:strVal val="#ppt_x"/>
                                          </p:val>
                                        </p:tav>
                                      </p:tavLst>
                                    </p:anim>
                                    <p:anim calcmode="lin" valueType="num">
                                      <p:cBhvr additive="base">
                                        <p:cTn id="26" dur="500" fill="hold"/>
                                        <p:tgtEl>
                                          <p:spTgt spid="173066"/>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73067"/>
                                        </p:tgtEl>
                                        <p:attrNameLst>
                                          <p:attrName>style.visibility</p:attrName>
                                        </p:attrNameLst>
                                      </p:cBhvr>
                                      <p:to>
                                        <p:strVal val="visible"/>
                                      </p:to>
                                    </p:set>
                                    <p:anim calcmode="lin" valueType="num">
                                      <p:cBhvr additive="base">
                                        <p:cTn id="31" dur="500" fill="hold"/>
                                        <p:tgtEl>
                                          <p:spTgt spid="173067"/>
                                        </p:tgtEl>
                                        <p:attrNameLst>
                                          <p:attrName>ppt_x</p:attrName>
                                        </p:attrNameLst>
                                      </p:cBhvr>
                                      <p:tavLst>
                                        <p:tav tm="0">
                                          <p:val>
                                            <p:strVal val="#ppt_x"/>
                                          </p:val>
                                        </p:tav>
                                        <p:tav tm="100000">
                                          <p:val>
                                            <p:strVal val="#ppt_x"/>
                                          </p:val>
                                        </p:tav>
                                      </p:tavLst>
                                    </p:anim>
                                    <p:anim calcmode="lin" valueType="num">
                                      <p:cBhvr additive="base">
                                        <p:cTn id="32" dur="500" fill="hold"/>
                                        <p:tgtEl>
                                          <p:spTgt spid="1730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61" grpId="0" animBg="1"/>
      <p:bldP spid="173063" grpId="0"/>
      <p:bldP spid="173064" grpId="0" animBg="1"/>
      <p:bldP spid="173066" grpId="0" animBg="1"/>
      <p:bldP spid="17306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7BC98488-2B2B-4868-A606-4C6B695E66EE}"/>
              </a:ext>
            </a:extLst>
          </p:cNvPr>
          <p:cNvSpPr>
            <a:spLocks noGrp="1" noChangeArrowheads="1"/>
          </p:cNvSpPr>
          <p:nvPr>
            <p:ph type="title"/>
          </p:nvPr>
        </p:nvSpPr>
        <p:spPr/>
        <p:txBody>
          <a:bodyPr/>
          <a:lstStyle/>
          <a:p>
            <a:r>
              <a:rPr lang="en-US" altLang="en-US"/>
              <a:t>a. Khai báo 1 node</a:t>
            </a:r>
          </a:p>
        </p:txBody>
      </p:sp>
      <p:sp>
        <p:nvSpPr>
          <p:cNvPr id="25603" name="Rectangle 2">
            <a:extLst>
              <a:ext uri="{FF2B5EF4-FFF2-40B4-BE49-F238E27FC236}">
                <a16:creationId xmlns:a16="http://schemas.microsoft.com/office/drawing/2014/main" id="{A1B41046-2289-4ED1-8008-DE953AD5D582}"/>
              </a:ext>
            </a:extLst>
          </p:cNvPr>
          <p:cNvSpPr>
            <a:spLocks noGrp="1" noChangeArrowheads="1"/>
          </p:cNvSpPr>
          <p:nvPr>
            <p:ph idx="1"/>
          </p:nvPr>
        </p:nvSpPr>
        <p:spPr>
          <a:xfrm>
            <a:off x="2057401" y="1599963"/>
            <a:ext cx="6185989" cy="3200876"/>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rtlCol="0" anchor="ctr">
            <a:spAutoFit/>
          </a:bodyPr>
          <a:lstStyle/>
          <a:p>
            <a:pPr marL="0" indent="0">
              <a:spcBef>
                <a:spcPct val="0"/>
              </a:spcBef>
              <a:buNone/>
            </a:pPr>
            <a:r>
              <a:rPr lang="en-US" altLang="en-US" sz="4000" b="1" dirty="0">
                <a:solidFill>
                  <a:srgbClr val="006699"/>
                </a:solidFill>
                <a:latin typeface="Consolas" panose="020B0609020204030204" pitchFamily="49" charset="0"/>
                <a:cs typeface="Arial" panose="020B0604020202020204" pitchFamily="34" charset="0"/>
              </a:rPr>
              <a:t>Typedef struct</a:t>
            </a:r>
            <a:r>
              <a:rPr lang="en-US" altLang="en-US" sz="4800" dirty="0">
                <a:solidFill>
                  <a:srgbClr val="222222"/>
                </a:solidFill>
                <a:latin typeface="Consolas" panose="020B0609020204030204" pitchFamily="49" charset="0"/>
                <a:cs typeface="Arial" panose="020B0604020202020204" pitchFamily="34" charset="0"/>
              </a:rPr>
              <a:t> </a:t>
            </a:r>
            <a:r>
              <a:rPr lang="en-US" altLang="en-US" sz="4000" dirty="0">
                <a:solidFill>
                  <a:srgbClr val="000000"/>
                </a:solidFill>
                <a:latin typeface="Consolas" panose="020B0609020204030204" pitchFamily="49" charset="0"/>
                <a:cs typeface="Arial" panose="020B0604020202020204" pitchFamily="34" charset="0"/>
              </a:rPr>
              <a:t>Node</a:t>
            </a:r>
            <a:endParaRPr lang="en-US" altLang="en-US" sz="3200" dirty="0">
              <a:cs typeface="Arial" panose="020B0604020202020204" pitchFamily="34" charset="0"/>
            </a:endParaRPr>
          </a:p>
          <a:p>
            <a:pPr marL="0" indent="0">
              <a:spcBef>
                <a:spcPct val="0"/>
              </a:spcBef>
              <a:buNone/>
            </a:pPr>
            <a:r>
              <a:rPr lang="en-US" altLang="en-US" sz="4000" dirty="0">
                <a:solidFill>
                  <a:srgbClr val="000000"/>
                </a:solidFill>
                <a:latin typeface="Consolas" panose="020B0609020204030204" pitchFamily="49" charset="0"/>
                <a:cs typeface="Arial" panose="020B0604020202020204" pitchFamily="34" charset="0"/>
              </a:rPr>
              <a:t>{</a:t>
            </a:r>
            <a:endParaRPr lang="en-US" altLang="en-US" sz="3200" dirty="0">
              <a:cs typeface="Arial" panose="020B0604020202020204" pitchFamily="34" charset="0"/>
            </a:endParaRPr>
          </a:p>
          <a:p>
            <a:pPr marL="0" indent="0">
              <a:spcBef>
                <a:spcPct val="0"/>
              </a:spcBef>
              <a:buNone/>
            </a:pPr>
            <a:r>
              <a:rPr lang="en-US" altLang="en-US" sz="4000" dirty="0">
                <a:solidFill>
                  <a:srgbClr val="0000FF"/>
                </a:solidFill>
                <a:cs typeface="Arial" panose="020B0604020202020204" pitchFamily="34" charset="0"/>
              </a:rPr>
              <a:t>   </a:t>
            </a:r>
            <a:r>
              <a:rPr lang="en-US" altLang="en-US" sz="4000" dirty="0">
                <a:solidFill>
                  <a:srgbClr val="000000"/>
                </a:solidFill>
                <a:latin typeface="Consolas" panose="020B0609020204030204" pitchFamily="49" charset="0"/>
                <a:cs typeface="Arial" panose="020B0604020202020204" pitchFamily="34" charset="0"/>
              </a:rPr>
              <a:t>&lt;</a:t>
            </a:r>
            <a:r>
              <a:rPr lang="en-US" altLang="en-US" sz="4000" dirty="0" err="1">
                <a:solidFill>
                  <a:srgbClr val="000000"/>
                </a:solidFill>
                <a:latin typeface="Consolas" panose="020B0609020204030204" pitchFamily="49" charset="0"/>
                <a:cs typeface="Arial" panose="020B0604020202020204" pitchFamily="34" charset="0"/>
              </a:rPr>
              <a:t>kiểu</a:t>
            </a:r>
            <a:r>
              <a:rPr lang="en-US" altLang="en-US" sz="4000" dirty="0">
                <a:solidFill>
                  <a:srgbClr val="000000"/>
                </a:solidFill>
                <a:latin typeface="Consolas" panose="020B0609020204030204" pitchFamily="49" charset="0"/>
                <a:cs typeface="Arial" panose="020B0604020202020204" pitchFamily="34" charset="0"/>
              </a:rPr>
              <a:t> </a:t>
            </a:r>
            <a:r>
              <a:rPr lang="en-US" altLang="en-US" sz="4000" dirty="0" err="1">
                <a:solidFill>
                  <a:srgbClr val="000000"/>
                </a:solidFill>
                <a:latin typeface="Consolas" panose="020B0609020204030204" pitchFamily="49" charset="0"/>
                <a:cs typeface="Arial" panose="020B0604020202020204" pitchFamily="34" charset="0"/>
              </a:rPr>
              <a:t>dữ</a:t>
            </a:r>
            <a:r>
              <a:rPr lang="en-US" altLang="en-US" sz="4000" dirty="0">
                <a:solidFill>
                  <a:srgbClr val="000000"/>
                </a:solidFill>
                <a:latin typeface="Consolas" panose="020B0609020204030204" pitchFamily="49" charset="0"/>
                <a:cs typeface="Arial" panose="020B0604020202020204" pitchFamily="34" charset="0"/>
              </a:rPr>
              <a:t> </a:t>
            </a:r>
            <a:r>
              <a:rPr lang="en-US" altLang="en-US" sz="4000" dirty="0" err="1">
                <a:solidFill>
                  <a:srgbClr val="000000"/>
                </a:solidFill>
                <a:latin typeface="Consolas" panose="020B0609020204030204" pitchFamily="49" charset="0"/>
                <a:cs typeface="Arial" panose="020B0604020202020204" pitchFamily="34" charset="0"/>
              </a:rPr>
              <a:t>liệu</a:t>
            </a:r>
            <a:r>
              <a:rPr lang="en-US" altLang="en-US" sz="4000" dirty="0">
                <a:solidFill>
                  <a:srgbClr val="000000"/>
                </a:solidFill>
                <a:latin typeface="Consolas" panose="020B0609020204030204" pitchFamily="49" charset="0"/>
                <a:cs typeface="Arial" panose="020B0604020202020204" pitchFamily="34" charset="0"/>
              </a:rPr>
              <a:t>&gt; data;</a:t>
            </a:r>
            <a:endParaRPr lang="en-US" altLang="en-US" sz="3200" dirty="0">
              <a:cs typeface="Arial" panose="020B0604020202020204" pitchFamily="34" charset="0"/>
            </a:endParaRPr>
          </a:p>
          <a:p>
            <a:pPr marL="0" indent="0">
              <a:spcBef>
                <a:spcPct val="0"/>
              </a:spcBef>
              <a:buNone/>
            </a:pPr>
            <a:r>
              <a:rPr lang="en-US" altLang="en-US" sz="4000" dirty="0">
                <a:solidFill>
                  <a:srgbClr val="0000FF"/>
                </a:solidFill>
                <a:cs typeface="Arial" panose="020B0604020202020204" pitchFamily="34" charset="0"/>
              </a:rPr>
              <a:t>   struct </a:t>
            </a:r>
            <a:r>
              <a:rPr lang="en-US" altLang="en-US" sz="4000" dirty="0">
                <a:solidFill>
                  <a:srgbClr val="000000"/>
                </a:solidFill>
                <a:latin typeface="Consolas" panose="020B0609020204030204" pitchFamily="49" charset="0"/>
                <a:cs typeface="Arial" panose="020B0604020202020204" pitchFamily="34" charset="0"/>
              </a:rPr>
              <a:t>Node *next;</a:t>
            </a:r>
            <a:endParaRPr lang="en-US" altLang="en-US" sz="3200" dirty="0">
              <a:cs typeface="Arial" panose="020B0604020202020204" pitchFamily="34" charset="0"/>
            </a:endParaRPr>
          </a:p>
          <a:p>
            <a:pPr marL="0" indent="0">
              <a:spcBef>
                <a:spcPct val="0"/>
              </a:spcBef>
              <a:buNone/>
            </a:pPr>
            <a:r>
              <a:rPr lang="en-US" altLang="en-US" sz="4000" dirty="0">
                <a:solidFill>
                  <a:srgbClr val="000000"/>
                </a:solidFill>
                <a:latin typeface="Consolas" panose="020B0609020204030204" pitchFamily="49" charset="0"/>
                <a:cs typeface="Arial" panose="020B0604020202020204" pitchFamily="34" charset="0"/>
              </a:rPr>
              <a:t>}node;</a:t>
            </a:r>
            <a:endParaRPr lang="en-US" altLang="en-US" sz="7200" dirty="0">
              <a:cs typeface="Arial" panose="020B0604020202020204"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799932E6-8A7E-4051-87AD-487EED4B65BA}"/>
              </a:ext>
            </a:extLst>
          </p:cNvPr>
          <p:cNvSpPr>
            <a:spLocks noGrp="1" noChangeArrowheads="1"/>
          </p:cNvSpPr>
          <p:nvPr>
            <p:ph type="title"/>
          </p:nvPr>
        </p:nvSpPr>
        <p:spPr/>
        <p:txBody>
          <a:bodyPr/>
          <a:lstStyle/>
          <a:p>
            <a:r>
              <a:rPr lang="en-US" altLang="en-US"/>
              <a:t>b. Khai báo 1 danh sách lk đ</a:t>
            </a:r>
            <a:r>
              <a:rPr lang="vi-VN" altLang="en-US"/>
              <a:t>ơ</a:t>
            </a:r>
            <a:r>
              <a:rPr lang="en-US" altLang="en-US"/>
              <a:t>n</a:t>
            </a:r>
          </a:p>
        </p:txBody>
      </p:sp>
      <p:sp>
        <p:nvSpPr>
          <p:cNvPr id="3" name="Content Placeholder 2">
            <a:extLst>
              <a:ext uri="{FF2B5EF4-FFF2-40B4-BE49-F238E27FC236}">
                <a16:creationId xmlns:a16="http://schemas.microsoft.com/office/drawing/2014/main" id="{19C67D76-CA15-4294-8DAF-7170F8548337}"/>
              </a:ext>
            </a:extLst>
          </p:cNvPr>
          <p:cNvSpPr>
            <a:spLocks noGrp="1"/>
          </p:cNvSpPr>
          <p:nvPr>
            <p:ph idx="1"/>
          </p:nvPr>
        </p:nvSpPr>
        <p:spPr/>
        <p:txBody>
          <a:bodyPr/>
          <a:lstStyle/>
          <a:p>
            <a:pPr>
              <a:defRPr/>
            </a:pPr>
            <a:r>
              <a:rPr lang="en-US" dirty="0" err="1"/>
              <a:t>Cấu</a:t>
            </a:r>
            <a:r>
              <a:rPr lang="en-US" dirty="0"/>
              <a:t> </a:t>
            </a:r>
            <a:r>
              <a:rPr lang="en-US" dirty="0" err="1"/>
              <a:t>tạo</a:t>
            </a:r>
            <a:r>
              <a:rPr lang="en-US" dirty="0"/>
              <a:t> 1 </a:t>
            </a:r>
            <a:r>
              <a:rPr lang="en-US" dirty="0" err="1"/>
              <a:t>danh</a:t>
            </a:r>
            <a:r>
              <a:rPr lang="en-US" dirty="0"/>
              <a:t> </a:t>
            </a:r>
            <a:r>
              <a:rPr lang="en-US" dirty="0" err="1"/>
              <a:t>sách</a:t>
            </a:r>
            <a:r>
              <a:rPr lang="en-US" dirty="0"/>
              <a:t> </a:t>
            </a:r>
            <a:r>
              <a:rPr lang="en-US" dirty="0" err="1"/>
              <a:t>liên</a:t>
            </a:r>
            <a:r>
              <a:rPr lang="en-US" dirty="0"/>
              <a:t> </a:t>
            </a:r>
            <a:r>
              <a:rPr lang="en-US" dirty="0" err="1"/>
              <a:t>kết</a:t>
            </a:r>
            <a:r>
              <a:rPr lang="en-US" dirty="0"/>
              <a:t> đ</a:t>
            </a:r>
            <a:r>
              <a:rPr lang="vi-VN" dirty="0"/>
              <a:t>ơ</a:t>
            </a:r>
            <a:r>
              <a:rPr lang="en-US" dirty="0"/>
              <a:t>n </a:t>
            </a:r>
            <a:r>
              <a:rPr lang="en-US" dirty="0" err="1"/>
              <a:t>thông</a:t>
            </a:r>
            <a:r>
              <a:rPr lang="en-US" dirty="0"/>
              <a:t> qua </a:t>
            </a:r>
            <a:r>
              <a:rPr lang="en-US" dirty="0" err="1"/>
              <a:t>hai</a:t>
            </a:r>
            <a:r>
              <a:rPr lang="en-US" dirty="0"/>
              <a:t> con </a:t>
            </a:r>
            <a:r>
              <a:rPr lang="en-US" dirty="0" err="1"/>
              <a:t>trỏ</a:t>
            </a:r>
            <a:r>
              <a:rPr lang="en-US" dirty="0"/>
              <a:t> head (</a:t>
            </a:r>
            <a:r>
              <a:rPr lang="en-US" dirty="0" err="1"/>
              <a:t>đầu</a:t>
            </a:r>
            <a:r>
              <a:rPr lang="en-US" dirty="0"/>
              <a:t>) </a:t>
            </a:r>
            <a:r>
              <a:rPr lang="en-US" dirty="0" err="1"/>
              <a:t>và</a:t>
            </a:r>
            <a:r>
              <a:rPr lang="en-US" dirty="0"/>
              <a:t> tail (</a:t>
            </a:r>
            <a:r>
              <a:rPr lang="en-US" dirty="0" err="1"/>
              <a:t>cuối</a:t>
            </a:r>
            <a:r>
              <a:rPr lang="en-US" dirty="0"/>
              <a:t>)</a:t>
            </a:r>
          </a:p>
          <a:p>
            <a:pPr marL="0" indent="0">
              <a:buNone/>
              <a:defRPr/>
            </a:pPr>
            <a:r>
              <a:rPr lang="en-US" dirty="0"/>
              <a:t>typedef struct List</a:t>
            </a:r>
          </a:p>
          <a:p>
            <a:pPr marL="0" indent="0">
              <a:buNone/>
              <a:defRPr/>
            </a:pPr>
            <a:r>
              <a:rPr lang="en-US" dirty="0"/>
              <a:t>{</a:t>
            </a:r>
          </a:p>
          <a:p>
            <a:pPr marL="0" indent="0">
              <a:buNone/>
              <a:defRPr/>
            </a:pPr>
            <a:r>
              <a:rPr lang="en-US" dirty="0"/>
              <a:t>   node *head, *tail;</a:t>
            </a:r>
          </a:p>
          <a:p>
            <a:pPr marL="0" indent="0">
              <a:buNone/>
              <a:defRPr/>
            </a:pPr>
            <a:r>
              <a:rPr lang="en-US" dirty="0"/>
              <a:t>}list;</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EABECF1A-BF41-49D2-86F0-F1ADDA4B9D10}"/>
              </a:ext>
            </a:extLst>
          </p:cNvPr>
          <p:cNvSpPr>
            <a:spLocks noGrp="1" noChangeArrowheads="1"/>
          </p:cNvSpPr>
          <p:nvPr>
            <p:ph type="title"/>
          </p:nvPr>
        </p:nvSpPr>
        <p:spPr/>
        <p:txBody>
          <a:bodyPr/>
          <a:lstStyle/>
          <a:p>
            <a:pPr eaLnBrk="1" hangingPunct="1"/>
            <a:r>
              <a:rPr lang="en-US" altLang="en-US" sz="3400"/>
              <a:t>Ví dụ</a:t>
            </a:r>
          </a:p>
        </p:txBody>
      </p:sp>
      <p:sp>
        <p:nvSpPr>
          <p:cNvPr id="120872" name="Rectangle 40">
            <a:extLst>
              <a:ext uri="{FF2B5EF4-FFF2-40B4-BE49-F238E27FC236}">
                <a16:creationId xmlns:a16="http://schemas.microsoft.com/office/drawing/2014/main" id="{8A83212E-E8F7-4DAF-9873-A20B057FB2D8}"/>
              </a:ext>
            </a:extLst>
          </p:cNvPr>
          <p:cNvSpPr>
            <a:spLocks noChangeArrowheads="1"/>
          </p:cNvSpPr>
          <p:nvPr/>
        </p:nvSpPr>
        <p:spPr bwMode="auto">
          <a:xfrm>
            <a:off x="4876800" y="2092325"/>
            <a:ext cx="10668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20873" name="Line 41">
            <a:extLst>
              <a:ext uri="{FF2B5EF4-FFF2-40B4-BE49-F238E27FC236}">
                <a16:creationId xmlns:a16="http://schemas.microsoft.com/office/drawing/2014/main" id="{2EB92A6C-B55B-47AC-914A-F7295BD7635D}"/>
              </a:ext>
            </a:extLst>
          </p:cNvPr>
          <p:cNvSpPr>
            <a:spLocks noChangeShapeType="1"/>
          </p:cNvSpPr>
          <p:nvPr/>
        </p:nvSpPr>
        <p:spPr bwMode="auto">
          <a:xfrm>
            <a:off x="5562600" y="2092325"/>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0874" name="Text Box 42">
            <a:extLst>
              <a:ext uri="{FF2B5EF4-FFF2-40B4-BE49-F238E27FC236}">
                <a16:creationId xmlns:a16="http://schemas.microsoft.com/office/drawing/2014/main" id="{11EE0237-D4ED-43E0-955E-5B15B415D438}"/>
              </a:ext>
            </a:extLst>
          </p:cNvPr>
          <p:cNvSpPr txBox="1">
            <a:spLocks noChangeArrowheads="1"/>
          </p:cNvSpPr>
          <p:nvPr/>
        </p:nvSpPr>
        <p:spPr bwMode="auto">
          <a:xfrm>
            <a:off x="4860925" y="2057400"/>
            <a:ext cx="1085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TW" sz="2400">
                <a:latin typeface="Times New Roman" panose="02020603050405020304" pitchFamily="18" charset="0"/>
                <a:ea typeface="PMingLiU" panose="02020500000000000000" pitchFamily="18" charset="-120"/>
              </a:rPr>
              <a:t>  12    </a:t>
            </a:r>
            <a:r>
              <a:rPr kumimoji="1" lang="en-US" altLang="zh-TW" sz="2400">
                <a:latin typeface="Times New Roman" panose="02020603050405020304" pitchFamily="18" charset="0"/>
                <a:ea typeface="PMingLiU" panose="02020500000000000000" pitchFamily="18" charset="-120"/>
                <a:sym typeface="Wingdings" panose="05000000000000000000" pitchFamily="2" charset="2"/>
              </a:rPr>
              <a:t></a:t>
            </a:r>
            <a:endParaRPr kumimoji="1" lang="en-US" altLang="zh-TW" sz="2400">
              <a:latin typeface="Times New Roman" panose="02020603050405020304" pitchFamily="18" charset="0"/>
              <a:ea typeface="PMingLiU" panose="02020500000000000000" pitchFamily="18" charset="-120"/>
            </a:endParaRPr>
          </a:p>
        </p:txBody>
      </p:sp>
      <p:sp>
        <p:nvSpPr>
          <p:cNvPr id="120875" name="Rectangle 43">
            <a:extLst>
              <a:ext uri="{FF2B5EF4-FFF2-40B4-BE49-F238E27FC236}">
                <a16:creationId xmlns:a16="http://schemas.microsoft.com/office/drawing/2014/main" id="{A839CCA0-27E2-4738-AB70-C0915CB38F3D}"/>
              </a:ext>
            </a:extLst>
          </p:cNvPr>
          <p:cNvSpPr>
            <a:spLocks noChangeArrowheads="1"/>
          </p:cNvSpPr>
          <p:nvPr/>
        </p:nvSpPr>
        <p:spPr bwMode="auto">
          <a:xfrm>
            <a:off x="5576888" y="2057401"/>
            <a:ext cx="354012" cy="409575"/>
          </a:xfrm>
          <a:prstGeom prst="rect">
            <a:avLst/>
          </a:prstGeom>
          <a:solidFill>
            <a:srgbClr val="0000FF">
              <a:alpha val="50195"/>
            </a:srgbClr>
          </a:solidFill>
          <a:ln w="9525">
            <a:solidFill>
              <a:srgbClr val="0000FF"/>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20876" name="Rectangle 44">
            <a:extLst>
              <a:ext uri="{FF2B5EF4-FFF2-40B4-BE49-F238E27FC236}">
                <a16:creationId xmlns:a16="http://schemas.microsoft.com/office/drawing/2014/main" id="{E2B3BC2D-79F3-4ABF-B566-434C28541CD6}"/>
              </a:ext>
            </a:extLst>
          </p:cNvPr>
          <p:cNvSpPr>
            <a:spLocks noChangeArrowheads="1"/>
          </p:cNvSpPr>
          <p:nvPr/>
        </p:nvSpPr>
        <p:spPr bwMode="auto">
          <a:xfrm>
            <a:off x="6334125" y="2092325"/>
            <a:ext cx="10668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20877" name="Line 45">
            <a:extLst>
              <a:ext uri="{FF2B5EF4-FFF2-40B4-BE49-F238E27FC236}">
                <a16:creationId xmlns:a16="http://schemas.microsoft.com/office/drawing/2014/main" id="{73A73BB0-0DA4-4EBF-9766-1E5B37EB679E}"/>
              </a:ext>
            </a:extLst>
          </p:cNvPr>
          <p:cNvSpPr>
            <a:spLocks noChangeShapeType="1"/>
          </p:cNvSpPr>
          <p:nvPr/>
        </p:nvSpPr>
        <p:spPr bwMode="auto">
          <a:xfrm>
            <a:off x="7019925" y="2092325"/>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0878" name="Text Box 46">
            <a:extLst>
              <a:ext uri="{FF2B5EF4-FFF2-40B4-BE49-F238E27FC236}">
                <a16:creationId xmlns:a16="http://schemas.microsoft.com/office/drawing/2014/main" id="{02F69EFC-CA25-4A31-8AD8-EB1C1BC19349}"/>
              </a:ext>
            </a:extLst>
          </p:cNvPr>
          <p:cNvSpPr txBox="1">
            <a:spLocks noChangeArrowheads="1"/>
          </p:cNvSpPr>
          <p:nvPr/>
        </p:nvSpPr>
        <p:spPr bwMode="auto">
          <a:xfrm>
            <a:off x="6318250" y="2057400"/>
            <a:ext cx="1009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TW" sz="2400">
                <a:latin typeface="Times New Roman" panose="02020603050405020304" pitchFamily="18" charset="0"/>
                <a:ea typeface="PMingLiU" panose="02020500000000000000" pitchFamily="18" charset="-120"/>
              </a:rPr>
              <a:t>   7    </a:t>
            </a:r>
            <a:r>
              <a:rPr kumimoji="1" lang="en-US" altLang="zh-TW" sz="2400">
                <a:latin typeface="Times New Roman" panose="02020603050405020304" pitchFamily="18" charset="0"/>
                <a:ea typeface="PMingLiU" panose="02020500000000000000" pitchFamily="18" charset="-120"/>
                <a:sym typeface="Wingdings" panose="05000000000000000000" pitchFamily="2" charset="2"/>
              </a:rPr>
              <a:t></a:t>
            </a:r>
            <a:endParaRPr kumimoji="1" lang="en-US" altLang="zh-TW" sz="2400">
              <a:latin typeface="Times New Roman" panose="02020603050405020304" pitchFamily="18" charset="0"/>
              <a:ea typeface="PMingLiU" panose="02020500000000000000" pitchFamily="18" charset="-120"/>
            </a:endParaRPr>
          </a:p>
        </p:txBody>
      </p:sp>
      <p:sp>
        <p:nvSpPr>
          <p:cNvPr id="120879" name="Rectangle 47">
            <a:extLst>
              <a:ext uri="{FF2B5EF4-FFF2-40B4-BE49-F238E27FC236}">
                <a16:creationId xmlns:a16="http://schemas.microsoft.com/office/drawing/2014/main" id="{DC777FA8-070C-40D3-A4CE-605F549E142A}"/>
              </a:ext>
            </a:extLst>
          </p:cNvPr>
          <p:cNvSpPr>
            <a:spLocks noChangeArrowheads="1"/>
          </p:cNvSpPr>
          <p:nvPr/>
        </p:nvSpPr>
        <p:spPr bwMode="auto">
          <a:xfrm>
            <a:off x="7034213" y="2112963"/>
            <a:ext cx="354012" cy="354012"/>
          </a:xfrm>
          <a:prstGeom prst="rect">
            <a:avLst/>
          </a:prstGeom>
          <a:solidFill>
            <a:srgbClr val="0000FF">
              <a:alpha val="50195"/>
            </a:srgbClr>
          </a:solidFill>
          <a:ln w="9525">
            <a:solidFill>
              <a:srgbClr val="0000FF"/>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20880" name="Rectangle 48">
            <a:extLst>
              <a:ext uri="{FF2B5EF4-FFF2-40B4-BE49-F238E27FC236}">
                <a16:creationId xmlns:a16="http://schemas.microsoft.com/office/drawing/2014/main" id="{C03EF924-1C71-4900-A7F1-FBB9D02C53F7}"/>
              </a:ext>
            </a:extLst>
          </p:cNvPr>
          <p:cNvSpPr>
            <a:spLocks noChangeArrowheads="1"/>
          </p:cNvSpPr>
          <p:nvPr/>
        </p:nvSpPr>
        <p:spPr bwMode="auto">
          <a:xfrm>
            <a:off x="7858125" y="2095500"/>
            <a:ext cx="10668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20881" name="Line 49">
            <a:extLst>
              <a:ext uri="{FF2B5EF4-FFF2-40B4-BE49-F238E27FC236}">
                <a16:creationId xmlns:a16="http://schemas.microsoft.com/office/drawing/2014/main" id="{37C8B25A-85FD-4223-A531-403018C63F86}"/>
              </a:ext>
            </a:extLst>
          </p:cNvPr>
          <p:cNvSpPr>
            <a:spLocks noChangeShapeType="1"/>
          </p:cNvSpPr>
          <p:nvPr/>
        </p:nvSpPr>
        <p:spPr bwMode="auto">
          <a:xfrm>
            <a:off x="8543925" y="209550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0882" name="Text Box 50">
            <a:extLst>
              <a:ext uri="{FF2B5EF4-FFF2-40B4-BE49-F238E27FC236}">
                <a16:creationId xmlns:a16="http://schemas.microsoft.com/office/drawing/2014/main" id="{8B345F7D-0CCD-4E93-A196-F3C79156A560}"/>
              </a:ext>
            </a:extLst>
          </p:cNvPr>
          <p:cNvSpPr txBox="1">
            <a:spLocks noChangeArrowheads="1"/>
          </p:cNvSpPr>
          <p:nvPr/>
        </p:nvSpPr>
        <p:spPr bwMode="auto">
          <a:xfrm>
            <a:off x="7842250" y="2060575"/>
            <a:ext cx="1009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TW" sz="2400">
                <a:latin typeface="Times New Roman" panose="02020603050405020304" pitchFamily="18" charset="0"/>
                <a:ea typeface="PMingLiU" panose="02020500000000000000" pitchFamily="18" charset="-120"/>
              </a:rPr>
              <a:t>   6    </a:t>
            </a:r>
            <a:r>
              <a:rPr kumimoji="1" lang="en-US" altLang="zh-TW" sz="2400">
                <a:latin typeface="Times New Roman" panose="02020603050405020304" pitchFamily="18" charset="0"/>
                <a:ea typeface="PMingLiU" panose="02020500000000000000" pitchFamily="18" charset="-120"/>
                <a:sym typeface="Wingdings" panose="05000000000000000000" pitchFamily="2" charset="2"/>
              </a:rPr>
              <a:t></a:t>
            </a:r>
            <a:endParaRPr kumimoji="1" lang="en-US" altLang="zh-TW" sz="2400">
              <a:latin typeface="Times New Roman" panose="02020603050405020304" pitchFamily="18" charset="0"/>
              <a:ea typeface="PMingLiU" panose="02020500000000000000" pitchFamily="18" charset="-120"/>
            </a:endParaRPr>
          </a:p>
        </p:txBody>
      </p:sp>
      <p:sp>
        <p:nvSpPr>
          <p:cNvPr id="120883" name="Rectangle 51">
            <a:extLst>
              <a:ext uri="{FF2B5EF4-FFF2-40B4-BE49-F238E27FC236}">
                <a16:creationId xmlns:a16="http://schemas.microsoft.com/office/drawing/2014/main" id="{A99BD70B-53AC-4B13-9224-11866B84A041}"/>
              </a:ext>
            </a:extLst>
          </p:cNvPr>
          <p:cNvSpPr>
            <a:spLocks noChangeArrowheads="1"/>
          </p:cNvSpPr>
          <p:nvPr/>
        </p:nvSpPr>
        <p:spPr bwMode="auto">
          <a:xfrm>
            <a:off x="8558213" y="2116138"/>
            <a:ext cx="354012" cy="354012"/>
          </a:xfrm>
          <a:prstGeom prst="rect">
            <a:avLst/>
          </a:prstGeom>
          <a:solidFill>
            <a:srgbClr val="0000FF">
              <a:alpha val="50195"/>
            </a:srgbClr>
          </a:solidFill>
          <a:ln w="9525">
            <a:solidFill>
              <a:srgbClr val="0000FF"/>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20884" name="Rectangle 52">
            <a:extLst>
              <a:ext uri="{FF2B5EF4-FFF2-40B4-BE49-F238E27FC236}">
                <a16:creationId xmlns:a16="http://schemas.microsoft.com/office/drawing/2014/main" id="{9478DAE8-FB87-46C8-91CE-B55FAB72E2AA}"/>
              </a:ext>
            </a:extLst>
          </p:cNvPr>
          <p:cNvSpPr>
            <a:spLocks noChangeArrowheads="1"/>
          </p:cNvSpPr>
          <p:nvPr/>
        </p:nvSpPr>
        <p:spPr bwMode="auto">
          <a:xfrm>
            <a:off x="9274175" y="2108200"/>
            <a:ext cx="10668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20885" name="Line 53">
            <a:extLst>
              <a:ext uri="{FF2B5EF4-FFF2-40B4-BE49-F238E27FC236}">
                <a16:creationId xmlns:a16="http://schemas.microsoft.com/office/drawing/2014/main" id="{CF271018-E8E2-4655-BBEB-E7C02C16C236}"/>
              </a:ext>
            </a:extLst>
          </p:cNvPr>
          <p:cNvSpPr>
            <a:spLocks noChangeShapeType="1"/>
          </p:cNvSpPr>
          <p:nvPr/>
        </p:nvSpPr>
        <p:spPr bwMode="auto">
          <a:xfrm>
            <a:off x="9959975" y="210820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0886" name="Text Box 54">
            <a:extLst>
              <a:ext uri="{FF2B5EF4-FFF2-40B4-BE49-F238E27FC236}">
                <a16:creationId xmlns:a16="http://schemas.microsoft.com/office/drawing/2014/main" id="{F3AAC25C-7A40-466A-BD93-FBA54F5E77FF}"/>
              </a:ext>
            </a:extLst>
          </p:cNvPr>
          <p:cNvSpPr txBox="1">
            <a:spLocks noChangeArrowheads="1"/>
          </p:cNvSpPr>
          <p:nvPr/>
        </p:nvSpPr>
        <p:spPr bwMode="auto">
          <a:xfrm>
            <a:off x="9258300" y="2073275"/>
            <a:ext cx="1009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TW" sz="2400">
                <a:latin typeface="Times New Roman" panose="02020603050405020304" pitchFamily="18" charset="0"/>
                <a:ea typeface="PMingLiU" panose="02020500000000000000" pitchFamily="18" charset="-120"/>
              </a:rPr>
              <a:t>   3    </a:t>
            </a:r>
            <a:r>
              <a:rPr kumimoji="1" lang="en-US" altLang="zh-TW" sz="2400">
                <a:latin typeface="Times New Roman" panose="02020603050405020304" pitchFamily="18" charset="0"/>
                <a:ea typeface="PMingLiU" panose="02020500000000000000" pitchFamily="18" charset="-120"/>
                <a:sym typeface="Wingdings" panose="05000000000000000000" pitchFamily="2" charset="2"/>
              </a:rPr>
              <a:t></a:t>
            </a:r>
            <a:endParaRPr kumimoji="1" lang="en-US" altLang="zh-TW" sz="2400">
              <a:latin typeface="Times New Roman" panose="02020603050405020304" pitchFamily="18" charset="0"/>
              <a:ea typeface="PMingLiU" panose="02020500000000000000" pitchFamily="18" charset="-120"/>
            </a:endParaRPr>
          </a:p>
        </p:txBody>
      </p:sp>
      <p:sp>
        <p:nvSpPr>
          <p:cNvPr id="120887" name="Rectangle 55">
            <a:extLst>
              <a:ext uri="{FF2B5EF4-FFF2-40B4-BE49-F238E27FC236}">
                <a16:creationId xmlns:a16="http://schemas.microsoft.com/office/drawing/2014/main" id="{9642A7B2-5D62-4747-8A5C-51F22709FFAB}"/>
              </a:ext>
            </a:extLst>
          </p:cNvPr>
          <p:cNvSpPr>
            <a:spLocks noChangeArrowheads="1"/>
          </p:cNvSpPr>
          <p:nvPr/>
        </p:nvSpPr>
        <p:spPr bwMode="auto">
          <a:xfrm>
            <a:off x="9974263" y="2128838"/>
            <a:ext cx="354012" cy="354012"/>
          </a:xfrm>
          <a:prstGeom prst="rect">
            <a:avLst/>
          </a:prstGeom>
          <a:solidFill>
            <a:srgbClr val="0000FF">
              <a:alpha val="50195"/>
            </a:srgbClr>
          </a:solidFill>
          <a:ln w="9525">
            <a:solidFill>
              <a:srgbClr val="0000FF"/>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20888" name="Line 56">
            <a:extLst>
              <a:ext uri="{FF2B5EF4-FFF2-40B4-BE49-F238E27FC236}">
                <a16:creationId xmlns:a16="http://schemas.microsoft.com/office/drawing/2014/main" id="{A5B5EA0B-1A03-4529-BDFB-A89B7CDE6A7A}"/>
              </a:ext>
            </a:extLst>
          </p:cNvPr>
          <p:cNvSpPr>
            <a:spLocks noChangeShapeType="1"/>
          </p:cNvSpPr>
          <p:nvPr/>
        </p:nvSpPr>
        <p:spPr bwMode="auto">
          <a:xfrm>
            <a:off x="7308850" y="2286000"/>
            <a:ext cx="533400" cy="0"/>
          </a:xfrm>
          <a:prstGeom prst="line">
            <a:avLst/>
          </a:prstGeom>
          <a:noFill/>
          <a:ln w="5715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0889" name="Line 57">
            <a:extLst>
              <a:ext uri="{FF2B5EF4-FFF2-40B4-BE49-F238E27FC236}">
                <a16:creationId xmlns:a16="http://schemas.microsoft.com/office/drawing/2014/main" id="{EF7AA6F3-E4C4-4945-8953-56874B82AB20}"/>
              </a:ext>
            </a:extLst>
          </p:cNvPr>
          <p:cNvSpPr>
            <a:spLocks noChangeShapeType="1"/>
          </p:cNvSpPr>
          <p:nvPr/>
        </p:nvSpPr>
        <p:spPr bwMode="auto">
          <a:xfrm>
            <a:off x="8832850" y="2286000"/>
            <a:ext cx="457200" cy="0"/>
          </a:xfrm>
          <a:prstGeom prst="line">
            <a:avLst/>
          </a:prstGeom>
          <a:noFill/>
          <a:ln w="5715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0890" name="Rectangle 58">
            <a:extLst>
              <a:ext uri="{FF2B5EF4-FFF2-40B4-BE49-F238E27FC236}">
                <a16:creationId xmlns:a16="http://schemas.microsoft.com/office/drawing/2014/main" id="{C6A78699-8238-4F67-88A2-A36EB768ACBB}"/>
              </a:ext>
            </a:extLst>
          </p:cNvPr>
          <p:cNvSpPr>
            <a:spLocks noChangeArrowheads="1"/>
          </p:cNvSpPr>
          <p:nvPr/>
        </p:nvSpPr>
        <p:spPr bwMode="auto">
          <a:xfrm>
            <a:off x="1952625" y="2095500"/>
            <a:ext cx="10668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20891" name="Line 59">
            <a:extLst>
              <a:ext uri="{FF2B5EF4-FFF2-40B4-BE49-F238E27FC236}">
                <a16:creationId xmlns:a16="http://schemas.microsoft.com/office/drawing/2014/main" id="{7C8A62CD-6E64-4432-A9EC-3A4292EE4026}"/>
              </a:ext>
            </a:extLst>
          </p:cNvPr>
          <p:cNvSpPr>
            <a:spLocks noChangeShapeType="1"/>
          </p:cNvSpPr>
          <p:nvPr/>
        </p:nvSpPr>
        <p:spPr bwMode="auto">
          <a:xfrm>
            <a:off x="2638425" y="209550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0892" name="Text Box 60">
            <a:extLst>
              <a:ext uri="{FF2B5EF4-FFF2-40B4-BE49-F238E27FC236}">
                <a16:creationId xmlns:a16="http://schemas.microsoft.com/office/drawing/2014/main" id="{D99BA87E-6CE4-47D7-85EB-D1CC2C61C037}"/>
              </a:ext>
            </a:extLst>
          </p:cNvPr>
          <p:cNvSpPr txBox="1">
            <a:spLocks noChangeArrowheads="1"/>
          </p:cNvSpPr>
          <p:nvPr/>
        </p:nvSpPr>
        <p:spPr bwMode="auto">
          <a:xfrm>
            <a:off x="1936750" y="2060575"/>
            <a:ext cx="1085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TW" sz="2400">
                <a:latin typeface="Times New Roman" panose="02020603050405020304" pitchFamily="18" charset="0"/>
                <a:ea typeface="PMingLiU" panose="02020500000000000000" pitchFamily="18" charset="-120"/>
              </a:rPr>
              <a:t>  15    </a:t>
            </a:r>
            <a:r>
              <a:rPr kumimoji="1" lang="en-US" altLang="zh-TW" sz="2400">
                <a:latin typeface="Times New Roman" panose="02020603050405020304" pitchFamily="18" charset="0"/>
                <a:ea typeface="PMingLiU" panose="02020500000000000000" pitchFamily="18" charset="-120"/>
                <a:sym typeface="Wingdings" panose="05000000000000000000" pitchFamily="2" charset="2"/>
              </a:rPr>
              <a:t></a:t>
            </a:r>
            <a:endParaRPr kumimoji="1" lang="en-US" altLang="zh-TW" sz="2400">
              <a:latin typeface="Times New Roman" panose="02020603050405020304" pitchFamily="18" charset="0"/>
              <a:ea typeface="PMingLiU" panose="02020500000000000000" pitchFamily="18" charset="-120"/>
            </a:endParaRPr>
          </a:p>
        </p:txBody>
      </p:sp>
      <p:sp>
        <p:nvSpPr>
          <p:cNvPr id="120893" name="Rectangle 61">
            <a:extLst>
              <a:ext uri="{FF2B5EF4-FFF2-40B4-BE49-F238E27FC236}">
                <a16:creationId xmlns:a16="http://schemas.microsoft.com/office/drawing/2014/main" id="{F0078573-55EE-44F4-8BB6-D9E1107F7CEF}"/>
              </a:ext>
            </a:extLst>
          </p:cNvPr>
          <p:cNvSpPr>
            <a:spLocks noChangeArrowheads="1"/>
          </p:cNvSpPr>
          <p:nvPr/>
        </p:nvSpPr>
        <p:spPr bwMode="auto">
          <a:xfrm>
            <a:off x="2652713" y="2116138"/>
            <a:ext cx="354012" cy="354012"/>
          </a:xfrm>
          <a:prstGeom prst="rect">
            <a:avLst/>
          </a:prstGeom>
          <a:solidFill>
            <a:srgbClr val="0000FF">
              <a:alpha val="50195"/>
            </a:srgbClr>
          </a:solidFill>
          <a:ln w="9525">
            <a:solidFill>
              <a:srgbClr val="0000FF"/>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20894" name="Rectangle 62">
            <a:extLst>
              <a:ext uri="{FF2B5EF4-FFF2-40B4-BE49-F238E27FC236}">
                <a16:creationId xmlns:a16="http://schemas.microsoft.com/office/drawing/2014/main" id="{75D779DC-0F1A-4598-AD68-BB03318BCEFB}"/>
              </a:ext>
            </a:extLst>
          </p:cNvPr>
          <p:cNvSpPr>
            <a:spLocks noChangeArrowheads="1"/>
          </p:cNvSpPr>
          <p:nvPr/>
        </p:nvSpPr>
        <p:spPr bwMode="auto">
          <a:xfrm>
            <a:off x="3416300" y="2092325"/>
            <a:ext cx="10668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20895" name="Line 63">
            <a:extLst>
              <a:ext uri="{FF2B5EF4-FFF2-40B4-BE49-F238E27FC236}">
                <a16:creationId xmlns:a16="http://schemas.microsoft.com/office/drawing/2014/main" id="{504CCC58-89A5-41E1-8AF7-BEF809B5C9DD}"/>
              </a:ext>
            </a:extLst>
          </p:cNvPr>
          <p:cNvSpPr>
            <a:spLocks noChangeShapeType="1"/>
          </p:cNvSpPr>
          <p:nvPr/>
        </p:nvSpPr>
        <p:spPr bwMode="auto">
          <a:xfrm>
            <a:off x="4102100" y="2092325"/>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0896" name="Text Box 64">
            <a:extLst>
              <a:ext uri="{FF2B5EF4-FFF2-40B4-BE49-F238E27FC236}">
                <a16:creationId xmlns:a16="http://schemas.microsoft.com/office/drawing/2014/main" id="{47679098-8B59-41E2-9917-C71667BB22AB}"/>
              </a:ext>
            </a:extLst>
          </p:cNvPr>
          <p:cNvSpPr txBox="1">
            <a:spLocks noChangeArrowheads="1"/>
          </p:cNvSpPr>
          <p:nvPr/>
        </p:nvSpPr>
        <p:spPr bwMode="auto">
          <a:xfrm>
            <a:off x="3400425" y="2057400"/>
            <a:ext cx="1009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TW" sz="2400">
                <a:latin typeface="Times New Roman" panose="02020603050405020304" pitchFamily="18" charset="0"/>
                <a:ea typeface="PMingLiU" panose="02020500000000000000" pitchFamily="18" charset="-120"/>
              </a:rPr>
              <a:t>  5     </a:t>
            </a:r>
            <a:r>
              <a:rPr kumimoji="1" lang="en-US" altLang="zh-TW" sz="2400">
                <a:latin typeface="Times New Roman" panose="02020603050405020304" pitchFamily="18" charset="0"/>
                <a:ea typeface="PMingLiU" panose="02020500000000000000" pitchFamily="18" charset="-120"/>
                <a:sym typeface="Wingdings" panose="05000000000000000000" pitchFamily="2" charset="2"/>
              </a:rPr>
              <a:t></a:t>
            </a:r>
            <a:endParaRPr kumimoji="1" lang="en-US" altLang="zh-TW" sz="2400">
              <a:latin typeface="Times New Roman" panose="02020603050405020304" pitchFamily="18" charset="0"/>
              <a:ea typeface="PMingLiU" panose="02020500000000000000" pitchFamily="18" charset="-120"/>
            </a:endParaRPr>
          </a:p>
        </p:txBody>
      </p:sp>
      <p:sp>
        <p:nvSpPr>
          <p:cNvPr id="120897" name="Rectangle 65">
            <a:extLst>
              <a:ext uri="{FF2B5EF4-FFF2-40B4-BE49-F238E27FC236}">
                <a16:creationId xmlns:a16="http://schemas.microsoft.com/office/drawing/2014/main" id="{BAC22FC7-2670-4BCD-BC41-4249B89C55E5}"/>
              </a:ext>
            </a:extLst>
          </p:cNvPr>
          <p:cNvSpPr>
            <a:spLocks noChangeArrowheads="1"/>
          </p:cNvSpPr>
          <p:nvPr/>
        </p:nvSpPr>
        <p:spPr bwMode="auto">
          <a:xfrm>
            <a:off x="4116388" y="2112963"/>
            <a:ext cx="354012" cy="354012"/>
          </a:xfrm>
          <a:prstGeom prst="rect">
            <a:avLst/>
          </a:prstGeom>
          <a:solidFill>
            <a:srgbClr val="0000FF">
              <a:alpha val="50195"/>
            </a:srgbClr>
          </a:solidFill>
          <a:ln w="9525">
            <a:solidFill>
              <a:srgbClr val="0000FF"/>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20898" name="Line 66">
            <a:extLst>
              <a:ext uri="{FF2B5EF4-FFF2-40B4-BE49-F238E27FC236}">
                <a16:creationId xmlns:a16="http://schemas.microsoft.com/office/drawing/2014/main" id="{B4C3DD09-E3DA-4F74-BC32-4540CF0F6740}"/>
              </a:ext>
            </a:extLst>
          </p:cNvPr>
          <p:cNvSpPr>
            <a:spLocks noChangeShapeType="1"/>
          </p:cNvSpPr>
          <p:nvPr/>
        </p:nvSpPr>
        <p:spPr bwMode="auto">
          <a:xfrm>
            <a:off x="2971800" y="2289175"/>
            <a:ext cx="457200" cy="0"/>
          </a:xfrm>
          <a:prstGeom prst="line">
            <a:avLst/>
          </a:prstGeom>
          <a:noFill/>
          <a:ln w="5715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0899" name="Line 67">
            <a:extLst>
              <a:ext uri="{FF2B5EF4-FFF2-40B4-BE49-F238E27FC236}">
                <a16:creationId xmlns:a16="http://schemas.microsoft.com/office/drawing/2014/main" id="{F3998E81-F4F7-4EDA-B930-9E9988F0C0D8}"/>
              </a:ext>
            </a:extLst>
          </p:cNvPr>
          <p:cNvSpPr>
            <a:spLocks noChangeShapeType="1"/>
          </p:cNvSpPr>
          <p:nvPr/>
        </p:nvSpPr>
        <p:spPr bwMode="auto">
          <a:xfrm flipV="1">
            <a:off x="4403725" y="2317751"/>
            <a:ext cx="533400" cy="3175"/>
          </a:xfrm>
          <a:prstGeom prst="line">
            <a:avLst/>
          </a:prstGeom>
          <a:noFill/>
          <a:ln w="5715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0901" name="Line 69">
            <a:extLst>
              <a:ext uri="{FF2B5EF4-FFF2-40B4-BE49-F238E27FC236}">
                <a16:creationId xmlns:a16="http://schemas.microsoft.com/office/drawing/2014/main" id="{908085D4-F670-4CFD-A41F-62C4352B4313}"/>
              </a:ext>
            </a:extLst>
          </p:cNvPr>
          <p:cNvSpPr>
            <a:spLocks noChangeShapeType="1"/>
          </p:cNvSpPr>
          <p:nvPr/>
        </p:nvSpPr>
        <p:spPr bwMode="auto">
          <a:xfrm>
            <a:off x="5867400" y="2286000"/>
            <a:ext cx="457200" cy="0"/>
          </a:xfrm>
          <a:prstGeom prst="line">
            <a:avLst/>
          </a:prstGeom>
          <a:noFill/>
          <a:ln w="5715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0903" name="Text Box 71">
            <a:extLst>
              <a:ext uri="{FF2B5EF4-FFF2-40B4-BE49-F238E27FC236}">
                <a16:creationId xmlns:a16="http://schemas.microsoft.com/office/drawing/2014/main" id="{76ADE568-25EE-41E1-84E5-E7F4872A51CB}"/>
              </a:ext>
            </a:extLst>
          </p:cNvPr>
          <p:cNvSpPr txBox="1">
            <a:spLocks noChangeArrowheads="1"/>
          </p:cNvSpPr>
          <p:nvPr/>
        </p:nvSpPr>
        <p:spPr bwMode="auto">
          <a:xfrm>
            <a:off x="2057400" y="2895601"/>
            <a:ext cx="1066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en-US" sz="1800"/>
              <a:t>Head</a:t>
            </a:r>
          </a:p>
        </p:txBody>
      </p:sp>
      <p:sp>
        <p:nvSpPr>
          <p:cNvPr id="120904" name="Line 72">
            <a:extLst>
              <a:ext uri="{FF2B5EF4-FFF2-40B4-BE49-F238E27FC236}">
                <a16:creationId xmlns:a16="http://schemas.microsoft.com/office/drawing/2014/main" id="{3C2C41A8-2A3D-4B41-B504-5CC70BEAA804}"/>
              </a:ext>
            </a:extLst>
          </p:cNvPr>
          <p:cNvSpPr>
            <a:spLocks noChangeShapeType="1"/>
          </p:cNvSpPr>
          <p:nvPr/>
        </p:nvSpPr>
        <p:spPr bwMode="auto">
          <a:xfrm flipV="1">
            <a:off x="2286000" y="2454275"/>
            <a:ext cx="0" cy="5334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0905" name="Rectangle 73">
            <a:extLst>
              <a:ext uri="{FF2B5EF4-FFF2-40B4-BE49-F238E27FC236}">
                <a16:creationId xmlns:a16="http://schemas.microsoft.com/office/drawing/2014/main" id="{9006D831-B401-4961-AD90-D11A46734A5A}"/>
              </a:ext>
            </a:extLst>
          </p:cNvPr>
          <p:cNvSpPr>
            <a:spLocks noChangeArrowheads="1"/>
          </p:cNvSpPr>
          <p:nvPr/>
        </p:nvSpPr>
        <p:spPr bwMode="auto">
          <a:xfrm>
            <a:off x="4806950" y="4073525"/>
            <a:ext cx="10668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20906" name="Line 74">
            <a:extLst>
              <a:ext uri="{FF2B5EF4-FFF2-40B4-BE49-F238E27FC236}">
                <a16:creationId xmlns:a16="http://schemas.microsoft.com/office/drawing/2014/main" id="{B8B16A04-C975-487D-9B24-0FFF7548451B}"/>
              </a:ext>
            </a:extLst>
          </p:cNvPr>
          <p:cNvSpPr>
            <a:spLocks noChangeShapeType="1"/>
          </p:cNvSpPr>
          <p:nvPr/>
        </p:nvSpPr>
        <p:spPr bwMode="auto">
          <a:xfrm>
            <a:off x="5492750" y="4073525"/>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0907" name="Text Box 75">
            <a:extLst>
              <a:ext uri="{FF2B5EF4-FFF2-40B4-BE49-F238E27FC236}">
                <a16:creationId xmlns:a16="http://schemas.microsoft.com/office/drawing/2014/main" id="{20CF155E-420A-4DA3-9D4A-4F9C4DA91B9D}"/>
              </a:ext>
            </a:extLst>
          </p:cNvPr>
          <p:cNvSpPr txBox="1">
            <a:spLocks noChangeArrowheads="1"/>
          </p:cNvSpPr>
          <p:nvPr/>
        </p:nvSpPr>
        <p:spPr bwMode="auto">
          <a:xfrm>
            <a:off x="4791075" y="4038600"/>
            <a:ext cx="1085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TW" sz="2400">
                <a:latin typeface="Times New Roman" panose="02020603050405020304" pitchFamily="18" charset="0"/>
                <a:ea typeface="PMingLiU" panose="02020500000000000000" pitchFamily="18" charset="-120"/>
              </a:rPr>
              <a:t>  12    </a:t>
            </a:r>
            <a:r>
              <a:rPr kumimoji="1" lang="en-US" altLang="zh-TW" sz="2400">
                <a:latin typeface="Times New Roman" panose="02020603050405020304" pitchFamily="18" charset="0"/>
                <a:ea typeface="PMingLiU" panose="02020500000000000000" pitchFamily="18" charset="-120"/>
                <a:sym typeface="Wingdings" panose="05000000000000000000" pitchFamily="2" charset="2"/>
              </a:rPr>
              <a:t></a:t>
            </a:r>
            <a:endParaRPr kumimoji="1" lang="en-US" altLang="zh-TW" sz="2400">
              <a:latin typeface="Times New Roman" panose="02020603050405020304" pitchFamily="18" charset="0"/>
              <a:ea typeface="PMingLiU" panose="02020500000000000000" pitchFamily="18" charset="-120"/>
            </a:endParaRPr>
          </a:p>
        </p:txBody>
      </p:sp>
      <p:sp>
        <p:nvSpPr>
          <p:cNvPr id="120908" name="Rectangle 76">
            <a:extLst>
              <a:ext uri="{FF2B5EF4-FFF2-40B4-BE49-F238E27FC236}">
                <a16:creationId xmlns:a16="http://schemas.microsoft.com/office/drawing/2014/main" id="{E4307F07-48AB-4076-8E8A-BB8077C547D0}"/>
              </a:ext>
            </a:extLst>
          </p:cNvPr>
          <p:cNvSpPr>
            <a:spLocks noChangeArrowheads="1"/>
          </p:cNvSpPr>
          <p:nvPr/>
        </p:nvSpPr>
        <p:spPr bwMode="auto">
          <a:xfrm>
            <a:off x="5507038" y="4038601"/>
            <a:ext cx="354012" cy="409575"/>
          </a:xfrm>
          <a:prstGeom prst="rect">
            <a:avLst/>
          </a:prstGeom>
          <a:solidFill>
            <a:srgbClr val="0000FF">
              <a:alpha val="50195"/>
            </a:srgbClr>
          </a:solidFill>
          <a:ln w="9525">
            <a:solidFill>
              <a:srgbClr val="0000FF"/>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20909" name="Rectangle 77">
            <a:extLst>
              <a:ext uri="{FF2B5EF4-FFF2-40B4-BE49-F238E27FC236}">
                <a16:creationId xmlns:a16="http://schemas.microsoft.com/office/drawing/2014/main" id="{051A4862-0C17-4049-8E3F-6BF2928C175D}"/>
              </a:ext>
            </a:extLst>
          </p:cNvPr>
          <p:cNvSpPr>
            <a:spLocks noChangeArrowheads="1"/>
          </p:cNvSpPr>
          <p:nvPr/>
        </p:nvSpPr>
        <p:spPr bwMode="auto">
          <a:xfrm>
            <a:off x="6264275" y="4073525"/>
            <a:ext cx="10668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20910" name="Line 78">
            <a:extLst>
              <a:ext uri="{FF2B5EF4-FFF2-40B4-BE49-F238E27FC236}">
                <a16:creationId xmlns:a16="http://schemas.microsoft.com/office/drawing/2014/main" id="{F2AEAE21-AE79-487C-85ED-CB67D2D138DA}"/>
              </a:ext>
            </a:extLst>
          </p:cNvPr>
          <p:cNvSpPr>
            <a:spLocks noChangeShapeType="1"/>
          </p:cNvSpPr>
          <p:nvPr/>
        </p:nvSpPr>
        <p:spPr bwMode="auto">
          <a:xfrm>
            <a:off x="6950075" y="4073525"/>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0911" name="Text Box 79">
            <a:extLst>
              <a:ext uri="{FF2B5EF4-FFF2-40B4-BE49-F238E27FC236}">
                <a16:creationId xmlns:a16="http://schemas.microsoft.com/office/drawing/2014/main" id="{19502D18-EAF5-4150-B775-9566C2F04FB2}"/>
              </a:ext>
            </a:extLst>
          </p:cNvPr>
          <p:cNvSpPr txBox="1">
            <a:spLocks noChangeArrowheads="1"/>
          </p:cNvSpPr>
          <p:nvPr/>
        </p:nvSpPr>
        <p:spPr bwMode="auto">
          <a:xfrm>
            <a:off x="6248400" y="4038600"/>
            <a:ext cx="1009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TW" sz="2400">
                <a:latin typeface="Times New Roman" panose="02020603050405020304" pitchFamily="18" charset="0"/>
                <a:ea typeface="PMingLiU" panose="02020500000000000000" pitchFamily="18" charset="-120"/>
              </a:rPr>
              <a:t>   7    </a:t>
            </a:r>
            <a:r>
              <a:rPr kumimoji="1" lang="en-US" altLang="zh-TW" sz="2400">
                <a:latin typeface="Times New Roman" panose="02020603050405020304" pitchFamily="18" charset="0"/>
                <a:ea typeface="PMingLiU" panose="02020500000000000000" pitchFamily="18" charset="-120"/>
                <a:sym typeface="Wingdings" panose="05000000000000000000" pitchFamily="2" charset="2"/>
              </a:rPr>
              <a:t></a:t>
            </a:r>
            <a:endParaRPr kumimoji="1" lang="en-US" altLang="zh-TW" sz="2400">
              <a:latin typeface="Times New Roman" panose="02020603050405020304" pitchFamily="18" charset="0"/>
              <a:ea typeface="PMingLiU" panose="02020500000000000000" pitchFamily="18" charset="-120"/>
            </a:endParaRPr>
          </a:p>
        </p:txBody>
      </p:sp>
      <p:sp>
        <p:nvSpPr>
          <p:cNvPr id="120912" name="Rectangle 80">
            <a:extLst>
              <a:ext uri="{FF2B5EF4-FFF2-40B4-BE49-F238E27FC236}">
                <a16:creationId xmlns:a16="http://schemas.microsoft.com/office/drawing/2014/main" id="{6840F472-6F00-42E1-9E74-1B636411E7A8}"/>
              </a:ext>
            </a:extLst>
          </p:cNvPr>
          <p:cNvSpPr>
            <a:spLocks noChangeArrowheads="1"/>
          </p:cNvSpPr>
          <p:nvPr/>
        </p:nvSpPr>
        <p:spPr bwMode="auto">
          <a:xfrm>
            <a:off x="6964363" y="4094163"/>
            <a:ext cx="354012" cy="354012"/>
          </a:xfrm>
          <a:prstGeom prst="rect">
            <a:avLst/>
          </a:prstGeom>
          <a:solidFill>
            <a:srgbClr val="0000FF">
              <a:alpha val="50195"/>
            </a:srgbClr>
          </a:solidFill>
          <a:ln w="9525">
            <a:solidFill>
              <a:srgbClr val="0000FF"/>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20913" name="Rectangle 81">
            <a:extLst>
              <a:ext uri="{FF2B5EF4-FFF2-40B4-BE49-F238E27FC236}">
                <a16:creationId xmlns:a16="http://schemas.microsoft.com/office/drawing/2014/main" id="{30802B51-D892-480E-907B-E857C8237216}"/>
              </a:ext>
            </a:extLst>
          </p:cNvPr>
          <p:cNvSpPr>
            <a:spLocks noChangeArrowheads="1"/>
          </p:cNvSpPr>
          <p:nvPr/>
        </p:nvSpPr>
        <p:spPr bwMode="auto">
          <a:xfrm>
            <a:off x="7788275" y="4076700"/>
            <a:ext cx="10668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20914" name="Line 82">
            <a:extLst>
              <a:ext uri="{FF2B5EF4-FFF2-40B4-BE49-F238E27FC236}">
                <a16:creationId xmlns:a16="http://schemas.microsoft.com/office/drawing/2014/main" id="{4DAA2845-8BF2-405B-8E34-3B1D583D68B9}"/>
              </a:ext>
            </a:extLst>
          </p:cNvPr>
          <p:cNvSpPr>
            <a:spLocks noChangeShapeType="1"/>
          </p:cNvSpPr>
          <p:nvPr/>
        </p:nvSpPr>
        <p:spPr bwMode="auto">
          <a:xfrm>
            <a:off x="8474075" y="407670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0915" name="Text Box 83">
            <a:extLst>
              <a:ext uri="{FF2B5EF4-FFF2-40B4-BE49-F238E27FC236}">
                <a16:creationId xmlns:a16="http://schemas.microsoft.com/office/drawing/2014/main" id="{244EF74E-7FDC-4C0C-BAFD-84D23BE6F058}"/>
              </a:ext>
            </a:extLst>
          </p:cNvPr>
          <p:cNvSpPr txBox="1">
            <a:spLocks noChangeArrowheads="1"/>
          </p:cNvSpPr>
          <p:nvPr/>
        </p:nvSpPr>
        <p:spPr bwMode="auto">
          <a:xfrm>
            <a:off x="7772400" y="4041775"/>
            <a:ext cx="1009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TW" sz="2400">
                <a:latin typeface="Times New Roman" panose="02020603050405020304" pitchFamily="18" charset="0"/>
                <a:ea typeface="PMingLiU" panose="02020500000000000000" pitchFamily="18" charset="-120"/>
              </a:rPr>
              <a:t>   6    </a:t>
            </a:r>
            <a:r>
              <a:rPr kumimoji="1" lang="en-US" altLang="zh-TW" sz="2400">
                <a:latin typeface="Times New Roman" panose="02020603050405020304" pitchFamily="18" charset="0"/>
                <a:ea typeface="PMingLiU" panose="02020500000000000000" pitchFamily="18" charset="-120"/>
                <a:sym typeface="Wingdings" panose="05000000000000000000" pitchFamily="2" charset="2"/>
              </a:rPr>
              <a:t></a:t>
            </a:r>
            <a:endParaRPr kumimoji="1" lang="en-US" altLang="zh-TW" sz="2400">
              <a:latin typeface="Times New Roman" panose="02020603050405020304" pitchFamily="18" charset="0"/>
              <a:ea typeface="PMingLiU" panose="02020500000000000000" pitchFamily="18" charset="-120"/>
            </a:endParaRPr>
          </a:p>
        </p:txBody>
      </p:sp>
      <p:sp>
        <p:nvSpPr>
          <p:cNvPr id="120916" name="Rectangle 84">
            <a:extLst>
              <a:ext uri="{FF2B5EF4-FFF2-40B4-BE49-F238E27FC236}">
                <a16:creationId xmlns:a16="http://schemas.microsoft.com/office/drawing/2014/main" id="{FA39A86C-BB2D-4A9B-8037-560EED3E6EEA}"/>
              </a:ext>
            </a:extLst>
          </p:cNvPr>
          <p:cNvSpPr>
            <a:spLocks noChangeArrowheads="1"/>
          </p:cNvSpPr>
          <p:nvPr/>
        </p:nvSpPr>
        <p:spPr bwMode="auto">
          <a:xfrm>
            <a:off x="8488363" y="4097338"/>
            <a:ext cx="354012" cy="354012"/>
          </a:xfrm>
          <a:prstGeom prst="rect">
            <a:avLst/>
          </a:prstGeom>
          <a:solidFill>
            <a:srgbClr val="0000FF">
              <a:alpha val="50195"/>
            </a:srgbClr>
          </a:solidFill>
          <a:ln w="9525">
            <a:solidFill>
              <a:srgbClr val="0000FF"/>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20917" name="Rectangle 85">
            <a:extLst>
              <a:ext uri="{FF2B5EF4-FFF2-40B4-BE49-F238E27FC236}">
                <a16:creationId xmlns:a16="http://schemas.microsoft.com/office/drawing/2014/main" id="{C9F6E3F0-71C3-424D-B5A4-FA3E12C224EE}"/>
              </a:ext>
            </a:extLst>
          </p:cNvPr>
          <p:cNvSpPr>
            <a:spLocks noChangeArrowheads="1"/>
          </p:cNvSpPr>
          <p:nvPr/>
        </p:nvSpPr>
        <p:spPr bwMode="auto">
          <a:xfrm>
            <a:off x="9204325" y="4089400"/>
            <a:ext cx="10668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20918" name="Line 86">
            <a:extLst>
              <a:ext uri="{FF2B5EF4-FFF2-40B4-BE49-F238E27FC236}">
                <a16:creationId xmlns:a16="http://schemas.microsoft.com/office/drawing/2014/main" id="{4DF3CCFB-9A16-4B7C-8278-8F8BF81E6E18}"/>
              </a:ext>
            </a:extLst>
          </p:cNvPr>
          <p:cNvSpPr>
            <a:spLocks noChangeShapeType="1"/>
          </p:cNvSpPr>
          <p:nvPr/>
        </p:nvSpPr>
        <p:spPr bwMode="auto">
          <a:xfrm>
            <a:off x="9890125" y="408940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0919" name="Text Box 87">
            <a:extLst>
              <a:ext uri="{FF2B5EF4-FFF2-40B4-BE49-F238E27FC236}">
                <a16:creationId xmlns:a16="http://schemas.microsoft.com/office/drawing/2014/main" id="{EFA8C952-F439-4631-89FF-46F09401C692}"/>
              </a:ext>
            </a:extLst>
          </p:cNvPr>
          <p:cNvSpPr txBox="1">
            <a:spLocks noChangeArrowheads="1"/>
          </p:cNvSpPr>
          <p:nvPr/>
        </p:nvSpPr>
        <p:spPr bwMode="auto">
          <a:xfrm>
            <a:off x="9188450" y="4054475"/>
            <a:ext cx="1009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TW" sz="2400">
                <a:latin typeface="Times New Roman" panose="02020603050405020304" pitchFamily="18" charset="0"/>
                <a:ea typeface="PMingLiU" panose="02020500000000000000" pitchFamily="18" charset="-120"/>
              </a:rPr>
              <a:t>   3    </a:t>
            </a:r>
            <a:r>
              <a:rPr kumimoji="1" lang="en-US" altLang="zh-TW" sz="2400">
                <a:latin typeface="Times New Roman" panose="02020603050405020304" pitchFamily="18" charset="0"/>
                <a:ea typeface="PMingLiU" panose="02020500000000000000" pitchFamily="18" charset="-120"/>
                <a:sym typeface="Wingdings" panose="05000000000000000000" pitchFamily="2" charset="2"/>
              </a:rPr>
              <a:t></a:t>
            </a:r>
            <a:endParaRPr kumimoji="1" lang="en-US" altLang="zh-TW" sz="2400">
              <a:latin typeface="Times New Roman" panose="02020603050405020304" pitchFamily="18" charset="0"/>
              <a:ea typeface="PMingLiU" panose="02020500000000000000" pitchFamily="18" charset="-120"/>
            </a:endParaRPr>
          </a:p>
        </p:txBody>
      </p:sp>
      <p:sp>
        <p:nvSpPr>
          <p:cNvPr id="120920" name="Rectangle 88">
            <a:extLst>
              <a:ext uri="{FF2B5EF4-FFF2-40B4-BE49-F238E27FC236}">
                <a16:creationId xmlns:a16="http://schemas.microsoft.com/office/drawing/2014/main" id="{40635E04-3939-4DE9-BC25-FAC5F2DCB09D}"/>
              </a:ext>
            </a:extLst>
          </p:cNvPr>
          <p:cNvSpPr>
            <a:spLocks noChangeArrowheads="1"/>
          </p:cNvSpPr>
          <p:nvPr/>
        </p:nvSpPr>
        <p:spPr bwMode="auto">
          <a:xfrm>
            <a:off x="9904413" y="4110038"/>
            <a:ext cx="354012" cy="354012"/>
          </a:xfrm>
          <a:prstGeom prst="rect">
            <a:avLst/>
          </a:prstGeom>
          <a:solidFill>
            <a:srgbClr val="0000FF">
              <a:alpha val="50195"/>
            </a:srgbClr>
          </a:solidFill>
          <a:ln w="9525">
            <a:solidFill>
              <a:srgbClr val="0000FF"/>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20921" name="Line 89">
            <a:extLst>
              <a:ext uri="{FF2B5EF4-FFF2-40B4-BE49-F238E27FC236}">
                <a16:creationId xmlns:a16="http://schemas.microsoft.com/office/drawing/2014/main" id="{3CEB441A-57CF-44AB-84F7-59B27E923DC7}"/>
              </a:ext>
            </a:extLst>
          </p:cNvPr>
          <p:cNvSpPr>
            <a:spLocks noChangeShapeType="1"/>
          </p:cNvSpPr>
          <p:nvPr/>
        </p:nvSpPr>
        <p:spPr bwMode="auto">
          <a:xfrm>
            <a:off x="7239000" y="4267200"/>
            <a:ext cx="533400" cy="0"/>
          </a:xfrm>
          <a:prstGeom prst="line">
            <a:avLst/>
          </a:prstGeom>
          <a:noFill/>
          <a:ln w="5715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0922" name="Line 90">
            <a:extLst>
              <a:ext uri="{FF2B5EF4-FFF2-40B4-BE49-F238E27FC236}">
                <a16:creationId xmlns:a16="http://schemas.microsoft.com/office/drawing/2014/main" id="{CBA0E747-DAC5-439D-B59A-E0700EA3142A}"/>
              </a:ext>
            </a:extLst>
          </p:cNvPr>
          <p:cNvSpPr>
            <a:spLocks noChangeShapeType="1"/>
          </p:cNvSpPr>
          <p:nvPr/>
        </p:nvSpPr>
        <p:spPr bwMode="auto">
          <a:xfrm>
            <a:off x="8763000" y="4267200"/>
            <a:ext cx="457200" cy="0"/>
          </a:xfrm>
          <a:prstGeom prst="line">
            <a:avLst/>
          </a:prstGeom>
          <a:noFill/>
          <a:ln w="5715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0923" name="Rectangle 91">
            <a:extLst>
              <a:ext uri="{FF2B5EF4-FFF2-40B4-BE49-F238E27FC236}">
                <a16:creationId xmlns:a16="http://schemas.microsoft.com/office/drawing/2014/main" id="{03E63FF6-1A6E-48E8-96B9-7E636F537410}"/>
              </a:ext>
            </a:extLst>
          </p:cNvPr>
          <p:cNvSpPr>
            <a:spLocks noChangeArrowheads="1"/>
          </p:cNvSpPr>
          <p:nvPr/>
        </p:nvSpPr>
        <p:spPr bwMode="auto">
          <a:xfrm>
            <a:off x="1882775" y="4076700"/>
            <a:ext cx="10668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20924" name="Line 92">
            <a:extLst>
              <a:ext uri="{FF2B5EF4-FFF2-40B4-BE49-F238E27FC236}">
                <a16:creationId xmlns:a16="http://schemas.microsoft.com/office/drawing/2014/main" id="{34A382C8-019B-4DEF-B645-6579337C1E39}"/>
              </a:ext>
            </a:extLst>
          </p:cNvPr>
          <p:cNvSpPr>
            <a:spLocks noChangeShapeType="1"/>
          </p:cNvSpPr>
          <p:nvPr/>
        </p:nvSpPr>
        <p:spPr bwMode="auto">
          <a:xfrm>
            <a:off x="2568575" y="407670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0925" name="Text Box 93">
            <a:extLst>
              <a:ext uri="{FF2B5EF4-FFF2-40B4-BE49-F238E27FC236}">
                <a16:creationId xmlns:a16="http://schemas.microsoft.com/office/drawing/2014/main" id="{24B49DDE-7195-48D8-9518-62276EC3E61A}"/>
              </a:ext>
            </a:extLst>
          </p:cNvPr>
          <p:cNvSpPr txBox="1">
            <a:spLocks noChangeArrowheads="1"/>
          </p:cNvSpPr>
          <p:nvPr/>
        </p:nvSpPr>
        <p:spPr bwMode="auto">
          <a:xfrm>
            <a:off x="1866900" y="4041775"/>
            <a:ext cx="1085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TW" sz="2400">
                <a:latin typeface="Times New Roman" panose="02020603050405020304" pitchFamily="18" charset="0"/>
                <a:ea typeface="PMingLiU" panose="02020500000000000000" pitchFamily="18" charset="-120"/>
              </a:rPr>
              <a:t>  15    </a:t>
            </a:r>
            <a:r>
              <a:rPr kumimoji="1" lang="en-US" altLang="zh-TW" sz="2400">
                <a:latin typeface="Times New Roman" panose="02020603050405020304" pitchFamily="18" charset="0"/>
                <a:ea typeface="PMingLiU" panose="02020500000000000000" pitchFamily="18" charset="-120"/>
                <a:sym typeface="Wingdings" panose="05000000000000000000" pitchFamily="2" charset="2"/>
              </a:rPr>
              <a:t></a:t>
            </a:r>
            <a:endParaRPr kumimoji="1" lang="en-US" altLang="zh-TW" sz="2400">
              <a:latin typeface="Times New Roman" panose="02020603050405020304" pitchFamily="18" charset="0"/>
              <a:ea typeface="PMingLiU" panose="02020500000000000000" pitchFamily="18" charset="-120"/>
            </a:endParaRPr>
          </a:p>
        </p:txBody>
      </p:sp>
      <p:sp>
        <p:nvSpPr>
          <p:cNvPr id="120926" name="Rectangle 94">
            <a:extLst>
              <a:ext uri="{FF2B5EF4-FFF2-40B4-BE49-F238E27FC236}">
                <a16:creationId xmlns:a16="http://schemas.microsoft.com/office/drawing/2014/main" id="{8B4C4EDC-2839-4323-9CC1-92FDAC4CAD26}"/>
              </a:ext>
            </a:extLst>
          </p:cNvPr>
          <p:cNvSpPr>
            <a:spLocks noChangeArrowheads="1"/>
          </p:cNvSpPr>
          <p:nvPr/>
        </p:nvSpPr>
        <p:spPr bwMode="auto">
          <a:xfrm>
            <a:off x="2582863" y="4097338"/>
            <a:ext cx="354012" cy="354012"/>
          </a:xfrm>
          <a:prstGeom prst="rect">
            <a:avLst/>
          </a:prstGeom>
          <a:solidFill>
            <a:srgbClr val="0000FF">
              <a:alpha val="50195"/>
            </a:srgbClr>
          </a:solidFill>
          <a:ln w="9525">
            <a:solidFill>
              <a:srgbClr val="0000FF"/>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20927" name="Rectangle 95">
            <a:extLst>
              <a:ext uri="{FF2B5EF4-FFF2-40B4-BE49-F238E27FC236}">
                <a16:creationId xmlns:a16="http://schemas.microsoft.com/office/drawing/2014/main" id="{88317C57-50F5-4497-BE0F-415E646177B6}"/>
              </a:ext>
            </a:extLst>
          </p:cNvPr>
          <p:cNvSpPr>
            <a:spLocks noChangeArrowheads="1"/>
          </p:cNvSpPr>
          <p:nvPr/>
        </p:nvSpPr>
        <p:spPr bwMode="auto">
          <a:xfrm>
            <a:off x="3346450" y="4073525"/>
            <a:ext cx="10668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20928" name="Line 96">
            <a:extLst>
              <a:ext uri="{FF2B5EF4-FFF2-40B4-BE49-F238E27FC236}">
                <a16:creationId xmlns:a16="http://schemas.microsoft.com/office/drawing/2014/main" id="{4F9C4F13-D540-4322-9DB9-9B5F2CDEA0BF}"/>
              </a:ext>
            </a:extLst>
          </p:cNvPr>
          <p:cNvSpPr>
            <a:spLocks noChangeShapeType="1"/>
          </p:cNvSpPr>
          <p:nvPr/>
        </p:nvSpPr>
        <p:spPr bwMode="auto">
          <a:xfrm>
            <a:off x="4032250" y="4073525"/>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0929" name="Text Box 97">
            <a:extLst>
              <a:ext uri="{FF2B5EF4-FFF2-40B4-BE49-F238E27FC236}">
                <a16:creationId xmlns:a16="http://schemas.microsoft.com/office/drawing/2014/main" id="{319FFD64-81A5-4EA3-ACF8-06E197B4D711}"/>
              </a:ext>
            </a:extLst>
          </p:cNvPr>
          <p:cNvSpPr txBox="1">
            <a:spLocks noChangeArrowheads="1"/>
          </p:cNvSpPr>
          <p:nvPr/>
        </p:nvSpPr>
        <p:spPr bwMode="auto">
          <a:xfrm>
            <a:off x="3330575" y="4038600"/>
            <a:ext cx="1009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TW" sz="2400">
                <a:latin typeface="Times New Roman" panose="02020603050405020304" pitchFamily="18" charset="0"/>
                <a:ea typeface="PMingLiU" panose="02020500000000000000" pitchFamily="18" charset="-120"/>
              </a:rPr>
              <a:t>  5     </a:t>
            </a:r>
            <a:r>
              <a:rPr kumimoji="1" lang="en-US" altLang="zh-TW" sz="2400">
                <a:latin typeface="Times New Roman" panose="02020603050405020304" pitchFamily="18" charset="0"/>
                <a:ea typeface="PMingLiU" panose="02020500000000000000" pitchFamily="18" charset="-120"/>
                <a:sym typeface="Wingdings" panose="05000000000000000000" pitchFamily="2" charset="2"/>
              </a:rPr>
              <a:t></a:t>
            </a:r>
            <a:endParaRPr kumimoji="1" lang="en-US" altLang="zh-TW" sz="2400">
              <a:latin typeface="Times New Roman" panose="02020603050405020304" pitchFamily="18" charset="0"/>
              <a:ea typeface="PMingLiU" panose="02020500000000000000" pitchFamily="18" charset="-120"/>
            </a:endParaRPr>
          </a:p>
        </p:txBody>
      </p:sp>
      <p:sp>
        <p:nvSpPr>
          <p:cNvPr id="120930" name="Rectangle 98">
            <a:extLst>
              <a:ext uri="{FF2B5EF4-FFF2-40B4-BE49-F238E27FC236}">
                <a16:creationId xmlns:a16="http://schemas.microsoft.com/office/drawing/2014/main" id="{34251E20-6E1F-4FC4-BEBC-46D126AD8A63}"/>
              </a:ext>
            </a:extLst>
          </p:cNvPr>
          <p:cNvSpPr>
            <a:spLocks noChangeArrowheads="1"/>
          </p:cNvSpPr>
          <p:nvPr/>
        </p:nvSpPr>
        <p:spPr bwMode="auto">
          <a:xfrm>
            <a:off x="4046538" y="4094163"/>
            <a:ext cx="354012" cy="354012"/>
          </a:xfrm>
          <a:prstGeom prst="rect">
            <a:avLst/>
          </a:prstGeom>
          <a:solidFill>
            <a:srgbClr val="0000FF">
              <a:alpha val="50195"/>
            </a:srgbClr>
          </a:solidFill>
          <a:ln w="9525">
            <a:solidFill>
              <a:srgbClr val="0000FF"/>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20931" name="Line 99">
            <a:extLst>
              <a:ext uri="{FF2B5EF4-FFF2-40B4-BE49-F238E27FC236}">
                <a16:creationId xmlns:a16="http://schemas.microsoft.com/office/drawing/2014/main" id="{39EEDF62-1685-44DA-B4BE-FF38770F7AEB}"/>
              </a:ext>
            </a:extLst>
          </p:cNvPr>
          <p:cNvSpPr>
            <a:spLocks noChangeShapeType="1"/>
          </p:cNvSpPr>
          <p:nvPr/>
        </p:nvSpPr>
        <p:spPr bwMode="auto">
          <a:xfrm>
            <a:off x="2901950" y="4270375"/>
            <a:ext cx="457200" cy="0"/>
          </a:xfrm>
          <a:prstGeom prst="line">
            <a:avLst/>
          </a:prstGeom>
          <a:noFill/>
          <a:ln w="5715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0932" name="Line 100">
            <a:extLst>
              <a:ext uri="{FF2B5EF4-FFF2-40B4-BE49-F238E27FC236}">
                <a16:creationId xmlns:a16="http://schemas.microsoft.com/office/drawing/2014/main" id="{9225E2BB-AF85-446A-A209-313F331C7E82}"/>
              </a:ext>
            </a:extLst>
          </p:cNvPr>
          <p:cNvSpPr>
            <a:spLocks noChangeShapeType="1"/>
          </p:cNvSpPr>
          <p:nvPr/>
        </p:nvSpPr>
        <p:spPr bwMode="auto">
          <a:xfrm flipV="1">
            <a:off x="4333875" y="4298951"/>
            <a:ext cx="533400" cy="3175"/>
          </a:xfrm>
          <a:prstGeom prst="line">
            <a:avLst/>
          </a:prstGeom>
          <a:noFill/>
          <a:ln w="5715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0933" name="Line 101">
            <a:extLst>
              <a:ext uri="{FF2B5EF4-FFF2-40B4-BE49-F238E27FC236}">
                <a16:creationId xmlns:a16="http://schemas.microsoft.com/office/drawing/2014/main" id="{6708D710-3345-4649-9A4B-9B4F120ECE12}"/>
              </a:ext>
            </a:extLst>
          </p:cNvPr>
          <p:cNvSpPr>
            <a:spLocks noChangeShapeType="1"/>
          </p:cNvSpPr>
          <p:nvPr/>
        </p:nvSpPr>
        <p:spPr bwMode="auto">
          <a:xfrm>
            <a:off x="5797550" y="4267200"/>
            <a:ext cx="457200" cy="0"/>
          </a:xfrm>
          <a:prstGeom prst="line">
            <a:avLst/>
          </a:prstGeom>
          <a:noFill/>
          <a:ln w="5715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0934" name="Text Box 102">
            <a:extLst>
              <a:ext uri="{FF2B5EF4-FFF2-40B4-BE49-F238E27FC236}">
                <a16:creationId xmlns:a16="http://schemas.microsoft.com/office/drawing/2014/main" id="{19A07DCD-07F1-419E-A17B-74130A2FF2BE}"/>
              </a:ext>
            </a:extLst>
          </p:cNvPr>
          <p:cNvSpPr txBox="1">
            <a:spLocks noChangeArrowheads="1"/>
          </p:cNvSpPr>
          <p:nvPr/>
        </p:nvSpPr>
        <p:spPr bwMode="auto">
          <a:xfrm>
            <a:off x="1987550" y="4876801"/>
            <a:ext cx="1066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en-US" sz="1800"/>
              <a:t>Head</a:t>
            </a:r>
          </a:p>
        </p:txBody>
      </p:sp>
      <p:sp>
        <p:nvSpPr>
          <p:cNvPr id="120935" name="Line 103">
            <a:extLst>
              <a:ext uri="{FF2B5EF4-FFF2-40B4-BE49-F238E27FC236}">
                <a16:creationId xmlns:a16="http://schemas.microsoft.com/office/drawing/2014/main" id="{DC2B71EC-4D51-4D2E-9D11-2EB226C2CA19}"/>
              </a:ext>
            </a:extLst>
          </p:cNvPr>
          <p:cNvSpPr>
            <a:spLocks noChangeShapeType="1"/>
          </p:cNvSpPr>
          <p:nvPr/>
        </p:nvSpPr>
        <p:spPr bwMode="auto">
          <a:xfrm flipV="1">
            <a:off x="2216150" y="4435475"/>
            <a:ext cx="0" cy="5334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0936" name="Text Box 104">
            <a:extLst>
              <a:ext uri="{FF2B5EF4-FFF2-40B4-BE49-F238E27FC236}">
                <a16:creationId xmlns:a16="http://schemas.microsoft.com/office/drawing/2014/main" id="{D6B58EC3-D61F-460A-97DE-258585B837AA}"/>
              </a:ext>
            </a:extLst>
          </p:cNvPr>
          <p:cNvSpPr txBox="1">
            <a:spLocks noChangeArrowheads="1"/>
          </p:cNvSpPr>
          <p:nvPr/>
        </p:nvSpPr>
        <p:spPr bwMode="auto">
          <a:xfrm>
            <a:off x="9220200" y="4860926"/>
            <a:ext cx="1066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en-US" sz="1800"/>
              <a:t>Tail</a:t>
            </a:r>
          </a:p>
        </p:txBody>
      </p:sp>
      <p:sp>
        <p:nvSpPr>
          <p:cNvPr id="120937" name="Line 105">
            <a:extLst>
              <a:ext uri="{FF2B5EF4-FFF2-40B4-BE49-F238E27FC236}">
                <a16:creationId xmlns:a16="http://schemas.microsoft.com/office/drawing/2014/main" id="{1183E088-6DE3-4C93-913F-EE71F0AAFF20}"/>
              </a:ext>
            </a:extLst>
          </p:cNvPr>
          <p:cNvSpPr>
            <a:spLocks noChangeShapeType="1"/>
          </p:cNvSpPr>
          <p:nvPr/>
        </p:nvSpPr>
        <p:spPr bwMode="auto">
          <a:xfrm flipV="1">
            <a:off x="9448800" y="4419600"/>
            <a:ext cx="0" cy="5334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2" name="Group 134">
            <a:extLst>
              <a:ext uri="{FF2B5EF4-FFF2-40B4-BE49-F238E27FC236}">
                <a16:creationId xmlns:a16="http://schemas.microsoft.com/office/drawing/2014/main" id="{18DFE649-8D4E-4142-86FD-692DD42EDF6B}"/>
              </a:ext>
            </a:extLst>
          </p:cNvPr>
          <p:cNvGrpSpPr>
            <a:grpSpLocks/>
          </p:cNvGrpSpPr>
          <p:nvPr/>
        </p:nvGrpSpPr>
        <p:grpSpPr bwMode="auto">
          <a:xfrm>
            <a:off x="10213976" y="2362200"/>
            <a:ext cx="454025" cy="304800"/>
            <a:chOff x="2208" y="3408"/>
            <a:chExt cx="286" cy="192"/>
          </a:xfrm>
        </p:grpSpPr>
        <p:sp>
          <p:nvSpPr>
            <p:cNvPr id="28745" name="Line 130">
              <a:extLst>
                <a:ext uri="{FF2B5EF4-FFF2-40B4-BE49-F238E27FC236}">
                  <a16:creationId xmlns:a16="http://schemas.microsoft.com/office/drawing/2014/main" id="{A6FC57CB-6F96-4965-8175-B81B26618FAB}"/>
                </a:ext>
              </a:extLst>
            </p:cNvPr>
            <p:cNvSpPr>
              <a:spLocks noChangeShapeType="1"/>
            </p:cNvSpPr>
            <p:nvPr/>
          </p:nvSpPr>
          <p:spPr bwMode="auto">
            <a:xfrm>
              <a:off x="2208" y="3408"/>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46" name="Line 131">
              <a:extLst>
                <a:ext uri="{FF2B5EF4-FFF2-40B4-BE49-F238E27FC236}">
                  <a16:creationId xmlns:a16="http://schemas.microsoft.com/office/drawing/2014/main" id="{0DD71988-0352-48C8-970A-829F64518C93}"/>
                </a:ext>
              </a:extLst>
            </p:cNvPr>
            <p:cNvSpPr>
              <a:spLocks noChangeShapeType="1"/>
            </p:cNvSpPr>
            <p:nvPr/>
          </p:nvSpPr>
          <p:spPr bwMode="auto">
            <a:xfrm>
              <a:off x="2400" y="3408"/>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47" name="Line 132">
              <a:extLst>
                <a:ext uri="{FF2B5EF4-FFF2-40B4-BE49-F238E27FC236}">
                  <a16:creationId xmlns:a16="http://schemas.microsoft.com/office/drawing/2014/main" id="{6751F6EF-95CC-452C-9040-E3F37B683676}"/>
                </a:ext>
              </a:extLst>
            </p:cNvPr>
            <p:cNvSpPr>
              <a:spLocks noChangeShapeType="1"/>
            </p:cNvSpPr>
            <p:nvPr/>
          </p:nvSpPr>
          <p:spPr bwMode="auto">
            <a:xfrm>
              <a:off x="2302" y="3552"/>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48" name="Line 133">
              <a:extLst>
                <a:ext uri="{FF2B5EF4-FFF2-40B4-BE49-F238E27FC236}">
                  <a16:creationId xmlns:a16="http://schemas.microsoft.com/office/drawing/2014/main" id="{E7106181-F32E-4C83-8247-E26CE1B8530F}"/>
                </a:ext>
              </a:extLst>
            </p:cNvPr>
            <p:cNvSpPr>
              <a:spLocks noChangeShapeType="1"/>
            </p:cNvSpPr>
            <p:nvPr/>
          </p:nvSpPr>
          <p:spPr bwMode="auto">
            <a:xfrm>
              <a:off x="2352" y="3600"/>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 name="Group 135">
            <a:extLst>
              <a:ext uri="{FF2B5EF4-FFF2-40B4-BE49-F238E27FC236}">
                <a16:creationId xmlns:a16="http://schemas.microsoft.com/office/drawing/2014/main" id="{A49C9537-099F-4951-9A3F-EB9019362076}"/>
              </a:ext>
            </a:extLst>
          </p:cNvPr>
          <p:cNvGrpSpPr>
            <a:grpSpLocks/>
          </p:cNvGrpSpPr>
          <p:nvPr/>
        </p:nvGrpSpPr>
        <p:grpSpPr bwMode="auto">
          <a:xfrm>
            <a:off x="10172701" y="4314825"/>
            <a:ext cx="454025" cy="304800"/>
            <a:chOff x="2208" y="3408"/>
            <a:chExt cx="286" cy="192"/>
          </a:xfrm>
        </p:grpSpPr>
        <p:sp>
          <p:nvSpPr>
            <p:cNvPr id="28741" name="Line 136">
              <a:extLst>
                <a:ext uri="{FF2B5EF4-FFF2-40B4-BE49-F238E27FC236}">
                  <a16:creationId xmlns:a16="http://schemas.microsoft.com/office/drawing/2014/main" id="{DCB72244-56E8-4C12-8399-2879642DFCA9}"/>
                </a:ext>
              </a:extLst>
            </p:cNvPr>
            <p:cNvSpPr>
              <a:spLocks noChangeShapeType="1"/>
            </p:cNvSpPr>
            <p:nvPr/>
          </p:nvSpPr>
          <p:spPr bwMode="auto">
            <a:xfrm>
              <a:off x="2208" y="3408"/>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42" name="Line 137">
              <a:extLst>
                <a:ext uri="{FF2B5EF4-FFF2-40B4-BE49-F238E27FC236}">
                  <a16:creationId xmlns:a16="http://schemas.microsoft.com/office/drawing/2014/main" id="{3570A017-8794-4960-9350-1A15E61DFBC6}"/>
                </a:ext>
              </a:extLst>
            </p:cNvPr>
            <p:cNvSpPr>
              <a:spLocks noChangeShapeType="1"/>
            </p:cNvSpPr>
            <p:nvPr/>
          </p:nvSpPr>
          <p:spPr bwMode="auto">
            <a:xfrm>
              <a:off x="2400" y="3408"/>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43" name="Line 138">
              <a:extLst>
                <a:ext uri="{FF2B5EF4-FFF2-40B4-BE49-F238E27FC236}">
                  <a16:creationId xmlns:a16="http://schemas.microsoft.com/office/drawing/2014/main" id="{7C40501A-74B6-43F0-855C-C340FD3A3984}"/>
                </a:ext>
              </a:extLst>
            </p:cNvPr>
            <p:cNvSpPr>
              <a:spLocks noChangeShapeType="1"/>
            </p:cNvSpPr>
            <p:nvPr/>
          </p:nvSpPr>
          <p:spPr bwMode="auto">
            <a:xfrm>
              <a:off x="2302" y="3552"/>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44" name="Line 139">
              <a:extLst>
                <a:ext uri="{FF2B5EF4-FFF2-40B4-BE49-F238E27FC236}">
                  <a16:creationId xmlns:a16="http://schemas.microsoft.com/office/drawing/2014/main" id="{55DABE04-A2CB-4C50-B106-7F666D6163AD}"/>
                </a:ext>
              </a:extLst>
            </p:cNvPr>
            <p:cNvSpPr>
              <a:spLocks noChangeShapeType="1"/>
            </p:cNvSpPr>
            <p:nvPr/>
          </p:nvSpPr>
          <p:spPr bwMode="auto">
            <a:xfrm>
              <a:off x="2352" y="3600"/>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0872"/>
                                        </p:tgtEl>
                                        <p:attrNameLst>
                                          <p:attrName>style.visibility</p:attrName>
                                        </p:attrNameLst>
                                      </p:cBhvr>
                                      <p:to>
                                        <p:strVal val="visible"/>
                                      </p:to>
                                    </p:set>
                                    <p:anim calcmode="lin" valueType="num">
                                      <p:cBhvr additive="base">
                                        <p:cTn id="7" dur="500" fill="hold"/>
                                        <p:tgtEl>
                                          <p:spTgt spid="120872"/>
                                        </p:tgtEl>
                                        <p:attrNameLst>
                                          <p:attrName>ppt_x</p:attrName>
                                        </p:attrNameLst>
                                      </p:cBhvr>
                                      <p:tavLst>
                                        <p:tav tm="0">
                                          <p:val>
                                            <p:strVal val="#ppt_x"/>
                                          </p:val>
                                        </p:tav>
                                        <p:tav tm="100000">
                                          <p:val>
                                            <p:strVal val="#ppt_x"/>
                                          </p:val>
                                        </p:tav>
                                      </p:tavLst>
                                    </p:anim>
                                    <p:anim calcmode="lin" valueType="num">
                                      <p:cBhvr additive="base">
                                        <p:cTn id="8" dur="500" fill="hold"/>
                                        <p:tgtEl>
                                          <p:spTgt spid="12087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20873"/>
                                        </p:tgtEl>
                                        <p:attrNameLst>
                                          <p:attrName>style.visibility</p:attrName>
                                        </p:attrNameLst>
                                      </p:cBhvr>
                                      <p:to>
                                        <p:strVal val="visible"/>
                                      </p:to>
                                    </p:set>
                                    <p:anim calcmode="lin" valueType="num">
                                      <p:cBhvr additive="base">
                                        <p:cTn id="11" dur="500" fill="hold"/>
                                        <p:tgtEl>
                                          <p:spTgt spid="120873"/>
                                        </p:tgtEl>
                                        <p:attrNameLst>
                                          <p:attrName>ppt_x</p:attrName>
                                        </p:attrNameLst>
                                      </p:cBhvr>
                                      <p:tavLst>
                                        <p:tav tm="0">
                                          <p:val>
                                            <p:strVal val="#ppt_x"/>
                                          </p:val>
                                        </p:tav>
                                        <p:tav tm="100000">
                                          <p:val>
                                            <p:strVal val="#ppt_x"/>
                                          </p:val>
                                        </p:tav>
                                      </p:tavLst>
                                    </p:anim>
                                    <p:anim calcmode="lin" valueType="num">
                                      <p:cBhvr additive="base">
                                        <p:cTn id="12" dur="500" fill="hold"/>
                                        <p:tgtEl>
                                          <p:spTgt spid="12087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20874"/>
                                        </p:tgtEl>
                                        <p:attrNameLst>
                                          <p:attrName>style.visibility</p:attrName>
                                        </p:attrNameLst>
                                      </p:cBhvr>
                                      <p:to>
                                        <p:strVal val="visible"/>
                                      </p:to>
                                    </p:set>
                                    <p:anim calcmode="lin" valueType="num">
                                      <p:cBhvr additive="base">
                                        <p:cTn id="15" dur="500" fill="hold"/>
                                        <p:tgtEl>
                                          <p:spTgt spid="120874"/>
                                        </p:tgtEl>
                                        <p:attrNameLst>
                                          <p:attrName>ppt_x</p:attrName>
                                        </p:attrNameLst>
                                      </p:cBhvr>
                                      <p:tavLst>
                                        <p:tav tm="0">
                                          <p:val>
                                            <p:strVal val="#ppt_x"/>
                                          </p:val>
                                        </p:tav>
                                        <p:tav tm="100000">
                                          <p:val>
                                            <p:strVal val="#ppt_x"/>
                                          </p:val>
                                        </p:tav>
                                      </p:tavLst>
                                    </p:anim>
                                    <p:anim calcmode="lin" valueType="num">
                                      <p:cBhvr additive="base">
                                        <p:cTn id="16" dur="500" fill="hold"/>
                                        <p:tgtEl>
                                          <p:spTgt spid="120874"/>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20875"/>
                                        </p:tgtEl>
                                        <p:attrNameLst>
                                          <p:attrName>style.visibility</p:attrName>
                                        </p:attrNameLst>
                                      </p:cBhvr>
                                      <p:to>
                                        <p:strVal val="visible"/>
                                      </p:to>
                                    </p:set>
                                    <p:anim calcmode="lin" valueType="num">
                                      <p:cBhvr additive="base">
                                        <p:cTn id="19" dur="500" fill="hold"/>
                                        <p:tgtEl>
                                          <p:spTgt spid="120875"/>
                                        </p:tgtEl>
                                        <p:attrNameLst>
                                          <p:attrName>ppt_x</p:attrName>
                                        </p:attrNameLst>
                                      </p:cBhvr>
                                      <p:tavLst>
                                        <p:tav tm="0">
                                          <p:val>
                                            <p:strVal val="#ppt_x"/>
                                          </p:val>
                                        </p:tav>
                                        <p:tav tm="100000">
                                          <p:val>
                                            <p:strVal val="#ppt_x"/>
                                          </p:val>
                                        </p:tav>
                                      </p:tavLst>
                                    </p:anim>
                                    <p:anim calcmode="lin" valueType="num">
                                      <p:cBhvr additive="base">
                                        <p:cTn id="20" dur="500" fill="hold"/>
                                        <p:tgtEl>
                                          <p:spTgt spid="120875"/>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20876"/>
                                        </p:tgtEl>
                                        <p:attrNameLst>
                                          <p:attrName>style.visibility</p:attrName>
                                        </p:attrNameLst>
                                      </p:cBhvr>
                                      <p:to>
                                        <p:strVal val="visible"/>
                                      </p:to>
                                    </p:set>
                                    <p:anim calcmode="lin" valueType="num">
                                      <p:cBhvr additive="base">
                                        <p:cTn id="23" dur="500" fill="hold"/>
                                        <p:tgtEl>
                                          <p:spTgt spid="120876"/>
                                        </p:tgtEl>
                                        <p:attrNameLst>
                                          <p:attrName>ppt_x</p:attrName>
                                        </p:attrNameLst>
                                      </p:cBhvr>
                                      <p:tavLst>
                                        <p:tav tm="0">
                                          <p:val>
                                            <p:strVal val="#ppt_x"/>
                                          </p:val>
                                        </p:tav>
                                        <p:tav tm="100000">
                                          <p:val>
                                            <p:strVal val="#ppt_x"/>
                                          </p:val>
                                        </p:tav>
                                      </p:tavLst>
                                    </p:anim>
                                    <p:anim calcmode="lin" valueType="num">
                                      <p:cBhvr additive="base">
                                        <p:cTn id="24" dur="500" fill="hold"/>
                                        <p:tgtEl>
                                          <p:spTgt spid="120876"/>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20877"/>
                                        </p:tgtEl>
                                        <p:attrNameLst>
                                          <p:attrName>style.visibility</p:attrName>
                                        </p:attrNameLst>
                                      </p:cBhvr>
                                      <p:to>
                                        <p:strVal val="visible"/>
                                      </p:to>
                                    </p:set>
                                    <p:anim calcmode="lin" valueType="num">
                                      <p:cBhvr additive="base">
                                        <p:cTn id="27" dur="500" fill="hold"/>
                                        <p:tgtEl>
                                          <p:spTgt spid="120877"/>
                                        </p:tgtEl>
                                        <p:attrNameLst>
                                          <p:attrName>ppt_x</p:attrName>
                                        </p:attrNameLst>
                                      </p:cBhvr>
                                      <p:tavLst>
                                        <p:tav tm="0">
                                          <p:val>
                                            <p:strVal val="#ppt_x"/>
                                          </p:val>
                                        </p:tav>
                                        <p:tav tm="100000">
                                          <p:val>
                                            <p:strVal val="#ppt_x"/>
                                          </p:val>
                                        </p:tav>
                                      </p:tavLst>
                                    </p:anim>
                                    <p:anim calcmode="lin" valueType="num">
                                      <p:cBhvr additive="base">
                                        <p:cTn id="28" dur="500" fill="hold"/>
                                        <p:tgtEl>
                                          <p:spTgt spid="120877"/>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20878"/>
                                        </p:tgtEl>
                                        <p:attrNameLst>
                                          <p:attrName>style.visibility</p:attrName>
                                        </p:attrNameLst>
                                      </p:cBhvr>
                                      <p:to>
                                        <p:strVal val="visible"/>
                                      </p:to>
                                    </p:set>
                                    <p:anim calcmode="lin" valueType="num">
                                      <p:cBhvr additive="base">
                                        <p:cTn id="31" dur="500" fill="hold"/>
                                        <p:tgtEl>
                                          <p:spTgt spid="120878"/>
                                        </p:tgtEl>
                                        <p:attrNameLst>
                                          <p:attrName>ppt_x</p:attrName>
                                        </p:attrNameLst>
                                      </p:cBhvr>
                                      <p:tavLst>
                                        <p:tav tm="0">
                                          <p:val>
                                            <p:strVal val="#ppt_x"/>
                                          </p:val>
                                        </p:tav>
                                        <p:tav tm="100000">
                                          <p:val>
                                            <p:strVal val="#ppt_x"/>
                                          </p:val>
                                        </p:tav>
                                      </p:tavLst>
                                    </p:anim>
                                    <p:anim calcmode="lin" valueType="num">
                                      <p:cBhvr additive="base">
                                        <p:cTn id="32" dur="500" fill="hold"/>
                                        <p:tgtEl>
                                          <p:spTgt spid="120878"/>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20879"/>
                                        </p:tgtEl>
                                        <p:attrNameLst>
                                          <p:attrName>style.visibility</p:attrName>
                                        </p:attrNameLst>
                                      </p:cBhvr>
                                      <p:to>
                                        <p:strVal val="visible"/>
                                      </p:to>
                                    </p:set>
                                    <p:anim calcmode="lin" valueType="num">
                                      <p:cBhvr additive="base">
                                        <p:cTn id="35" dur="500" fill="hold"/>
                                        <p:tgtEl>
                                          <p:spTgt spid="120879"/>
                                        </p:tgtEl>
                                        <p:attrNameLst>
                                          <p:attrName>ppt_x</p:attrName>
                                        </p:attrNameLst>
                                      </p:cBhvr>
                                      <p:tavLst>
                                        <p:tav tm="0">
                                          <p:val>
                                            <p:strVal val="#ppt_x"/>
                                          </p:val>
                                        </p:tav>
                                        <p:tav tm="100000">
                                          <p:val>
                                            <p:strVal val="#ppt_x"/>
                                          </p:val>
                                        </p:tav>
                                      </p:tavLst>
                                    </p:anim>
                                    <p:anim calcmode="lin" valueType="num">
                                      <p:cBhvr additive="base">
                                        <p:cTn id="36" dur="500" fill="hold"/>
                                        <p:tgtEl>
                                          <p:spTgt spid="120879"/>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20880"/>
                                        </p:tgtEl>
                                        <p:attrNameLst>
                                          <p:attrName>style.visibility</p:attrName>
                                        </p:attrNameLst>
                                      </p:cBhvr>
                                      <p:to>
                                        <p:strVal val="visible"/>
                                      </p:to>
                                    </p:set>
                                    <p:anim calcmode="lin" valueType="num">
                                      <p:cBhvr additive="base">
                                        <p:cTn id="39" dur="500" fill="hold"/>
                                        <p:tgtEl>
                                          <p:spTgt spid="120880"/>
                                        </p:tgtEl>
                                        <p:attrNameLst>
                                          <p:attrName>ppt_x</p:attrName>
                                        </p:attrNameLst>
                                      </p:cBhvr>
                                      <p:tavLst>
                                        <p:tav tm="0">
                                          <p:val>
                                            <p:strVal val="#ppt_x"/>
                                          </p:val>
                                        </p:tav>
                                        <p:tav tm="100000">
                                          <p:val>
                                            <p:strVal val="#ppt_x"/>
                                          </p:val>
                                        </p:tav>
                                      </p:tavLst>
                                    </p:anim>
                                    <p:anim calcmode="lin" valueType="num">
                                      <p:cBhvr additive="base">
                                        <p:cTn id="40" dur="500" fill="hold"/>
                                        <p:tgtEl>
                                          <p:spTgt spid="120880"/>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20881"/>
                                        </p:tgtEl>
                                        <p:attrNameLst>
                                          <p:attrName>style.visibility</p:attrName>
                                        </p:attrNameLst>
                                      </p:cBhvr>
                                      <p:to>
                                        <p:strVal val="visible"/>
                                      </p:to>
                                    </p:set>
                                    <p:anim calcmode="lin" valueType="num">
                                      <p:cBhvr additive="base">
                                        <p:cTn id="43" dur="500" fill="hold"/>
                                        <p:tgtEl>
                                          <p:spTgt spid="120881"/>
                                        </p:tgtEl>
                                        <p:attrNameLst>
                                          <p:attrName>ppt_x</p:attrName>
                                        </p:attrNameLst>
                                      </p:cBhvr>
                                      <p:tavLst>
                                        <p:tav tm="0">
                                          <p:val>
                                            <p:strVal val="#ppt_x"/>
                                          </p:val>
                                        </p:tav>
                                        <p:tav tm="100000">
                                          <p:val>
                                            <p:strVal val="#ppt_x"/>
                                          </p:val>
                                        </p:tav>
                                      </p:tavLst>
                                    </p:anim>
                                    <p:anim calcmode="lin" valueType="num">
                                      <p:cBhvr additive="base">
                                        <p:cTn id="44" dur="500" fill="hold"/>
                                        <p:tgtEl>
                                          <p:spTgt spid="120881"/>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20882"/>
                                        </p:tgtEl>
                                        <p:attrNameLst>
                                          <p:attrName>style.visibility</p:attrName>
                                        </p:attrNameLst>
                                      </p:cBhvr>
                                      <p:to>
                                        <p:strVal val="visible"/>
                                      </p:to>
                                    </p:set>
                                    <p:anim calcmode="lin" valueType="num">
                                      <p:cBhvr additive="base">
                                        <p:cTn id="47" dur="500" fill="hold"/>
                                        <p:tgtEl>
                                          <p:spTgt spid="120882"/>
                                        </p:tgtEl>
                                        <p:attrNameLst>
                                          <p:attrName>ppt_x</p:attrName>
                                        </p:attrNameLst>
                                      </p:cBhvr>
                                      <p:tavLst>
                                        <p:tav tm="0">
                                          <p:val>
                                            <p:strVal val="#ppt_x"/>
                                          </p:val>
                                        </p:tav>
                                        <p:tav tm="100000">
                                          <p:val>
                                            <p:strVal val="#ppt_x"/>
                                          </p:val>
                                        </p:tav>
                                      </p:tavLst>
                                    </p:anim>
                                    <p:anim calcmode="lin" valueType="num">
                                      <p:cBhvr additive="base">
                                        <p:cTn id="48" dur="500" fill="hold"/>
                                        <p:tgtEl>
                                          <p:spTgt spid="120882"/>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20883"/>
                                        </p:tgtEl>
                                        <p:attrNameLst>
                                          <p:attrName>style.visibility</p:attrName>
                                        </p:attrNameLst>
                                      </p:cBhvr>
                                      <p:to>
                                        <p:strVal val="visible"/>
                                      </p:to>
                                    </p:set>
                                    <p:anim calcmode="lin" valueType="num">
                                      <p:cBhvr additive="base">
                                        <p:cTn id="51" dur="500" fill="hold"/>
                                        <p:tgtEl>
                                          <p:spTgt spid="120883"/>
                                        </p:tgtEl>
                                        <p:attrNameLst>
                                          <p:attrName>ppt_x</p:attrName>
                                        </p:attrNameLst>
                                      </p:cBhvr>
                                      <p:tavLst>
                                        <p:tav tm="0">
                                          <p:val>
                                            <p:strVal val="#ppt_x"/>
                                          </p:val>
                                        </p:tav>
                                        <p:tav tm="100000">
                                          <p:val>
                                            <p:strVal val="#ppt_x"/>
                                          </p:val>
                                        </p:tav>
                                      </p:tavLst>
                                    </p:anim>
                                    <p:anim calcmode="lin" valueType="num">
                                      <p:cBhvr additive="base">
                                        <p:cTn id="52" dur="500" fill="hold"/>
                                        <p:tgtEl>
                                          <p:spTgt spid="120883"/>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20884"/>
                                        </p:tgtEl>
                                        <p:attrNameLst>
                                          <p:attrName>style.visibility</p:attrName>
                                        </p:attrNameLst>
                                      </p:cBhvr>
                                      <p:to>
                                        <p:strVal val="visible"/>
                                      </p:to>
                                    </p:set>
                                    <p:anim calcmode="lin" valueType="num">
                                      <p:cBhvr additive="base">
                                        <p:cTn id="55" dur="500" fill="hold"/>
                                        <p:tgtEl>
                                          <p:spTgt spid="120884"/>
                                        </p:tgtEl>
                                        <p:attrNameLst>
                                          <p:attrName>ppt_x</p:attrName>
                                        </p:attrNameLst>
                                      </p:cBhvr>
                                      <p:tavLst>
                                        <p:tav tm="0">
                                          <p:val>
                                            <p:strVal val="#ppt_x"/>
                                          </p:val>
                                        </p:tav>
                                        <p:tav tm="100000">
                                          <p:val>
                                            <p:strVal val="#ppt_x"/>
                                          </p:val>
                                        </p:tav>
                                      </p:tavLst>
                                    </p:anim>
                                    <p:anim calcmode="lin" valueType="num">
                                      <p:cBhvr additive="base">
                                        <p:cTn id="56" dur="500" fill="hold"/>
                                        <p:tgtEl>
                                          <p:spTgt spid="120884"/>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120885"/>
                                        </p:tgtEl>
                                        <p:attrNameLst>
                                          <p:attrName>style.visibility</p:attrName>
                                        </p:attrNameLst>
                                      </p:cBhvr>
                                      <p:to>
                                        <p:strVal val="visible"/>
                                      </p:to>
                                    </p:set>
                                    <p:anim calcmode="lin" valueType="num">
                                      <p:cBhvr additive="base">
                                        <p:cTn id="59" dur="500" fill="hold"/>
                                        <p:tgtEl>
                                          <p:spTgt spid="120885"/>
                                        </p:tgtEl>
                                        <p:attrNameLst>
                                          <p:attrName>ppt_x</p:attrName>
                                        </p:attrNameLst>
                                      </p:cBhvr>
                                      <p:tavLst>
                                        <p:tav tm="0">
                                          <p:val>
                                            <p:strVal val="#ppt_x"/>
                                          </p:val>
                                        </p:tav>
                                        <p:tav tm="100000">
                                          <p:val>
                                            <p:strVal val="#ppt_x"/>
                                          </p:val>
                                        </p:tav>
                                      </p:tavLst>
                                    </p:anim>
                                    <p:anim calcmode="lin" valueType="num">
                                      <p:cBhvr additive="base">
                                        <p:cTn id="60" dur="500" fill="hold"/>
                                        <p:tgtEl>
                                          <p:spTgt spid="120885"/>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120886"/>
                                        </p:tgtEl>
                                        <p:attrNameLst>
                                          <p:attrName>style.visibility</p:attrName>
                                        </p:attrNameLst>
                                      </p:cBhvr>
                                      <p:to>
                                        <p:strVal val="visible"/>
                                      </p:to>
                                    </p:set>
                                    <p:anim calcmode="lin" valueType="num">
                                      <p:cBhvr additive="base">
                                        <p:cTn id="63" dur="500" fill="hold"/>
                                        <p:tgtEl>
                                          <p:spTgt spid="120886"/>
                                        </p:tgtEl>
                                        <p:attrNameLst>
                                          <p:attrName>ppt_x</p:attrName>
                                        </p:attrNameLst>
                                      </p:cBhvr>
                                      <p:tavLst>
                                        <p:tav tm="0">
                                          <p:val>
                                            <p:strVal val="#ppt_x"/>
                                          </p:val>
                                        </p:tav>
                                        <p:tav tm="100000">
                                          <p:val>
                                            <p:strVal val="#ppt_x"/>
                                          </p:val>
                                        </p:tav>
                                      </p:tavLst>
                                    </p:anim>
                                    <p:anim calcmode="lin" valueType="num">
                                      <p:cBhvr additive="base">
                                        <p:cTn id="64" dur="500" fill="hold"/>
                                        <p:tgtEl>
                                          <p:spTgt spid="120886"/>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120887"/>
                                        </p:tgtEl>
                                        <p:attrNameLst>
                                          <p:attrName>style.visibility</p:attrName>
                                        </p:attrNameLst>
                                      </p:cBhvr>
                                      <p:to>
                                        <p:strVal val="visible"/>
                                      </p:to>
                                    </p:set>
                                    <p:anim calcmode="lin" valueType="num">
                                      <p:cBhvr additive="base">
                                        <p:cTn id="67" dur="500" fill="hold"/>
                                        <p:tgtEl>
                                          <p:spTgt spid="120887"/>
                                        </p:tgtEl>
                                        <p:attrNameLst>
                                          <p:attrName>ppt_x</p:attrName>
                                        </p:attrNameLst>
                                      </p:cBhvr>
                                      <p:tavLst>
                                        <p:tav tm="0">
                                          <p:val>
                                            <p:strVal val="#ppt_x"/>
                                          </p:val>
                                        </p:tav>
                                        <p:tav tm="100000">
                                          <p:val>
                                            <p:strVal val="#ppt_x"/>
                                          </p:val>
                                        </p:tav>
                                      </p:tavLst>
                                    </p:anim>
                                    <p:anim calcmode="lin" valueType="num">
                                      <p:cBhvr additive="base">
                                        <p:cTn id="68" dur="500" fill="hold"/>
                                        <p:tgtEl>
                                          <p:spTgt spid="120887"/>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120888"/>
                                        </p:tgtEl>
                                        <p:attrNameLst>
                                          <p:attrName>style.visibility</p:attrName>
                                        </p:attrNameLst>
                                      </p:cBhvr>
                                      <p:to>
                                        <p:strVal val="visible"/>
                                      </p:to>
                                    </p:set>
                                    <p:anim calcmode="lin" valueType="num">
                                      <p:cBhvr additive="base">
                                        <p:cTn id="71" dur="500" fill="hold"/>
                                        <p:tgtEl>
                                          <p:spTgt spid="120888"/>
                                        </p:tgtEl>
                                        <p:attrNameLst>
                                          <p:attrName>ppt_x</p:attrName>
                                        </p:attrNameLst>
                                      </p:cBhvr>
                                      <p:tavLst>
                                        <p:tav tm="0">
                                          <p:val>
                                            <p:strVal val="#ppt_x"/>
                                          </p:val>
                                        </p:tav>
                                        <p:tav tm="100000">
                                          <p:val>
                                            <p:strVal val="#ppt_x"/>
                                          </p:val>
                                        </p:tav>
                                      </p:tavLst>
                                    </p:anim>
                                    <p:anim calcmode="lin" valueType="num">
                                      <p:cBhvr additive="base">
                                        <p:cTn id="72" dur="500" fill="hold"/>
                                        <p:tgtEl>
                                          <p:spTgt spid="120888"/>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120889"/>
                                        </p:tgtEl>
                                        <p:attrNameLst>
                                          <p:attrName>style.visibility</p:attrName>
                                        </p:attrNameLst>
                                      </p:cBhvr>
                                      <p:to>
                                        <p:strVal val="visible"/>
                                      </p:to>
                                    </p:set>
                                    <p:anim calcmode="lin" valueType="num">
                                      <p:cBhvr additive="base">
                                        <p:cTn id="75" dur="500" fill="hold"/>
                                        <p:tgtEl>
                                          <p:spTgt spid="120889"/>
                                        </p:tgtEl>
                                        <p:attrNameLst>
                                          <p:attrName>ppt_x</p:attrName>
                                        </p:attrNameLst>
                                      </p:cBhvr>
                                      <p:tavLst>
                                        <p:tav tm="0">
                                          <p:val>
                                            <p:strVal val="#ppt_x"/>
                                          </p:val>
                                        </p:tav>
                                        <p:tav tm="100000">
                                          <p:val>
                                            <p:strVal val="#ppt_x"/>
                                          </p:val>
                                        </p:tav>
                                      </p:tavLst>
                                    </p:anim>
                                    <p:anim calcmode="lin" valueType="num">
                                      <p:cBhvr additive="base">
                                        <p:cTn id="76" dur="500" fill="hold"/>
                                        <p:tgtEl>
                                          <p:spTgt spid="120889"/>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120890"/>
                                        </p:tgtEl>
                                        <p:attrNameLst>
                                          <p:attrName>style.visibility</p:attrName>
                                        </p:attrNameLst>
                                      </p:cBhvr>
                                      <p:to>
                                        <p:strVal val="visible"/>
                                      </p:to>
                                    </p:set>
                                    <p:anim calcmode="lin" valueType="num">
                                      <p:cBhvr additive="base">
                                        <p:cTn id="79" dur="500" fill="hold"/>
                                        <p:tgtEl>
                                          <p:spTgt spid="120890"/>
                                        </p:tgtEl>
                                        <p:attrNameLst>
                                          <p:attrName>ppt_x</p:attrName>
                                        </p:attrNameLst>
                                      </p:cBhvr>
                                      <p:tavLst>
                                        <p:tav tm="0">
                                          <p:val>
                                            <p:strVal val="#ppt_x"/>
                                          </p:val>
                                        </p:tav>
                                        <p:tav tm="100000">
                                          <p:val>
                                            <p:strVal val="#ppt_x"/>
                                          </p:val>
                                        </p:tav>
                                      </p:tavLst>
                                    </p:anim>
                                    <p:anim calcmode="lin" valueType="num">
                                      <p:cBhvr additive="base">
                                        <p:cTn id="80" dur="500" fill="hold"/>
                                        <p:tgtEl>
                                          <p:spTgt spid="120890"/>
                                        </p:tgtEl>
                                        <p:attrNameLst>
                                          <p:attrName>ppt_y</p:attrName>
                                        </p:attrNameLst>
                                      </p:cBhvr>
                                      <p:tavLst>
                                        <p:tav tm="0">
                                          <p:val>
                                            <p:strVal val="1+#ppt_h/2"/>
                                          </p:val>
                                        </p:tav>
                                        <p:tav tm="100000">
                                          <p:val>
                                            <p:strVal val="#ppt_y"/>
                                          </p:val>
                                        </p:tav>
                                      </p:tavLst>
                                    </p:anim>
                                  </p:childTnLst>
                                </p:cTn>
                              </p:par>
                              <p:par>
                                <p:cTn id="81" presetID="2" presetClass="entr" presetSubtype="4" fill="hold" nodeType="withEffect">
                                  <p:stCondLst>
                                    <p:cond delay="0"/>
                                  </p:stCondLst>
                                  <p:childTnLst>
                                    <p:set>
                                      <p:cBhvr>
                                        <p:cTn id="82" dur="1" fill="hold">
                                          <p:stCondLst>
                                            <p:cond delay="0"/>
                                          </p:stCondLst>
                                        </p:cTn>
                                        <p:tgtEl>
                                          <p:spTgt spid="120891"/>
                                        </p:tgtEl>
                                        <p:attrNameLst>
                                          <p:attrName>style.visibility</p:attrName>
                                        </p:attrNameLst>
                                      </p:cBhvr>
                                      <p:to>
                                        <p:strVal val="visible"/>
                                      </p:to>
                                    </p:set>
                                    <p:anim calcmode="lin" valueType="num">
                                      <p:cBhvr additive="base">
                                        <p:cTn id="83" dur="500" fill="hold"/>
                                        <p:tgtEl>
                                          <p:spTgt spid="120891"/>
                                        </p:tgtEl>
                                        <p:attrNameLst>
                                          <p:attrName>ppt_x</p:attrName>
                                        </p:attrNameLst>
                                      </p:cBhvr>
                                      <p:tavLst>
                                        <p:tav tm="0">
                                          <p:val>
                                            <p:strVal val="#ppt_x"/>
                                          </p:val>
                                        </p:tav>
                                        <p:tav tm="100000">
                                          <p:val>
                                            <p:strVal val="#ppt_x"/>
                                          </p:val>
                                        </p:tav>
                                      </p:tavLst>
                                    </p:anim>
                                    <p:anim calcmode="lin" valueType="num">
                                      <p:cBhvr additive="base">
                                        <p:cTn id="84" dur="500" fill="hold"/>
                                        <p:tgtEl>
                                          <p:spTgt spid="120891"/>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120892"/>
                                        </p:tgtEl>
                                        <p:attrNameLst>
                                          <p:attrName>style.visibility</p:attrName>
                                        </p:attrNameLst>
                                      </p:cBhvr>
                                      <p:to>
                                        <p:strVal val="visible"/>
                                      </p:to>
                                    </p:set>
                                    <p:anim calcmode="lin" valueType="num">
                                      <p:cBhvr additive="base">
                                        <p:cTn id="87" dur="500" fill="hold"/>
                                        <p:tgtEl>
                                          <p:spTgt spid="120892"/>
                                        </p:tgtEl>
                                        <p:attrNameLst>
                                          <p:attrName>ppt_x</p:attrName>
                                        </p:attrNameLst>
                                      </p:cBhvr>
                                      <p:tavLst>
                                        <p:tav tm="0">
                                          <p:val>
                                            <p:strVal val="#ppt_x"/>
                                          </p:val>
                                        </p:tav>
                                        <p:tav tm="100000">
                                          <p:val>
                                            <p:strVal val="#ppt_x"/>
                                          </p:val>
                                        </p:tav>
                                      </p:tavLst>
                                    </p:anim>
                                    <p:anim calcmode="lin" valueType="num">
                                      <p:cBhvr additive="base">
                                        <p:cTn id="88" dur="500" fill="hold"/>
                                        <p:tgtEl>
                                          <p:spTgt spid="120892"/>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120893"/>
                                        </p:tgtEl>
                                        <p:attrNameLst>
                                          <p:attrName>style.visibility</p:attrName>
                                        </p:attrNameLst>
                                      </p:cBhvr>
                                      <p:to>
                                        <p:strVal val="visible"/>
                                      </p:to>
                                    </p:set>
                                    <p:anim calcmode="lin" valueType="num">
                                      <p:cBhvr additive="base">
                                        <p:cTn id="91" dur="500" fill="hold"/>
                                        <p:tgtEl>
                                          <p:spTgt spid="120893"/>
                                        </p:tgtEl>
                                        <p:attrNameLst>
                                          <p:attrName>ppt_x</p:attrName>
                                        </p:attrNameLst>
                                      </p:cBhvr>
                                      <p:tavLst>
                                        <p:tav tm="0">
                                          <p:val>
                                            <p:strVal val="#ppt_x"/>
                                          </p:val>
                                        </p:tav>
                                        <p:tav tm="100000">
                                          <p:val>
                                            <p:strVal val="#ppt_x"/>
                                          </p:val>
                                        </p:tav>
                                      </p:tavLst>
                                    </p:anim>
                                    <p:anim calcmode="lin" valueType="num">
                                      <p:cBhvr additive="base">
                                        <p:cTn id="92" dur="500" fill="hold"/>
                                        <p:tgtEl>
                                          <p:spTgt spid="120893"/>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120894"/>
                                        </p:tgtEl>
                                        <p:attrNameLst>
                                          <p:attrName>style.visibility</p:attrName>
                                        </p:attrNameLst>
                                      </p:cBhvr>
                                      <p:to>
                                        <p:strVal val="visible"/>
                                      </p:to>
                                    </p:set>
                                    <p:anim calcmode="lin" valueType="num">
                                      <p:cBhvr additive="base">
                                        <p:cTn id="95" dur="500" fill="hold"/>
                                        <p:tgtEl>
                                          <p:spTgt spid="120894"/>
                                        </p:tgtEl>
                                        <p:attrNameLst>
                                          <p:attrName>ppt_x</p:attrName>
                                        </p:attrNameLst>
                                      </p:cBhvr>
                                      <p:tavLst>
                                        <p:tav tm="0">
                                          <p:val>
                                            <p:strVal val="#ppt_x"/>
                                          </p:val>
                                        </p:tav>
                                        <p:tav tm="100000">
                                          <p:val>
                                            <p:strVal val="#ppt_x"/>
                                          </p:val>
                                        </p:tav>
                                      </p:tavLst>
                                    </p:anim>
                                    <p:anim calcmode="lin" valueType="num">
                                      <p:cBhvr additive="base">
                                        <p:cTn id="96" dur="500" fill="hold"/>
                                        <p:tgtEl>
                                          <p:spTgt spid="120894"/>
                                        </p:tgtEl>
                                        <p:attrNameLst>
                                          <p:attrName>ppt_y</p:attrName>
                                        </p:attrNameLst>
                                      </p:cBhvr>
                                      <p:tavLst>
                                        <p:tav tm="0">
                                          <p:val>
                                            <p:strVal val="1+#ppt_h/2"/>
                                          </p:val>
                                        </p:tav>
                                        <p:tav tm="100000">
                                          <p:val>
                                            <p:strVal val="#ppt_y"/>
                                          </p:val>
                                        </p:tav>
                                      </p:tavLst>
                                    </p:anim>
                                  </p:childTnLst>
                                </p:cTn>
                              </p:par>
                              <p:par>
                                <p:cTn id="97" presetID="2" presetClass="entr" presetSubtype="4" fill="hold" nodeType="withEffect">
                                  <p:stCondLst>
                                    <p:cond delay="0"/>
                                  </p:stCondLst>
                                  <p:childTnLst>
                                    <p:set>
                                      <p:cBhvr>
                                        <p:cTn id="98" dur="1" fill="hold">
                                          <p:stCondLst>
                                            <p:cond delay="0"/>
                                          </p:stCondLst>
                                        </p:cTn>
                                        <p:tgtEl>
                                          <p:spTgt spid="120895"/>
                                        </p:tgtEl>
                                        <p:attrNameLst>
                                          <p:attrName>style.visibility</p:attrName>
                                        </p:attrNameLst>
                                      </p:cBhvr>
                                      <p:to>
                                        <p:strVal val="visible"/>
                                      </p:to>
                                    </p:set>
                                    <p:anim calcmode="lin" valueType="num">
                                      <p:cBhvr additive="base">
                                        <p:cTn id="99" dur="500" fill="hold"/>
                                        <p:tgtEl>
                                          <p:spTgt spid="120895"/>
                                        </p:tgtEl>
                                        <p:attrNameLst>
                                          <p:attrName>ppt_x</p:attrName>
                                        </p:attrNameLst>
                                      </p:cBhvr>
                                      <p:tavLst>
                                        <p:tav tm="0">
                                          <p:val>
                                            <p:strVal val="#ppt_x"/>
                                          </p:val>
                                        </p:tav>
                                        <p:tav tm="100000">
                                          <p:val>
                                            <p:strVal val="#ppt_x"/>
                                          </p:val>
                                        </p:tav>
                                      </p:tavLst>
                                    </p:anim>
                                    <p:anim calcmode="lin" valueType="num">
                                      <p:cBhvr additive="base">
                                        <p:cTn id="100" dur="500" fill="hold"/>
                                        <p:tgtEl>
                                          <p:spTgt spid="120895"/>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p:stCondLst>
                                    <p:cond delay="0"/>
                                  </p:stCondLst>
                                  <p:childTnLst>
                                    <p:set>
                                      <p:cBhvr>
                                        <p:cTn id="102" dur="1" fill="hold">
                                          <p:stCondLst>
                                            <p:cond delay="0"/>
                                          </p:stCondLst>
                                        </p:cTn>
                                        <p:tgtEl>
                                          <p:spTgt spid="120896"/>
                                        </p:tgtEl>
                                        <p:attrNameLst>
                                          <p:attrName>style.visibility</p:attrName>
                                        </p:attrNameLst>
                                      </p:cBhvr>
                                      <p:to>
                                        <p:strVal val="visible"/>
                                      </p:to>
                                    </p:set>
                                    <p:anim calcmode="lin" valueType="num">
                                      <p:cBhvr additive="base">
                                        <p:cTn id="103" dur="500" fill="hold"/>
                                        <p:tgtEl>
                                          <p:spTgt spid="120896"/>
                                        </p:tgtEl>
                                        <p:attrNameLst>
                                          <p:attrName>ppt_x</p:attrName>
                                        </p:attrNameLst>
                                      </p:cBhvr>
                                      <p:tavLst>
                                        <p:tav tm="0">
                                          <p:val>
                                            <p:strVal val="#ppt_x"/>
                                          </p:val>
                                        </p:tav>
                                        <p:tav tm="100000">
                                          <p:val>
                                            <p:strVal val="#ppt_x"/>
                                          </p:val>
                                        </p:tav>
                                      </p:tavLst>
                                    </p:anim>
                                    <p:anim calcmode="lin" valueType="num">
                                      <p:cBhvr additive="base">
                                        <p:cTn id="104" dur="500" fill="hold"/>
                                        <p:tgtEl>
                                          <p:spTgt spid="120896"/>
                                        </p:tgtEl>
                                        <p:attrNameLst>
                                          <p:attrName>ppt_y</p:attrName>
                                        </p:attrNameLst>
                                      </p:cBhvr>
                                      <p:tavLst>
                                        <p:tav tm="0">
                                          <p:val>
                                            <p:strVal val="1+#ppt_h/2"/>
                                          </p:val>
                                        </p:tav>
                                        <p:tav tm="100000">
                                          <p:val>
                                            <p:strVal val="#ppt_y"/>
                                          </p:val>
                                        </p:tav>
                                      </p:tavLst>
                                    </p:anim>
                                  </p:childTnLst>
                                </p:cTn>
                              </p:par>
                              <p:par>
                                <p:cTn id="105" presetID="2" presetClass="entr" presetSubtype="4" fill="hold" grpId="0" nodeType="withEffect">
                                  <p:stCondLst>
                                    <p:cond delay="0"/>
                                  </p:stCondLst>
                                  <p:childTnLst>
                                    <p:set>
                                      <p:cBhvr>
                                        <p:cTn id="106" dur="1" fill="hold">
                                          <p:stCondLst>
                                            <p:cond delay="0"/>
                                          </p:stCondLst>
                                        </p:cTn>
                                        <p:tgtEl>
                                          <p:spTgt spid="120897"/>
                                        </p:tgtEl>
                                        <p:attrNameLst>
                                          <p:attrName>style.visibility</p:attrName>
                                        </p:attrNameLst>
                                      </p:cBhvr>
                                      <p:to>
                                        <p:strVal val="visible"/>
                                      </p:to>
                                    </p:set>
                                    <p:anim calcmode="lin" valueType="num">
                                      <p:cBhvr additive="base">
                                        <p:cTn id="107" dur="500" fill="hold"/>
                                        <p:tgtEl>
                                          <p:spTgt spid="120897"/>
                                        </p:tgtEl>
                                        <p:attrNameLst>
                                          <p:attrName>ppt_x</p:attrName>
                                        </p:attrNameLst>
                                      </p:cBhvr>
                                      <p:tavLst>
                                        <p:tav tm="0">
                                          <p:val>
                                            <p:strVal val="#ppt_x"/>
                                          </p:val>
                                        </p:tav>
                                        <p:tav tm="100000">
                                          <p:val>
                                            <p:strVal val="#ppt_x"/>
                                          </p:val>
                                        </p:tav>
                                      </p:tavLst>
                                    </p:anim>
                                    <p:anim calcmode="lin" valueType="num">
                                      <p:cBhvr additive="base">
                                        <p:cTn id="108" dur="500" fill="hold"/>
                                        <p:tgtEl>
                                          <p:spTgt spid="120897"/>
                                        </p:tgtEl>
                                        <p:attrNameLst>
                                          <p:attrName>ppt_y</p:attrName>
                                        </p:attrNameLst>
                                      </p:cBhvr>
                                      <p:tavLst>
                                        <p:tav tm="0">
                                          <p:val>
                                            <p:strVal val="1+#ppt_h/2"/>
                                          </p:val>
                                        </p:tav>
                                        <p:tav tm="100000">
                                          <p:val>
                                            <p:strVal val="#ppt_y"/>
                                          </p:val>
                                        </p:tav>
                                      </p:tavLst>
                                    </p:anim>
                                  </p:childTnLst>
                                </p:cTn>
                              </p:par>
                              <p:par>
                                <p:cTn id="109" presetID="2" presetClass="entr" presetSubtype="4" fill="hold" nodeType="withEffect">
                                  <p:stCondLst>
                                    <p:cond delay="0"/>
                                  </p:stCondLst>
                                  <p:childTnLst>
                                    <p:set>
                                      <p:cBhvr>
                                        <p:cTn id="110" dur="1" fill="hold">
                                          <p:stCondLst>
                                            <p:cond delay="0"/>
                                          </p:stCondLst>
                                        </p:cTn>
                                        <p:tgtEl>
                                          <p:spTgt spid="120898"/>
                                        </p:tgtEl>
                                        <p:attrNameLst>
                                          <p:attrName>style.visibility</p:attrName>
                                        </p:attrNameLst>
                                      </p:cBhvr>
                                      <p:to>
                                        <p:strVal val="visible"/>
                                      </p:to>
                                    </p:set>
                                    <p:anim calcmode="lin" valueType="num">
                                      <p:cBhvr additive="base">
                                        <p:cTn id="111" dur="500" fill="hold"/>
                                        <p:tgtEl>
                                          <p:spTgt spid="120898"/>
                                        </p:tgtEl>
                                        <p:attrNameLst>
                                          <p:attrName>ppt_x</p:attrName>
                                        </p:attrNameLst>
                                      </p:cBhvr>
                                      <p:tavLst>
                                        <p:tav tm="0">
                                          <p:val>
                                            <p:strVal val="#ppt_x"/>
                                          </p:val>
                                        </p:tav>
                                        <p:tav tm="100000">
                                          <p:val>
                                            <p:strVal val="#ppt_x"/>
                                          </p:val>
                                        </p:tav>
                                      </p:tavLst>
                                    </p:anim>
                                    <p:anim calcmode="lin" valueType="num">
                                      <p:cBhvr additive="base">
                                        <p:cTn id="112" dur="500" fill="hold"/>
                                        <p:tgtEl>
                                          <p:spTgt spid="120898"/>
                                        </p:tgtEl>
                                        <p:attrNameLst>
                                          <p:attrName>ppt_y</p:attrName>
                                        </p:attrNameLst>
                                      </p:cBhvr>
                                      <p:tavLst>
                                        <p:tav tm="0">
                                          <p:val>
                                            <p:strVal val="1+#ppt_h/2"/>
                                          </p:val>
                                        </p:tav>
                                        <p:tav tm="100000">
                                          <p:val>
                                            <p:strVal val="#ppt_y"/>
                                          </p:val>
                                        </p:tav>
                                      </p:tavLst>
                                    </p:anim>
                                  </p:childTnLst>
                                </p:cTn>
                              </p:par>
                              <p:par>
                                <p:cTn id="113" presetID="2" presetClass="entr" presetSubtype="4" fill="hold" nodeType="withEffect">
                                  <p:stCondLst>
                                    <p:cond delay="0"/>
                                  </p:stCondLst>
                                  <p:childTnLst>
                                    <p:set>
                                      <p:cBhvr>
                                        <p:cTn id="114" dur="1" fill="hold">
                                          <p:stCondLst>
                                            <p:cond delay="0"/>
                                          </p:stCondLst>
                                        </p:cTn>
                                        <p:tgtEl>
                                          <p:spTgt spid="120899"/>
                                        </p:tgtEl>
                                        <p:attrNameLst>
                                          <p:attrName>style.visibility</p:attrName>
                                        </p:attrNameLst>
                                      </p:cBhvr>
                                      <p:to>
                                        <p:strVal val="visible"/>
                                      </p:to>
                                    </p:set>
                                    <p:anim calcmode="lin" valueType="num">
                                      <p:cBhvr additive="base">
                                        <p:cTn id="115" dur="500" fill="hold"/>
                                        <p:tgtEl>
                                          <p:spTgt spid="120899"/>
                                        </p:tgtEl>
                                        <p:attrNameLst>
                                          <p:attrName>ppt_x</p:attrName>
                                        </p:attrNameLst>
                                      </p:cBhvr>
                                      <p:tavLst>
                                        <p:tav tm="0">
                                          <p:val>
                                            <p:strVal val="#ppt_x"/>
                                          </p:val>
                                        </p:tav>
                                        <p:tav tm="100000">
                                          <p:val>
                                            <p:strVal val="#ppt_x"/>
                                          </p:val>
                                        </p:tav>
                                      </p:tavLst>
                                    </p:anim>
                                    <p:anim calcmode="lin" valueType="num">
                                      <p:cBhvr additive="base">
                                        <p:cTn id="116" dur="500" fill="hold"/>
                                        <p:tgtEl>
                                          <p:spTgt spid="120899"/>
                                        </p:tgtEl>
                                        <p:attrNameLst>
                                          <p:attrName>ppt_y</p:attrName>
                                        </p:attrNameLst>
                                      </p:cBhvr>
                                      <p:tavLst>
                                        <p:tav tm="0">
                                          <p:val>
                                            <p:strVal val="1+#ppt_h/2"/>
                                          </p:val>
                                        </p:tav>
                                        <p:tav tm="100000">
                                          <p:val>
                                            <p:strVal val="#ppt_y"/>
                                          </p:val>
                                        </p:tav>
                                      </p:tavLst>
                                    </p:anim>
                                  </p:childTnLst>
                                </p:cTn>
                              </p:par>
                              <p:par>
                                <p:cTn id="117" presetID="2" presetClass="entr" presetSubtype="4" fill="hold" nodeType="withEffect">
                                  <p:stCondLst>
                                    <p:cond delay="0"/>
                                  </p:stCondLst>
                                  <p:childTnLst>
                                    <p:set>
                                      <p:cBhvr>
                                        <p:cTn id="118" dur="1" fill="hold">
                                          <p:stCondLst>
                                            <p:cond delay="0"/>
                                          </p:stCondLst>
                                        </p:cTn>
                                        <p:tgtEl>
                                          <p:spTgt spid="120901"/>
                                        </p:tgtEl>
                                        <p:attrNameLst>
                                          <p:attrName>style.visibility</p:attrName>
                                        </p:attrNameLst>
                                      </p:cBhvr>
                                      <p:to>
                                        <p:strVal val="visible"/>
                                      </p:to>
                                    </p:set>
                                    <p:anim calcmode="lin" valueType="num">
                                      <p:cBhvr additive="base">
                                        <p:cTn id="119" dur="500" fill="hold"/>
                                        <p:tgtEl>
                                          <p:spTgt spid="120901"/>
                                        </p:tgtEl>
                                        <p:attrNameLst>
                                          <p:attrName>ppt_x</p:attrName>
                                        </p:attrNameLst>
                                      </p:cBhvr>
                                      <p:tavLst>
                                        <p:tav tm="0">
                                          <p:val>
                                            <p:strVal val="#ppt_x"/>
                                          </p:val>
                                        </p:tav>
                                        <p:tav tm="100000">
                                          <p:val>
                                            <p:strVal val="#ppt_x"/>
                                          </p:val>
                                        </p:tav>
                                      </p:tavLst>
                                    </p:anim>
                                    <p:anim calcmode="lin" valueType="num">
                                      <p:cBhvr additive="base">
                                        <p:cTn id="120" dur="500" fill="hold"/>
                                        <p:tgtEl>
                                          <p:spTgt spid="120901"/>
                                        </p:tgtEl>
                                        <p:attrNameLst>
                                          <p:attrName>ppt_y</p:attrName>
                                        </p:attrNameLst>
                                      </p:cBhvr>
                                      <p:tavLst>
                                        <p:tav tm="0">
                                          <p:val>
                                            <p:strVal val="1+#ppt_h/2"/>
                                          </p:val>
                                        </p:tav>
                                        <p:tav tm="100000">
                                          <p:val>
                                            <p:strVal val="#ppt_y"/>
                                          </p:val>
                                        </p:tav>
                                      </p:tavLst>
                                    </p:anim>
                                  </p:childTnLst>
                                </p:cTn>
                              </p:par>
                              <p:par>
                                <p:cTn id="121" presetID="2" presetClass="entr" presetSubtype="4" fill="hold" grpId="0" nodeType="withEffect">
                                  <p:stCondLst>
                                    <p:cond delay="0"/>
                                  </p:stCondLst>
                                  <p:childTnLst>
                                    <p:set>
                                      <p:cBhvr>
                                        <p:cTn id="122" dur="1" fill="hold">
                                          <p:stCondLst>
                                            <p:cond delay="0"/>
                                          </p:stCondLst>
                                        </p:cTn>
                                        <p:tgtEl>
                                          <p:spTgt spid="120903"/>
                                        </p:tgtEl>
                                        <p:attrNameLst>
                                          <p:attrName>style.visibility</p:attrName>
                                        </p:attrNameLst>
                                      </p:cBhvr>
                                      <p:to>
                                        <p:strVal val="visible"/>
                                      </p:to>
                                    </p:set>
                                    <p:anim calcmode="lin" valueType="num">
                                      <p:cBhvr additive="base">
                                        <p:cTn id="123" dur="500" fill="hold"/>
                                        <p:tgtEl>
                                          <p:spTgt spid="120903"/>
                                        </p:tgtEl>
                                        <p:attrNameLst>
                                          <p:attrName>ppt_x</p:attrName>
                                        </p:attrNameLst>
                                      </p:cBhvr>
                                      <p:tavLst>
                                        <p:tav tm="0">
                                          <p:val>
                                            <p:strVal val="#ppt_x"/>
                                          </p:val>
                                        </p:tav>
                                        <p:tav tm="100000">
                                          <p:val>
                                            <p:strVal val="#ppt_x"/>
                                          </p:val>
                                        </p:tav>
                                      </p:tavLst>
                                    </p:anim>
                                    <p:anim calcmode="lin" valueType="num">
                                      <p:cBhvr additive="base">
                                        <p:cTn id="124" dur="500" fill="hold"/>
                                        <p:tgtEl>
                                          <p:spTgt spid="120903"/>
                                        </p:tgtEl>
                                        <p:attrNameLst>
                                          <p:attrName>ppt_y</p:attrName>
                                        </p:attrNameLst>
                                      </p:cBhvr>
                                      <p:tavLst>
                                        <p:tav tm="0">
                                          <p:val>
                                            <p:strVal val="1+#ppt_h/2"/>
                                          </p:val>
                                        </p:tav>
                                        <p:tav tm="100000">
                                          <p:val>
                                            <p:strVal val="#ppt_y"/>
                                          </p:val>
                                        </p:tav>
                                      </p:tavLst>
                                    </p:anim>
                                  </p:childTnLst>
                                </p:cTn>
                              </p:par>
                              <p:par>
                                <p:cTn id="125" presetID="2" presetClass="entr" presetSubtype="4" fill="hold" nodeType="withEffect">
                                  <p:stCondLst>
                                    <p:cond delay="0"/>
                                  </p:stCondLst>
                                  <p:childTnLst>
                                    <p:set>
                                      <p:cBhvr>
                                        <p:cTn id="126" dur="1" fill="hold">
                                          <p:stCondLst>
                                            <p:cond delay="0"/>
                                          </p:stCondLst>
                                        </p:cTn>
                                        <p:tgtEl>
                                          <p:spTgt spid="120904"/>
                                        </p:tgtEl>
                                        <p:attrNameLst>
                                          <p:attrName>style.visibility</p:attrName>
                                        </p:attrNameLst>
                                      </p:cBhvr>
                                      <p:to>
                                        <p:strVal val="visible"/>
                                      </p:to>
                                    </p:set>
                                    <p:anim calcmode="lin" valueType="num">
                                      <p:cBhvr additive="base">
                                        <p:cTn id="127" dur="500" fill="hold"/>
                                        <p:tgtEl>
                                          <p:spTgt spid="120904"/>
                                        </p:tgtEl>
                                        <p:attrNameLst>
                                          <p:attrName>ppt_x</p:attrName>
                                        </p:attrNameLst>
                                      </p:cBhvr>
                                      <p:tavLst>
                                        <p:tav tm="0">
                                          <p:val>
                                            <p:strVal val="#ppt_x"/>
                                          </p:val>
                                        </p:tav>
                                        <p:tav tm="100000">
                                          <p:val>
                                            <p:strVal val="#ppt_x"/>
                                          </p:val>
                                        </p:tav>
                                      </p:tavLst>
                                    </p:anim>
                                    <p:anim calcmode="lin" valueType="num">
                                      <p:cBhvr additive="base">
                                        <p:cTn id="128" dur="500" fill="hold"/>
                                        <p:tgtEl>
                                          <p:spTgt spid="120904"/>
                                        </p:tgtEl>
                                        <p:attrNameLst>
                                          <p:attrName>ppt_y</p:attrName>
                                        </p:attrNameLst>
                                      </p:cBhvr>
                                      <p:tavLst>
                                        <p:tav tm="0">
                                          <p:val>
                                            <p:strVal val="1+#ppt_h/2"/>
                                          </p:val>
                                        </p:tav>
                                        <p:tav tm="100000">
                                          <p:val>
                                            <p:strVal val="#ppt_y"/>
                                          </p:val>
                                        </p:tav>
                                      </p:tavLst>
                                    </p:anim>
                                  </p:childTnLst>
                                </p:cTn>
                              </p:par>
                              <p:par>
                                <p:cTn id="129" presetID="2" presetClass="entr" presetSubtype="4" fill="hold" nodeType="withEffect">
                                  <p:stCondLst>
                                    <p:cond delay="0"/>
                                  </p:stCondLst>
                                  <p:childTnLst>
                                    <p:set>
                                      <p:cBhvr>
                                        <p:cTn id="130" dur="1" fill="hold">
                                          <p:stCondLst>
                                            <p:cond delay="0"/>
                                          </p:stCondLst>
                                        </p:cTn>
                                        <p:tgtEl>
                                          <p:spTgt spid="2"/>
                                        </p:tgtEl>
                                        <p:attrNameLst>
                                          <p:attrName>style.visibility</p:attrName>
                                        </p:attrNameLst>
                                      </p:cBhvr>
                                      <p:to>
                                        <p:strVal val="visible"/>
                                      </p:to>
                                    </p:set>
                                    <p:anim calcmode="lin" valueType="num">
                                      <p:cBhvr additive="base">
                                        <p:cTn id="131" dur="500" fill="hold"/>
                                        <p:tgtEl>
                                          <p:spTgt spid="2"/>
                                        </p:tgtEl>
                                        <p:attrNameLst>
                                          <p:attrName>ppt_x</p:attrName>
                                        </p:attrNameLst>
                                      </p:cBhvr>
                                      <p:tavLst>
                                        <p:tav tm="0">
                                          <p:val>
                                            <p:strVal val="#ppt_x"/>
                                          </p:val>
                                        </p:tav>
                                        <p:tav tm="100000">
                                          <p:val>
                                            <p:strVal val="#ppt_x"/>
                                          </p:val>
                                        </p:tav>
                                      </p:tavLst>
                                    </p:anim>
                                    <p:anim calcmode="lin" valueType="num">
                                      <p:cBhvr additive="base">
                                        <p:cTn id="13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33" fill="hold" nodeType="clickPar">
                      <p:stCondLst>
                        <p:cond delay="indefinite"/>
                      </p:stCondLst>
                      <p:childTnLst>
                        <p:par>
                          <p:cTn id="134" fill="hold" nodeType="withGroup">
                            <p:stCondLst>
                              <p:cond delay="0"/>
                            </p:stCondLst>
                            <p:childTnLst>
                              <p:par>
                                <p:cTn id="135" presetID="2" presetClass="entr" presetSubtype="4" fill="hold" grpId="0" nodeType="clickEffect">
                                  <p:stCondLst>
                                    <p:cond delay="0"/>
                                  </p:stCondLst>
                                  <p:childTnLst>
                                    <p:set>
                                      <p:cBhvr>
                                        <p:cTn id="136" dur="1" fill="hold">
                                          <p:stCondLst>
                                            <p:cond delay="0"/>
                                          </p:stCondLst>
                                        </p:cTn>
                                        <p:tgtEl>
                                          <p:spTgt spid="120905"/>
                                        </p:tgtEl>
                                        <p:attrNameLst>
                                          <p:attrName>style.visibility</p:attrName>
                                        </p:attrNameLst>
                                      </p:cBhvr>
                                      <p:to>
                                        <p:strVal val="visible"/>
                                      </p:to>
                                    </p:set>
                                    <p:anim calcmode="lin" valueType="num">
                                      <p:cBhvr additive="base">
                                        <p:cTn id="137" dur="500" fill="hold"/>
                                        <p:tgtEl>
                                          <p:spTgt spid="120905"/>
                                        </p:tgtEl>
                                        <p:attrNameLst>
                                          <p:attrName>ppt_x</p:attrName>
                                        </p:attrNameLst>
                                      </p:cBhvr>
                                      <p:tavLst>
                                        <p:tav tm="0">
                                          <p:val>
                                            <p:strVal val="#ppt_x"/>
                                          </p:val>
                                        </p:tav>
                                        <p:tav tm="100000">
                                          <p:val>
                                            <p:strVal val="#ppt_x"/>
                                          </p:val>
                                        </p:tav>
                                      </p:tavLst>
                                    </p:anim>
                                    <p:anim calcmode="lin" valueType="num">
                                      <p:cBhvr additive="base">
                                        <p:cTn id="138" dur="500" fill="hold"/>
                                        <p:tgtEl>
                                          <p:spTgt spid="120905"/>
                                        </p:tgtEl>
                                        <p:attrNameLst>
                                          <p:attrName>ppt_y</p:attrName>
                                        </p:attrNameLst>
                                      </p:cBhvr>
                                      <p:tavLst>
                                        <p:tav tm="0">
                                          <p:val>
                                            <p:strVal val="1+#ppt_h/2"/>
                                          </p:val>
                                        </p:tav>
                                        <p:tav tm="100000">
                                          <p:val>
                                            <p:strVal val="#ppt_y"/>
                                          </p:val>
                                        </p:tav>
                                      </p:tavLst>
                                    </p:anim>
                                  </p:childTnLst>
                                </p:cTn>
                              </p:par>
                              <p:par>
                                <p:cTn id="139" presetID="2" presetClass="entr" presetSubtype="4" fill="hold" nodeType="withEffect">
                                  <p:stCondLst>
                                    <p:cond delay="0"/>
                                  </p:stCondLst>
                                  <p:childTnLst>
                                    <p:set>
                                      <p:cBhvr>
                                        <p:cTn id="140" dur="1" fill="hold">
                                          <p:stCondLst>
                                            <p:cond delay="0"/>
                                          </p:stCondLst>
                                        </p:cTn>
                                        <p:tgtEl>
                                          <p:spTgt spid="120906"/>
                                        </p:tgtEl>
                                        <p:attrNameLst>
                                          <p:attrName>style.visibility</p:attrName>
                                        </p:attrNameLst>
                                      </p:cBhvr>
                                      <p:to>
                                        <p:strVal val="visible"/>
                                      </p:to>
                                    </p:set>
                                    <p:anim calcmode="lin" valueType="num">
                                      <p:cBhvr additive="base">
                                        <p:cTn id="141" dur="500" fill="hold"/>
                                        <p:tgtEl>
                                          <p:spTgt spid="120906"/>
                                        </p:tgtEl>
                                        <p:attrNameLst>
                                          <p:attrName>ppt_x</p:attrName>
                                        </p:attrNameLst>
                                      </p:cBhvr>
                                      <p:tavLst>
                                        <p:tav tm="0">
                                          <p:val>
                                            <p:strVal val="#ppt_x"/>
                                          </p:val>
                                        </p:tav>
                                        <p:tav tm="100000">
                                          <p:val>
                                            <p:strVal val="#ppt_x"/>
                                          </p:val>
                                        </p:tav>
                                      </p:tavLst>
                                    </p:anim>
                                    <p:anim calcmode="lin" valueType="num">
                                      <p:cBhvr additive="base">
                                        <p:cTn id="142" dur="500" fill="hold"/>
                                        <p:tgtEl>
                                          <p:spTgt spid="120906"/>
                                        </p:tgtEl>
                                        <p:attrNameLst>
                                          <p:attrName>ppt_y</p:attrName>
                                        </p:attrNameLst>
                                      </p:cBhvr>
                                      <p:tavLst>
                                        <p:tav tm="0">
                                          <p:val>
                                            <p:strVal val="1+#ppt_h/2"/>
                                          </p:val>
                                        </p:tav>
                                        <p:tav tm="100000">
                                          <p:val>
                                            <p:strVal val="#ppt_y"/>
                                          </p:val>
                                        </p:tav>
                                      </p:tavLst>
                                    </p:anim>
                                  </p:childTnLst>
                                </p:cTn>
                              </p:par>
                              <p:par>
                                <p:cTn id="143" presetID="2" presetClass="entr" presetSubtype="4" fill="hold" grpId="0" nodeType="withEffect">
                                  <p:stCondLst>
                                    <p:cond delay="0"/>
                                  </p:stCondLst>
                                  <p:childTnLst>
                                    <p:set>
                                      <p:cBhvr>
                                        <p:cTn id="144" dur="1" fill="hold">
                                          <p:stCondLst>
                                            <p:cond delay="0"/>
                                          </p:stCondLst>
                                        </p:cTn>
                                        <p:tgtEl>
                                          <p:spTgt spid="120907"/>
                                        </p:tgtEl>
                                        <p:attrNameLst>
                                          <p:attrName>style.visibility</p:attrName>
                                        </p:attrNameLst>
                                      </p:cBhvr>
                                      <p:to>
                                        <p:strVal val="visible"/>
                                      </p:to>
                                    </p:set>
                                    <p:anim calcmode="lin" valueType="num">
                                      <p:cBhvr additive="base">
                                        <p:cTn id="145" dur="500" fill="hold"/>
                                        <p:tgtEl>
                                          <p:spTgt spid="120907"/>
                                        </p:tgtEl>
                                        <p:attrNameLst>
                                          <p:attrName>ppt_x</p:attrName>
                                        </p:attrNameLst>
                                      </p:cBhvr>
                                      <p:tavLst>
                                        <p:tav tm="0">
                                          <p:val>
                                            <p:strVal val="#ppt_x"/>
                                          </p:val>
                                        </p:tav>
                                        <p:tav tm="100000">
                                          <p:val>
                                            <p:strVal val="#ppt_x"/>
                                          </p:val>
                                        </p:tav>
                                      </p:tavLst>
                                    </p:anim>
                                    <p:anim calcmode="lin" valueType="num">
                                      <p:cBhvr additive="base">
                                        <p:cTn id="146" dur="500" fill="hold"/>
                                        <p:tgtEl>
                                          <p:spTgt spid="120907"/>
                                        </p:tgtEl>
                                        <p:attrNameLst>
                                          <p:attrName>ppt_y</p:attrName>
                                        </p:attrNameLst>
                                      </p:cBhvr>
                                      <p:tavLst>
                                        <p:tav tm="0">
                                          <p:val>
                                            <p:strVal val="1+#ppt_h/2"/>
                                          </p:val>
                                        </p:tav>
                                        <p:tav tm="100000">
                                          <p:val>
                                            <p:strVal val="#ppt_y"/>
                                          </p:val>
                                        </p:tav>
                                      </p:tavLst>
                                    </p:anim>
                                  </p:childTnLst>
                                </p:cTn>
                              </p:par>
                              <p:par>
                                <p:cTn id="147" presetID="2" presetClass="entr" presetSubtype="4" fill="hold" grpId="0" nodeType="withEffect">
                                  <p:stCondLst>
                                    <p:cond delay="0"/>
                                  </p:stCondLst>
                                  <p:childTnLst>
                                    <p:set>
                                      <p:cBhvr>
                                        <p:cTn id="148" dur="1" fill="hold">
                                          <p:stCondLst>
                                            <p:cond delay="0"/>
                                          </p:stCondLst>
                                        </p:cTn>
                                        <p:tgtEl>
                                          <p:spTgt spid="120908"/>
                                        </p:tgtEl>
                                        <p:attrNameLst>
                                          <p:attrName>style.visibility</p:attrName>
                                        </p:attrNameLst>
                                      </p:cBhvr>
                                      <p:to>
                                        <p:strVal val="visible"/>
                                      </p:to>
                                    </p:set>
                                    <p:anim calcmode="lin" valueType="num">
                                      <p:cBhvr additive="base">
                                        <p:cTn id="149" dur="500" fill="hold"/>
                                        <p:tgtEl>
                                          <p:spTgt spid="120908"/>
                                        </p:tgtEl>
                                        <p:attrNameLst>
                                          <p:attrName>ppt_x</p:attrName>
                                        </p:attrNameLst>
                                      </p:cBhvr>
                                      <p:tavLst>
                                        <p:tav tm="0">
                                          <p:val>
                                            <p:strVal val="#ppt_x"/>
                                          </p:val>
                                        </p:tav>
                                        <p:tav tm="100000">
                                          <p:val>
                                            <p:strVal val="#ppt_x"/>
                                          </p:val>
                                        </p:tav>
                                      </p:tavLst>
                                    </p:anim>
                                    <p:anim calcmode="lin" valueType="num">
                                      <p:cBhvr additive="base">
                                        <p:cTn id="150" dur="500" fill="hold"/>
                                        <p:tgtEl>
                                          <p:spTgt spid="120908"/>
                                        </p:tgtEl>
                                        <p:attrNameLst>
                                          <p:attrName>ppt_y</p:attrName>
                                        </p:attrNameLst>
                                      </p:cBhvr>
                                      <p:tavLst>
                                        <p:tav tm="0">
                                          <p:val>
                                            <p:strVal val="1+#ppt_h/2"/>
                                          </p:val>
                                        </p:tav>
                                        <p:tav tm="100000">
                                          <p:val>
                                            <p:strVal val="#ppt_y"/>
                                          </p:val>
                                        </p:tav>
                                      </p:tavLst>
                                    </p:anim>
                                  </p:childTnLst>
                                </p:cTn>
                              </p:par>
                              <p:par>
                                <p:cTn id="151" presetID="2" presetClass="entr" presetSubtype="4" fill="hold" grpId="0" nodeType="withEffect">
                                  <p:stCondLst>
                                    <p:cond delay="0"/>
                                  </p:stCondLst>
                                  <p:childTnLst>
                                    <p:set>
                                      <p:cBhvr>
                                        <p:cTn id="152" dur="1" fill="hold">
                                          <p:stCondLst>
                                            <p:cond delay="0"/>
                                          </p:stCondLst>
                                        </p:cTn>
                                        <p:tgtEl>
                                          <p:spTgt spid="120909"/>
                                        </p:tgtEl>
                                        <p:attrNameLst>
                                          <p:attrName>style.visibility</p:attrName>
                                        </p:attrNameLst>
                                      </p:cBhvr>
                                      <p:to>
                                        <p:strVal val="visible"/>
                                      </p:to>
                                    </p:set>
                                    <p:anim calcmode="lin" valueType="num">
                                      <p:cBhvr additive="base">
                                        <p:cTn id="153" dur="500" fill="hold"/>
                                        <p:tgtEl>
                                          <p:spTgt spid="120909"/>
                                        </p:tgtEl>
                                        <p:attrNameLst>
                                          <p:attrName>ppt_x</p:attrName>
                                        </p:attrNameLst>
                                      </p:cBhvr>
                                      <p:tavLst>
                                        <p:tav tm="0">
                                          <p:val>
                                            <p:strVal val="#ppt_x"/>
                                          </p:val>
                                        </p:tav>
                                        <p:tav tm="100000">
                                          <p:val>
                                            <p:strVal val="#ppt_x"/>
                                          </p:val>
                                        </p:tav>
                                      </p:tavLst>
                                    </p:anim>
                                    <p:anim calcmode="lin" valueType="num">
                                      <p:cBhvr additive="base">
                                        <p:cTn id="154" dur="500" fill="hold"/>
                                        <p:tgtEl>
                                          <p:spTgt spid="120909"/>
                                        </p:tgtEl>
                                        <p:attrNameLst>
                                          <p:attrName>ppt_y</p:attrName>
                                        </p:attrNameLst>
                                      </p:cBhvr>
                                      <p:tavLst>
                                        <p:tav tm="0">
                                          <p:val>
                                            <p:strVal val="1+#ppt_h/2"/>
                                          </p:val>
                                        </p:tav>
                                        <p:tav tm="100000">
                                          <p:val>
                                            <p:strVal val="#ppt_y"/>
                                          </p:val>
                                        </p:tav>
                                      </p:tavLst>
                                    </p:anim>
                                  </p:childTnLst>
                                </p:cTn>
                              </p:par>
                              <p:par>
                                <p:cTn id="155" presetID="2" presetClass="entr" presetSubtype="4" fill="hold" nodeType="withEffect">
                                  <p:stCondLst>
                                    <p:cond delay="0"/>
                                  </p:stCondLst>
                                  <p:childTnLst>
                                    <p:set>
                                      <p:cBhvr>
                                        <p:cTn id="156" dur="1" fill="hold">
                                          <p:stCondLst>
                                            <p:cond delay="0"/>
                                          </p:stCondLst>
                                        </p:cTn>
                                        <p:tgtEl>
                                          <p:spTgt spid="120910"/>
                                        </p:tgtEl>
                                        <p:attrNameLst>
                                          <p:attrName>style.visibility</p:attrName>
                                        </p:attrNameLst>
                                      </p:cBhvr>
                                      <p:to>
                                        <p:strVal val="visible"/>
                                      </p:to>
                                    </p:set>
                                    <p:anim calcmode="lin" valueType="num">
                                      <p:cBhvr additive="base">
                                        <p:cTn id="157" dur="500" fill="hold"/>
                                        <p:tgtEl>
                                          <p:spTgt spid="120910"/>
                                        </p:tgtEl>
                                        <p:attrNameLst>
                                          <p:attrName>ppt_x</p:attrName>
                                        </p:attrNameLst>
                                      </p:cBhvr>
                                      <p:tavLst>
                                        <p:tav tm="0">
                                          <p:val>
                                            <p:strVal val="#ppt_x"/>
                                          </p:val>
                                        </p:tav>
                                        <p:tav tm="100000">
                                          <p:val>
                                            <p:strVal val="#ppt_x"/>
                                          </p:val>
                                        </p:tav>
                                      </p:tavLst>
                                    </p:anim>
                                    <p:anim calcmode="lin" valueType="num">
                                      <p:cBhvr additive="base">
                                        <p:cTn id="158" dur="500" fill="hold"/>
                                        <p:tgtEl>
                                          <p:spTgt spid="120910"/>
                                        </p:tgtEl>
                                        <p:attrNameLst>
                                          <p:attrName>ppt_y</p:attrName>
                                        </p:attrNameLst>
                                      </p:cBhvr>
                                      <p:tavLst>
                                        <p:tav tm="0">
                                          <p:val>
                                            <p:strVal val="1+#ppt_h/2"/>
                                          </p:val>
                                        </p:tav>
                                        <p:tav tm="100000">
                                          <p:val>
                                            <p:strVal val="#ppt_y"/>
                                          </p:val>
                                        </p:tav>
                                      </p:tavLst>
                                    </p:anim>
                                  </p:childTnLst>
                                </p:cTn>
                              </p:par>
                              <p:par>
                                <p:cTn id="159" presetID="2" presetClass="entr" presetSubtype="4" fill="hold" grpId="0" nodeType="withEffect">
                                  <p:stCondLst>
                                    <p:cond delay="0"/>
                                  </p:stCondLst>
                                  <p:childTnLst>
                                    <p:set>
                                      <p:cBhvr>
                                        <p:cTn id="160" dur="1" fill="hold">
                                          <p:stCondLst>
                                            <p:cond delay="0"/>
                                          </p:stCondLst>
                                        </p:cTn>
                                        <p:tgtEl>
                                          <p:spTgt spid="120911"/>
                                        </p:tgtEl>
                                        <p:attrNameLst>
                                          <p:attrName>style.visibility</p:attrName>
                                        </p:attrNameLst>
                                      </p:cBhvr>
                                      <p:to>
                                        <p:strVal val="visible"/>
                                      </p:to>
                                    </p:set>
                                    <p:anim calcmode="lin" valueType="num">
                                      <p:cBhvr additive="base">
                                        <p:cTn id="161" dur="500" fill="hold"/>
                                        <p:tgtEl>
                                          <p:spTgt spid="120911"/>
                                        </p:tgtEl>
                                        <p:attrNameLst>
                                          <p:attrName>ppt_x</p:attrName>
                                        </p:attrNameLst>
                                      </p:cBhvr>
                                      <p:tavLst>
                                        <p:tav tm="0">
                                          <p:val>
                                            <p:strVal val="#ppt_x"/>
                                          </p:val>
                                        </p:tav>
                                        <p:tav tm="100000">
                                          <p:val>
                                            <p:strVal val="#ppt_x"/>
                                          </p:val>
                                        </p:tav>
                                      </p:tavLst>
                                    </p:anim>
                                    <p:anim calcmode="lin" valueType="num">
                                      <p:cBhvr additive="base">
                                        <p:cTn id="162" dur="500" fill="hold"/>
                                        <p:tgtEl>
                                          <p:spTgt spid="120911"/>
                                        </p:tgtEl>
                                        <p:attrNameLst>
                                          <p:attrName>ppt_y</p:attrName>
                                        </p:attrNameLst>
                                      </p:cBhvr>
                                      <p:tavLst>
                                        <p:tav tm="0">
                                          <p:val>
                                            <p:strVal val="1+#ppt_h/2"/>
                                          </p:val>
                                        </p:tav>
                                        <p:tav tm="100000">
                                          <p:val>
                                            <p:strVal val="#ppt_y"/>
                                          </p:val>
                                        </p:tav>
                                      </p:tavLst>
                                    </p:anim>
                                  </p:childTnLst>
                                </p:cTn>
                              </p:par>
                              <p:par>
                                <p:cTn id="163" presetID="2" presetClass="entr" presetSubtype="4" fill="hold" grpId="0" nodeType="withEffect">
                                  <p:stCondLst>
                                    <p:cond delay="0"/>
                                  </p:stCondLst>
                                  <p:childTnLst>
                                    <p:set>
                                      <p:cBhvr>
                                        <p:cTn id="164" dur="1" fill="hold">
                                          <p:stCondLst>
                                            <p:cond delay="0"/>
                                          </p:stCondLst>
                                        </p:cTn>
                                        <p:tgtEl>
                                          <p:spTgt spid="120912"/>
                                        </p:tgtEl>
                                        <p:attrNameLst>
                                          <p:attrName>style.visibility</p:attrName>
                                        </p:attrNameLst>
                                      </p:cBhvr>
                                      <p:to>
                                        <p:strVal val="visible"/>
                                      </p:to>
                                    </p:set>
                                    <p:anim calcmode="lin" valueType="num">
                                      <p:cBhvr additive="base">
                                        <p:cTn id="165" dur="500" fill="hold"/>
                                        <p:tgtEl>
                                          <p:spTgt spid="120912"/>
                                        </p:tgtEl>
                                        <p:attrNameLst>
                                          <p:attrName>ppt_x</p:attrName>
                                        </p:attrNameLst>
                                      </p:cBhvr>
                                      <p:tavLst>
                                        <p:tav tm="0">
                                          <p:val>
                                            <p:strVal val="#ppt_x"/>
                                          </p:val>
                                        </p:tav>
                                        <p:tav tm="100000">
                                          <p:val>
                                            <p:strVal val="#ppt_x"/>
                                          </p:val>
                                        </p:tav>
                                      </p:tavLst>
                                    </p:anim>
                                    <p:anim calcmode="lin" valueType="num">
                                      <p:cBhvr additive="base">
                                        <p:cTn id="166" dur="500" fill="hold"/>
                                        <p:tgtEl>
                                          <p:spTgt spid="120912"/>
                                        </p:tgtEl>
                                        <p:attrNameLst>
                                          <p:attrName>ppt_y</p:attrName>
                                        </p:attrNameLst>
                                      </p:cBhvr>
                                      <p:tavLst>
                                        <p:tav tm="0">
                                          <p:val>
                                            <p:strVal val="1+#ppt_h/2"/>
                                          </p:val>
                                        </p:tav>
                                        <p:tav tm="100000">
                                          <p:val>
                                            <p:strVal val="#ppt_y"/>
                                          </p:val>
                                        </p:tav>
                                      </p:tavLst>
                                    </p:anim>
                                  </p:childTnLst>
                                </p:cTn>
                              </p:par>
                              <p:par>
                                <p:cTn id="167" presetID="2" presetClass="entr" presetSubtype="4" fill="hold" grpId="0" nodeType="withEffect">
                                  <p:stCondLst>
                                    <p:cond delay="0"/>
                                  </p:stCondLst>
                                  <p:childTnLst>
                                    <p:set>
                                      <p:cBhvr>
                                        <p:cTn id="168" dur="1" fill="hold">
                                          <p:stCondLst>
                                            <p:cond delay="0"/>
                                          </p:stCondLst>
                                        </p:cTn>
                                        <p:tgtEl>
                                          <p:spTgt spid="120913"/>
                                        </p:tgtEl>
                                        <p:attrNameLst>
                                          <p:attrName>style.visibility</p:attrName>
                                        </p:attrNameLst>
                                      </p:cBhvr>
                                      <p:to>
                                        <p:strVal val="visible"/>
                                      </p:to>
                                    </p:set>
                                    <p:anim calcmode="lin" valueType="num">
                                      <p:cBhvr additive="base">
                                        <p:cTn id="169" dur="500" fill="hold"/>
                                        <p:tgtEl>
                                          <p:spTgt spid="120913"/>
                                        </p:tgtEl>
                                        <p:attrNameLst>
                                          <p:attrName>ppt_x</p:attrName>
                                        </p:attrNameLst>
                                      </p:cBhvr>
                                      <p:tavLst>
                                        <p:tav tm="0">
                                          <p:val>
                                            <p:strVal val="#ppt_x"/>
                                          </p:val>
                                        </p:tav>
                                        <p:tav tm="100000">
                                          <p:val>
                                            <p:strVal val="#ppt_x"/>
                                          </p:val>
                                        </p:tav>
                                      </p:tavLst>
                                    </p:anim>
                                    <p:anim calcmode="lin" valueType="num">
                                      <p:cBhvr additive="base">
                                        <p:cTn id="170" dur="500" fill="hold"/>
                                        <p:tgtEl>
                                          <p:spTgt spid="120913"/>
                                        </p:tgtEl>
                                        <p:attrNameLst>
                                          <p:attrName>ppt_y</p:attrName>
                                        </p:attrNameLst>
                                      </p:cBhvr>
                                      <p:tavLst>
                                        <p:tav tm="0">
                                          <p:val>
                                            <p:strVal val="1+#ppt_h/2"/>
                                          </p:val>
                                        </p:tav>
                                        <p:tav tm="100000">
                                          <p:val>
                                            <p:strVal val="#ppt_y"/>
                                          </p:val>
                                        </p:tav>
                                      </p:tavLst>
                                    </p:anim>
                                  </p:childTnLst>
                                </p:cTn>
                              </p:par>
                              <p:par>
                                <p:cTn id="171" presetID="2" presetClass="entr" presetSubtype="4" fill="hold" nodeType="withEffect">
                                  <p:stCondLst>
                                    <p:cond delay="0"/>
                                  </p:stCondLst>
                                  <p:childTnLst>
                                    <p:set>
                                      <p:cBhvr>
                                        <p:cTn id="172" dur="1" fill="hold">
                                          <p:stCondLst>
                                            <p:cond delay="0"/>
                                          </p:stCondLst>
                                        </p:cTn>
                                        <p:tgtEl>
                                          <p:spTgt spid="120914"/>
                                        </p:tgtEl>
                                        <p:attrNameLst>
                                          <p:attrName>style.visibility</p:attrName>
                                        </p:attrNameLst>
                                      </p:cBhvr>
                                      <p:to>
                                        <p:strVal val="visible"/>
                                      </p:to>
                                    </p:set>
                                    <p:anim calcmode="lin" valueType="num">
                                      <p:cBhvr additive="base">
                                        <p:cTn id="173" dur="500" fill="hold"/>
                                        <p:tgtEl>
                                          <p:spTgt spid="120914"/>
                                        </p:tgtEl>
                                        <p:attrNameLst>
                                          <p:attrName>ppt_x</p:attrName>
                                        </p:attrNameLst>
                                      </p:cBhvr>
                                      <p:tavLst>
                                        <p:tav tm="0">
                                          <p:val>
                                            <p:strVal val="#ppt_x"/>
                                          </p:val>
                                        </p:tav>
                                        <p:tav tm="100000">
                                          <p:val>
                                            <p:strVal val="#ppt_x"/>
                                          </p:val>
                                        </p:tav>
                                      </p:tavLst>
                                    </p:anim>
                                    <p:anim calcmode="lin" valueType="num">
                                      <p:cBhvr additive="base">
                                        <p:cTn id="174" dur="500" fill="hold"/>
                                        <p:tgtEl>
                                          <p:spTgt spid="120914"/>
                                        </p:tgtEl>
                                        <p:attrNameLst>
                                          <p:attrName>ppt_y</p:attrName>
                                        </p:attrNameLst>
                                      </p:cBhvr>
                                      <p:tavLst>
                                        <p:tav tm="0">
                                          <p:val>
                                            <p:strVal val="1+#ppt_h/2"/>
                                          </p:val>
                                        </p:tav>
                                        <p:tav tm="100000">
                                          <p:val>
                                            <p:strVal val="#ppt_y"/>
                                          </p:val>
                                        </p:tav>
                                      </p:tavLst>
                                    </p:anim>
                                  </p:childTnLst>
                                </p:cTn>
                              </p:par>
                              <p:par>
                                <p:cTn id="175" presetID="2" presetClass="entr" presetSubtype="4" fill="hold" grpId="0" nodeType="withEffect">
                                  <p:stCondLst>
                                    <p:cond delay="0"/>
                                  </p:stCondLst>
                                  <p:childTnLst>
                                    <p:set>
                                      <p:cBhvr>
                                        <p:cTn id="176" dur="1" fill="hold">
                                          <p:stCondLst>
                                            <p:cond delay="0"/>
                                          </p:stCondLst>
                                        </p:cTn>
                                        <p:tgtEl>
                                          <p:spTgt spid="120915"/>
                                        </p:tgtEl>
                                        <p:attrNameLst>
                                          <p:attrName>style.visibility</p:attrName>
                                        </p:attrNameLst>
                                      </p:cBhvr>
                                      <p:to>
                                        <p:strVal val="visible"/>
                                      </p:to>
                                    </p:set>
                                    <p:anim calcmode="lin" valueType="num">
                                      <p:cBhvr additive="base">
                                        <p:cTn id="177" dur="500" fill="hold"/>
                                        <p:tgtEl>
                                          <p:spTgt spid="120915"/>
                                        </p:tgtEl>
                                        <p:attrNameLst>
                                          <p:attrName>ppt_x</p:attrName>
                                        </p:attrNameLst>
                                      </p:cBhvr>
                                      <p:tavLst>
                                        <p:tav tm="0">
                                          <p:val>
                                            <p:strVal val="#ppt_x"/>
                                          </p:val>
                                        </p:tav>
                                        <p:tav tm="100000">
                                          <p:val>
                                            <p:strVal val="#ppt_x"/>
                                          </p:val>
                                        </p:tav>
                                      </p:tavLst>
                                    </p:anim>
                                    <p:anim calcmode="lin" valueType="num">
                                      <p:cBhvr additive="base">
                                        <p:cTn id="178" dur="500" fill="hold"/>
                                        <p:tgtEl>
                                          <p:spTgt spid="120915"/>
                                        </p:tgtEl>
                                        <p:attrNameLst>
                                          <p:attrName>ppt_y</p:attrName>
                                        </p:attrNameLst>
                                      </p:cBhvr>
                                      <p:tavLst>
                                        <p:tav tm="0">
                                          <p:val>
                                            <p:strVal val="1+#ppt_h/2"/>
                                          </p:val>
                                        </p:tav>
                                        <p:tav tm="100000">
                                          <p:val>
                                            <p:strVal val="#ppt_y"/>
                                          </p:val>
                                        </p:tav>
                                      </p:tavLst>
                                    </p:anim>
                                  </p:childTnLst>
                                </p:cTn>
                              </p:par>
                              <p:par>
                                <p:cTn id="179" presetID="2" presetClass="entr" presetSubtype="4" fill="hold" grpId="0" nodeType="withEffect">
                                  <p:stCondLst>
                                    <p:cond delay="0"/>
                                  </p:stCondLst>
                                  <p:childTnLst>
                                    <p:set>
                                      <p:cBhvr>
                                        <p:cTn id="180" dur="1" fill="hold">
                                          <p:stCondLst>
                                            <p:cond delay="0"/>
                                          </p:stCondLst>
                                        </p:cTn>
                                        <p:tgtEl>
                                          <p:spTgt spid="120916"/>
                                        </p:tgtEl>
                                        <p:attrNameLst>
                                          <p:attrName>style.visibility</p:attrName>
                                        </p:attrNameLst>
                                      </p:cBhvr>
                                      <p:to>
                                        <p:strVal val="visible"/>
                                      </p:to>
                                    </p:set>
                                    <p:anim calcmode="lin" valueType="num">
                                      <p:cBhvr additive="base">
                                        <p:cTn id="181" dur="500" fill="hold"/>
                                        <p:tgtEl>
                                          <p:spTgt spid="120916"/>
                                        </p:tgtEl>
                                        <p:attrNameLst>
                                          <p:attrName>ppt_x</p:attrName>
                                        </p:attrNameLst>
                                      </p:cBhvr>
                                      <p:tavLst>
                                        <p:tav tm="0">
                                          <p:val>
                                            <p:strVal val="#ppt_x"/>
                                          </p:val>
                                        </p:tav>
                                        <p:tav tm="100000">
                                          <p:val>
                                            <p:strVal val="#ppt_x"/>
                                          </p:val>
                                        </p:tav>
                                      </p:tavLst>
                                    </p:anim>
                                    <p:anim calcmode="lin" valueType="num">
                                      <p:cBhvr additive="base">
                                        <p:cTn id="182" dur="500" fill="hold"/>
                                        <p:tgtEl>
                                          <p:spTgt spid="120916"/>
                                        </p:tgtEl>
                                        <p:attrNameLst>
                                          <p:attrName>ppt_y</p:attrName>
                                        </p:attrNameLst>
                                      </p:cBhvr>
                                      <p:tavLst>
                                        <p:tav tm="0">
                                          <p:val>
                                            <p:strVal val="1+#ppt_h/2"/>
                                          </p:val>
                                        </p:tav>
                                        <p:tav tm="100000">
                                          <p:val>
                                            <p:strVal val="#ppt_y"/>
                                          </p:val>
                                        </p:tav>
                                      </p:tavLst>
                                    </p:anim>
                                  </p:childTnLst>
                                </p:cTn>
                              </p:par>
                              <p:par>
                                <p:cTn id="183" presetID="2" presetClass="entr" presetSubtype="4" fill="hold" grpId="0" nodeType="withEffect">
                                  <p:stCondLst>
                                    <p:cond delay="0"/>
                                  </p:stCondLst>
                                  <p:childTnLst>
                                    <p:set>
                                      <p:cBhvr>
                                        <p:cTn id="184" dur="1" fill="hold">
                                          <p:stCondLst>
                                            <p:cond delay="0"/>
                                          </p:stCondLst>
                                        </p:cTn>
                                        <p:tgtEl>
                                          <p:spTgt spid="120917"/>
                                        </p:tgtEl>
                                        <p:attrNameLst>
                                          <p:attrName>style.visibility</p:attrName>
                                        </p:attrNameLst>
                                      </p:cBhvr>
                                      <p:to>
                                        <p:strVal val="visible"/>
                                      </p:to>
                                    </p:set>
                                    <p:anim calcmode="lin" valueType="num">
                                      <p:cBhvr additive="base">
                                        <p:cTn id="185" dur="500" fill="hold"/>
                                        <p:tgtEl>
                                          <p:spTgt spid="120917"/>
                                        </p:tgtEl>
                                        <p:attrNameLst>
                                          <p:attrName>ppt_x</p:attrName>
                                        </p:attrNameLst>
                                      </p:cBhvr>
                                      <p:tavLst>
                                        <p:tav tm="0">
                                          <p:val>
                                            <p:strVal val="#ppt_x"/>
                                          </p:val>
                                        </p:tav>
                                        <p:tav tm="100000">
                                          <p:val>
                                            <p:strVal val="#ppt_x"/>
                                          </p:val>
                                        </p:tav>
                                      </p:tavLst>
                                    </p:anim>
                                    <p:anim calcmode="lin" valueType="num">
                                      <p:cBhvr additive="base">
                                        <p:cTn id="186" dur="500" fill="hold"/>
                                        <p:tgtEl>
                                          <p:spTgt spid="120917"/>
                                        </p:tgtEl>
                                        <p:attrNameLst>
                                          <p:attrName>ppt_y</p:attrName>
                                        </p:attrNameLst>
                                      </p:cBhvr>
                                      <p:tavLst>
                                        <p:tav tm="0">
                                          <p:val>
                                            <p:strVal val="1+#ppt_h/2"/>
                                          </p:val>
                                        </p:tav>
                                        <p:tav tm="100000">
                                          <p:val>
                                            <p:strVal val="#ppt_y"/>
                                          </p:val>
                                        </p:tav>
                                      </p:tavLst>
                                    </p:anim>
                                  </p:childTnLst>
                                </p:cTn>
                              </p:par>
                              <p:par>
                                <p:cTn id="187" presetID="2" presetClass="entr" presetSubtype="4" fill="hold" nodeType="withEffect">
                                  <p:stCondLst>
                                    <p:cond delay="0"/>
                                  </p:stCondLst>
                                  <p:childTnLst>
                                    <p:set>
                                      <p:cBhvr>
                                        <p:cTn id="188" dur="1" fill="hold">
                                          <p:stCondLst>
                                            <p:cond delay="0"/>
                                          </p:stCondLst>
                                        </p:cTn>
                                        <p:tgtEl>
                                          <p:spTgt spid="120918"/>
                                        </p:tgtEl>
                                        <p:attrNameLst>
                                          <p:attrName>style.visibility</p:attrName>
                                        </p:attrNameLst>
                                      </p:cBhvr>
                                      <p:to>
                                        <p:strVal val="visible"/>
                                      </p:to>
                                    </p:set>
                                    <p:anim calcmode="lin" valueType="num">
                                      <p:cBhvr additive="base">
                                        <p:cTn id="189" dur="500" fill="hold"/>
                                        <p:tgtEl>
                                          <p:spTgt spid="120918"/>
                                        </p:tgtEl>
                                        <p:attrNameLst>
                                          <p:attrName>ppt_x</p:attrName>
                                        </p:attrNameLst>
                                      </p:cBhvr>
                                      <p:tavLst>
                                        <p:tav tm="0">
                                          <p:val>
                                            <p:strVal val="#ppt_x"/>
                                          </p:val>
                                        </p:tav>
                                        <p:tav tm="100000">
                                          <p:val>
                                            <p:strVal val="#ppt_x"/>
                                          </p:val>
                                        </p:tav>
                                      </p:tavLst>
                                    </p:anim>
                                    <p:anim calcmode="lin" valueType="num">
                                      <p:cBhvr additive="base">
                                        <p:cTn id="190" dur="500" fill="hold"/>
                                        <p:tgtEl>
                                          <p:spTgt spid="120918"/>
                                        </p:tgtEl>
                                        <p:attrNameLst>
                                          <p:attrName>ppt_y</p:attrName>
                                        </p:attrNameLst>
                                      </p:cBhvr>
                                      <p:tavLst>
                                        <p:tav tm="0">
                                          <p:val>
                                            <p:strVal val="1+#ppt_h/2"/>
                                          </p:val>
                                        </p:tav>
                                        <p:tav tm="100000">
                                          <p:val>
                                            <p:strVal val="#ppt_y"/>
                                          </p:val>
                                        </p:tav>
                                      </p:tavLst>
                                    </p:anim>
                                  </p:childTnLst>
                                </p:cTn>
                              </p:par>
                              <p:par>
                                <p:cTn id="191" presetID="2" presetClass="entr" presetSubtype="4" fill="hold" grpId="0" nodeType="withEffect">
                                  <p:stCondLst>
                                    <p:cond delay="0"/>
                                  </p:stCondLst>
                                  <p:childTnLst>
                                    <p:set>
                                      <p:cBhvr>
                                        <p:cTn id="192" dur="1" fill="hold">
                                          <p:stCondLst>
                                            <p:cond delay="0"/>
                                          </p:stCondLst>
                                        </p:cTn>
                                        <p:tgtEl>
                                          <p:spTgt spid="120919"/>
                                        </p:tgtEl>
                                        <p:attrNameLst>
                                          <p:attrName>style.visibility</p:attrName>
                                        </p:attrNameLst>
                                      </p:cBhvr>
                                      <p:to>
                                        <p:strVal val="visible"/>
                                      </p:to>
                                    </p:set>
                                    <p:anim calcmode="lin" valueType="num">
                                      <p:cBhvr additive="base">
                                        <p:cTn id="193" dur="500" fill="hold"/>
                                        <p:tgtEl>
                                          <p:spTgt spid="120919"/>
                                        </p:tgtEl>
                                        <p:attrNameLst>
                                          <p:attrName>ppt_x</p:attrName>
                                        </p:attrNameLst>
                                      </p:cBhvr>
                                      <p:tavLst>
                                        <p:tav tm="0">
                                          <p:val>
                                            <p:strVal val="#ppt_x"/>
                                          </p:val>
                                        </p:tav>
                                        <p:tav tm="100000">
                                          <p:val>
                                            <p:strVal val="#ppt_x"/>
                                          </p:val>
                                        </p:tav>
                                      </p:tavLst>
                                    </p:anim>
                                    <p:anim calcmode="lin" valueType="num">
                                      <p:cBhvr additive="base">
                                        <p:cTn id="194" dur="500" fill="hold"/>
                                        <p:tgtEl>
                                          <p:spTgt spid="120919"/>
                                        </p:tgtEl>
                                        <p:attrNameLst>
                                          <p:attrName>ppt_y</p:attrName>
                                        </p:attrNameLst>
                                      </p:cBhvr>
                                      <p:tavLst>
                                        <p:tav tm="0">
                                          <p:val>
                                            <p:strVal val="1+#ppt_h/2"/>
                                          </p:val>
                                        </p:tav>
                                        <p:tav tm="100000">
                                          <p:val>
                                            <p:strVal val="#ppt_y"/>
                                          </p:val>
                                        </p:tav>
                                      </p:tavLst>
                                    </p:anim>
                                  </p:childTnLst>
                                </p:cTn>
                              </p:par>
                              <p:par>
                                <p:cTn id="195" presetID="2" presetClass="entr" presetSubtype="4" fill="hold" grpId="0" nodeType="withEffect">
                                  <p:stCondLst>
                                    <p:cond delay="0"/>
                                  </p:stCondLst>
                                  <p:childTnLst>
                                    <p:set>
                                      <p:cBhvr>
                                        <p:cTn id="196" dur="1" fill="hold">
                                          <p:stCondLst>
                                            <p:cond delay="0"/>
                                          </p:stCondLst>
                                        </p:cTn>
                                        <p:tgtEl>
                                          <p:spTgt spid="120920"/>
                                        </p:tgtEl>
                                        <p:attrNameLst>
                                          <p:attrName>style.visibility</p:attrName>
                                        </p:attrNameLst>
                                      </p:cBhvr>
                                      <p:to>
                                        <p:strVal val="visible"/>
                                      </p:to>
                                    </p:set>
                                    <p:anim calcmode="lin" valueType="num">
                                      <p:cBhvr additive="base">
                                        <p:cTn id="197" dur="500" fill="hold"/>
                                        <p:tgtEl>
                                          <p:spTgt spid="120920"/>
                                        </p:tgtEl>
                                        <p:attrNameLst>
                                          <p:attrName>ppt_x</p:attrName>
                                        </p:attrNameLst>
                                      </p:cBhvr>
                                      <p:tavLst>
                                        <p:tav tm="0">
                                          <p:val>
                                            <p:strVal val="#ppt_x"/>
                                          </p:val>
                                        </p:tav>
                                        <p:tav tm="100000">
                                          <p:val>
                                            <p:strVal val="#ppt_x"/>
                                          </p:val>
                                        </p:tav>
                                      </p:tavLst>
                                    </p:anim>
                                    <p:anim calcmode="lin" valueType="num">
                                      <p:cBhvr additive="base">
                                        <p:cTn id="198" dur="500" fill="hold"/>
                                        <p:tgtEl>
                                          <p:spTgt spid="120920"/>
                                        </p:tgtEl>
                                        <p:attrNameLst>
                                          <p:attrName>ppt_y</p:attrName>
                                        </p:attrNameLst>
                                      </p:cBhvr>
                                      <p:tavLst>
                                        <p:tav tm="0">
                                          <p:val>
                                            <p:strVal val="1+#ppt_h/2"/>
                                          </p:val>
                                        </p:tav>
                                        <p:tav tm="100000">
                                          <p:val>
                                            <p:strVal val="#ppt_y"/>
                                          </p:val>
                                        </p:tav>
                                      </p:tavLst>
                                    </p:anim>
                                  </p:childTnLst>
                                </p:cTn>
                              </p:par>
                              <p:par>
                                <p:cTn id="199" presetID="2" presetClass="entr" presetSubtype="4" fill="hold" nodeType="withEffect">
                                  <p:stCondLst>
                                    <p:cond delay="0"/>
                                  </p:stCondLst>
                                  <p:childTnLst>
                                    <p:set>
                                      <p:cBhvr>
                                        <p:cTn id="200" dur="1" fill="hold">
                                          <p:stCondLst>
                                            <p:cond delay="0"/>
                                          </p:stCondLst>
                                        </p:cTn>
                                        <p:tgtEl>
                                          <p:spTgt spid="120921"/>
                                        </p:tgtEl>
                                        <p:attrNameLst>
                                          <p:attrName>style.visibility</p:attrName>
                                        </p:attrNameLst>
                                      </p:cBhvr>
                                      <p:to>
                                        <p:strVal val="visible"/>
                                      </p:to>
                                    </p:set>
                                    <p:anim calcmode="lin" valueType="num">
                                      <p:cBhvr additive="base">
                                        <p:cTn id="201" dur="500" fill="hold"/>
                                        <p:tgtEl>
                                          <p:spTgt spid="120921"/>
                                        </p:tgtEl>
                                        <p:attrNameLst>
                                          <p:attrName>ppt_x</p:attrName>
                                        </p:attrNameLst>
                                      </p:cBhvr>
                                      <p:tavLst>
                                        <p:tav tm="0">
                                          <p:val>
                                            <p:strVal val="#ppt_x"/>
                                          </p:val>
                                        </p:tav>
                                        <p:tav tm="100000">
                                          <p:val>
                                            <p:strVal val="#ppt_x"/>
                                          </p:val>
                                        </p:tav>
                                      </p:tavLst>
                                    </p:anim>
                                    <p:anim calcmode="lin" valueType="num">
                                      <p:cBhvr additive="base">
                                        <p:cTn id="202" dur="500" fill="hold"/>
                                        <p:tgtEl>
                                          <p:spTgt spid="120921"/>
                                        </p:tgtEl>
                                        <p:attrNameLst>
                                          <p:attrName>ppt_y</p:attrName>
                                        </p:attrNameLst>
                                      </p:cBhvr>
                                      <p:tavLst>
                                        <p:tav tm="0">
                                          <p:val>
                                            <p:strVal val="1+#ppt_h/2"/>
                                          </p:val>
                                        </p:tav>
                                        <p:tav tm="100000">
                                          <p:val>
                                            <p:strVal val="#ppt_y"/>
                                          </p:val>
                                        </p:tav>
                                      </p:tavLst>
                                    </p:anim>
                                  </p:childTnLst>
                                </p:cTn>
                              </p:par>
                              <p:par>
                                <p:cTn id="203" presetID="2" presetClass="entr" presetSubtype="4" fill="hold" nodeType="withEffect">
                                  <p:stCondLst>
                                    <p:cond delay="0"/>
                                  </p:stCondLst>
                                  <p:childTnLst>
                                    <p:set>
                                      <p:cBhvr>
                                        <p:cTn id="204" dur="1" fill="hold">
                                          <p:stCondLst>
                                            <p:cond delay="0"/>
                                          </p:stCondLst>
                                        </p:cTn>
                                        <p:tgtEl>
                                          <p:spTgt spid="120922"/>
                                        </p:tgtEl>
                                        <p:attrNameLst>
                                          <p:attrName>style.visibility</p:attrName>
                                        </p:attrNameLst>
                                      </p:cBhvr>
                                      <p:to>
                                        <p:strVal val="visible"/>
                                      </p:to>
                                    </p:set>
                                    <p:anim calcmode="lin" valueType="num">
                                      <p:cBhvr additive="base">
                                        <p:cTn id="205" dur="500" fill="hold"/>
                                        <p:tgtEl>
                                          <p:spTgt spid="120922"/>
                                        </p:tgtEl>
                                        <p:attrNameLst>
                                          <p:attrName>ppt_x</p:attrName>
                                        </p:attrNameLst>
                                      </p:cBhvr>
                                      <p:tavLst>
                                        <p:tav tm="0">
                                          <p:val>
                                            <p:strVal val="#ppt_x"/>
                                          </p:val>
                                        </p:tav>
                                        <p:tav tm="100000">
                                          <p:val>
                                            <p:strVal val="#ppt_x"/>
                                          </p:val>
                                        </p:tav>
                                      </p:tavLst>
                                    </p:anim>
                                    <p:anim calcmode="lin" valueType="num">
                                      <p:cBhvr additive="base">
                                        <p:cTn id="206" dur="500" fill="hold"/>
                                        <p:tgtEl>
                                          <p:spTgt spid="120922"/>
                                        </p:tgtEl>
                                        <p:attrNameLst>
                                          <p:attrName>ppt_y</p:attrName>
                                        </p:attrNameLst>
                                      </p:cBhvr>
                                      <p:tavLst>
                                        <p:tav tm="0">
                                          <p:val>
                                            <p:strVal val="1+#ppt_h/2"/>
                                          </p:val>
                                        </p:tav>
                                        <p:tav tm="100000">
                                          <p:val>
                                            <p:strVal val="#ppt_y"/>
                                          </p:val>
                                        </p:tav>
                                      </p:tavLst>
                                    </p:anim>
                                  </p:childTnLst>
                                </p:cTn>
                              </p:par>
                              <p:par>
                                <p:cTn id="207" presetID="2" presetClass="entr" presetSubtype="4" fill="hold" grpId="0" nodeType="withEffect">
                                  <p:stCondLst>
                                    <p:cond delay="0"/>
                                  </p:stCondLst>
                                  <p:childTnLst>
                                    <p:set>
                                      <p:cBhvr>
                                        <p:cTn id="208" dur="1" fill="hold">
                                          <p:stCondLst>
                                            <p:cond delay="0"/>
                                          </p:stCondLst>
                                        </p:cTn>
                                        <p:tgtEl>
                                          <p:spTgt spid="120923"/>
                                        </p:tgtEl>
                                        <p:attrNameLst>
                                          <p:attrName>style.visibility</p:attrName>
                                        </p:attrNameLst>
                                      </p:cBhvr>
                                      <p:to>
                                        <p:strVal val="visible"/>
                                      </p:to>
                                    </p:set>
                                    <p:anim calcmode="lin" valueType="num">
                                      <p:cBhvr additive="base">
                                        <p:cTn id="209" dur="500" fill="hold"/>
                                        <p:tgtEl>
                                          <p:spTgt spid="120923"/>
                                        </p:tgtEl>
                                        <p:attrNameLst>
                                          <p:attrName>ppt_x</p:attrName>
                                        </p:attrNameLst>
                                      </p:cBhvr>
                                      <p:tavLst>
                                        <p:tav tm="0">
                                          <p:val>
                                            <p:strVal val="#ppt_x"/>
                                          </p:val>
                                        </p:tav>
                                        <p:tav tm="100000">
                                          <p:val>
                                            <p:strVal val="#ppt_x"/>
                                          </p:val>
                                        </p:tav>
                                      </p:tavLst>
                                    </p:anim>
                                    <p:anim calcmode="lin" valueType="num">
                                      <p:cBhvr additive="base">
                                        <p:cTn id="210" dur="500" fill="hold"/>
                                        <p:tgtEl>
                                          <p:spTgt spid="120923"/>
                                        </p:tgtEl>
                                        <p:attrNameLst>
                                          <p:attrName>ppt_y</p:attrName>
                                        </p:attrNameLst>
                                      </p:cBhvr>
                                      <p:tavLst>
                                        <p:tav tm="0">
                                          <p:val>
                                            <p:strVal val="1+#ppt_h/2"/>
                                          </p:val>
                                        </p:tav>
                                        <p:tav tm="100000">
                                          <p:val>
                                            <p:strVal val="#ppt_y"/>
                                          </p:val>
                                        </p:tav>
                                      </p:tavLst>
                                    </p:anim>
                                  </p:childTnLst>
                                </p:cTn>
                              </p:par>
                              <p:par>
                                <p:cTn id="211" presetID="2" presetClass="entr" presetSubtype="4" fill="hold" nodeType="withEffect">
                                  <p:stCondLst>
                                    <p:cond delay="0"/>
                                  </p:stCondLst>
                                  <p:childTnLst>
                                    <p:set>
                                      <p:cBhvr>
                                        <p:cTn id="212" dur="1" fill="hold">
                                          <p:stCondLst>
                                            <p:cond delay="0"/>
                                          </p:stCondLst>
                                        </p:cTn>
                                        <p:tgtEl>
                                          <p:spTgt spid="120924"/>
                                        </p:tgtEl>
                                        <p:attrNameLst>
                                          <p:attrName>style.visibility</p:attrName>
                                        </p:attrNameLst>
                                      </p:cBhvr>
                                      <p:to>
                                        <p:strVal val="visible"/>
                                      </p:to>
                                    </p:set>
                                    <p:anim calcmode="lin" valueType="num">
                                      <p:cBhvr additive="base">
                                        <p:cTn id="213" dur="500" fill="hold"/>
                                        <p:tgtEl>
                                          <p:spTgt spid="120924"/>
                                        </p:tgtEl>
                                        <p:attrNameLst>
                                          <p:attrName>ppt_x</p:attrName>
                                        </p:attrNameLst>
                                      </p:cBhvr>
                                      <p:tavLst>
                                        <p:tav tm="0">
                                          <p:val>
                                            <p:strVal val="#ppt_x"/>
                                          </p:val>
                                        </p:tav>
                                        <p:tav tm="100000">
                                          <p:val>
                                            <p:strVal val="#ppt_x"/>
                                          </p:val>
                                        </p:tav>
                                      </p:tavLst>
                                    </p:anim>
                                    <p:anim calcmode="lin" valueType="num">
                                      <p:cBhvr additive="base">
                                        <p:cTn id="214" dur="500" fill="hold"/>
                                        <p:tgtEl>
                                          <p:spTgt spid="120924"/>
                                        </p:tgtEl>
                                        <p:attrNameLst>
                                          <p:attrName>ppt_y</p:attrName>
                                        </p:attrNameLst>
                                      </p:cBhvr>
                                      <p:tavLst>
                                        <p:tav tm="0">
                                          <p:val>
                                            <p:strVal val="1+#ppt_h/2"/>
                                          </p:val>
                                        </p:tav>
                                        <p:tav tm="100000">
                                          <p:val>
                                            <p:strVal val="#ppt_y"/>
                                          </p:val>
                                        </p:tav>
                                      </p:tavLst>
                                    </p:anim>
                                  </p:childTnLst>
                                </p:cTn>
                              </p:par>
                              <p:par>
                                <p:cTn id="215" presetID="2" presetClass="entr" presetSubtype="4" fill="hold" grpId="0" nodeType="withEffect">
                                  <p:stCondLst>
                                    <p:cond delay="0"/>
                                  </p:stCondLst>
                                  <p:childTnLst>
                                    <p:set>
                                      <p:cBhvr>
                                        <p:cTn id="216" dur="1" fill="hold">
                                          <p:stCondLst>
                                            <p:cond delay="0"/>
                                          </p:stCondLst>
                                        </p:cTn>
                                        <p:tgtEl>
                                          <p:spTgt spid="120925"/>
                                        </p:tgtEl>
                                        <p:attrNameLst>
                                          <p:attrName>style.visibility</p:attrName>
                                        </p:attrNameLst>
                                      </p:cBhvr>
                                      <p:to>
                                        <p:strVal val="visible"/>
                                      </p:to>
                                    </p:set>
                                    <p:anim calcmode="lin" valueType="num">
                                      <p:cBhvr additive="base">
                                        <p:cTn id="217" dur="500" fill="hold"/>
                                        <p:tgtEl>
                                          <p:spTgt spid="120925"/>
                                        </p:tgtEl>
                                        <p:attrNameLst>
                                          <p:attrName>ppt_x</p:attrName>
                                        </p:attrNameLst>
                                      </p:cBhvr>
                                      <p:tavLst>
                                        <p:tav tm="0">
                                          <p:val>
                                            <p:strVal val="#ppt_x"/>
                                          </p:val>
                                        </p:tav>
                                        <p:tav tm="100000">
                                          <p:val>
                                            <p:strVal val="#ppt_x"/>
                                          </p:val>
                                        </p:tav>
                                      </p:tavLst>
                                    </p:anim>
                                    <p:anim calcmode="lin" valueType="num">
                                      <p:cBhvr additive="base">
                                        <p:cTn id="218" dur="500" fill="hold"/>
                                        <p:tgtEl>
                                          <p:spTgt spid="120925"/>
                                        </p:tgtEl>
                                        <p:attrNameLst>
                                          <p:attrName>ppt_y</p:attrName>
                                        </p:attrNameLst>
                                      </p:cBhvr>
                                      <p:tavLst>
                                        <p:tav tm="0">
                                          <p:val>
                                            <p:strVal val="1+#ppt_h/2"/>
                                          </p:val>
                                        </p:tav>
                                        <p:tav tm="100000">
                                          <p:val>
                                            <p:strVal val="#ppt_y"/>
                                          </p:val>
                                        </p:tav>
                                      </p:tavLst>
                                    </p:anim>
                                  </p:childTnLst>
                                </p:cTn>
                              </p:par>
                              <p:par>
                                <p:cTn id="219" presetID="2" presetClass="entr" presetSubtype="4" fill="hold" grpId="0" nodeType="withEffect">
                                  <p:stCondLst>
                                    <p:cond delay="0"/>
                                  </p:stCondLst>
                                  <p:childTnLst>
                                    <p:set>
                                      <p:cBhvr>
                                        <p:cTn id="220" dur="1" fill="hold">
                                          <p:stCondLst>
                                            <p:cond delay="0"/>
                                          </p:stCondLst>
                                        </p:cTn>
                                        <p:tgtEl>
                                          <p:spTgt spid="120926"/>
                                        </p:tgtEl>
                                        <p:attrNameLst>
                                          <p:attrName>style.visibility</p:attrName>
                                        </p:attrNameLst>
                                      </p:cBhvr>
                                      <p:to>
                                        <p:strVal val="visible"/>
                                      </p:to>
                                    </p:set>
                                    <p:anim calcmode="lin" valueType="num">
                                      <p:cBhvr additive="base">
                                        <p:cTn id="221" dur="500" fill="hold"/>
                                        <p:tgtEl>
                                          <p:spTgt spid="120926"/>
                                        </p:tgtEl>
                                        <p:attrNameLst>
                                          <p:attrName>ppt_x</p:attrName>
                                        </p:attrNameLst>
                                      </p:cBhvr>
                                      <p:tavLst>
                                        <p:tav tm="0">
                                          <p:val>
                                            <p:strVal val="#ppt_x"/>
                                          </p:val>
                                        </p:tav>
                                        <p:tav tm="100000">
                                          <p:val>
                                            <p:strVal val="#ppt_x"/>
                                          </p:val>
                                        </p:tav>
                                      </p:tavLst>
                                    </p:anim>
                                    <p:anim calcmode="lin" valueType="num">
                                      <p:cBhvr additive="base">
                                        <p:cTn id="222" dur="500" fill="hold"/>
                                        <p:tgtEl>
                                          <p:spTgt spid="120926"/>
                                        </p:tgtEl>
                                        <p:attrNameLst>
                                          <p:attrName>ppt_y</p:attrName>
                                        </p:attrNameLst>
                                      </p:cBhvr>
                                      <p:tavLst>
                                        <p:tav tm="0">
                                          <p:val>
                                            <p:strVal val="1+#ppt_h/2"/>
                                          </p:val>
                                        </p:tav>
                                        <p:tav tm="100000">
                                          <p:val>
                                            <p:strVal val="#ppt_y"/>
                                          </p:val>
                                        </p:tav>
                                      </p:tavLst>
                                    </p:anim>
                                  </p:childTnLst>
                                </p:cTn>
                              </p:par>
                              <p:par>
                                <p:cTn id="223" presetID="2" presetClass="entr" presetSubtype="4" fill="hold" grpId="0" nodeType="withEffect">
                                  <p:stCondLst>
                                    <p:cond delay="0"/>
                                  </p:stCondLst>
                                  <p:childTnLst>
                                    <p:set>
                                      <p:cBhvr>
                                        <p:cTn id="224" dur="1" fill="hold">
                                          <p:stCondLst>
                                            <p:cond delay="0"/>
                                          </p:stCondLst>
                                        </p:cTn>
                                        <p:tgtEl>
                                          <p:spTgt spid="120927"/>
                                        </p:tgtEl>
                                        <p:attrNameLst>
                                          <p:attrName>style.visibility</p:attrName>
                                        </p:attrNameLst>
                                      </p:cBhvr>
                                      <p:to>
                                        <p:strVal val="visible"/>
                                      </p:to>
                                    </p:set>
                                    <p:anim calcmode="lin" valueType="num">
                                      <p:cBhvr additive="base">
                                        <p:cTn id="225" dur="500" fill="hold"/>
                                        <p:tgtEl>
                                          <p:spTgt spid="120927"/>
                                        </p:tgtEl>
                                        <p:attrNameLst>
                                          <p:attrName>ppt_x</p:attrName>
                                        </p:attrNameLst>
                                      </p:cBhvr>
                                      <p:tavLst>
                                        <p:tav tm="0">
                                          <p:val>
                                            <p:strVal val="#ppt_x"/>
                                          </p:val>
                                        </p:tav>
                                        <p:tav tm="100000">
                                          <p:val>
                                            <p:strVal val="#ppt_x"/>
                                          </p:val>
                                        </p:tav>
                                      </p:tavLst>
                                    </p:anim>
                                    <p:anim calcmode="lin" valueType="num">
                                      <p:cBhvr additive="base">
                                        <p:cTn id="226" dur="500" fill="hold"/>
                                        <p:tgtEl>
                                          <p:spTgt spid="120927"/>
                                        </p:tgtEl>
                                        <p:attrNameLst>
                                          <p:attrName>ppt_y</p:attrName>
                                        </p:attrNameLst>
                                      </p:cBhvr>
                                      <p:tavLst>
                                        <p:tav tm="0">
                                          <p:val>
                                            <p:strVal val="1+#ppt_h/2"/>
                                          </p:val>
                                        </p:tav>
                                        <p:tav tm="100000">
                                          <p:val>
                                            <p:strVal val="#ppt_y"/>
                                          </p:val>
                                        </p:tav>
                                      </p:tavLst>
                                    </p:anim>
                                  </p:childTnLst>
                                </p:cTn>
                              </p:par>
                              <p:par>
                                <p:cTn id="227" presetID="2" presetClass="entr" presetSubtype="4" fill="hold" nodeType="withEffect">
                                  <p:stCondLst>
                                    <p:cond delay="0"/>
                                  </p:stCondLst>
                                  <p:childTnLst>
                                    <p:set>
                                      <p:cBhvr>
                                        <p:cTn id="228" dur="1" fill="hold">
                                          <p:stCondLst>
                                            <p:cond delay="0"/>
                                          </p:stCondLst>
                                        </p:cTn>
                                        <p:tgtEl>
                                          <p:spTgt spid="120928"/>
                                        </p:tgtEl>
                                        <p:attrNameLst>
                                          <p:attrName>style.visibility</p:attrName>
                                        </p:attrNameLst>
                                      </p:cBhvr>
                                      <p:to>
                                        <p:strVal val="visible"/>
                                      </p:to>
                                    </p:set>
                                    <p:anim calcmode="lin" valueType="num">
                                      <p:cBhvr additive="base">
                                        <p:cTn id="229" dur="500" fill="hold"/>
                                        <p:tgtEl>
                                          <p:spTgt spid="120928"/>
                                        </p:tgtEl>
                                        <p:attrNameLst>
                                          <p:attrName>ppt_x</p:attrName>
                                        </p:attrNameLst>
                                      </p:cBhvr>
                                      <p:tavLst>
                                        <p:tav tm="0">
                                          <p:val>
                                            <p:strVal val="#ppt_x"/>
                                          </p:val>
                                        </p:tav>
                                        <p:tav tm="100000">
                                          <p:val>
                                            <p:strVal val="#ppt_x"/>
                                          </p:val>
                                        </p:tav>
                                      </p:tavLst>
                                    </p:anim>
                                    <p:anim calcmode="lin" valueType="num">
                                      <p:cBhvr additive="base">
                                        <p:cTn id="230" dur="500" fill="hold"/>
                                        <p:tgtEl>
                                          <p:spTgt spid="120928"/>
                                        </p:tgtEl>
                                        <p:attrNameLst>
                                          <p:attrName>ppt_y</p:attrName>
                                        </p:attrNameLst>
                                      </p:cBhvr>
                                      <p:tavLst>
                                        <p:tav tm="0">
                                          <p:val>
                                            <p:strVal val="1+#ppt_h/2"/>
                                          </p:val>
                                        </p:tav>
                                        <p:tav tm="100000">
                                          <p:val>
                                            <p:strVal val="#ppt_y"/>
                                          </p:val>
                                        </p:tav>
                                      </p:tavLst>
                                    </p:anim>
                                  </p:childTnLst>
                                </p:cTn>
                              </p:par>
                              <p:par>
                                <p:cTn id="231" presetID="2" presetClass="entr" presetSubtype="4" fill="hold" grpId="0" nodeType="withEffect">
                                  <p:stCondLst>
                                    <p:cond delay="0"/>
                                  </p:stCondLst>
                                  <p:childTnLst>
                                    <p:set>
                                      <p:cBhvr>
                                        <p:cTn id="232" dur="1" fill="hold">
                                          <p:stCondLst>
                                            <p:cond delay="0"/>
                                          </p:stCondLst>
                                        </p:cTn>
                                        <p:tgtEl>
                                          <p:spTgt spid="120929"/>
                                        </p:tgtEl>
                                        <p:attrNameLst>
                                          <p:attrName>style.visibility</p:attrName>
                                        </p:attrNameLst>
                                      </p:cBhvr>
                                      <p:to>
                                        <p:strVal val="visible"/>
                                      </p:to>
                                    </p:set>
                                    <p:anim calcmode="lin" valueType="num">
                                      <p:cBhvr additive="base">
                                        <p:cTn id="233" dur="500" fill="hold"/>
                                        <p:tgtEl>
                                          <p:spTgt spid="120929"/>
                                        </p:tgtEl>
                                        <p:attrNameLst>
                                          <p:attrName>ppt_x</p:attrName>
                                        </p:attrNameLst>
                                      </p:cBhvr>
                                      <p:tavLst>
                                        <p:tav tm="0">
                                          <p:val>
                                            <p:strVal val="#ppt_x"/>
                                          </p:val>
                                        </p:tav>
                                        <p:tav tm="100000">
                                          <p:val>
                                            <p:strVal val="#ppt_x"/>
                                          </p:val>
                                        </p:tav>
                                      </p:tavLst>
                                    </p:anim>
                                    <p:anim calcmode="lin" valueType="num">
                                      <p:cBhvr additive="base">
                                        <p:cTn id="234" dur="500" fill="hold"/>
                                        <p:tgtEl>
                                          <p:spTgt spid="120929"/>
                                        </p:tgtEl>
                                        <p:attrNameLst>
                                          <p:attrName>ppt_y</p:attrName>
                                        </p:attrNameLst>
                                      </p:cBhvr>
                                      <p:tavLst>
                                        <p:tav tm="0">
                                          <p:val>
                                            <p:strVal val="1+#ppt_h/2"/>
                                          </p:val>
                                        </p:tav>
                                        <p:tav tm="100000">
                                          <p:val>
                                            <p:strVal val="#ppt_y"/>
                                          </p:val>
                                        </p:tav>
                                      </p:tavLst>
                                    </p:anim>
                                  </p:childTnLst>
                                </p:cTn>
                              </p:par>
                              <p:par>
                                <p:cTn id="235" presetID="2" presetClass="entr" presetSubtype="4" fill="hold" grpId="0" nodeType="withEffect">
                                  <p:stCondLst>
                                    <p:cond delay="0"/>
                                  </p:stCondLst>
                                  <p:childTnLst>
                                    <p:set>
                                      <p:cBhvr>
                                        <p:cTn id="236" dur="1" fill="hold">
                                          <p:stCondLst>
                                            <p:cond delay="0"/>
                                          </p:stCondLst>
                                        </p:cTn>
                                        <p:tgtEl>
                                          <p:spTgt spid="120930"/>
                                        </p:tgtEl>
                                        <p:attrNameLst>
                                          <p:attrName>style.visibility</p:attrName>
                                        </p:attrNameLst>
                                      </p:cBhvr>
                                      <p:to>
                                        <p:strVal val="visible"/>
                                      </p:to>
                                    </p:set>
                                    <p:anim calcmode="lin" valueType="num">
                                      <p:cBhvr additive="base">
                                        <p:cTn id="237" dur="500" fill="hold"/>
                                        <p:tgtEl>
                                          <p:spTgt spid="120930"/>
                                        </p:tgtEl>
                                        <p:attrNameLst>
                                          <p:attrName>ppt_x</p:attrName>
                                        </p:attrNameLst>
                                      </p:cBhvr>
                                      <p:tavLst>
                                        <p:tav tm="0">
                                          <p:val>
                                            <p:strVal val="#ppt_x"/>
                                          </p:val>
                                        </p:tav>
                                        <p:tav tm="100000">
                                          <p:val>
                                            <p:strVal val="#ppt_x"/>
                                          </p:val>
                                        </p:tav>
                                      </p:tavLst>
                                    </p:anim>
                                    <p:anim calcmode="lin" valueType="num">
                                      <p:cBhvr additive="base">
                                        <p:cTn id="238" dur="500" fill="hold"/>
                                        <p:tgtEl>
                                          <p:spTgt spid="120930"/>
                                        </p:tgtEl>
                                        <p:attrNameLst>
                                          <p:attrName>ppt_y</p:attrName>
                                        </p:attrNameLst>
                                      </p:cBhvr>
                                      <p:tavLst>
                                        <p:tav tm="0">
                                          <p:val>
                                            <p:strVal val="1+#ppt_h/2"/>
                                          </p:val>
                                        </p:tav>
                                        <p:tav tm="100000">
                                          <p:val>
                                            <p:strVal val="#ppt_y"/>
                                          </p:val>
                                        </p:tav>
                                      </p:tavLst>
                                    </p:anim>
                                  </p:childTnLst>
                                </p:cTn>
                              </p:par>
                              <p:par>
                                <p:cTn id="239" presetID="2" presetClass="entr" presetSubtype="4" fill="hold" nodeType="withEffect">
                                  <p:stCondLst>
                                    <p:cond delay="0"/>
                                  </p:stCondLst>
                                  <p:childTnLst>
                                    <p:set>
                                      <p:cBhvr>
                                        <p:cTn id="240" dur="1" fill="hold">
                                          <p:stCondLst>
                                            <p:cond delay="0"/>
                                          </p:stCondLst>
                                        </p:cTn>
                                        <p:tgtEl>
                                          <p:spTgt spid="120931"/>
                                        </p:tgtEl>
                                        <p:attrNameLst>
                                          <p:attrName>style.visibility</p:attrName>
                                        </p:attrNameLst>
                                      </p:cBhvr>
                                      <p:to>
                                        <p:strVal val="visible"/>
                                      </p:to>
                                    </p:set>
                                    <p:anim calcmode="lin" valueType="num">
                                      <p:cBhvr additive="base">
                                        <p:cTn id="241" dur="500" fill="hold"/>
                                        <p:tgtEl>
                                          <p:spTgt spid="120931"/>
                                        </p:tgtEl>
                                        <p:attrNameLst>
                                          <p:attrName>ppt_x</p:attrName>
                                        </p:attrNameLst>
                                      </p:cBhvr>
                                      <p:tavLst>
                                        <p:tav tm="0">
                                          <p:val>
                                            <p:strVal val="#ppt_x"/>
                                          </p:val>
                                        </p:tav>
                                        <p:tav tm="100000">
                                          <p:val>
                                            <p:strVal val="#ppt_x"/>
                                          </p:val>
                                        </p:tav>
                                      </p:tavLst>
                                    </p:anim>
                                    <p:anim calcmode="lin" valueType="num">
                                      <p:cBhvr additive="base">
                                        <p:cTn id="242" dur="500" fill="hold"/>
                                        <p:tgtEl>
                                          <p:spTgt spid="120931"/>
                                        </p:tgtEl>
                                        <p:attrNameLst>
                                          <p:attrName>ppt_y</p:attrName>
                                        </p:attrNameLst>
                                      </p:cBhvr>
                                      <p:tavLst>
                                        <p:tav tm="0">
                                          <p:val>
                                            <p:strVal val="1+#ppt_h/2"/>
                                          </p:val>
                                        </p:tav>
                                        <p:tav tm="100000">
                                          <p:val>
                                            <p:strVal val="#ppt_y"/>
                                          </p:val>
                                        </p:tav>
                                      </p:tavLst>
                                    </p:anim>
                                  </p:childTnLst>
                                </p:cTn>
                              </p:par>
                              <p:par>
                                <p:cTn id="243" presetID="2" presetClass="entr" presetSubtype="4" fill="hold" nodeType="withEffect">
                                  <p:stCondLst>
                                    <p:cond delay="0"/>
                                  </p:stCondLst>
                                  <p:childTnLst>
                                    <p:set>
                                      <p:cBhvr>
                                        <p:cTn id="244" dur="1" fill="hold">
                                          <p:stCondLst>
                                            <p:cond delay="0"/>
                                          </p:stCondLst>
                                        </p:cTn>
                                        <p:tgtEl>
                                          <p:spTgt spid="120932"/>
                                        </p:tgtEl>
                                        <p:attrNameLst>
                                          <p:attrName>style.visibility</p:attrName>
                                        </p:attrNameLst>
                                      </p:cBhvr>
                                      <p:to>
                                        <p:strVal val="visible"/>
                                      </p:to>
                                    </p:set>
                                    <p:anim calcmode="lin" valueType="num">
                                      <p:cBhvr additive="base">
                                        <p:cTn id="245" dur="500" fill="hold"/>
                                        <p:tgtEl>
                                          <p:spTgt spid="120932"/>
                                        </p:tgtEl>
                                        <p:attrNameLst>
                                          <p:attrName>ppt_x</p:attrName>
                                        </p:attrNameLst>
                                      </p:cBhvr>
                                      <p:tavLst>
                                        <p:tav tm="0">
                                          <p:val>
                                            <p:strVal val="#ppt_x"/>
                                          </p:val>
                                        </p:tav>
                                        <p:tav tm="100000">
                                          <p:val>
                                            <p:strVal val="#ppt_x"/>
                                          </p:val>
                                        </p:tav>
                                      </p:tavLst>
                                    </p:anim>
                                    <p:anim calcmode="lin" valueType="num">
                                      <p:cBhvr additive="base">
                                        <p:cTn id="246" dur="500" fill="hold"/>
                                        <p:tgtEl>
                                          <p:spTgt spid="120932"/>
                                        </p:tgtEl>
                                        <p:attrNameLst>
                                          <p:attrName>ppt_y</p:attrName>
                                        </p:attrNameLst>
                                      </p:cBhvr>
                                      <p:tavLst>
                                        <p:tav tm="0">
                                          <p:val>
                                            <p:strVal val="1+#ppt_h/2"/>
                                          </p:val>
                                        </p:tav>
                                        <p:tav tm="100000">
                                          <p:val>
                                            <p:strVal val="#ppt_y"/>
                                          </p:val>
                                        </p:tav>
                                      </p:tavLst>
                                    </p:anim>
                                  </p:childTnLst>
                                </p:cTn>
                              </p:par>
                              <p:par>
                                <p:cTn id="247" presetID="2" presetClass="entr" presetSubtype="4" fill="hold" nodeType="withEffect">
                                  <p:stCondLst>
                                    <p:cond delay="0"/>
                                  </p:stCondLst>
                                  <p:childTnLst>
                                    <p:set>
                                      <p:cBhvr>
                                        <p:cTn id="248" dur="1" fill="hold">
                                          <p:stCondLst>
                                            <p:cond delay="0"/>
                                          </p:stCondLst>
                                        </p:cTn>
                                        <p:tgtEl>
                                          <p:spTgt spid="120933"/>
                                        </p:tgtEl>
                                        <p:attrNameLst>
                                          <p:attrName>style.visibility</p:attrName>
                                        </p:attrNameLst>
                                      </p:cBhvr>
                                      <p:to>
                                        <p:strVal val="visible"/>
                                      </p:to>
                                    </p:set>
                                    <p:anim calcmode="lin" valueType="num">
                                      <p:cBhvr additive="base">
                                        <p:cTn id="249" dur="500" fill="hold"/>
                                        <p:tgtEl>
                                          <p:spTgt spid="120933"/>
                                        </p:tgtEl>
                                        <p:attrNameLst>
                                          <p:attrName>ppt_x</p:attrName>
                                        </p:attrNameLst>
                                      </p:cBhvr>
                                      <p:tavLst>
                                        <p:tav tm="0">
                                          <p:val>
                                            <p:strVal val="#ppt_x"/>
                                          </p:val>
                                        </p:tav>
                                        <p:tav tm="100000">
                                          <p:val>
                                            <p:strVal val="#ppt_x"/>
                                          </p:val>
                                        </p:tav>
                                      </p:tavLst>
                                    </p:anim>
                                    <p:anim calcmode="lin" valueType="num">
                                      <p:cBhvr additive="base">
                                        <p:cTn id="250" dur="500" fill="hold"/>
                                        <p:tgtEl>
                                          <p:spTgt spid="120933"/>
                                        </p:tgtEl>
                                        <p:attrNameLst>
                                          <p:attrName>ppt_y</p:attrName>
                                        </p:attrNameLst>
                                      </p:cBhvr>
                                      <p:tavLst>
                                        <p:tav tm="0">
                                          <p:val>
                                            <p:strVal val="1+#ppt_h/2"/>
                                          </p:val>
                                        </p:tav>
                                        <p:tav tm="100000">
                                          <p:val>
                                            <p:strVal val="#ppt_y"/>
                                          </p:val>
                                        </p:tav>
                                      </p:tavLst>
                                    </p:anim>
                                  </p:childTnLst>
                                </p:cTn>
                              </p:par>
                              <p:par>
                                <p:cTn id="251" presetID="2" presetClass="entr" presetSubtype="4" fill="hold" grpId="0" nodeType="withEffect">
                                  <p:stCondLst>
                                    <p:cond delay="0"/>
                                  </p:stCondLst>
                                  <p:childTnLst>
                                    <p:set>
                                      <p:cBhvr>
                                        <p:cTn id="252" dur="1" fill="hold">
                                          <p:stCondLst>
                                            <p:cond delay="0"/>
                                          </p:stCondLst>
                                        </p:cTn>
                                        <p:tgtEl>
                                          <p:spTgt spid="120934"/>
                                        </p:tgtEl>
                                        <p:attrNameLst>
                                          <p:attrName>style.visibility</p:attrName>
                                        </p:attrNameLst>
                                      </p:cBhvr>
                                      <p:to>
                                        <p:strVal val="visible"/>
                                      </p:to>
                                    </p:set>
                                    <p:anim calcmode="lin" valueType="num">
                                      <p:cBhvr additive="base">
                                        <p:cTn id="253" dur="500" fill="hold"/>
                                        <p:tgtEl>
                                          <p:spTgt spid="120934"/>
                                        </p:tgtEl>
                                        <p:attrNameLst>
                                          <p:attrName>ppt_x</p:attrName>
                                        </p:attrNameLst>
                                      </p:cBhvr>
                                      <p:tavLst>
                                        <p:tav tm="0">
                                          <p:val>
                                            <p:strVal val="#ppt_x"/>
                                          </p:val>
                                        </p:tav>
                                        <p:tav tm="100000">
                                          <p:val>
                                            <p:strVal val="#ppt_x"/>
                                          </p:val>
                                        </p:tav>
                                      </p:tavLst>
                                    </p:anim>
                                    <p:anim calcmode="lin" valueType="num">
                                      <p:cBhvr additive="base">
                                        <p:cTn id="254" dur="500" fill="hold"/>
                                        <p:tgtEl>
                                          <p:spTgt spid="120934"/>
                                        </p:tgtEl>
                                        <p:attrNameLst>
                                          <p:attrName>ppt_y</p:attrName>
                                        </p:attrNameLst>
                                      </p:cBhvr>
                                      <p:tavLst>
                                        <p:tav tm="0">
                                          <p:val>
                                            <p:strVal val="1+#ppt_h/2"/>
                                          </p:val>
                                        </p:tav>
                                        <p:tav tm="100000">
                                          <p:val>
                                            <p:strVal val="#ppt_y"/>
                                          </p:val>
                                        </p:tav>
                                      </p:tavLst>
                                    </p:anim>
                                  </p:childTnLst>
                                </p:cTn>
                              </p:par>
                              <p:par>
                                <p:cTn id="255" presetID="2" presetClass="entr" presetSubtype="4" fill="hold" nodeType="withEffect">
                                  <p:stCondLst>
                                    <p:cond delay="0"/>
                                  </p:stCondLst>
                                  <p:childTnLst>
                                    <p:set>
                                      <p:cBhvr>
                                        <p:cTn id="256" dur="1" fill="hold">
                                          <p:stCondLst>
                                            <p:cond delay="0"/>
                                          </p:stCondLst>
                                        </p:cTn>
                                        <p:tgtEl>
                                          <p:spTgt spid="120935"/>
                                        </p:tgtEl>
                                        <p:attrNameLst>
                                          <p:attrName>style.visibility</p:attrName>
                                        </p:attrNameLst>
                                      </p:cBhvr>
                                      <p:to>
                                        <p:strVal val="visible"/>
                                      </p:to>
                                    </p:set>
                                    <p:anim calcmode="lin" valueType="num">
                                      <p:cBhvr additive="base">
                                        <p:cTn id="257" dur="500" fill="hold"/>
                                        <p:tgtEl>
                                          <p:spTgt spid="120935"/>
                                        </p:tgtEl>
                                        <p:attrNameLst>
                                          <p:attrName>ppt_x</p:attrName>
                                        </p:attrNameLst>
                                      </p:cBhvr>
                                      <p:tavLst>
                                        <p:tav tm="0">
                                          <p:val>
                                            <p:strVal val="#ppt_x"/>
                                          </p:val>
                                        </p:tav>
                                        <p:tav tm="100000">
                                          <p:val>
                                            <p:strVal val="#ppt_x"/>
                                          </p:val>
                                        </p:tav>
                                      </p:tavLst>
                                    </p:anim>
                                    <p:anim calcmode="lin" valueType="num">
                                      <p:cBhvr additive="base">
                                        <p:cTn id="258" dur="500" fill="hold"/>
                                        <p:tgtEl>
                                          <p:spTgt spid="120935"/>
                                        </p:tgtEl>
                                        <p:attrNameLst>
                                          <p:attrName>ppt_y</p:attrName>
                                        </p:attrNameLst>
                                      </p:cBhvr>
                                      <p:tavLst>
                                        <p:tav tm="0">
                                          <p:val>
                                            <p:strVal val="1+#ppt_h/2"/>
                                          </p:val>
                                        </p:tav>
                                        <p:tav tm="100000">
                                          <p:val>
                                            <p:strVal val="#ppt_y"/>
                                          </p:val>
                                        </p:tav>
                                      </p:tavLst>
                                    </p:anim>
                                  </p:childTnLst>
                                </p:cTn>
                              </p:par>
                              <p:par>
                                <p:cTn id="259" presetID="2" presetClass="entr" presetSubtype="4" fill="hold" grpId="0" nodeType="withEffect">
                                  <p:stCondLst>
                                    <p:cond delay="0"/>
                                  </p:stCondLst>
                                  <p:childTnLst>
                                    <p:set>
                                      <p:cBhvr>
                                        <p:cTn id="260" dur="1" fill="hold">
                                          <p:stCondLst>
                                            <p:cond delay="0"/>
                                          </p:stCondLst>
                                        </p:cTn>
                                        <p:tgtEl>
                                          <p:spTgt spid="120936"/>
                                        </p:tgtEl>
                                        <p:attrNameLst>
                                          <p:attrName>style.visibility</p:attrName>
                                        </p:attrNameLst>
                                      </p:cBhvr>
                                      <p:to>
                                        <p:strVal val="visible"/>
                                      </p:to>
                                    </p:set>
                                    <p:anim calcmode="lin" valueType="num">
                                      <p:cBhvr additive="base">
                                        <p:cTn id="261" dur="500" fill="hold"/>
                                        <p:tgtEl>
                                          <p:spTgt spid="120936"/>
                                        </p:tgtEl>
                                        <p:attrNameLst>
                                          <p:attrName>ppt_x</p:attrName>
                                        </p:attrNameLst>
                                      </p:cBhvr>
                                      <p:tavLst>
                                        <p:tav tm="0">
                                          <p:val>
                                            <p:strVal val="#ppt_x"/>
                                          </p:val>
                                        </p:tav>
                                        <p:tav tm="100000">
                                          <p:val>
                                            <p:strVal val="#ppt_x"/>
                                          </p:val>
                                        </p:tav>
                                      </p:tavLst>
                                    </p:anim>
                                    <p:anim calcmode="lin" valueType="num">
                                      <p:cBhvr additive="base">
                                        <p:cTn id="262" dur="500" fill="hold"/>
                                        <p:tgtEl>
                                          <p:spTgt spid="120936"/>
                                        </p:tgtEl>
                                        <p:attrNameLst>
                                          <p:attrName>ppt_y</p:attrName>
                                        </p:attrNameLst>
                                      </p:cBhvr>
                                      <p:tavLst>
                                        <p:tav tm="0">
                                          <p:val>
                                            <p:strVal val="1+#ppt_h/2"/>
                                          </p:val>
                                        </p:tav>
                                        <p:tav tm="100000">
                                          <p:val>
                                            <p:strVal val="#ppt_y"/>
                                          </p:val>
                                        </p:tav>
                                      </p:tavLst>
                                    </p:anim>
                                  </p:childTnLst>
                                </p:cTn>
                              </p:par>
                              <p:par>
                                <p:cTn id="263" presetID="2" presetClass="entr" presetSubtype="4" fill="hold" nodeType="withEffect">
                                  <p:stCondLst>
                                    <p:cond delay="0"/>
                                  </p:stCondLst>
                                  <p:childTnLst>
                                    <p:set>
                                      <p:cBhvr>
                                        <p:cTn id="264" dur="1" fill="hold">
                                          <p:stCondLst>
                                            <p:cond delay="0"/>
                                          </p:stCondLst>
                                        </p:cTn>
                                        <p:tgtEl>
                                          <p:spTgt spid="120937"/>
                                        </p:tgtEl>
                                        <p:attrNameLst>
                                          <p:attrName>style.visibility</p:attrName>
                                        </p:attrNameLst>
                                      </p:cBhvr>
                                      <p:to>
                                        <p:strVal val="visible"/>
                                      </p:to>
                                    </p:set>
                                    <p:anim calcmode="lin" valueType="num">
                                      <p:cBhvr additive="base">
                                        <p:cTn id="265" dur="500" fill="hold"/>
                                        <p:tgtEl>
                                          <p:spTgt spid="120937"/>
                                        </p:tgtEl>
                                        <p:attrNameLst>
                                          <p:attrName>ppt_x</p:attrName>
                                        </p:attrNameLst>
                                      </p:cBhvr>
                                      <p:tavLst>
                                        <p:tav tm="0">
                                          <p:val>
                                            <p:strVal val="#ppt_x"/>
                                          </p:val>
                                        </p:tav>
                                        <p:tav tm="100000">
                                          <p:val>
                                            <p:strVal val="#ppt_x"/>
                                          </p:val>
                                        </p:tav>
                                      </p:tavLst>
                                    </p:anim>
                                    <p:anim calcmode="lin" valueType="num">
                                      <p:cBhvr additive="base">
                                        <p:cTn id="266" dur="500" fill="hold"/>
                                        <p:tgtEl>
                                          <p:spTgt spid="120937"/>
                                        </p:tgtEl>
                                        <p:attrNameLst>
                                          <p:attrName>ppt_y</p:attrName>
                                        </p:attrNameLst>
                                      </p:cBhvr>
                                      <p:tavLst>
                                        <p:tav tm="0">
                                          <p:val>
                                            <p:strVal val="1+#ppt_h/2"/>
                                          </p:val>
                                        </p:tav>
                                        <p:tav tm="100000">
                                          <p:val>
                                            <p:strVal val="#ppt_y"/>
                                          </p:val>
                                        </p:tav>
                                      </p:tavLst>
                                    </p:anim>
                                  </p:childTnLst>
                                </p:cTn>
                              </p:par>
                              <p:par>
                                <p:cTn id="267" presetID="2" presetClass="entr" presetSubtype="4" fill="hold" nodeType="withEffect">
                                  <p:stCondLst>
                                    <p:cond delay="0"/>
                                  </p:stCondLst>
                                  <p:childTnLst>
                                    <p:set>
                                      <p:cBhvr>
                                        <p:cTn id="268" dur="1" fill="hold">
                                          <p:stCondLst>
                                            <p:cond delay="0"/>
                                          </p:stCondLst>
                                        </p:cTn>
                                        <p:tgtEl>
                                          <p:spTgt spid="3"/>
                                        </p:tgtEl>
                                        <p:attrNameLst>
                                          <p:attrName>style.visibility</p:attrName>
                                        </p:attrNameLst>
                                      </p:cBhvr>
                                      <p:to>
                                        <p:strVal val="visible"/>
                                      </p:to>
                                    </p:set>
                                    <p:anim calcmode="lin" valueType="num">
                                      <p:cBhvr additive="base">
                                        <p:cTn id="269" dur="500" fill="hold"/>
                                        <p:tgtEl>
                                          <p:spTgt spid="3"/>
                                        </p:tgtEl>
                                        <p:attrNameLst>
                                          <p:attrName>ppt_x</p:attrName>
                                        </p:attrNameLst>
                                      </p:cBhvr>
                                      <p:tavLst>
                                        <p:tav tm="0">
                                          <p:val>
                                            <p:strVal val="#ppt_x"/>
                                          </p:val>
                                        </p:tav>
                                        <p:tav tm="100000">
                                          <p:val>
                                            <p:strVal val="#ppt_x"/>
                                          </p:val>
                                        </p:tav>
                                      </p:tavLst>
                                    </p:anim>
                                    <p:anim calcmode="lin" valueType="num">
                                      <p:cBhvr additive="base">
                                        <p:cTn id="27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72" grpId="0" animBg="1"/>
      <p:bldP spid="120874" grpId="0"/>
      <p:bldP spid="120875" grpId="0" animBg="1"/>
      <p:bldP spid="120876" grpId="0" animBg="1"/>
      <p:bldP spid="120878" grpId="0"/>
      <p:bldP spid="120879" grpId="0" animBg="1"/>
      <p:bldP spid="120880" grpId="0" animBg="1"/>
      <p:bldP spid="120882" grpId="0"/>
      <p:bldP spid="120883" grpId="0" animBg="1"/>
      <p:bldP spid="120884" grpId="0" animBg="1"/>
      <p:bldP spid="120886" grpId="0"/>
      <p:bldP spid="120887" grpId="0" animBg="1"/>
      <p:bldP spid="120890" grpId="0" animBg="1"/>
      <p:bldP spid="120892" grpId="0"/>
      <p:bldP spid="120893" grpId="0" animBg="1"/>
      <p:bldP spid="120894" grpId="0" animBg="1"/>
      <p:bldP spid="120896" grpId="0"/>
      <p:bldP spid="120897" grpId="0" animBg="1"/>
      <p:bldP spid="120903" grpId="0"/>
      <p:bldP spid="120905" grpId="0" animBg="1"/>
      <p:bldP spid="120907" grpId="0"/>
      <p:bldP spid="120908" grpId="0" animBg="1"/>
      <p:bldP spid="120909" grpId="0" animBg="1"/>
      <p:bldP spid="120911" grpId="0"/>
      <p:bldP spid="120912" grpId="0" animBg="1"/>
      <p:bldP spid="120913" grpId="0" animBg="1"/>
      <p:bldP spid="120915" grpId="0"/>
      <p:bldP spid="120916" grpId="0" animBg="1"/>
      <p:bldP spid="120917" grpId="0" animBg="1"/>
      <p:bldP spid="120919" grpId="0"/>
      <p:bldP spid="120920" grpId="0" animBg="1"/>
      <p:bldP spid="120923" grpId="0" animBg="1"/>
      <p:bldP spid="120925" grpId="0"/>
      <p:bldP spid="120926" grpId="0" animBg="1"/>
      <p:bldP spid="120927" grpId="0" animBg="1"/>
      <p:bldP spid="120929" grpId="0"/>
      <p:bldP spid="120930" grpId="0" animBg="1"/>
      <p:bldP spid="120934" grpId="0"/>
      <p:bldP spid="12093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B4CFDF04-E4AB-41BC-AE4B-A49DE58AD158}"/>
              </a:ext>
            </a:extLst>
          </p:cNvPr>
          <p:cNvSpPr>
            <a:spLocks noGrp="1" noChangeArrowheads="1"/>
          </p:cNvSpPr>
          <p:nvPr>
            <p:ph type="title"/>
          </p:nvPr>
        </p:nvSpPr>
        <p:spPr>
          <a:xfrm>
            <a:off x="2895600" y="304800"/>
            <a:ext cx="7239000" cy="762000"/>
          </a:xfrm>
        </p:spPr>
        <p:txBody>
          <a:bodyPr/>
          <a:lstStyle/>
          <a:p>
            <a:pPr eaLnBrk="1" hangingPunct="1"/>
            <a:r>
              <a:rPr lang="en-US" altLang="en-US" sz="3400" b="1"/>
              <a:t>c. Tạo lập danh sách rỗng</a:t>
            </a:r>
          </a:p>
        </p:txBody>
      </p:sp>
      <p:sp>
        <p:nvSpPr>
          <p:cNvPr id="29699" name="Rectangle 3">
            <a:extLst>
              <a:ext uri="{FF2B5EF4-FFF2-40B4-BE49-F238E27FC236}">
                <a16:creationId xmlns:a16="http://schemas.microsoft.com/office/drawing/2014/main" id="{51450222-E900-4F6F-B590-4351E26C4C4D}"/>
              </a:ext>
            </a:extLst>
          </p:cNvPr>
          <p:cNvSpPr>
            <a:spLocks noGrp="1" noChangeArrowheads="1"/>
          </p:cNvSpPr>
          <p:nvPr>
            <p:ph idx="1"/>
          </p:nvPr>
        </p:nvSpPr>
        <p:spPr/>
        <p:txBody>
          <a:bodyPr/>
          <a:lstStyle/>
          <a:p>
            <a:pPr eaLnBrk="1" hangingPunct="1"/>
            <a:r>
              <a:rPr lang="en-US" altLang="en-US" dirty="0" err="1"/>
              <a:t>Khởi</a:t>
            </a:r>
            <a:r>
              <a:rPr lang="en-US" altLang="en-US" dirty="0"/>
              <a:t> </a:t>
            </a:r>
            <a:r>
              <a:rPr lang="en-US" altLang="en-US" dirty="0" err="1"/>
              <a:t>tạo</a:t>
            </a:r>
            <a:r>
              <a:rPr lang="en-US" altLang="en-US" dirty="0"/>
              <a:t> </a:t>
            </a:r>
            <a:r>
              <a:rPr lang="en-US" altLang="en-US" dirty="0" err="1"/>
              <a:t>danh</a:t>
            </a:r>
            <a:r>
              <a:rPr lang="en-US" altLang="en-US" dirty="0"/>
              <a:t> </a:t>
            </a:r>
            <a:r>
              <a:rPr lang="en-US" altLang="en-US" dirty="0" err="1"/>
              <a:t>sách</a:t>
            </a:r>
            <a:r>
              <a:rPr lang="en-US" altLang="en-US" dirty="0"/>
              <a:t> </a:t>
            </a:r>
            <a:r>
              <a:rPr lang="en-US" altLang="en-US" dirty="0" err="1"/>
              <a:t>liên</a:t>
            </a:r>
            <a:r>
              <a:rPr lang="en-US" altLang="en-US" dirty="0"/>
              <a:t> </a:t>
            </a:r>
            <a:r>
              <a:rPr lang="en-US" altLang="en-US" dirty="0" err="1"/>
              <a:t>kết</a:t>
            </a:r>
            <a:r>
              <a:rPr lang="en-US" altLang="en-US" dirty="0"/>
              <a:t> đ</a:t>
            </a:r>
            <a:r>
              <a:rPr lang="vi-VN" altLang="en-US" dirty="0"/>
              <a:t>ơ</a:t>
            </a:r>
            <a:r>
              <a:rPr lang="en-US" altLang="en-US" dirty="0"/>
              <a:t>n </a:t>
            </a:r>
            <a:r>
              <a:rPr lang="en-US" altLang="en-US" dirty="0" err="1"/>
              <a:t>rỗng</a:t>
            </a:r>
            <a:r>
              <a:rPr lang="en-US" altLang="en-US" dirty="0"/>
              <a:t>:</a:t>
            </a:r>
          </a:p>
          <a:p>
            <a:pPr lvl="1" eaLnBrk="1" hangingPunct="1">
              <a:buFont typeface="Wingdings" panose="05000000000000000000" pitchFamily="2" charset="2"/>
              <a:buNone/>
            </a:pPr>
            <a:r>
              <a:rPr lang="en-US" altLang="en-US" i="1" dirty="0">
                <a:latin typeface="Arial" panose="020B0604020202020204" pitchFamily="34" charset="0"/>
              </a:rPr>
              <a:t>	void</a:t>
            </a:r>
            <a:r>
              <a:rPr lang="en-US" altLang="en-US" dirty="0">
                <a:latin typeface="Arial" panose="020B0604020202020204" pitchFamily="34" charset="0"/>
              </a:rPr>
              <a:t>  </a:t>
            </a:r>
            <a:r>
              <a:rPr lang="en-US" altLang="en-US" dirty="0" err="1">
                <a:latin typeface="Arial" panose="020B0604020202020204" pitchFamily="34" charset="0"/>
              </a:rPr>
              <a:t>Init</a:t>
            </a:r>
            <a:r>
              <a:rPr lang="en-US" altLang="en-US" dirty="0">
                <a:latin typeface="Arial" panose="020B0604020202020204" pitchFamily="34" charset="0"/>
              </a:rPr>
              <a:t>(list </a:t>
            </a:r>
            <a:r>
              <a:rPr lang="en-US" altLang="en-US" dirty="0" smtClean="0">
                <a:latin typeface="Arial" panose="020B0604020202020204" pitchFamily="34" charset="0"/>
              </a:rPr>
              <a:t>&amp;L</a:t>
            </a:r>
            <a:r>
              <a:rPr lang="en-US" altLang="en-US" dirty="0">
                <a:latin typeface="Arial" panose="020B0604020202020204" pitchFamily="34" charset="0"/>
              </a:rPr>
              <a:t>)</a:t>
            </a:r>
          </a:p>
          <a:p>
            <a:pPr lvl="3" eaLnBrk="1" hangingPunct="1">
              <a:buFont typeface="Wingdings" panose="05000000000000000000" pitchFamily="2" charset="2"/>
              <a:buNone/>
            </a:pPr>
            <a:r>
              <a:rPr lang="en-US" altLang="en-US" sz="2400" dirty="0">
                <a:latin typeface="Arial" panose="020B0604020202020204" pitchFamily="34" charset="0"/>
              </a:rPr>
              <a:t>{</a:t>
            </a:r>
          </a:p>
          <a:p>
            <a:pPr lvl="3" eaLnBrk="1" hangingPunct="1">
              <a:buFont typeface="Wingdings" panose="05000000000000000000" pitchFamily="2" charset="2"/>
              <a:buNone/>
            </a:pPr>
            <a:r>
              <a:rPr lang="en-US" altLang="en-US" sz="2400" dirty="0">
                <a:latin typeface="Arial" panose="020B0604020202020204" pitchFamily="34" charset="0"/>
              </a:rPr>
              <a:t>	</a:t>
            </a:r>
            <a:r>
              <a:rPr lang="en-US" altLang="en-US" sz="2400" dirty="0" err="1" smtClean="0">
                <a:latin typeface="Arial" panose="020B0604020202020204" pitchFamily="34" charset="0"/>
              </a:rPr>
              <a:t>L.head</a:t>
            </a:r>
            <a:r>
              <a:rPr lang="en-US" altLang="en-US" sz="2400" dirty="0" smtClean="0">
                <a:latin typeface="Arial" panose="020B0604020202020204" pitchFamily="34" charset="0"/>
              </a:rPr>
              <a:t>=</a:t>
            </a:r>
            <a:r>
              <a:rPr lang="en-US" altLang="en-US" sz="2400" dirty="0" err="1" smtClean="0">
                <a:latin typeface="Arial" panose="020B0604020202020204" pitchFamily="34" charset="0"/>
              </a:rPr>
              <a:t>L.Tail</a:t>
            </a:r>
            <a:r>
              <a:rPr lang="en-US" altLang="en-US" sz="2400" dirty="0" smtClean="0">
                <a:latin typeface="Arial" panose="020B0604020202020204" pitchFamily="34" charset="0"/>
              </a:rPr>
              <a:t> </a:t>
            </a:r>
            <a:r>
              <a:rPr lang="en-US" altLang="en-US" sz="2400" dirty="0">
                <a:latin typeface="Arial" panose="020B0604020202020204" pitchFamily="34" charset="0"/>
              </a:rPr>
              <a:t>=NULL;</a:t>
            </a:r>
          </a:p>
          <a:p>
            <a:pPr lvl="3" eaLnBrk="1" hangingPunct="1">
              <a:buFont typeface="Wingdings" panose="05000000000000000000" pitchFamily="2" charset="2"/>
              <a:buNone/>
            </a:pPr>
            <a:r>
              <a:rPr lang="en-US" altLang="en-US" sz="2400" dirty="0">
                <a:latin typeface="Arial" panose="020B0604020202020204" pitchFamily="34" charset="0"/>
              </a:rPr>
              <a:t>} (</a:t>
            </a:r>
            <a:r>
              <a:rPr lang="en-US" altLang="en-US" sz="2400" dirty="0" err="1">
                <a:latin typeface="Arial" panose="020B0604020202020204" pitchFamily="34" charset="0"/>
              </a:rPr>
              <a:t>trong</a:t>
            </a:r>
            <a:r>
              <a:rPr lang="en-US" altLang="en-US" sz="2400" dirty="0">
                <a:latin typeface="Arial" panose="020B0604020202020204" pitchFamily="34" charset="0"/>
              </a:rPr>
              <a:t> dev C)</a:t>
            </a:r>
          </a:p>
          <a:p>
            <a:pPr lvl="3" eaLnBrk="1" hangingPunct="1">
              <a:buFont typeface="Wingdings" panose="05000000000000000000" pitchFamily="2" charset="2"/>
              <a:buNone/>
            </a:pPr>
            <a:r>
              <a:rPr lang="en-US" altLang="en-US" sz="2400" dirty="0">
                <a:latin typeface="Arial" panose="020B0604020202020204" pitchFamily="34" charset="0"/>
              </a:rPr>
              <a:t>(</a:t>
            </a:r>
            <a:r>
              <a:rPr lang="en-US" altLang="en-US" sz="2400" dirty="0" err="1">
                <a:latin typeface="Arial" panose="020B0604020202020204" pitchFamily="34" charset="0"/>
              </a:rPr>
              <a:t>Trong</a:t>
            </a:r>
            <a:r>
              <a:rPr lang="en-US" altLang="en-US" sz="2400" dirty="0">
                <a:latin typeface="Arial" panose="020B0604020202020204" pitchFamily="34" charset="0"/>
              </a:rPr>
              <a:t> </a:t>
            </a:r>
            <a:r>
              <a:rPr lang="en-US" altLang="en-US" sz="2400" dirty="0" err="1">
                <a:latin typeface="Arial" panose="020B0604020202020204" pitchFamily="34" charset="0"/>
              </a:rPr>
              <a:t>codeblock</a:t>
            </a:r>
            <a:r>
              <a:rPr lang="en-US" altLang="en-US" sz="2400" dirty="0">
                <a:latin typeface="Arial" panose="020B0604020202020204" pitchFamily="34" charset="0"/>
              </a:rPr>
              <a:t>:</a:t>
            </a:r>
          </a:p>
          <a:p>
            <a:pPr lvl="3" eaLnBrk="1" hangingPunct="1">
              <a:buFont typeface="Wingdings" panose="05000000000000000000" pitchFamily="2" charset="2"/>
              <a:buNone/>
            </a:pPr>
            <a:endParaRPr lang="en-US" altLang="en-US" sz="2400" dirty="0">
              <a:latin typeface="Arial" panose="020B0604020202020204" pitchFamily="34" charset="0"/>
            </a:endParaRPr>
          </a:p>
          <a:p>
            <a:pPr lvl="1">
              <a:buNone/>
            </a:pPr>
            <a:r>
              <a:rPr lang="en-US" altLang="en-US" i="1" dirty="0">
                <a:latin typeface="Arial" panose="020B0604020202020204" pitchFamily="34" charset="0"/>
              </a:rPr>
              <a:t>void</a:t>
            </a:r>
            <a:r>
              <a:rPr lang="en-US" altLang="en-US" dirty="0">
                <a:latin typeface="Arial" panose="020B0604020202020204" pitchFamily="34" charset="0"/>
              </a:rPr>
              <a:t>  Init(list *l)</a:t>
            </a:r>
          </a:p>
          <a:p>
            <a:pPr lvl="3">
              <a:buNone/>
            </a:pPr>
            <a:r>
              <a:rPr lang="en-US" altLang="en-US" sz="2400" dirty="0">
                <a:latin typeface="Arial" panose="020B0604020202020204" pitchFamily="34" charset="0"/>
              </a:rPr>
              <a:t>{</a:t>
            </a:r>
          </a:p>
          <a:p>
            <a:pPr lvl="3">
              <a:buNone/>
            </a:pPr>
            <a:r>
              <a:rPr lang="en-US" altLang="en-US" sz="2400" dirty="0">
                <a:latin typeface="Arial" panose="020B0604020202020204" pitchFamily="34" charset="0"/>
              </a:rPr>
              <a:t>	L-&gt;head=L-&gt;Tail =NULL;</a:t>
            </a:r>
          </a:p>
          <a:p>
            <a:pPr lvl="3">
              <a:buNone/>
            </a:pPr>
            <a:r>
              <a:rPr lang="en-US" altLang="en-US" sz="2400" dirty="0">
                <a:latin typeface="Arial" panose="020B0604020202020204" pitchFamily="34" charset="0"/>
              </a:rPr>
              <a:t>}</a:t>
            </a:r>
          </a:p>
          <a:p>
            <a:pPr lvl="3" eaLnBrk="1" hangingPunct="1">
              <a:buFont typeface="Wingdings" panose="05000000000000000000" pitchFamily="2" charset="2"/>
              <a:buNone/>
            </a:pPr>
            <a:endParaRPr lang="en-US" altLang="en-US" sz="2400"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95449E4C-55A1-4432-851F-79B55AAC3829}"/>
              </a:ext>
            </a:extLst>
          </p:cNvPr>
          <p:cNvSpPr>
            <a:spLocks noGrp="1" noChangeArrowheads="1"/>
          </p:cNvSpPr>
          <p:nvPr>
            <p:ph type="title"/>
          </p:nvPr>
        </p:nvSpPr>
        <p:spPr/>
        <p:txBody>
          <a:bodyPr/>
          <a:lstStyle/>
          <a:p>
            <a:r>
              <a:rPr lang="en-US" altLang="en-US"/>
              <a:t>Ví dụ</a:t>
            </a:r>
          </a:p>
        </p:txBody>
      </p:sp>
      <p:sp>
        <p:nvSpPr>
          <p:cNvPr id="31747" name="Content Placeholder 2">
            <a:extLst>
              <a:ext uri="{FF2B5EF4-FFF2-40B4-BE49-F238E27FC236}">
                <a16:creationId xmlns:a16="http://schemas.microsoft.com/office/drawing/2014/main" id="{5FB92524-5E84-4B28-AB33-7A6F8F5286E2}"/>
              </a:ext>
            </a:extLst>
          </p:cNvPr>
          <p:cNvSpPr>
            <a:spLocks noGrp="1" noChangeArrowheads="1"/>
          </p:cNvSpPr>
          <p:nvPr>
            <p:ph idx="1"/>
          </p:nvPr>
        </p:nvSpPr>
        <p:spPr/>
        <p:txBody>
          <a:bodyPr/>
          <a:lstStyle/>
          <a:p>
            <a:pPr algn="just"/>
            <a:r>
              <a:rPr lang="en-US" altLang="en-US" b="1"/>
              <a:t>. </a:t>
            </a:r>
            <a:r>
              <a:rPr lang="en-US" altLang="en-US" b="1" i="1" u="sng"/>
              <a:t>Vi dụ</a:t>
            </a:r>
            <a:r>
              <a:rPr lang="en-US" altLang="en-US" b="1"/>
              <a:t>:</a:t>
            </a:r>
            <a:r>
              <a:rPr lang="en-US" altLang="en-US"/>
              <a:t> Cho một cấu trúc Sinh viên gồm các thông tin sau:Mã số sinh viên, Họ tên sinh viên, Điểm trung bình của các môn học.</a:t>
            </a:r>
          </a:p>
          <a:p>
            <a:pPr algn="just"/>
            <a:r>
              <a:rPr lang="en-US" altLang="en-US"/>
              <a:t>Hãy sử dụng danh sách liên kết đơn để </a:t>
            </a:r>
            <a:r>
              <a:rPr lang="en-US" altLang="en-US" u="sng"/>
              <a:t>tổ chức cấu trúc dữ liệu cho một lớp học</a:t>
            </a:r>
            <a:r>
              <a:rPr lang="en-US" altLang="en-US"/>
              <a:t>. Danh sách này được quản lý bởi con trỏ Head trỏ vào đầu danh sách</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9A861EAB-C4C0-4764-B972-D5E0CE2F1A71}"/>
              </a:ext>
            </a:extLst>
          </p:cNvPr>
          <p:cNvSpPr>
            <a:spLocks noGrp="1" noChangeArrowheads="1"/>
          </p:cNvSpPr>
          <p:nvPr>
            <p:ph type="title"/>
          </p:nvPr>
        </p:nvSpPr>
        <p:spPr/>
        <p:txBody>
          <a:bodyPr/>
          <a:lstStyle/>
          <a:p>
            <a:endParaRPr lang="en-US" altLang="en-US"/>
          </a:p>
        </p:txBody>
      </p:sp>
      <p:graphicFrame>
        <p:nvGraphicFramePr>
          <p:cNvPr id="7" name="Content Placeholder 6">
            <a:extLst>
              <a:ext uri="{FF2B5EF4-FFF2-40B4-BE49-F238E27FC236}">
                <a16:creationId xmlns:a16="http://schemas.microsoft.com/office/drawing/2014/main" id="{4A076B54-850B-42FB-B034-3CC5A8F31428}"/>
              </a:ext>
            </a:extLst>
          </p:cNvPr>
          <p:cNvGraphicFramePr>
            <a:graphicFrameLocks noGrp="1"/>
          </p:cNvGraphicFramePr>
          <p:nvPr>
            <p:ph idx="1"/>
            <p:extLst>
              <p:ext uri="{D42A27DB-BD31-4B8C-83A1-F6EECF244321}">
                <p14:modId xmlns:p14="http://schemas.microsoft.com/office/powerpoint/2010/main" val="2456767175"/>
              </p:ext>
            </p:extLst>
          </p:nvPr>
        </p:nvGraphicFramePr>
        <p:xfrm>
          <a:off x="1052945" y="1304925"/>
          <a:ext cx="9157855" cy="5670550"/>
        </p:xfrm>
        <a:graphic>
          <a:graphicData uri="http://schemas.openxmlformats.org/drawingml/2006/table">
            <a:tbl>
              <a:tblPr firstRow="1" bandRow="1">
                <a:tableStyleId>{5C22544A-7EE6-4342-B048-85BDC9FD1C3A}</a:tableStyleId>
              </a:tblPr>
              <a:tblGrid>
                <a:gridCol w="4448101">
                  <a:extLst>
                    <a:ext uri="{9D8B030D-6E8A-4147-A177-3AD203B41FA5}">
                      <a16:colId xmlns:a16="http://schemas.microsoft.com/office/drawing/2014/main" val="3355162752"/>
                    </a:ext>
                  </a:extLst>
                </a:gridCol>
                <a:gridCol w="4709754">
                  <a:extLst>
                    <a:ext uri="{9D8B030D-6E8A-4147-A177-3AD203B41FA5}">
                      <a16:colId xmlns:a16="http://schemas.microsoft.com/office/drawing/2014/main" val="90699128"/>
                    </a:ext>
                  </a:extLst>
                </a:gridCol>
              </a:tblGrid>
              <a:tr h="3018196">
                <a:tc>
                  <a:txBody>
                    <a:bodyPr/>
                    <a:lstStyle/>
                    <a:p>
                      <a:pPr marL="457200" indent="-457200">
                        <a:buAutoNum type="alphaLcPeriod"/>
                      </a:pPr>
                      <a:r>
                        <a:rPr lang="en-US" sz="2400" b="1" kern="1200" dirty="0" err="1">
                          <a:solidFill>
                            <a:schemeClr val="lt1"/>
                          </a:solidFill>
                          <a:effectLst/>
                          <a:latin typeface="+mn-lt"/>
                          <a:ea typeface="+mn-ea"/>
                          <a:cs typeface="+mn-cs"/>
                        </a:rPr>
                        <a:t>Định</a:t>
                      </a:r>
                      <a:r>
                        <a:rPr lang="en-US" sz="2400" b="1" kern="1200" dirty="0">
                          <a:solidFill>
                            <a:schemeClr val="lt1"/>
                          </a:solidFill>
                          <a:effectLst/>
                          <a:latin typeface="+mn-lt"/>
                          <a:ea typeface="+mn-ea"/>
                          <a:cs typeface="+mn-cs"/>
                        </a:rPr>
                        <a:t> </a:t>
                      </a:r>
                      <a:r>
                        <a:rPr lang="en-US" sz="2400" b="1" kern="1200" dirty="0" err="1">
                          <a:solidFill>
                            <a:schemeClr val="lt1"/>
                          </a:solidFill>
                          <a:effectLst/>
                          <a:latin typeface="+mn-lt"/>
                          <a:ea typeface="+mn-ea"/>
                          <a:cs typeface="+mn-cs"/>
                        </a:rPr>
                        <a:t>nghĩa</a:t>
                      </a:r>
                      <a:r>
                        <a:rPr lang="en-US" sz="2400" b="1" kern="1200" dirty="0">
                          <a:solidFill>
                            <a:schemeClr val="lt1"/>
                          </a:solidFill>
                          <a:effectLst/>
                          <a:latin typeface="+mn-lt"/>
                          <a:ea typeface="+mn-ea"/>
                          <a:cs typeface="+mn-cs"/>
                        </a:rPr>
                        <a:t> </a:t>
                      </a:r>
                      <a:r>
                        <a:rPr lang="en-US" sz="2400" b="1" kern="1200" dirty="0" err="1">
                          <a:solidFill>
                            <a:schemeClr val="lt1"/>
                          </a:solidFill>
                          <a:effectLst/>
                          <a:latin typeface="+mn-lt"/>
                          <a:ea typeface="+mn-ea"/>
                          <a:cs typeface="+mn-cs"/>
                        </a:rPr>
                        <a:t>cấu</a:t>
                      </a:r>
                      <a:r>
                        <a:rPr lang="en-US" sz="2400" b="1" kern="1200" dirty="0">
                          <a:solidFill>
                            <a:schemeClr val="lt1"/>
                          </a:solidFill>
                          <a:effectLst/>
                          <a:latin typeface="+mn-lt"/>
                          <a:ea typeface="+mn-ea"/>
                          <a:cs typeface="+mn-cs"/>
                        </a:rPr>
                        <a:t> </a:t>
                      </a:r>
                      <a:r>
                        <a:rPr lang="en-US" sz="2400" b="1" kern="1200" dirty="0" err="1">
                          <a:solidFill>
                            <a:schemeClr val="lt1"/>
                          </a:solidFill>
                          <a:effectLst/>
                          <a:latin typeface="+mn-lt"/>
                          <a:ea typeface="+mn-ea"/>
                          <a:cs typeface="+mn-cs"/>
                        </a:rPr>
                        <a:t>trúc</a:t>
                      </a:r>
                      <a:r>
                        <a:rPr lang="en-US" sz="2400" b="1" kern="1200" dirty="0">
                          <a:solidFill>
                            <a:schemeClr val="lt1"/>
                          </a:solidFill>
                          <a:effectLst/>
                          <a:latin typeface="+mn-lt"/>
                          <a:ea typeface="+mn-ea"/>
                          <a:cs typeface="+mn-cs"/>
                        </a:rPr>
                        <a:t> </a:t>
                      </a:r>
                      <a:r>
                        <a:rPr lang="en-US" sz="2400" b="1" kern="1200" dirty="0" err="1">
                          <a:solidFill>
                            <a:schemeClr val="lt1"/>
                          </a:solidFill>
                          <a:effectLst/>
                          <a:latin typeface="+mn-lt"/>
                          <a:ea typeface="+mn-ea"/>
                          <a:cs typeface="+mn-cs"/>
                        </a:rPr>
                        <a:t>sinh</a:t>
                      </a:r>
                      <a:r>
                        <a:rPr lang="en-US" sz="2400" b="1" kern="1200" dirty="0">
                          <a:solidFill>
                            <a:schemeClr val="lt1"/>
                          </a:solidFill>
                          <a:effectLst/>
                          <a:latin typeface="+mn-lt"/>
                          <a:ea typeface="+mn-ea"/>
                          <a:cs typeface="+mn-cs"/>
                        </a:rPr>
                        <a:t> </a:t>
                      </a:r>
                      <a:r>
                        <a:rPr lang="en-US" sz="2400" b="1" kern="1200" dirty="0" err="1">
                          <a:solidFill>
                            <a:schemeClr val="lt1"/>
                          </a:solidFill>
                          <a:effectLst/>
                          <a:latin typeface="+mn-lt"/>
                          <a:ea typeface="+mn-ea"/>
                          <a:cs typeface="+mn-cs"/>
                        </a:rPr>
                        <a:t>viên</a:t>
                      </a:r>
                      <a:r>
                        <a:rPr lang="en-US" sz="2400" b="1" kern="1200" dirty="0">
                          <a:solidFill>
                            <a:schemeClr val="lt1"/>
                          </a:solidFill>
                          <a:effectLst/>
                          <a:latin typeface="+mn-lt"/>
                          <a:ea typeface="+mn-ea"/>
                          <a:cs typeface="+mn-cs"/>
                        </a:rPr>
                        <a:t>: </a:t>
                      </a:r>
                    </a:p>
                    <a:p>
                      <a:pPr marL="0" indent="0">
                        <a:buNone/>
                      </a:pPr>
                      <a:r>
                        <a:rPr lang="en-US" sz="2400" b="1" kern="1200" dirty="0">
                          <a:solidFill>
                            <a:schemeClr val="lt1"/>
                          </a:solidFill>
                          <a:effectLst/>
                          <a:latin typeface="+mn-lt"/>
                          <a:ea typeface="+mn-ea"/>
                          <a:cs typeface="+mn-cs"/>
                        </a:rPr>
                        <a:t>typedef struct </a:t>
                      </a:r>
                      <a:r>
                        <a:rPr lang="en-US" sz="2400" b="1" kern="1200" dirty="0" err="1">
                          <a:solidFill>
                            <a:schemeClr val="lt1"/>
                          </a:solidFill>
                          <a:effectLst/>
                          <a:latin typeface="+mn-lt"/>
                          <a:ea typeface="+mn-ea"/>
                          <a:cs typeface="+mn-cs"/>
                        </a:rPr>
                        <a:t>Sinhvien</a:t>
                      </a:r>
                      <a:r>
                        <a:rPr lang="en-US" sz="2400" b="1" kern="1200" dirty="0">
                          <a:solidFill>
                            <a:schemeClr val="lt1"/>
                          </a:solidFill>
                          <a:effectLst/>
                          <a:latin typeface="+mn-lt"/>
                          <a:ea typeface="+mn-ea"/>
                          <a:cs typeface="+mn-cs"/>
                        </a:rPr>
                        <a:t>		   {</a:t>
                      </a:r>
                    </a:p>
                    <a:p>
                      <a:r>
                        <a:rPr lang="en-US" sz="2400" b="1" kern="1200" dirty="0">
                          <a:solidFill>
                            <a:schemeClr val="lt1"/>
                          </a:solidFill>
                          <a:effectLst/>
                          <a:latin typeface="+mn-lt"/>
                          <a:ea typeface="+mn-ea"/>
                          <a:cs typeface="+mn-cs"/>
                        </a:rPr>
                        <a:t>      char  HT[30]</a:t>
                      </a:r>
                    </a:p>
                    <a:p>
                      <a:r>
                        <a:rPr lang="en-US" sz="2400" b="1" kern="1200" dirty="0">
                          <a:solidFill>
                            <a:schemeClr val="lt1"/>
                          </a:solidFill>
                          <a:effectLst/>
                          <a:latin typeface="+mn-lt"/>
                          <a:ea typeface="+mn-ea"/>
                          <a:cs typeface="+mn-cs"/>
                        </a:rPr>
                        <a:t>      char  MSV[10];</a:t>
                      </a:r>
                    </a:p>
                    <a:p>
                      <a:r>
                        <a:rPr lang="en-US" sz="2400" b="1" kern="1200" dirty="0">
                          <a:solidFill>
                            <a:schemeClr val="lt1"/>
                          </a:solidFill>
                          <a:effectLst/>
                          <a:latin typeface="+mn-lt"/>
                          <a:ea typeface="+mn-ea"/>
                          <a:cs typeface="+mn-cs"/>
                        </a:rPr>
                        <a:t>      float  </a:t>
                      </a:r>
                      <a:r>
                        <a:rPr lang="en-US" sz="2400" b="1" kern="1200" dirty="0" err="1">
                          <a:solidFill>
                            <a:schemeClr val="lt1"/>
                          </a:solidFill>
                          <a:effectLst/>
                          <a:latin typeface="+mn-lt"/>
                          <a:ea typeface="+mn-ea"/>
                          <a:cs typeface="+mn-cs"/>
                        </a:rPr>
                        <a:t>Dtb</a:t>
                      </a:r>
                      <a:r>
                        <a:rPr lang="en-US" sz="2400" b="1" kern="1200" dirty="0">
                          <a:solidFill>
                            <a:schemeClr val="lt1"/>
                          </a:solidFill>
                          <a:effectLst/>
                          <a:latin typeface="+mn-lt"/>
                          <a:ea typeface="+mn-ea"/>
                          <a:cs typeface="+mn-cs"/>
                        </a:rPr>
                        <a:t>;</a:t>
                      </a:r>
                    </a:p>
                    <a:p>
                      <a:r>
                        <a:rPr lang="en-US" sz="2400" b="1" kern="1200" dirty="0">
                          <a:solidFill>
                            <a:schemeClr val="lt1"/>
                          </a:solidFill>
                          <a:effectLst/>
                          <a:latin typeface="+mn-lt"/>
                          <a:ea typeface="+mn-ea"/>
                          <a:cs typeface="+mn-cs"/>
                        </a:rPr>
                        <a:t>}</a:t>
                      </a:r>
                      <a:r>
                        <a:rPr lang="en-US" sz="2400" b="1" kern="1200" dirty="0" err="1">
                          <a:solidFill>
                            <a:schemeClr val="lt1"/>
                          </a:solidFill>
                          <a:effectLst/>
                          <a:latin typeface="+mn-lt"/>
                          <a:ea typeface="+mn-ea"/>
                          <a:cs typeface="+mn-cs"/>
                        </a:rPr>
                        <a:t>sinhvien</a:t>
                      </a:r>
                      <a:r>
                        <a:rPr lang="en-US" sz="2400" b="1" kern="1200" dirty="0">
                          <a:solidFill>
                            <a:schemeClr val="lt1"/>
                          </a:solidFill>
                          <a:effectLst/>
                          <a:latin typeface="+mn-lt"/>
                          <a:ea typeface="+mn-ea"/>
                          <a:cs typeface="+mn-cs"/>
                        </a:rPr>
                        <a:t>;</a:t>
                      </a:r>
                    </a:p>
                  </a:txBody>
                  <a:tcPr marT="45730" marB="45730"/>
                </a:tc>
                <a:tc>
                  <a:txBody>
                    <a:bodyPr/>
                    <a:lstStyle/>
                    <a:p>
                      <a:r>
                        <a:rPr lang="en-US" sz="2400" dirty="0"/>
                        <a:t>b. </a:t>
                      </a:r>
                      <a:r>
                        <a:rPr lang="en-US" sz="2400" dirty="0" err="1"/>
                        <a:t>Định</a:t>
                      </a:r>
                      <a:r>
                        <a:rPr lang="en-US" sz="2400" dirty="0"/>
                        <a:t> </a:t>
                      </a:r>
                      <a:r>
                        <a:rPr lang="en-US" sz="2400" dirty="0" err="1"/>
                        <a:t>nghĩa</a:t>
                      </a:r>
                      <a:r>
                        <a:rPr lang="en-US" sz="2400" dirty="0"/>
                        <a:t> Node </a:t>
                      </a:r>
                      <a:r>
                        <a:rPr lang="en-US" sz="2400" dirty="0" err="1"/>
                        <a:t>trong</a:t>
                      </a:r>
                      <a:r>
                        <a:rPr lang="en-US" sz="2400" dirty="0"/>
                        <a:t> </a:t>
                      </a:r>
                      <a:r>
                        <a:rPr lang="en-US" sz="2400" dirty="0" err="1"/>
                        <a:t>danh</a:t>
                      </a:r>
                      <a:r>
                        <a:rPr lang="en-US" sz="2400" dirty="0"/>
                        <a:t> </a:t>
                      </a:r>
                      <a:r>
                        <a:rPr lang="en-US" sz="2400" dirty="0" err="1"/>
                        <a:t>sách</a:t>
                      </a:r>
                      <a:endParaRPr lang="en-US" sz="2400" dirty="0"/>
                    </a:p>
                    <a:p>
                      <a:r>
                        <a:rPr lang="en-US" sz="2400" dirty="0"/>
                        <a:t>Typedef Struct Node</a:t>
                      </a:r>
                    </a:p>
                    <a:p>
                      <a:r>
                        <a:rPr lang="en-US" sz="2400" dirty="0"/>
                        <a:t>{</a:t>
                      </a:r>
                    </a:p>
                    <a:p>
                      <a:r>
                        <a:rPr lang="en-US" sz="2400" dirty="0" err="1"/>
                        <a:t>sinhvien</a:t>
                      </a:r>
                      <a:r>
                        <a:rPr lang="en-US" sz="2400" dirty="0"/>
                        <a:t> data;</a:t>
                      </a:r>
                    </a:p>
                    <a:p>
                      <a:r>
                        <a:rPr lang="en-US" sz="2400" dirty="0"/>
                        <a:t>	struct Node *next;</a:t>
                      </a:r>
                    </a:p>
                    <a:p>
                      <a:r>
                        <a:rPr lang="en-US" sz="2400" dirty="0"/>
                        <a:t>}node;</a:t>
                      </a:r>
                    </a:p>
                    <a:p>
                      <a:endParaRPr lang="en-US" sz="2400" dirty="0"/>
                    </a:p>
                  </a:txBody>
                  <a:tcPr marT="45730" marB="45730"/>
                </a:tc>
                <a:extLst>
                  <a:ext uri="{0D108BD9-81ED-4DB2-BD59-A6C34878D82A}">
                    <a16:rowId xmlns:a16="http://schemas.microsoft.com/office/drawing/2014/main" val="3419294108"/>
                  </a:ext>
                </a:extLst>
              </a:tr>
              <a:tr h="2652354">
                <a:tc>
                  <a:txBody>
                    <a:bodyPr/>
                    <a:lstStyle/>
                    <a:p>
                      <a:r>
                        <a:rPr lang="en-US" sz="2400" dirty="0"/>
                        <a:t>c. </a:t>
                      </a:r>
                      <a:r>
                        <a:rPr lang="en-US" sz="2400" dirty="0" err="1"/>
                        <a:t>Định</a:t>
                      </a:r>
                      <a:r>
                        <a:rPr lang="en-US" sz="2400" dirty="0"/>
                        <a:t> </a:t>
                      </a:r>
                      <a:r>
                        <a:rPr lang="en-US" sz="2400" dirty="0" err="1"/>
                        <a:t>nghĩa</a:t>
                      </a:r>
                      <a:r>
                        <a:rPr lang="en-US" sz="2400" dirty="0"/>
                        <a:t> </a:t>
                      </a:r>
                      <a:r>
                        <a:rPr lang="en-US" sz="2400" dirty="0" err="1"/>
                        <a:t>danh</a:t>
                      </a:r>
                      <a:r>
                        <a:rPr lang="en-US" sz="2400" dirty="0"/>
                        <a:t> </a:t>
                      </a:r>
                      <a:r>
                        <a:rPr lang="en-US" sz="2400" dirty="0" err="1"/>
                        <a:t>sách</a:t>
                      </a:r>
                      <a:r>
                        <a:rPr lang="en-US" sz="2400" dirty="0"/>
                        <a:t> </a:t>
                      </a:r>
                      <a:r>
                        <a:rPr lang="en-US" sz="2400" dirty="0" err="1"/>
                        <a:t>liên</a:t>
                      </a:r>
                      <a:r>
                        <a:rPr lang="en-US" sz="2400" dirty="0"/>
                        <a:t> </a:t>
                      </a:r>
                      <a:r>
                        <a:rPr lang="en-US" sz="2400" dirty="0" err="1"/>
                        <a:t>kết</a:t>
                      </a:r>
                      <a:r>
                        <a:rPr lang="en-US" sz="2400" dirty="0"/>
                        <a:t> đ</a:t>
                      </a:r>
                      <a:r>
                        <a:rPr lang="vi-VN" sz="2400" dirty="0"/>
                        <a:t>ơ</a:t>
                      </a:r>
                      <a:r>
                        <a:rPr lang="en-US" sz="2400" dirty="0"/>
                        <a:t>n</a:t>
                      </a:r>
                    </a:p>
                    <a:p>
                      <a:r>
                        <a:rPr lang="en-US" sz="2400" dirty="0"/>
                        <a:t>Typedef struct List</a:t>
                      </a:r>
                    </a:p>
                    <a:p>
                      <a:r>
                        <a:rPr lang="en-US" sz="2400" dirty="0"/>
                        <a:t>{</a:t>
                      </a:r>
                    </a:p>
                    <a:p>
                      <a:r>
                        <a:rPr lang="en-US" sz="2400" dirty="0"/>
                        <a:t>	node *head;</a:t>
                      </a:r>
                    </a:p>
                    <a:p>
                      <a:r>
                        <a:rPr lang="en-US" sz="2400" dirty="0"/>
                        <a:t>	node *tail;</a:t>
                      </a:r>
                    </a:p>
                    <a:p>
                      <a:r>
                        <a:rPr lang="en-US" sz="2400" dirty="0"/>
                        <a:t>}list;</a:t>
                      </a:r>
                    </a:p>
                  </a:txBody>
                  <a:tcPr marT="45730" marB="4573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kern="1200" dirty="0" err="1">
                          <a:solidFill>
                            <a:srgbClr val="FF0000"/>
                          </a:solidFill>
                          <a:effectLst/>
                          <a:latin typeface="+mn-lt"/>
                          <a:ea typeface="+mn-ea"/>
                          <a:cs typeface="+mn-cs"/>
                        </a:rPr>
                        <a:t>Khai</a:t>
                      </a:r>
                      <a:r>
                        <a:rPr lang="en-US" sz="2400" b="1" kern="1200" dirty="0">
                          <a:solidFill>
                            <a:srgbClr val="FF0000"/>
                          </a:solidFill>
                          <a:effectLst/>
                          <a:latin typeface="+mn-lt"/>
                          <a:ea typeface="+mn-ea"/>
                          <a:cs typeface="+mn-cs"/>
                        </a:rPr>
                        <a:t> </a:t>
                      </a:r>
                      <a:r>
                        <a:rPr lang="en-US" sz="2400" b="1" kern="1200" dirty="0" err="1">
                          <a:solidFill>
                            <a:srgbClr val="FF0000"/>
                          </a:solidFill>
                          <a:effectLst/>
                          <a:latin typeface="+mn-lt"/>
                          <a:ea typeface="+mn-ea"/>
                          <a:cs typeface="+mn-cs"/>
                        </a:rPr>
                        <a:t>báo</a:t>
                      </a:r>
                      <a:r>
                        <a:rPr lang="en-US" sz="2400" b="1" kern="1200" dirty="0">
                          <a:solidFill>
                            <a:srgbClr val="FF0000"/>
                          </a:solidFill>
                          <a:effectLst/>
                          <a:latin typeface="+mn-lt"/>
                          <a:ea typeface="+mn-ea"/>
                          <a:cs typeface="+mn-cs"/>
                        </a:rPr>
                        <a:t> </a:t>
                      </a:r>
                      <a:r>
                        <a:rPr lang="en-US" sz="2400" b="1" kern="1200" dirty="0" err="1">
                          <a:solidFill>
                            <a:srgbClr val="FF0000"/>
                          </a:solidFill>
                          <a:effectLst/>
                          <a:latin typeface="+mn-lt"/>
                          <a:ea typeface="+mn-ea"/>
                          <a:cs typeface="+mn-cs"/>
                        </a:rPr>
                        <a:t>các</a:t>
                      </a:r>
                      <a:r>
                        <a:rPr lang="en-US" sz="2400" b="1" kern="1200" dirty="0">
                          <a:solidFill>
                            <a:srgbClr val="FF0000"/>
                          </a:solidFill>
                          <a:effectLst/>
                          <a:latin typeface="+mn-lt"/>
                          <a:ea typeface="+mn-ea"/>
                          <a:cs typeface="+mn-cs"/>
                        </a:rPr>
                        <a:t> </a:t>
                      </a:r>
                      <a:r>
                        <a:rPr lang="en-US" sz="2400" b="1" kern="1200" dirty="0" err="1">
                          <a:solidFill>
                            <a:srgbClr val="FF0000"/>
                          </a:solidFill>
                          <a:effectLst/>
                          <a:latin typeface="+mn-lt"/>
                          <a:ea typeface="+mn-ea"/>
                          <a:cs typeface="+mn-cs"/>
                        </a:rPr>
                        <a:t>biến</a:t>
                      </a:r>
                      <a:r>
                        <a:rPr lang="en-US" sz="2400" b="1" kern="1200" dirty="0">
                          <a:solidFill>
                            <a:srgbClr val="FF0000"/>
                          </a:solidFill>
                          <a:effectLst/>
                          <a:latin typeface="+mn-lt"/>
                          <a:ea typeface="+mn-ea"/>
                          <a:cs typeface="+mn-cs"/>
                        </a:rPr>
                        <a:t> </a:t>
                      </a:r>
                      <a:r>
                        <a:rPr lang="en-US" sz="2400" b="1" kern="1200" dirty="0" err="1">
                          <a:solidFill>
                            <a:srgbClr val="FF0000"/>
                          </a:solidFill>
                          <a:effectLst/>
                          <a:latin typeface="+mn-lt"/>
                          <a:ea typeface="+mn-ea"/>
                          <a:cs typeface="+mn-cs"/>
                        </a:rPr>
                        <a:t>đối</a:t>
                      </a:r>
                      <a:r>
                        <a:rPr lang="en-US" sz="2400" b="1" kern="1200" dirty="0">
                          <a:solidFill>
                            <a:srgbClr val="FF0000"/>
                          </a:solidFill>
                          <a:effectLst/>
                          <a:latin typeface="+mn-lt"/>
                          <a:ea typeface="+mn-ea"/>
                          <a:cs typeface="+mn-cs"/>
                        </a:rPr>
                        <a:t> t</a:t>
                      </a:r>
                      <a:r>
                        <a:rPr lang="vi-VN" sz="2400" b="1" kern="1200" dirty="0">
                          <a:solidFill>
                            <a:srgbClr val="FF0000"/>
                          </a:solidFill>
                          <a:effectLst/>
                          <a:latin typeface="+mn-lt"/>
                          <a:ea typeface="+mn-ea"/>
                          <a:cs typeface="+mn-cs"/>
                        </a:rPr>
                        <a:t>ư</a:t>
                      </a:r>
                      <a:r>
                        <a:rPr lang="en-US" sz="2400" b="1" kern="1200" dirty="0" err="1">
                          <a:solidFill>
                            <a:srgbClr val="FF0000"/>
                          </a:solidFill>
                          <a:effectLst/>
                          <a:latin typeface="+mn-lt"/>
                          <a:ea typeface="+mn-ea"/>
                          <a:cs typeface="+mn-cs"/>
                        </a:rPr>
                        <a:t>ợng</a:t>
                      </a:r>
                      <a:endParaRPr lang="en-US" sz="2400" b="1" kern="1200" dirty="0">
                        <a:solidFill>
                          <a:srgbClr val="FF0000"/>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kern="1200" dirty="0" err="1">
                          <a:solidFill>
                            <a:srgbClr val="FF0000"/>
                          </a:solidFill>
                          <a:effectLst/>
                          <a:latin typeface="+mn-lt"/>
                          <a:ea typeface="+mn-ea"/>
                          <a:cs typeface="+mn-cs"/>
                        </a:rPr>
                        <a:t>sinhvien</a:t>
                      </a:r>
                      <a:r>
                        <a:rPr lang="en-US" sz="2400" b="1" kern="1200" dirty="0">
                          <a:solidFill>
                            <a:srgbClr val="FF0000"/>
                          </a:solidFill>
                          <a:effectLst/>
                          <a:latin typeface="+mn-lt"/>
                          <a:ea typeface="+mn-ea"/>
                          <a:cs typeface="+mn-cs"/>
                        </a:rPr>
                        <a:t> X;</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node *p;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list 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p>
                      <a:endParaRPr lang="en-US" sz="2400" dirty="0"/>
                    </a:p>
                  </a:txBody>
                  <a:tcPr marT="45730" marB="45730"/>
                </a:tc>
                <a:extLst>
                  <a:ext uri="{0D108BD9-81ED-4DB2-BD59-A6C34878D82A}">
                    <a16:rowId xmlns:a16="http://schemas.microsoft.com/office/drawing/2014/main" val="771026060"/>
                  </a:ext>
                </a:extLst>
              </a:tr>
            </a:tbl>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2B0C2E93-4C26-4269-9CFB-44D842675B0E}"/>
              </a:ext>
            </a:extLst>
          </p:cNvPr>
          <p:cNvSpPr>
            <a:spLocks noGrp="1" noChangeArrowheads="1"/>
          </p:cNvSpPr>
          <p:nvPr>
            <p:ph type="title"/>
          </p:nvPr>
        </p:nvSpPr>
        <p:spPr/>
        <p:txBody>
          <a:bodyPr/>
          <a:lstStyle/>
          <a:p>
            <a:endParaRPr lang="en-US" altLang="en-US"/>
          </a:p>
        </p:txBody>
      </p:sp>
      <p:sp>
        <p:nvSpPr>
          <p:cNvPr id="33795" name="Content Placeholder 2">
            <a:extLst>
              <a:ext uri="{FF2B5EF4-FFF2-40B4-BE49-F238E27FC236}">
                <a16:creationId xmlns:a16="http://schemas.microsoft.com/office/drawing/2014/main" id="{7A10B64E-3323-4F4A-BA3F-623ECDC1D4F1}"/>
              </a:ext>
            </a:extLst>
          </p:cNvPr>
          <p:cNvSpPr>
            <a:spLocks noGrp="1" noChangeArrowheads="1"/>
          </p:cNvSpPr>
          <p:nvPr>
            <p:ph idx="1"/>
          </p:nvPr>
        </p:nvSpPr>
        <p:spPr/>
        <p:txBody>
          <a:bodyPr/>
          <a:lstStyle/>
          <a:p>
            <a:r>
              <a:rPr lang="en-US" altLang="en-US"/>
              <a:t>Đối tượng X muốn xâm nhập đến thành phần Dtb, lúc đó ta viết: X.Dtb;</a:t>
            </a:r>
          </a:p>
          <a:p>
            <a:r>
              <a:rPr lang="en-US" altLang="en-US"/>
              <a:t>Đối tượng *p muốn xâm nhập đến thành phần data, lúc đó ta viết: p-&gt;data;</a:t>
            </a:r>
          </a:p>
          <a:p>
            <a:r>
              <a:rPr lang="en-US" altLang="en-US"/>
              <a:t>Đối tượng *p muốn xâm nhập đến thành phần Dtb, lúc đó ta viết: p-&gt;data.Dtb; </a:t>
            </a:r>
          </a:p>
          <a:p>
            <a:r>
              <a:rPr lang="en-US" altLang="en-US"/>
              <a:t>Muốn con trỏ p, chứa </a:t>
            </a:r>
            <a:r>
              <a:rPr lang="en-US" altLang="en-US" b="1" u="sng"/>
              <a:t>địa chỉ của nút kế tiếp</a:t>
            </a:r>
            <a:r>
              <a:rPr lang="en-US" altLang="en-US"/>
              <a:t>, ta viết p=p-&gt;Next;</a:t>
            </a:r>
          </a:p>
          <a:p>
            <a:r>
              <a:rPr lang="en-US" altLang="en-US"/>
              <a:t>Muốn con trỏ p, chứa </a:t>
            </a:r>
            <a:r>
              <a:rPr lang="en-US" altLang="en-US" b="1" u="sng"/>
              <a:t>địa chỉ của nút đầu tiên</a:t>
            </a:r>
            <a:r>
              <a:rPr lang="en-US" altLang="en-US"/>
              <a:t> ta viết p=L.Head;</a:t>
            </a:r>
          </a:p>
          <a:p>
            <a:endParaRPr lang="en-US" alt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9" name="Title 2">
            <a:extLst>
              <a:ext uri="{FF2B5EF4-FFF2-40B4-BE49-F238E27FC236}">
                <a16:creationId xmlns:a16="http://schemas.microsoft.com/office/drawing/2014/main" id="{F48C480D-ED6A-46D7-99AF-C797F3D63E47}"/>
              </a:ext>
            </a:extLst>
          </p:cNvPr>
          <p:cNvSpPr>
            <a:spLocks noGrp="1" noChangeArrowheads="1"/>
          </p:cNvSpPr>
          <p:nvPr>
            <p:ph type="title"/>
          </p:nvPr>
        </p:nvSpPr>
        <p:spPr/>
        <p:txBody>
          <a:bodyPr/>
          <a:lstStyle/>
          <a:p>
            <a:r>
              <a:rPr lang="en-US" altLang="en-US"/>
              <a:t>d. Kiểm tra danh sách rỗng</a:t>
            </a:r>
          </a:p>
        </p:txBody>
      </p:sp>
      <p:sp>
        <p:nvSpPr>
          <p:cNvPr id="78851" name="Rectangle 3">
            <a:extLst>
              <a:ext uri="{FF2B5EF4-FFF2-40B4-BE49-F238E27FC236}">
                <a16:creationId xmlns:a16="http://schemas.microsoft.com/office/drawing/2014/main" id="{AD0FC139-332F-4CA1-A7CC-C21F73E70D66}"/>
              </a:ext>
            </a:extLst>
          </p:cNvPr>
          <p:cNvSpPr>
            <a:spLocks noGrp="1" noChangeArrowheads="1"/>
          </p:cNvSpPr>
          <p:nvPr>
            <p:ph idx="1"/>
          </p:nvPr>
        </p:nvSpPr>
        <p:spPr>
          <a:xfrm>
            <a:off x="2090738" y="1752600"/>
            <a:ext cx="8272462" cy="4724400"/>
          </a:xfrm>
        </p:spPr>
        <p:txBody>
          <a:bodyPr/>
          <a:lstStyle/>
          <a:p>
            <a:pPr eaLnBrk="1" hangingPunct="1"/>
            <a:r>
              <a:rPr lang="en-US" altLang="en-US" sz="3100"/>
              <a:t>Kiểm tra danh sách rỗng</a:t>
            </a:r>
          </a:p>
          <a:p>
            <a:pPr eaLnBrk="1" hangingPunct="1"/>
            <a:r>
              <a:rPr lang="en-US" altLang="en-US" sz="3100"/>
              <a:t>int Isempty (List L)</a:t>
            </a:r>
          </a:p>
          <a:p>
            <a:pPr eaLnBrk="1" hangingPunct="1"/>
            <a:r>
              <a:rPr lang="en-US" altLang="en-US" sz="3100"/>
              <a:t>{</a:t>
            </a:r>
          </a:p>
          <a:p>
            <a:pPr eaLnBrk="1" hangingPunct="1"/>
            <a:r>
              <a:rPr lang="en-US" altLang="en-US" sz="3100"/>
              <a:t>    return (L==NULL);</a:t>
            </a:r>
          </a:p>
          <a:p>
            <a:pPr eaLnBrk="1" hangingPunct="1"/>
            <a:r>
              <a:rPr lang="en-US" altLang="en-US" sz="3100"/>
              <a:t>}</a:t>
            </a:r>
          </a:p>
        </p:txBody>
      </p:sp>
      <p:sp>
        <p:nvSpPr>
          <p:cNvPr id="34820" name="Rectangle 4">
            <a:extLst>
              <a:ext uri="{FF2B5EF4-FFF2-40B4-BE49-F238E27FC236}">
                <a16:creationId xmlns:a16="http://schemas.microsoft.com/office/drawing/2014/main" id="{5FDBFCF6-BB5A-49AB-9A13-9FAD0BE25E39}"/>
              </a:ext>
            </a:extLst>
          </p:cNvPr>
          <p:cNvSpPr>
            <a:spLocks noChangeArrowheads="1"/>
          </p:cNvSpPr>
          <p:nvPr/>
        </p:nvSpPr>
        <p:spPr bwMode="auto">
          <a:xfrm>
            <a:off x="1524000" y="-79176"/>
            <a:ext cx="1112484"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1000" b="1">
                <a:solidFill>
                  <a:srgbClr val="808080"/>
                </a:solidFill>
                <a:latin typeface="Monaco"/>
              </a:rPr>
              <a:t>int</a:t>
            </a:r>
            <a:r>
              <a:rPr lang="en-US" altLang="en-US" sz="1000">
                <a:solidFill>
                  <a:srgbClr val="333333"/>
                </a:solidFill>
                <a:latin typeface="Monaco"/>
              </a:rPr>
              <a:t> </a:t>
            </a:r>
            <a:r>
              <a:rPr lang="en-US" altLang="en-US" sz="1000">
                <a:solidFill>
                  <a:srgbClr val="000000"/>
                </a:solidFill>
                <a:latin typeface="Monaco"/>
              </a:rPr>
              <a:t>Isempty (List L)</a:t>
            </a:r>
            <a:endParaRPr lang="en-US" altLang="en-US" sz="800"/>
          </a:p>
          <a:p>
            <a:pPr>
              <a:spcBef>
                <a:spcPct val="0"/>
              </a:spcBef>
              <a:buClrTx/>
              <a:buFontTx/>
              <a:buNone/>
            </a:pPr>
            <a:r>
              <a:rPr lang="en-US" altLang="en-US" sz="1000">
                <a:solidFill>
                  <a:srgbClr val="000000"/>
                </a:solidFill>
                <a:latin typeface="Monaco"/>
              </a:rPr>
              <a:t>{</a:t>
            </a:r>
            <a:endParaRPr lang="en-US" altLang="en-US" sz="800"/>
          </a:p>
          <a:p>
            <a:pPr>
              <a:spcBef>
                <a:spcPct val="0"/>
              </a:spcBef>
              <a:buClrTx/>
              <a:buFontTx/>
              <a:buNone/>
            </a:pPr>
            <a:r>
              <a:rPr lang="en-US" altLang="en-US" sz="1000">
                <a:solidFill>
                  <a:srgbClr val="333333"/>
                </a:solidFill>
              </a:rPr>
              <a:t>    </a:t>
            </a:r>
            <a:r>
              <a:rPr lang="en-US" altLang="en-US" sz="1000" b="1">
                <a:solidFill>
                  <a:srgbClr val="006699"/>
                </a:solidFill>
                <a:latin typeface="Monaco"/>
              </a:rPr>
              <a:t>return</a:t>
            </a:r>
            <a:r>
              <a:rPr lang="en-US" altLang="en-US" sz="1000">
                <a:solidFill>
                  <a:srgbClr val="333333"/>
                </a:solidFill>
                <a:latin typeface="Monaco"/>
              </a:rPr>
              <a:t> </a:t>
            </a:r>
            <a:r>
              <a:rPr lang="en-US" altLang="en-US" sz="1000">
                <a:solidFill>
                  <a:srgbClr val="000000"/>
                </a:solidFill>
                <a:latin typeface="Monaco"/>
              </a:rPr>
              <a:t>(L==NULL);</a:t>
            </a:r>
            <a:endParaRPr lang="en-US" altLang="en-US" sz="800"/>
          </a:p>
          <a:p>
            <a:pPr>
              <a:spcBef>
                <a:spcPct val="0"/>
              </a:spcBef>
              <a:buClrTx/>
              <a:buFontTx/>
              <a:buNone/>
            </a:pPr>
            <a:r>
              <a:rPr lang="en-US" altLang="en-US" sz="1000">
                <a:solidFill>
                  <a:srgbClr val="000000"/>
                </a:solidFill>
                <a:latin typeface="Monaco"/>
              </a:rPr>
              <a:t>}</a:t>
            </a:r>
            <a:endParaRPr lang="en-US" altLang="en-US" sz="1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8851"/>
                                        </p:tgtEl>
                                        <p:attrNameLst>
                                          <p:attrName>style.visibility</p:attrName>
                                        </p:attrNameLst>
                                      </p:cBhvr>
                                      <p:to>
                                        <p:strVal val="visible"/>
                                      </p:to>
                                    </p:set>
                                    <p:anim calcmode="lin" valueType="num">
                                      <p:cBhvr additive="base">
                                        <p:cTn id="7" dur="500" fill="hold"/>
                                        <p:tgtEl>
                                          <p:spTgt spid="78851"/>
                                        </p:tgtEl>
                                        <p:attrNameLst>
                                          <p:attrName>ppt_x</p:attrName>
                                        </p:attrNameLst>
                                      </p:cBhvr>
                                      <p:tavLst>
                                        <p:tav tm="0">
                                          <p:val>
                                            <p:strVal val="#ppt_x"/>
                                          </p:val>
                                        </p:tav>
                                        <p:tav tm="100000">
                                          <p:val>
                                            <p:strVal val="#ppt_x"/>
                                          </p:val>
                                        </p:tav>
                                      </p:tavLst>
                                    </p:anim>
                                    <p:anim calcmode="lin" valueType="num">
                                      <p:cBhvr additive="base">
                                        <p:cTn id="8" dur="500" fill="hold"/>
                                        <p:tgtEl>
                                          <p:spTgt spid="788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1"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C49CA1C0-AB4F-4DD8-BC74-1C45FDC69EC1}"/>
              </a:ext>
            </a:extLst>
          </p:cNvPr>
          <p:cNvSpPr>
            <a:spLocks noGrp="1" noChangeArrowheads="1"/>
          </p:cNvSpPr>
          <p:nvPr>
            <p:ph type="title"/>
          </p:nvPr>
        </p:nvSpPr>
        <p:spPr/>
        <p:txBody>
          <a:bodyPr/>
          <a:lstStyle/>
          <a:p>
            <a:r>
              <a:rPr lang="en-US" altLang="en-US"/>
              <a:t>e. Tạo node trong danh sách</a:t>
            </a:r>
          </a:p>
        </p:txBody>
      </p:sp>
      <p:sp>
        <p:nvSpPr>
          <p:cNvPr id="3" name="Content Placeholder 2">
            <a:extLst>
              <a:ext uri="{FF2B5EF4-FFF2-40B4-BE49-F238E27FC236}">
                <a16:creationId xmlns:a16="http://schemas.microsoft.com/office/drawing/2014/main" id="{DFA57327-FAC5-4F5F-BABF-1692DE023AFF}"/>
              </a:ext>
            </a:extLst>
          </p:cNvPr>
          <p:cNvSpPr>
            <a:spLocks noGrp="1"/>
          </p:cNvSpPr>
          <p:nvPr>
            <p:ph idx="1"/>
          </p:nvPr>
        </p:nvSpPr>
        <p:spPr/>
        <p:txBody>
          <a:bodyPr/>
          <a:lstStyle/>
          <a:p>
            <a:pPr>
              <a:defRPr/>
            </a:pPr>
            <a:r>
              <a:rPr lang="en-US" dirty="0"/>
              <a:t>node* </a:t>
            </a:r>
            <a:r>
              <a:rPr lang="en-US" dirty="0" err="1"/>
              <a:t>getnode</a:t>
            </a:r>
            <a:r>
              <a:rPr lang="en-US" dirty="0"/>
              <a:t>(int  x) //x </a:t>
            </a:r>
            <a:r>
              <a:rPr lang="en-US" dirty="0" err="1"/>
              <a:t>chinh</a:t>
            </a:r>
            <a:r>
              <a:rPr lang="en-US" dirty="0"/>
              <a:t> la du lieu đ</a:t>
            </a:r>
            <a:r>
              <a:rPr lang="vi-VN" dirty="0"/>
              <a:t>ư</a:t>
            </a:r>
            <a:r>
              <a:rPr lang="en-US" dirty="0"/>
              <a:t>a </a:t>
            </a:r>
            <a:r>
              <a:rPr lang="en-US" dirty="0" err="1"/>
              <a:t>vào</a:t>
            </a:r>
            <a:r>
              <a:rPr lang="en-US" dirty="0"/>
              <a:t> data</a:t>
            </a:r>
          </a:p>
          <a:p>
            <a:pPr>
              <a:defRPr/>
            </a:pPr>
            <a:r>
              <a:rPr lang="en-US" dirty="0"/>
              <a:t>{</a:t>
            </a:r>
          </a:p>
          <a:p>
            <a:pPr>
              <a:defRPr/>
            </a:pPr>
            <a:r>
              <a:rPr lang="en-US" dirty="0"/>
              <a:t>//</a:t>
            </a:r>
            <a:r>
              <a:rPr lang="en-US" dirty="0" err="1"/>
              <a:t>cấp</a:t>
            </a:r>
            <a:r>
              <a:rPr lang="en-US" dirty="0"/>
              <a:t> </a:t>
            </a:r>
            <a:r>
              <a:rPr lang="en-US" dirty="0" err="1"/>
              <a:t>phát</a:t>
            </a:r>
            <a:r>
              <a:rPr lang="en-US" dirty="0"/>
              <a:t> 1 node</a:t>
            </a:r>
          </a:p>
          <a:p>
            <a:pPr>
              <a:defRPr/>
            </a:pPr>
            <a:r>
              <a:rPr lang="en-US" dirty="0"/>
              <a:t>node *p=(node*)malloc(</a:t>
            </a:r>
            <a:r>
              <a:rPr lang="en-US" dirty="0" err="1"/>
              <a:t>sizeof</a:t>
            </a:r>
            <a:r>
              <a:rPr lang="en-US" dirty="0"/>
              <a:t>(node));</a:t>
            </a:r>
          </a:p>
          <a:p>
            <a:pPr>
              <a:defRPr/>
            </a:pPr>
            <a:r>
              <a:rPr lang="en-US" dirty="0"/>
              <a:t>If (p==NULL)</a:t>
            </a:r>
          </a:p>
          <a:p>
            <a:pPr lvl="1">
              <a:defRPr/>
            </a:pPr>
            <a:r>
              <a:rPr lang="en-US" dirty="0"/>
              <a:t>Return NULL;</a:t>
            </a:r>
          </a:p>
          <a:p>
            <a:pPr marL="457200" lvl="1" indent="0">
              <a:buNone/>
              <a:defRPr/>
            </a:pPr>
            <a:r>
              <a:rPr lang="en-US" dirty="0" smtClean="0"/>
              <a:t>p-&gt;</a:t>
            </a:r>
            <a:r>
              <a:rPr lang="en-US" dirty="0"/>
              <a:t>data= x; //l</a:t>
            </a:r>
            <a:r>
              <a:rPr lang="vi-VN" dirty="0"/>
              <a:t>ư</a:t>
            </a:r>
            <a:r>
              <a:rPr lang="en-US" dirty="0"/>
              <a:t>u x </a:t>
            </a:r>
            <a:r>
              <a:rPr lang="en-US" dirty="0" err="1"/>
              <a:t>vào</a:t>
            </a:r>
            <a:r>
              <a:rPr lang="en-US" dirty="0"/>
              <a:t> data</a:t>
            </a:r>
          </a:p>
          <a:p>
            <a:pPr marL="457200" lvl="1" indent="0">
              <a:buNone/>
              <a:defRPr/>
            </a:pPr>
            <a:r>
              <a:rPr lang="en-US" dirty="0"/>
              <a:t>p</a:t>
            </a:r>
            <a:r>
              <a:rPr lang="en-US" dirty="0" smtClean="0"/>
              <a:t>-&gt;</a:t>
            </a:r>
            <a:r>
              <a:rPr lang="en-US" dirty="0"/>
              <a:t>next=null; // </a:t>
            </a:r>
            <a:r>
              <a:rPr lang="en-US" dirty="0" err="1"/>
              <a:t>khởi</a:t>
            </a:r>
            <a:r>
              <a:rPr lang="en-US" dirty="0"/>
              <a:t> </a:t>
            </a:r>
            <a:r>
              <a:rPr lang="en-US" dirty="0" err="1"/>
              <a:t>tạo</a:t>
            </a:r>
            <a:r>
              <a:rPr lang="en-US" dirty="0"/>
              <a:t> </a:t>
            </a:r>
            <a:r>
              <a:rPr lang="en-US" dirty="0" err="1"/>
              <a:t>mối</a:t>
            </a:r>
            <a:r>
              <a:rPr lang="en-US" dirty="0"/>
              <a:t> </a:t>
            </a:r>
            <a:r>
              <a:rPr lang="en-US" dirty="0" err="1"/>
              <a:t>liên</a:t>
            </a:r>
            <a:r>
              <a:rPr lang="en-US" dirty="0"/>
              <a:t> </a:t>
            </a:r>
            <a:r>
              <a:rPr lang="en-US" dirty="0" err="1"/>
              <a:t>kết</a:t>
            </a:r>
            <a:endParaRPr lang="en-US" dirty="0"/>
          </a:p>
          <a:p>
            <a:pPr marL="457200" lvl="1" indent="0">
              <a:buNone/>
              <a:defRPr/>
            </a:pPr>
            <a:r>
              <a:rPr lang="en-US" dirty="0"/>
              <a:t>r</a:t>
            </a:r>
            <a:r>
              <a:rPr lang="en-US" dirty="0" smtClean="0"/>
              <a:t>eturn  </a:t>
            </a:r>
            <a:r>
              <a:rPr lang="en-US" dirty="0"/>
              <a:t>p;}</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C0633C94-4D7C-4688-BB51-A454C300045C}"/>
              </a:ext>
            </a:extLst>
          </p:cNvPr>
          <p:cNvSpPr>
            <a:spLocks noGrp="1" noChangeArrowheads="1"/>
          </p:cNvSpPr>
          <p:nvPr>
            <p:ph type="title"/>
          </p:nvPr>
        </p:nvSpPr>
        <p:spPr/>
        <p:txBody>
          <a:bodyPr/>
          <a:lstStyle/>
          <a:p>
            <a:r>
              <a:rPr lang="en-US" altLang="en-US"/>
              <a:t>f. Thêm một node</a:t>
            </a:r>
          </a:p>
        </p:txBody>
      </p:sp>
      <p:sp>
        <p:nvSpPr>
          <p:cNvPr id="36867" name="Content Placeholder 2">
            <a:extLst>
              <a:ext uri="{FF2B5EF4-FFF2-40B4-BE49-F238E27FC236}">
                <a16:creationId xmlns:a16="http://schemas.microsoft.com/office/drawing/2014/main" id="{0C7BFC7C-3CD8-4E2E-8304-ABD525D75FD8}"/>
              </a:ext>
            </a:extLst>
          </p:cNvPr>
          <p:cNvSpPr>
            <a:spLocks noGrp="1" noChangeArrowheads="1"/>
          </p:cNvSpPr>
          <p:nvPr>
            <p:ph idx="1"/>
          </p:nvPr>
        </p:nvSpPr>
        <p:spPr>
          <a:xfrm>
            <a:off x="1911350" y="1216025"/>
            <a:ext cx="8229600" cy="5214938"/>
          </a:xfrm>
        </p:spPr>
        <p:txBody>
          <a:bodyPr/>
          <a:lstStyle/>
          <a:p>
            <a:r>
              <a:rPr lang="en-US" altLang="en-US"/>
              <a:t>Thêm 1 node vào đầu danh sách</a:t>
            </a:r>
          </a:p>
          <a:p>
            <a:r>
              <a:rPr lang="en-US" altLang="en-US"/>
              <a:t>Thêm một node vào cuối danh sách</a:t>
            </a:r>
          </a:p>
          <a:p>
            <a:r>
              <a:rPr lang="en-US" altLang="en-US"/>
              <a:t>Thêm một node vào giữa danh sách sau nút q</a:t>
            </a:r>
          </a:p>
          <a:p>
            <a:r>
              <a:rPr lang="en-US" altLang="en-US"/>
              <a:t> </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109C0ACA-270A-43CF-882E-C73714A1F941}"/>
              </a:ext>
            </a:extLst>
          </p:cNvPr>
          <p:cNvSpPr>
            <a:spLocks noGrp="1" noChangeArrowheads="1"/>
          </p:cNvSpPr>
          <p:nvPr>
            <p:ph type="title"/>
          </p:nvPr>
        </p:nvSpPr>
        <p:spPr/>
        <p:txBody>
          <a:bodyPr/>
          <a:lstStyle/>
          <a:p>
            <a:r>
              <a:rPr lang="en-US" altLang="en-US"/>
              <a:t>Thêm vào đầu danh sách</a:t>
            </a:r>
          </a:p>
        </p:txBody>
      </p:sp>
      <p:sp>
        <p:nvSpPr>
          <p:cNvPr id="37891" name="Content Placeholder 4">
            <a:extLst>
              <a:ext uri="{FF2B5EF4-FFF2-40B4-BE49-F238E27FC236}">
                <a16:creationId xmlns:a16="http://schemas.microsoft.com/office/drawing/2014/main" id="{221F227C-1782-491F-9F8B-1CA8BCCA5726}"/>
              </a:ext>
            </a:extLst>
          </p:cNvPr>
          <p:cNvSpPr>
            <a:spLocks noGrp="1" noChangeArrowheads="1"/>
          </p:cNvSpPr>
          <p:nvPr>
            <p:ph idx="1"/>
          </p:nvPr>
        </p:nvSpPr>
        <p:spPr/>
        <p:txBody>
          <a:bodyPr/>
          <a:lstStyle/>
          <a:p>
            <a:endParaRPr lang="en-US" altLang="en-US"/>
          </a:p>
        </p:txBody>
      </p:sp>
      <p:sp>
        <p:nvSpPr>
          <p:cNvPr id="7" name="Rectangle 73">
            <a:extLst>
              <a:ext uri="{FF2B5EF4-FFF2-40B4-BE49-F238E27FC236}">
                <a16:creationId xmlns:a16="http://schemas.microsoft.com/office/drawing/2014/main" id="{C3658973-9387-4147-BB2D-D2C0192E0C7F}"/>
              </a:ext>
            </a:extLst>
          </p:cNvPr>
          <p:cNvSpPr>
            <a:spLocks noChangeArrowheads="1"/>
          </p:cNvSpPr>
          <p:nvPr/>
        </p:nvSpPr>
        <p:spPr bwMode="auto">
          <a:xfrm>
            <a:off x="4806950" y="4073525"/>
            <a:ext cx="10668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8" name="Line 74">
            <a:extLst>
              <a:ext uri="{FF2B5EF4-FFF2-40B4-BE49-F238E27FC236}">
                <a16:creationId xmlns:a16="http://schemas.microsoft.com/office/drawing/2014/main" id="{F68CB38A-1B29-41E1-B6B3-5B24ADC9E5E9}"/>
              </a:ext>
            </a:extLst>
          </p:cNvPr>
          <p:cNvSpPr>
            <a:spLocks noChangeShapeType="1"/>
          </p:cNvSpPr>
          <p:nvPr/>
        </p:nvSpPr>
        <p:spPr bwMode="auto">
          <a:xfrm>
            <a:off x="5492750" y="4073525"/>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 name="Text Box 75">
            <a:extLst>
              <a:ext uri="{FF2B5EF4-FFF2-40B4-BE49-F238E27FC236}">
                <a16:creationId xmlns:a16="http://schemas.microsoft.com/office/drawing/2014/main" id="{8289917A-8868-4D55-9A5E-C10FE3838A2C}"/>
              </a:ext>
            </a:extLst>
          </p:cNvPr>
          <p:cNvSpPr txBox="1">
            <a:spLocks noChangeArrowheads="1"/>
          </p:cNvSpPr>
          <p:nvPr/>
        </p:nvSpPr>
        <p:spPr bwMode="auto">
          <a:xfrm>
            <a:off x="4791075" y="4038600"/>
            <a:ext cx="1085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TW" sz="2400">
                <a:latin typeface="Times New Roman" panose="02020603050405020304" pitchFamily="18" charset="0"/>
                <a:ea typeface="PMingLiU" panose="02020500000000000000" pitchFamily="18" charset="-120"/>
              </a:rPr>
              <a:t>  12    </a:t>
            </a:r>
            <a:r>
              <a:rPr kumimoji="1" lang="en-US" altLang="zh-TW" sz="2400">
                <a:latin typeface="Times New Roman" panose="02020603050405020304" pitchFamily="18" charset="0"/>
                <a:ea typeface="PMingLiU" panose="02020500000000000000" pitchFamily="18" charset="-120"/>
                <a:sym typeface="Wingdings" panose="05000000000000000000" pitchFamily="2" charset="2"/>
              </a:rPr>
              <a:t></a:t>
            </a:r>
            <a:endParaRPr kumimoji="1" lang="en-US" altLang="zh-TW" sz="2400">
              <a:latin typeface="Times New Roman" panose="02020603050405020304" pitchFamily="18" charset="0"/>
              <a:ea typeface="PMingLiU" panose="02020500000000000000" pitchFamily="18" charset="-120"/>
            </a:endParaRPr>
          </a:p>
        </p:txBody>
      </p:sp>
      <p:sp>
        <p:nvSpPr>
          <p:cNvPr id="10" name="Rectangle 76">
            <a:extLst>
              <a:ext uri="{FF2B5EF4-FFF2-40B4-BE49-F238E27FC236}">
                <a16:creationId xmlns:a16="http://schemas.microsoft.com/office/drawing/2014/main" id="{D04361C6-18F2-4B13-B569-D520B03A9022}"/>
              </a:ext>
            </a:extLst>
          </p:cNvPr>
          <p:cNvSpPr>
            <a:spLocks noChangeArrowheads="1"/>
          </p:cNvSpPr>
          <p:nvPr/>
        </p:nvSpPr>
        <p:spPr bwMode="auto">
          <a:xfrm>
            <a:off x="5507038" y="4038601"/>
            <a:ext cx="354012" cy="409575"/>
          </a:xfrm>
          <a:prstGeom prst="rect">
            <a:avLst/>
          </a:prstGeom>
          <a:solidFill>
            <a:srgbClr val="0000FF">
              <a:alpha val="50195"/>
            </a:srgbClr>
          </a:solidFill>
          <a:ln w="9525">
            <a:solidFill>
              <a:srgbClr val="0000FF"/>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1" name="Rectangle 77">
            <a:extLst>
              <a:ext uri="{FF2B5EF4-FFF2-40B4-BE49-F238E27FC236}">
                <a16:creationId xmlns:a16="http://schemas.microsoft.com/office/drawing/2014/main" id="{4B2367BD-BE70-47CE-A8ED-2C2DE0062EC6}"/>
              </a:ext>
            </a:extLst>
          </p:cNvPr>
          <p:cNvSpPr>
            <a:spLocks noChangeArrowheads="1"/>
          </p:cNvSpPr>
          <p:nvPr/>
        </p:nvSpPr>
        <p:spPr bwMode="auto">
          <a:xfrm>
            <a:off x="6264275" y="4073525"/>
            <a:ext cx="10668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2" name="Line 78">
            <a:extLst>
              <a:ext uri="{FF2B5EF4-FFF2-40B4-BE49-F238E27FC236}">
                <a16:creationId xmlns:a16="http://schemas.microsoft.com/office/drawing/2014/main" id="{72B72AA2-B4BB-4469-BFF1-3208F8FF7DE6}"/>
              </a:ext>
            </a:extLst>
          </p:cNvPr>
          <p:cNvSpPr>
            <a:spLocks noChangeShapeType="1"/>
          </p:cNvSpPr>
          <p:nvPr/>
        </p:nvSpPr>
        <p:spPr bwMode="auto">
          <a:xfrm>
            <a:off x="6950075" y="4073525"/>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Text Box 79">
            <a:extLst>
              <a:ext uri="{FF2B5EF4-FFF2-40B4-BE49-F238E27FC236}">
                <a16:creationId xmlns:a16="http://schemas.microsoft.com/office/drawing/2014/main" id="{4A2AA9DE-6C81-4BD1-8AD1-B1DF6392EE9A}"/>
              </a:ext>
            </a:extLst>
          </p:cNvPr>
          <p:cNvSpPr txBox="1">
            <a:spLocks noChangeArrowheads="1"/>
          </p:cNvSpPr>
          <p:nvPr/>
        </p:nvSpPr>
        <p:spPr bwMode="auto">
          <a:xfrm>
            <a:off x="6248400" y="4038600"/>
            <a:ext cx="1009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TW" sz="2400">
                <a:latin typeface="Times New Roman" panose="02020603050405020304" pitchFamily="18" charset="0"/>
                <a:ea typeface="PMingLiU" panose="02020500000000000000" pitchFamily="18" charset="-120"/>
              </a:rPr>
              <a:t>   7    </a:t>
            </a:r>
            <a:r>
              <a:rPr kumimoji="1" lang="en-US" altLang="zh-TW" sz="2400">
                <a:latin typeface="Times New Roman" panose="02020603050405020304" pitchFamily="18" charset="0"/>
                <a:ea typeface="PMingLiU" panose="02020500000000000000" pitchFamily="18" charset="-120"/>
                <a:sym typeface="Wingdings" panose="05000000000000000000" pitchFamily="2" charset="2"/>
              </a:rPr>
              <a:t></a:t>
            </a:r>
            <a:endParaRPr kumimoji="1" lang="en-US" altLang="zh-TW" sz="2400">
              <a:latin typeface="Times New Roman" panose="02020603050405020304" pitchFamily="18" charset="0"/>
              <a:ea typeface="PMingLiU" panose="02020500000000000000" pitchFamily="18" charset="-120"/>
            </a:endParaRPr>
          </a:p>
        </p:txBody>
      </p:sp>
      <p:sp>
        <p:nvSpPr>
          <p:cNvPr id="14" name="Rectangle 80">
            <a:extLst>
              <a:ext uri="{FF2B5EF4-FFF2-40B4-BE49-F238E27FC236}">
                <a16:creationId xmlns:a16="http://schemas.microsoft.com/office/drawing/2014/main" id="{E8624E21-46FD-4491-8E70-213DDC38DB8C}"/>
              </a:ext>
            </a:extLst>
          </p:cNvPr>
          <p:cNvSpPr>
            <a:spLocks noChangeArrowheads="1"/>
          </p:cNvSpPr>
          <p:nvPr/>
        </p:nvSpPr>
        <p:spPr bwMode="auto">
          <a:xfrm>
            <a:off x="6964363" y="4094163"/>
            <a:ext cx="354012" cy="354012"/>
          </a:xfrm>
          <a:prstGeom prst="rect">
            <a:avLst/>
          </a:prstGeom>
          <a:solidFill>
            <a:srgbClr val="0000FF">
              <a:alpha val="50195"/>
            </a:srgbClr>
          </a:solidFill>
          <a:ln w="9525">
            <a:solidFill>
              <a:srgbClr val="0000FF"/>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5" name="Rectangle 81">
            <a:extLst>
              <a:ext uri="{FF2B5EF4-FFF2-40B4-BE49-F238E27FC236}">
                <a16:creationId xmlns:a16="http://schemas.microsoft.com/office/drawing/2014/main" id="{80AA38B7-2EFA-4A83-9DD5-E56FDE84FB77}"/>
              </a:ext>
            </a:extLst>
          </p:cNvPr>
          <p:cNvSpPr>
            <a:spLocks noChangeArrowheads="1"/>
          </p:cNvSpPr>
          <p:nvPr/>
        </p:nvSpPr>
        <p:spPr bwMode="auto">
          <a:xfrm>
            <a:off x="7788275" y="4076700"/>
            <a:ext cx="10668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6" name="Line 82">
            <a:extLst>
              <a:ext uri="{FF2B5EF4-FFF2-40B4-BE49-F238E27FC236}">
                <a16:creationId xmlns:a16="http://schemas.microsoft.com/office/drawing/2014/main" id="{3A2DC1FF-46D5-48B8-AECD-AD352DFD1054}"/>
              </a:ext>
            </a:extLst>
          </p:cNvPr>
          <p:cNvSpPr>
            <a:spLocks noChangeShapeType="1"/>
          </p:cNvSpPr>
          <p:nvPr/>
        </p:nvSpPr>
        <p:spPr bwMode="auto">
          <a:xfrm>
            <a:off x="8474075" y="407670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 name="Text Box 83">
            <a:extLst>
              <a:ext uri="{FF2B5EF4-FFF2-40B4-BE49-F238E27FC236}">
                <a16:creationId xmlns:a16="http://schemas.microsoft.com/office/drawing/2014/main" id="{BD5A531B-10D4-46A2-B747-E7B6D35E4C16}"/>
              </a:ext>
            </a:extLst>
          </p:cNvPr>
          <p:cNvSpPr txBox="1">
            <a:spLocks noChangeArrowheads="1"/>
          </p:cNvSpPr>
          <p:nvPr/>
        </p:nvSpPr>
        <p:spPr bwMode="auto">
          <a:xfrm>
            <a:off x="7772400" y="4041775"/>
            <a:ext cx="1009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TW" sz="2400">
                <a:latin typeface="Times New Roman" panose="02020603050405020304" pitchFamily="18" charset="0"/>
                <a:ea typeface="PMingLiU" panose="02020500000000000000" pitchFamily="18" charset="-120"/>
              </a:rPr>
              <a:t>   6    </a:t>
            </a:r>
            <a:r>
              <a:rPr kumimoji="1" lang="en-US" altLang="zh-TW" sz="2400">
                <a:latin typeface="Times New Roman" panose="02020603050405020304" pitchFamily="18" charset="0"/>
                <a:ea typeface="PMingLiU" panose="02020500000000000000" pitchFamily="18" charset="-120"/>
                <a:sym typeface="Wingdings" panose="05000000000000000000" pitchFamily="2" charset="2"/>
              </a:rPr>
              <a:t></a:t>
            </a:r>
            <a:endParaRPr kumimoji="1" lang="en-US" altLang="zh-TW" sz="2400">
              <a:latin typeface="Times New Roman" panose="02020603050405020304" pitchFamily="18" charset="0"/>
              <a:ea typeface="PMingLiU" panose="02020500000000000000" pitchFamily="18" charset="-120"/>
            </a:endParaRPr>
          </a:p>
        </p:txBody>
      </p:sp>
      <p:sp>
        <p:nvSpPr>
          <p:cNvPr id="18" name="Rectangle 84">
            <a:extLst>
              <a:ext uri="{FF2B5EF4-FFF2-40B4-BE49-F238E27FC236}">
                <a16:creationId xmlns:a16="http://schemas.microsoft.com/office/drawing/2014/main" id="{C5CDDF50-B14C-4C75-B98A-A747A018D79F}"/>
              </a:ext>
            </a:extLst>
          </p:cNvPr>
          <p:cNvSpPr>
            <a:spLocks noChangeArrowheads="1"/>
          </p:cNvSpPr>
          <p:nvPr/>
        </p:nvSpPr>
        <p:spPr bwMode="auto">
          <a:xfrm>
            <a:off x="8488363" y="4097338"/>
            <a:ext cx="354012" cy="354012"/>
          </a:xfrm>
          <a:prstGeom prst="rect">
            <a:avLst/>
          </a:prstGeom>
          <a:solidFill>
            <a:srgbClr val="0000FF">
              <a:alpha val="50195"/>
            </a:srgbClr>
          </a:solidFill>
          <a:ln w="9525">
            <a:solidFill>
              <a:srgbClr val="0000FF"/>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9" name="Rectangle 85">
            <a:extLst>
              <a:ext uri="{FF2B5EF4-FFF2-40B4-BE49-F238E27FC236}">
                <a16:creationId xmlns:a16="http://schemas.microsoft.com/office/drawing/2014/main" id="{726AE4F9-523D-435E-B8A9-68107EEFFD4E}"/>
              </a:ext>
            </a:extLst>
          </p:cNvPr>
          <p:cNvSpPr>
            <a:spLocks noChangeArrowheads="1"/>
          </p:cNvSpPr>
          <p:nvPr/>
        </p:nvSpPr>
        <p:spPr bwMode="auto">
          <a:xfrm>
            <a:off x="9204325" y="4089400"/>
            <a:ext cx="10668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20" name="Line 86">
            <a:extLst>
              <a:ext uri="{FF2B5EF4-FFF2-40B4-BE49-F238E27FC236}">
                <a16:creationId xmlns:a16="http://schemas.microsoft.com/office/drawing/2014/main" id="{D05FDAB1-3E2E-496C-9627-59024326F6C0}"/>
              </a:ext>
            </a:extLst>
          </p:cNvPr>
          <p:cNvSpPr>
            <a:spLocks noChangeShapeType="1"/>
          </p:cNvSpPr>
          <p:nvPr/>
        </p:nvSpPr>
        <p:spPr bwMode="auto">
          <a:xfrm>
            <a:off x="9890125" y="408940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 name="Text Box 87">
            <a:extLst>
              <a:ext uri="{FF2B5EF4-FFF2-40B4-BE49-F238E27FC236}">
                <a16:creationId xmlns:a16="http://schemas.microsoft.com/office/drawing/2014/main" id="{62D3F34C-CA03-4D13-8444-EC62A78EAAFF}"/>
              </a:ext>
            </a:extLst>
          </p:cNvPr>
          <p:cNvSpPr txBox="1">
            <a:spLocks noChangeArrowheads="1"/>
          </p:cNvSpPr>
          <p:nvPr/>
        </p:nvSpPr>
        <p:spPr bwMode="auto">
          <a:xfrm>
            <a:off x="9188450" y="4054475"/>
            <a:ext cx="1009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TW" sz="2400">
                <a:latin typeface="Times New Roman" panose="02020603050405020304" pitchFamily="18" charset="0"/>
                <a:ea typeface="PMingLiU" panose="02020500000000000000" pitchFamily="18" charset="-120"/>
              </a:rPr>
              <a:t>   3    </a:t>
            </a:r>
            <a:r>
              <a:rPr kumimoji="1" lang="en-US" altLang="zh-TW" sz="2400">
                <a:latin typeface="Times New Roman" panose="02020603050405020304" pitchFamily="18" charset="0"/>
                <a:ea typeface="PMingLiU" panose="02020500000000000000" pitchFamily="18" charset="-120"/>
                <a:sym typeface="Wingdings" panose="05000000000000000000" pitchFamily="2" charset="2"/>
              </a:rPr>
              <a:t></a:t>
            </a:r>
            <a:endParaRPr kumimoji="1" lang="en-US" altLang="zh-TW" sz="2400">
              <a:latin typeface="Times New Roman" panose="02020603050405020304" pitchFamily="18" charset="0"/>
              <a:ea typeface="PMingLiU" panose="02020500000000000000" pitchFamily="18" charset="-120"/>
            </a:endParaRPr>
          </a:p>
        </p:txBody>
      </p:sp>
      <p:sp>
        <p:nvSpPr>
          <p:cNvPr id="22" name="Rectangle 88">
            <a:extLst>
              <a:ext uri="{FF2B5EF4-FFF2-40B4-BE49-F238E27FC236}">
                <a16:creationId xmlns:a16="http://schemas.microsoft.com/office/drawing/2014/main" id="{90C4DEC9-32E4-417E-A948-ABB7EB26A63C}"/>
              </a:ext>
            </a:extLst>
          </p:cNvPr>
          <p:cNvSpPr>
            <a:spLocks noChangeArrowheads="1"/>
          </p:cNvSpPr>
          <p:nvPr/>
        </p:nvSpPr>
        <p:spPr bwMode="auto">
          <a:xfrm>
            <a:off x="9904413" y="4110038"/>
            <a:ext cx="354012" cy="354012"/>
          </a:xfrm>
          <a:prstGeom prst="rect">
            <a:avLst/>
          </a:prstGeom>
          <a:solidFill>
            <a:srgbClr val="0000FF">
              <a:alpha val="50195"/>
            </a:srgbClr>
          </a:solidFill>
          <a:ln w="9525">
            <a:solidFill>
              <a:srgbClr val="0000FF"/>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23" name="Line 89">
            <a:extLst>
              <a:ext uri="{FF2B5EF4-FFF2-40B4-BE49-F238E27FC236}">
                <a16:creationId xmlns:a16="http://schemas.microsoft.com/office/drawing/2014/main" id="{72C770C4-48EE-4438-9ABF-ADA0D1D7EF4D}"/>
              </a:ext>
            </a:extLst>
          </p:cNvPr>
          <p:cNvSpPr>
            <a:spLocks noChangeShapeType="1"/>
          </p:cNvSpPr>
          <p:nvPr/>
        </p:nvSpPr>
        <p:spPr bwMode="auto">
          <a:xfrm>
            <a:off x="7239000" y="4267200"/>
            <a:ext cx="533400" cy="0"/>
          </a:xfrm>
          <a:prstGeom prst="line">
            <a:avLst/>
          </a:prstGeom>
          <a:noFill/>
          <a:ln w="5715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4" name="Line 90">
            <a:extLst>
              <a:ext uri="{FF2B5EF4-FFF2-40B4-BE49-F238E27FC236}">
                <a16:creationId xmlns:a16="http://schemas.microsoft.com/office/drawing/2014/main" id="{355A40AB-B8C9-4ADD-836F-6FF4D49A534C}"/>
              </a:ext>
            </a:extLst>
          </p:cNvPr>
          <p:cNvSpPr>
            <a:spLocks noChangeShapeType="1"/>
          </p:cNvSpPr>
          <p:nvPr/>
        </p:nvSpPr>
        <p:spPr bwMode="auto">
          <a:xfrm>
            <a:off x="8763000" y="4267200"/>
            <a:ext cx="457200" cy="0"/>
          </a:xfrm>
          <a:prstGeom prst="line">
            <a:avLst/>
          </a:prstGeom>
          <a:noFill/>
          <a:ln w="5715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5" name="Rectangle 91">
            <a:extLst>
              <a:ext uri="{FF2B5EF4-FFF2-40B4-BE49-F238E27FC236}">
                <a16:creationId xmlns:a16="http://schemas.microsoft.com/office/drawing/2014/main" id="{C2B4870B-FBA9-4275-9956-B8CB372BB9FD}"/>
              </a:ext>
            </a:extLst>
          </p:cNvPr>
          <p:cNvSpPr>
            <a:spLocks noChangeArrowheads="1"/>
          </p:cNvSpPr>
          <p:nvPr/>
        </p:nvSpPr>
        <p:spPr bwMode="auto">
          <a:xfrm>
            <a:off x="1882775" y="4076700"/>
            <a:ext cx="10668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26" name="Line 92">
            <a:extLst>
              <a:ext uri="{FF2B5EF4-FFF2-40B4-BE49-F238E27FC236}">
                <a16:creationId xmlns:a16="http://schemas.microsoft.com/office/drawing/2014/main" id="{93ECCBC9-AA1A-40AB-8A70-57EB4EFCB950}"/>
              </a:ext>
            </a:extLst>
          </p:cNvPr>
          <p:cNvSpPr>
            <a:spLocks noChangeShapeType="1"/>
          </p:cNvSpPr>
          <p:nvPr/>
        </p:nvSpPr>
        <p:spPr bwMode="auto">
          <a:xfrm>
            <a:off x="2568575" y="407670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 name="Text Box 93">
            <a:extLst>
              <a:ext uri="{FF2B5EF4-FFF2-40B4-BE49-F238E27FC236}">
                <a16:creationId xmlns:a16="http://schemas.microsoft.com/office/drawing/2014/main" id="{64196A01-F805-4520-A166-E1A020AAB05C}"/>
              </a:ext>
            </a:extLst>
          </p:cNvPr>
          <p:cNvSpPr txBox="1">
            <a:spLocks noChangeArrowheads="1"/>
          </p:cNvSpPr>
          <p:nvPr/>
        </p:nvSpPr>
        <p:spPr bwMode="auto">
          <a:xfrm>
            <a:off x="1866900" y="4041775"/>
            <a:ext cx="1085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TW" sz="2400">
                <a:latin typeface="Times New Roman" panose="02020603050405020304" pitchFamily="18" charset="0"/>
                <a:ea typeface="PMingLiU" panose="02020500000000000000" pitchFamily="18" charset="-120"/>
              </a:rPr>
              <a:t>  15    </a:t>
            </a:r>
            <a:r>
              <a:rPr kumimoji="1" lang="en-US" altLang="zh-TW" sz="2400">
                <a:latin typeface="Times New Roman" panose="02020603050405020304" pitchFamily="18" charset="0"/>
                <a:ea typeface="PMingLiU" panose="02020500000000000000" pitchFamily="18" charset="-120"/>
                <a:sym typeface="Wingdings" panose="05000000000000000000" pitchFamily="2" charset="2"/>
              </a:rPr>
              <a:t></a:t>
            </a:r>
            <a:endParaRPr kumimoji="1" lang="en-US" altLang="zh-TW" sz="2400">
              <a:latin typeface="Times New Roman" panose="02020603050405020304" pitchFamily="18" charset="0"/>
              <a:ea typeface="PMingLiU" panose="02020500000000000000" pitchFamily="18" charset="-120"/>
            </a:endParaRPr>
          </a:p>
        </p:txBody>
      </p:sp>
      <p:sp>
        <p:nvSpPr>
          <p:cNvPr id="28" name="Rectangle 94">
            <a:extLst>
              <a:ext uri="{FF2B5EF4-FFF2-40B4-BE49-F238E27FC236}">
                <a16:creationId xmlns:a16="http://schemas.microsoft.com/office/drawing/2014/main" id="{0D062ACD-B828-4023-AEF4-B61E0AB60E01}"/>
              </a:ext>
            </a:extLst>
          </p:cNvPr>
          <p:cNvSpPr>
            <a:spLocks noChangeArrowheads="1"/>
          </p:cNvSpPr>
          <p:nvPr/>
        </p:nvSpPr>
        <p:spPr bwMode="auto">
          <a:xfrm>
            <a:off x="2582863" y="4097338"/>
            <a:ext cx="354012" cy="354012"/>
          </a:xfrm>
          <a:prstGeom prst="rect">
            <a:avLst/>
          </a:prstGeom>
          <a:solidFill>
            <a:srgbClr val="0000FF">
              <a:alpha val="50195"/>
            </a:srgbClr>
          </a:solidFill>
          <a:ln w="9525">
            <a:solidFill>
              <a:srgbClr val="0000FF"/>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29" name="Rectangle 95">
            <a:extLst>
              <a:ext uri="{FF2B5EF4-FFF2-40B4-BE49-F238E27FC236}">
                <a16:creationId xmlns:a16="http://schemas.microsoft.com/office/drawing/2014/main" id="{E68386ED-EB35-4F0F-8FD2-C73D5E8A3643}"/>
              </a:ext>
            </a:extLst>
          </p:cNvPr>
          <p:cNvSpPr>
            <a:spLocks noChangeArrowheads="1"/>
          </p:cNvSpPr>
          <p:nvPr/>
        </p:nvSpPr>
        <p:spPr bwMode="auto">
          <a:xfrm>
            <a:off x="3346450" y="4073525"/>
            <a:ext cx="10668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30" name="Line 96">
            <a:extLst>
              <a:ext uri="{FF2B5EF4-FFF2-40B4-BE49-F238E27FC236}">
                <a16:creationId xmlns:a16="http://schemas.microsoft.com/office/drawing/2014/main" id="{D391D732-1AD3-4BF9-A793-9AEDBE92D1AA}"/>
              </a:ext>
            </a:extLst>
          </p:cNvPr>
          <p:cNvSpPr>
            <a:spLocks noChangeShapeType="1"/>
          </p:cNvSpPr>
          <p:nvPr/>
        </p:nvSpPr>
        <p:spPr bwMode="auto">
          <a:xfrm>
            <a:off x="4032250" y="4073525"/>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 name="Text Box 97">
            <a:extLst>
              <a:ext uri="{FF2B5EF4-FFF2-40B4-BE49-F238E27FC236}">
                <a16:creationId xmlns:a16="http://schemas.microsoft.com/office/drawing/2014/main" id="{F0358DE9-FA0A-456E-89DB-DC48217FD50A}"/>
              </a:ext>
            </a:extLst>
          </p:cNvPr>
          <p:cNvSpPr txBox="1">
            <a:spLocks noChangeArrowheads="1"/>
          </p:cNvSpPr>
          <p:nvPr/>
        </p:nvSpPr>
        <p:spPr bwMode="auto">
          <a:xfrm>
            <a:off x="3330575" y="4038600"/>
            <a:ext cx="1009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TW" sz="2400">
                <a:latin typeface="Times New Roman" panose="02020603050405020304" pitchFamily="18" charset="0"/>
                <a:ea typeface="PMingLiU" panose="02020500000000000000" pitchFamily="18" charset="-120"/>
              </a:rPr>
              <a:t>  5     </a:t>
            </a:r>
            <a:r>
              <a:rPr kumimoji="1" lang="en-US" altLang="zh-TW" sz="2400">
                <a:latin typeface="Times New Roman" panose="02020603050405020304" pitchFamily="18" charset="0"/>
                <a:ea typeface="PMingLiU" panose="02020500000000000000" pitchFamily="18" charset="-120"/>
                <a:sym typeface="Wingdings" panose="05000000000000000000" pitchFamily="2" charset="2"/>
              </a:rPr>
              <a:t></a:t>
            </a:r>
            <a:endParaRPr kumimoji="1" lang="en-US" altLang="zh-TW" sz="2400">
              <a:latin typeface="Times New Roman" panose="02020603050405020304" pitchFamily="18" charset="0"/>
              <a:ea typeface="PMingLiU" panose="02020500000000000000" pitchFamily="18" charset="-120"/>
            </a:endParaRPr>
          </a:p>
        </p:txBody>
      </p:sp>
      <p:sp>
        <p:nvSpPr>
          <p:cNvPr id="32" name="Rectangle 98">
            <a:extLst>
              <a:ext uri="{FF2B5EF4-FFF2-40B4-BE49-F238E27FC236}">
                <a16:creationId xmlns:a16="http://schemas.microsoft.com/office/drawing/2014/main" id="{CEB2BCB7-1D3B-4F7E-B470-76854A2A4D78}"/>
              </a:ext>
            </a:extLst>
          </p:cNvPr>
          <p:cNvSpPr>
            <a:spLocks noChangeArrowheads="1"/>
          </p:cNvSpPr>
          <p:nvPr/>
        </p:nvSpPr>
        <p:spPr bwMode="auto">
          <a:xfrm>
            <a:off x="4046538" y="4094163"/>
            <a:ext cx="354012" cy="354012"/>
          </a:xfrm>
          <a:prstGeom prst="rect">
            <a:avLst/>
          </a:prstGeom>
          <a:solidFill>
            <a:srgbClr val="0000FF">
              <a:alpha val="50195"/>
            </a:srgbClr>
          </a:solidFill>
          <a:ln w="9525">
            <a:solidFill>
              <a:srgbClr val="0000FF"/>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33" name="Line 99">
            <a:extLst>
              <a:ext uri="{FF2B5EF4-FFF2-40B4-BE49-F238E27FC236}">
                <a16:creationId xmlns:a16="http://schemas.microsoft.com/office/drawing/2014/main" id="{372FCAC2-46EF-449F-B25D-C2DBD01A45C5}"/>
              </a:ext>
            </a:extLst>
          </p:cNvPr>
          <p:cNvSpPr>
            <a:spLocks noChangeShapeType="1"/>
          </p:cNvSpPr>
          <p:nvPr/>
        </p:nvSpPr>
        <p:spPr bwMode="auto">
          <a:xfrm>
            <a:off x="2901950" y="4270375"/>
            <a:ext cx="457200" cy="0"/>
          </a:xfrm>
          <a:prstGeom prst="line">
            <a:avLst/>
          </a:prstGeom>
          <a:noFill/>
          <a:ln w="5715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4" name="Line 100">
            <a:extLst>
              <a:ext uri="{FF2B5EF4-FFF2-40B4-BE49-F238E27FC236}">
                <a16:creationId xmlns:a16="http://schemas.microsoft.com/office/drawing/2014/main" id="{16D6A578-F27D-44F1-A9F6-10D3811D1932}"/>
              </a:ext>
            </a:extLst>
          </p:cNvPr>
          <p:cNvSpPr>
            <a:spLocks noChangeShapeType="1"/>
          </p:cNvSpPr>
          <p:nvPr/>
        </p:nvSpPr>
        <p:spPr bwMode="auto">
          <a:xfrm flipV="1">
            <a:off x="4333875" y="4298951"/>
            <a:ext cx="533400" cy="3175"/>
          </a:xfrm>
          <a:prstGeom prst="line">
            <a:avLst/>
          </a:prstGeom>
          <a:noFill/>
          <a:ln w="5715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 name="Line 101">
            <a:extLst>
              <a:ext uri="{FF2B5EF4-FFF2-40B4-BE49-F238E27FC236}">
                <a16:creationId xmlns:a16="http://schemas.microsoft.com/office/drawing/2014/main" id="{4B540A89-8057-4E90-B1D7-8F48A6375192}"/>
              </a:ext>
            </a:extLst>
          </p:cNvPr>
          <p:cNvSpPr>
            <a:spLocks noChangeShapeType="1"/>
          </p:cNvSpPr>
          <p:nvPr/>
        </p:nvSpPr>
        <p:spPr bwMode="auto">
          <a:xfrm>
            <a:off x="5797550" y="4267200"/>
            <a:ext cx="457200" cy="0"/>
          </a:xfrm>
          <a:prstGeom prst="line">
            <a:avLst/>
          </a:prstGeom>
          <a:noFill/>
          <a:ln w="5715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6" name="Text Box 102">
            <a:extLst>
              <a:ext uri="{FF2B5EF4-FFF2-40B4-BE49-F238E27FC236}">
                <a16:creationId xmlns:a16="http://schemas.microsoft.com/office/drawing/2014/main" id="{D04CA704-30B8-41B3-A8E2-D31FCA19E966}"/>
              </a:ext>
            </a:extLst>
          </p:cNvPr>
          <p:cNvSpPr txBox="1">
            <a:spLocks noChangeArrowheads="1"/>
          </p:cNvSpPr>
          <p:nvPr/>
        </p:nvSpPr>
        <p:spPr bwMode="auto">
          <a:xfrm>
            <a:off x="1987550" y="4876801"/>
            <a:ext cx="1066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en-US" sz="1800"/>
              <a:t>Head</a:t>
            </a:r>
          </a:p>
        </p:txBody>
      </p:sp>
      <p:sp>
        <p:nvSpPr>
          <p:cNvPr id="37" name="Line 103">
            <a:extLst>
              <a:ext uri="{FF2B5EF4-FFF2-40B4-BE49-F238E27FC236}">
                <a16:creationId xmlns:a16="http://schemas.microsoft.com/office/drawing/2014/main" id="{A9ADB8F1-0A83-4135-B9D8-25BF2B694234}"/>
              </a:ext>
            </a:extLst>
          </p:cNvPr>
          <p:cNvSpPr>
            <a:spLocks noChangeShapeType="1"/>
          </p:cNvSpPr>
          <p:nvPr/>
        </p:nvSpPr>
        <p:spPr bwMode="auto">
          <a:xfrm flipV="1">
            <a:off x="2216150" y="4435475"/>
            <a:ext cx="0" cy="5334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 name="Text Box 104">
            <a:extLst>
              <a:ext uri="{FF2B5EF4-FFF2-40B4-BE49-F238E27FC236}">
                <a16:creationId xmlns:a16="http://schemas.microsoft.com/office/drawing/2014/main" id="{0ADB9661-1FCE-4417-935F-A8B4F8A110EF}"/>
              </a:ext>
            </a:extLst>
          </p:cNvPr>
          <p:cNvSpPr txBox="1">
            <a:spLocks noChangeArrowheads="1"/>
          </p:cNvSpPr>
          <p:nvPr/>
        </p:nvSpPr>
        <p:spPr bwMode="auto">
          <a:xfrm>
            <a:off x="9220200" y="4860926"/>
            <a:ext cx="1066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en-US" sz="1800"/>
              <a:t>Tail</a:t>
            </a:r>
          </a:p>
        </p:txBody>
      </p:sp>
      <p:sp>
        <p:nvSpPr>
          <p:cNvPr id="39" name="Line 105">
            <a:extLst>
              <a:ext uri="{FF2B5EF4-FFF2-40B4-BE49-F238E27FC236}">
                <a16:creationId xmlns:a16="http://schemas.microsoft.com/office/drawing/2014/main" id="{6CC124F5-0CA8-4A57-ACB9-021CD4CF92E3}"/>
              </a:ext>
            </a:extLst>
          </p:cNvPr>
          <p:cNvSpPr>
            <a:spLocks noChangeShapeType="1"/>
          </p:cNvSpPr>
          <p:nvPr/>
        </p:nvSpPr>
        <p:spPr bwMode="auto">
          <a:xfrm flipV="1">
            <a:off x="9448800" y="4419600"/>
            <a:ext cx="0" cy="5334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40" name="Group 135">
            <a:extLst>
              <a:ext uri="{FF2B5EF4-FFF2-40B4-BE49-F238E27FC236}">
                <a16:creationId xmlns:a16="http://schemas.microsoft.com/office/drawing/2014/main" id="{6A74C501-3D44-4A2F-9D2D-8984037040F6}"/>
              </a:ext>
            </a:extLst>
          </p:cNvPr>
          <p:cNvGrpSpPr>
            <a:grpSpLocks/>
          </p:cNvGrpSpPr>
          <p:nvPr/>
        </p:nvGrpSpPr>
        <p:grpSpPr bwMode="auto">
          <a:xfrm>
            <a:off x="10172701" y="4314825"/>
            <a:ext cx="454025" cy="304800"/>
            <a:chOff x="2208" y="3408"/>
            <a:chExt cx="286" cy="192"/>
          </a:xfrm>
        </p:grpSpPr>
        <p:sp>
          <p:nvSpPr>
            <p:cNvPr id="37931" name="Line 136">
              <a:extLst>
                <a:ext uri="{FF2B5EF4-FFF2-40B4-BE49-F238E27FC236}">
                  <a16:creationId xmlns:a16="http://schemas.microsoft.com/office/drawing/2014/main" id="{E0D43615-3535-4542-B1C4-CD379E27DF20}"/>
                </a:ext>
              </a:extLst>
            </p:cNvPr>
            <p:cNvSpPr>
              <a:spLocks noChangeShapeType="1"/>
            </p:cNvSpPr>
            <p:nvPr/>
          </p:nvSpPr>
          <p:spPr bwMode="auto">
            <a:xfrm>
              <a:off x="2208" y="3408"/>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32" name="Line 137">
              <a:extLst>
                <a:ext uri="{FF2B5EF4-FFF2-40B4-BE49-F238E27FC236}">
                  <a16:creationId xmlns:a16="http://schemas.microsoft.com/office/drawing/2014/main" id="{5192477B-5017-4840-B4AD-10EFADB9EAB9}"/>
                </a:ext>
              </a:extLst>
            </p:cNvPr>
            <p:cNvSpPr>
              <a:spLocks noChangeShapeType="1"/>
            </p:cNvSpPr>
            <p:nvPr/>
          </p:nvSpPr>
          <p:spPr bwMode="auto">
            <a:xfrm>
              <a:off x="2400" y="3408"/>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33" name="Line 138">
              <a:extLst>
                <a:ext uri="{FF2B5EF4-FFF2-40B4-BE49-F238E27FC236}">
                  <a16:creationId xmlns:a16="http://schemas.microsoft.com/office/drawing/2014/main" id="{00DC265C-6A74-4687-BCB2-46426FEE716F}"/>
                </a:ext>
              </a:extLst>
            </p:cNvPr>
            <p:cNvSpPr>
              <a:spLocks noChangeShapeType="1"/>
            </p:cNvSpPr>
            <p:nvPr/>
          </p:nvSpPr>
          <p:spPr bwMode="auto">
            <a:xfrm>
              <a:off x="2302" y="3552"/>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34" name="Line 139">
              <a:extLst>
                <a:ext uri="{FF2B5EF4-FFF2-40B4-BE49-F238E27FC236}">
                  <a16:creationId xmlns:a16="http://schemas.microsoft.com/office/drawing/2014/main" id="{C84EA1D5-D2F8-4175-AF1D-2ED013C08174}"/>
                </a:ext>
              </a:extLst>
            </p:cNvPr>
            <p:cNvSpPr>
              <a:spLocks noChangeShapeType="1"/>
            </p:cNvSpPr>
            <p:nvPr/>
          </p:nvSpPr>
          <p:spPr bwMode="auto">
            <a:xfrm>
              <a:off x="2352" y="3600"/>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6" name="Rectangle 91">
            <a:extLst>
              <a:ext uri="{FF2B5EF4-FFF2-40B4-BE49-F238E27FC236}">
                <a16:creationId xmlns:a16="http://schemas.microsoft.com/office/drawing/2014/main" id="{433C06B1-1ECE-4F64-98C7-4618DA3DC64B}"/>
              </a:ext>
            </a:extLst>
          </p:cNvPr>
          <p:cNvSpPr>
            <a:spLocks noChangeArrowheads="1"/>
          </p:cNvSpPr>
          <p:nvPr/>
        </p:nvSpPr>
        <p:spPr bwMode="auto">
          <a:xfrm>
            <a:off x="1882775" y="2860675"/>
            <a:ext cx="10668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47" name="Line 92">
            <a:extLst>
              <a:ext uri="{FF2B5EF4-FFF2-40B4-BE49-F238E27FC236}">
                <a16:creationId xmlns:a16="http://schemas.microsoft.com/office/drawing/2014/main" id="{D4D3B205-1F89-4800-A449-86F5F4F08320}"/>
              </a:ext>
            </a:extLst>
          </p:cNvPr>
          <p:cNvSpPr>
            <a:spLocks noChangeShapeType="1"/>
          </p:cNvSpPr>
          <p:nvPr/>
        </p:nvSpPr>
        <p:spPr bwMode="auto">
          <a:xfrm>
            <a:off x="2568575" y="2860675"/>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 name="Text Box 93">
            <a:extLst>
              <a:ext uri="{FF2B5EF4-FFF2-40B4-BE49-F238E27FC236}">
                <a16:creationId xmlns:a16="http://schemas.microsoft.com/office/drawing/2014/main" id="{18A5664B-2DEC-4DE1-86B3-ABC92283B011}"/>
              </a:ext>
            </a:extLst>
          </p:cNvPr>
          <p:cNvSpPr txBox="1">
            <a:spLocks noChangeArrowheads="1"/>
          </p:cNvSpPr>
          <p:nvPr/>
        </p:nvSpPr>
        <p:spPr bwMode="auto">
          <a:xfrm>
            <a:off x="1866901" y="2825750"/>
            <a:ext cx="1463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TW" sz="2400">
                <a:latin typeface="Times New Roman" panose="02020603050405020304" pitchFamily="18" charset="0"/>
                <a:ea typeface="PMingLiU" panose="02020500000000000000" pitchFamily="18" charset="-120"/>
              </a:rPr>
              <a:t>  1      </a:t>
            </a:r>
            <a:r>
              <a:rPr kumimoji="1" lang="en-US" altLang="zh-TW" sz="2400">
                <a:latin typeface="Times New Roman" panose="02020603050405020304" pitchFamily="18" charset="0"/>
                <a:ea typeface="PMingLiU" panose="02020500000000000000" pitchFamily="18" charset="-120"/>
                <a:sym typeface="Wingdings" panose="05000000000000000000" pitchFamily="2" charset="2"/>
              </a:rPr>
              <a:t></a:t>
            </a:r>
            <a:endParaRPr kumimoji="1" lang="en-US" altLang="zh-TW" sz="2400">
              <a:latin typeface="Times New Roman" panose="02020603050405020304" pitchFamily="18" charset="0"/>
              <a:ea typeface="PMingLiU" panose="02020500000000000000" pitchFamily="18" charset="-120"/>
            </a:endParaRPr>
          </a:p>
        </p:txBody>
      </p:sp>
      <p:sp>
        <p:nvSpPr>
          <p:cNvPr id="49" name="Rectangle 94">
            <a:extLst>
              <a:ext uri="{FF2B5EF4-FFF2-40B4-BE49-F238E27FC236}">
                <a16:creationId xmlns:a16="http://schemas.microsoft.com/office/drawing/2014/main" id="{46051F34-6B15-47DA-87DD-8A7F4841C8C1}"/>
              </a:ext>
            </a:extLst>
          </p:cNvPr>
          <p:cNvSpPr>
            <a:spLocks noChangeArrowheads="1"/>
          </p:cNvSpPr>
          <p:nvPr/>
        </p:nvSpPr>
        <p:spPr bwMode="auto">
          <a:xfrm>
            <a:off x="2582864" y="2854325"/>
            <a:ext cx="382587" cy="387350"/>
          </a:xfrm>
          <a:prstGeom prst="rect">
            <a:avLst/>
          </a:prstGeom>
          <a:solidFill>
            <a:srgbClr val="0000FF">
              <a:alpha val="50195"/>
            </a:srgbClr>
          </a:solidFill>
          <a:ln w="9525">
            <a:solidFill>
              <a:srgbClr val="0000FF"/>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50" name="Text Box 102">
            <a:extLst>
              <a:ext uri="{FF2B5EF4-FFF2-40B4-BE49-F238E27FC236}">
                <a16:creationId xmlns:a16="http://schemas.microsoft.com/office/drawing/2014/main" id="{83AEF9A2-602C-4F2F-83B1-D9165F6DAE6F}"/>
              </a:ext>
            </a:extLst>
          </p:cNvPr>
          <p:cNvSpPr txBox="1">
            <a:spLocks noChangeArrowheads="1"/>
          </p:cNvSpPr>
          <p:nvPr/>
        </p:nvSpPr>
        <p:spPr bwMode="auto">
          <a:xfrm>
            <a:off x="2208213" y="2300288"/>
            <a:ext cx="1066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en-US" sz="1800"/>
              <a:t>P</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ppt_x"/>
                                          </p:val>
                                        </p:tav>
                                        <p:tav tm="100000">
                                          <p:val>
                                            <p:strVal val="#ppt_x"/>
                                          </p:val>
                                        </p:tav>
                                      </p:tavLst>
                                    </p:anim>
                                    <p:anim calcmode="lin" valueType="num">
                                      <p:cBhvr additive="base">
                                        <p:cTn id="24" dur="500" fill="hold"/>
                                        <p:tgtEl>
                                          <p:spTgt spid="11"/>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ppt_x"/>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500" fill="hold"/>
                                        <p:tgtEl>
                                          <p:spTgt spid="14"/>
                                        </p:tgtEl>
                                        <p:attrNameLst>
                                          <p:attrName>ppt_x</p:attrName>
                                        </p:attrNameLst>
                                      </p:cBhvr>
                                      <p:tavLst>
                                        <p:tav tm="0">
                                          <p:val>
                                            <p:strVal val="#ppt_x"/>
                                          </p:val>
                                        </p:tav>
                                        <p:tav tm="100000">
                                          <p:val>
                                            <p:strVal val="#ppt_x"/>
                                          </p:val>
                                        </p:tav>
                                      </p:tavLst>
                                    </p:anim>
                                    <p:anim calcmode="lin" valueType="num">
                                      <p:cBhvr additive="base">
                                        <p:cTn id="36" dur="500" fill="hold"/>
                                        <p:tgtEl>
                                          <p:spTgt spid="14"/>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cBhvr additive="base">
                                        <p:cTn id="39" dur="500" fill="hold"/>
                                        <p:tgtEl>
                                          <p:spTgt spid="15"/>
                                        </p:tgtEl>
                                        <p:attrNameLst>
                                          <p:attrName>ppt_x</p:attrName>
                                        </p:attrNameLst>
                                      </p:cBhvr>
                                      <p:tavLst>
                                        <p:tav tm="0">
                                          <p:val>
                                            <p:strVal val="#ppt_x"/>
                                          </p:val>
                                        </p:tav>
                                        <p:tav tm="100000">
                                          <p:val>
                                            <p:strVal val="#ppt_x"/>
                                          </p:val>
                                        </p:tav>
                                      </p:tavLst>
                                    </p:anim>
                                    <p:anim calcmode="lin" valueType="num">
                                      <p:cBhvr additive="base">
                                        <p:cTn id="40" dur="500" fill="hold"/>
                                        <p:tgtEl>
                                          <p:spTgt spid="15"/>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additive="base">
                                        <p:cTn id="43" dur="500" fill="hold"/>
                                        <p:tgtEl>
                                          <p:spTgt spid="16"/>
                                        </p:tgtEl>
                                        <p:attrNameLst>
                                          <p:attrName>ppt_x</p:attrName>
                                        </p:attrNameLst>
                                      </p:cBhvr>
                                      <p:tavLst>
                                        <p:tav tm="0">
                                          <p:val>
                                            <p:strVal val="#ppt_x"/>
                                          </p:val>
                                        </p:tav>
                                        <p:tav tm="100000">
                                          <p:val>
                                            <p:strVal val="#ppt_x"/>
                                          </p:val>
                                        </p:tav>
                                      </p:tavLst>
                                    </p:anim>
                                    <p:anim calcmode="lin" valueType="num">
                                      <p:cBhvr additive="base">
                                        <p:cTn id="44" dur="500" fill="hold"/>
                                        <p:tgtEl>
                                          <p:spTgt spid="16"/>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 calcmode="lin" valueType="num">
                                      <p:cBhvr additive="base">
                                        <p:cTn id="47" dur="500" fill="hold"/>
                                        <p:tgtEl>
                                          <p:spTgt spid="17"/>
                                        </p:tgtEl>
                                        <p:attrNameLst>
                                          <p:attrName>ppt_x</p:attrName>
                                        </p:attrNameLst>
                                      </p:cBhvr>
                                      <p:tavLst>
                                        <p:tav tm="0">
                                          <p:val>
                                            <p:strVal val="#ppt_x"/>
                                          </p:val>
                                        </p:tav>
                                        <p:tav tm="100000">
                                          <p:val>
                                            <p:strVal val="#ppt_x"/>
                                          </p:val>
                                        </p:tav>
                                      </p:tavLst>
                                    </p:anim>
                                    <p:anim calcmode="lin" valueType="num">
                                      <p:cBhvr additive="base">
                                        <p:cTn id="48" dur="500" fill="hold"/>
                                        <p:tgtEl>
                                          <p:spTgt spid="17"/>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 calcmode="lin" valueType="num">
                                      <p:cBhvr additive="base">
                                        <p:cTn id="51" dur="500" fill="hold"/>
                                        <p:tgtEl>
                                          <p:spTgt spid="18"/>
                                        </p:tgtEl>
                                        <p:attrNameLst>
                                          <p:attrName>ppt_x</p:attrName>
                                        </p:attrNameLst>
                                      </p:cBhvr>
                                      <p:tavLst>
                                        <p:tav tm="0">
                                          <p:val>
                                            <p:strVal val="#ppt_x"/>
                                          </p:val>
                                        </p:tav>
                                        <p:tav tm="100000">
                                          <p:val>
                                            <p:strVal val="#ppt_x"/>
                                          </p:val>
                                        </p:tav>
                                      </p:tavLst>
                                    </p:anim>
                                    <p:anim calcmode="lin" valueType="num">
                                      <p:cBhvr additive="base">
                                        <p:cTn id="52" dur="500" fill="hold"/>
                                        <p:tgtEl>
                                          <p:spTgt spid="18"/>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additive="base">
                                        <p:cTn id="55" dur="500" fill="hold"/>
                                        <p:tgtEl>
                                          <p:spTgt spid="19"/>
                                        </p:tgtEl>
                                        <p:attrNameLst>
                                          <p:attrName>ppt_x</p:attrName>
                                        </p:attrNameLst>
                                      </p:cBhvr>
                                      <p:tavLst>
                                        <p:tav tm="0">
                                          <p:val>
                                            <p:strVal val="#ppt_x"/>
                                          </p:val>
                                        </p:tav>
                                        <p:tav tm="100000">
                                          <p:val>
                                            <p:strVal val="#ppt_x"/>
                                          </p:val>
                                        </p:tav>
                                      </p:tavLst>
                                    </p:anim>
                                    <p:anim calcmode="lin" valueType="num">
                                      <p:cBhvr additive="base">
                                        <p:cTn id="56" dur="500" fill="hold"/>
                                        <p:tgtEl>
                                          <p:spTgt spid="19"/>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20"/>
                                        </p:tgtEl>
                                        <p:attrNameLst>
                                          <p:attrName>style.visibility</p:attrName>
                                        </p:attrNameLst>
                                      </p:cBhvr>
                                      <p:to>
                                        <p:strVal val="visible"/>
                                      </p:to>
                                    </p:set>
                                    <p:anim calcmode="lin" valueType="num">
                                      <p:cBhvr additive="base">
                                        <p:cTn id="59" dur="500" fill="hold"/>
                                        <p:tgtEl>
                                          <p:spTgt spid="20"/>
                                        </p:tgtEl>
                                        <p:attrNameLst>
                                          <p:attrName>ppt_x</p:attrName>
                                        </p:attrNameLst>
                                      </p:cBhvr>
                                      <p:tavLst>
                                        <p:tav tm="0">
                                          <p:val>
                                            <p:strVal val="#ppt_x"/>
                                          </p:val>
                                        </p:tav>
                                        <p:tav tm="100000">
                                          <p:val>
                                            <p:strVal val="#ppt_x"/>
                                          </p:val>
                                        </p:tav>
                                      </p:tavLst>
                                    </p:anim>
                                    <p:anim calcmode="lin" valueType="num">
                                      <p:cBhvr additive="base">
                                        <p:cTn id="60" dur="500" fill="hold"/>
                                        <p:tgtEl>
                                          <p:spTgt spid="20"/>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 calcmode="lin" valueType="num">
                                      <p:cBhvr additive="base">
                                        <p:cTn id="63" dur="500" fill="hold"/>
                                        <p:tgtEl>
                                          <p:spTgt spid="21"/>
                                        </p:tgtEl>
                                        <p:attrNameLst>
                                          <p:attrName>ppt_x</p:attrName>
                                        </p:attrNameLst>
                                      </p:cBhvr>
                                      <p:tavLst>
                                        <p:tav tm="0">
                                          <p:val>
                                            <p:strVal val="#ppt_x"/>
                                          </p:val>
                                        </p:tav>
                                        <p:tav tm="100000">
                                          <p:val>
                                            <p:strVal val="#ppt_x"/>
                                          </p:val>
                                        </p:tav>
                                      </p:tavLst>
                                    </p:anim>
                                    <p:anim calcmode="lin" valueType="num">
                                      <p:cBhvr additive="base">
                                        <p:cTn id="64" dur="500" fill="hold"/>
                                        <p:tgtEl>
                                          <p:spTgt spid="21"/>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 calcmode="lin" valueType="num">
                                      <p:cBhvr additive="base">
                                        <p:cTn id="67" dur="500" fill="hold"/>
                                        <p:tgtEl>
                                          <p:spTgt spid="22"/>
                                        </p:tgtEl>
                                        <p:attrNameLst>
                                          <p:attrName>ppt_x</p:attrName>
                                        </p:attrNameLst>
                                      </p:cBhvr>
                                      <p:tavLst>
                                        <p:tav tm="0">
                                          <p:val>
                                            <p:strVal val="#ppt_x"/>
                                          </p:val>
                                        </p:tav>
                                        <p:tav tm="100000">
                                          <p:val>
                                            <p:strVal val="#ppt_x"/>
                                          </p:val>
                                        </p:tav>
                                      </p:tavLst>
                                    </p:anim>
                                    <p:anim calcmode="lin" valueType="num">
                                      <p:cBhvr additive="base">
                                        <p:cTn id="68" dur="500" fill="hold"/>
                                        <p:tgtEl>
                                          <p:spTgt spid="22"/>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23"/>
                                        </p:tgtEl>
                                        <p:attrNameLst>
                                          <p:attrName>style.visibility</p:attrName>
                                        </p:attrNameLst>
                                      </p:cBhvr>
                                      <p:to>
                                        <p:strVal val="visible"/>
                                      </p:to>
                                    </p:set>
                                    <p:anim calcmode="lin" valueType="num">
                                      <p:cBhvr additive="base">
                                        <p:cTn id="71" dur="500" fill="hold"/>
                                        <p:tgtEl>
                                          <p:spTgt spid="23"/>
                                        </p:tgtEl>
                                        <p:attrNameLst>
                                          <p:attrName>ppt_x</p:attrName>
                                        </p:attrNameLst>
                                      </p:cBhvr>
                                      <p:tavLst>
                                        <p:tav tm="0">
                                          <p:val>
                                            <p:strVal val="#ppt_x"/>
                                          </p:val>
                                        </p:tav>
                                        <p:tav tm="100000">
                                          <p:val>
                                            <p:strVal val="#ppt_x"/>
                                          </p:val>
                                        </p:tav>
                                      </p:tavLst>
                                    </p:anim>
                                    <p:anim calcmode="lin" valueType="num">
                                      <p:cBhvr additive="base">
                                        <p:cTn id="72" dur="500" fill="hold"/>
                                        <p:tgtEl>
                                          <p:spTgt spid="23"/>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24"/>
                                        </p:tgtEl>
                                        <p:attrNameLst>
                                          <p:attrName>style.visibility</p:attrName>
                                        </p:attrNameLst>
                                      </p:cBhvr>
                                      <p:to>
                                        <p:strVal val="visible"/>
                                      </p:to>
                                    </p:set>
                                    <p:anim calcmode="lin" valueType="num">
                                      <p:cBhvr additive="base">
                                        <p:cTn id="75" dur="500" fill="hold"/>
                                        <p:tgtEl>
                                          <p:spTgt spid="24"/>
                                        </p:tgtEl>
                                        <p:attrNameLst>
                                          <p:attrName>ppt_x</p:attrName>
                                        </p:attrNameLst>
                                      </p:cBhvr>
                                      <p:tavLst>
                                        <p:tav tm="0">
                                          <p:val>
                                            <p:strVal val="#ppt_x"/>
                                          </p:val>
                                        </p:tav>
                                        <p:tav tm="100000">
                                          <p:val>
                                            <p:strVal val="#ppt_x"/>
                                          </p:val>
                                        </p:tav>
                                      </p:tavLst>
                                    </p:anim>
                                    <p:anim calcmode="lin" valueType="num">
                                      <p:cBhvr additive="base">
                                        <p:cTn id="76" dur="500" fill="hold"/>
                                        <p:tgtEl>
                                          <p:spTgt spid="24"/>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25"/>
                                        </p:tgtEl>
                                        <p:attrNameLst>
                                          <p:attrName>style.visibility</p:attrName>
                                        </p:attrNameLst>
                                      </p:cBhvr>
                                      <p:to>
                                        <p:strVal val="visible"/>
                                      </p:to>
                                    </p:set>
                                    <p:anim calcmode="lin" valueType="num">
                                      <p:cBhvr additive="base">
                                        <p:cTn id="79" dur="500" fill="hold"/>
                                        <p:tgtEl>
                                          <p:spTgt spid="25"/>
                                        </p:tgtEl>
                                        <p:attrNameLst>
                                          <p:attrName>ppt_x</p:attrName>
                                        </p:attrNameLst>
                                      </p:cBhvr>
                                      <p:tavLst>
                                        <p:tav tm="0">
                                          <p:val>
                                            <p:strVal val="#ppt_x"/>
                                          </p:val>
                                        </p:tav>
                                        <p:tav tm="100000">
                                          <p:val>
                                            <p:strVal val="#ppt_x"/>
                                          </p:val>
                                        </p:tav>
                                      </p:tavLst>
                                    </p:anim>
                                    <p:anim calcmode="lin" valueType="num">
                                      <p:cBhvr additive="base">
                                        <p:cTn id="80" dur="500" fill="hold"/>
                                        <p:tgtEl>
                                          <p:spTgt spid="25"/>
                                        </p:tgtEl>
                                        <p:attrNameLst>
                                          <p:attrName>ppt_y</p:attrName>
                                        </p:attrNameLst>
                                      </p:cBhvr>
                                      <p:tavLst>
                                        <p:tav tm="0">
                                          <p:val>
                                            <p:strVal val="1+#ppt_h/2"/>
                                          </p:val>
                                        </p:tav>
                                        <p:tav tm="100000">
                                          <p:val>
                                            <p:strVal val="#ppt_y"/>
                                          </p:val>
                                        </p:tav>
                                      </p:tavLst>
                                    </p:anim>
                                  </p:childTnLst>
                                </p:cTn>
                              </p:par>
                              <p:par>
                                <p:cTn id="81" presetID="2" presetClass="entr" presetSubtype="4" fill="hold" nodeType="withEffect">
                                  <p:stCondLst>
                                    <p:cond delay="0"/>
                                  </p:stCondLst>
                                  <p:childTnLst>
                                    <p:set>
                                      <p:cBhvr>
                                        <p:cTn id="82" dur="1" fill="hold">
                                          <p:stCondLst>
                                            <p:cond delay="0"/>
                                          </p:stCondLst>
                                        </p:cTn>
                                        <p:tgtEl>
                                          <p:spTgt spid="26"/>
                                        </p:tgtEl>
                                        <p:attrNameLst>
                                          <p:attrName>style.visibility</p:attrName>
                                        </p:attrNameLst>
                                      </p:cBhvr>
                                      <p:to>
                                        <p:strVal val="visible"/>
                                      </p:to>
                                    </p:set>
                                    <p:anim calcmode="lin" valueType="num">
                                      <p:cBhvr additive="base">
                                        <p:cTn id="83" dur="500" fill="hold"/>
                                        <p:tgtEl>
                                          <p:spTgt spid="26"/>
                                        </p:tgtEl>
                                        <p:attrNameLst>
                                          <p:attrName>ppt_x</p:attrName>
                                        </p:attrNameLst>
                                      </p:cBhvr>
                                      <p:tavLst>
                                        <p:tav tm="0">
                                          <p:val>
                                            <p:strVal val="#ppt_x"/>
                                          </p:val>
                                        </p:tav>
                                        <p:tav tm="100000">
                                          <p:val>
                                            <p:strVal val="#ppt_x"/>
                                          </p:val>
                                        </p:tav>
                                      </p:tavLst>
                                    </p:anim>
                                    <p:anim calcmode="lin" valueType="num">
                                      <p:cBhvr additive="base">
                                        <p:cTn id="84" dur="500" fill="hold"/>
                                        <p:tgtEl>
                                          <p:spTgt spid="26"/>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27"/>
                                        </p:tgtEl>
                                        <p:attrNameLst>
                                          <p:attrName>style.visibility</p:attrName>
                                        </p:attrNameLst>
                                      </p:cBhvr>
                                      <p:to>
                                        <p:strVal val="visible"/>
                                      </p:to>
                                    </p:set>
                                    <p:anim calcmode="lin" valueType="num">
                                      <p:cBhvr additive="base">
                                        <p:cTn id="87" dur="500" fill="hold"/>
                                        <p:tgtEl>
                                          <p:spTgt spid="27"/>
                                        </p:tgtEl>
                                        <p:attrNameLst>
                                          <p:attrName>ppt_x</p:attrName>
                                        </p:attrNameLst>
                                      </p:cBhvr>
                                      <p:tavLst>
                                        <p:tav tm="0">
                                          <p:val>
                                            <p:strVal val="#ppt_x"/>
                                          </p:val>
                                        </p:tav>
                                        <p:tav tm="100000">
                                          <p:val>
                                            <p:strVal val="#ppt_x"/>
                                          </p:val>
                                        </p:tav>
                                      </p:tavLst>
                                    </p:anim>
                                    <p:anim calcmode="lin" valueType="num">
                                      <p:cBhvr additive="base">
                                        <p:cTn id="88" dur="500" fill="hold"/>
                                        <p:tgtEl>
                                          <p:spTgt spid="27"/>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28"/>
                                        </p:tgtEl>
                                        <p:attrNameLst>
                                          <p:attrName>style.visibility</p:attrName>
                                        </p:attrNameLst>
                                      </p:cBhvr>
                                      <p:to>
                                        <p:strVal val="visible"/>
                                      </p:to>
                                    </p:set>
                                    <p:anim calcmode="lin" valueType="num">
                                      <p:cBhvr additive="base">
                                        <p:cTn id="91" dur="500" fill="hold"/>
                                        <p:tgtEl>
                                          <p:spTgt spid="28"/>
                                        </p:tgtEl>
                                        <p:attrNameLst>
                                          <p:attrName>ppt_x</p:attrName>
                                        </p:attrNameLst>
                                      </p:cBhvr>
                                      <p:tavLst>
                                        <p:tav tm="0">
                                          <p:val>
                                            <p:strVal val="#ppt_x"/>
                                          </p:val>
                                        </p:tav>
                                        <p:tav tm="100000">
                                          <p:val>
                                            <p:strVal val="#ppt_x"/>
                                          </p:val>
                                        </p:tav>
                                      </p:tavLst>
                                    </p:anim>
                                    <p:anim calcmode="lin" valueType="num">
                                      <p:cBhvr additive="base">
                                        <p:cTn id="92" dur="500" fill="hold"/>
                                        <p:tgtEl>
                                          <p:spTgt spid="28"/>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29"/>
                                        </p:tgtEl>
                                        <p:attrNameLst>
                                          <p:attrName>style.visibility</p:attrName>
                                        </p:attrNameLst>
                                      </p:cBhvr>
                                      <p:to>
                                        <p:strVal val="visible"/>
                                      </p:to>
                                    </p:set>
                                    <p:anim calcmode="lin" valueType="num">
                                      <p:cBhvr additive="base">
                                        <p:cTn id="95" dur="500" fill="hold"/>
                                        <p:tgtEl>
                                          <p:spTgt spid="29"/>
                                        </p:tgtEl>
                                        <p:attrNameLst>
                                          <p:attrName>ppt_x</p:attrName>
                                        </p:attrNameLst>
                                      </p:cBhvr>
                                      <p:tavLst>
                                        <p:tav tm="0">
                                          <p:val>
                                            <p:strVal val="#ppt_x"/>
                                          </p:val>
                                        </p:tav>
                                        <p:tav tm="100000">
                                          <p:val>
                                            <p:strVal val="#ppt_x"/>
                                          </p:val>
                                        </p:tav>
                                      </p:tavLst>
                                    </p:anim>
                                    <p:anim calcmode="lin" valueType="num">
                                      <p:cBhvr additive="base">
                                        <p:cTn id="96" dur="500" fill="hold"/>
                                        <p:tgtEl>
                                          <p:spTgt spid="29"/>
                                        </p:tgtEl>
                                        <p:attrNameLst>
                                          <p:attrName>ppt_y</p:attrName>
                                        </p:attrNameLst>
                                      </p:cBhvr>
                                      <p:tavLst>
                                        <p:tav tm="0">
                                          <p:val>
                                            <p:strVal val="1+#ppt_h/2"/>
                                          </p:val>
                                        </p:tav>
                                        <p:tav tm="100000">
                                          <p:val>
                                            <p:strVal val="#ppt_y"/>
                                          </p:val>
                                        </p:tav>
                                      </p:tavLst>
                                    </p:anim>
                                  </p:childTnLst>
                                </p:cTn>
                              </p:par>
                              <p:par>
                                <p:cTn id="97" presetID="2" presetClass="entr" presetSubtype="4" fill="hold" nodeType="withEffect">
                                  <p:stCondLst>
                                    <p:cond delay="0"/>
                                  </p:stCondLst>
                                  <p:childTnLst>
                                    <p:set>
                                      <p:cBhvr>
                                        <p:cTn id="98" dur="1" fill="hold">
                                          <p:stCondLst>
                                            <p:cond delay="0"/>
                                          </p:stCondLst>
                                        </p:cTn>
                                        <p:tgtEl>
                                          <p:spTgt spid="30"/>
                                        </p:tgtEl>
                                        <p:attrNameLst>
                                          <p:attrName>style.visibility</p:attrName>
                                        </p:attrNameLst>
                                      </p:cBhvr>
                                      <p:to>
                                        <p:strVal val="visible"/>
                                      </p:to>
                                    </p:set>
                                    <p:anim calcmode="lin" valueType="num">
                                      <p:cBhvr additive="base">
                                        <p:cTn id="99" dur="500" fill="hold"/>
                                        <p:tgtEl>
                                          <p:spTgt spid="30"/>
                                        </p:tgtEl>
                                        <p:attrNameLst>
                                          <p:attrName>ppt_x</p:attrName>
                                        </p:attrNameLst>
                                      </p:cBhvr>
                                      <p:tavLst>
                                        <p:tav tm="0">
                                          <p:val>
                                            <p:strVal val="#ppt_x"/>
                                          </p:val>
                                        </p:tav>
                                        <p:tav tm="100000">
                                          <p:val>
                                            <p:strVal val="#ppt_x"/>
                                          </p:val>
                                        </p:tav>
                                      </p:tavLst>
                                    </p:anim>
                                    <p:anim calcmode="lin" valueType="num">
                                      <p:cBhvr additive="base">
                                        <p:cTn id="100" dur="500" fill="hold"/>
                                        <p:tgtEl>
                                          <p:spTgt spid="30"/>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p:stCondLst>
                                    <p:cond delay="0"/>
                                  </p:stCondLst>
                                  <p:childTnLst>
                                    <p:set>
                                      <p:cBhvr>
                                        <p:cTn id="102" dur="1" fill="hold">
                                          <p:stCondLst>
                                            <p:cond delay="0"/>
                                          </p:stCondLst>
                                        </p:cTn>
                                        <p:tgtEl>
                                          <p:spTgt spid="31"/>
                                        </p:tgtEl>
                                        <p:attrNameLst>
                                          <p:attrName>style.visibility</p:attrName>
                                        </p:attrNameLst>
                                      </p:cBhvr>
                                      <p:to>
                                        <p:strVal val="visible"/>
                                      </p:to>
                                    </p:set>
                                    <p:anim calcmode="lin" valueType="num">
                                      <p:cBhvr additive="base">
                                        <p:cTn id="103" dur="500" fill="hold"/>
                                        <p:tgtEl>
                                          <p:spTgt spid="31"/>
                                        </p:tgtEl>
                                        <p:attrNameLst>
                                          <p:attrName>ppt_x</p:attrName>
                                        </p:attrNameLst>
                                      </p:cBhvr>
                                      <p:tavLst>
                                        <p:tav tm="0">
                                          <p:val>
                                            <p:strVal val="#ppt_x"/>
                                          </p:val>
                                        </p:tav>
                                        <p:tav tm="100000">
                                          <p:val>
                                            <p:strVal val="#ppt_x"/>
                                          </p:val>
                                        </p:tav>
                                      </p:tavLst>
                                    </p:anim>
                                    <p:anim calcmode="lin" valueType="num">
                                      <p:cBhvr additive="base">
                                        <p:cTn id="104" dur="500" fill="hold"/>
                                        <p:tgtEl>
                                          <p:spTgt spid="31"/>
                                        </p:tgtEl>
                                        <p:attrNameLst>
                                          <p:attrName>ppt_y</p:attrName>
                                        </p:attrNameLst>
                                      </p:cBhvr>
                                      <p:tavLst>
                                        <p:tav tm="0">
                                          <p:val>
                                            <p:strVal val="1+#ppt_h/2"/>
                                          </p:val>
                                        </p:tav>
                                        <p:tav tm="100000">
                                          <p:val>
                                            <p:strVal val="#ppt_y"/>
                                          </p:val>
                                        </p:tav>
                                      </p:tavLst>
                                    </p:anim>
                                  </p:childTnLst>
                                </p:cTn>
                              </p:par>
                              <p:par>
                                <p:cTn id="105" presetID="2" presetClass="entr" presetSubtype="4" fill="hold" grpId="0" nodeType="withEffect">
                                  <p:stCondLst>
                                    <p:cond delay="0"/>
                                  </p:stCondLst>
                                  <p:childTnLst>
                                    <p:set>
                                      <p:cBhvr>
                                        <p:cTn id="106" dur="1" fill="hold">
                                          <p:stCondLst>
                                            <p:cond delay="0"/>
                                          </p:stCondLst>
                                        </p:cTn>
                                        <p:tgtEl>
                                          <p:spTgt spid="32"/>
                                        </p:tgtEl>
                                        <p:attrNameLst>
                                          <p:attrName>style.visibility</p:attrName>
                                        </p:attrNameLst>
                                      </p:cBhvr>
                                      <p:to>
                                        <p:strVal val="visible"/>
                                      </p:to>
                                    </p:set>
                                    <p:anim calcmode="lin" valueType="num">
                                      <p:cBhvr additive="base">
                                        <p:cTn id="107" dur="500" fill="hold"/>
                                        <p:tgtEl>
                                          <p:spTgt spid="32"/>
                                        </p:tgtEl>
                                        <p:attrNameLst>
                                          <p:attrName>ppt_x</p:attrName>
                                        </p:attrNameLst>
                                      </p:cBhvr>
                                      <p:tavLst>
                                        <p:tav tm="0">
                                          <p:val>
                                            <p:strVal val="#ppt_x"/>
                                          </p:val>
                                        </p:tav>
                                        <p:tav tm="100000">
                                          <p:val>
                                            <p:strVal val="#ppt_x"/>
                                          </p:val>
                                        </p:tav>
                                      </p:tavLst>
                                    </p:anim>
                                    <p:anim calcmode="lin" valueType="num">
                                      <p:cBhvr additive="base">
                                        <p:cTn id="108" dur="500" fill="hold"/>
                                        <p:tgtEl>
                                          <p:spTgt spid="32"/>
                                        </p:tgtEl>
                                        <p:attrNameLst>
                                          <p:attrName>ppt_y</p:attrName>
                                        </p:attrNameLst>
                                      </p:cBhvr>
                                      <p:tavLst>
                                        <p:tav tm="0">
                                          <p:val>
                                            <p:strVal val="1+#ppt_h/2"/>
                                          </p:val>
                                        </p:tav>
                                        <p:tav tm="100000">
                                          <p:val>
                                            <p:strVal val="#ppt_y"/>
                                          </p:val>
                                        </p:tav>
                                      </p:tavLst>
                                    </p:anim>
                                  </p:childTnLst>
                                </p:cTn>
                              </p:par>
                              <p:par>
                                <p:cTn id="109" presetID="2" presetClass="entr" presetSubtype="4" fill="hold" nodeType="withEffect">
                                  <p:stCondLst>
                                    <p:cond delay="0"/>
                                  </p:stCondLst>
                                  <p:childTnLst>
                                    <p:set>
                                      <p:cBhvr>
                                        <p:cTn id="110" dur="1" fill="hold">
                                          <p:stCondLst>
                                            <p:cond delay="0"/>
                                          </p:stCondLst>
                                        </p:cTn>
                                        <p:tgtEl>
                                          <p:spTgt spid="33"/>
                                        </p:tgtEl>
                                        <p:attrNameLst>
                                          <p:attrName>style.visibility</p:attrName>
                                        </p:attrNameLst>
                                      </p:cBhvr>
                                      <p:to>
                                        <p:strVal val="visible"/>
                                      </p:to>
                                    </p:set>
                                    <p:anim calcmode="lin" valueType="num">
                                      <p:cBhvr additive="base">
                                        <p:cTn id="111" dur="500" fill="hold"/>
                                        <p:tgtEl>
                                          <p:spTgt spid="33"/>
                                        </p:tgtEl>
                                        <p:attrNameLst>
                                          <p:attrName>ppt_x</p:attrName>
                                        </p:attrNameLst>
                                      </p:cBhvr>
                                      <p:tavLst>
                                        <p:tav tm="0">
                                          <p:val>
                                            <p:strVal val="#ppt_x"/>
                                          </p:val>
                                        </p:tav>
                                        <p:tav tm="100000">
                                          <p:val>
                                            <p:strVal val="#ppt_x"/>
                                          </p:val>
                                        </p:tav>
                                      </p:tavLst>
                                    </p:anim>
                                    <p:anim calcmode="lin" valueType="num">
                                      <p:cBhvr additive="base">
                                        <p:cTn id="112" dur="500" fill="hold"/>
                                        <p:tgtEl>
                                          <p:spTgt spid="33"/>
                                        </p:tgtEl>
                                        <p:attrNameLst>
                                          <p:attrName>ppt_y</p:attrName>
                                        </p:attrNameLst>
                                      </p:cBhvr>
                                      <p:tavLst>
                                        <p:tav tm="0">
                                          <p:val>
                                            <p:strVal val="1+#ppt_h/2"/>
                                          </p:val>
                                        </p:tav>
                                        <p:tav tm="100000">
                                          <p:val>
                                            <p:strVal val="#ppt_y"/>
                                          </p:val>
                                        </p:tav>
                                      </p:tavLst>
                                    </p:anim>
                                  </p:childTnLst>
                                </p:cTn>
                              </p:par>
                              <p:par>
                                <p:cTn id="113" presetID="2" presetClass="entr" presetSubtype="4" fill="hold" nodeType="withEffect">
                                  <p:stCondLst>
                                    <p:cond delay="0"/>
                                  </p:stCondLst>
                                  <p:childTnLst>
                                    <p:set>
                                      <p:cBhvr>
                                        <p:cTn id="114" dur="1" fill="hold">
                                          <p:stCondLst>
                                            <p:cond delay="0"/>
                                          </p:stCondLst>
                                        </p:cTn>
                                        <p:tgtEl>
                                          <p:spTgt spid="34"/>
                                        </p:tgtEl>
                                        <p:attrNameLst>
                                          <p:attrName>style.visibility</p:attrName>
                                        </p:attrNameLst>
                                      </p:cBhvr>
                                      <p:to>
                                        <p:strVal val="visible"/>
                                      </p:to>
                                    </p:set>
                                    <p:anim calcmode="lin" valueType="num">
                                      <p:cBhvr additive="base">
                                        <p:cTn id="115" dur="500" fill="hold"/>
                                        <p:tgtEl>
                                          <p:spTgt spid="34"/>
                                        </p:tgtEl>
                                        <p:attrNameLst>
                                          <p:attrName>ppt_x</p:attrName>
                                        </p:attrNameLst>
                                      </p:cBhvr>
                                      <p:tavLst>
                                        <p:tav tm="0">
                                          <p:val>
                                            <p:strVal val="#ppt_x"/>
                                          </p:val>
                                        </p:tav>
                                        <p:tav tm="100000">
                                          <p:val>
                                            <p:strVal val="#ppt_x"/>
                                          </p:val>
                                        </p:tav>
                                      </p:tavLst>
                                    </p:anim>
                                    <p:anim calcmode="lin" valueType="num">
                                      <p:cBhvr additive="base">
                                        <p:cTn id="116" dur="500" fill="hold"/>
                                        <p:tgtEl>
                                          <p:spTgt spid="34"/>
                                        </p:tgtEl>
                                        <p:attrNameLst>
                                          <p:attrName>ppt_y</p:attrName>
                                        </p:attrNameLst>
                                      </p:cBhvr>
                                      <p:tavLst>
                                        <p:tav tm="0">
                                          <p:val>
                                            <p:strVal val="1+#ppt_h/2"/>
                                          </p:val>
                                        </p:tav>
                                        <p:tav tm="100000">
                                          <p:val>
                                            <p:strVal val="#ppt_y"/>
                                          </p:val>
                                        </p:tav>
                                      </p:tavLst>
                                    </p:anim>
                                  </p:childTnLst>
                                </p:cTn>
                              </p:par>
                              <p:par>
                                <p:cTn id="117" presetID="2" presetClass="entr" presetSubtype="4" fill="hold" nodeType="withEffect">
                                  <p:stCondLst>
                                    <p:cond delay="0"/>
                                  </p:stCondLst>
                                  <p:childTnLst>
                                    <p:set>
                                      <p:cBhvr>
                                        <p:cTn id="118" dur="1" fill="hold">
                                          <p:stCondLst>
                                            <p:cond delay="0"/>
                                          </p:stCondLst>
                                        </p:cTn>
                                        <p:tgtEl>
                                          <p:spTgt spid="35"/>
                                        </p:tgtEl>
                                        <p:attrNameLst>
                                          <p:attrName>style.visibility</p:attrName>
                                        </p:attrNameLst>
                                      </p:cBhvr>
                                      <p:to>
                                        <p:strVal val="visible"/>
                                      </p:to>
                                    </p:set>
                                    <p:anim calcmode="lin" valueType="num">
                                      <p:cBhvr additive="base">
                                        <p:cTn id="119" dur="500" fill="hold"/>
                                        <p:tgtEl>
                                          <p:spTgt spid="35"/>
                                        </p:tgtEl>
                                        <p:attrNameLst>
                                          <p:attrName>ppt_x</p:attrName>
                                        </p:attrNameLst>
                                      </p:cBhvr>
                                      <p:tavLst>
                                        <p:tav tm="0">
                                          <p:val>
                                            <p:strVal val="#ppt_x"/>
                                          </p:val>
                                        </p:tav>
                                        <p:tav tm="100000">
                                          <p:val>
                                            <p:strVal val="#ppt_x"/>
                                          </p:val>
                                        </p:tav>
                                      </p:tavLst>
                                    </p:anim>
                                    <p:anim calcmode="lin" valueType="num">
                                      <p:cBhvr additive="base">
                                        <p:cTn id="120" dur="500" fill="hold"/>
                                        <p:tgtEl>
                                          <p:spTgt spid="35"/>
                                        </p:tgtEl>
                                        <p:attrNameLst>
                                          <p:attrName>ppt_y</p:attrName>
                                        </p:attrNameLst>
                                      </p:cBhvr>
                                      <p:tavLst>
                                        <p:tav tm="0">
                                          <p:val>
                                            <p:strVal val="1+#ppt_h/2"/>
                                          </p:val>
                                        </p:tav>
                                        <p:tav tm="100000">
                                          <p:val>
                                            <p:strVal val="#ppt_y"/>
                                          </p:val>
                                        </p:tav>
                                      </p:tavLst>
                                    </p:anim>
                                  </p:childTnLst>
                                </p:cTn>
                              </p:par>
                              <p:par>
                                <p:cTn id="121" presetID="2" presetClass="entr" presetSubtype="4" fill="hold" grpId="0" nodeType="withEffect">
                                  <p:stCondLst>
                                    <p:cond delay="0"/>
                                  </p:stCondLst>
                                  <p:childTnLst>
                                    <p:set>
                                      <p:cBhvr>
                                        <p:cTn id="122" dur="1" fill="hold">
                                          <p:stCondLst>
                                            <p:cond delay="0"/>
                                          </p:stCondLst>
                                        </p:cTn>
                                        <p:tgtEl>
                                          <p:spTgt spid="36"/>
                                        </p:tgtEl>
                                        <p:attrNameLst>
                                          <p:attrName>style.visibility</p:attrName>
                                        </p:attrNameLst>
                                      </p:cBhvr>
                                      <p:to>
                                        <p:strVal val="visible"/>
                                      </p:to>
                                    </p:set>
                                    <p:anim calcmode="lin" valueType="num">
                                      <p:cBhvr additive="base">
                                        <p:cTn id="123" dur="500" fill="hold"/>
                                        <p:tgtEl>
                                          <p:spTgt spid="36"/>
                                        </p:tgtEl>
                                        <p:attrNameLst>
                                          <p:attrName>ppt_x</p:attrName>
                                        </p:attrNameLst>
                                      </p:cBhvr>
                                      <p:tavLst>
                                        <p:tav tm="0">
                                          <p:val>
                                            <p:strVal val="#ppt_x"/>
                                          </p:val>
                                        </p:tav>
                                        <p:tav tm="100000">
                                          <p:val>
                                            <p:strVal val="#ppt_x"/>
                                          </p:val>
                                        </p:tav>
                                      </p:tavLst>
                                    </p:anim>
                                    <p:anim calcmode="lin" valueType="num">
                                      <p:cBhvr additive="base">
                                        <p:cTn id="124" dur="500" fill="hold"/>
                                        <p:tgtEl>
                                          <p:spTgt spid="36"/>
                                        </p:tgtEl>
                                        <p:attrNameLst>
                                          <p:attrName>ppt_y</p:attrName>
                                        </p:attrNameLst>
                                      </p:cBhvr>
                                      <p:tavLst>
                                        <p:tav tm="0">
                                          <p:val>
                                            <p:strVal val="1+#ppt_h/2"/>
                                          </p:val>
                                        </p:tav>
                                        <p:tav tm="100000">
                                          <p:val>
                                            <p:strVal val="#ppt_y"/>
                                          </p:val>
                                        </p:tav>
                                      </p:tavLst>
                                    </p:anim>
                                  </p:childTnLst>
                                </p:cTn>
                              </p:par>
                              <p:par>
                                <p:cTn id="125" presetID="2" presetClass="entr" presetSubtype="4" fill="hold" nodeType="withEffect">
                                  <p:stCondLst>
                                    <p:cond delay="0"/>
                                  </p:stCondLst>
                                  <p:childTnLst>
                                    <p:set>
                                      <p:cBhvr>
                                        <p:cTn id="126" dur="1" fill="hold">
                                          <p:stCondLst>
                                            <p:cond delay="0"/>
                                          </p:stCondLst>
                                        </p:cTn>
                                        <p:tgtEl>
                                          <p:spTgt spid="37"/>
                                        </p:tgtEl>
                                        <p:attrNameLst>
                                          <p:attrName>style.visibility</p:attrName>
                                        </p:attrNameLst>
                                      </p:cBhvr>
                                      <p:to>
                                        <p:strVal val="visible"/>
                                      </p:to>
                                    </p:set>
                                    <p:anim calcmode="lin" valueType="num">
                                      <p:cBhvr additive="base">
                                        <p:cTn id="127" dur="500" fill="hold"/>
                                        <p:tgtEl>
                                          <p:spTgt spid="37"/>
                                        </p:tgtEl>
                                        <p:attrNameLst>
                                          <p:attrName>ppt_x</p:attrName>
                                        </p:attrNameLst>
                                      </p:cBhvr>
                                      <p:tavLst>
                                        <p:tav tm="0">
                                          <p:val>
                                            <p:strVal val="#ppt_x"/>
                                          </p:val>
                                        </p:tav>
                                        <p:tav tm="100000">
                                          <p:val>
                                            <p:strVal val="#ppt_x"/>
                                          </p:val>
                                        </p:tav>
                                      </p:tavLst>
                                    </p:anim>
                                    <p:anim calcmode="lin" valueType="num">
                                      <p:cBhvr additive="base">
                                        <p:cTn id="128" dur="500" fill="hold"/>
                                        <p:tgtEl>
                                          <p:spTgt spid="37"/>
                                        </p:tgtEl>
                                        <p:attrNameLst>
                                          <p:attrName>ppt_y</p:attrName>
                                        </p:attrNameLst>
                                      </p:cBhvr>
                                      <p:tavLst>
                                        <p:tav tm="0">
                                          <p:val>
                                            <p:strVal val="1+#ppt_h/2"/>
                                          </p:val>
                                        </p:tav>
                                        <p:tav tm="100000">
                                          <p:val>
                                            <p:strVal val="#ppt_y"/>
                                          </p:val>
                                        </p:tav>
                                      </p:tavLst>
                                    </p:anim>
                                  </p:childTnLst>
                                </p:cTn>
                              </p:par>
                              <p:par>
                                <p:cTn id="129" presetID="2" presetClass="entr" presetSubtype="4" fill="hold" grpId="0" nodeType="withEffect">
                                  <p:stCondLst>
                                    <p:cond delay="0"/>
                                  </p:stCondLst>
                                  <p:childTnLst>
                                    <p:set>
                                      <p:cBhvr>
                                        <p:cTn id="130" dur="1" fill="hold">
                                          <p:stCondLst>
                                            <p:cond delay="0"/>
                                          </p:stCondLst>
                                        </p:cTn>
                                        <p:tgtEl>
                                          <p:spTgt spid="38"/>
                                        </p:tgtEl>
                                        <p:attrNameLst>
                                          <p:attrName>style.visibility</p:attrName>
                                        </p:attrNameLst>
                                      </p:cBhvr>
                                      <p:to>
                                        <p:strVal val="visible"/>
                                      </p:to>
                                    </p:set>
                                    <p:anim calcmode="lin" valueType="num">
                                      <p:cBhvr additive="base">
                                        <p:cTn id="131" dur="500" fill="hold"/>
                                        <p:tgtEl>
                                          <p:spTgt spid="38"/>
                                        </p:tgtEl>
                                        <p:attrNameLst>
                                          <p:attrName>ppt_x</p:attrName>
                                        </p:attrNameLst>
                                      </p:cBhvr>
                                      <p:tavLst>
                                        <p:tav tm="0">
                                          <p:val>
                                            <p:strVal val="#ppt_x"/>
                                          </p:val>
                                        </p:tav>
                                        <p:tav tm="100000">
                                          <p:val>
                                            <p:strVal val="#ppt_x"/>
                                          </p:val>
                                        </p:tav>
                                      </p:tavLst>
                                    </p:anim>
                                    <p:anim calcmode="lin" valueType="num">
                                      <p:cBhvr additive="base">
                                        <p:cTn id="132" dur="500" fill="hold"/>
                                        <p:tgtEl>
                                          <p:spTgt spid="38"/>
                                        </p:tgtEl>
                                        <p:attrNameLst>
                                          <p:attrName>ppt_y</p:attrName>
                                        </p:attrNameLst>
                                      </p:cBhvr>
                                      <p:tavLst>
                                        <p:tav tm="0">
                                          <p:val>
                                            <p:strVal val="1+#ppt_h/2"/>
                                          </p:val>
                                        </p:tav>
                                        <p:tav tm="100000">
                                          <p:val>
                                            <p:strVal val="#ppt_y"/>
                                          </p:val>
                                        </p:tav>
                                      </p:tavLst>
                                    </p:anim>
                                  </p:childTnLst>
                                </p:cTn>
                              </p:par>
                              <p:par>
                                <p:cTn id="133" presetID="2" presetClass="entr" presetSubtype="4" fill="hold" nodeType="withEffect">
                                  <p:stCondLst>
                                    <p:cond delay="0"/>
                                  </p:stCondLst>
                                  <p:childTnLst>
                                    <p:set>
                                      <p:cBhvr>
                                        <p:cTn id="134" dur="1" fill="hold">
                                          <p:stCondLst>
                                            <p:cond delay="0"/>
                                          </p:stCondLst>
                                        </p:cTn>
                                        <p:tgtEl>
                                          <p:spTgt spid="39"/>
                                        </p:tgtEl>
                                        <p:attrNameLst>
                                          <p:attrName>style.visibility</p:attrName>
                                        </p:attrNameLst>
                                      </p:cBhvr>
                                      <p:to>
                                        <p:strVal val="visible"/>
                                      </p:to>
                                    </p:set>
                                    <p:anim calcmode="lin" valueType="num">
                                      <p:cBhvr additive="base">
                                        <p:cTn id="135" dur="500" fill="hold"/>
                                        <p:tgtEl>
                                          <p:spTgt spid="39"/>
                                        </p:tgtEl>
                                        <p:attrNameLst>
                                          <p:attrName>ppt_x</p:attrName>
                                        </p:attrNameLst>
                                      </p:cBhvr>
                                      <p:tavLst>
                                        <p:tav tm="0">
                                          <p:val>
                                            <p:strVal val="#ppt_x"/>
                                          </p:val>
                                        </p:tav>
                                        <p:tav tm="100000">
                                          <p:val>
                                            <p:strVal val="#ppt_x"/>
                                          </p:val>
                                        </p:tav>
                                      </p:tavLst>
                                    </p:anim>
                                    <p:anim calcmode="lin" valueType="num">
                                      <p:cBhvr additive="base">
                                        <p:cTn id="136" dur="500" fill="hold"/>
                                        <p:tgtEl>
                                          <p:spTgt spid="39"/>
                                        </p:tgtEl>
                                        <p:attrNameLst>
                                          <p:attrName>ppt_y</p:attrName>
                                        </p:attrNameLst>
                                      </p:cBhvr>
                                      <p:tavLst>
                                        <p:tav tm="0">
                                          <p:val>
                                            <p:strVal val="1+#ppt_h/2"/>
                                          </p:val>
                                        </p:tav>
                                        <p:tav tm="100000">
                                          <p:val>
                                            <p:strVal val="#ppt_y"/>
                                          </p:val>
                                        </p:tav>
                                      </p:tavLst>
                                    </p:anim>
                                  </p:childTnLst>
                                </p:cTn>
                              </p:par>
                              <p:par>
                                <p:cTn id="137" presetID="2" presetClass="entr" presetSubtype="4" fill="hold" nodeType="withEffect">
                                  <p:stCondLst>
                                    <p:cond delay="0"/>
                                  </p:stCondLst>
                                  <p:childTnLst>
                                    <p:set>
                                      <p:cBhvr>
                                        <p:cTn id="138" dur="1" fill="hold">
                                          <p:stCondLst>
                                            <p:cond delay="0"/>
                                          </p:stCondLst>
                                        </p:cTn>
                                        <p:tgtEl>
                                          <p:spTgt spid="40"/>
                                        </p:tgtEl>
                                        <p:attrNameLst>
                                          <p:attrName>style.visibility</p:attrName>
                                        </p:attrNameLst>
                                      </p:cBhvr>
                                      <p:to>
                                        <p:strVal val="visible"/>
                                      </p:to>
                                    </p:set>
                                    <p:anim calcmode="lin" valueType="num">
                                      <p:cBhvr additive="base">
                                        <p:cTn id="139" dur="500" fill="hold"/>
                                        <p:tgtEl>
                                          <p:spTgt spid="40"/>
                                        </p:tgtEl>
                                        <p:attrNameLst>
                                          <p:attrName>ppt_x</p:attrName>
                                        </p:attrNameLst>
                                      </p:cBhvr>
                                      <p:tavLst>
                                        <p:tav tm="0">
                                          <p:val>
                                            <p:strVal val="#ppt_x"/>
                                          </p:val>
                                        </p:tav>
                                        <p:tav tm="100000">
                                          <p:val>
                                            <p:strVal val="#ppt_x"/>
                                          </p:val>
                                        </p:tav>
                                      </p:tavLst>
                                    </p:anim>
                                    <p:anim calcmode="lin" valueType="num">
                                      <p:cBhvr additive="base">
                                        <p:cTn id="140" dur="500" fill="hold"/>
                                        <p:tgtEl>
                                          <p:spTgt spid="40"/>
                                        </p:tgtEl>
                                        <p:attrNameLst>
                                          <p:attrName>ppt_y</p:attrName>
                                        </p:attrNameLst>
                                      </p:cBhvr>
                                      <p:tavLst>
                                        <p:tav tm="0">
                                          <p:val>
                                            <p:strVal val="1+#ppt_h/2"/>
                                          </p:val>
                                        </p:tav>
                                        <p:tav tm="100000">
                                          <p:val>
                                            <p:strVal val="#ppt_y"/>
                                          </p:val>
                                        </p:tav>
                                      </p:tavLst>
                                    </p:anim>
                                  </p:childTnLst>
                                </p:cTn>
                              </p:par>
                              <p:par>
                                <p:cTn id="141" presetID="2" presetClass="entr" presetSubtype="4" fill="hold" grpId="0" nodeType="withEffect">
                                  <p:stCondLst>
                                    <p:cond delay="0"/>
                                  </p:stCondLst>
                                  <p:childTnLst>
                                    <p:set>
                                      <p:cBhvr>
                                        <p:cTn id="142" dur="1" fill="hold">
                                          <p:stCondLst>
                                            <p:cond delay="0"/>
                                          </p:stCondLst>
                                        </p:cTn>
                                        <p:tgtEl>
                                          <p:spTgt spid="46"/>
                                        </p:tgtEl>
                                        <p:attrNameLst>
                                          <p:attrName>style.visibility</p:attrName>
                                        </p:attrNameLst>
                                      </p:cBhvr>
                                      <p:to>
                                        <p:strVal val="visible"/>
                                      </p:to>
                                    </p:set>
                                    <p:anim calcmode="lin" valueType="num">
                                      <p:cBhvr additive="base">
                                        <p:cTn id="143" dur="500" fill="hold"/>
                                        <p:tgtEl>
                                          <p:spTgt spid="46"/>
                                        </p:tgtEl>
                                        <p:attrNameLst>
                                          <p:attrName>ppt_x</p:attrName>
                                        </p:attrNameLst>
                                      </p:cBhvr>
                                      <p:tavLst>
                                        <p:tav tm="0">
                                          <p:val>
                                            <p:strVal val="#ppt_x"/>
                                          </p:val>
                                        </p:tav>
                                        <p:tav tm="100000">
                                          <p:val>
                                            <p:strVal val="#ppt_x"/>
                                          </p:val>
                                        </p:tav>
                                      </p:tavLst>
                                    </p:anim>
                                    <p:anim calcmode="lin" valueType="num">
                                      <p:cBhvr additive="base">
                                        <p:cTn id="144" dur="500" fill="hold"/>
                                        <p:tgtEl>
                                          <p:spTgt spid="46"/>
                                        </p:tgtEl>
                                        <p:attrNameLst>
                                          <p:attrName>ppt_y</p:attrName>
                                        </p:attrNameLst>
                                      </p:cBhvr>
                                      <p:tavLst>
                                        <p:tav tm="0">
                                          <p:val>
                                            <p:strVal val="1+#ppt_h/2"/>
                                          </p:val>
                                        </p:tav>
                                        <p:tav tm="100000">
                                          <p:val>
                                            <p:strVal val="#ppt_y"/>
                                          </p:val>
                                        </p:tav>
                                      </p:tavLst>
                                    </p:anim>
                                  </p:childTnLst>
                                </p:cTn>
                              </p:par>
                              <p:par>
                                <p:cTn id="145" presetID="2" presetClass="entr" presetSubtype="4" fill="hold" nodeType="withEffect">
                                  <p:stCondLst>
                                    <p:cond delay="0"/>
                                  </p:stCondLst>
                                  <p:childTnLst>
                                    <p:set>
                                      <p:cBhvr>
                                        <p:cTn id="146" dur="1" fill="hold">
                                          <p:stCondLst>
                                            <p:cond delay="0"/>
                                          </p:stCondLst>
                                        </p:cTn>
                                        <p:tgtEl>
                                          <p:spTgt spid="47"/>
                                        </p:tgtEl>
                                        <p:attrNameLst>
                                          <p:attrName>style.visibility</p:attrName>
                                        </p:attrNameLst>
                                      </p:cBhvr>
                                      <p:to>
                                        <p:strVal val="visible"/>
                                      </p:to>
                                    </p:set>
                                    <p:anim calcmode="lin" valueType="num">
                                      <p:cBhvr additive="base">
                                        <p:cTn id="147" dur="500" fill="hold"/>
                                        <p:tgtEl>
                                          <p:spTgt spid="47"/>
                                        </p:tgtEl>
                                        <p:attrNameLst>
                                          <p:attrName>ppt_x</p:attrName>
                                        </p:attrNameLst>
                                      </p:cBhvr>
                                      <p:tavLst>
                                        <p:tav tm="0">
                                          <p:val>
                                            <p:strVal val="#ppt_x"/>
                                          </p:val>
                                        </p:tav>
                                        <p:tav tm="100000">
                                          <p:val>
                                            <p:strVal val="#ppt_x"/>
                                          </p:val>
                                        </p:tav>
                                      </p:tavLst>
                                    </p:anim>
                                    <p:anim calcmode="lin" valueType="num">
                                      <p:cBhvr additive="base">
                                        <p:cTn id="148" dur="500" fill="hold"/>
                                        <p:tgtEl>
                                          <p:spTgt spid="47"/>
                                        </p:tgtEl>
                                        <p:attrNameLst>
                                          <p:attrName>ppt_y</p:attrName>
                                        </p:attrNameLst>
                                      </p:cBhvr>
                                      <p:tavLst>
                                        <p:tav tm="0">
                                          <p:val>
                                            <p:strVal val="1+#ppt_h/2"/>
                                          </p:val>
                                        </p:tav>
                                        <p:tav tm="100000">
                                          <p:val>
                                            <p:strVal val="#ppt_y"/>
                                          </p:val>
                                        </p:tav>
                                      </p:tavLst>
                                    </p:anim>
                                  </p:childTnLst>
                                </p:cTn>
                              </p:par>
                              <p:par>
                                <p:cTn id="149" presetID="2" presetClass="entr" presetSubtype="4" fill="hold" grpId="0" nodeType="withEffect">
                                  <p:stCondLst>
                                    <p:cond delay="0"/>
                                  </p:stCondLst>
                                  <p:childTnLst>
                                    <p:set>
                                      <p:cBhvr>
                                        <p:cTn id="150" dur="1" fill="hold">
                                          <p:stCondLst>
                                            <p:cond delay="0"/>
                                          </p:stCondLst>
                                        </p:cTn>
                                        <p:tgtEl>
                                          <p:spTgt spid="48"/>
                                        </p:tgtEl>
                                        <p:attrNameLst>
                                          <p:attrName>style.visibility</p:attrName>
                                        </p:attrNameLst>
                                      </p:cBhvr>
                                      <p:to>
                                        <p:strVal val="visible"/>
                                      </p:to>
                                    </p:set>
                                    <p:anim calcmode="lin" valueType="num">
                                      <p:cBhvr additive="base">
                                        <p:cTn id="151" dur="500" fill="hold"/>
                                        <p:tgtEl>
                                          <p:spTgt spid="48"/>
                                        </p:tgtEl>
                                        <p:attrNameLst>
                                          <p:attrName>ppt_x</p:attrName>
                                        </p:attrNameLst>
                                      </p:cBhvr>
                                      <p:tavLst>
                                        <p:tav tm="0">
                                          <p:val>
                                            <p:strVal val="#ppt_x"/>
                                          </p:val>
                                        </p:tav>
                                        <p:tav tm="100000">
                                          <p:val>
                                            <p:strVal val="#ppt_x"/>
                                          </p:val>
                                        </p:tav>
                                      </p:tavLst>
                                    </p:anim>
                                    <p:anim calcmode="lin" valueType="num">
                                      <p:cBhvr additive="base">
                                        <p:cTn id="152" dur="500" fill="hold"/>
                                        <p:tgtEl>
                                          <p:spTgt spid="48"/>
                                        </p:tgtEl>
                                        <p:attrNameLst>
                                          <p:attrName>ppt_y</p:attrName>
                                        </p:attrNameLst>
                                      </p:cBhvr>
                                      <p:tavLst>
                                        <p:tav tm="0">
                                          <p:val>
                                            <p:strVal val="1+#ppt_h/2"/>
                                          </p:val>
                                        </p:tav>
                                        <p:tav tm="100000">
                                          <p:val>
                                            <p:strVal val="#ppt_y"/>
                                          </p:val>
                                        </p:tav>
                                      </p:tavLst>
                                    </p:anim>
                                  </p:childTnLst>
                                </p:cTn>
                              </p:par>
                              <p:par>
                                <p:cTn id="153" presetID="2" presetClass="entr" presetSubtype="4" fill="hold" grpId="0" nodeType="withEffect">
                                  <p:stCondLst>
                                    <p:cond delay="0"/>
                                  </p:stCondLst>
                                  <p:childTnLst>
                                    <p:set>
                                      <p:cBhvr>
                                        <p:cTn id="154" dur="1" fill="hold">
                                          <p:stCondLst>
                                            <p:cond delay="0"/>
                                          </p:stCondLst>
                                        </p:cTn>
                                        <p:tgtEl>
                                          <p:spTgt spid="49"/>
                                        </p:tgtEl>
                                        <p:attrNameLst>
                                          <p:attrName>style.visibility</p:attrName>
                                        </p:attrNameLst>
                                      </p:cBhvr>
                                      <p:to>
                                        <p:strVal val="visible"/>
                                      </p:to>
                                    </p:set>
                                    <p:anim calcmode="lin" valueType="num">
                                      <p:cBhvr additive="base">
                                        <p:cTn id="155" dur="500" fill="hold"/>
                                        <p:tgtEl>
                                          <p:spTgt spid="49"/>
                                        </p:tgtEl>
                                        <p:attrNameLst>
                                          <p:attrName>ppt_x</p:attrName>
                                        </p:attrNameLst>
                                      </p:cBhvr>
                                      <p:tavLst>
                                        <p:tav tm="0">
                                          <p:val>
                                            <p:strVal val="#ppt_x"/>
                                          </p:val>
                                        </p:tav>
                                        <p:tav tm="100000">
                                          <p:val>
                                            <p:strVal val="#ppt_x"/>
                                          </p:val>
                                        </p:tav>
                                      </p:tavLst>
                                    </p:anim>
                                    <p:anim calcmode="lin" valueType="num">
                                      <p:cBhvr additive="base">
                                        <p:cTn id="156" dur="500" fill="hold"/>
                                        <p:tgtEl>
                                          <p:spTgt spid="49"/>
                                        </p:tgtEl>
                                        <p:attrNameLst>
                                          <p:attrName>ppt_y</p:attrName>
                                        </p:attrNameLst>
                                      </p:cBhvr>
                                      <p:tavLst>
                                        <p:tav tm="0">
                                          <p:val>
                                            <p:strVal val="1+#ppt_h/2"/>
                                          </p:val>
                                        </p:tav>
                                        <p:tav tm="100000">
                                          <p:val>
                                            <p:strVal val="#ppt_y"/>
                                          </p:val>
                                        </p:tav>
                                      </p:tavLst>
                                    </p:anim>
                                  </p:childTnLst>
                                </p:cTn>
                              </p:par>
                              <p:par>
                                <p:cTn id="157" presetID="2" presetClass="entr" presetSubtype="4" fill="hold" grpId="0" nodeType="withEffect">
                                  <p:stCondLst>
                                    <p:cond delay="0"/>
                                  </p:stCondLst>
                                  <p:childTnLst>
                                    <p:set>
                                      <p:cBhvr>
                                        <p:cTn id="158" dur="1" fill="hold">
                                          <p:stCondLst>
                                            <p:cond delay="0"/>
                                          </p:stCondLst>
                                        </p:cTn>
                                        <p:tgtEl>
                                          <p:spTgt spid="50"/>
                                        </p:tgtEl>
                                        <p:attrNameLst>
                                          <p:attrName>style.visibility</p:attrName>
                                        </p:attrNameLst>
                                      </p:cBhvr>
                                      <p:to>
                                        <p:strVal val="visible"/>
                                      </p:to>
                                    </p:set>
                                    <p:anim calcmode="lin" valueType="num">
                                      <p:cBhvr additive="base">
                                        <p:cTn id="159" dur="500" fill="hold"/>
                                        <p:tgtEl>
                                          <p:spTgt spid="50"/>
                                        </p:tgtEl>
                                        <p:attrNameLst>
                                          <p:attrName>ppt_x</p:attrName>
                                        </p:attrNameLst>
                                      </p:cBhvr>
                                      <p:tavLst>
                                        <p:tav tm="0">
                                          <p:val>
                                            <p:strVal val="#ppt_x"/>
                                          </p:val>
                                        </p:tav>
                                        <p:tav tm="100000">
                                          <p:val>
                                            <p:strVal val="#ppt_x"/>
                                          </p:val>
                                        </p:tav>
                                      </p:tavLst>
                                    </p:anim>
                                    <p:anim calcmode="lin" valueType="num">
                                      <p:cBhvr additive="base">
                                        <p:cTn id="160"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P spid="10" grpId="0" animBg="1"/>
      <p:bldP spid="11" grpId="0" animBg="1"/>
      <p:bldP spid="13" grpId="0"/>
      <p:bldP spid="14" grpId="0" animBg="1"/>
      <p:bldP spid="15" grpId="0" animBg="1"/>
      <p:bldP spid="17" grpId="0"/>
      <p:bldP spid="18" grpId="0" animBg="1"/>
      <p:bldP spid="19" grpId="0" animBg="1"/>
      <p:bldP spid="21" grpId="0"/>
      <p:bldP spid="22" grpId="0" animBg="1"/>
      <p:bldP spid="25" grpId="0" animBg="1"/>
      <p:bldP spid="27" grpId="0"/>
      <p:bldP spid="28" grpId="0" animBg="1"/>
      <p:bldP spid="29" grpId="0" animBg="1"/>
      <p:bldP spid="31" grpId="0"/>
      <p:bldP spid="32" grpId="0" animBg="1"/>
      <p:bldP spid="36" grpId="0"/>
      <p:bldP spid="38" grpId="0"/>
      <p:bldP spid="46" grpId="0" animBg="1"/>
      <p:bldP spid="48" grpId="0"/>
      <p:bldP spid="49" grpId="0" animBg="1"/>
      <p:bldP spid="5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5EF60518-1C58-4BAB-8D26-D0029A211831}"/>
              </a:ext>
            </a:extLst>
          </p:cNvPr>
          <p:cNvSpPr>
            <a:spLocks noGrp="1" noChangeArrowheads="1"/>
          </p:cNvSpPr>
          <p:nvPr>
            <p:ph type="title"/>
          </p:nvPr>
        </p:nvSpPr>
        <p:spPr/>
        <p:txBody>
          <a:bodyPr/>
          <a:lstStyle/>
          <a:p>
            <a:r>
              <a:rPr lang="en-US" altLang="en-US"/>
              <a:t>Thêm vào đầu danh sách</a:t>
            </a:r>
          </a:p>
        </p:txBody>
      </p:sp>
      <p:sp>
        <p:nvSpPr>
          <p:cNvPr id="38915" name="Content Placeholder 4">
            <a:extLst>
              <a:ext uri="{FF2B5EF4-FFF2-40B4-BE49-F238E27FC236}">
                <a16:creationId xmlns:a16="http://schemas.microsoft.com/office/drawing/2014/main" id="{BDB03D16-6727-4F17-B9EC-4CBE02FC60A3}"/>
              </a:ext>
            </a:extLst>
          </p:cNvPr>
          <p:cNvSpPr>
            <a:spLocks noGrp="1" noChangeArrowheads="1"/>
          </p:cNvSpPr>
          <p:nvPr>
            <p:ph idx="1"/>
          </p:nvPr>
        </p:nvSpPr>
        <p:spPr/>
        <p:txBody>
          <a:bodyPr/>
          <a:lstStyle/>
          <a:p>
            <a:endParaRPr lang="en-US" altLang="en-US"/>
          </a:p>
        </p:txBody>
      </p:sp>
      <p:sp>
        <p:nvSpPr>
          <p:cNvPr id="7" name="Rectangle 73">
            <a:extLst>
              <a:ext uri="{FF2B5EF4-FFF2-40B4-BE49-F238E27FC236}">
                <a16:creationId xmlns:a16="http://schemas.microsoft.com/office/drawing/2014/main" id="{D0C74026-D4FF-4EB6-9DFB-82B947C003DA}"/>
              </a:ext>
            </a:extLst>
          </p:cNvPr>
          <p:cNvSpPr>
            <a:spLocks noChangeArrowheads="1"/>
          </p:cNvSpPr>
          <p:nvPr/>
        </p:nvSpPr>
        <p:spPr bwMode="auto">
          <a:xfrm>
            <a:off x="4806950" y="4073525"/>
            <a:ext cx="10668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8" name="Line 74">
            <a:extLst>
              <a:ext uri="{FF2B5EF4-FFF2-40B4-BE49-F238E27FC236}">
                <a16:creationId xmlns:a16="http://schemas.microsoft.com/office/drawing/2014/main" id="{33BA2F85-F34E-4844-9D16-37E591E05C6B}"/>
              </a:ext>
            </a:extLst>
          </p:cNvPr>
          <p:cNvSpPr>
            <a:spLocks noChangeShapeType="1"/>
          </p:cNvSpPr>
          <p:nvPr/>
        </p:nvSpPr>
        <p:spPr bwMode="auto">
          <a:xfrm>
            <a:off x="5492750" y="4073525"/>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 name="Text Box 75">
            <a:extLst>
              <a:ext uri="{FF2B5EF4-FFF2-40B4-BE49-F238E27FC236}">
                <a16:creationId xmlns:a16="http://schemas.microsoft.com/office/drawing/2014/main" id="{4AAEA810-0562-42E9-A31B-5D39A2A6B39D}"/>
              </a:ext>
            </a:extLst>
          </p:cNvPr>
          <p:cNvSpPr txBox="1">
            <a:spLocks noChangeArrowheads="1"/>
          </p:cNvSpPr>
          <p:nvPr/>
        </p:nvSpPr>
        <p:spPr bwMode="auto">
          <a:xfrm>
            <a:off x="4791075" y="4038600"/>
            <a:ext cx="1085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TW" sz="2400">
                <a:latin typeface="Times New Roman" panose="02020603050405020304" pitchFamily="18" charset="0"/>
                <a:ea typeface="PMingLiU" panose="02020500000000000000" pitchFamily="18" charset="-120"/>
              </a:rPr>
              <a:t>  12    </a:t>
            </a:r>
            <a:r>
              <a:rPr kumimoji="1" lang="en-US" altLang="zh-TW" sz="2400">
                <a:latin typeface="Times New Roman" panose="02020603050405020304" pitchFamily="18" charset="0"/>
                <a:ea typeface="PMingLiU" panose="02020500000000000000" pitchFamily="18" charset="-120"/>
                <a:sym typeface="Wingdings" panose="05000000000000000000" pitchFamily="2" charset="2"/>
              </a:rPr>
              <a:t></a:t>
            </a:r>
            <a:endParaRPr kumimoji="1" lang="en-US" altLang="zh-TW" sz="2400">
              <a:latin typeface="Times New Roman" panose="02020603050405020304" pitchFamily="18" charset="0"/>
              <a:ea typeface="PMingLiU" panose="02020500000000000000" pitchFamily="18" charset="-120"/>
            </a:endParaRPr>
          </a:p>
        </p:txBody>
      </p:sp>
      <p:sp>
        <p:nvSpPr>
          <p:cNvPr id="10" name="Rectangle 76">
            <a:extLst>
              <a:ext uri="{FF2B5EF4-FFF2-40B4-BE49-F238E27FC236}">
                <a16:creationId xmlns:a16="http://schemas.microsoft.com/office/drawing/2014/main" id="{9F783A76-589A-44EB-9CA4-6D8D27A7CE53}"/>
              </a:ext>
            </a:extLst>
          </p:cNvPr>
          <p:cNvSpPr>
            <a:spLocks noChangeArrowheads="1"/>
          </p:cNvSpPr>
          <p:nvPr/>
        </p:nvSpPr>
        <p:spPr bwMode="auto">
          <a:xfrm>
            <a:off x="5507038" y="4038601"/>
            <a:ext cx="354012" cy="409575"/>
          </a:xfrm>
          <a:prstGeom prst="rect">
            <a:avLst/>
          </a:prstGeom>
          <a:solidFill>
            <a:srgbClr val="0000FF">
              <a:alpha val="50195"/>
            </a:srgbClr>
          </a:solidFill>
          <a:ln w="9525">
            <a:solidFill>
              <a:srgbClr val="0000FF"/>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1" name="Rectangle 77">
            <a:extLst>
              <a:ext uri="{FF2B5EF4-FFF2-40B4-BE49-F238E27FC236}">
                <a16:creationId xmlns:a16="http://schemas.microsoft.com/office/drawing/2014/main" id="{1952DEED-95A2-484E-970D-C4D9D7745154}"/>
              </a:ext>
            </a:extLst>
          </p:cNvPr>
          <p:cNvSpPr>
            <a:spLocks noChangeArrowheads="1"/>
          </p:cNvSpPr>
          <p:nvPr/>
        </p:nvSpPr>
        <p:spPr bwMode="auto">
          <a:xfrm>
            <a:off x="6264275" y="4073525"/>
            <a:ext cx="10668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2" name="Line 78">
            <a:extLst>
              <a:ext uri="{FF2B5EF4-FFF2-40B4-BE49-F238E27FC236}">
                <a16:creationId xmlns:a16="http://schemas.microsoft.com/office/drawing/2014/main" id="{2582F1BF-8025-4A5D-85BF-ADCEA1C76D6C}"/>
              </a:ext>
            </a:extLst>
          </p:cNvPr>
          <p:cNvSpPr>
            <a:spLocks noChangeShapeType="1"/>
          </p:cNvSpPr>
          <p:nvPr/>
        </p:nvSpPr>
        <p:spPr bwMode="auto">
          <a:xfrm>
            <a:off x="6950075" y="4073525"/>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Text Box 79">
            <a:extLst>
              <a:ext uri="{FF2B5EF4-FFF2-40B4-BE49-F238E27FC236}">
                <a16:creationId xmlns:a16="http://schemas.microsoft.com/office/drawing/2014/main" id="{26611E48-8E21-4CD5-B024-015F2BF7AE16}"/>
              </a:ext>
            </a:extLst>
          </p:cNvPr>
          <p:cNvSpPr txBox="1">
            <a:spLocks noChangeArrowheads="1"/>
          </p:cNvSpPr>
          <p:nvPr/>
        </p:nvSpPr>
        <p:spPr bwMode="auto">
          <a:xfrm>
            <a:off x="6248400" y="4038600"/>
            <a:ext cx="1009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TW" sz="2400">
                <a:latin typeface="Times New Roman" panose="02020603050405020304" pitchFamily="18" charset="0"/>
                <a:ea typeface="PMingLiU" panose="02020500000000000000" pitchFamily="18" charset="-120"/>
              </a:rPr>
              <a:t>   7    </a:t>
            </a:r>
            <a:r>
              <a:rPr kumimoji="1" lang="en-US" altLang="zh-TW" sz="2400">
                <a:latin typeface="Times New Roman" panose="02020603050405020304" pitchFamily="18" charset="0"/>
                <a:ea typeface="PMingLiU" panose="02020500000000000000" pitchFamily="18" charset="-120"/>
                <a:sym typeface="Wingdings" panose="05000000000000000000" pitchFamily="2" charset="2"/>
              </a:rPr>
              <a:t></a:t>
            </a:r>
            <a:endParaRPr kumimoji="1" lang="en-US" altLang="zh-TW" sz="2400">
              <a:latin typeface="Times New Roman" panose="02020603050405020304" pitchFamily="18" charset="0"/>
              <a:ea typeface="PMingLiU" panose="02020500000000000000" pitchFamily="18" charset="-120"/>
            </a:endParaRPr>
          </a:p>
        </p:txBody>
      </p:sp>
      <p:sp>
        <p:nvSpPr>
          <p:cNvPr id="14" name="Rectangle 80">
            <a:extLst>
              <a:ext uri="{FF2B5EF4-FFF2-40B4-BE49-F238E27FC236}">
                <a16:creationId xmlns:a16="http://schemas.microsoft.com/office/drawing/2014/main" id="{419FA5C5-EF07-4D45-A974-112E5A8BED0A}"/>
              </a:ext>
            </a:extLst>
          </p:cNvPr>
          <p:cNvSpPr>
            <a:spLocks noChangeArrowheads="1"/>
          </p:cNvSpPr>
          <p:nvPr/>
        </p:nvSpPr>
        <p:spPr bwMode="auto">
          <a:xfrm>
            <a:off x="6964363" y="4094163"/>
            <a:ext cx="354012" cy="354012"/>
          </a:xfrm>
          <a:prstGeom prst="rect">
            <a:avLst/>
          </a:prstGeom>
          <a:solidFill>
            <a:srgbClr val="0000FF">
              <a:alpha val="50195"/>
            </a:srgbClr>
          </a:solidFill>
          <a:ln w="9525">
            <a:solidFill>
              <a:srgbClr val="0000FF"/>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5" name="Rectangle 81">
            <a:extLst>
              <a:ext uri="{FF2B5EF4-FFF2-40B4-BE49-F238E27FC236}">
                <a16:creationId xmlns:a16="http://schemas.microsoft.com/office/drawing/2014/main" id="{D24BAC47-1416-49AA-9C68-D478B5B00688}"/>
              </a:ext>
            </a:extLst>
          </p:cNvPr>
          <p:cNvSpPr>
            <a:spLocks noChangeArrowheads="1"/>
          </p:cNvSpPr>
          <p:nvPr/>
        </p:nvSpPr>
        <p:spPr bwMode="auto">
          <a:xfrm>
            <a:off x="7788275" y="4076700"/>
            <a:ext cx="10668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6" name="Line 82">
            <a:extLst>
              <a:ext uri="{FF2B5EF4-FFF2-40B4-BE49-F238E27FC236}">
                <a16:creationId xmlns:a16="http://schemas.microsoft.com/office/drawing/2014/main" id="{29920AF1-FD87-4FEE-9099-20F6E523C10B}"/>
              </a:ext>
            </a:extLst>
          </p:cNvPr>
          <p:cNvSpPr>
            <a:spLocks noChangeShapeType="1"/>
          </p:cNvSpPr>
          <p:nvPr/>
        </p:nvSpPr>
        <p:spPr bwMode="auto">
          <a:xfrm>
            <a:off x="8474075" y="407670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 name="Text Box 83">
            <a:extLst>
              <a:ext uri="{FF2B5EF4-FFF2-40B4-BE49-F238E27FC236}">
                <a16:creationId xmlns:a16="http://schemas.microsoft.com/office/drawing/2014/main" id="{70A9808B-FCAB-4255-B7D4-812C94431829}"/>
              </a:ext>
            </a:extLst>
          </p:cNvPr>
          <p:cNvSpPr txBox="1">
            <a:spLocks noChangeArrowheads="1"/>
          </p:cNvSpPr>
          <p:nvPr/>
        </p:nvSpPr>
        <p:spPr bwMode="auto">
          <a:xfrm>
            <a:off x="7772400" y="4041775"/>
            <a:ext cx="1009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TW" sz="2400">
                <a:latin typeface="Times New Roman" panose="02020603050405020304" pitchFamily="18" charset="0"/>
                <a:ea typeface="PMingLiU" panose="02020500000000000000" pitchFamily="18" charset="-120"/>
              </a:rPr>
              <a:t>   6    </a:t>
            </a:r>
            <a:r>
              <a:rPr kumimoji="1" lang="en-US" altLang="zh-TW" sz="2400">
                <a:latin typeface="Times New Roman" panose="02020603050405020304" pitchFamily="18" charset="0"/>
                <a:ea typeface="PMingLiU" panose="02020500000000000000" pitchFamily="18" charset="-120"/>
                <a:sym typeface="Wingdings" panose="05000000000000000000" pitchFamily="2" charset="2"/>
              </a:rPr>
              <a:t></a:t>
            </a:r>
            <a:endParaRPr kumimoji="1" lang="en-US" altLang="zh-TW" sz="2400">
              <a:latin typeface="Times New Roman" panose="02020603050405020304" pitchFamily="18" charset="0"/>
              <a:ea typeface="PMingLiU" panose="02020500000000000000" pitchFamily="18" charset="-120"/>
            </a:endParaRPr>
          </a:p>
        </p:txBody>
      </p:sp>
      <p:sp>
        <p:nvSpPr>
          <p:cNvPr id="18" name="Rectangle 84">
            <a:extLst>
              <a:ext uri="{FF2B5EF4-FFF2-40B4-BE49-F238E27FC236}">
                <a16:creationId xmlns:a16="http://schemas.microsoft.com/office/drawing/2014/main" id="{0BBA1C7C-820A-4D70-BEB0-171FFB23897A}"/>
              </a:ext>
            </a:extLst>
          </p:cNvPr>
          <p:cNvSpPr>
            <a:spLocks noChangeArrowheads="1"/>
          </p:cNvSpPr>
          <p:nvPr/>
        </p:nvSpPr>
        <p:spPr bwMode="auto">
          <a:xfrm>
            <a:off x="8488363" y="4097338"/>
            <a:ext cx="354012" cy="354012"/>
          </a:xfrm>
          <a:prstGeom prst="rect">
            <a:avLst/>
          </a:prstGeom>
          <a:solidFill>
            <a:srgbClr val="0000FF">
              <a:alpha val="50195"/>
            </a:srgbClr>
          </a:solidFill>
          <a:ln w="9525">
            <a:solidFill>
              <a:srgbClr val="0000FF"/>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9" name="Rectangle 85">
            <a:extLst>
              <a:ext uri="{FF2B5EF4-FFF2-40B4-BE49-F238E27FC236}">
                <a16:creationId xmlns:a16="http://schemas.microsoft.com/office/drawing/2014/main" id="{D7AC46A7-BF5B-473D-AB9F-D8E6A0318559}"/>
              </a:ext>
            </a:extLst>
          </p:cNvPr>
          <p:cNvSpPr>
            <a:spLocks noChangeArrowheads="1"/>
          </p:cNvSpPr>
          <p:nvPr/>
        </p:nvSpPr>
        <p:spPr bwMode="auto">
          <a:xfrm>
            <a:off x="9204325" y="4089400"/>
            <a:ext cx="10668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20" name="Line 86">
            <a:extLst>
              <a:ext uri="{FF2B5EF4-FFF2-40B4-BE49-F238E27FC236}">
                <a16:creationId xmlns:a16="http://schemas.microsoft.com/office/drawing/2014/main" id="{F010E4BD-E11E-41A1-99BE-FB2283E1C7E8}"/>
              </a:ext>
            </a:extLst>
          </p:cNvPr>
          <p:cNvSpPr>
            <a:spLocks noChangeShapeType="1"/>
          </p:cNvSpPr>
          <p:nvPr/>
        </p:nvSpPr>
        <p:spPr bwMode="auto">
          <a:xfrm>
            <a:off x="9890125" y="408940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 name="Text Box 87">
            <a:extLst>
              <a:ext uri="{FF2B5EF4-FFF2-40B4-BE49-F238E27FC236}">
                <a16:creationId xmlns:a16="http://schemas.microsoft.com/office/drawing/2014/main" id="{414B89D4-D466-48DC-8995-16BDA5B21F32}"/>
              </a:ext>
            </a:extLst>
          </p:cNvPr>
          <p:cNvSpPr txBox="1">
            <a:spLocks noChangeArrowheads="1"/>
          </p:cNvSpPr>
          <p:nvPr/>
        </p:nvSpPr>
        <p:spPr bwMode="auto">
          <a:xfrm>
            <a:off x="9188450" y="4054475"/>
            <a:ext cx="1009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TW" sz="2400">
                <a:latin typeface="Times New Roman" panose="02020603050405020304" pitchFamily="18" charset="0"/>
                <a:ea typeface="PMingLiU" panose="02020500000000000000" pitchFamily="18" charset="-120"/>
              </a:rPr>
              <a:t>   3    </a:t>
            </a:r>
            <a:r>
              <a:rPr kumimoji="1" lang="en-US" altLang="zh-TW" sz="2400">
                <a:latin typeface="Times New Roman" panose="02020603050405020304" pitchFamily="18" charset="0"/>
                <a:ea typeface="PMingLiU" panose="02020500000000000000" pitchFamily="18" charset="-120"/>
                <a:sym typeface="Wingdings" panose="05000000000000000000" pitchFamily="2" charset="2"/>
              </a:rPr>
              <a:t></a:t>
            </a:r>
            <a:endParaRPr kumimoji="1" lang="en-US" altLang="zh-TW" sz="2400">
              <a:latin typeface="Times New Roman" panose="02020603050405020304" pitchFamily="18" charset="0"/>
              <a:ea typeface="PMingLiU" panose="02020500000000000000" pitchFamily="18" charset="-120"/>
            </a:endParaRPr>
          </a:p>
        </p:txBody>
      </p:sp>
      <p:sp>
        <p:nvSpPr>
          <p:cNvPr id="22" name="Rectangle 88">
            <a:extLst>
              <a:ext uri="{FF2B5EF4-FFF2-40B4-BE49-F238E27FC236}">
                <a16:creationId xmlns:a16="http://schemas.microsoft.com/office/drawing/2014/main" id="{6491E874-430B-4A56-B397-30BA9AB9CB27}"/>
              </a:ext>
            </a:extLst>
          </p:cNvPr>
          <p:cNvSpPr>
            <a:spLocks noChangeArrowheads="1"/>
          </p:cNvSpPr>
          <p:nvPr/>
        </p:nvSpPr>
        <p:spPr bwMode="auto">
          <a:xfrm>
            <a:off x="9904413" y="4110038"/>
            <a:ext cx="354012" cy="354012"/>
          </a:xfrm>
          <a:prstGeom prst="rect">
            <a:avLst/>
          </a:prstGeom>
          <a:solidFill>
            <a:srgbClr val="0000FF">
              <a:alpha val="50195"/>
            </a:srgbClr>
          </a:solidFill>
          <a:ln w="9525">
            <a:solidFill>
              <a:srgbClr val="0000FF"/>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23" name="Line 89">
            <a:extLst>
              <a:ext uri="{FF2B5EF4-FFF2-40B4-BE49-F238E27FC236}">
                <a16:creationId xmlns:a16="http://schemas.microsoft.com/office/drawing/2014/main" id="{CD47A9BD-21A2-4E39-B106-03AF83B98ED3}"/>
              </a:ext>
            </a:extLst>
          </p:cNvPr>
          <p:cNvSpPr>
            <a:spLocks noChangeShapeType="1"/>
          </p:cNvSpPr>
          <p:nvPr/>
        </p:nvSpPr>
        <p:spPr bwMode="auto">
          <a:xfrm>
            <a:off x="7239000" y="4267200"/>
            <a:ext cx="533400" cy="0"/>
          </a:xfrm>
          <a:prstGeom prst="line">
            <a:avLst/>
          </a:prstGeom>
          <a:noFill/>
          <a:ln w="5715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4" name="Line 90">
            <a:extLst>
              <a:ext uri="{FF2B5EF4-FFF2-40B4-BE49-F238E27FC236}">
                <a16:creationId xmlns:a16="http://schemas.microsoft.com/office/drawing/2014/main" id="{EF940FEF-2F9D-497A-93F2-D811BEEB49CB}"/>
              </a:ext>
            </a:extLst>
          </p:cNvPr>
          <p:cNvSpPr>
            <a:spLocks noChangeShapeType="1"/>
          </p:cNvSpPr>
          <p:nvPr/>
        </p:nvSpPr>
        <p:spPr bwMode="auto">
          <a:xfrm>
            <a:off x="8763000" y="4267200"/>
            <a:ext cx="457200" cy="0"/>
          </a:xfrm>
          <a:prstGeom prst="line">
            <a:avLst/>
          </a:prstGeom>
          <a:noFill/>
          <a:ln w="5715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5" name="Rectangle 91">
            <a:extLst>
              <a:ext uri="{FF2B5EF4-FFF2-40B4-BE49-F238E27FC236}">
                <a16:creationId xmlns:a16="http://schemas.microsoft.com/office/drawing/2014/main" id="{A06201F0-8608-4C7F-8005-2FBF6DB84115}"/>
              </a:ext>
            </a:extLst>
          </p:cNvPr>
          <p:cNvSpPr>
            <a:spLocks noChangeArrowheads="1"/>
          </p:cNvSpPr>
          <p:nvPr/>
        </p:nvSpPr>
        <p:spPr bwMode="auto">
          <a:xfrm>
            <a:off x="1882775" y="4076700"/>
            <a:ext cx="10668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26" name="Line 92">
            <a:extLst>
              <a:ext uri="{FF2B5EF4-FFF2-40B4-BE49-F238E27FC236}">
                <a16:creationId xmlns:a16="http://schemas.microsoft.com/office/drawing/2014/main" id="{02865029-7026-4038-8DAD-ED423F24DABD}"/>
              </a:ext>
            </a:extLst>
          </p:cNvPr>
          <p:cNvSpPr>
            <a:spLocks noChangeShapeType="1"/>
          </p:cNvSpPr>
          <p:nvPr/>
        </p:nvSpPr>
        <p:spPr bwMode="auto">
          <a:xfrm>
            <a:off x="2568575" y="407670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 name="Text Box 93">
            <a:extLst>
              <a:ext uri="{FF2B5EF4-FFF2-40B4-BE49-F238E27FC236}">
                <a16:creationId xmlns:a16="http://schemas.microsoft.com/office/drawing/2014/main" id="{AB3D30CC-FDF5-4172-8C24-923CE6A1F8EF}"/>
              </a:ext>
            </a:extLst>
          </p:cNvPr>
          <p:cNvSpPr txBox="1">
            <a:spLocks noChangeArrowheads="1"/>
          </p:cNvSpPr>
          <p:nvPr/>
        </p:nvSpPr>
        <p:spPr bwMode="auto">
          <a:xfrm>
            <a:off x="1866900" y="4041775"/>
            <a:ext cx="1085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TW" sz="2400">
                <a:latin typeface="Times New Roman" panose="02020603050405020304" pitchFamily="18" charset="0"/>
                <a:ea typeface="PMingLiU" panose="02020500000000000000" pitchFamily="18" charset="-120"/>
              </a:rPr>
              <a:t>  15    </a:t>
            </a:r>
            <a:r>
              <a:rPr kumimoji="1" lang="en-US" altLang="zh-TW" sz="2400">
                <a:latin typeface="Times New Roman" panose="02020603050405020304" pitchFamily="18" charset="0"/>
                <a:ea typeface="PMingLiU" panose="02020500000000000000" pitchFamily="18" charset="-120"/>
                <a:sym typeface="Wingdings" panose="05000000000000000000" pitchFamily="2" charset="2"/>
              </a:rPr>
              <a:t></a:t>
            </a:r>
            <a:endParaRPr kumimoji="1" lang="en-US" altLang="zh-TW" sz="2400">
              <a:latin typeface="Times New Roman" panose="02020603050405020304" pitchFamily="18" charset="0"/>
              <a:ea typeface="PMingLiU" panose="02020500000000000000" pitchFamily="18" charset="-120"/>
            </a:endParaRPr>
          </a:p>
        </p:txBody>
      </p:sp>
      <p:sp>
        <p:nvSpPr>
          <p:cNvPr id="28" name="Rectangle 94">
            <a:extLst>
              <a:ext uri="{FF2B5EF4-FFF2-40B4-BE49-F238E27FC236}">
                <a16:creationId xmlns:a16="http://schemas.microsoft.com/office/drawing/2014/main" id="{3274BACA-8E01-4918-83B9-32891F023711}"/>
              </a:ext>
            </a:extLst>
          </p:cNvPr>
          <p:cNvSpPr>
            <a:spLocks noChangeArrowheads="1"/>
          </p:cNvSpPr>
          <p:nvPr/>
        </p:nvSpPr>
        <p:spPr bwMode="auto">
          <a:xfrm>
            <a:off x="2582863" y="4097338"/>
            <a:ext cx="354012" cy="354012"/>
          </a:xfrm>
          <a:prstGeom prst="rect">
            <a:avLst/>
          </a:prstGeom>
          <a:solidFill>
            <a:srgbClr val="0000FF">
              <a:alpha val="50195"/>
            </a:srgbClr>
          </a:solidFill>
          <a:ln w="9525">
            <a:solidFill>
              <a:srgbClr val="0000FF"/>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29" name="Rectangle 95">
            <a:extLst>
              <a:ext uri="{FF2B5EF4-FFF2-40B4-BE49-F238E27FC236}">
                <a16:creationId xmlns:a16="http://schemas.microsoft.com/office/drawing/2014/main" id="{31655C90-53AE-48F8-8033-E88EDAC3591F}"/>
              </a:ext>
            </a:extLst>
          </p:cNvPr>
          <p:cNvSpPr>
            <a:spLocks noChangeArrowheads="1"/>
          </p:cNvSpPr>
          <p:nvPr/>
        </p:nvSpPr>
        <p:spPr bwMode="auto">
          <a:xfrm>
            <a:off x="3346450" y="4073525"/>
            <a:ext cx="10668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30" name="Line 96">
            <a:extLst>
              <a:ext uri="{FF2B5EF4-FFF2-40B4-BE49-F238E27FC236}">
                <a16:creationId xmlns:a16="http://schemas.microsoft.com/office/drawing/2014/main" id="{706A27DD-2C09-4A3D-BA2E-07FFC66F5478}"/>
              </a:ext>
            </a:extLst>
          </p:cNvPr>
          <p:cNvSpPr>
            <a:spLocks noChangeShapeType="1"/>
          </p:cNvSpPr>
          <p:nvPr/>
        </p:nvSpPr>
        <p:spPr bwMode="auto">
          <a:xfrm>
            <a:off x="4032250" y="4073525"/>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 name="Text Box 97">
            <a:extLst>
              <a:ext uri="{FF2B5EF4-FFF2-40B4-BE49-F238E27FC236}">
                <a16:creationId xmlns:a16="http://schemas.microsoft.com/office/drawing/2014/main" id="{3C83505D-34C0-4B35-8B07-3CA8EB832AF4}"/>
              </a:ext>
            </a:extLst>
          </p:cNvPr>
          <p:cNvSpPr txBox="1">
            <a:spLocks noChangeArrowheads="1"/>
          </p:cNvSpPr>
          <p:nvPr/>
        </p:nvSpPr>
        <p:spPr bwMode="auto">
          <a:xfrm>
            <a:off x="3330575" y="4038600"/>
            <a:ext cx="1009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TW" sz="2400">
                <a:latin typeface="Times New Roman" panose="02020603050405020304" pitchFamily="18" charset="0"/>
                <a:ea typeface="PMingLiU" panose="02020500000000000000" pitchFamily="18" charset="-120"/>
              </a:rPr>
              <a:t>  5     </a:t>
            </a:r>
            <a:r>
              <a:rPr kumimoji="1" lang="en-US" altLang="zh-TW" sz="2400">
                <a:latin typeface="Times New Roman" panose="02020603050405020304" pitchFamily="18" charset="0"/>
                <a:ea typeface="PMingLiU" panose="02020500000000000000" pitchFamily="18" charset="-120"/>
                <a:sym typeface="Wingdings" panose="05000000000000000000" pitchFamily="2" charset="2"/>
              </a:rPr>
              <a:t></a:t>
            </a:r>
            <a:endParaRPr kumimoji="1" lang="en-US" altLang="zh-TW" sz="2400">
              <a:latin typeface="Times New Roman" panose="02020603050405020304" pitchFamily="18" charset="0"/>
              <a:ea typeface="PMingLiU" panose="02020500000000000000" pitchFamily="18" charset="-120"/>
            </a:endParaRPr>
          </a:p>
        </p:txBody>
      </p:sp>
      <p:sp>
        <p:nvSpPr>
          <p:cNvPr id="32" name="Rectangle 98">
            <a:extLst>
              <a:ext uri="{FF2B5EF4-FFF2-40B4-BE49-F238E27FC236}">
                <a16:creationId xmlns:a16="http://schemas.microsoft.com/office/drawing/2014/main" id="{F6A7C5E8-7343-4842-8B04-E11F54B23232}"/>
              </a:ext>
            </a:extLst>
          </p:cNvPr>
          <p:cNvSpPr>
            <a:spLocks noChangeArrowheads="1"/>
          </p:cNvSpPr>
          <p:nvPr/>
        </p:nvSpPr>
        <p:spPr bwMode="auto">
          <a:xfrm>
            <a:off x="4046538" y="4094163"/>
            <a:ext cx="354012" cy="354012"/>
          </a:xfrm>
          <a:prstGeom prst="rect">
            <a:avLst/>
          </a:prstGeom>
          <a:solidFill>
            <a:srgbClr val="0000FF">
              <a:alpha val="50195"/>
            </a:srgbClr>
          </a:solidFill>
          <a:ln w="9525">
            <a:solidFill>
              <a:srgbClr val="0000FF"/>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33" name="Line 99">
            <a:extLst>
              <a:ext uri="{FF2B5EF4-FFF2-40B4-BE49-F238E27FC236}">
                <a16:creationId xmlns:a16="http://schemas.microsoft.com/office/drawing/2014/main" id="{E9EE4C15-AC2C-41A7-926C-F04D4C8F2FF2}"/>
              </a:ext>
            </a:extLst>
          </p:cNvPr>
          <p:cNvSpPr>
            <a:spLocks noChangeShapeType="1"/>
          </p:cNvSpPr>
          <p:nvPr/>
        </p:nvSpPr>
        <p:spPr bwMode="auto">
          <a:xfrm>
            <a:off x="2901950" y="4270375"/>
            <a:ext cx="457200" cy="0"/>
          </a:xfrm>
          <a:prstGeom prst="line">
            <a:avLst/>
          </a:prstGeom>
          <a:noFill/>
          <a:ln w="5715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4" name="Line 100">
            <a:extLst>
              <a:ext uri="{FF2B5EF4-FFF2-40B4-BE49-F238E27FC236}">
                <a16:creationId xmlns:a16="http://schemas.microsoft.com/office/drawing/2014/main" id="{FB7007FF-86B5-4CC3-B096-0FCB71334794}"/>
              </a:ext>
            </a:extLst>
          </p:cNvPr>
          <p:cNvSpPr>
            <a:spLocks noChangeShapeType="1"/>
          </p:cNvSpPr>
          <p:nvPr/>
        </p:nvSpPr>
        <p:spPr bwMode="auto">
          <a:xfrm flipV="1">
            <a:off x="4333875" y="4298951"/>
            <a:ext cx="533400" cy="3175"/>
          </a:xfrm>
          <a:prstGeom prst="line">
            <a:avLst/>
          </a:prstGeom>
          <a:noFill/>
          <a:ln w="5715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 name="Line 101">
            <a:extLst>
              <a:ext uri="{FF2B5EF4-FFF2-40B4-BE49-F238E27FC236}">
                <a16:creationId xmlns:a16="http://schemas.microsoft.com/office/drawing/2014/main" id="{8516657F-2F64-46EC-A4B5-E7B20FCA1582}"/>
              </a:ext>
            </a:extLst>
          </p:cNvPr>
          <p:cNvSpPr>
            <a:spLocks noChangeShapeType="1"/>
          </p:cNvSpPr>
          <p:nvPr/>
        </p:nvSpPr>
        <p:spPr bwMode="auto">
          <a:xfrm>
            <a:off x="5797550" y="4267200"/>
            <a:ext cx="457200" cy="0"/>
          </a:xfrm>
          <a:prstGeom prst="line">
            <a:avLst/>
          </a:prstGeom>
          <a:noFill/>
          <a:ln w="5715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7" name="Line 103">
            <a:extLst>
              <a:ext uri="{FF2B5EF4-FFF2-40B4-BE49-F238E27FC236}">
                <a16:creationId xmlns:a16="http://schemas.microsoft.com/office/drawing/2014/main" id="{F01C9A91-37A7-491B-AA18-CC331B975B9F}"/>
              </a:ext>
            </a:extLst>
          </p:cNvPr>
          <p:cNvSpPr>
            <a:spLocks noChangeShapeType="1"/>
          </p:cNvSpPr>
          <p:nvPr/>
        </p:nvSpPr>
        <p:spPr bwMode="auto">
          <a:xfrm flipH="1">
            <a:off x="2895600" y="2667000"/>
            <a:ext cx="609600" cy="2286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 name="Text Box 104">
            <a:extLst>
              <a:ext uri="{FF2B5EF4-FFF2-40B4-BE49-F238E27FC236}">
                <a16:creationId xmlns:a16="http://schemas.microsoft.com/office/drawing/2014/main" id="{C596B65E-8A47-47B9-BCA9-3CDA41A8C116}"/>
              </a:ext>
            </a:extLst>
          </p:cNvPr>
          <p:cNvSpPr txBox="1">
            <a:spLocks noChangeArrowheads="1"/>
          </p:cNvSpPr>
          <p:nvPr/>
        </p:nvSpPr>
        <p:spPr bwMode="auto">
          <a:xfrm>
            <a:off x="9220200" y="4860926"/>
            <a:ext cx="1066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en-US" sz="1800"/>
              <a:t>Tail</a:t>
            </a:r>
          </a:p>
        </p:txBody>
      </p:sp>
      <p:sp>
        <p:nvSpPr>
          <p:cNvPr id="39" name="Line 105">
            <a:extLst>
              <a:ext uri="{FF2B5EF4-FFF2-40B4-BE49-F238E27FC236}">
                <a16:creationId xmlns:a16="http://schemas.microsoft.com/office/drawing/2014/main" id="{6FAD5677-0FCF-4922-8946-248DBD3433A7}"/>
              </a:ext>
            </a:extLst>
          </p:cNvPr>
          <p:cNvSpPr>
            <a:spLocks noChangeShapeType="1"/>
          </p:cNvSpPr>
          <p:nvPr/>
        </p:nvSpPr>
        <p:spPr bwMode="auto">
          <a:xfrm flipV="1">
            <a:off x="9448800" y="4419600"/>
            <a:ext cx="0" cy="5334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40" name="Group 135">
            <a:extLst>
              <a:ext uri="{FF2B5EF4-FFF2-40B4-BE49-F238E27FC236}">
                <a16:creationId xmlns:a16="http://schemas.microsoft.com/office/drawing/2014/main" id="{E6E6C720-4323-4494-9742-F6709B01904B}"/>
              </a:ext>
            </a:extLst>
          </p:cNvPr>
          <p:cNvGrpSpPr>
            <a:grpSpLocks/>
          </p:cNvGrpSpPr>
          <p:nvPr/>
        </p:nvGrpSpPr>
        <p:grpSpPr bwMode="auto">
          <a:xfrm>
            <a:off x="10172701" y="4314825"/>
            <a:ext cx="454025" cy="304800"/>
            <a:chOff x="2208" y="3408"/>
            <a:chExt cx="286" cy="192"/>
          </a:xfrm>
        </p:grpSpPr>
        <p:sp>
          <p:nvSpPr>
            <p:cNvPr id="38956" name="Line 136">
              <a:extLst>
                <a:ext uri="{FF2B5EF4-FFF2-40B4-BE49-F238E27FC236}">
                  <a16:creationId xmlns:a16="http://schemas.microsoft.com/office/drawing/2014/main" id="{154E4710-C393-4C2B-975D-BE7615D63CB8}"/>
                </a:ext>
              </a:extLst>
            </p:cNvPr>
            <p:cNvSpPr>
              <a:spLocks noChangeShapeType="1"/>
            </p:cNvSpPr>
            <p:nvPr/>
          </p:nvSpPr>
          <p:spPr bwMode="auto">
            <a:xfrm>
              <a:off x="2208" y="3408"/>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57" name="Line 137">
              <a:extLst>
                <a:ext uri="{FF2B5EF4-FFF2-40B4-BE49-F238E27FC236}">
                  <a16:creationId xmlns:a16="http://schemas.microsoft.com/office/drawing/2014/main" id="{268167CA-FD69-42A0-91C2-F51F06286289}"/>
                </a:ext>
              </a:extLst>
            </p:cNvPr>
            <p:cNvSpPr>
              <a:spLocks noChangeShapeType="1"/>
            </p:cNvSpPr>
            <p:nvPr/>
          </p:nvSpPr>
          <p:spPr bwMode="auto">
            <a:xfrm>
              <a:off x="2400" y="3408"/>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58" name="Line 138">
              <a:extLst>
                <a:ext uri="{FF2B5EF4-FFF2-40B4-BE49-F238E27FC236}">
                  <a16:creationId xmlns:a16="http://schemas.microsoft.com/office/drawing/2014/main" id="{91B477D8-FA10-49B0-87D4-63C007F0F530}"/>
                </a:ext>
              </a:extLst>
            </p:cNvPr>
            <p:cNvSpPr>
              <a:spLocks noChangeShapeType="1"/>
            </p:cNvSpPr>
            <p:nvPr/>
          </p:nvSpPr>
          <p:spPr bwMode="auto">
            <a:xfrm>
              <a:off x="2302" y="3552"/>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59" name="Line 139">
              <a:extLst>
                <a:ext uri="{FF2B5EF4-FFF2-40B4-BE49-F238E27FC236}">
                  <a16:creationId xmlns:a16="http://schemas.microsoft.com/office/drawing/2014/main" id="{9F06F6EC-D60F-4A64-B3D3-26C649969711}"/>
                </a:ext>
              </a:extLst>
            </p:cNvPr>
            <p:cNvSpPr>
              <a:spLocks noChangeShapeType="1"/>
            </p:cNvSpPr>
            <p:nvPr/>
          </p:nvSpPr>
          <p:spPr bwMode="auto">
            <a:xfrm>
              <a:off x="2352" y="3600"/>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6" name="Rectangle 91">
            <a:extLst>
              <a:ext uri="{FF2B5EF4-FFF2-40B4-BE49-F238E27FC236}">
                <a16:creationId xmlns:a16="http://schemas.microsoft.com/office/drawing/2014/main" id="{36FFA579-E9EA-481C-A61B-F5CAFE13BDE8}"/>
              </a:ext>
            </a:extLst>
          </p:cNvPr>
          <p:cNvSpPr>
            <a:spLocks noChangeArrowheads="1"/>
          </p:cNvSpPr>
          <p:nvPr/>
        </p:nvSpPr>
        <p:spPr bwMode="auto">
          <a:xfrm>
            <a:off x="1882775" y="2860675"/>
            <a:ext cx="10668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47" name="Line 92">
            <a:extLst>
              <a:ext uri="{FF2B5EF4-FFF2-40B4-BE49-F238E27FC236}">
                <a16:creationId xmlns:a16="http://schemas.microsoft.com/office/drawing/2014/main" id="{70373D91-19CB-4453-97B8-36D3F7EA9939}"/>
              </a:ext>
            </a:extLst>
          </p:cNvPr>
          <p:cNvSpPr>
            <a:spLocks noChangeShapeType="1"/>
          </p:cNvSpPr>
          <p:nvPr/>
        </p:nvSpPr>
        <p:spPr bwMode="auto">
          <a:xfrm>
            <a:off x="2568575" y="2860675"/>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 name="Text Box 93">
            <a:extLst>
              <a:ext uri="{FF2B5EF4-FFF2-40B4-BE49-F238E27FC236}">
                <a16:creationId xmlns:a16="http://schemas.microsoft.com/office/drawing/2014/main" id="{322385C2-6F23-4F02-9B01-9CD4AD17A67F}"/>
              </a:ext>
            </a:extLst>
          </p:cNvPr>
          <p:cNvSpPr txBox="1">
            <a:spLocks noChangeArrowheads="1"/>
          </p:cNvSpPr>
          <p:nvPr/>
        </p:nvSpPr>
        <p:spPr bwMode="auto">
          <a:xfrm>
            <a:off x="1866901" y="2825750"/>
            <a:ext cx="1463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TW" sz="2400">
                <a:latin typeface="Times New Roman" panose="02020603050405020304" pitchFamily="18" charset="0"/>
                <a:ea typeface="PMingLiU" panose="02020500000000000000" pitchFamily="18" charset="-120"/>
              </a:rPr>
              <a:t>  1      </a:t>
            </a:r>
            <a:r>
              <a:rPr kumimoji="1" lang="en-US" altLang="zh-TW" sz="2400">
                <a:latin typeface="Times New Roman" panose="02020603050405020304" pitchFamily="18" charset="0"/>
                <a:ea typeface="PMingLiU" panose="02020500000000000000" pitchFamily="18" charset="-120"/>
                <a:sym typeface="Wingdings" panose="05000000000000000000" pitchFamily="2" charset="2"/>
              </a:rPr>
              <a:t></a:t>
            </a:r>
            <a:endParaRPr kumimoji="1" lang="en-US" altLang="zh-TW" sz="2400">
              <a:latin typeface="Times New Roman" panose="02020603050405020304" pitchFamily="18" charset="0"/>
              <a:ea typeface="PMingLiU" panose="02020500000000000000" pitchFamily="18" charset="-120"/>
            </a:endParaRPr>
          </a:p>
        </p:txBody>
      </p:sp>
      <p:sp>
        <p:nvSpPr>
          <p:cNvPr id="49" name="Rectangle 94">
            <a:extLst>
              <a:ext uri="{FF2B5EF4-FFF2-40B4-BE49-F238E27FC236}">
                <a16:creationId xmlns:a16="http://schemas.microsoft.com/office/drawing/2014/main" id="{2BA61286-A3E1-44CC-B46E-CA6F8FCC9E75}"/>
              </a:ext>
            </a:extLst>
          </p:cNvPr>
          <p:cNvSpPr>
            <a:spLocks noChangeArrowheads="1"/>
          </p:cNvSpPr>
          <p:nvPr/>
        </p:nvSpPr>
        <p:spPr bwMode="auto">
          <a:xfrm>
            <a:off x="2582864" y="2854325"/>
            <a:ext cx="382587" cy="387350"/>
          </a:xfrm>
          <a:prstGeom prst="rect">
            <a:avLst/>
          </a:prstGeom>
          <a:solidFill>
            <a:srgbClr val="0000FF">
              <a:alpha val="50195"/>
            </a:srgbClr>
          </a:solidFill>
          <a:ln w="9525">
            <a:solidFill>
              <a:srgbClr val="0000FF"/>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50" name="Text Box 102">
            <a:extLst>
              <a:ext uri="{FF2B5EF4-FFF2-40B4-BE49-F238E27FC236}">
                <a16:creationId xmlns:a16="http://schemas.microsoft.com/office/drawing/2014/main" id="{B5B238C1-FEE9-415F-ABB3-3388D5C0F903}"/>
              </a:ext>
            </a:extLst>
          </p:cNvPr>
          <p:cNvSpPr txBox="1">
            <a:spLocks noChangeArrowheads="1"/>
          </p:cNvSpPr>
          <p:nvPr/>
        </p:nvSpPr>
        <p:spPr bwMode="auto">
          <a:xfrm>
            <a:off x="2208213" y="2300288"/>
            <a:ext cx="1066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en-US" sz="1800"/>
              <a:t>P</a:t>
            </a:r>
          </a:p>
        </p:txBody>
      </p:sp>
      <p:cxnSp>
        <p:nvCxnSpPr>
          <p:cNvPr id="4" name="Straight Arrow Connector 3">
            <a:extLst>
              <a:ext uri="{FF2B5EF4-FFF2-40B4-BE49-F238E27FC236}">
                <a16:creationId xmlns:a16="http://schemas.microsoft.com/office/drawing/2014/main" id="{E66B1B70-3F57-491D-BD21-0D95A848A68D}"/>
              </a:ext>
            </a:extLst>
          </p:cNvPr>
          <p:cNvCxnSpPr/>
          <p:nvPr/>
        </p:nvCxnSpPr>
        <p:spPr>
          <a:xfrm>
            <a:off x="2216150" y="3241676"/>
            <a:ext cx="0" cy="868363"/>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sp>
        <p:nvSpPr>
          <p:cNvPr id="51" name="Text Box 102">
            <a:extLst>
              <a:ext uri="{FF2B5EF4-FFF2-40B4-BE49-F238E27FC236}">
                <a16:creationId xmlns:a16="http://schemas.microsoft.com/office/drawing/2014/main" id="{30DABF98-1126-460C-86D3-14E49D6BFAAE}"/>
              </a:ext>
            </a:extLst>
          </p:cNvPr>
          <p:cNvSpPr txBox="1">
            <a:spLocks noChangeArrowheads="1"/>
          </p:cNvSpPr>
          <p:nvPr/>
        </p:nvSpPr>
        <p:spPr bwMode="auto">
          <a:xfrm>
            <a:off x="3373438" y="2414588"/>
            <a:ext cx="1066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en-US" sz="1800"/>
              <a:t>Head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ppt_x"/>
                                          </p:val>
                                        </p:tav>
                                        <p:tav tm="100000">
                                          <p:val>
                                            <p:strVal val="#ppt_x"/>
                                          </p:val>
                                        </p:tav>
                                      </p:tavLst>
                                    </p:anim>
                                    <p:anim calcmode="lin" valueType="num">
                                      <p:cBhvr additive="base">
                                        <p:cTn id="24" dur="500" fill="hold"/>
                                        <p:tgtEl>
                                          <p:spTgt spid="11"/>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ppt_x"/>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500" fill="hold"/>
                                        <p:tgtEl>
                                          <p:spTgt spid="14"/>
                                        </p:tgtEl>
                                        <p:attrNameLst>
                                          <p:attrName>ppt_x</p:attrName>
                                        </p:attrNameLst>
                                      </p:cBhvr>
                                      <p:tavLst>
                                        <p:tav tm="0">
                                          <p:val>
                                            <p:strVal val="#ppt_x"/>
                                          </p:val>
                                        </p:tav>
                                        <p:tav tm="100000">
                                          <p:val>
                                            <p:strVal val="#ppt_x"/>
                                          </p:val>
                                        </p:tav>
                                      </p:tavLst>
                                    </p:anim>
                                    <p:anim calcmode="lin" valueType="num">
                                      <p:cBhvr additive="base">
                                        <p:cTn id="36" dur="500" fill="hold"/>
                                        <p:tgtEl>
                                          <p:spTgt spid="14"/>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cBhvr additive="base">
                                        <p:cTn id="39" dur="500" fill="hold"/>
                                        <p:tgtEl>
                                          <p:spTgt spid="15"/>
                                        </p:tgtEl>
                                        <p:attrNameLst>
                                          <p:attrName>ppt_x</p:attrName>
                                        </p:attrNameLst>
                                      </p:cBhvr>
                                      <p:tavLst>
                                        <p:tav tm="0">
                                          <p:val>
                                            <p:strVal val="#ppt_x"/>
                                          </p:val>
                                        </p:tav>
                                        <p:tav tm="100000">
                                          <p:val>
                                            <p:strVal val="#ppt_x"/>
                                          </p:val>
                                        </p:tav>
                                      </p:tavLst>
                                    </p:anim>
                                    <p:anim calcmode="lin" valueType="num">
                                      <p:cBhvr additive="base">
                                        <p:cTn id="40" dur="500" fill="hold"/>
                                        <p:tgtEl>
                                          <p:spTgt spid="15"/>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additive="base">
                                        <p:cTn id="43" dur="500" fill="hold"/>
                                        <p:tgtEl>
                                          <p:spTgt spid="16"/>
                                        </p:tgtEl>
                                        <p:attrNameLst>
                                          <p:attrName>ppt_x</p:attrName>
                                        </p:attrNameLst>
                                      </p:cBhvr>
                                      <p:tavLst>
                                        <p:tav tm="0">
                                          <p:val>
                                            <p:strVal val="#ppt_x"/>
                                          </p:val>
                                        </p:tav>
                                        <p:tav tm="100000">
                                          <p:val>
                                            <p:strVal val="#ppt_x"/>
                                          </p:val>
                                        </p:tav>
                                      </p:tavLst>
                                    </p:anim>
                                    <p:anim calcmode="lin" valueType="num">
                                      <p:cBhvr additive="base">
                                        <p:cTn id="44" dur="500" fill="hold"/>
                                        <p:tgtEl>
                                          <p:spTgt spid="16"/>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 calcmode="lin" valueType="num">
                                      <p:cBhvr additive="base">
                                        <p:cTn id="47" dur="500" fill="hold"/>
                                        <p:tgtEl>
                                          <p:spTgt spid="17"/>
                                        </p:tgtEl>
                                        <p:attrNameLst>
                                          <p:attrName>ppt_x</p:attrName>
                                        </p:attrNameLst>
                                      </p:cBhvr>
                                      <p:tavLst>
                                        <p:tav tm="0">
                                          <p:val>
                                            <p:strVal val="#ppt_x"/>
                                          </p:val>
                                        </p:tav>
                                        <p:tav tm="100000">
                                          <p:val>
                                            <p:strVal val="#ppt_x"/>
                                          </p:val>
                                        </p:tav>
                                      </p:tavLst>
                                    </p:anim>
                                    <p:anim calcmode="lin" valueType="num">
                                      <p:cBhvr additive="base">
                                        <p:cTn id="48" dur="500" fill="hold"/>
                                        <p:tgtEl>
                                          <p:spTgt spid="17"/>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 calcmode="lin" valueType="num">
                                      <p:cBhvr additive="base">
                                        <p:cTn id="51" dur="500" fill="hold"/>
                                        <p:tgtEl>
                                          <p:spTgt spid="18"/>
                                        </p:tgtEl>
                                        <p:attrNameLst>
                                          <p:attrName>ppt_x</p:attrName>
                                        </p:attrNameLst>
                                      </p:cBhvr>
                                      <p:tavLst>
                                        <p:tav tm="0">
                                          <p:val>
                                            <p:strVal val="#ppt_x"/>
                                          </p:val>
                                        </p:tav>
                                        <p:tav tm="100000">
                                          <p:val>
                                            <p:strVal val="#ppt_x"/>
                                          </p:val>
                                        </p:tav>
                                      </p:tavLst>
                                    </p:anim>
                                    <p:anim calcmode="lin" valueType="num">
                                      <p:cBhvr additive="base">
                                        <p:cTn id="52" dur="500" fill="hold"/>
                                        <p:tgtEl>
                                          <p:spTgt spid="18"/>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additive="base">
                                        <p:cTn id="55" dur="500" fill="hold"/>
                                        <p:tgtEl>
                                          <p:spTgt spid="19"/>
                                        </p:tgtEl>
                                        <p:attrNameLst>
                                          <p:attrName>ppt_x</p:attrName>
                                        </p:attrNameLst>
                                      </p:cBhvr>
                                      <p:tavLst>
                                        <p:tav tm="0">
                                          <p:val>
                                            <p:strVal val="#ppt_x"/>
                                          </p:val>
                                        </p:tav>
                                        <p:tav tm="100000">
                                          <p:val>
                                            <p:strVal val="#ppt_x"/>
                                          </p:val>
                                        </p:tav>
                                      </p:tavLst>
                                    </p:anim>
                                    <p:anim calcmode="lin" valueType="num">
                                      <p:cBhvr additive="base">
                                        <p:cTn id="56" dur="500" fill="hold"/>
                                        <p:tgtEl>
                                          <p:spTgt spid="19"/>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20"/>
                                        </p:tgtEl>
                                        <p:attrNameLst>
                                          <p:attrName>style.visibility</p:attrName>
                                        </p:attrNameLst>
                                      </p:cBhvr>
                                      <p:to>
                                        <p:strVal val="visible"/>
                                      </p:to>
                                    </p:set>
                                    <p:anim calcmode="lin" valueType="num">
                                      <p:cBhvr additive="base">
                                        <p:cTn id="59" dur="500" fill="hold"/>
                                        <p:tgtEl>
                                          <p:spTgt spid="20"/>
                                        </p:tgtEl>
                                        <p:attrNameLst>
                                          <p:attrName>ppt_x</p:attrName>
                                        </p:attrNameLst>
                                      </p:cBhvr>
                                      <p:tavLst>
                                        <p:tav tm="0">
                                          <p:val>
                                            <p:strVal val="#ppt_x"/>
                                          </p:val>
                                        </p:tav>
                                        <p:tav tm="100000">
                                          <p:val>
                                            <p:strVal val="#ppt_x"/>
                                          </p:val>
                                        </p:tav>
                                      </p:tavLst>
                                    </p:anim>
                                    <p:anim calcmode="lin" valueType="num">
                                      <p:cBhvr additive="base">
                                        <p:cTn id="60" dur="500" fill="hold"/>
                                        <p:tgtEl>
                                          <p:spTgt spid="20"/>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 calcmode="lin" valueType="num">
                                      <p:cBhvr additive="base">
                                        <p:cTn id="63" dur="500" fill="hold"/>
                                        <p:tgtEl>
                                          <p:spTgt spid="21"/>
                                        </p:tgtEl>
                                        <p:attrNameLst>
                                          <p:attrName>ppt_x</p:attrName>
                                        </p:attrNameLst>
                                      </p:cBhvr>
                                      <p:tavLst>
                                        <p:tav tm="0">
                                          <p:val>
                                            <p:strVal val="#ppt_x"/>
                                          </p:val>
                                        </p:tav>
                                        <p:tav tm="100000">
                                          <p:val>
                                            <p:strVal val="#ppt_x"/>
                                          </p:val>
                                        </p:tav>
                                      </p:tavLst>
                                    </p:anim>
                                    <p:anim calcmode="lin" valueType="num">
                                      <p:cBhvr additive="base">
                                        <p:cTn id="64" dur="500" fill="hold"/>
                                        <p:tgtEl>
                                          <p:spTgt spid="21"/>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 calcmode="lin" valueType="num">
                                      <p:cBhvr additive="base">
                                        <p:cTn id="67" dur="500" fill="hold"/>
                                        <p:tgtEl>
                                          <p:spTgt spid="22"/>
                                        </p:tgtEl>
                                        <p:attrNameLst>
                                          <p:attrName>ppt_x</p:attrName>
                                        </p:attrNameLst>
                                      </p:cBhvr>
                                      <p:tavLst>
                                        <p:tav tm="0">
                                          <p:val>
                                            <p:strVal val="#ppt_x"/>
                                          </p:val>
                                        </p:tav>
                                        <p:tav tm="100000">
                                          <p:val>
                                            <p:strVal val="#ppt_x"/>
                                          </p:val>
                                        </p:tav>
                                      </p:tavLst>
                                    </p:anim>
                                    <p:anim calcmode="lin" valueType="num">
                                      <p:cBhvr additive="base">
                                        <p:cTn id="68" dur="500" fill="hold"/>
                                        <p:tgtEl>
                                          <p:spTgt spid="22"/>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23"/>
                                        </p:tgtEl>
                                        <p:attrNameLst>
                                          <p:attrName>style.visibility</p:attrName>
                                        </p:attrNameLst>
                                      </p:cBhvr>
                                      <p:to>
                                        <p:strVal val="visible"/>
                                      </p:to>
                                    </p:set>
                                    <p:anim calcmode="lin" valueType="num">
                                      <p:cBhvr additive="base">
                                        <p:cTn id="71" dur="500" fill="hold"/>
                                        <p:tgtEl>
                                          <p:spTgt spid="23"/>
                                        </p:tgtEl>
                                        <p:attrNameLst>
                                          <p:attrName>ppt_x</p:attrName>
                                        </p:attrNameLst>
                                      </p:cBhvr>
                                      <p:tavLst>
                                        <p:tav tm="0">
                                          <p:val>
                                            <p:strVal val="#ppt_x"/>
                                          </p:val>
                                        </p:tav>
                                        <p:tav tm="100000">
                                          <p:val>
                                            <p:strVal val="#ppt_x"/>
                                          </p:val>
                                        </p:tav>
                                      </p:tavLst>
                                    </p:anim>
                                    <p:anim calcmode="lin" valueType="num">
                                      <p:cBhvr additive="base">
                                        <p:cTn id="72" dur="500" fill="hold"/>
                                        <p:tgtEl>
                                          <p:spTgt spid="23"/>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24"/>
                                        </p:tgtEl>
                                        <p:attrNameLst>
                                          <p:attrName>style.visibility</p:attrName>
                                        </p:attrNameLst>
                                      </p:cBhvr>
                                      <p:to>
                                        <p:strVal val="visible"/>
                                      </p:to>
                                    </p:set>
                                    <p:anim calcmode="lin" valueType="num">
                                      <p:cBhvr additive="base">
                                        <p:cTn id="75" dur="500" fill="hold"/>
                                        <p:tgtEl>
                                          <p:spTgt spid="24"/>
                                        </p:tgtEl>
                                        <p:attrNameLst>
                                          <p:attrName>ppt_x</p:attrName>
                                        </p:attrNameLst>
                                      </p:cBhvr>
                                      <p:tavLst>
                                        <p:tav tm="0">
                                          <p:val>
                                            <p:strVal val="#ppt_x"/>
                                          </p:val>
                                        </p:tav>
                                        <p:tav tm="100000">
                                          <p:val>
                                            <p:strVal val="#ppt_x"/>
                                          </p:val>
                                        </p:tav>
                                      </p:tavLst>
                                    </p:anim>
                                    <p:anim calcmode="lin" valueType="num">
                                      <p:cBhvr additive="base">
                                        <p:cTn id="76" dur="500" fill="hold"/>
                                        <p:tgtEl>
                                          <p:spTgt spid="24"/>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25"/>
                                        </p:tgtEl>
                                        <p:attrNameLst>
                                          <p:attrName>style.visibility</p:attrName>
                                        </p:attrNameLst>
                                      </p:cBhvr>
                                      <p:to>
                                        <p:strVal val="visible"/>
                                      </p:to>
                                    </p:set>
                                    <p:anim calcmode="lin" valueType="num">
                                      <p:cBhvr additive="base">
                                        <p:cTn id="79" dur="500" fill="hold"/>
                                        <p:tgtEl>
                                          <p:spTgt spid="25"/>
                                        </p:tgtEl>
                                        <p:attrNameLst>
                                          <p:attrName>ppt_x</p:attrName>
                                        </p:attrNameLst>
                                      </p:cBhvr>
                                      <p:tavLst>
                                        <p:tav tm="0">
                                          <p:val>
                                            <p:strVal val="#ppt_x"/>
                                          </p:val>
                                        </p:tav>
                                        <p:tav tm="100000">
                                          <p:val>
                                            <p:strVal val="#ppt_x"/>
                                          </p:val>
                                        </p:tav>
                                      </p:tavLst>
                                    </p:anim>
                                    <p:anim calcmode="lin" valueType="num">
                                      <p:cBhvr additive="base">
                                        <p:cTn id="80" dur="500" fill="hold"/>
                                        <p:tgtEl>
                                          <p:spTgt spid="25"/>
                                        </p:tgtEl>
                                        <p:attrNameLst>
                                          <p:attrName>ppt_y</p:attrName>
                                        </p:attrNameLst>
                                      </p:cBhvr>
                                      <p:tavLst>
                                        <p:tav tm="0">
                                          <p:val>
                                            <p:strVal val="1+#ppt_h/2"/>
                                          </p:val>
                                        </p:tav>
                                        <p:tav tm="100000">
                                          <p:val>
                                            <p:strVal val="#ppt_y"/>
                                          </p:val>
                                        </p:tav>
                                      </p:tavLst>
                                    </p:anim>
                                  </p:childTnLst>
                                </p:cTn>
                              </p:par>
                              <p:par>
                                <p:cTn id="81" presetID="2" presetClass="entr" presetSubtype="4" fill="hold" nodeType="withEffect">
                                  <p:stCondLst>
                                    <p:cond delay="0"/>
                                  </p:stCondLst>
                                  <p:childTnLst>
                                    <p:set>
                                      <p:cBhvr>
                                        <p:cTn id="82" dur="1" fill="hold">
                                          <p:stCondLst>
                                            <p:cond delay="0"/>
                                          </p:stCondLst>
                                        </p:cTn>
                                        <p:tgtEl>
                                          <p:spTgt spid="26"/>
                                        </p:tgtEl>
                                        <p:attrNameLst>
                                          <p:attrName>style.visibility</p:attrName>
                                        </p:attrNameLst>
                                      </p:cBhvr>
                                      <p:to>
                                        <p:strVal val="visible"/>
                                      </p:to>
                                    </p:set>
                                    <p:anim calcmode="lin" valueType="num">
                                      <p:cBhvr additive="base">
                                        <p:cTn id="83" dur="500" fill="hold"/>
                                        <p:tgtEl>
                                          <p:spTgt spid="26"/>
                                        </p:tgtEl>
                                        <p:attrNameLst>
                                          <p:attrName>ppt_x</p:attrName>
                                        </p:attrNameLst>
                                      </p:cBhvr>
                                      <p:tavLst>
                                        <p:tav tm="0">
                                          <p:val>
                                            <p:strVal val="#ppt_x"/>
                                          </p:val>
                                        </p:tav>
                                        <p:tav tm="100000">
                                          <p:val>
                                            <p:strVal val="#ppt_x"/>
                                          </p:val>
                                        </p:tav>
                                      </p:tavLst>
                                    </p:anim>
                                    <p:anim calcmode="lin" valueType="num">
                                      <p:cBhvr additive="base">
                                        <p:cTn id="84" dur="500" fill="hold"/>
                                        <p:tgtEl>
                                          <p:spTgt spid="26"/>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27"/>
                                        </p:tgtEl>
                                        <p:attrNameLst>
                                          <p:attrName>style.visibility</p:attrName>
                                        </p:attrNameLst>
                                      </p:cBhvr>
                                      <p:to>
                                        <p:strVal val="visible"/>
                                      </p:to>
                                    </p:set>
                                    <p:anim calcmode="lin" valueType="num">
                                      <p:cBhvr additive="base">
                                        <p:cTn id="87" dur="500" fill="hold"/>
                                        <p:tgtEl>
                                          <p:spTgt spid="27"/>
                                        </p:tgtEl>
                                        <p:attrNameLst>
                                          <p:attrName>ppt_x</p:attrName>
                                        </p:attrNameLst>
                                      </p:cBhvr>
                                      <p:tavLst>
                                        <p:tav tm="0">
                                          <p:val>
                                            <p:strVal val="#ppt_x"/>
                                          </p:val>
                                        </p:tav>
                                        <p:tav tm="100000">
                                          <p:val>
                                            <p:strVal val="#ppt_x"/>
                                          </p:val>
                                        </p:tav>
                                      </p:tavLst>
                                    </p:anim>
                                    <p:anim calcmode="lin" valueType="num">
                                      <p:cBhvr additive="base">
                                        <p:cTn id="88" dur="500" fill="hold"/>
                                        <p:tgtEl>
                                          <p:spTgt spid="27"/>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28"/>
                                        </p:tgtEl>
                                        <p:attrNameLst>
                                          <p:attrName>style.visibility</p:attrName>
                                        </p:attrNameLst>
                                      </p:cBhvr>
                                      <p:to>
                                        <p:strVal val="visible"/>
                                      </p:to>
                                    </p:set>
                                    <p:anim calcmode="lin" valueType="num">
                                      <p:cBhvr additive="base">
                                        <p:cTn id="91" dur="500" fill="hold"/>
                                        <p:tgtEl>
                                          <p:spTgt spid="28"/>
                                        </p:tgtEl>
                                        <p:attrNameLst>
                                          <p:attrName>ppt_x</p:attrName>
                                        </p:attrNameLst>
                                      </p:cBhvr>
                                      <p:tavLst>
                                        <p:tav tm="0">
                                          <p:val>
                                            <p:strVal val="#ppt_x"/>
                                          </p:val>
                                        </p:tav>
                                        <p:tav tm="100000">
                                          <p:val>
                                            <p:strVal val="#ppt_x"/>
                                          </p:val>
                                        </p:tav>
                                      </p:tavLst>
                                    </p:anim>
                                    <p:anim calcmode="lin" valueType="num">
                                      <p:cBhvr additive="base">
                                        <p:cTn id="92" dur="500" fill="hold"/>
                                        <p:tgtEl>
                                          <p:spTgt spid="28"/>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29"/>
                                        </p:tgtEl>
                                        <p:attrNameLst>
                                          <p:attrName>style.visibility</p:attrName>
                                        </p:attrNameLst>
                                      </p:cBhvr>
                                      <p:to>
                                        <p:strVal val="visible"/>
                                      </p:to>
                                    </p:set>
                                    <p:anim calcmode="lin" valueType="num">
                                      <p:cBhvr additive="base">
                                        <p:cTn id="95" dur="500" fill="hold"/>
                                        <p:tgtEl>
                                          <p:spTgt spid="29"/>
                                        </p:tgtEl>
                                        <p:attrNameLst>
                                          <p:attrName>ppt_x</p:attrName>
                                        </p:attrNameLst>
                                      </p:cBhvr>
                                      <p:tavLst>
                                        <p:tav tm="0">
                                          <p:val>
                                            <p:strVal val="#ppt_x"/>
                                          </p:val>
                                        </p:tav>
                                        <p:tav tm="100000">
                                          <p:val>
                                            <p:strVal val="#ppt_x"/>
                                          </p:val>
                                        </p:tav>
                                      </p:tavLst>
                                    </p:anim>
                                    <p:anim calcmode="lin" valueType="num">
                                      <p:cBhvr additive="base">
                                        <p:cTn id="96" dur="500" fill="hold"/>
                                        <p:tgtEl>
                                          <p:spTgt spid="29"/>
                                        </p:tgtEl>
                                        <p:attrNameLst>
                                          <p:attrName>ppt_y</p:attrName>
                                        </p:attrNameLst>
                                      </p:cBhvr>
                                      <p:tavLst>
                                        <p:tav tm="0">
                                          <p:val>
                                            <p:strVal val="1+#ppt_h/2"/>
                                          </p:val>
                                        </p:tav>
                                        <p:tav tm="100000">
                                          <p:val>
                                            <p:strVal val="#ppt_y"/>
                                          </p:val>
                                        </p:tav>
                                      </p:tavLst>
                                    </p:anim>
                                  </p:childTnLst>
                                </p:cTn>
                              </p:par>
                              <p:par>
                                <p:cTn id="97" presetID="2" presetClass="entr" presetSubtype="4" fill="hold" nodeType="withEffect">
                                  <p:stCondLst>
                                    <p:cond delay="0"/>
                                  </p:stCondLst>
                                  <p:childTnLst>
                                    <p:set>
                                      <p:cBhvr>
                                        <p:cTn id="98" dur="1" fill="hold">
                                          <p:stCondLst>
                                            <p:cond delay="0"/>
                                          </p:stCondLst>
                                        </p:cTn>
                                        <p:tgtEl>
                                          <p:spTgt spid="30"/>
                                        </p:tgtEl>
                                        <p:attrNameLst>
                                          <p:attrName>style.visibility</p:attrName>
                                        </p:attrNameLst>
                                      </p:cBhvr>
                                      <p:to>
                                        <p:strVal val="visible"/>
                                      </p:to>
                                    </p:set>
                                    <p:anim calcmode="lin" valueType="num">
                                      <p:cBhvr additive="base">
                                        <p:cTn id="99" dur="500" fill="hold"/>
                                        <p:tgtEl>
                                          <p:spTgt spid="30"/>
                                        </p:tgtEl>
                                        <p:attrNameLst>
                                          <p:attrName>ppt_x</p:attrName>
                                        </p:attrNameLst>
                                      </p:cBhvr>
                                      <p:tavLst>
                                        <p:tav tm="0">
                                          <p:val>
                                            <p:strVal val="#ppt_x"/>
                                          </p:val>
                                        </p:tav>
                                        <p:tav tm="100000">
                                          <p:val>
                                            <p:strVal val="#ppt_x"/>
                                          </p:val>
                                        </p:tav>
                                      </p:tavLst>
                                    </p:anim>
                                    <p:anim calcmode="lin" valueType="num">
                                      <p:cBhvr additive="base">
                                        <p:cTn id="100" dur="500" fill="hold"/>
                                        <p:tgtEl>
                                          <p:spTgt spid="30"/>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p:stCondLst>
                                    <p:cond delay="0"/>
                                  </p:stCondLst>
                                  <p:childTnLst>
                                    <p:set>
                                      <p:cBhvr>
                                        <p:cTn id="102" dur="1" fill="hold">
                                          <p:stCondLst>
                                            <p:cond delay="0"/>
                                          </p:stCondLst>
                                        </p:cTn>
                                        <p:tgtEl>
                                          <p:spTgt spid="31"/>
                                        </p:tgtEl>
                                        <p:attrNameLst>
                                          <p:attrName>style.visibility</p:attrName>
                                        </p:attrNameLst>
                                      </p:cBhvr>
                                      <p:to>
                                        <p:strVal val="visible"/>
                                      </p:to>
                                    </p:set>
                                    <p:anim calcmode="lin" valueType="num">
                                      <p:cBhvr additive="base">
                                        <p:cTn id="103" dur="500" fill="hold"/>
                                        <p:tgtEl>
                                          <p:spTgt spid="31"/>
                                        </p:tgtEl>
                                        <p:attrNameLst>
                                          <p:attrName>ppt_x</p:attrName>
                                        </p:attrNameLst>
                                      </p:cBhvr>
                                      <p:tavLst>
                                        <p:tav tm="0">
                                          <p:val>
                                            <p:strVal val="#ppt_x"/>
                                          </p:val>
                                        </p:tav>
                                        <p:tav tm="100000">
                                          <p:val>
                                            <p:strVal val="#ppt_x"/>
                                          </p:val>
                                        </p:tav>
                                      </p:tavLst>
                                    </p:anim>
                                    <p:anim calcmode="lin" valueType="num">
                                      <p:cBhvr additive="base">
                                        <p:cTn id="104" dur="500" fill="hold"/>
                                        <p:tgtEl>
                                          <p:spTgt spid="31"/>
                                        </p:tgtEl>
                                        <p:attrNameLst>
                                          <p:attrName>ppt_y</p:attrName>
                                        </p:attrNameLst>
                                      </p:cBhvr>
                                      <p:tavLst>
                                        <p:tav tm="0">
                                          <p:val>
                                            <p:strVal val="1+#ppt_h/2"/>
                                          </p:val>
                                        </p:tav>
                                        <p:tav tm="100000">
                                          <p:val>
                                            <p:strVal val="#ppt_y"/>
                                          </p:val>
                                        </p:tav>
                                      </p:tavLst>
                                    </p:anim>
                                  </p:childTnLst>
                                </p:cTn>
                              </p:par>
                              <p:par>
                                <p:cTn id="105" presetID="2" presetClass="entr" presetSubtype="4" fill="hold" grpId="0" nodeType="withEffect">
                                  <p:stCondLst>
                                    <p:cond delay="0"/>
                                  </p:stCondLst>
                                  <p:childTnLst>
                                    <p:set>
                                      <p:cBhvr>
                                        <p:cTn id="106" dur="1" fill="hold">
                                          <p:stCondLst>
                                            <p:cond delay="0"/>
                                          </p:stCondLst>
                                        </p:cTn>
                                        <p:tgtEl>
                                          <p:spTgt spid="32"/>
                                        </p:tgtEl>
                                        <p:attrNameLst>
                                          <p:attrName>style.visibility</p:attrName>
                                        </p:attrNameLst>
                                      </p:cBhvr>
                                      <p:to>
                                        <p:strVal val="visible"/>
                                      </p:to>
                                    </p:set>
                                    <p:anim calcmode="lin" valueType="num">
                                      <p:cBhvr additive="base">
                                        <p:cTn id="107" dur="500" fill="hold"/>
                                        <p:tgtEl>
                                          <p:spTgt spid="32"/>
                                        </p:tgtEl>
                                        <p:attrNameLst>
                                          <p:attrName>ppt_x</p:attrName>
                                        </p:attrNameLst>
                                      </p:cBhvr>
                                      <p:tavLst>
                                        <p:tav tm="0">
                                          <p:val>
                                            <p:strVal val="#ppt_x"/>
                                          </p:val>
                                        </p:tav>
                                        <p:tav tm="100000">
                                          <p:val>
                                            <p:strVal val="#ppt_x"/>
                                          </p:val>
                                        </p:tav>
                                      </p:tavLst>
                                    </p:anim>
                                    <p:anim calcmode="lin" valueType="num">
                                      <p:cBhvr additive="base">
                                        <p:cTn id="108" dur="500" fill="hold"/>
                                        <p:tgtEl>
                                          <p:spTgt spid="32"/>
                                        </p:tgtEl>
                                        <p:attrNameLst>
                                          <p:attrName>ppt_y</p:attrName>
                                        </p:attrNameLst>
                                      </p:cBhvr>
                                      <p:tavLst>
                                        <p:tav tm="0">
                                          <p:val>
                                            <p:strVal val="1+#ppt_h/2"/>
                                          </p:val>
                                        </p:tav>
                                        <p:tav tm="100000">
                                          <p:val>
                                            <p:strVal val="#ppt_y"/>
                                          </p:val>
                                        </p:tav>
                                      </p:tavLst>
                                    </p:anim>
                                  </p:childTnLst>
                                </p:cTn>
                              </p:par>
                              <p:par>
                                <p:cTn id="109" presetID="2" presetClass="entr" presetSubtype="4" fill="hold" nodeType="withEffect">
                                  <p:stCondLst>
                                    <p:cond delay="0"/>
                                  </p:stCondLst>
                                  <p:childTnLst>
                                    <p:set>
                                      <p:cBhvr>
                                        <p:cTn id="110" dur="1" fill="hold">
                                          <p:stCondLst>
                                            <p:cond delay="0"/>
                                          </p:stCondLst>
                                        </p:cTn>
                                        <p:tgtEl>
                                          <p:spTgt spid="33"/>
                                        </p:tgtEl>
                                        <p:attrNameLst>
                                          <p:attrName>style.visibility</p:attrName>
                                        </p:attrNameLst>
                                      </p:cBhvr>
                                      <p:to>
                                        <p:strVal val="visible"/>
                                      </p:to>
                                    </p:set>
                                    <p:anim calcmode="lin" valueType="num">
                                      <p:cBhvr additive="base">
                                        <p:cTn id="111" dur="500" fill="hold"/>
                                        <p:tgtEl>
                                          <p:spTgt spid="33"/>
                                        </p:tgtEl>
                                        <p:attrNameLst>
                                          <p:attrName>ppt_x</p:attrName>
                                        </p:attrNameLst>
                                      </p:cBhvr>
                                      <p:tavLst>
                                        <p:tav tm="0">
                                          <p:val>
                                            <p:strVal val="#ppt_x"/>
                                          </p:val>
                                        </p:tav>
                                        <p:tav tm="100000">
                                          <p:val>
                                            <p:strVal val="#ppt_x"/>
                                          </p:val>
                                        </p:tav>
                                      </p:tavLst>
                                    </p:anim>
                                    <p:anim calcmode="lin" valueType="num">
                                      <p:cBhvr additive="base">
                                        <p:cTn id="112" dur="500" fill="hold"/>
                                        <p:tgtEl>
                                          <p:spTgt spid="33"/>
                                        </p:tgtEl>
                                        <p:attrNameLst>
                                          <p:attrName>ppt_y</p:attrName>
                                        </p:attrNameLst>
                                      </p:cBhvr>
                                      <p:tavLst>
                                        <p:tav tm="0">
                                          <p:val>
                                            <p:strVal val="1+#ppt_h/2"/>
                                          </p:val>
                                        </p:tav>
                                        <p:tav tm="100000">
                                          <p:val>
                                            <p:strVal val="#ppt_y"/>
                                          </p:val>
                                        </p:tav>
                                      </p:tavLst>
                                    </p:anim>
                                  </p:childTnLst>
                                </p:cTn>
                              </p:par>
                              <p:par>
                                <p:cTn id="113" presetID="2" presetClass="entr" presetSubtype="4" fill="hold" nodeType="withEffect">
                                  <p:stCondLst>
                                    <p:cond delay="0"/>
                                  </p:stCondLst>
                                  <p:childTnLst>
                                    <p:set>
                                      <p:cBhvr>
                                        <p:cTn id="114" dur="1" fill="hold">
                                          <p:stCondLst>
                                            <p:cond delay="0"/>
                                          </p:stCondLst>
                                        </p:cTn>
                                        <p:tgtEl>
                                          <p:spTgt spid="34"/>
                                        </p:tgtEl>
                                        <p:attrNameLst>
                                          <p:attrName>style.visibility</p:attrName>
                                        </p:attrNameLst>
                                      </p:cBhvr>
                                      <p:to>
                                        <p:strVal val="visible"/>
                                      </p:to>
                                    </p:set>
                                    <p:anim calcmode="lin" valueType="num">
                                      <p:cBhvr additive="base">
                                        <p:cTn id="115" dur="500" fill="hold"/>
                                        <p:tgtEl>
                                          <p:spTgt spid="34"/>
                                        </p:tgtEl>
                                        <p:attrNameLst>
                                          <p:attrName>ppt_x</p:attrName>
                                        </p:attrNameLst>
                                      </p:cBhvr>
                                      <p:tavLst>
                                        <p:tav tm="0">
                                          <p:val>
                                            <p:strVal val="#ppt_x"/>
                                          </p:val>
                                        </p:tav>
                                        <p:tav tm="100000">
                                          <p:val>
                                            <p:strVal val="#ppt_x"/>
                                          </p:val>
                                        </p:tav>
                                      </p:tavLst>
                                    </p:anim>
                                    <p:anim calcmode="lin" valueType="num">
                                      <p:cBhvr additive="base">
                                        <p:cTn id="116" dur="500" fill="hold"/>
                                        <p:tgtEl>
                                          <p:spTgt spid="34"/>
                                        </p:tgtEl>
                                        <p:attrNameLst>
                                          <p:attrName>ppt_y</p:attrName>
                                        </p:attrNameLst>
                                      </p:cBhvr>
                                      <p:tavLst>
                                        <p:tav tm="0">
                                          <p:val>
                                            <p:strVal val="1+#ppt_h/2"/>
                                          </p:val>
                                        </p:tav>
                                        <p:tav tm="100000">
                                          <p:val>
                                            <p:strVal val="#ppt_y"/>
                                          </p:val>
                                        </p:tav>
                                      </p:tavLst>
                                    </p:anim>
                                  </p:childTnLst>
                                </p:cTn>
                              </p:par>
                              <p:par>
                                <p:cTn id="117" presetID="2" presetClass="entr" presetSubtype="4" fill="hold" nodeType="withEffect">
                                  <p:stCondLst>
                                    <p:cond delay="0"/>
                                  </p:stCondLst>
                                  <p:childTnLst>
                                    <p:set>
                                      <p:cBhvr>
                                        <p:cTn id="118" dur="1" fill="hold">
                                          <p:stCondLst>
                                            <p:cond delay="0"/>
                                          </p:stCondLst>
                                        </p:cTn>
                                        <p:tgtEl>
                                          <p:spTgt spid="35"/>
                                        </p:tgtEl>
                                        <p:attrNameLst>
                                          <p:attrName>style.visibility</p:attrName>
                                        </p:attrNameLst>
                                      </p:cBhvr>
                                      <p:to>
                                        <p:strVal val="visible"/>
                                      </p:to>
                                    </p:set>
                                    <p:anim calcmode="lin" valueType="num">
                                      <p:cBhvr additive="base">
                                        <p:cTn id="119" dur="500" fill="hold"/>
                                        <p:tgtEl>
                                          <p:spTgt spid="35"/>
                                        </p:tgtEl>
                                        <p:attrNameLst>
                                          <p:attrName>ppt_x</p:attrName>
                                        </p:attrNameLst>
                                      </p:cBhvr>
                                      <p:tavLst>
                                        <p:tav tm="0">
                                          <p:val>
                                            <p:strVal val="#ppt_x"/>
                                          </p:val>
                                        </p:tav>
                                        <p:tav tm="100000">
                                          <p:val>
                                            <p:strVal val="#ppt_x"/>
                                          </p:val>
                                        </p:tav>
                                      </p:tavLst>
                                    </p:anim>
                                    <p:anim calcmode="lin" valueType="num">
                                      <p:cBhvr additive="base">
                                        <p:cTn id="120" dur="500" fill="hold"/>
                                        <p:tgtEl>
                                          <p:spTgt spid="35"/>
                                        </p:tgtEl>
                                        <p:attrNameLst>
                                          <p:attrName>ppt_y</p:attrName>
                                        </p:attrNameLst>
                                      </p:cBhvr>
                                      <p:tavLst>
                                        <p:tav tm="0">
                                          <p:val>
                                            <p:strVal val="1+#ppt_h/2"/>
                                          </p:val>
                                        </p:tav>
                                        <p:tav tm="100000">
                                          <p:val>
                                            <p:strVal val="#ppt_y"/>
                                          </p:val>
                                        </p:tav>
                                      </p:tavLst>
                                    </p:anim>
                                  </p:childTnLst>
                                </p:cTn>
                              </p:par>
                              <p:par>
                                <p:cTn id="121" presetID="2" presetClass="entr" presetSubtype="4" fill="hold" nodeType="withEffect">
                                  <p:stCondLst>
                                    <p:cond delay="0"/>
                                  </p:stCondLst>
                                  <p:childTnLst>
                                    <p:set>
                                      <p:cBhvr>
                                        <p:cTn id="122" dur="1" fill="hold">
                                          <p:stCondLst>
                                            <p:cond delay="0"/>
                                          </p:stCondLst>
                                        </p:cTn>
                                        <p:tgtEl>
                                          <p:spTgt spid="37"/>
                                        </p:tgtEl>
                                        <p:attrNameLst>
                                          <p:attrName>style.visibility</p:attrName>
                                        </p:attrNameLst>
                                      </p:cBhvr>
                                      <p:to>
                                        <p:strVal val="visible"/>
                                      </p:to>
                                    </p:set>
                                    <p:anim calcmode="lin" valueType="num">
                                      <p:cBhvr additive="base">
                                        <p:cTn id="123" dur="500" fill="hold"/>
                                        <p:tgtEl>
                                          <p:spTgt spid="37"/>
                                        </p:tgtEl>
                                        <p:attrNameLst>
                                          <p:attrName>ppt_x</p:attrName>
                                        </p:attrNameLst>
                                      </p:cBhvr>
                                      <p:tavLst>
                                        <p:tav tm="0">
                                          <p:val>
                                            <p:strVal val="#ppt_x"/>
                                          </p:val>
                                        </p:tav>
                                        <p:tav tm="100000">
                                          <p:val>
                                            <p:strVal val="#ppt_x"/>
                                          </p:val>
                                        </p:tav>
                                      </p:tavLst>
                                    </p:anim>
                                    <p:anim calcmode="lin" valueType="num">
                                      <p:cBhvr additive="base">
                                        <p:cTn id="124" dur="500" fill="hold"/>
                                        <p:tgtEl>
                                          <p:spTgt spid="37"/>
                                        </p:tgtEl>
                                        <p:attrNameLst>
                                          <p:attrName>ppt_y</p:attrName>
                                        </p:attrNameLst>
                                      </p:cBhvr>
                                      <p:tavLst>
                                        <p:tav tm="0">
                                          <p:val>
                                            <p:strVal val="1+#ppt_h/2"/>
                                          </p:val>
                                        </p:tav>
                                        <p:tav tm="100000">
                                          <p:val>
                                            <p:strVal val="#ppt_y"/>
                                          </p:val>
                                        </p:tav>
                                      </p:tavLst>
                                    </p:anim>
                                  </p:childTnLst>
                                </p:cTn>
                              </p:par>
                              <p:par>
                                <p:cTn id="125" presetID="2" presetClass="entr" presetSubtype="4" fill="hold" grpId="0" nodeType="withEffect">
                                  <p:stCondLst>
                                    <p:cond delay="0"/>
                                  </p:stCondLst>
                                  <p:childTnLst>
                                    <p:set>
                                      <p:cBhvr>
                                        <p:cTn id="126" dur="1" fill="hold">
                                          <p:stCondLst>
                                            <p:cond delay="0"/>
                                          </p:stCondLst>
                                        </p:cTn>
                                        <p:tgtEl>
                                          <p:spTgt spid="38"/>
                                        </p:tgtEl>
                                        <p:attrNameLst>
                                          <p:attrName>style.visibility</p:attrName>
                                        </p:attrNameLst>
                                      </p:cBhvr>
                                      <p:to>
                                        <p:strVal val="visible"/>
                                      </p:to>
                                    </p:set>
                                    <p:anim calcmode="lin" valueType="num">
                                      <p:cBhvr additive="base">
                                        <p:cTn id="127" dur="500" fill="hold"/>
                                        <p:tgtEl>
                                          <p:spTgt spid="38"/>
                                        </p:tgtEl>
                                        <p:attrNameLst>
                                          <p:attrName>ppt_x</p:attrName>
                                        </p:attrNameLst>
                                      </p:cBhvr>
                                      <p:tavLst>
                                        <p:tav tm="0">
                                          <p:val>
                                            <p:strVal val="#ppt_x"/>
                                          </p:val>
                                        </p:tav>
                                        <p:tav tm="100000">
                                          <p:val>
                                            <p:strVal val="#ppt_x"/>
                                          </p:val>
                                        </p:tav>
                                      </p:tavLst>
                                    </p:anim>
                                    <p:anim calcmode="lin" valueType="num">
                                      <p:cBhvr additive="base">
                                        <p:cTn id="128" dur="500" fill="hold"/>
                                        <p:tgtEl>
                                          <p:spTgt spid="38"/>
                                        </p:tgtEl>
                                        <p:attrNameLst>
                                          <p:attrName>ppt_y</p:attrName>
                                        </p:attrNameLst>
                                      </p:cBhvr>
                                      <p:tavLst>
                                        <p:tav tm="0">
                                          <p:val>
                                            <p:strVal val="1+#ppt_h/2"/>
                                          </p:val>
                                        </p:tav>
                                        <p:tav tm="100000">
                                          <p:val>
                                            <p:strVal val="#ppt_y"/>
                                          </p:val>
                                        </p:tav>
                                      </p:tavLst>
                                    </p:anim>
                                  </p:childTnLst>
                                </p:cTn>
                              </p:par>
                              <p:par>
                                <p:cTn id="129" presetID="2" presetClass="entr" presetSubtype="4" fill="hold" nodeType="withEffect">
                                  <p:stCondLst>
                                    <p:cond delay="0"/>
                                  </p:stCondLst>
                                  <p:childTnLst>
                                    <p:set>
                                      <p:cBhvr>
                                        <p:cTn id="130" dur="1" fill="hold">
                                          <p:stCondLst>
                                            <p:cond delay="0"/>
                                          </p:stCondLst>
                                        </p:cTn>
                                        <p:tgtEl>
                                          <p:spTgt spid="39"/>
                                        </p:tgtEl>
                                        <p:attrNameLst>
                                          <p:attrName>style.visibility</p:attrName>
                                        </p:attrNameLst>
                                      </p:cBhvr>
                                      <p:to>
                                        <p:strVal val="visible"/>
                                      </p:to>
                                    </p:set>
                                    <p:anim calcmode="lin" valueType="num">
                                      <p:cBhvr additive="base">
                                        <p:cTn id="131" dur="500" fill="hold"/>
                                        <p:tgtEl>
                                          <p:spTgt spid="39"/>
                                        </p:tgtEl>
                                        <p:attrNameLst>
                                          <p:attrName>ppt_x</p:attrName>
                                        </p:attrNameLst>
                                      </p:cBhvr>
                                      <p:tavLst>
                                        <p:tav tm="0">
                                          <p:val>
                                            <p:strVal val="#ppt_x"/>
                                          </p:val>
                                        </p:tav>
                                        <p:tav tm="100000">
                                          <p:val>
                                            <p:strVal val="#ppt_x"/>
                                          </p:val>
                                        </p:tav>
                                      </p:tavLst>
                                    </p:anim>
                                    <p:anim calcmode="lin" valueType="num">
                                      <p:cBhvr additive="base">
                                        <p:cTn id="132" dur="500" fill="hold"/>
                                        <p:tgtEl>
                                          <p:spTgt spid="39"/>
                                        </p:tgtEl>
                                        <p:attrNameLst>
                                          <p:attrName>ppt_y</p:attrName>
                                        </p:attrNameLst>
                                      </p:cBhvr>
                                      <p:tavLst>
                                        <p:tav tm="0">
                                          <p:val>
                                            <p:strVal val="1+#ppt_h/2"/>
                                          </p:val>
                                        </p:tav>
                                        <p:tav tm="100000">
                                          <p:val>
                                            <p:strVal val="#ppt_y"/>
                                          </p:val>
                                        </p:tav>
                                      </p:tavLst>
                                    </p:anim>
                                  </p:childTnLst>
                                </p:cTn>
                              </p:par>
                              <p:par>
                                <p:cTn id="133" presetID="2" presetClass="entr" presetSubtype="4" fill="hold" nodeType="withEffect">
                                  <p:stCondLst>
                                    <p:cond delay="0"/>
                                  </p:stCondLst>
                                  <p:childTnLst>
                                    <p:set>
                                      <p:cBhvr>
                                        <p:cTn id="134" dur="1" fill="hold">
                                          <p:stCondLst>
                                            <p:cond delay="0"/>
                                          </p:stCondLst>
                                        </p:cTn>
                                        <p:tgtEl>
                                          <p:spTgt spid="40"/>
                                        </p:tgtEl>
                                        <p:attrNameLst>
                                          <p:attrName>style.visibility</p:attrName>
                                        </p:attrNameLst>
                                      </p:cBhvr>
                                      <p:to>
                                        <p:strVal val="visible"/>
                                      </p:to>
                                    </p:set>
                                    <p:anim calcmode="lin" valueType="num">
                                      <p:cBhvr additive="base">
                                        <p:cTn id="135" dur="500" fill="hold"/>
                                        <p:tgtEl>
                                          <p:spTgt spid="40"/>
                                        </p:tgtEl>
                                        <p:attrNameLst>
                                          <p:attrName>ppt_x</p:attrName>
                                        </p:attrNameLst>
                                      </p:cBhvr>
                                      <p:tavLst>
                                        <p:tav tm="0">
                                          <p:val>
                                            <p:strVal val="#ppt_x"/>
                                          </p:val>
                                        </p:tav>
                                        <p:tav tm="100000">
                                          <p:val>
                                            <p:strVal val="#ppt_x"/>
                                          </p:val>
                                        </p:tav>
                                      </p:tavLst>
                                    </p:anim>
                                    <p:anim calcmode="lin" valueType="num">
                                      <p:cBhvr additive="base">
                                        <p:cTn id="136" dur="500" fill="hold"/>
                                        <p:tgtEl>
                                          <p:spTgt spid="40"/>
                                        </p:tgtEl>
                                        <p:attrNameLst>
                                          <p:attrName>ppt_y</p:attrName>
                                        </p:attrNameLst>
                                      </p:cBhvr>
                                      <p:tavLst>
                                        <p:tav tm="0">
                                          <p:val>
                                            <p:strVal val="1+#ppt_h/2"/>
                                          </p:val>
                                        </p:tav>
                                        <p:tav tm="100000">
                                          <p:val>
                                            <p:strVal val="#ppt_y"/>
                                          </p:val>
                                        </p:tav>
                                      </p:tavLst>
                                    </p:anim>
                                  </p:childTnLst>
                                </p:cTn>
                              </p:par>
                              <p:par>
                                <p:cTn id="137" presetID="2" presetClass="entr" presetSubtype="4" fill="hold" grpId="0" nodeType="withEffect">
                                  <p:stCondLst>
                                    <p:cond delay="0"/>
                                  </p:stCondLst>
                                  <p:childTnLst>
                                    <p:set>
                                      <p:cBhvr>
                                        <p:cTn id="138" dur="1" fill="hold">
                                          <p:stCondLst>
                                            <p:cond delay="0"/>
                                          </p:stCondLst>
                                        </p:cTn>
                                        <p:tgtEl>
                                          <p:spTgt spid="46"/>
                                        </p:tgtEl>
                                        <p:attrNameLst>
                                          <p:attrName>style.visibility</p:attrName>
                                        </p:attrNameLst>
                                      </p:cBhvr>
                                      <p:to>
                                        <p:strVal val="visible"/>
                                      </p:to>
                                    </p:set>
                                    <p:anim calcmode="lin" valueType="num">
                                      <p:cBhvr additive="base">
                                        <p:cTn id="139" dur="500" fill="hold"/>
                                        <p:tgtEl>
                                          <p:spTgt spid="46"/>
                                        </p:tgtEl>
                                        <p:attrNameLst>
                                          <p:attrName>ppt_x</p:attrName>
                                        </p:attrNameLst>
                                      </p:cBhvr>
                                      <p:tavLst>
                                        <p:tav tm="0">
                                          <p:val>
                                            <p:strVal val="#ppt_x"/>
                                          </p:val>
                                        </p:tav>
                                        <p:tav tm="100000">
                                          <p:val>
                                            <p:strVal val="#ppt_x"/>
                                          </p:val>
                                        </p:tav>
                                      </p:tavLst>
                                    </p:anim>
                                    <p:anim calcmode="lin" valueType="num">
                                      <p:cBhvr additive="base">
                                        <p:cTn id="140" dur="500" fill="hold"/>
                                        <p:tgtEl>
                                          <p:spTgt spid="46"/>
                                        </p:tgtEl>
                                        <p:attrNameLst>
                                          <p:attrName>ppt_y</p:attrName>
                                        </p:attrNameLst>
                                      </p:cBhvr>
                                      <p:tavLst>
                                        <p:tav tm="0">
                                          <p:val>
                                            <p:strVal val="1+#ppt_h/2"/>
                                          </p:val>
                                        </p:tav>
                                        <p:tav tm="100000">
                                          <p:val>
                                            <p:strVal val="#ppt_y"/>
                                          </p:val>
                                        </p:tav>
                                      </p:tavLst>
                                    </p:anim>
                                  </p:childTnLst>
                                </p:cTn>
                              </p:par>
                              <p:par>
                                <p:cTn id="141" presetID="2" presetClass="entr" presetSubtype="4" fill="hold" nodeType="withEffect">
                                  <p:stCondLst>
                                    <p:cond delay="0"/>
                                  </p:stCondLst>
                                  <p:childTnLst>
                                    <p:set>
                                      <p:cBhvr>
                                        <p:cTn id="142" dur="1" fill="hold">
                                          <p:stCondLst>
                                            <p:cond delay="0"/>
                                          </p:stCondLst>
                                        </p:cTn>
                                        <p:tgtEl>
                                          <p:spTgt spid="47"/>
                                        </p:tgtEl>
                                        <p:attrNameLst>
                                          <p:attrName>style.visibility</p:attrName>
                                        </p:attrNameLst>
                                      </p:cBhvr>
                                      <p:to>
                                        <p:strVal val="visible"/>
                                      </p:to>
                                    </p:set>
                                    <p:anim calcmode="lin" valueType="num">
                                      <p:cBhvr additive="base">
                                        <p:cTn id="143" dur="500" fill="hold"/>
                                        <p:tgtEl>
                                          <p:spTgt spid="47"/>
                                        </p:tgtEl>
                                        <p:attrNameLst>
                                          <p:attrName>ppt_x</p:attrName>
                                        </p:attrNameLst>
                                      </p:cBhvr>
                                      <p:tavLst>
                                        <p:tav tm="0">
                                          <p:val>
                                            <p:strVal val="#ppt_x"/>
                                          </p:val>
                                        </p:tav>
                                        <p:tav tm="100000">
                                          <p:val>
                                            <p:strVal val="#ppt_x"/>
                                          </p:val>
                                        </p:tav>
                                      </p:tavLst>
                                    </p:anim>
                                    <p:anim calcmode="lin" valueType="num">
                                      <p:cBhvr additive="base">
                                        <p:cTn id="144" dur="500" fill="hold"/>
                                        <p:tgtEl>
                                          <p:spTgt spid="47"/>
                                        </p:tgtEl>
                                        <p:attrNameLst>
                                          <p:attrName>ppt_y</p:attrName>
                                        </p:attrNameLst>
                                      </p:cBhvr>
                                      <p:tavLst>
                                        <p:tav tm="0">
                                          <p:val>
                                            <p:strVal val="1+#ppt_h/2"/>
                                          </p:val>
                                        </p:tav>
                                        <p:tav tm="100000">
                                          <p:val>
                                            <p:strVal val="#ppt_y"/>
                                          </p:val>
                                        </p:tav>
                                      </p:tavLst>
                                    </p:anim>
                                  </p:childTnLst>
                                </p:cTn>
                              </p:par>
                              <p:par>
                                <p:cTn id="145" presetID="2" presetClass="entr" presetSubtype="4" fill="hold" grpId="0" nodeType="withEffect">
                                  <p:stCondLst>
                                    <p:cond delay="0"/>
                                  </p:stCondLst>
                                  <p:childTnLst>
                                    <p:set>
                                      <p:cBhvr>
                                        <p:cTn id="146" dur="1" fill="hold">
                                          <p:stCondLst>
                                            <p:cond delay="0"/>
                                          </p:stCondLst>
                                        </p:cTn>
                                        <p:tgtEl>
                                          <p:spTgt spid="48"/>
                                        </p:tgtEl>
                                        <p:attrNameLst>
                                          <p:attrName>style.visibility</p:attrName>
                                        </p:attrNameLst>
                                      </p:cBhvr>
                                      <p:to>
                                        <p:strVal val="visible"/>
                                      </p:to>
                                    </p:set>
                                    <p:anim calcmode="lin" valueType="num">
                                      <p:cBhvr additive="base">
                                        <p:cTn id="147" dur="500" fill="hold"/>
                                        <p:tgtEl>
                                          <p:spTgt spid="48"/>
                                        </p:tgtEl>
                                        <p:attrNameLst>
                                          <p:attrName>ppt_x</p:attrName>
                                        </p:attrNameLst>
                                      </p:cBhvr>
                                      <p:tavLst>
                                        <p:tav tm="0">
                                          <p:val>
                                            <p:strVal val="#ppt_x"/>
                                          </p:val>
                                        </p:tav>
                                        <p:tav tm="100000">
                                          <p:val>
                                            <p:strVal val="#ppt_x"/>
                                          </p:val>
                                        </p:tav>
                                      </p:tavLst>
                                    </p:anim>
                                    <p:anim calcmode="lin" valueType="num">
                                      <p:cBhvr additive="base">
                                        <p:cTn id="148" dur="500" fill="hold"/>
                                        <p:tgtEl>
                                          <p:spTgt spid="48"/>
                                        </p:tgtEl>
                                        <p:attrNameLst>
                                          <p:attrName>ppt_y</p:attrName>
                                        </p:attrNameLst>
                                      </p:cBhvr>
                                      <p:tavLst>
                                        <p:tav tm="0">
                                          <p:val>
                                            <p:strVal val="1+#ppt_h/2"/>
                                          </p:val>
                                        </p:tav>
                                        <p:tav tm="100000">
                                          <p:val>
                                            <p:strVal val="#ppt_y"/>
                                          </p:val>
                                        </p:tav>
                                      </p:tavLst>
                                    </p:anim>
                                  </p:childTnLst>
                                </p:cTn>
                              </p:par>
                              <p:par>
                                <p:cTn id="149" presetID="2" presetClass="entr" presetSubtype="4" fill="hold" grpId="0" nodeType="withEffect">
                                  <p:stCondLst>
                                    <p:cond delay="0"/>
                                  </p:stCondLst>
                                  <p:childTnLst>
                                    <p:set>
                                      <p:cBhvr>
                                        <p:cTn id="150" dur="1" fill="hold">
                                          <p:stCondLst>
                                            <p:cond delay="0"/>
                                          </p:stCondLst>
                                        </p:cTn>
                                        <p:tgtEl>
                                          <p:spTgt spid="49"/>
                                        </p:tgtEl>
                                        <p:attrNameLst>
                                          <p:attrName>style.visibility</p:attrName>
                                        </p:attrNameLst>
                                      </p:cBhvr>
                                      <p:to>
                                        <p:strVal val="visible"/>
                                      </p:to>
                                    </p:set>
                                    <p:anim calcmode="lin" valueType="num">
                                      <p:cBhvr additive="base">
                                        <p:cTn id="151" dur="500" fill="hold"/>
                                        <p:tgtEl>
                                          <p:spTgt spid="49"/>
                                        </p:tgtEl>
                                        <p:attrNameLst>
                                          <p:attrName>ppt_x</p:attrName>
                                        </p:attrNameLst>
                                      </p:cBhvr>
                                      <p:tavLst>
                                        <p:tav tm="0">
                                          <p:val>
                                            <p:strVal val="#ppt_x"/>
                                          </p:val>
                                        </p:tav>
                                        <p:tav tm="100000">
                                          <p:val>
                                            <p:strVal val="#ppt_x"/>
                                          </p:val>
                                        </p:tav>
                                      </p:tavLst>
                                    </p:anim>
                                    <p:anim calcmode="lin" valueType="num">
                                      <p:cBhvr additive="base">
                                        <p:cTn id="152" dur="500" fill="hold"/>
                                        <p:tgtEl>
                                          <p:spTgt spid="49"/>
                                        </p:tgtEl>
                                        <p:attrNameLst>
                                          <p:attrName>ppt_y</p:attrName>
                                        </p:attrNameLst>
                                      </p:cBhvr>
                                      <p:tavLst>
                                        <p:tav tm="0">
                                          <p:val>
                                            <p:strVal val="1+#ppt_h/2"/>
                                          </p:val>
                                        </p:tav>
                                        <p:tav tm="100000">
                                          <p:val>
                                            <p:strVal val="#ppt_y"/>
                                          </p:val>
                                        </p:tav>
                                      </p:tavLst>
                                    </p:anim>
                                  </p:childTnLst>
                                </p:cTn>
                              </p:par>
                              <p:par>
                                <p:cTn id="153" presetID="2" presetClass="entr" presetSubtype="4" fill="hold" grpId="0" nodeType="withEffect">
                                  <p:stCondLst>
                                    <p:cond delay="0"/>
                                  </p:stCondLst>
                                  <p:childTnLst>
                                    <p:set>
                                      <p:cBhvr>
                                        <p:cTn id="154" dur="1" fill="hold">
                                          <p:stCondLst>
                                            <p:cond delay="0"/>
                                          </p:stCondLst>
                                        </p:cTn>
                                        <p:tgtEl>
                                          <p:spTgt spid="50"/>
                                        </p:tgtEl>
                                        <p:attrNameLst>
                                          <p:attrName>style.visibility</p:attrName>
                                        </p:attrNameLst>
                                      </p:cBhvr>
                                      <p:to>
                                        <p:strVal val="visible"/>
                                      </p:to>
                                    </p:set>
                                    <p:anim calcmode="lin" valueType="num">
                                      <p:cBhvr additive="base">
                                        <p:cTn id="155" dur="500" fill="hold"/>
                                        <p:tgtEl>
                                          <p:spTgt spid="50"/>
                                        </p:tgtEl>
                                        <p:attrNameLst>
                                          <p:attrName>ppt_x</p:attrName>
                                        </p:attrNameLst>
                                      </p:cBhvr>
                                      <p:tavLst>
                                        <p:tav tm="0">
                                          <p:val>
                                            <p:strVal val="#ppt_x"/>
                                          </p:val>
                                        </p:tav>
                                        <p:tav tm="100000">
                                          <p:val>
                                            <p:strVal val="#ppt_x"/>
                                          </p:val>
                                        </p:tav>
                                      </p:tavLst>
                                    </p:anim>
                                    <p:anim calcmode="lin" valueType="num">
                                      <p:cBhvr additive="base">
                                        <p:cTn id="156" dur="500" fill="hold"/>
                                        <p:tgtEl>
                                          <p:spTgt spid="50"/>
                                        </p:tgtEl>
                                        <p:attrNameLst>
                                          <p:attrName>ppt_y</p:attrName>
                                        </p:attrNameLst>
                                      </p:cBhvr>
                                      <p:tavLst>
                                        <p:tav tm="0">
                                          <p:val>
                                            <p:strVal val="1+#ppt_h/2"/>
                                          </p:val>
                                        </p:tav>
                                        <p:tav tm="100000">
                                          <p:val>
                                            <p:strVal val="#ppt_y"/>
                                          </p:val>
                                        </p:tav>
                                      </p:tavLst>
                                    </p:anim>
                                  </p:childTnLst>
                                </p:cTn>
                              </p:par>
                              <p:par>
                                <p:cTn id="157" presetID="2" presetClass="entr" presetSubtype="4" fill="hold" grpId="0" nodeType="withEffect">
                                  <p:stCondLst>
                                    <p:cond delay="0"/>
                                  </p:stCondLst>
                                  <p:childTnLst>
                                    <p:set>
                                      <p:cBhvr>
                                        <p:cTn id="158" dur="1" fill="hold">
                                          <p:stCondLst>
                                            <p:cond delay="0"/>
                                          </p:stCondLst>
                                        </p:cTn>
                                        <p:tgtEl>
                                          <p:spTgt spid="51"/>
                                        </p:tgtEl>
                                        <p:attrNameLst>
                                          <p:attrName>style.visibility</p:attrName>
                                        </p:attrNameLst>
                                      </p:cBhvr>
                                      <p:to>
                                        <p:strVal val="visible"/>
                                      </p:to>
                                    </p:set>
                                    <p:anim calcmode="lin" valueType="num">
                                      <p:cBhvr additive="base">
                                        <p:cTn id="159" dur="500" fill="hold"/>
                                        <p:tgtEl>
                                          <p:spTgt spid="51"/>
                                        </p:tgtEl>
                                        <p:attrNameLst>
                                          <p:attrName>ppt_x</p:attrName>
                                        </p:attrNameLst>
                                      </p:cBhvr>
                                      <p:tavLst>
                                        <p:tav tm="0">
                                          <p:val>
                                            <p:strVal val="#ppt_x"/>
                                          </p:val>
                                        </p:tav>
                                        <p:tav tm="100000">
                                          <p:val>
                                            <p:strVal val="#ppt_x"/>
                                          </p:val>
                                        </p:tav>
                                      </p:tavLst>
                                    </p:anim>
                                    <p:anim calcmode="lin" valueType="num">
                                      <p:cBhvr additive="base">
                                        <p:cTn id="160"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P spid="10" grpId="0" animBg="1"/>
      <p:bldP spid="11" grpId="0" animBg="1"/>
      <p:bldP spid="13" grpId="0"/>
      <p:bldP spid="14" grpId="0" animBg="1"/>
      <p:bldP spid="15" grpId="0" animBg="1"/>
      <p:bldP spid="17" grpId="0"/>
      <p:bldP spid="18" grpId="0" animBg="1"/>
      <p:bldP spid="19" grpId="0" animBg="1"/>
      <p:bldP spid="21" grpId="0"/>
      <p:bldP spid="22" grpId="0" animBg="1"/>
      <p:bldP spid="25" grpId="0" animBg="1"/>
      <p:bldP spid="27" grpId="0"/>
      <p:bldP spid="28" grpId="0" animBg="1"/>
      <p:bldP spid="29" grpId="0" animBg="1"/>
      <p:bldP spid="31" grpId="0"/>
      <p:bldP spid="32" grpId="0" animBg="1"/>
      <p:bldP spid="38" grpId="0"/>
      <p:bldP spid="46" grpId="0" animBg="1"/>
      <p:bldP spid="48" grpId="0"/>
      <p:bldP spid="49" grpId="0" animBg="1"/>
      <p:bldP spid="50" grpId="0"/>
      <p:bldP spid="5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3081620E-62BF-42C4-A2EC-4B4EF55BC91D}"/>
              </a:ext>
            </a:extLst>
          </p:cNvPr>
          <p:cNvSpPr>
            <a:spLocks noGrp="1" noChangeArrowheads="1"/>
          </p:cNvSpPr>
          <p:nvPr>
            <p:ph type="title"/>
          </p:nvPr>
        </p:nvSpPr>
        <p:spPr/>
        <p:txBody>
          <a:bodyPr/>
          <a:lstStyle/>
          <a:p>
            <a:endParaRPr lang="en-US" altLang="en-US"/>
          </a:p>
        </p:txBody>
      </p:sp>
      <p:sp>
        <p:nvSpPr>
          <p:cNvPr id="39939" name="Rectangle 2">
            <a:extLst>
              <a:ext uri="{FF2B5EF4-FFF2-40B4-BE49-F238E27FC236}">
                <a16:creationId xmlns:a16="http://schemas.microsoft.com/office/drawing/2014/main" id="{9B89353B-5F95-47CA-968E-B0ACCDC0249A}"/>
              </a:ext>
            </a:extLst>
          </p:cNvPr>
          <p:cNvSpPr>
            <a:spLocks noGrp="1" noChangeArrowheads="1"/>
          </p:cNvSpPr>
          <p:nvPr>
            <p:ph idx="1"/>
          </p:nvPr>
        </p:nvSpPr>
        <p:spPr>
          <a:xfrm>
            <a:off x="917330" y="1356665"/>
            <a:ext cx="4873869" cy="5416868"/>
          </a:xfrm>
          <a:extLst/>
        </p:spPr>
        <p:style>
          <a:lnRef idx="2">
            <a:schemeClr val="accent4"/>
          </a:lnRef>
          <a:fillRef idx="1">
            <a:schemeClr val="lt1"/>
          </a:fillRef>
          <a:effectRef idx="0">
            <a:schemeClr val="accent4"/>
          </a:effectRef>
          <a:fontRef idx="minor">
            <a:schemeClr val="dk1"/>
          </a:fontRef>
        </p:style>
        <p:txBody>
          <a:bodyPr vert="horz" wrap="square" lIns="0" tIns="0" rIns="0" bIns="0" rtlCol="0" anchor="ctr">
            <a:spAutoFit/>
          </a:bodyPr>
          <a:lstStyle/>
          <a:p>
            <a:pPr marL="0" indent="0">
              <a:spcBef>
                <a:spcPct val="0"/>
              </a:spcBef>
              <a:buNone/>
            </a:pPr>
            <a:r>
              <a:rPr lang="en-US" altLang="en-US" sz="2400" b="1" dirty="0">
                <a:solidFill>
                  <a:srgbClr val="006699"/>
                </a:solidFill>
                <a:latin typeface="Consolas" panose="020B0609020204030204" pitchFamily="49" charset="0"/>
                <a:cs typeface="Arial" panose="020B0604020202020204" pitchFamily="34" charset="0"/>
              </a:rPr>
              <a:t>void</a:t>
            </a:r>
            <a:r>
              <a:rPr lang="en-US" altLang="en-US" sz="3200" dirty="0">
                <a:solidFill>
                  <a:srgbClr val="222222"/>
                </a:solidFill>
                <a:latin typeface="Consolas" panose="020B0609020204030204" pitchFamily="49" charset="0"/>
                <a:cs typeface="Arial" panose="020B0604020202020204" pitchFamily="34" charset="0"/>
              </a:rPr>
              <a:t> </a:t>
            </a:r>
            <a:r>
              <a:rPr lang="en-US" altLang="en-US" sz="2400" dirty="0" err="1">
                <a:solidFill>
                  <a:srgbClr val="000000"/>
                </a:solidFill>
                <a:latin typeface="Consolas" panose="020B0609020204030204" pitchFamily="49" charset="0"/>
                <a:cs typeface="Arial" panose="020B0604020202020204" pitchFamily="34" charset="0"/>
              </a:rPr>
              <a:t>AddHead</a:t>
            </a:r>
            <a:r>
              <a:rPr lang="en-US" altLang="en-US" sz="2400" dirty="0">
                <a:solidFill>
                  <a:srgbClr val="000000"/>
                </a:solidFill>
                <a:latin typeface="Consolas" panose="020B0609020204030204" pitchFamily="49" charset="0"/>
                <a:cs typeface="Arial" panose="020B0604020202020204" pitchFamily="34" charset="0"/>
              </a:rPr>
              <a:t>(List &amp;</a:t>
            </a:r>
            <a:r>
              <a:rPr lang="en-US" altLang="en-US" sz="2400" dirty="0" smtClean="0">
                <a:solidFill>
                  <a:srgbClr val="000000"/>
                </a:solidFill>
                <a:latin typeface="Consolas" panose="020B0609020204030204" pitchFamily="49" charset="0"/>
                <a:cs typeface="Arial" panose="020B0604020202020204" pitchFamily="34" charset="0"/>
              </a:rPr>
              <a:t>L, </a:t>
            </a:r>
            <a:r>
              <a:rPr lang="en-US" altLang="en-US" sz="2400" dirty="0">
                <a:solidFill>
                  <a:srgbClr val="000000"/>
                </a:solidFill>
                <a:latin typeface="Consolas" panose="020B0609020204030204" pitchFamily="49" charset="0"/>
                <a:cs typeface="Arial" panose="020B0604020202020204" pitchFamily="34" charset="0"/>
              </a:rPr>
              <a:t>Node *p)</a:t>
            </a:r>
            <a:endParaRPr lang="en-US" altLang="en-US" sz="1800" dirty="0">
              <a:cs typeface="Arial" panose="020B0604020202020204" pitchFamily="34" charset="0"/>
            </a:endParaRPr>
          </a:p>
          <a:p>
            <a:pPr marL="0" indent="0">
              <a:spcBef>
                <a:spcPct val="0"/>
              </a:spcBef>
              <a:buNone/>
            </a:pPr>
            <a:r>
              <a:rPr lang="en-US" altLang="en-US" sz="2400" dirty="0">
                <a:solidFill>
                  <a:srgbClr val="000000"/>
                </a:solidFill>
                <a:latin typeface="Consolas" panose="020B0609020204030204" pitchFamily="49" charset="0"/>
                <a:cs typeface="Arial" panose="020B0604020202020204" pitchFamily="34" charset="0"/>
              </a:rPr>
              <a:t>{</a:t>
            </a:r>
            <a:endParaRPr lang="en-US" altLang="en-US" sz="1800" dirty="0">
              <a:cs typeface="Arial" panose="020B0604020202020204" pitchFamily="34" charset="0"/>
            </a:endParaRPr>
          </a:p>
          <a:p>
            <a:pPr marL="0" indent="0">
              <a:spcBef>
                <a:spcPct val="0"/>
              </a:spcBef>
              <a:buNone/>
            </a:pPr>
            <a:r>
              <a:rPr lang="en-US" altLang="en-US" sz="2400" dirty="0">
                <a:solidFill>
                  <a:srgbClr val="0000FF"/>
                </a:solidFill>
                <a:cs typeface="Arial" panose="020B0604020202020204" pitchFamily="34" charset="0"/>
              </a:rPr>
              <a:t>   </a:t>
            </a:r>
            <a:r>
              <a:rPr lang="en-US" altLang="en-US" sz="2400" b="1" dirty="0">
                <a:solidFill>
                  <a:srgbClr val="006699"/>
                </a:solidFill>
                <a:latin typeface="Consolas" panose="020B0609020204030204" pitchFamily="49" charset="0"/>
                <a:cs typeface="Arial" panose="020B0604020202020204" pitchFamily="34" charset="0"/>
              </a:rPr>
              <a:t>if</a:t>
            </a:r>
            <a:r>
              <a:rPr lang="en-US" altLang="en-US" sz="3200" dirty="0">
                <a:solidFill>
                  <a:srgbClr val="222222"/>
                </a:solidFill>
                <a:latin typeface="Consolas" panose="020B0609020204030204" pitchFamily="49" charset="0"/>
                <a:cs typeface="Arial" panose="020B0604020202020204" pitchFamily="34" charset="0"/>
              </a:rPr>
              <a:t> </a:t>
            </a:r>
            <a:r>
              <a:rPr lang="en-US" altLang="en-US" sz="2400" dirty="0">
                <a:solidFill>
                  <a:srgbClr val="000000"/>
                </a:solidFill>
                <a:latin typeface="Consolas" panose="020B0609020204030204" pitchFamily="49" charset="0"/>
                <a:cs typeface="Arial" panose="020B0604020202020204" pitchFamily="34" charset="0"/>
              </a:rPr>
              <a:t>(</a:t>
            </a:r>
            <a:r>
              <a:rPr lang="en-US" altLang="en-US" sz="2400" dirty="0" err="1">
                <a:solidFill>
                  <a:srgbClr val="000000"/>
                </a:solidFill>
                <a:latin typeface="Consolas" panose="020B0609020204030204" pitchFamily="49" charset="0"/>
                <a:cs typeface="Arial" panose="020B0604020202020204" pitchFamily="34" charset="0"/>
              </a:rPr>
              <a:t>L.head</a:t>
            </a:r>
            <a:r>
              <a:rPr lang="en-US" altLang="en-US" sz="2400" dirty="0">
                <a:solidFill>
                  <a:srgbClr val="000000"/>
                </a:solidFill>
                <a:latin typeface="Consolas" panose="020B0609020204030204" pitchFamily="49" charset="0"/>
                <a:cs typeface="Arial" panose="020B0604020202020204" pitchFamily="34" charset="0"/>
              </a:rPr>
              <a:t>==null) </a:t>
            </a:r>
            <a:r>
              <a:rPr lang="en-US" altLang="en-US" sz="2400" dirty="0">
                <a:solidFill>
                  <a:srgbClr val="008200"/>
                </a:solidFill>
                <a:latin typeface="Consolas" panose="020B0609020204030204" pitchFamily="49" charset="0"/>
                <a:cs typeface="Arial" panose="020B0604020202020204" pitchFamily="34" charset="0"/>
              </a:rPr>
              <a:t>// </a:t>
            </a:r>
            <a:r>
              <a:rPr lang="en-US" altLang="en-US" sz="2400" dirty="0" err="1">
                <a:solidFill>
                  <a:srgbClr val="008200"/>
                </a:solidFill>
                <a:latin typeface="Consolas" panose="020B0609020204030204" pitchFamily="49" charset="0"/>
                <a:cs typeface="Arial" panose="020B0604020202020204" pitchFamily="34" charset="0"/>
              </a:rPr>
              <a:t>danh</a:t>
            </a:r>
            <a:r>
              <a:rPr lang="en-US" altLang="en-US" sz="2400" dirty="0">
                <a:solidFill>
                  <a:srgbClr val="008200"/>
                </a:solidFill>
                <a:latin typeface="Consolas" panose="020B0609020204030204" pitchFamily="49" charset="0"/>
                <a:cs typeface="Arial" panose="020B0604020202020204" pitchFamily="34" charset="0"/>
              </a:rPr>
              <a:t> </a:t>
            </a:r>
            <a:r>
              <a:rPr lang="en-US" altLang="en-US" sz="2400" dirty="0" err="1">
                <a:solidFill>
                  <a:srgbClr val="008200"/>
                </a:solidFill>
                <a:latin typeface="Consolas" panose="020B0609020204030204" pitchFamily="49" charset="0"/>
                <a:cs typeface="Arial" panose="020B0604020202020204" pitchFamily="34" charset="0"/>
              </a:rPr>
              <a:t>s</a:t>
            </a:r>
            <a:r>
              <a:rPr lang="en-US" altLang="en-US" sz="2400" dirty="0" err="1">
                <a:solidFill>
                  <a:srgbClr val="008200"/>
                </a:solidFill>
                <a:cs typeface="Arial" panose="020B0604020202020204" pitchFamily="34" charset="0"/>
              </a:rPr>
              <a:t>á</a:t>
            </a:r>
            <a:r>
              <a:rPr lang="en-US" altLang="en-US" sz="2400" dirty="0" err="1">
                <a:solidFill>
                  <a:srgbClr val="008200"/>
                </a:solidFill>
                <a:latin typeface="Consolas" panose="020B0609020204030204" pitchFamily="49" charset="0"/>
                <a:cs typeface="Arial" panose="020B0604020202020204" pitchFamily="34" charset="0"/>
              </a:rPr>
              <a:t>ch</a:t>
            </a:r>
            <a:r>
              <a:rPr lang="en-US" altLang="en-US" sz="2400" dirty="0">
                <a:solidFill>
                  <a:srgbClr val="008200"/>
                </a:solidFill>
                <a:latin typeface="Consolas" panose="020B0609020204030204" pitchFamily="49" charset="0"/>
                <a:cs typeface="Arial" panose="020B0604020202020204" pitchFamily="34" charset="0"/>
              </a:rPr>
              <a:t> </a:t>
            </a:r>
            <a:r>
              <a:rPr lang="en-US" altLang="en-US" sz="2400" dirty="0" err="1">
                <a:solidFill>
                  <a:srgbClr val="008200"/>
                </a:solidFill>
                <a:latin typeface="Consolas" panose="020B0609020204030204" pitchFamily="49" charset="0"/>
                <a:cs typeface="Arial" panose="020B0604020202020204" pitchFamily="34" charset="0"/>
              </a:rPr>
              <a:t>rỗng</a:t>
            </a:r>
            <a:endParaRPr lang="en-US" altLang="en-US" sz="1800" dirty="0">
              <a:cs typeface="Arial" panose="020B0604020202020204" pitchFamily="34" charset="0"/>
            </a:endParaRPr>
          </a:p>
          <a:p>
            <a:pPr marL="0" indent="0">
              <a:spcBef>
                <a:spcPct val="0"/>
              </a:spcBef>
              <a:buNone/>
            </a:pPr>
            <a:r>
              <a:rPr lang="en-US" altLang="en-US" sz="2400" dirty="0">
                <a:solidFill>
                  <a:srgbClr val="0000FF"/>
                </a:solidFill>
                <a:cs typeface="Arial" panose="020B0604020202020204" pitchFamily="34" charset="0"/>
              </a:rPr>
              <a:t>     </a:t>
            </a:r>
            <a:r>
              <a:rPr lang="en-US" altLang="en-US" sz="2400" dirty="0" err="1">
                <a:solidFill>
                  <a:srgbClr val="0000FF"/>
                </a:solidFill>
                <a:cs typeface="Arial" panose="020B0604020202020204" pitchFamily="34" charset="0"/>
              </a:rPr>
              <a:t>L.head</a:t>
            </a:r>
            <a:r>
              <a:rPr lang="en-US" altLang="en-US" sz="2400" dirty="0">
                <a:solidFill>
                  <a:srgbClr val="0000FF"/>
                </a:solidFill>
                <a:cs typeface="Arial" panose="020B0604020202020204" pitchFamily="34" charset="0"/>
              </a:rPr>
              <a:t>=</a:t>
            </a:r>
            <a:r>
              <a:rPr lang="en-US" altLang="en-US" sz="2400" dirty="0" err="1">
                <a:solidFill>
                  <a:srgbClr val="0000FF"/>
                </a:solidFill>
                <a:cs typeface="Arial" panose="020B0604020202020204" pitchFamily="34" charset="0"/>
              </a:rPr>
              <a:t>L.tail</a:t>
            </a:r>
            <a:r>
              <a:rPr lang="en-US" altLang="en-US" sz="2400" dirty="0">
                <a:solidFill>
                  <a:srgbClr val="0000FF"/>
                </a:solidFill>
                <a:cs typeface="Arial" panose="020B0604020202020204" pitchFamily="34" charset="0"/>
              </a:rPr>
              <a:t>=p</a:t>
            </a:r>
            <a:r>
              <a:rPr lang="en-US" altLang="en-US" sz="2400" dirty="0">
                <a:solidFill>
                  <a:srgbClr val="000000"/>
                </a:solidFill>
                <a:latin typeface="Consolas" panose="020B0609020204030204" pitchFamily="49" charset="0"/>
                <a:cs typeface="Arial" panose="020B0604020202020204" pitchFamily="34" charset="0"/>
              </a:rPr>
              <a:t>;</a:t>
            </a:r>
            <a:endParaRPr lang="en-US" altLang="en-US" sz="1800" dirty="0">
              <a:cs typeface="Arial" panose="020B0604020202020204" pitchFamily="34" charset="0"/>
            </a:endParaRPr>
          </a:p>
          <a:p>
            <a:pPr marL="0" indent="0">
              <a:spcBef>
                <a:spcPct val="0"/>
              </a:spcBef>
              <a:buNone/>
            </a:pPr>
            <a:r>
              <a:rPr lang="en-US" altLang="en-US" sz="2400" dirty="0">
                <a:solidFill>
                  <a:srgbClr val="0000FF"/>
                </a:solidFill>
                <a:cs typeface="Arial" panose="020B0604020202020204" pitchFamily="34" charset="0"/>
              </a:rPr>
              <a:t>   </a:t>
            </a:r>
            <a:r>
              <a:rPr lang="en-US" altLang="en-US" sz="2400" b="1" dirty="0">
                <a:solidFill>
                  <a:srgbClr val="006699"/>
                </a:solidFill>
                <a:latin typeface="Consolas" panose="020B0609020204030204" pitchFamily="49" charset="0"/>
                <a:cs typeface="Arial" panose="020B0604020202020204" pitchFamily="34" charset="0"/>
              </a:rPr>
              <a:t>else</a:t>
            </a:r>
            <a:endParaRPr lang="en-US" altLang="en-US" sz="1800" dirty="0">
              <a:cs typeface="Arial" panose="020B0604020202020204" pitchFamily="34" charset="0"/>
            </a:endParaRPr>
          </a:p>
          <a:p>
            <a:pPr marL="0" indent="0">
              <a:spcBef>
                <a:spcPct val="0"/>
              </a:spcBef>
              <a:buNone/>
            </a:pPr>
            <a:r>
              <a:rPr lang="en-US" altLang="en-US" sz="2400" dirty="0">
                <a:solidFill>
                  <a:srgbClr val="0000FF"/>
                </a:solidFill>
                <a:cs typeface="Arial" panose="020B0604020202020204" pitchFamily="34" charset="0"/>
              </a:rPr>
              <a:t>   </a:t>
            </a:r>
            <a:r>
              <a:rPr lang="en-US" altLang="en-US" sz="2400" dirty="0">
                <a:solidFill>
                  <a:srgbClr val="000000"/>
                </a:solidFill>
                <a:latin typeface="Consolas" panose="020B0609020204030204" pitchFamily="49" charset="0"/>
                <a:cs typeface="Arial" panose="020B0604020202020204" pitchFamily="34" charset="0"/>
              </a:rPr>
              <a:t>{</a:t>
            </a:r>
            <a:endParaRPr lang="en-US" altLang="en-US" sz="1800" dirty="0">
              <a:cs typeface="Arial" panose="020B0604020202020204" pitchFamily="34" charset="0"/>
            </a:endParaRPr>
          </a:p>
          <a:p>
            <a:pPr marL="0" indent="0">
              <a:spcBef>
                <a:spcPct val="0"/>
              </a:spcBef>
              <a:buNone/>
            </a:pPr>
            <a:r>
              <a:rPr lang="en-US" altLang="en-US" sz="2400" dirty="0">
                <a:solidFill>
                  <a:srgbClr val="0000FF"/>
                </a:solidFill>
                <a:cs typeface="Arial" panose="020B0604020202020204" pitchFamily="34" charset="0"/>
              </a:rPr>
              <a:t>      </a:t>
            </a:r>
            <a:r>
              <a:rPr lang="en-US" altLang="en-US" sz="2400" dirty="0">
                <a:solidFill>
                  <a:srgbClr val="000000"/>
                </a:solidFill>
                <a:latin typeface="Consolas" panose="020B0609020204030204" pitchFamily="49" charset="0"/>
                <a:cs typeface="Arial" panose="020B0604020202020204" pitchFamily="34" charset="0"/>
              </a:rPr>
              <a:t>p-&gt;next = </a:t>
            </a:r>
            <a:r>
              <a:rPr lang="en-US" altLang="en-US" sz="2400" dirty="0" err="1">
                <a:solidFill>
                  <a:srgbClr val="000000"/>
                </a:solidFill>
                <a:latin typeface="Consolas" panose="020B0609020204030204" pitchFamily="49" charset="0"/>
                <a:cs typeface="Arial" panose="020B0604020202020204" pitchFamily="34" charset="0"/>
              </a:rPr>
              <a:t>L.head</a:t>
            </a:r>
            <a:r>
              <a:rPr lang="en-US" altLang="en-US" sz="2400" dirty="0">
                <a:solidFill>
                  <a:srgbClr val="000000"/>
                </a:solidFill>
                <a:latin typeface="Consolas" panose="020B0609020204030204" pitchFamily="49" charset="0"/>
                <a:cs typeface="Arial" panose="020B0604020202020204" pitchFamily="34" charset="0"/>
              </a:rPr>
              <a:t>; </a:t>
            </a:r>
            <a:r>
              <a:rPr lang="en-US" altLang="en-US" sz="2400" dirty="0">
                <a:solidFill>
                  <a:srgbClr val="008200"/>
                </a:solidFill>
                <a:latin typeface="Consolas" panose="020B0609020204030204" pitchFamily="49" charset="0"/>
                <a:cs typeface="Arial" panose="020B0604020202020204" pitchFamily="34" charset="0"/>
              </a:rPr>
              <a:t>//</a:t>
            </a:r>
            <a:r>
              <a:rPr lang="en-US" altLang="en-US" sz="2400" dirty="0" err="1">
                <a:solidFill>
                  <a:srgbClr val="008200"/>
                </a:solidFill>
                <a:latin typeface="Consolas" panose="020B0609020204030204" pitchFamily="49" charset="0"/>
                <a:cs typeface="Arial" panose="020B0604020202020204" pitchFamily="34" charset="0"/>
              </a:rPr>
              <a:t>cho</a:t>
            </a:r>
            <a:r>
              <a:rPr lang="en-US" altLang="en-US" sz="2400" dirty="0">
                <a:solidFill>
                  <a:srgbClr val="008200"/>
                </a:solidFill>
                <a:latin typeface="Consolas" panose="020B0609020204030204" pitchFamily="49" charset="0"/>
                <a:cs typeface="Arial" panose="020B0604020202020204" pitchFamily="34" charset="0"/>
              </a:rPr>
              <a:t> P </a:t>
            </a:r>
            <a:r>
              <a:rPr lang="en-US" altLang="en-US" sz="2400" dirty="0" err="1">
                <a:solidFill>
                  <a:srgbClr val="008200"/>
                </a:solidFill>
                <a:latin typeface="Consolas" panose="020B0609020204030204" pitchFamily="49" charset="0"/>
                <a:cs typeface="Arial" panose="020B0604020202020204" pitchFamily="34" charset="0"/>
              </a:rPr>
              <a:t>trỏ</a:t>
            </a:r>
            <a:r>
              <a:rPr lang="en-US" altLang="en-US" sz="2400" dirty="0">
                <a:solidFill>
                  <a:srgbClr val="008200"/>
                </a:solidFill>
                <a:latin typeface="Consolas" panose="020B0609020204030204" pitchFamily="49" charset="0"/>
                <a:cs typeface="Arial" panose="020B0604020202020204" pitchFamily="34" charset="0"/>
              </a:rPr>
              <a:t> </a:t>
            </a:r>
            <a:r>
              <a:rPr lang="en-US" altLang="en-US" sz="2400" dirty="0" err="1">
                <a:solidFill>
                  <a:srgbClr val="008200"/>
                </a:solidFill>
                <a:latin typeface="Consolas" panose="020B0609020204030204" pitchFamily="49" charset="0"/>
                <a:cs typeface="Arial" panose="020B0604020202020204" pitchFamily="34" charset="0"/>
              </a:rPr>
              <a:t>vào</a:t>
            </a:r>
            <a:r>
              <a:rPr lang="en-US" altLang="en-US" sz="2400" dirty="0">
                <a:solidFill>
                  <a:srgbClr val="008200"/>
                </a:solidFill>
                <a:latin typeface="Consolas" panose="020B0609020204030204" pitchFamily="49" charset="0"/>
                <a:cs typeface="Arial" panose="020B0604020202020204" pitchFamily="34" charset="0"/>
              </a:rPr>
              <a:t> head</a:t>
            </a:r>
            <a:endParaRPr lang="en-US" altLang="en-US" sz="1800" dirty="0">
              <a:cs typeface="Arial" panose="020B0604020202020204" pitchFamily="34" charset="0"/>
            </a:endParaRPr>
          </a:p>
          <a:p>
            <a:pPr marL="0" indent="0">
              <a:spcBef>
                <a:spcPct val="0"/>
              </a:spcBef>
              <a:buNone/>
            </a:pPr>
            <a:r>
              <a:rPr lang="en-US" altLang="en-US" sz="2400" dirty="0">
                <a:solidFill>
                  <a:srgbClr val="0000FF"/>
                </a:solidFill>
                <a:cs typeface="Arial" panose="020B0604020202020204" pitchFamily="34" charset="0"/>
              </a:rPr>
              <a:t>      </a:t>
            </a:r>
            <a:r>
              <a:rPr lang="en-US" altLang="en-US" sz="2400" dirty="0" err="1">
                <a:solidFill>
                  <a:srgbClr val="000000"/>
                </a:solidFill>
                <a:latin typeface="Consolas" panose="020B0609020204030204" pitchFamily="49" charset="0"/>
                <a:cs typeface="Arial" panose="020B0604020202020204" pitchFamily="34" charset="0"/>
              </a:rPr>
              <a:t>L.head</a:t>
            </a:r>
            <a:r>
              <a:rPr lang="en-US" altLang="en-US" sz="2400" dirty="0">
                <a:solidFill>
                  <a:srgbClr val="000000"/>
                </a:solidFill>
                <a:latin typeface="Consolas" panose="020B0609020204030204" pitchFamily="49" charset="0"/>
                <a:cs typeface="Arial" panose="020B0604020202020204" pitchFamily="34" charset="0"/>
              </a:rPr>
              <a:t> = p; </a:t>
            </a:r>
            <a:r>
              <a:rPr lang="en-US" altLang="en-US" sz="2400" dirty="0">
                <a:solidFill>
                  <a:srgbClr val="008200"/>
                </a:solidFill>
                <a:latin typeface="Consolas" panose="020B0609020204030204" pitchFamily="49" charset="0"/>
                <a:cs typeface="Arial" panose="020B0604020202020204" pitchFamily="34" charset="0"/>
              </a:rPr>
              <a:t>//</a:t>
            </a:r>
            <a:r>
              <a:rPr lang="en-US" altLang="en-US" sz="2400" dirty="0" err="1">
                <a:solidFill>
                  <a:srgbClr val="008200"/>
                </a:solidFill>
                <a:latin typeface="Consolas" panose="020B0609020204030204" pitchFamily="49" charset="0"/>
                <a:cs typeface="Arial" panose="020B0604020202020204" pitchFamily="34" charset="0"/>
              </a:rPr>
              <a:t>chỉnh</a:t>
            </a:r>
            <a:r>
              <a:rPr lang="en-US" altLang="en-US" sz="2400" dirty="0">
                <a:solidFill>
                  <a:srgbClr val="008200"/>
                </a:solidFill>
                <a:latin typeface="Consolas" panose="020B0609020204030204" pitchFamily="49" charset="0"/>
                <a:cs typeface="Arial" panose="020B0604020202020204" pitchFamily="34" charset="0"/>
              </a:rPr>
              <a:t> </a:t>
            </a:r>
            <a:r>
              <a:rPr lang="en-US" altLang="en-US" sz="2400" dirty="0" err="1">
                <a:solidFill>
                  <a:srgbClr val="008200"/>
                </a:solidFill>
                <a:latin typeface="Consolas" panose="020B0609020204030204" pitchFamily="49" charset="0"/>
                <a:cs typeface="Arial" panose="020B0604020202020204" pitchFamily="34" charset="0"/>
              </a:rPr>
              <a:t>lại</a:t>
            </a:r>
            <a:r>
              <a:rPr lang="en-US" altLang="en-US" sz="2400" dirty="0">
                <a:solidFill>
                  <a:srgbClr val="008200"/>
                </a:solidFill>
                <a:latin typeface="Consolas" panose="020B0609020204030204" pitchFamily="49" charset="0"/>
                <a:cs typeface="Arial" panose="020B0604020202020204" pitchFamily="34" charset="0"/>
              </a:rPr>
              <a:t> con </a:t>
            </a:r>
            <a:r>
              <a:rPr lang="en-US" altLang="en-US" sz="2400" dirty="0" err="1">
                <a:solidFill>
                  <a:srgbClr val="008200"/>
                </a:solidFill>
                <a:latin typeface="Consolas" panose="020B0609020204030204" pitchFamily="49" charset="0"/>
                <a:cs typeface="Arial" panose="020B0604020202020204" pitchFamily="34" charset="0"/>
              </a:rPr>
              <a:t>trỏ</a:t>
            </a:r>
            <a:r>
              <a:rPr lang="en-US" altLang="en-US" sz="2400" dirty="0">
                <a:solidFill>
                  <a:srgbClr val="008200"/>
                </a:solidFill>
                <a:latin typeface="Consolas" panose="020B0609020204030204" pitchFamily="49" charset="0"/>
                <a:cs typeface="Arial" panose="020B0604020202020204" pitchFamily="34" charset="0"/>
              </a:rPr>
              <a:t> </a:t>
            </a:r>
            <a:r>
              <a:rPr lang="en-US" altLang="en-US" sz="2400" dirty="0" err="1">
                <a:solidFill>
                  <a:srgbClr val="008200"/>
                </a:solidFill>
                <a:latin typeface="Consolas" panose="020B0609020204030204" pitchFamily="49" charset="0"/>
                <a:cs typeface="Arial" panose="020B0604020202020204" pitchFamily="34" charset="0"/>
              </a:rPr>
              <a:t>của</a:t>
            </a:r>
            <a:r>
              <a:rPr lang="en-US" altLang="en-US" sz="2400" dirty="0">
                <a:solidFill>
                  <a:srgbClr val="008200"/>
                </a:solidFill>
                <a:latin typeface="Consolas" panose="020B0609020204030204" pitchFamily="49" charset="0"/>
                <a:cs typeface="Arial" panose="020B0604020202020204" pitchFamily="34" charset="0"/>
              </a:rPr>
              <a:t> </a:t>
            </a:r>
            <a:r>
              <a:rPr lang="en-US" altLang="en-US" sz="2400" dirty="0" err="1">
                <a:solidFill>
                  <a:srgbClr val="008200"/>
                </a:solidFill>
                <a:latin typeface="Consolas" panose="020B0609020204030204" pitchFamily="49" charset="0"/>
                <a:cs typeface="Arial" panose="020B0604020202020204" pitchFamily="34" charset="0"/>
              </a:rPr>
              <a:t>danh</a:t>
            </a:r>
            <a:r>
              <a:rPr lang="en-US" altLang="en-US" sz="2400" dirty="0">
                <a:solidFill>
                  <a:srgbClr val="008200"/>
                </a:solidFill>
                <a:latin typeface="Consolas" panose="020B0609020204030204" pitchFamily="49" charset="0"/>
                <a:cs typeface="Arial" panose="020B0604020202020204" pitchFamily="34" charset="0"/>
              </a:rPr>
              <a:t> </a:t>
            </a:r>
            <a:r>
              <a:rPr lang="en-US" altLang="en-US" sz="2400" dirty="0" err="1">
                <a:solidFill>
                  <a:srgbClr val="008200"/>
                </a:solidFill>
                <a:latin typeface="Consolas" panose="020B0609020204030204" pitchFamily="49" charset="0"/>
                <a:cs typeface="Arial" panose="020B0604020202020204" pitchFamily="34" charset="0"/>
              </a:rPr>
              <a:t>s</a:t>
            </a:r>
            <a:r>
              <a:rPr lang="en-US" altLang="en-US" sz="2400" dirty="0" err="1">
                <a:solidFill>
                  <a:srgbClr val="008200"/>
                </a:solidFill>
                <a:cs typeface="Arial" panose="020B0604020202020204" pitchFamily="34" charset="0"/>
              </a:rPr>
              <a:t>á</a:t>
            </a:r>
            <a:r>
              <a:rPr lang="en-US" altLang="en-US" sz="2400" dirty="0" err="1">
                <a:solidFill>
                  <a:srgbClr val="008200"/>
                </a:solidFill>
                <a:latin typeface="Consolas" panose="020B0609020204030204" pitchFamily="49" charset="0"/>
                <a:cs typeface="Arial" panose="020B0604020202020204" pitchFamily="34" charset="0"/>
              </a:rPr>
              <a:t>ch</a:t>
            </a:r>
            <a:endParaRPr lang="en-US" altLang="en-US" sz="1800" dirty="0">
              <a:cs typeface="Arial" panose="020B0604020202020204" pitchFamily="34" charset="0"/>
            </a:endParaRPr>
          </a:p>
          <a:p>
            <a:pPr marL="0" indent="0">
              <a:spcBef>
                <a:spcPct val="0"/>
              </a:spcBef>
              <a:buNone/>
            </a:pPr>
            <a:r>
              <a:rPr lang="en-US" altLang="en-US" sz="2400" dirty="0">
                <a:solidFill>
                  <a:srgbClr val="0000FF"/>
                </a:solidFill>
                <a:cs typeface="Arial" panose="020B0604020202020204" pitchFamily="34" charset="0"/>
              </a:rPr>
              <a:t>   </a:t>
            </a:r>
            <a:r>
              <a:rPr lang="en-US" altLang="en-US" sz="2400" dirty="0">
                <a:solidFill>
                  <a:srgbClr val="000000"/>
                </a:solidFill>
                <a:latin typeface="Consolas" panose="020B0609020204030204" pitchFamily="49" charset="0"/>
                <a:cs typeface="Arial" panose="020B0604020202020204" pitchFamily="34" charset="0"/>
              </a:rPr>
              <a:t>}</a:t>
            </a:r>
            <a:endParaRPr lang="en-US" altLang="en-US" sz="1800" dirty="0">
              <a:cs typeface="Arial" panose="020B0604020202020204" pitchFamily="34" charset="0"/>
            </a:endParaRPr>
          </a:p>
          <a:p>
            <a:pPr marL="0" indent="0">
              <a:spcBef>
                <a:spcPct val="0"/>
              </a:spcBef>
              <a:buNone/>
            </a:pPr>
            <a:r>
              <a:rPr lang="en-US" altLang="en-US" sz="2400" dirty="0">
                <a:solidFill>
                  <a:srgbClr val="000000"/>
                </a:solidFill>
                <a:latin typeface="Consolas" panose="020B0609020204030204" pitchFamily="49" charset="0"/>
                <a:cs typeface="Arial" panose="020B0604020202020204" pitchFamily="34" charset="0"/>
              </a:rPr>
              <a:t>}</a:t>
            </a:r>
            <a:endParaRPr lang="en-US" altLang="en-US" sz="4800" dirty="0">
              <a:cs typeface="Arial" panose="020B0604020202020204" pitchFamily="34" charset="0"/>
            </a:endParaRPr>
          </a:p>
        </p:txBody>
      </p:sp>
      <p:sp>
        <p:nvSpPr>
          <p:cNvPr id="4" name="Rectangle 2">
            <a:extLst>
              <a:ext uri="{FF2B5EF4-FFF2-40B4-BE49-F238E27FC236}">
                <a16:creationId xmlns:a16="http://schemas.microsoft.com/office/drawing/2014/main" id="{9B89353B-5F95-47CA-968E-B0ACCDC0249A}"/>
              </a:ext>
            </a:extLst>
          </p:cNvPr>
          <p:cNvSpPr txBox="1">
            <a:spLocks noChangeArrowheads="1"/>
          </p:cNvSpPr>
          <p:nvPr/>
        </p:nvSpPr>
        <p:spPr bwMode="auto">
          <a:xfrm>
            <a:off x="6239607" y="1459269"/>
            <a:ext cx="5788270" cy="5047536"/>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spAutoFit/>
          </a:bodyPr>
          <a:lstStyle>
            <a:lvl1pPr marL="342900" indent="-342900" algn="l" rtl="0" eaLnBrk="1" fontAlgn="base" hangingPunct="1">
              <a:spcBef>
                <a:spcPct val="20000"/>
              </a:spcBef>
              <a:spcAft>
                <a:spcPct val="0"/>
              </a:spcAft>
              <a:buClr>
                <a:schemeClr val="hlink"/>
              </a:buClr>
              <a:buFont typeface="Wingdings" panose="05000000000000000000" pitchFamily="2" charset="2"/>
              <a:buChar char="v"/>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
              <a:defRPr sz="2800">
                <a:solidFill>
                  <a:schemeClr val="tx1"/>
                </a:solidFill>
                <a:latin typeface="Arial"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charset="0"/>
              </a:defRPr>
            </a:lvl3pPr>
            <a:lvl4pPr marL="1600200" indent="-228600" algn="l" rtl="0" eaLnBrk="1" fontAlgn="base" hangingPunct="1">
              <a:spcBef>
                <a:spcPct val="20000"/>
              </a:spcBef>
              <a:spcAft>
                <a:spcPct val="0"/>
              </a:spcAft>
              <a:buChar char="–"/>
              <a:defRPr sz="2000">
                <a:solidFill>
                  <a:schemeClr val="tx1"/>
                </a:solidFill>
                <a:latin typeface="Arial" charset="0"/>
              </a:defRPr>
            </a:lvl4pPr>
            <a:lvl5pPr marL="2057400" indent="-228600" algn="l" rtl="0" eaLnBrk="1" fontAlgn="base" hangingPunct="1">
              <a:spcBef>
                <a:spcPct val="20000"/>
              </a:spcBef>
              <a:spcAft>
                <a:spcPct val="0"/>
              </a:spcAft>
              <a:buChar char="»"/>
              <a:defRPr sz="2000">
                <a:solidFill>
                  <a:schemeClr val="tx1"/>
                </a:solidFill>
                <a:latin typeface="Arial" charset="0"/>
              </a:defRPr>
            </a:lvl5pPr>
            <a:lvl6pPr marL="2514600" indent="-228600" algn="l" rtl="0" eaLnBrk="1" fontAlgn="base" hangingPunct="1">
              <a:spcBef>
                <a:spcPct val="20000"/>
              </a:spcBef>
              <a:spcAft>
                <a:spcPct val="0"/>
              </a:spcAft>
              <a:buChar char="»"/>
              <a:defRPr sz="2000">
                <a:solidFill>
                  <a:schemeClr val="tx1"/>
                </a:solidFill>
                <a:latin typeface="Arial" charset="0"/>
              </a:defRPr>
            </a:lvl6pPr>
            <a:lvl7pPr marL="2971800" indent="-228600" algn="l" rtl="0" eaLnBrk="1" fontAlgn="base" hangingPunct="1">
              <a:spcBef>
                <a:spcPct val="20000"/>
              </a:spcBef>
              <a:spcAft>
                <a:spcPct val="0"/>
              </a:spcAft>
              <a:buChar char="»"/>
              <a:defRPr sz="2000">
                <a:solidFill>
                  <a:schemeClr val="tx1"/>
                </a:solidFill>
                <a:latin typeface="Arial" charset="0"/>
              </a:defRPr>
            </a:lvl7pPr>
            <a:lvl8pPr marL="3429000" indent="-228600" algn="l" rtl="0" eaLnBrk="1" fontAlgn="base" hangingPunct="1">
              <a:spcBef>
                <a:spcPct val="20000"/>
              </a:spcBef>
              <a:spcAft>
                <a:spcPct val="0"/>
              </a:spcAft>
              <a:buChar char="»"/>
              <a:defRPr sz="2000">
                <a:solidFill>
                  <a:schemeClr val="tx1"/>
                </a:solidFill>
                <a:latin typeface="Arial" charset="0"/>
              </a:defRPr>
            </a:lvl8pPr>
            <a:lvl9pPr marL="3886200" indent="-228600" algn="l" rtl="0" eaLnBrk="1" fontAlgn="base" hangingPunct="1">
              <a:spcBef>
                <a:spcPct val="20000"/>
              </a:spcBef>
              <a:spcAft>
                <a:spcPct val="0"/>
              </a:spcAft>
              <a:buChar char="»"/>
              <a:defRPr sz="2000">
                <a:solidFill>
                  <a:schemeClr val="tx1"/>
                </a:solidFill>
                <a:latin typeface="Arial" charset="0"/>
              </a:defRPr>
            </a:lvl9pPr>
          </a:lstStyle>
          <a:p>
            <a:pPr marL="0" indent="0">
              <a:spcBef>
                <a:spcPct val="0"/>
              </a:spcBef>
              <a:buFont typeface="Wingdings" panose="05000000000000000000" pitchFamily="2" charset="2"/>
              <a:buNone/>
            </a:pPr>
            <a:r>
              <a:rPr lang="en-US" altLang="en-US" sz="2400" b="1" kern="0" dirty="0" smtClean="0">
                <a:solidFill>
                  <a:srgbClr val="006699"/>
                </a:solidFill>
                <a:latin typeface="Consolas" panose="020B0609020204030204" pitchFamily="49" charset="0"/>
                <a:cs typeface="Arial" panose="020B0604020202020204" pitchFamily="34" charset="0"/>
              </a:rPr>
              <a:t>void</a:t>
            </a:r>
            <a:r>
              <a:rPr lang="en-US" altLang="en-US" sz="3200" kern="0" dirty="0" smtClean="0">
                <a:solidFill>
                  <a:srgbClr val="222222"/>
                </a:solidFill>
                <a:latin typeface="Consolas" panose="020B0609020204030204" pitchFamily="49" charset="0"/>
                <a:cs typeface="Arial" panose="020B0604020202020204" pitchFamily="34" charset="0"/>
              </a:rPr>
              <a:t> </a:t>
            </a:r>
            <a:r>
              <a:rPr lang="en-US" altLang="en-US" sz="2400" kern="0" dirty="0" err="1" smtClean="0">
                <a:solidFill>
                  <a:srgbClr val="000000"/>
                </a:solidFill>
                <a:latin typeface="Consolas" panose="020B0609020204030204" pitchFamily="49" charset="0"/>
                <a:cs typeface="Arial" panose="020B0604020202020204" pitchFamily="34" charset="0"/>
              </a:rPr>
              <a:t>AddHead</a:t>
            </a:r>
            <a:r>
              <a:rPr lang="en-US" altLang="en-US" sz="2400" kern="0" dirty="0" smtClean="0">
                <a:solidFill>
                  <a:srgbClr val="000000"/>
                </a:solidFill>
                <a:latin typeface="Consolas" panose="020B0609020204030204" pitchFamily="49" charset="0"/>
                <a:cs typeface="Arial" panose="020B0604020202020204" pitchFamily="34" charset="0"/>
              </a:rPr>
              <a:t>(List *L, Node *p)</a:t>
            </a:r>
            <a:endParaRPr lang="en-US" altLang="en-US" sz="1800" kern="0" dirty="0" smtClean="0">
              <a:cs typeface="Arial" panose="020B0604020202020204" pitchFamily="34" charset="0"/>
            </a:endParaRPr>
          </a:p>
          <a:p>
            <a:pPr marL="0" indent="0">
              <a:spcBef>
                <a:spcPct val="0"/>
              </a:spcBef>
              <a:buFont typeface="Wingdings" panose="05000000000000000000" pitchFamily="2" charset="2"/>
              <a:buNone/>
            </a:pPr>
            <a:r>
              <a:rPr lang="en-US" altLang="en-US" sz="2400" kern="0" dirty="0" smtClean="0">
                <a:solidFill>
                  <a:srgbClr val="000000"/>
                </a:solidFill>
                <a:latin typeface="Consolas" panose="020B0609020204030204" pitchFamily="49" charset="0"/>
                <a:cs typeface="Arial" panose="020B0604020202020204" pitchFamily="34" charset="0"/>
              </a:rPr>
              <a:t>{</a:t>
            </a:r>
            <a:endParaRPr lang="en-US" altLang="en-US" sz="1800" kern="0" dirty="0" smtClean="0">
              <a:cs typeface="Arial" panose="020B0604020202020204" pitchFamily="34" charset="0"/>
            </a:endParaRPr>
          </a:p>
          <a:p>
            <a:pPr marL="0" indent="0">
              <a:spcBef>
                <a:spcPct val="0"/>
              </a:spcBef>
              <a:buFont typeface="Wingdings" panose="05000000000000000000" pitchFamily="2" charset="2"/>
              <a:buNone/>
            </a:pPr>
            <a:r>
              <a:rPr lang="en-US" altLang="en-US" sz="2400" kern="0" dirty="0" smtClean="0">
                <a:solidFill>
                  <a:srgbClr val="0000FF"/>
                </a:solidFill>
                <a:cs typeface="Arial" panose="020B0604020202020204" pitchFamily="34" charset="0"/>
              </a:rPr>
              <a:t>   </a:t>
            </a:r>
            <a:r>
              <a:rPr lang="en-US" altLang="en-US" sz="2400" b="1" kern="0" dirty="0" smtClean="0">
                <a:solidFill>
                  <a:srgbClr val="006699"/>
                </a:solidFill>
                <a:latin typeface="Consolas" panose="020B0609020204030204" pitchFamily="49" charset="0"/>
                <a:cs typeface="Arial" panose="020B0604020202020204" pitchFamily="34" charset="0"/>
              </a:rPr>
              <a:t>if</a:t>
            </a:r>
            <a:r>
              <a:rPr lang="en-US" altLang="en-US" sz="3200" kern="0" dirty="0" smtClean="0">
                <a:solidFill>
                  <a:srgbClr val="222222"/>
                </a:solidFill>
                <a:latin typeface="Consolas" panose="020B0609020204030204" pitchFamily="49" charset="0"/>
                <a:cs typeface="Arial" panose="020B0604020202020204" pitchFamily="34" charset="0"/>
              </a:rPr>
              <a:t> </a:t>
            </a:r>
            <a:r>
              <a:rPr lang="en-US" altLang="en-US" sz="2400" kern="0" dirty="0" smtClean="0">
                <a:solidFill>
                  <a:srgbClr val="000000"/>
                </a:solidFill>
                <a:latin typeface="Consolas" panose="020B0609020204030204" pitchFamily="49" charset="0"/>
                <a:cs typeface="Arial" panose="020B0604020202020204" pitchFamily="34" charset="0"/>
              </a:rPr>
              <a:t>(L-&gt;head==null) </a:t>
            </a:r>
            <a:r>
              <a:rPr lang="en-US" altLang="en-US" sz="2400" kern="0" dirty="0" smtClean="0">
                <a:solidFill>
                  <a:srgbClr val="008200"/>
                </a:solidFill>
                <a:latin typeface="Consolas" panose="020B0609020204030204" pitchFamily="49" charset="0"/>
                <a:cs typeface="Arial" panose="020B0604020202020204" pitchFamily="34" charset="0"/>
              </a:rPr>
              <a:t>// </a:t>
            </a:r>
            <a:r>
              <a:rPr lang="en-US" altLang="en-US" sz="2400" kern="0" dirty="0" err="1" smtClean="0">
                <a:solidFill>
                  <a:srgbClr val="008200"/>
                </a:solidFill>
                <a:latin typeface="Consolas" panose="020B0609020204030204" pitchFamily="49" charset="0"/>
                <a:cs typeface="Arial" panose="020B0604020202020204" pitchFamily="34" charset="0"/>
              </a:rPr>
              <a:t>danh</a:t>
            </a:r>
            <a:r>
              <a:rPr lang="en-US" altLang="en-US" sz="2400" kern="0" dirty="0" smtClean="0">
                <a:solidFill>
                  <a:srgbClr val="008200"/>
                </a:solidFill>
                <a:latin typeface="Consolas" panose="020B0609020204030204" pitchFamily="49" charset="0"/>
                <a:cs typeface="Arial" panose="020B0604020202020204" pitchFamily="34" charset="0"/>
              </a:rPr>
              <a:t> </a:t>
            </a:r>
            <a:r>
              <a:rPr lang="en-US" altLang="en-US" sz="2400" kern="0" dirty="0" err="1" smtClean="0">
                <a:solidFill>
                  <a:srgbClr val="008200"/>
                </a:solidFill>
                <a:latin typeface="Consolas" panose="020B0609020204030204" pitchFamily="49" charset="0"/>
                <a:cs typeface="Arial" panose="020B0604020202020204" pitchFamily="34" charset="0"/>
              </a:rPr>
              <a:t>s</a:t>
            </a:r>
            <a:r>
              <a:rPr lang="en-US" altLang="en-US" sz="2400" kern="0" dirty="0" err="1" smtClean="0">
                <a:solidFill>
                  <a:srgbClr val="008200"/>
                </a:solidFill>
                <a:cs typeface="Arial" panose="020B0604020202020204" pitchFamily="34" charset="0"/>
              </a:rPr>
              <a:t>á</a:t>
            </a:r>
            <a:r>
              <a:rPr lang="en-US" altLang="en-US" sz="2400" kern="0" dirty="0" err="1" smtClean="0">
                <a:solidFill>
                  <a:srgbClr val="008200"/>
                </a:solidFill>
                <a:latin typeface="Consolas" panose="020B0609020204030204" pitchFamily="49" charset="0"/>
                <a:cs typeface="Arial" panose="020B0604020202020204" pitchFamily="34" charset="0"/>
              </a:rPr>
              <a:t>ch</a:t>
            </a:r>
            <a:r>
              <a:rPr lang="en-US" altLang="en-US" sz="2400" kern="0" dirty="0" smtClean="0">
                <a:solidFill>
                  <a:srgbClr val="008200"/>
                </a:solidFill>
                <a:latin typeface="Consolas" panose="020B0609020204030204" pitchFamily="49" charset="0"/>
                <a:cs typeface="Arial" panose="020B0604020202020204" pitchFamily="34" charset="0"/>
              </a:rPr>
              <a:t> </a:t>
            </a:r>
            <a:r>
              <a:rPr lang="en-US" altLang="en-US" sz="2400" kern="0" dirty="0" err="1" smtClean="0">
                <a:solidFill>
                  <a:srgbClr val="008200"/>
                </a:solidFill>
                <a:latin typeface="Consolas" panose="020B0609020204030204" pitchFamily="49" charset="0"/>
                <a:cs typeface="Arial" panose="020B0604020202020204" pitchFamily="34" charset="0"/>
              </a:rPr>
              <a:t>rỗng</a:t>
            </a:r>
            <a:endParaRPr lang="en-US" altLang="en-US" sz="1800" kern="0" dirty="0" smtClean="0">
              <a:cs typeface="Arial" panose="020B0604020202020204" pitchFamily="34" charset="0"/>
            </a:endParaRPr>
          </a:p>
          <a:p>
            <a:pPr marL="0" indent="0">
              <a:spcBef>
                <a:spcPct val="0"/>
              </a:spcBef>
              <a:buFont typeface="Wingdings" panose="05000000000000000000" pitchFamily="2" charset="2"/>
              <a:buNone/>
            </a:pPr>
            <a:r>
              <a:rPr lang="en-US" altLang="en-US" sz="2400" kern="0" dirty="0" smtClean="0">
                <a:solidFill>
                  <a:srgbClr val="0000FF"/>
                </a:solidFill>
                <a:cs typeface="Arial" panose="020B0604020202020204" pitchFamily="34" charset="0"/>
              </a:rPr>
              <a:t>     L-&gt;head=L-&gt;tail=p</a:t>
            </a:r>
            <a:r>
              <a:rPr lang="en-US" altLang="en-US" sz="2400" kern="0" dirty="0" smtClean="0">
                <a:solidFill>
                  <a:srgbClr val="000000"/>
                </a:solidFill>
                <a:latin typeface="Consolas" panose="020B0609020204030204" pitchFamily="49" charset="0"/>
                <a:cs typeface="Arial" panose="020B0604020202020204" pitchFamily="34" charset="0"/>
              </a:rPr>
              <a:t>;</a:t>
            </a:r>
            <a:endParaRPr lang="en-US" altLang="en-US" sz="1800" kern="0" dirty="0" smtClean="0">
              <a:cs typeface="Arial" panose="020B0604020202020204" pitchFamily="34" charset="0"/>
            </a:endParaRPr>
          </a:p>
          <a:p>
            <a:pPr marL="0" indent="0">
              <a:spcBef>
                <a:spcPct val="0"/>
              </a:spcBef>
              <a:buFont typeface="Wingdings" panose="05000000000000000000" pitchFamily="2" charset="2"/>
              <a:buNone/>
            </a:pPr>
            <a:r>
              <a:rPr lang="en-US" altLang="en-US" sz="2400" kern="0" dirty="0" smtClean="0">
                <a:solidFill>
                  <a:srgbClr val="0000FF"/>
                </a:solidFill>
                <a:cs typeface="Arial" panose="020B0604020202020204" pitchFamily="34" charset="0"/>
              </a:rPr>
              <a:t>   </a:t>
            </a:r>
            <a:r>
              <a:rPr lang="en-US" altLang="en-US" sz="2400" b="1" kern="0" dirty="0" smtClean="0">
                <a:solidFill>
                  <a:srgbClr val="006699"/>
                </a:solidFill>
                <a:latin typeface="Consolas" panose="020B0609020204030204" pitchFamily="49" charset="0"/>
                <a:cs typeface="Arial" panose="020B0604020202020204" pitchFamily="34" charset="0"/>
              </a:rPr>
              <a:t>else</a:t>
            </a:r>
            <a:endParaRPr lang="en-US" altLang="en-US" sz="1800" kern="0" dirty="0" smtClean="0">
              <a:cs typeface="Arial" panose="020B0604020202020204" pitchFamily="34" charset="0"/>
            </a:endParaRPr>
          </a:p>
          <a:p>
            <a:pPr marL="0" indent="0">
              <a:spcBef>
                <a:spcPct val="0"/>
              </a:spcBef>
              <a:buFont typeface="Wingdings" panose="05000000000000000000" pitchFamily="2" charset="2"/>
              <a:buNone/>
            </a:pPr>
            <a:r>
              <a:rPr lang="en-US" altLang="en-US" sz="2400" kern="0" dirty="0" smtClean="0">
                <a:solidFill>
                  <a:srgbClr val="0000FF"/>
                </a:solidFill>
                <a:cs typeface="Arial" panose="020B0604020202020204" pitchFamily="34" charset="0"/>
              </a:rPr>
              <a:t>   </a:t>
            </a:r>
            <a:r>
              <a:rPr lang="en-US" altLang="en-US" sz="2400" kern="0" dirty="0" smtClean="0">
                <a:solidFill>
                  <a:srgbClr val="000000"/>
                </a:solidFill>
                <a:latin typeface="Consolas" panose="020B0609020204030204" pitchFamily="49" charset="0"/>
                <a:cs typeface="Arial" panose="020B0604020202020204" pitchFamily="34" charset="0"/>
              </a:rPr>
              <a:t>{</a:t>
            </a:r>
            <a:endParaRPr lang="en-US" altLang="en-US" sz="1800" kern="0" dirty="0" smtClean="0">
              <a:cs typeface="Arial" panose="020B0604020202020204" pitchFamily="34" charset="0"/>
            </a:endParaRPr>
          </a:p>
          <a:p>
            <a:pPr marL="0" indent="0">
              <a:spcBef>
                <a:spcPct val="0"/>
              </a:spcBef>
              <a:buFont typeface="Wingdings" panose="05000000000000000000" pitchFamily="2" charset="2"/>
              <a:buNone/>
            </a:pPr>
            <a:r>
              <a:rPr lang="en-US" altLang="en-US" sz="2400" kern="0" dirty="0" smtClean="0">
                <a:solidFill>
                  <a:srgbClr val="0000FF"/>
                </a:solidFill>
                <a:cs typeface="Arial" panose="020B0604020202020204" pitchFamily="34" charset="0"/>
              </a:rPr>
              <a:t>      </a:t>
            </a:r>
            <a:r>
              <a:rPr lang="en-US" altLang="en-US" sz="2400" kern="0" dirty="0" smtClean="0">
                <a:solidFill>
                  <a:srgbClr val="000000"/>
                </a:solidFill>
                <a:latin typeface="Consolas" panose="020B0609020204030204" pitchFamily="49" charset="0"/>
                <a:cs typeface="Arial" panose="020B0604020202020204" pitchFamily="34" charset="0"/>
              </a:rPr>
              <a:t>p-&gt;next = L-&gt;head; </a:t>
            </a:r>
            <a:r>
              <a:rPr lang="en-US" altLang="en-US" sz="2400" kern="0" dirty="0" smtClean="0">
                <a:solidFill>
                  <a:srgbClr val="008200"/>
                </a:solidFill>
                <a:latin typeface="Consolas" panose="020B0609020204030204" pitchFamily="49" charset="0"/>
                <a:cs typeface="Arial" panose="020B0604020202020204" pitchFamily="34" charset="0"/>
              </a:rPr>
              <a:t>//</a:t>
            </a:r>
            <a:r>
              <a:rPr lang="en-US" altLang="en-US" sz="2400" kern="0" dirty="0" err="1" smtClean="0">
                <a:solidFill>
                  <a:srgbClr val="008200"/>
                </a:solidFill>
                <a:latin typeface="Consolas" panose="020B0609020204030204" pitchFamily="49" charset="0"/>
                <a:cs typeface="Arial" panose="020B0604020202020204" pitchFamily="34" charset="0"/>
              </a:rPr>
              <a:t>cho</a:t>
            </a:r>
            <a:r>
              <a:rPr lang="en-US" altLang="en-US" sz="2400" kern="0" dirty="0" smtClean="0">
                <a:solidFill>
                  <a:srgbClr val="008200"/>
                </a:solidFill>
                <a:latin typeface="Consolas" panose="020B0609020204030204" pitchFamily="49" charset="0"/>
                <a:cs typeface="Arial" panose="020B0604020202020204" pitchFamily="34" charset="0"/>
              </a:rPr>
              <a:t> P </a:t>
            </a:r>
            <a:r>
              <a:rPr lang="en-US" altLang="en-US" sz="2400" kern="0" dirty="0" err="1" smtClean="0">
                <a:solidFill>
                  <a:srgbClr val="008200"/>
                </a:solidFill>
                <a:latin typeface="Consolas" panose="020B0609020204030204" pitchFamily="49" charset="0"/>
                <a:cs typeface="Arial" panose="020B0604020202020204" pitchFamily="34" charset="0"/>
              </a:rPr>
              <a:t>trỏ</a:t>
            </a:r>
            <a:r>
              <a:rPr lang="en-US" altLang="en-US" sz="2400" kern="0" dirty="0" smtClean="0">
                <a:solidFill>
                  <a:srgbClr val="008200"/>
                </a:solidFill>
                <a:latin typeface="Consolas" panose="020B0609020204030204" pitchFamily="49" charset="0"/>
                <a:cs typeface="Arial" panose="020B0604020202020204" pitchFamily="34" charset="0"/>
              </a:rPr>
              <a:t> </a:t>
            </a:r>
            <a:r>
              <a:rPr lang="en-US" altLang="en-US" sz="2400" kern="0" dirty="0" err="1" smtClean="0">
                <a:solidFill>
                  <a:srgbClr val="008200"/>
                </a:solidFill>
                <a:latin typeface="Consolas" panose="020B0609020204030204" pitchFamily="49" charset="0"/>
                <a:cs typeface="Arial" panose="020B0604020202020204" pitchFamily="34" charset="0"/>
              </a:rPr>
              <a:t>vào</a:t>
            </a:r>
            <a:r>
              <a:rPr lang="en-US" altLang="en-US" sz="2400" kern="0" dirty="0" smtClean="0">
                <a:solidFill>
                  <a:srgbClr val="008200"/>
                </a:solidFill>
                <a:latin typeface="Consolas" panose="020B0609020204030204" pitchFamily="49" charset="0"/>
                <a:cs typeface="Arial" panose="020B0604020202020204" pitchFamily="34" charset="0"/>
              </a:rPr>
              <a:t> head</a:t>
            </a:r>
            <a:endParaRPr lang="en-US" altLang="en-US" sz="1800" kern="0" dirty="0" smtClean="0">
              <a:cs typeface="Arial" panose="020B0604020202020204" pitchFamily="34" charset="0"/>
            </a:endParaRPr>
          </a:p>
          <a:p>
            <a:pPr marL="0" indent="0">
              <a:spcBef>
                <a:spcPct val="0"/>
              </a:spcBef>
              <a:buFont typeface="Wingdings" panose="05000000000000000000" pitchFamily="2" charset="2"/>
              <a:buNone/>
            </a:pPr>
            <a:r>
              <a:rPr lang="en-US" altLang="en-US" sz="2400" kern="0" dirty="0" smtClean="0">
                <a:solidFill>
                  <a:srgbClr val="0000FF"/>
                </a:solidFill>
                <a:cs typeface="Arial" panose="020B0604020202020204" pitchFamily="34" charset="0"/>
              </a:rPr>
              <a:t>      </a:t>
            </a:r>
            <a:r>
              <a:rPr lang="en-US" altLang="en-US" sz="2400" kern="0" dirty="0" smtClean="0">
                <a:solidFill>
                  <a:srgbClr val="000000"/>
                </a:solidFill>
                <a:latin typeface="Consolas" panose="020B0609020204030204" pitchFamily="49" charset="0"/>
                <a:cs typeface="Arial" panose="020B0604020202020204" pitchFamily="34" charset="0"/>
              </a:rPr>
              <a:t>L-&gt;head = p; </a:t>
            </a:r>
            <a:r>
              <a:rPr lang="en-US" altLang="en-US" sz="2400" kern="0" dirty="0" smtClean="0">
                <a:solidFill>
                  <a:srgbClr val="008200"/>
                </a:solidFill>
                <a:latin typeface="Consolas" panose="020B0609020204030204" pitchFamily="49" charset="0"/>
                <a:cs typeface="Arial" panose="020B0604020202020204" pitchFamily="34" charset="0"/>
              </a:rPr>
              <a:t>//</a:t>
            </a:r>
            <a:r>
              <a:rPr lang="en-US" altLang="en-US" sz="2400" kern="0" dirty="0" err="1" smtClean="0">
                <a:solidFill>
                  <a:srgbClr val="008200"/>
                </a:solidFill>
                <a:latin typeface="Consolas" panose="020B0609020204030204" pitchFamily="49" charset="0"/>
                <a:cs typeface="Arial" panose="020B0604020202020204" pitchFamily="34" charset="0"/>
              </a:rPr>
              <a:t>chỉnh</a:t>
            </a:r>
            <a:r>
              <a:rPr lang="en-US" altLang="en-US" sz="2400" kern="0" dirty="0" smtClean="0">
                <a:solidFill>
                  <a:srgbClr val="008200"/>
                </a:solidFill>
                <a:latin typeface="Consolas" panose="020B0609020204030204" pitchFamily="49" charset="0"/>
                <a:cs typeface="Arial" panose="020B0604020202020204" pitchFamily="34" charset="0"/>
              </a:rPr>
              <a:t> </a:t>
            </a:r>
            <a:r>
              <a:rPr lang="en-US" altLang="en-US" sz="2400" kern="0" dirty="0" err="1" smtClean="0">
                <a:solidFill>
                  <a:srgbClr val="008200"/>
                </a:solidFill>
                <a:latin typeface="Consolas" panose="020B0609020204030204" pitchFamily="49" charset="0"/>
                <a:cs typeface="Arial" panose="020B0604020202020204" pitchFamily="34" charset="0"/>
              </a:rPr>
              <a:t>lại</a:t>
            </a:r>
            <a:r>
              <a:rPr lang="en-US" altLang="en-US" sz="2400" kern="0" dirty="0" smtClean="0">
                <a:solidFill>
                  <a:srgbClr val="008200"/>
                </a:solidFill>
                <a:latin typeface="Consolas" panose="020B0609020204030204" pitchFamily="49" charset="0"/>
                <a:cs typeface="Arial" panose="020B0604020202020204" pitchFamily="34" charset="0"/>
              </a:rPr>
              <a:t> con </a:t>
            </a:r>
            <a:r>
              <a:rPr lang="en-US" altLang="en-US" sz="2400" kern="0" dirty="0" err="1" smtClean="0">
                <a:solidFill>
                  <a:srgbClr val="008200"/>
                </a:solidFill>
                <a:latin typeface="Consolas" panose="020B0609020204030204" pitchFamily="49" charset="0"/>
                <a:cs typeface="Arial" panose="020B0604020202020204" pitchFamily="34" charset="0"/>
              </a:rPr>
              <a:t>trỏ</a:t>
            </a:r>
            <a:r>
              <a:rPr lang="en-US" altLang="en-US" sz="2400" kern="0" dirty="0" smtClean="0">
                <a:solidFill>
                  <a:srgbClr val="008200"/>
                </a:solidFill>
                <a:latin typeface="Consolas" panose="020B0609020204030204" pitchFamily="49" charset="0"/>
                <a:cs typeface="Arial" panose="020B0604020202020204" pitchFamily="34" charset="0"/>
              </a:rPr>
              <a:t> </a:t>
            </a:r>
            <a:r>
              <a:rPr lang="en-US" altLang="en-US" sz="2400" kern="0" dirty="0" err="1" smtClean="0">
                <a:solidFill>
                  <a:srgbClr val="008200"/>
                </a:solidFill>
                <a:latin typeface="Consolas" panose="020B0609020204030204" pitchFamily="49" charset="0"/>
                <a:cs typeface="Arial" panose="020B0604020202020204" pitchFamily="34" charset="0"/>
              </a:rPr>
              <a:t>của</a:t>
            </a:r>
            <a:r>
              <a:rPr lang="en-US" altLang="en-US" sz="2400" kern="0" dirty="0" smtClean="0">
                <a:solidFill>
                  <a:srgbClr val="008200"/>
                </a:solidFill>
                <a:latin typeface="Consolas" panose="020B0609020204030204" pitchFamily="49" charset="0"/>
                <a:cs typeface="Arial" panose="020B0604020202020204" pitchFamily="34" charset="0"/>
              </a:rPr>
              <a:t> </a:t>
            </a:r>
            <a:r>
              <a:rPr lang="en-US" altLang="en-US" sz="2400" kern="0" dirty="0" err="1" smtClean="0">
                <a:solidFill>
                  <a:srgbClr val="008200"/>
                </a:solidFill>
                <a:latin typeface="Consolas" panose="020B0609020204030204" pitchFamily="49" charset="0"/>
                <a:cs typeface="Arial" panose="020B0604020202020204" pitchFamily="34" charset="0"/>
              </a:rPr>
              <a:t>danh</a:t>
            </a:r>
            <a:r>
              <a:rPr lang="en-US" altLang="en-US" sz="2400" kern="0" dirty="0" smtClean="0">
                <a:solidFill>
                  <a:srgbClr val="008200"/>
                </a:solidFill>
                <a:latin typeface="Consolas" panose="020B0609020204030204" pitchFamily="49" charset="0"/>
                <a:cs typeface="Arial" panose="020B0604020202020204" pitchFamily="34" charset="0"/>
              </a:rPr>
              <a:t> </a:t>
            </a:r>
            <a:r>
              <a:rPr lang="en-US" altLang="en-US" sz="2400" kern="0" dirty="0" err="1" smtClean="0">
                <a:solidFill>
                  <a:srgbClr val="008200"/>
                </a:solidFill>
                <a:latin typeface="Consolas" panose="020B0609020204030204" pitchFamily="49" charset="0"/>
                <a:cs typeface="Arial" panose="020B0604020202020204" pitchFamily="34" charset="0"/>
              </a:rPr>
              <a:t>s</a:t>
            </a:r>
            <a:r>
              <a:rPr lang="en-US" altLang="en-US" sz="2400" kern="0" dirty="0" err="1" smtClean="0">
                <a:solidFill>
                  <a:srgbClr val="008200"/>
                </a:solidFill>
                <a:cs typeface="Arial" panose="020B0604020202020204" pitchFamily="34" charset="0"/>
              </a:rPr>
              <a:t>á</a:t>
            </a:r>
            <a:r>
              <a:rPr lang="en-US" altLang="en-US" sz="2400" kern="0" dirty="0" err="1" smtClean="0">
                <a:solidFill>
                  <a:srgbClr val="008200"/>
                </a:solidFill>
                <a:latin typeface="Consolas" panose="020B0609020204030204" pitchFamily="49" charset="0"/>
                <a:cs typeface="Arial" panose="020B0604020202020204" pitchFamily="34" charset="0"/>
              </a:rPr>
              <a:t>ch</a:t>
            </a:r>
            <a:endParaRPr lang="en-US" altLang="en-US" sz="1800" kern="0" dirty="0" smtClean="0">
              <a:cs typeface="Arial" panose="020B0604020202020204" pitchFamily="34" charset="0"/>
            </a:endParaRPr>
          </a:p>
          <a:p>
            <a:pPr marL="0" indent="0">
              <a:spcBef>
                <a:spcPct val="0"/>
              </a:spcBef>
              <a:buFont typeface="Wingdings" panose="05000000000000000000" pitchFamily="2" charset="2"/>
              <a:buNone/>
            </a:pPr>
            <a:r>
              <a:rPr lang="en-US" altLang="en-US" sz="2400" kern="0" dirty="0" smtClean="0">
                <a:solidFill>
                  <a:srgbClr val="0000FF"/>
                </a:solidFill>
                <a:cs typeface="Arial" panose="020B0604020202020204" pitchFamily="34" charset="0"/>
              </a:rPr>
              <a:t>   </a:t>
            </a:r>
            <a:r>
              <a:rPr lang="en-US" altLang="en-US" sz="2400" kern="0" dirty="0" smtClean="0">
                <a:solidFill>
                  <a:srgbClr val="000000"/>
                </a:solidFill>
                <a:latin typeface="Consolas" panose="020B0609020204030204" pitchFamily="49" charset="0"/>
                <a:cs typeface="Arial" panose="020B0604020202020204" pitchFamily="34" charset="0"/>
              </a:rPr>
              <a:t>}</a:t>
            </a:r>
            <a:endParaRPr lang="en-US" altLang="en-US" sz="1800" kern="0" dirty="0" smtClean="0">
              <a:cs typeface="Arial" panose="020B0604020202020204" pitchFamily="34" charset="0"/>
            </a:endParaRPr>
          </a:p>
          <a:p>
            <a:pPr marL="0" indent="0">
              <a:spcBef>
                <a:spcPct val="0"/>
              </a:spcBef>
              <a:buFont typeface="Wingdings" panose="05000000000000000000" pitchFamily="2" charset="2"/>
              <a:buNone/>
            </a:pPr>
            <a:r>
              <a:rPr lang="en-US" altLang="en-US" sz="2400" kern="0" dirty="0" smtClean="0">
                <a:solidFill>
                  <a:srgbClr val="000000"/>
                </a:solidFill>
                <a:latin typeface="Consolas" panose="020B0609020204030204" pitchFamily="49" charset="0"/>
                <a:cs typeface="Arial" panose="020B0604020202020204" pitchFamily="34" charset="0"/>
              </a:rPr>
              <a:t>}</a:t>
            </a:r>
            <a:endParaRPr lang="en-US" altLang="en-US" sz="4800" kern="0" dirty="0">
              <a:cs typeface="Arial" panose="020B0604020202020204" pitchFamily="34"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1CC30EA6-0134-43EF-ADCB-839EBA80389D}"/>
              </a:ext>
            </a:extLst>
          </p:cNvPr>
          <p:cNvSpPr>
            <a:spLocks noGrp="1" noChangeArrowheads="1"/>
          </p:cNvSpPr>
          <p:nvPr>
            <p:ph type="title"/>
          </p:nvPr>
        </p:nvSpPr>
        <p:spPr/>
        <p:txBody>
          <a:bodyPr/>
          <a:lstStyle/>
          <a:p>
            <a:r>
              <a:rPr lang="en-US" altLang="en-US"/>
              <a:t>Thêm vào cuối danh sách</a:t>
            </a:r>
          </a:p>
        </p:txBody>
      </p:sp>
      <p:sp>
        <p:nvSpPr>
          <p:cNvPr id="41987" name="Content Placeholder 4">
            <a:extLst>
              <a:ext uri="{FF2B5EF4-FFF2-40B4-BE49-F238E27FC236}">
                <a16:creationId xmlns:a16="http://schemas.microsoft.com/office/drawing/2014/main" id="{7D714472-7DB9-465B-B1A5-08286DDDEB70}"/>
              </a:ext>
            </a:extLst>
          </p:cNvPr>
          <p:cNvSpPr>
            <a:spLocks noGrp="1" noChangeArrowheads="1"/>
          </p:cNvSpPr>
          <p:nvPr>
            <p:ph idx="1"/>
          </p:nvPr>
        </p:nvSpPr>
        <p:spPr/>
        <p:txBody>
          <a:bodyPr/>
          <a:lstStyle/>
          <a:p>
            <a:endParaRPr lang="en-US" altLang="en-US"/>
          </a:p>
        </p:txBody>
      </p:sp>
      <p:sp>
        <p:nvSpPr>
          <p:cNvPr id="7" name="Rectangle 73">
            <a:extLst>
              <a:ext uri="{FF2B5EF4-FFF2-40B4-BE49-F238E27FC236}">
                <a16:creationId xmlns:a16="http://schemas.microsoft.com/office/drawing/2014/main" id="{AA874D6F-1FC4-46ED-A2C5-AC9606AA9053}"/>
              </a:ext>
            </a:extLst>
          </p:cNvPr>
          <p:cNvSpPr>
            <a:spLocks noChangeArrowheads="1"/>
          </p:cNvSpPr>
          <p:nvPr/>
        </p:nvSpPr>
        <p:spPr bwMode="auto">
          <a:xfrm>
            <a:off x="4806950" y="4073525"/>
            <a:ext cx="10668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8" name="Line 74">
            <a:extLst>
              <a:ext uri="{FF2B5EF4-FFF2-40B4-BE49-F238E27FC236}">
                <a16:creationId xmlns:a16="http://schemas.microsoft.com/office/drawing/2014/main" id="{C141E9AF-C51A-4331-8854-886DCDE65C3D}"/>
              </a:ext>
            </a:extLst>
          </p:cNvPr>
          <p:cNvSpPr>
            <a:spLocks noChangeShapeType="1"/>
          </p:cNvSpPr>
          <p:nvPr/>
        </p:nvSpPr>
        <p:spPr bwMode="auto">
          <a:xfrm>
            <a:off x="5492750" y="4073525"/>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 name="Text Box 75">
            <a:extLst>
              <a:ext uri="{FF2B5EF4-FFF2-40B4-BE49-F238E27FC236}">
                <a16:creationId xmlns:a16="http://schemas.microsoft.com/office/drawing/2014/main" id="{0F20DC64-328B-4012-8251-FDA4F256CD36}"/>
              </a:ext>
            </a:extLst>
          </p:cNvPr>
          <p:cNvSpPr txBox="1">
            <a:spLocks noChangeArrowheads="1"/>
          </p:cNvSpPr>
          <p:nvPr/>
        </p:nvSpPr>
        <p:spPr bwMode="auto">
          <a:xfrm>
            <a:off x="4791075" y="4038600"/>
            <a:ext cx="1085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TW" sz="2400">
                <a:latin typeface="Times New Roman" panose="02020603050405020304" pitchFamily="18" charset="0"/>
                <a:ea typeface="PMingLiU" panose="02020500000000000000" pitchFamily="18" charset="-120"/>
              </a:rPr>
              <a:t>  12    </a:t>
            </a:r>
            <a:r>
              <a:rPr kumimoji="1" lang="en-US" altLang="zh-TW" sz="2400">
                <a:latin typeface="Times New Roman" panose="02020603050405020304" pitchFamily="18" charset="0"/>
                <a:ea typeface="PMingLiU" panose="02020500000000000000" pitchFamily="18" charset="-120"/>
                <a:sym typeface="Wingdings" panose="05000000000000000000" pitchFamily="2" charset="2"/>
              </a:rPr>
              <a:t></a:t>
            </a:r>
            <a:endParaRPr kumimoji="1" lang="en-US" altLang="zh-TW" sz="2400">
              <a:latin typeface="Times New Roman" panose="02020603050405020304" pitchFamily="18" charset="0"/>
              <a:ea typeface="PMingLiU" panose="02020500000000000000" pitchFamily="18" charset="-120"/>
            </a:endParaRPr>
          </a:p>
        </p:txBody>
      </p:sp>
      <p:sp>
        <p:nvSpPr>
          <p:cNvPr id="10" name="Rectangle 76">
            <a:extLst>
              <a:ext uri="{FF2B5EF4-FFF2-40B4-BE49-F238E27FC236}">
                <a16:creationId xmlns:a16="http://schemas.microsoft.com/office/drawing/2014/main" id="{4E647CA2-F930-4646-BEEC-CF0A32839A74}"/>
              </a:ext>
            </a:extLst>
          </p:cNvPr>
          <p:cNvSpPr>
            <a:spLocks noChangeArrowheads="1"/>
          </p:cNvSpPr>
          <p:nvPr/>
        </p:nvSpPr>
        <p:spPr bwMode="auto">
          <a:xfrm>
            <a:off x="5507038" y="4038601"/>
            <a:ext cx="354012" cy="409575"/>
          </a:xfrm>
          <a:prstGeom prst="rect">
            <a:avLst/>
          </a:prstGeom>
          <a:solidFill>
            <a:srgbClr val="0000FF">
              <a:alpha val="50195"/>
            </a:srgbClr>
          </a:solidFill>
          <a:ln w="9525">
            <a:solidFill>
              <a:srgbClr val="0000FF"/>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1" name="Rectangle 77">
            <a:extLst>
              <a:ext uri="{FF2B5EF4-FFF2-40B4-BE49-F238E27FC236}">
                <a16:creationId xmlns:a16="http://schemas.microsoft.com/office/drawing/2014/main" id="{72FFEFE3-D03A-461D-B8A4-39012174DEAF}"/>
              </a:ext>
            </a:extLst>
          </p:cNvPr>
          <p:cNvSpPr>
            <a:spLocks noChangeArrowheads="1"/>
          </p:cNvSpPr>
          <p:nvPr/>
        </p:nvSpPr>
        <p:spPr bwMode="auto">
          <a:xfrm>
            <a:off x="6264275" y="4073525"/>
            <a:ext cx="10668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2" name="Line 78">
            <a:extLst>
              <a:ext uri="{FF2B5EF4-FFF2-40B4-BE49-F238E27FC236}">
                <a16:creationId xmlns:a16="http://schemas.microsoft.com/office/drawing/2014/main" id="{22ADC945-4F36-474E-A993-A9B8510A0E33}"/>
              </a:ext>
            </a:extLst>
          </p:cNvPr>
          <p:cNvSpPr>
            <a:spLocks noChangeShapeType="1"/>
          </p:cNvSpPr>
          <p:nvPr/>
        </p:nvSpPr>
        <p:spPr bwMode="auto">
          <a:xfrm>
            <a:off x="6950075" y="4073525"/>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Text Box 79">
            <a:extLst>
              <a:ext uri="{FF2B5EF4-FFF2-40B4-BE49-F238E27FC236}">
                <a16:creationId xmlns:a16="http://schemas.microsoft.com/office/drawing/2014/main" id="{DDE0BB4C-BE21-43B3-B490-6EC172129479}"/>
              </a:ext>
            </a:extLst>
          </p:cNvPr>
          <p:cNvSpPr txBox="1">
            <a:spLocks noChangeArrowheads="1"/>
          </p:cNvSpPr>
          <p:nvPr/>
        </p:nvSpPr>
        <p:spPr bwMode="auto">
          <a:xfrm>
            <a:off x="6248400" y="4038600"/>
            <a:ext cx="1009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TW" sz="2400">
                <a:latin typeface="Times New Roman" panose="02020603050405020304" pitchFamily="18" charset="0"/>
                <a:ea typeface="PMingLiU" panose="02020500000000000000" pitchFamily="18" charset="-120"/>
              </a:rPr>
              <a:t>   7    </a:t>
            </a:r>
            <a:r>
              <a:rPr kumimoji="1" lang="en-US" altLang="zh-TW" sz="2400">
                <a:latin typeface="Times New Roman" panose="02020603050405020304" pitchFamily="18" charset="0"/>
                <a:ea typeface="PMingLiU" panose="02020500000000000000" pitchFamily="18" charset="-120"/>
                <a:sym typeface="Wingdings" panose="05000000000000000000" pitchFamily="2" charset="2"/>
              </a:rPr>
              <a:t></a:t>
            </a:r>
            <a:endParaRPr kumimoji="1" lang="en-US" altLang="zh-TW" sz="2400">
              <a:latin typeface="Times New Roman" panose="02020603050405020304" pitchFamily="18" charset="0"/>
              <a:ea typeface="PMingLiU" panose="02020500000000000000" pitchFamily="18" charset="-120"/>
            </a:endParaRPr>
          </a:p>
        </p:txBody>
      </p:sp>
      <p:sp>
        <p:nvSpPr>
          <p:cNvPr id="14" name="Rectangle 80">
            <a:extLst>
              <a:ext uri="{FF2B5EF4-FFF2-40B4-BE49-F238E27FC236}">
                <a16:creationId xmlns:a16="http://schemas.microsoft.com/office/drawing/2014/main" id="{07C39AEB-07FA-4FD1-AC8B-C60B1AE5FF1C}"/>
              </a:ext>
            </a:extLst>
          </p:cNvPr>
          <p:cNvSpPr>
            <a:spLocks noChangeArrowheads="1"/>
          </p:cNvSpPr>
          <p:nvPr/>
        </p:nvSpPr>
        <p:spPr bwMode="auto">
          <a:xfrm>
            <a:off x="6964363" y="4094163"/>
            <a:ext cx="354012" cy="354012"/>
          </a:xfrm>
          <a:prstGeom prst="rect">
            <a:avLst/>
          </a:prstGeom>
          <a:solidFill>
            <a:srgbClr val="0000FF">
              <a:alpha val="50195"/>
            </a:srgbClr>
          </a:solidFill>
          <a:ln w="9525">
            <a:solidFill>
              <a:srgbClr val="0000FF"/>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5" name="Rectangle 81">
            <a:extLst>
              <a:ext uri="{FF2B5EF4-FFF2-40B4-BE49-F238E27FC236}">
                <a16:creationId xmlns:a16="http://schemas.microsoft.com/office/drawing/2014/main" id="{1B2BE022-4F2C-4F6E-AE4C-BD5CD0D10048}"/>
              </a:ext>
            </a:extLst>
          </p:cNvPr>
          <p:cNvSpPr>
            <a:spLocks noChangeArrowheads="1"/>
          </p:cNvSpPr>
          <p:nvPr/>
        </p:nvSpPr>
        <p:spPr bwMode="auto">
          <a:xfrm>
            <a:off x="7788275" y="4076700"/>
            <a:ext cx="10668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6" name="Line 82">
            <a:extLst>
              <a:ext uri="{FF2B5EF4-FFF2-40B4-BE49-F238E27FC236}">
                <a16:creationId xmlns:a16="http://schemas.microsoft.com/office/drawing/2014/main" id="{C7385D49-0E03-41B0-A34F-87CB919F19F5}"/>
              </a:ext>
            </a:extLst>
          </p:cNvPr>
          <p:cNvSpPr>
            <a:spLocks noChangeShapeType="1"/>
          </p:cNvSpPr>
          <p:nvPr/>
        </p:nvSpPr>
        <p:spPr bwMode="auto">
          <a:xfrm>
            <a:off x="8474075" y="407670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 name="Text Box 83">
            <a:extLst>
              <a:ext uri="{FF2B5EF4-FFF2-40B4-BE49-F238E27FC236}">
                <a16:creationId xmlns:a16="http://schemas.microsoft.com/office/drawing/2014/main" id="{EC5F526A-F6F0-48EF-8549-AE769AFBE89D}"/>
              </a:ext>
            </a:extLst>
          </p:cNvPr>
          <p:cNvSpPr txBox="1">
            <a:spLocks noChangeArrowheads="1"/>
          </p:cNvSpPr>
          <p:nvPr/>
        </p:nvSpPr>
        <p:spPr bwMode="auto">
          <a:xfrm>
            <a:off x="7772400" y="4041775"/>
            <a:ext cx="1009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TW" sz="2400">
                <a:latin typeface="Times New Roman" panose="02020603050405020304" pitchFamily="18" charset="0"/>
                <a:ea typeface="PMingLiU" panose="02020500000000000000" pitchFamily="18" charset="-120"/>
              </a:rPr>
              <a:t>   6    </a:t>
            </a:r>
            <a:r>
              <a:rPr kumimoji="1" lang="en-US" altLang="zh-TW" sz="2400">
                <a:latin typeface="Times New Roman" panose="02020603050405020304" pitchFamily="18" charset="0"/>
                <a:ea typeface="PMingLiU" panose="02020500000000000000" pitchFamily="18" charset="-120"/>
                <a:sym typeface="Wingdings" panose="05000000000000000000" pitchFamily="2" charset="2"/>
              </a:rPr>
              <a:t></a:t>
            </a:r>
            <a:endParaRPr kumimoji="1" lang="en-US" altLang="zh-TW" sz="2400">
              <a:latin typeface="Times New Roman" panose="02020603050405020304" pitchFamily="18" charset="0"/>
              <a:ea typeface="PMingLiU" panose="02020500000000000000" pitchFamily="18" charset="-120"/>
            </a:endParaRPr>
          </a:p>
        </p:txBody>
      </p:sp>
      <p:sp>
        <p:nvSpPr>
          <p:cNvPr id="18" name="Rectangle 84">
            <a:extLst>
              <a:ext uri="{FF2B5EF4-FFF2-40B4-BE49-F238E27FC236}">
                <a16:creationId xmlns:a16="http://schemas.microsoft.com/office/drawing/2014/main" id="{E1C78A4D-13BC-4508-97F6-BC7E4E0F8F90}"/>
              </a:ext>
            </a:extLst>
          </p:cNvPr>
          <p:cNvSpPr>
            <a:spLocks noChangeArrowheads="1"/>
          </p:cNvSpPr>
          <p:nvPr/>
        </p:nvSpPr>
        <p:spPr bwMode="auto">
          <a:xfrm>
            <a:off x="8488363" y="4097338"/>
            <a:ext cx="354012" cy="354012"/>
          </a:xfrm>
          <a:prstGeom prst="rect">
            <a:avLst/>
          </a:prstGeom>
          <a:solidFill>
            <a:srgbClr val="0000FF">
              <a:alpha val="50195"/>
            </a:srgbClr>
          </a:solidFill>
          <a:ln w="9525">
            <a:solidFill>
              <a:srgbClr val="0000FF"/>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9" name="Rectangle 85">
            <a:extLst>
              <a:ext uri="{FF2B5EF4-FFF2-40B4-BE49-F238E27FC236}">
                <a16:creationId xmlns:a16="http://schemas.microsoft.com/office/drawing/2014/main" id="{8215BDC5-266A-4D3D-9C23-09E43F51BF1F}"/>
              </a:ext>
            </a:extLst>
          </p:cNvPr>
          <p:cNvSpPr>
            <a:spLocks noChangeArrowheads="1"/>
          </p:cNvSpPr>
          <p:nvPr/>
        </p:nvSpPr>
        <p:spPr bwMode="auto">
          <a:xfrm>
            <a:off x="9204325" y="4089400"/>
            <a:ext cx="10668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20" name="Line 86">
            <a:extLst>
              <a:ext uri="{FF2B5EF4-FFF2-40B4-BE49-F238E27FC236}">
                <a16:creationId xmlns:a16="http://schemas.microsoft.com/office/drawing/2014/main" id="{FC8E25E6-839F-4A6C-A95D-F2C9CAC52EE8}"/>
              </a:ext>
            </a:extLst>
          </p:cNvPr>
          <p:cNvSpPr>
            <a:spLocks noChangeShapeType="1"/>
          </p:cNvSpPr>
          <p:nvPr/>
        </p:nvSpPr>
        <p:spPr bwMode="auto">
          <a:xfrm>
            <a:off x="9890125" y="408940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 name="Text Box 87">
            <a:extLst>
              <a:ext uri="{FF2B5EF4-FFF2-40B4-BE49-F238E27FC236}">
                <a16:creationId xmlns:a16="http://schemas.microsoft.com/office/drawing/2014/main" id="{3E032B02-0A13-4313-9C4D-B8F95407826C}"/>
              </a:ext>
            </a:extLst>
          </p:cNvPr>
          <p:cNvSpPr txBox="1">
            <a:spLocks noChangeArrowheads="1"/>
          </p:cNvSpPr>
          <p:nvPr/>
        </p:nvSpPr>
        <p:spPr bwMode="auto">
          <a:xfrm>
            <a:off x="9188450" y="4054475"/>
            <a:ext cx="1009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TW" sz="2400">
                <a:latin typeface="Times New Roman" panose="02020603050405020304" pitchFamily="18" charset="0"/>
                <a:ea typeface="PMingLiU" panose="02020500000000000000" pitchFamily="18" charset="-120"/>
              </a:rPr>
              <a:t>   3    </a:t>
            </a:r>
            <a:r>
              <a:rPr kumimoji="1" lang="en-US" altLang="zh-TW" sz="2400">
                <a:latin typeface="Times New Roman" panose="02020603050405020304" pitchFamily="18" charset="0"/>
                <a:ea typeface="PMingLiU" panose="02020500000000000000" pitchFamily="18" charset="-120"/>
                <a:sym typeface="Wingdings" panose="05000000000000000000" pitchFamily="2" charset="2"/>
              </a:rPr>
              <a:t></a:t>
            </a:r>
            <a:endParaRPr kumimoji="1" lang="en-US" altLang="zh-TW" sz="2400">
              <a:latin typeface="Times New Roman" panose="02020603050405020304" pitchFamily="18" charset="0"/>
              <a:ea typeface="PMingLiU" panose="02020500000000000000" pitchFamily="18" charset="-120"/>
            </a:endParaRPr>
          </a:p>
        </p:txBody>
      </p:sp>
      <p:sp>
        <p:nvSpPr>
          <p:cNvPr id="22" name="Rectangle 88">
            <a:extLst>
              <a:ext uri="{FF2B5EF4-FFF2-40B4-BE49-F238E27FC236}">
                <a16:creationId xmlns:a16="http://schemas.microsoft.com/office/drawing/2014/main" id="{65D4F5D5-2403-4CB8-A7F4-662C18B8EDCF}"/>
              </a:ext>
            </a:extLst>
          </p:cNvPr>
          <p:cNvSpPr>
            <a:spLocks noChangeArrowheads="1"/>
          </p:cNvSpPr>
          <p:nvPr/>
        </p:nvSpPr>
        <p:spPr bwMode="auto">
          <a:xfrm>
            <a:off x="9904413" y="4110038"/>
            <a:ext cx="354012" cy="354012"/>
          </a:xfrm>
          <a:prstGeom prst="rect">
            <a:avLst/>
          </a:prstGeom>
          <a:solidFill>
            <a:srgbClr val="0000FF">
              <a:alpha val="50195"/>
            </a:srgbClr>
          </a:solidFill>
          <a:ln w="9525">
            <a:solidFill>
              <a:srgbClr val="0000FF"/>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23" name="Line 89">
            <a:extLst>
              <a:ext uri="{FF2B5EF4-FFF2-40B4-BE49-F238E27FC236}">
                <a16:creationId xmlns:a16="http://schemas.microsoft.com/office/drawing/2014/main" id="{C4C2B6A3-FAB1-4619-8B25-839A2D368DA2}"/>
              </a:ext>
            </a:extLst>
          </p:cNvPr>
          <p:cNvSpPr>
            <a:spLocks noChangeShapeType="1"/>
          </p:cNvSpPr>
          <p:nvPr/>
        </p:nvSpPr>
        <p:spPr bwMode="auto">
          <a:xfrm>
            <a:off x="7239000" y="4267200"/>
            <a:ext cx="533400" cy="0"/>
          </a:xfrm>
          <a:prstGeom prst="line">
            <a:avLst/>
          </a:prstGeom>
          <a:noFill/>
          <a:ln w="5715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4" name="Line 90">
            <a:extLst>
              <a:ext uri="{FF2B5EF4-FFF2-40B4-BE49-F238E27FC236}">
                <a16:creationId xmlns:a16="http://schemas.microsoft.com/office/drawing/2014/main" id="{866BABD4-8871-4CE7-B36A-0F57AF13D9E6}"/>
              </a:ext>
            </a:extLst>
          </p:cNvPr>
          <p:cNvSpPr>
            <a:spLocks noChangeShapeType="1"/>
          </p:cNvSpPr>
          <p:nvPr/>
        </p:nvSpPr>
        <p:spPr bwMode="auto">
          <a:xfrm>
            <a:off x="8763000" y="4267200"/>
            <a:ext cx="457200" cy="0"/>
          </a:xfrm>
          <a:prstGeom prst="line">
            <a:avLst/>
          </a:prstGeom>
          <a:noFill/>
          <a:ln w="5715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5" name="Rectangle 91">
            <a:extLst>
              <a:ext uri="{FF2B5EF4-FFF2-40B4-BE49-F238E27FC236}">
                <a16:creationId xmlns:a16="http://schemas.microsoft.com/office/drawing/2014/main" id="{F39EEB21-7BCA-4A8C-8E07-95841371BBBE}"/>
              </a:ext>
            </a:extLst>
          </p:cNvPr>
          <p:cNvSpPr>
            <a:spLocks noChangeArrowheads="1"/>
          </p:cNvSpPr>
          <p:nvPr/>
        </p:nvSpPr>
        <p:spPr bwMode="auto">
          <a:xfrm>
            <a:off x="1882775" y="4076700"/>
            <a:ext cx="10668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26" name="Line 92">
            <a:extLst>
              <a:ext uri="{FF2B5EF4-FFF2-40B4-BE49-F238E27FC236}">
                <a16:creationId xmlns:a16="http://schemas.microsoft.com/office/drawing/2014/main" id="{DD3FF5BD-3D2F-408A-A486-8F7DCE3EBCF7}"/>
              </a:ext>
            </a:extLst>
          </p:cNvPr>
          <p:cNvSpPr>
            <a:spLocks noChangeShapeType="1"/>
          </p:cNvSpPr>
          <p:nvPr/>
        </p:nvSpPr>
        <p:spPr bwMode="auto">
          <a:xfrm>
            <a:off x="2568575" y="407670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 name="Text Box 93">
            <a:extLst>
              <a:ext uri="{FF2B5EF4-FFF2-40B4-BE49-F238E27FC236}">
                <a16:creationId xmlns:a16="http://schemas.microsoft.com/office/drawing/2014/main" id="{2D4DB298-9FB7-4957-8E48-262CB3C5F056}"/>
              </a:ext>
            </a:extLst>
          </p:cNvPr>
          <p:cNvSpPr txBox="1">
            <a:spLocks noChangeArrowheads="1"/>
          </p:cNvSpPr>
          <p:nvPr/>
        </p:nvSpPr>
        <p:spPr bwMode="auto">
          <a:xfrm>
            <a:off x="1866900" y="4041775"/>
            <a:ext cx="1085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TW" sz="2400">
                <a:latin typeface="Times New Roman" panose="02020603050405020304" pitchFamily="18" charset="0"/>
                <a:ea typeface="PMingLiU" panose="02020500000000000000" pitchFamily="18" charset="-120"/>
              </a:rPr>
              <a:t>  15    </a:t>
            </a:r>
            <a:r>
              <a:rPr kumimoji="1" lang="en-US" altLang="zh-TW" sz="2400">
                <a:latin typeface="Times New Roman" panose="02020603050405020304" pitchFamily="18" charset="0"/>
                <a:ea typeface="PMingLiU" panose="02020500000000000000" pitchFamily="18" charset="-120"/>
                <a:sym typeface="Wingdings" panose="05000000000000000000" pitchFamily="2" charset="2"/>
              </a:rPr>
              <a:t></a:t>
            </a:r>
            <a:endParaRPr kumimoji="1" lang="en-US" altLang="zh-TW" sz="2400">
              <a:latin typeface="Times New Roman" panose="02020603050405020304" pitchFamily="18" charset="0"/>
              <a:ea typeface="PMingLiU" panose="02020500000000000000" pitchFamily="18" charset="-120"/>
            </a:endParaRPr>
          </a:p>
        </p:txBody>
      </p:sp>
      <p:sp>
        <p:nvSpPr>
          <p:cNvPr id="28" name="Rectangle 94">
            <a:extLst>
              <a:ext uri="{FF2B5EF4-FFF2-40B4-BE49-F238E27FC236}">
                <a16:creationId xmlns:a16="http://schemas.microsoft.com/office/drawing/2014/main" id="{575BF125-E48B-4B75-812C-1223D3CC4A71}"/>
              </a:ext>
            </a:extLst>
          </p:cNvPr>
          <p:cNvSpPr>
            <a:spLocks noChangeArrowheads="1"/>
          </p:cNvSpPr>
          <p:nvPr/>
        </p:nvSpPr>
        <p:spPr bwMode="auto">
          <a:xfrm>
            <a:off x="2582863" y="4097338"/>
            <a:ext cx="354012" cy="354012"/>
          </a:xfrm>
          <a:prstGeom prst="rect">
            <a:avLst/>
          </a:prstGeom>
          <a:solidFill>
            <a:srgbClr val="0000FF">
              <a:alpha val="50195"/>
            </a:srgbClr>
          </a:solidFill>
          <a:ln w="9525">
            <a:solidFill>
              <a:srgbClr val="0000FF"/>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29" name="Rectangle 95">
            <a:extLst>
              <a:ext uri="{FF2B5EF4-FFF2-40B4-BE49-F238E27FC236}">
                <a16:creationId xmlns:a16="http://schemas.microsoft.com/office/drawing/2014/main" id="{AAEB8A1D-0EBB-4CB5-A7EE-8F233DE05751}"/>
              </a:ext>
            </a:extLst>
          </p:cNvPr>
          <p:cNvSpPr>
            <a:spLocks noChangeArrowheads="1"/>
          </p:cNvSpPr>
          <p:nvPr/>
        </p:nvSpPr>
        <p:spPr bwMode="auto">
          <a:xfrm>
            <a:off x="3346450" y="4073525"/>
            <a:ext cx="10668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30" name="Line 96">
            <a:extLst>
              <a:ext uri="{FF2B5EF4-FFF2-40B4-BE49-F238E27FC236}">
                <a16:creationId xmlns:a16="http://schemas.microsoft.com/office/drawing/2014/main" id="{31F6DEBE-E075-40AB-A3D9-171D1B522EC0}"/>
              </a:ext>
            </a:extLst>
          </p:cNvPr>
          <p:cNvSpPr>
            <a:spLocks noChangeShapeType="1"/>
          </p:cNvSpPr>
          <p:nvPr/>
        </p:nvSpPr>
        <p:spPr bwMode="auto">
          <a:xfrm>
            <a:off x="4032250" y="4073525"/>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 name="Text Box 97">
            <a:extLst>
              <a:ext uri="{FF2B5EF4-FFF2-40B4-BE49-F238E27FC236}">
                <a16:creationId xmlns:a16="http://schemas.microsoft.com/office/drawing/2014/main" id="{29EB9950-AA7D-4E5C-80EE-00E645F00ADB}"/>
              </a:ext>
            </a:extLst>
          </p:cNvPr>
          <p:cNvSpPr txBox="1">
            <a:spLocks noChangeArrowheads="1"/>
          </p:cNvSpPr>
          <p:nvPr/>
        </p:nvSpPr>
        <p:spPr bwMode="auto">
          <a:xfrm>
            <a:off x="3330575" y="4038600"/>
            <a:ext cx="1009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TW" sz="2400">
                <a:latin typeface="Times New Roman" panose="02020603050405020304" pitchFamily="18" charset="0"/>
                <a:ea typeface="PMingLiU" panose="02020500000000000000" pitchFamily="18" charset="-120"/>
              </a:rPr>
              <a:t>  5     </a:t>
            </a:r>
            <a:r>
              <a:rPr kumimoji="1" lang="en-US" altLang="zh-TW" sz="2400">
                <a:latin typeface="Times New Roman" panose="02020603050405020304" pitchFamily="18" charset="0"/>
                <a:ea typeface="PMingLiU" panose="02020500000000000000" pitchFamily="18" charset="-120"/>
                <a:sym typeface="Wingdings" panose="05000000000000000000" pitchFamily="2" charset="2"/>
              </a:rPr>
              <a:t></a:t>
            </a:r>
            <a:endParaRPr kumimoji="1" lang="en-US" altLang="zh-TW" sz="2400">
              <a:latin typeface="Times New Roman" panose="02020603050405020304" pitchFamily="18" charset="0"/>
              <a:ea typeface="PMingLiU" panose="02020500000000000000" pitchFamily="18" charset="-120"/>
            </a:endParaRPr>
          </a:p>
        </p:txBody>
      </p:sp>
      <p:sp>
        <p:nvSpPr>
          <p:cNvPr id="32" name="Rectangle 98">
            <a:extLst>
              <a:ext uri="{FF2B5EF4-FFF2-40B4-BE49-F238E27FC236}">
                <a16:creationId xmlns:a16="http://schemas.microsoft.com/office/drawing/2014/main" id="{72324927-1DD5-459D-BA51-AA329401F469}"/>
              </a:ext>
            </a:extLst>
          </p:cNvPr>
          <p:cNvSpPr>
            <a:spLocks noChangeArrowheads="1"/>
          </p:cNvSpPr>
          <p:nvPr/>
        </p:nvSpPr>
        <p:spPr bwMode="auto">
          <a:xfrm>
            <a:off x="4046538" y="4094163"/>
            <a:ext cx="354012" cy="354012"/>
          </a:xfrm>
          <a:prstGeom prst="rect">
            <a:avLst/>
          </a:prstGeom>
          <a:solidFill>
            <a:srgbClr val="0000FF">
              <a:alpha val="50195"/>
            </a:srgbClr>
          </a:solidFill>
          <a:ln w="9525">
            <a:solidFill>
              <a:srgbClr val="0000FF"/>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33" name="Line 99">
            <a:extLst>
              <a:ext uri="{FF2B5EF4-FFF2-40B4-BE49-F238E27FC236}">
                <a16:creationId xmlns:a16="http://schemas.microsoft.com/office/drawing/2014/main" id="{84AC0992-D32D-4B4B-9F49-3EBD0B8BEDC6}"/>
              </a:ext>
            </a:extLst>
          </p:cNvPr>
          <p:cNvSpPr>
            <a:spLocks noChangeShapeType="1"/>
          </p:cNvSpPr>
          <p:nvPr/>
        </p:nvSpPr>
        <p:spPr bwMode="auto">
          <a:xfrm>
            <a:off x="2901950" y="4270375"/>
            <a:ext cx="457200" cy="0"/>
          </a:xfrm>
          <a:prstGeom prst="line">
            <a:avLst/>
          </a:prstGeom>
          <a:noFill/>
          <a:ln w="5715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4" name="Line 100">
            <a:extLst>
              <a:ext uri="{FF2B5EF4-FFF2-40B4-BE49-F238E27FC236}">
                <a16:creationId xmlns:a16="http://schemas.microsoft.com/office/drawing/2014/main" id="{F29187ED-42E1-417E-ACE6-707ED7CD4452}"/>
              </a:ext>
            </a:extLst>
          </p:cNvPr>
          <p:cNvSpPr>
            <a:spLocks noChangeShapeType="1"/>
          </p:cNvSpPr>
          <p:nvPr/>
        </p:nvSpPr>
        <p:spPr bwMode="auto">
          <a:xfrm flipV="1">
            <a:off x="4333875" y="4298951"/>
            <a:ext cx="533400" cy="3175"/>
          </a:xfrm>
          <a:prstGeom prst="line">
            <a:avLst/>
          </a:prstGeom>
          <a:noFill/>
          <a:ln w="5715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 name="Line 101">
            <a:extLst>
              <a:ext uri="{FF2B5EF4-FFF2-40B4-BE49-F238E27FC236}">
                <a16:creationId xmlns:a16="http://schemas.microsoft.com/office/drawing/2014/main" id="{86D909D6-D26B-446F-A407-7F12B42544E0}"/>
              </a:ext>
            </a:extLst>
          </p:cNvPr>
          <p:cNvSpPr>
            <a:spLocks noChangeShapeType="1"/>
          </p:cNvSpPr>
          <p:nvPr/>
        </p:nvSpPr>
        <p:spPr bwMode="auto">
          <a:xfrm>
            <a:off x="5797550" y="4267200"/>
            <a:ext cx="457200" cy="0"/>
          </a:xfrm>
          <a:prstGeom prst="line">
            <a:avLst/>
          </a:prstGeom>
          <a:noFill/>
          <a:ln w="5715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6" name="Text Box 102">
            <a:extLst>
              <a:ext uri="{FF2B5EF4-FFF2-40B4-BE49-F238E27FC236}">
                <a16:creationId xmlns:a16="http://schemas.microsoft.com/office/drawing/2014/main" id="{83D38AF1-6CAD-49AB-A08E-BBCFEE1270A7}"/>
              </a:ext>
            </a:extLst>
          </p:cNvPr>
          <p:cNvSpPr txBox="1">
            <a:spLocks noChangeArrowheads="1"/>
          </p:cNvSpPr>
          <p:nvPr/>
        </p:nvSpPr>
        <p:spPr bwMode="auto">
          <a:xfrm>
            <a:off x="1987550" y="4876801"/>
            <a:ext cx="1066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en-US" sz="1800"/>
              <a:t>Head</a:t>
            </a:r>
          </a:p>
        </p:txBody>
      </p:sp>
      <p:sp>
        <p:nvSpPr>
          <p:cNvPr id="37" name="Line 103">
            <a:extLst>
              <a:ext uri="{FF2B5EF4-FFF2-40B4-BE49-F238E27FC236}">
                <a16:creationId xmlns:a16="http://schemas.microsoft.com/office/drawing/2014/main" id="{5D832065-3489-4753-BBCC-D1AA621CC780}"/>
              </a:ext>
            </a:extLst>
          </p:cNvPr>
          <p:cNvSpPr>
            <a:spLocks noChangeShapeType="1"/>
          </p:cNvSpPr>
          <p:nvPr/>
        </p:nvSpPr>
        <p:spPr bwMode="auto">
          <a:xfrm flipV="1">
            <a:off x="2216150" y="4435475"/>
            <a:ext cx="0" cy="5334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 name="Text Box 104">
            <a:extLst>
              <a:ext uri="{FF2B5EF4-FFF2-40B4-BE49-F238E27FC236}">
                <a16:creationId xmlns:a16="http://schemas.microsoft.com/office/drawing/2014/main" id="{17518920-E12F-4EE5-86C3-E9E1D6E8AC1D}"/>
              </a:ext>
            </a:extLst>
          </p:cNvPr>
          <p:cNvSpPr txBox="1">
            <a:spLocks noChangeArrowheads="1"/>
          </p:cNvSpPr>
          <p:nvPr/>
        </p:nvSpPr>
        <p:spPr bwMode="auto">
          <a:xfrm>
            <a:off x="9220200" y="4860926"/>
            <a:ext cx="1066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en-US" sz="1800"/>
              <a:t>Tail</a:t>
            </a:r>
          </a:p>
        </p:txBody>
      </p:sp>
      <p:sp>
        <p:nvSpPr>
          <p:cNvPr id="39" name="Line 105">
            <a:extLst>
              <a:ext uri="{FF2B5EF4-FFF2-40B4-BE49-F238E27FC236}">
                <a16:creationId xmlns:a16="http://schemas.microsoft.com/office/drawing/2014/main" id="{9F292617-8BAA-4848-A4DF-F65456053A88}"/>
              </a:ext>
            </a:extLst>
          </p:cNvPr>
          <p:cNvSpPr>
            <a:spLocks noChangeShapeType="1"/>
          </p:cNvSpPr>
          <p:nvPr/>
        </p:nvSpPr>
        <p:spPr bwMode="auto">
          <a:xfrm flipV="1">
            <a:off x="9448800" y="4419600"/>
            <a:ext cx="0" cy="5334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40" name="Group 135">
            <a:extLst>
              <a:ext uri="{FF2B5EF4-FFF2-40B4-BE49-F238E27FC236}">
                <a16:creationId xmlns:a16="http://schemas.microsoft.com/office/drawing/2014/main" id="{CE2637E8-0837-479C-BC0B-8B4DEA3DA0E4}"/>
              </a:ext>
            </a:extLst>
          </p:cNvPr>
          <p:cNvGrpSpPr>
            <a:grpSpLocks/>
          </p:cNvGrpSpPr>
          <p:nvPr/>
        </p:nvGrpSpPr>
        <p:grpSpPr bwMode="auto">
          <a:xfrm>
            <a:off x="10172701" y="4314825"/>
            <a:ext cx="454025" cy="304800"/>
            <a:chOff x="2208" y="3408"/>
            <a:chExt cx="286" cy="192"/>
          </a:xfrm>
        </p:grpSpPr>
        <p:sp>
          <p:nvSpPr>
            <p:cNvPr id="42027" name="Line 136">
              <a:extLst>
                <a:ext uri="{FF2B5EF4-FFF2-40B4-BE49-F238E27FC236}">
                  <a16:creationId xmlns:a16="http://schemas.microsoft.com/office/drawing/2014/main" id="{BC06839D-AB6B-4D2B-A316-27639407C814}"/>
                </a:ext>
              </a:extLst>
            </p:cNvPr>
            <p:cNvSpPr>
              <a:spLocks noChangeShapeType="1"/>
            </p:cNvSpPr>
            <p:nvPr/>
          </p:nvSpPr>
          <p:spPr bwMode="auto">
            <a:xfrm>
              <a:off x="2208" y="3408"/>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28" name="Line 137">
              <a:extLst>
                <a:ext uri="{FF2B5EF4-FFF2-40B4-BE49-F238E27FC236}">
                  <a16:creationId xmlns:a16="http://schemas.microsoft.com/office/drawing/2014/main" id="{ED5372D4-0FF2-43EF-919B-F8F6951894EE}"/>
                </a:ext>
              </a:extLst>
            </p:cNvPr>
            <p:cNvSpPr>
              <a:spLocks noChangeShapeType="1"/>
            </p:cNvSpPr>
            <p:nvPr/>
          </p:nvSpPr>
          <p:spPr bwMode="auto">
            <a:xfrm>
              <a:off x="2400" y="3408"/>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29" name="Line 138">
              <a:extLst>
                <a:ext uri="{FF2B5EF4-FFF2-40B4-BE49-F238E27FC236}">
                  <a16:creationId xmlns:a16="http://schemas.microsoft.com/office/drawing/2014/main" id="{202034C4-35EC-4108-9727-98A012C23513}"/>
                </a:ext>
              </a:extLst>
            </p:cNvPr>
            <p:cNvSpPr>
              <a:spLocks noChangeShapeType="1"/>
            </p:cNvSpPr>
            <p:nvPr/>
          </p:nvSpPr>
          <p:spPr bwMode="auto">
            <a:xfrm>
              <a:off x="2302" y="3552"/>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30" name="Line 139">
              <a:extLst>
                <a:ext uri="{FF2B5EF4-FFF2-40B4-BE49-F238E27FC236}">
                  <a16:creationId xmlns:a16="http://schemas.microsoft.com/office/drawing/2014/main" id="{1DD55A27-6222-478F-8CE3-4A896A0DBC1C}"/>
                </a:ext>
              </a:extLst>
            </p:cNvPr>
            <p:cNvSpPr>
              <a:spLocks noChangeShapeType="1"/>
            </p:cNvSpPr>
            <p:nvPr/>
          </p:nvSpPr>
          <p:spPr bwMode="auto">
            <a:xfrm>
              <a:off x="2352" y="3600"/>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6" name="Rectangle 91">
            <a:extLst>
              <a:ext uri="{FF2B5EF4-FFF2-40B4-BE49-F238E27FC236}">
                <a16:creationId xmlns:a16="http://schemas.microsoft.com/office/drawing/2014/main" id="{7941B3C8-8043-45FC-B079-55CB6790518A}"/>
              </a:ext>
            </a:extLst>
          </p:cNvPr>
          <p:cNvSpPr>
            <a:spLocks noChangeArrowheads="1"/>
          </p:cNvSpPr>
          <p:nvPr/>
        </p:nvSpPr>
        <p:spPr bwMode="auto">
          <a:xfrm>
            <a:off x="9085263" y="5811838"/>
            <a:ext cx="10668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47" name="Line 92">
            <a:extLst>
              <a:ext uri="{FF2B5EF4-FFF2-40B4-BE49-F238E27FC236}">
                <a16:creationId xmlns:a16="http://schemas.microsoft.com/office/drawing/2014/main" id="{2518B261-B3E4-4B48-BF68-C569DBE94098}"/>
              </a:ext>
            </a:extLst>
          </p:cNvPr>
          <p:cNvSpPr>
            <a:spLocks noChangeShapeType="1"/>
          </p:cNvSpPr>
          <p:nvPr/>
        </p:nvSpPr>
        <p:spPr bwMode="auto">
          <a:xfrm>
            <a:off x="9771063" y="5811838"/>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 name="Text Box 93">
            <a:extLst>
              <a:ext uri="{FF2B5EF4-FFF2-40B4-BE49-F238E27FC236}">
                <a16:creationId xmlns:a16="http://schemas.microsoft.com/office/drawing/2014/main" id="{A113BB06-14C2-4D60-AF5E-EC360214F1B6}"/>
              </a:ext>
            </a:extLst>
          </p:cNvPr>
          <p:cNvSpPr txBox="1">
            <a:spLocks noChangeArrowheads="1"/>
          </p:cNvSpPr>
          <p:nvPr/>
        </p:nvSpPr>
        <p:spPr bwMode="auto">
          <a:xfrm>
            <a:off x="9069389" y="5776913"/>
            <a:ext cx="1463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TW" sz="2400">
                <a:latin typeface="Times New Roman" panose="02020603050405020304" pitchFamily="18" charset="0"/>
                <a:ea typeface="PMingLiU" panose="02020500000000000000" pitchFamily="18" charset="-120"/>
              </a:rPr>
              <a:t>  1      </a:t>
            </a:r>
            <a:r>
              <a:rPr kumimoji="1" lang="en-US" altLang="zh-TW" sz="2400">
                <a:latin typeface="Times New Roman" panose="02020603050405020304" pitchFamily="18" charset="0"/>
                <a:ea typeface="PMingLiU" panose="02020500000000000000" pitchFamily="18" charset="-120"/>
                <a:sym typeface="Wingdings" panose="05000000000000000000" pitchFamily="2" charset="2"/>
              </a:rPr>
              <a:t></a:t>
            </a:r>
            <a:endParaRPr kumimoji="1" lang="en-US" altLang="zh-TW" sz="2400">
              <a:latin typeface="Times New Roman" panose="02020603050405020304" pitchFamily="18" charset="0"/>
              <a:ea typeface="PMingLiU" panose="02020500000000000000" pitchFamily="18" charset="-120"/>
            </a:endParaRPr>
          </a:p>
        </p:txBody>
      </p:sp>
      <p:sp>
        <p:nvSpPr>
          <p:cNvPr id="49" name="Rectangle 94">
            <a:extLst>
              <a:ext uri="{FF2B5EF4-FFF2-40B4-BE49-F238E27FC236}">
                <a16:creationId xmlns:a16="http://schemas.microsoft.com/office/drawing/2014/main" id="{4FD35A70-24E2-4D7A-8086-8CD584B35E18}"/>
              </a:ext>
            </a:extLst>
          </p:cNvPr>
          <p:cNvSpPr>
            <a:spLocks noChangeArrowheads="1"/>
          </p:cNvSpPr>
          <p:nvPr/>
        </p:nvSpPr>
        <p:spPr bwMode="auto">
          <a:xfrm>
            <a:off x="9785350" y="5805488"/>
            <a:ext cx="382588" cy="387350"/>
          </a:xfrm>
          <a:prstGeom prst="rect">
            <a:avLst/>
          </a:prstGeom>
          <a:solidFill>
            <a:srgbClr val="0000FF">
              <a:alpha val="50195"/>
            </a:srgbClr>
          </a:solidFill>
          <a:ln w="9525">
            <a:solidFill>
              <a:srgbClr val="0000FF"/>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50" name="Text Box 102">
            <a:extLst>
              <a:ext uri="{FF2B5EF4-FFF2-40B4-BE49-F238E27FC236}">
                <a16:creationId xmlns:a16="http://schemas.microsoft.com/office/drawing/2014/main" id="{C89EE082-7CAA-49AE-B0E0-3515BA77C117}"/>
              </a:ext>
            </a:extLst>
          </p:cNvPr>
          <p:cNvSpPr txBox="1">
            <a:spLocks noChangeArrowheads="1"/>
          </p:cNvSpPr>
          <p:nvPr/>
        </p:nvSpPr>
        <p:spPr bwMode="auto">
          <a:xfrm>
            <a:off x="9410700" y="5251451"/>
            <a:ext cx="1066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en-US" sz="1800"/>
              <a:t>P</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ppt_x"/>
                                          </p:val>
                                        </p:tav>
                                        <p:tav tm="100000">
                                          <p:val>
                                            <p:strVal val="#ppt_x"/>
                                          </p:val>
                                        </p:tav>
                                      </p:tavLst>
                                    </p:anim>
                                    <p:anim calcmode="lin" valueType="num">
                                      <p:cBhvr additive="base">
                                        <p:cTn id="24" dur="500" fill="hold"/>
                                        <p:tgtEl>
                                          <p:spTgt spid="11"/>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ppt_x"/>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500" fill="hold"/>
                                        <p:tgtEl>
                                          <p:spTgt spid="14"/>
                                        </p:tgtEl>
                                        <p:attrNameLst>
                                          <p:attrName>ppt_x</p:attrName>
                                        </p:attrNameLst>
                                      </p:cBhvr>
                                      <p:tavLst>
                                        <p:tav tm="0">
                                          <p:val>
                                            <p:strVal val="#ppt_x"/>
                                          </p:val>
                                        </p:tav>
                                        <p:tav tm="100000">
                                          <p:val>
                                            <p:strVal val="#ppt_x"/>
                                          </p:val>
                                        </p:tav>
                                      </p:tavLst>
                                    </p:anim>
                                    <p:anim calcmode="lin" valueType="num">
                                      <p:cBhvr additive="base">
                                        <p:cTn id="36" dur="500" fill="hold"/>
                                        <p:tgtEl>
                                          <p:spTgt spid="14"/>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cBhvr additive="base">
                                        <p:cTn id="39" dur="500" fill="hold"/>
                                        <p:tgtEl>
                                          <p:spTgt spid="15"/>
                                        </p:tgtEl>
                                        <p:attrNameLst>
                                          <p:attrName>ppt_x</p:attrName>
                                        </p:attrNameLst>
                                      </p:cBhvr>
                                      <p:tavLst>
                                        <p:tav tm="0">
                                          <p:val>
                                            <p:strVal val="#ppt_x"/>
                                          </p:val>
                                        </p:tav>
                                        <p:tav tm="100000">
                                          <p:val>
                                            <p:strVal val="#ppt_x"/>
                                          </p:val>
                                        </p:tav>
                                      </p:tavLst>
                                    </p:anim>
                                    <p:anim calcmode="lin" valueType="num">
                                      <p:cBhvr additive="base">
                                        <p:cTn id="40" dur="500" fill="hold"/>
                                        <p:tgtEl>
                                          <p:spTgt spid="15"/>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additive="base">
                                        <p:cTn id="43" dur="500" fill="hold"/>
                                        <p:tgtEl>
                                          <p:spTgt spid="16"/>
                                        </p:tgtEl>
                                        <p:attrNameLst>
                                          <p:attrName>ppt_x</p:attrName>
                                        </p:attrNameLst>
                                      </p:cBhvr>
                                      <p:tavLst>
                                        <p:tav tm="0">
                                          <p:val>
                                            <p:strVal val="#ppt_x"/>
                                          </p:val>
                                        </p:tav>
                                        <p:tav tm="100000">
                                          <p:val>
                                            <p:strVal val="#ppt_x"/>
                                          </p:val>
                                        </p:tav>
                                      </p:tavLst>
                                    </p:anim>
                                    <p:anim calcmode="lin" valueType="num">
                                      <p:cBhvr additive="base">
                                        <p:cTn id="44" dur="500" fill="hold"/>
                                        <p:tgtEl>
                                          <p:spTgt spid="16"/>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 calcmode="lin" valueType="num">
                                      <p:cBhvr additive="base">
                                        <p:cTn id="47" dur="500" fill="hold"/>
                                        <p:tgtEl>
                                          <p:spTgt spid="17"/>
                                        </p:tgtEl>
                                        <p:attrNameLst>
                                          <p:attrName>ppt_x</p:attrName>
                                        </p:attrNameLst>
                                      </p:cBhvr>
                                      <p:tavLst>
                                        <p:tav tm="0">
                                          <p:val>
                                            <p:strVal val="#ppt_x"/>
                                          </p:val>
                                        </p:tav>
                                        <p:tav tm="100000">
                                          <p:val>
                                            <p:strVal val="#ppt_x"/>
                                          </p:val>
                                        </p:tav>
                                      </p:tavLst>
                                    </p:anim>
                                    <p:anim calcmode="lin" valueType="num">
                                      <p:cBhvr additive="base">
                                        <p:cTn id="48" dur="500" fill="hold"/>
                                        <p:tgtEl>
                                          <p:spTgt spid="17"/>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 calcmode="lin" valueType="num">
                                      <p:cBhvr additive="base">
                                        <p:cTn id="51" dur="500" fill="hold"/>
                                        <p:tgtEl>
                                          <p:spTgt spid="18"/>
                                        </p:tgtEl>
                                        <p:attrNameLst>
                                          <p:attrName>ppt_x</p:attrName>
                                        </p:attrNameLst>
                                      </p:cBhvr>
                                      <p:tavLst>
                                        <p:tav tm="0">
                                          <p:val>
                                            <p:strVal val="#ppt_x"/>
                                          </p:val>
                                        </p:tav>
                                        <p:tav tm="100000">
                                          <p:val>
                                            <p:strVal val="#ppt_x"/>
                                          </p:val>
                                        </p:tav>
                                      </p:tavLst>
                                    </p:anim>
                                    <p:anim calcmode="lin" valueType="num">
                                      <p:cBhvr additive="base">
                                        <p:cTn id="52" dur="500" fill="hold"/>
                                        <p:tgtEl>
                                          <p:spTgt spid="18"/>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additive="base">
                                        <p:cTn id="55" dur="500" fill="hold"/>
                                        <p:tgtEl>
                                          <p:spTgt spid="19"/>
                                        </p:tgtEl>
                                        <p:attrNameLst>
                                          <p:attrName>ppt_x</p:attrName>
                                        </p:attrNameLst>
                                      </p:cBhvr>
                                      <p:tavLst>
                                        <p:tav tm="0">
                                          <p:val>
                                            <p:strVal val="#ppt_x"/>
                                          </p:val>
                                        </p:tav>
                                        <p:tav tm="100000">
                                          <p:val>
                                            <p:strVal val="#ppt_x"/>
                                          </p:val>
                                        </p:tav>
                                      </p:tavLst>
                                    </p:anim>
                                    <p:anim calcmode="lin" valueType="num">
                                      <p:cBhvr additive="base">
                                        <p:cTn id="56" dur="500" fill="hold"/>
                                        <p:tgtEl>
                                          <p:spTgt spid="19"/>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20"/>
                                        </p:tgtEl>
                                        <p:attrNameLst>
                                          <p:attrName>style.visibility</p:attrName>
                                        </p:attrNameLst>
                                      </p:cBhvr>
                                      <p:to>
                                        <p:strVal val="visible"/>
                                      </p:to>
                                    </p:set>
                                    <p:anim calcmode="lin" valueType="num">
                                      <p:cBhvr additive="base">
                                        <p:cTn id="59" dur="500" fill="hold"/>
                                        <p:tgtEl>
                                          <p:spTgt spid="20"/>
                                        </p:tgtEl>
                                        <p:attrNameLst>
                                          <p:attrName>ppt_x</p:attrName>
                                        </p:attrNameLst>
                                      </p:cBhvr>
                                      <p:tavLst>
                                        <p:tav tm="0">
                                          <p:val>
                                            <p:strVal val="#ppt_x"/>
                                          </p:val>
                                        </p:tav>
                                        <p:tav tm="100000">
                                          <p:val>
                                            <p:strVal val="#ppt_x"/>
                                          </p:val>
                                        </p:tav>
                                      </p:tavLst>
                                    </p:anim>
                                    <p:anim calcmode="lin" valueType="num">
                                      <p:cBhvr additive="base">
                                        <p:cTn id="60" dur="500" fill="hold"/>
                                        <p:tgtEl>
                                          <p:spTgt spid="20"/>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 calcmode="lin" valueType="num">
                                      <p:cBhvr additive="base">
                                        <p:cTn id="63" dur="500" fill="hold"/>
                                        <p:tgtEl>
                                          <p:spTgt spid="21"/>
                                        </p:tgtEl>
                                        <p:attrNameLst>
                                          <p:attrName>ppt_x</p:attrName>
                                        </p:attrNameLst>
                                      </p:cBhvr>
                                      <p:tavLst>
                                        <p:tav tm="0">
                                          <p:val>
                                            <p:strVal val="#ppt_x"/>
                                          </p:val>
                                        </p:tav>
                                        <p:tav tm="100000">
                                          <p:val>
                                            <p:strVal val="#ppt_x"/>
                                          </p:val>
                                        </p:tav>
                                      </p:tavLst>
                                    </p:anim>
                                    <p:anim calcmode="lin" valueType="num">
                                      <p:cBhvr additive="base">
                                        <p:cTn id="64" dur="500" fill="hold"/>
                                        <p:tgtEl>
                                          <p:spTgt spid="21"/>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 calcmode="lin" valueType="num">
                                      <p:cBhvr additive="base">
                                        <p:cTn id="67" dur="500" fill="hold"/>
                                        <p:tgtEl>
                                          <p:spTgt spid="22"/>
                                        </p:tgtEl>
                                        <p:attrNameLst>
                                          <p:attrName>ppt_x</p:attrName>
                                        </p:attrNameLst>
                                      </p:cBhvr>
                                      <p:tavLst>
                                        <p:tav tm="0">
                                          <p:val>
                                            <p:strVal val="#ppt_x"/>
                                          </p:val>
                                        </p:tav>
                                        <p:tav tm="100000">
                                          <p:val>
                                            <p:strVal val="#ppt_x"/>
                                          </p:val>
                                        </p:tav>
                                      </p:tavLst>
                                    </p:anim>
                                    <p:anim calcmode="lin" valueType="num">
                                      <p:cBhvr additive="base">
                                        <p:cTn id="68" dur="500" fill="hold"/>
                                        <p:tgtEl>
                                          <p:spTgt spid="22"/>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23"/>
                                        </p:tgtEl>
                                        <p:attrNameLst>
                                          <p:attrName>style.visibility</p:attrName>
                                        </p:attrNameLst>
                                      </p:cBhvr>
                                      <p:to>
                                        <p:strVal val="visible"/>
                                      </p:to>
                                    </p:set>
                                    <p:anim calcmode="lin" valueType="num">
                                      <p:cBhvr additive="base">
                                        <p:cTn id="71" dur="500" fill="hold"/>
                                        <p:tgtEl>
                                          <p:spTgt spid="23"/>
                                        </p:tgtEl>
                                        <p:attrNameLst>
                                          <p:attrName>ppt_x</p:attrName>
                                        </p:attrNameLst>
                                      </p:cBhvr>
                                      <p:tavLst>
                                        <p:tav tm="0">
                                          <p:val>
                                            <p:strVal val="#ppt_x"/>
                                          </p:val>
                                        </p:tav>
                                        <p:tav tm="100000">
                                          <p:val>
                                            <p:strVal val="#ppt_x"/>
                                          </p:val>
                                        </p:tav>
                                      </p:tavLst>
                                    </p:anim>
                                    <p:anim calcmode="lin" valueType="num">
                                      <p:cBhvr additive="base">
                                        <p:cTn id="72" dur="500" fill="hold"/>
                                        <p:tgtEl>
                                          <p:spTgt spid="23"/>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24"/>
                                        </p:tgtEl>
                                        <p:attrNameLst>
                                          <p:attrName>style.visibility</p:attrName>
                                        </p:attrNameLst>
                                      </p:cBhvr>
                                      <p:to>
                                        <p:strVal val="visible"/>
                                      </p:to>
                                    </p:set>
                                    <p:anim calcmode="lin" valueType="num">
                                      <p:cBhvr additive="base">
                                        <p:cTn id="75" dur="500" fill="hold"/>
                                        <p:tgtEl>
                                          <p:spTgt spid="24"/>
                                        </p:tgtEl>
                                        <p:attrNameLst>
                                          <p:attrName>ppt_x</p:attrName>
                                        </p:attrNameLst>
                                      </p:cBhvr>
                                      <p:tavLst>
                                        <p:tav tm="0">
                                          <p:val>
                                            <p:strVal val="#ppt_x"/>
                                          </p:val>
                                        </p:tav>
                                        <p:tav tm="100000">
                                          <p:val>
                                            <p:strVal val="#ppt_x"/>
                                          </p:val>
                                        </p:tav>
                                      </p:tavLst>
                                    </p:anim>
                                    <p:anim calcmode="lin" valueType="num">
                                      <p:cBhvr additive="base">
                                        <p:cTn id="76" dur="500" fill="hold"/>
                                        <p:tgtEl>
                                          <p:spTgt spid="24"/>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25"/>
                                        </p:tgtEl>
                                        <p:attrNameLst>
                                          <p:attrName>style.visibility</p:attrName>
                                        </p:attrNameLst>
                                      </p:cBhvr>
                                      <p:to>
                                        <p:strVal val="visible"/>
                                      </p:to>
                                    </p:set>
                                    <p:anim calcmode="lin" valueType="num">
                                      <p:cBhvr additive="base">
                                        <p:cTn id="79" dur="500" fill="hold"/>
                                        <p:tgtEl>
                                          <p:spTgt spid="25"/>
                                        </p:tgtEl>
                                        <p:attrNameLst>
                                          <p:attrName>ppt_x</p:attrName>
                                        </p:attrNameLst>
                                      </p:cBhvr>
                                      <p:tavLst>
                                        <p:tav tm="0">
                                          <p:val>
                                            <p:strVal val="#ppt_x"/>
                                          </p:val>
                                        </p:tav>
                                        <p:tav tm="100000">
                                          <p:val>
                                            <p:strVal val="#ppt_x"/>
                                          </p:val>
                                        </p:tav>
                                      </p:tavLst>
                                    </p:anim>
                                    <p:anim calcmode="lin" valueType="num">
                                      <p:cBhvr additive="base">
                                        <p:cTn id="80" dur="500" fill="hold"/>
                                        <p:tgtEl>
                                          <p:spTgt spid="25"/>
                                        </p:tgtEl>
                                        <p:attrNameLst>
                                          <p:attrName>ppt_y</p:attrName>
                                        </p:attrNameLst>
                                      </p:cBhvr>
                                      <p:tavLst>
                                        <p:tav tm="0">
                                          <p:val>
                                            <p:strVal val="1+#ppt_h/2"/>
                                          </p:val>
                                        </p:tav>
                                        <p:tav tm="100000">
                                          <p:val>
                                            <p:strVal val="#ppt_y"/>
                                          </p:val>
                                        </p:tav>
                                      </p:tavLst>
                                    </p:anim>
                                  </p:childTnLst>
                                </p:cTn>
                              </p:par>
                              <p:par>
                                <p:cTn id="81" presetID="2" presetClass="entr" presetSubtype="4" fill="hold" nodeType="withEffect">
                                  <p:stCondLst>
                                    <p:cond delay="0"/>
                                  </p:stCondLst>
                                  <p:childTnLst>
                                    <p:set>
                                      <p:cBhvr>
                                        <p:cTn id="82" dur="1" fill="hold">
                                          <p:stCondLst>
                                            <p:cond delay="0"/>
                                          </p:stCondLst>
                                        </p:cTn>
                                        <p:tgtEl>
                                          <p:spTgt spid="26"/>
                                        </p:tgtEl>
                                        <p:attrNameLst>
                                          <p:attrName>style.visibility</p:attrName>
                                        </p:attrNameLst>
                                      </p:cBhvr>
                                      <p:to>
                                        <p:strVal val="visible"/>
                                      </p:to>
                                    </p:set>
                                    <p:anim calcmode="lin" valueType="num">
                                      <p:cBhvr additive="base">
                                        <p:cTn id="83" dur="500" fill="hold"/>
                                        <p:tgtEl>
                                          <p:spTgt spid="26"/>
                                        </p:tgtEl>
                                        <p:attrNameLst>
                                          <p:attrName>ppt_x</p:attrName>
                                        </p:attrNameLst>
                                      </p:cBhvr>
                                      <p:tavLst>
                                        <p:tav tm="0">
                                          <p:val>
                                            <p:strVal val="#ppt_x"/>
                                          </p:val>
                                        </p:tav>
                                        <p:tav tm="100000">
                                          <p:val>
                                            <p:strVal val="#ppt_x"/>
                                          </p:val>
                                        </p:tav>
                                      </p:tavLst>
                                    </p:anim>
                                    <p:anim calcmode="lin" valueType="num">
                                      <p:cBhvr additive="base">
                                        <p:cTn id="84" dur="500" fill="hold"/>
                                        <p:tgtEl>
                                          <p:spTgt spid="26"/>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27"/>
                                        </p:tgtEl>
                                        <p:attrNameLst>
                                          <p:attrName>style.visibility</p:attrName>
                                        </p:attrNameLst>
                                      </p:cBhvr>
                                      <p:to>
                                        <p:strVal val="visible"/>
                                      </p:to>
                                    </p:set>
                                    <p:anim calcmode="lin" valueType="num">
                                      <p:cBhvr additive="base">
                                        <p:cTn id="87" dur="500" fill="hold"/>
                                        <p:tgtEl>
                                          <p:spTgt spid="27"/>
                                        </p:tgtEl>
                                        <p:attrNameLst>
                                          <p:attrName>ppt_x</p:attrName>
                                        </p:attrNameLst>
                                      </p:cBhvr>
                                      <p:tavLst>
                                        <p:tav tm="0">
                                          <p:val>
                                            <p:strVal val="#ppt_x"/>
                                          </p:val>
                                        </p:tav>
                                        <p:tav tm="100000">
                                          <p:val>
                                            <p:strVal val="#ppt_x"/>
                                          </p:val>
                                        </p:tav>
                                      </p:tavLst>
                                    </p:anim>
                                    <p:anim calcmode="lin" valueType="num">
                                      <p:cBhvr additive="base">
                                        <p:cTn id="88" dur="500" fill="hold"/>
                                        <p:tgtEl>
                                          <p:spTgt spid="27"/>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28"/>
                                        </p:tgtEl>
                                        <p:attrNameLst>
                                          <p:attrName>style.visibility</p:attrName>
                                        </p:attrNameLst>
                                      </p:cBhvr>
                                      <p:to>
                                        <p:strVal val="visible"/>
                                      </p:to>
                                    </p:set>
                                    <p:anim calcmode="lin" valueType="num">
                                      <p:cBhvr additive="base">
                                        <p:cTn id="91" dur="500" fill="hold"/>
                                        <p:tgtEl>
                                          <p:spTgt spid="28"/>
                                        </p:tgtEl>
                                        <p:attrNameLst>
                                          <p:attrName>ppt_x</p:attrName>
                                        </p:attrNameLst>
                                      </p:cBhvr>
                                      <p:tavLst>
                                        <p:tav tm="0">
                                          <p:val>
                                            <p:strVal val="#ppt_x"/>
                                          </p:val>
                                        </p:tav>
                                        <p:tav tm="100000">
                                          <p:val>
                                            <p:strVal val="#ppt_x"/>
                                          </p:val>
                                        </p:tav>
                                      </p:tavLst>
                                    </p:anim>
                                    <p:anim calcmode="lin" valueType="num">
                                      <p:cBhvr additive="base">
                                        <p:cTn id="92" dur="500" fill="hold"/>
                                        <p:tgtEl>
                                          <p:spTgt spid="28"/>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29"/>
                                        </p:tgtEl>
                                        <p:attrNameLst>
                                          <p:attrName>style.visibility</p:attrName>
                                        </p:attrNameLst>
                                      </p:cBhvr>
                                      <p:to>
                                        <p:strVal val="visible"/>
                                      </p:to>
                                    </p:set>
                                    <p:anim calcmode="lin" valueType="num">
                                      <p:cBhvr additive="base">
                                        <p:cTn id="95" dur="500" fill="hold"/>
                                        <p:tgtEl>
                                          <p:spTgt spid="29"/>
                                        </p:tgtEl>
                                        <p:attrNameLst>
                                          <p:attrName>ppt_x</p:attrName>
                                        </p:attrNameLst>
                                      </p:cBhvr>
                                      <p:tavLst>
                                        <p:tav tm="0">
                                          <p:val>
                                            <p:strVal val="#ppt_x"/>
                                          </p:val>
                                        </p:tav>
                                        <p:tav tm="100000">
                                          <p:val>
                                            <p:strVal val="#ppt_x"/>
                                          </p:val>
                                        </p:tav>
                                      </p:tavLst>
                                    </p:anim>
                                    <p:anim calcmode="lin" valueType="num">
                                      <p:cBhvr additive="base">
                                        <p:cTn id="96" dur="500" fill="hold"/>
                                        <p:tgtEl>
                                          <p:spTgt spid="29"/>
                                        </p:tgtEl>
                                        <p:attrNameLst>
                                          <p:attrName>ppt_y</p:attrName>
                                        </p:attrNameLst>
                                      </p:cBhvr>
                                      <p:tavLst>
                                        <p:tav tm="0">
                                          <p:val>
                                            <p:strVal val="1+#ppt_h/2"/>
                                          </p:val>
                                        </p:tav>
                                        <p:tav tm="100000">
                                          <p:val>
                                            <p:strVal val="#ppt_y"/>
                                          </p:val>
                                        </p:tav>
                                      </p:tavLst>
                                    </p:anim>
                                  </p:childTnLst>
                                </p:cTn>
                              </p:par>
                              <p:par>
                                <p:cTn id="97" presetID="2" presetClass="entr" presetSubtype="4" fill="hold" nodeType="withEffect">
                                  <p:stCondLst>
                                    <p:cond delay="0"/>
                                  </p:stCondLst>
                                  <p:childTnLst>
                                    <p:set>
                                      <p:cBhvr>
                                        <p:cTn id="98" dur="1" fill="hold">
                                          <p:stCondLst>
                                            <p:cond delay="0"/>
                                          </p:stCondLst>
                                        </p:cTn>
                                        <p:tgtEl>
                                          <p:spTgt spid="30"/>
                                        </p:tgtEl>
                                        <p:attrNameLst>
                                          <p:attrName>style.visibility</p:attrName>
                                        </p:attrNameLst>
                                      </p:cBhvr>
                                      <p:to>
                                        <p:strVal val="visible"/>
                                      </p:to>
                                    </p:set>
                                    <p:anim calcmode="lin" valueType="num">
                                      <p:cBhvr additive="base">
                                        <p:cTn id="99" dur="500" fill="hold"/>
                                        <p:tgtEl>
                                          <p:spTgt spid="30"/>
                                        </p:tgtEl>
                                        <p:attrNameLst>
                                          <p:attrName>ppt_x</p:attrName>
                                        </p:attrNameLst>
                                      </p:cBhvr>
                                      <p:tavLst>
                                        <p:tav tm="0">
                                          <p:val>
                                            <p:strVal val="#ppt_x"/>
                                          </p:val>
                                        </p:tav>
                                        <p:tav tm="100000">
                                          <p:val>
                                            <p:strVal val="#ppt_x"/>
                                          </p:val>
                                        </p:tav>
                                      </p:tavLst>
                                    </p:anim>
                                    <p:anim calcmode="lin" valueType="num">
                                      <p:cBhvr additive="base">
                                        <p:cTn id="100" dur="500" fill="hold"/>
                                        <p:tgtEl>
                                          <p:spTgt spid="30"/>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p:stCondLst>
                                    <p:cond delay="0"/>
                                  </p:stCondLst>
                                  <p:childTnLst>
                                    <p:set>
                                      <p:cBhvr>
                                        <p:cTn id="102" dur="1" fill="hold">
                                          <p:stCondLst>
                                            <p:cond delay="0"/>
                                          </p:stCondLst>
                                        </p:cTn>
                                        <p:tgtEl>
                                          <p:spTgt spid="31"/>
                                        </p:tgtEl>
                                        <p:attrNameLst>
                                          <p:attrName>style.visibility</p:attrName>
                                        </p:attrNameLst>
                                      </p:cBhvr>
                                      <p:to>
                                        <p:strVal val="visible"/>
                                      </p:to>
                                    </p:set>
                                    <p:anim calcmode="lin" valueType="num">
                                      <p:cBhvr additive="base">
                                        <p:cTn id="103" dur="500" fill="hold"/>
                                        <p:tgtEl>
                                          <p:spTgt spid="31"/>
                                        </p:tgtEl>
                                        <p:attrNameLst>
                                          <p:attrName>ppt_x</p:attrName>
                                        </p:attrNameLst>
                                      </p:cBhvr>
                                      <p:tavLst>
                                        <p:tav tm="0">
                                          <p:val>
                                            <p:strVal val="#ppt_x"/>
                                          </p:val>
                                        </p:tav>
                                        <p:tav tm="100000">
                                          <p:val>
                                            <p:strVal val="#ppt_x"/>
                                          </p:val>
                                        </p:tav>
                                      </p:tavLst>
                                    </p:anim>
                                    <p:anim calcmode="lin" valueType="num">
                                      <p:cBhvr additive="base">
                                        <p:cTn id="104" dur="500" fill="hold"/>
                                        <p:tgtEl>
                                          <p:spTgt spid="31"/>
                                        </p:tgtEl>
                                        <p:attrNameLst>
                                          <p:attrName>ppt_y</p:attrName>
                                        </p:attrNameLst>
                                      </p:cBhvr>
                                      <p:tavLst>
                                        <p:tav tm="0">
                                          <p:val>
                                            <p:strVal val="1+#ppt_h/2"/>
                                          </p:val>
                                        </p:tav>
                                        <p:tav tm="100000">
                                          <p:val>
                                            <p:strVal val="#ppt_y"/>
                                          </p:val>
                                        </p:tav>
                                      </p:tavLst>
                                    </p:anim>
                                  </p:childTnLst>
                                </p:cTn>
                              </p:par>
                              <p:par>
                                <p:cTn id="105" presetID="2" presetClass="entr" presetSubtype="4" fill="hold" grpId="0" nodeType="withEffect">
                                  <p:stCondLst>
                                    <p:cond delay="0"/>
                                  </p:stCondLst>
                                  <p:childTnLst>
                                    <p:set>
                                      <p:cBhvr>
                                        <p:cTn id="106" dur="1" fill="hold">
                                          <p:stCondLst>
                                            <p:cond delay="0"/>
                                          </p:stCondLst>
                                        </p:cTn>
                                        <p:tgtEl>
                                          <p:spTgt spid="32"/>
                                        </p:tgtEl>
                                        <p:attrNameLst>
                                          <p:attrName>style.visibility</p:attrName>
                                        </p:attrNameLst>
                                      </p:cBhvr>
                                      <p:to>
                                        <p:strVal val="visible"/>
                                      </p:to>
                                    </p:set>
                                    <p:anim calcmode="lin" valueType="num">
                                      <p:cBhvr additive="base">
                                        <p:cTn id="107" dur="500" fill="hold"/>
                                        <p:tgtEl>
                                          <p:spTgt spid="32"/>
                                        </p:tgtEl>
                                        <p:attrNameLst>
                                          <p:attrName>ppt_x</p:attrName>
                                        </p:attrNameLst>
                                      </p:cBhvr>
                                      <p:tavLst>
                                        <p:tav tm="0">
                                          <p:val>
                                            <p:strVal val="#ppt_x"/>
                                          </p:val>
                                        </p:tav>
                                        <p:tav tm="100000">
                                          <p:val>
                                            <p:strVal val="#ppt_x"/>
                                          </p:val>
                                        </p:tav>
                                      </p:tavLst>
                                    </p:anim>
                                    <p:anim calcmode="lin" valueType="num">
                                      <p:cBhvr additive="base">
                                        <p:cTn id="108" dur="500" fill="hold"/>
                                        <p:tgtEl>
                                          <p:spTgt spid="32"/>
                                        </p:tgtEl>
                                        <p:attrNameLst>
                                          <p:attrName>ppt_y</p:attrName>
                                        </p:attrNameLst>
                                      </p:cBhvr>
                                      <p:tavLst>
                                        <p:tav tm="0">
                                          <p:val>
                                            <p:strVal val="1+#ppt_h/2"/>
                                          </p:val>
                                        </p:tav>
                                        <p:tav tm="100000">
                                          <p:val>
                                            <p:strVal val="#ppt_y"/>
                                          </p:val>
                                        </p:tav>
                                      </p:tavLst>
                                    </p:anim>
                                  </p:childTnLst>
                                </p:cTn>
                              </p:par>
                              <p:par>
                                <p:cTn id="109" presetID="2" presetClass="entr" presetSubtype="4" fill="hold" nodeType="withEffect">
                                  <p:stCondLst>
                                    <p:cond delay="0"/>
                                  </p:stCondLst>
                                  <p:childTnLst>
                                    <p:set>
                                      <p:cBhvr>
                                        <p:cTn id="110" dur="1" fill="hold">
                                          <p:stCondLst>
                                            <p:cond delay="0"/>
                                          </p:stCondLst>
                                        </p:cTn>
                                        <p:tgtEl>
                                          <p:spTgt spid="33"/>
                                        </p:tgtEl>
                                        <p:attrNameLst>
                                          <p:attrName>style.visibility</p:attrName>
                                        </p:attrNameLst>
                                      </p:cBhvr>
                                      <p:to>
                                        <p:strVal val="visible"/>
                                      </p:to>
                                    </p:set>
                                    <p:anim calcmode="lin" valueType="num">
                                      <p:cBhvr additive="base">
                                        <p:cTn id="111" dur="500" fill="hold"/>
                                        <p:tgtEl>
                                          <p:spTgt spid="33"/>
                                        </p:tgtEl>
                                        <p:attrNameLst>
                                          <p:attrName>ppt_x</p:attrName>
                                        </p:attrNameLst>
                                      </p:cBhvr>
                                      <p:tavLst>
                                        <p:tav tm="0">
                                          <p:val>
                                            <p:strVal val="#ppt_x"/>
                                          </p:val>
                                        </p:tav>
                                        <p:tav tm="100000">
                                          <p:val>
                                            <p:strVal val="#ppt_x"/>
                                          </p:val>
                                        </p:tav>
                                      </p:tavLst>
                                    </p:anim>
                                    <p:anim calcmode="lin" valueType="num">
                                      <p:cBhvr additive="base">
                                        <p:cTn id="112" dur="500" fill="hold"/>
                                        <p:tgtEl>
                                          <p:spTgt spid="33"/>
                                        </p:tgtEl>
                                        <p:attrNameLst>
                                          <p:attrName>ppt_y</p:attrName>
                                        </p:attrNameLst>
                                      </p:cBhvr>
                                      <p:tavLst>
                                        <p:tav tm="0">
                                          <p:val>
                                            <p:strVal val="1+#ppt_h/2"/>
                                          </p:val>
                                        </p:tav>
                                        <p:tav tm="100000">
                                          <p:val>
                                            <p:strVal val="#ppt_y"/>
                                          </p:val>
                                        </p:tav>
                                      </p:tavLst>
                                    </p:anim>
                                  </p:childTnLst>
                                </p:cTn>
                              </p:par>
                              <p:par>
                                <p:cTn id="113" presetID="2" presetClass="entr" presetSubtype="4" fill="hold" nodeType="withEffect">
                                  <p:stCondLst>
                                    <p:cond delay="0"/>
                                  </p:stCondLst>
                                  <p:childTnLst>
                                    <p:set>
                                      <p:cBhvr>
                                        <p:cTn id="114" dur="1" fill="hold">
                                          <p:stCondLst>
                                            <p:cond delay="0"/>
                                          </p:stCondLst>
                                        </p:cTn>
                                        <p:tgtEl>
                                          <p:spTgt spid="34"/>
                                        </p:tgtEl>
                                        <p:attrNameLst>
                                          <p:attrName>style.visibility</p:attrName>
                                        </p:attrNameLst>
                                      </p:cBhvr>
                                      <p:to>
                                        <p:strVal val="visible"/>
                                      </p:to>
                                    </p:set>
                                    <p:anim calcmode="lin" valueType="num">
                                      <p:cBhvr additive="base">
                                        <p:cTn id="115" dur="500" fill="hold"/>
                                        <p:tgtEl>
                                          <p:spTgt spid="34"/>
                                        </p:tgtEl>
                                        <p:attrNameLst>
                                          <p:attrName>ppt_x</p:attrName>
                                        </p:attrNameLst>
                                      </p:cBhvr>
                                      <p:tavLst>
                                        <p:tav tm="0">
                                          <p:val>
                                            <p:strVal val="#ppt_x"/>
                                          </p:val>
                                        </p:tav>
                                        <p:tav tm="100000">
                                          <p:val>
                                            <p:strVal val="#ppt_x"/>
                                          </p:val>
                                        </p:tav>
                                      </p:tavLst>
                                    </p:anim>
                                    <p:anim calcmode="lin" valueType="num">
                                      <p:cBhvr additive="base">
                                        <p:cTn id="116" dur="500" fill="hold"/>
                                        <p:tgtEl>
                                          <p:spTgt spid="34"/>
                                        </p:tgtEl>
                                        <p:attrNameLst>
                                          <p:attrName>ppt_y</p:attrName>
                                        </p:attrNameLst>
                                      </p:cBhvr>
                                      <p:tavLst>
                                        <p:tav tm="0">
                                          <p:val>
                                            <p:strVal val="1+#ppt_h/2"/>
                                          </p:val>
                                        </p:tav>
                                        <p:tav tm="100000">
                                          <p:val>
                                            <p:strVal val="#ppt_y"/>
                                          </p:val>
                                        </p:tav>
                                      </p:tavLst>
                                    </p:anim>
                                  </p:childTnLst>
                                </p:cTn>
                              </p:par>
                              <p:par>
                                <p:cTn id="117" presetID="2" presetClass="entr" presetSubtype="4" fill="hold" nodeType="withEffect">
                                  <p:stCondLst>
                                    <p:cond delay="0"/>
                                  </p:stCondLst>
                                  <p:childTnLst>
                                    <p:set>
                                      <p:cBhvr>
                                        <p:cTn id="118" dur="1" fill="hold">
                                          <p:stCondLst>
                                            <p:cond delay="0"/>
                                          </p:stCondLst>
                                        </p:cTn>
                                        <p:tgtEl>
                                          <p:spTgt spid="35"/>
                                        </p:tgtEl>
                                        <p:attrNameLst>
                                          <p:attrName>style.visibility</p:attrName>
                                        </p:attrNameLst>
                                      </p:cBhvr>
                                      <p:to>
                                        <p:strVal val="visible"/>
                                      </p:to>
                                    </p:set>
                                    <p:anim calcmode="lin" valueType="num">
                                      <p:cBhvr additive="base">
                                        <p:cTn id="119" dur="500" fill="hold"/>
                                        <p:tgtEl>
                                          <p:spTgt spid="35"/>
                                        </p:tgtEl>
                                        <p:attrNameLst>
                                          <p:attrName>ppt_x</p:attrName>
                                        </p:attrNameLst>
                                      </p:cBhvr>
                                      <p:tavLst>
                                        <p:tav tm="0">
                                          <p:val>
                                            <p:strVal val="#ppt_x"/>
                                          </p:val>
                                        </p:tav>
                                        <p:tav tm="100000">
                                          <p:val>
                                            <p:strVal val="#ppt_x"/>
                                          </p:val>
                                        </p:tav>
                                      </p:tavLst>
                                    </p:anim>
                                    <p:anim calcmode="lin" valueType="num">
                                      <p:cBhvr additive="base">
                                        <p:cTn id="120" dur="500" fill="hold"/>
                                        <p:tgtEl>
                                          <p:spTgt spid="35"/>
                                        </p:tgtEl>
                                        <p:attrNameLst>
                                          <p:attrName>ppt_y</p:attrName>
                                        </p:attrNameLst>
                                      </p:cBhvr>
                                      <p:tavLst>
                                        <p:tav tm="0">
                                          <p:val>
                                            <p:strVal val="1+#ppt_h/2"/>
                                          </p:val>
                                        </p:tav>
                                        <p:tav tm="100000">
                                          <p:val>
                                            <p:strVal val="#ppt_y"/>
                                          </p:val>
                                        </p:tav>
                                      </p:tavLst>
                                    </p:anim>
                                  </p:childTnLst>
                                </p:cTn>
                              </p:par>
                              <p:par>
                                <p:cTn id="121" presetID="2" presetClass="entr" presetSubtype="4" fill="hold" grpId="0" nodeType="withEffect">
                                  <p:stCondLst>
                                    <p:cond delay="0"/>
                                  </p:stCondLst>
                                  <p:childTnLst>
                                    <p:set>
                                      <p:cBhvr>
                                        <p:cTn id="122" dur="1" fill="hold">
                                          <p:stCondLst>
                                            <p:cond delay="0"/>
                                          </p:stCondLst>
                                        </p:cTn>
                                        <p:tgtEl>
                                          <p:spTgt spid="36"/>
                                        </p:tgtEl>
                                        <p:attrNameLst>
                                          <p:attrName>style.visibility</p:attrName>
                                        </p:attrNameLst>
                                      </p:cBhvr>
                                      <p:to>
                                        <p:strVal val="visible"/>
                                      </p:to>
                                    </p:set>
                                    <p:anim calcmode="lin" valueType="num">
                                      <p:cBhvr additive="base">
                                        <p:cTn id="123" dur="500" fill="hold"/>
                                        <p:tgtEl>
                                          <p:spTgt spid="36"/>
                                        </p:tgtEl>
                                        <p:attrNameLst>
                                          <p:attrName>ppt_x</p:attrName>
                                        </p:attrNameLst>
                                      </p:cBhvr>
                                      <p:tavLst>
                                        <p:tav tm="0">
                                          <p:val>
                                            <p:strVal val="#ppt_x"/>
                                          </p:val>
                                        </p:tav>
                                        <p:tav tm="100000">
                                          <p:val>
                                            <p:strVal val="#ppt_x"/>
                                          </p:val>
                                        </p:tav>
                                      </p:tavLst>
                                    </p:anim>
                                    <p:anim calcmode="lin" valueType="num">
                                      <p:cBhvr additive="base">
                                        <p:cTn id="124" dur="500" fill="hold"/>
                                        <p:tgtEl>
                                          <p:spTgt spid="36"/>
                                        </p:tgtEl>
                                        <p:attrNameLst>
                                          <p:attrName>ppt_y</p:attrName>
                                        </p:attrNameLst>
                                      </p:cBhvr>
                                      <p:tavLst>
                                        <p:tav tm="0">
                                          <p:val>
                                            <p:strVal val="1+#ppt_h/2"/>
                                          </p:val>
                                        </p:tav>
                                        <p:tav tm="100000">
                                          <p:val>
                                            <p:strVal val="#ppt_y"/>
                                          </p:val>
                                        </p:tav>
                                      </p:tavLst>
                                    </p:anim>
                                  </p:childTnLst>
                                </p:cTn>
                              </p:par>
                              <p:par>
                                <p:cTn id="125" presetID="2" presetClass="entr" presetSubtype="4" fill="hold" nodeType="withEffect">
                                  <p:stCondLst>
                                    <p:cond delay="0"/>
                                  </p:stCondLst>
                                  <p:childTnLst>
                                    <p:set>
                                      <p:cBhvr>
                                        <p:cTn id="126" dur="1" fill="hold">
                                          <p:stCondLst>
                                            <p:cond delay="0"/>
                                          </p:stCondLst>
                                        </p:cTn>
                                        <p:tgtEl>
                                          <p:spTgt spid="37"/>
                                        </p:tgtEl>
                                        <p:attrNameLst>
                                          <p:attrName>style.visibility</p:attrName>
                                        </p:attrNameLst>
                                      </p:cBhvr>
                                      <p:to>
                                        <p:strVal val="visible"/>
                                      </p:to>
                                    </p:set>
                                    <p:anim calcmode="lin" valueType="num">
                                      <p:cBhvr additive="base">
                                        <p:cTn id="127" dur="500" fill="hold"/>
                                        <p:tgtEl>
                                          <p:spTgt spid="37"/>
                                        </p:tgtEl>
                                        <p:attrNameLst>
                                          <p:attrName>ppt_x</p:attrName>
                                        </p:attrNameLst>
                                      </p:cBhvr>
                                      <p:tavLst>
                                        <p:tav tm="0">
                                          <p:val>
                                            <p:strVal val="#ppt_x"/>
                                          </p:val>
                                        </p:tav>
                                        <p:tav tm="100000">
                                          <p:val>
                                            <p:strVal val="#ppt_x"/>
                                          </p:val>
                                        </p:tav>
                                      </p:tavLst>
                                    </p:anim>
                                    <p:anim calcmode="lin" valueType="num">
                                      <p:cBhvr additive="base">
                                        <p:cTn id="128" dur="500" fill="hold"/>
                                        <p:tgtEl>
                                          <p:spTgt spid="37"/>
                                        </p:tgtEl>
                                        <p:attrNameLst>
                                          <p:attrName>ppt_y</p:attrName>
                                        </p:attrNameLst>
                                      </p:cBhvr>
                                      <p:tavLst>
                                        <p:tav tm="0">
                                          <p:val>
                                            <p:strVal val="1+#ppt_h/2"/>
                                          </p:val>
                                        </p:tav>
                                        <p:tav tm="100000">
                                          <p:val>
                                            <p:strVal val="#ppt_y"/>
                                          </p:val>
                                        </p:tav>
                                      </p:tavLst>
                                    </p:anim>
                                  </p:childTnLst>
                                </p:cTn>
                              </p:par>
                              <p:par>
                                <p:cTn id="129" presetID="2" presetClass="entr" presetSubtype="4" fill="hold" grpId="0" nodeType="withEffect">
                                  <p:stCondLst>
                                    <p:cond delay="0"/>
                                  </p:stCondLst>
                                  <p:childTnLst>
                                    <p:set>
                                      <p:cBhvr>
                                        <p:cTn id="130" dur="1" fill="hold">
                                          <p:stCondLst>
                                            <p:cond delay="0"/>
                                          </p:stCondLst>
                                        </p:cTn>
                                        <p:tgtEl>
                                          <p:spTgt spid="38"/>
                                        </p:tgtEl>
                                        <p:attrNameLst>
                                          <p:attrName>style.visibility</p:attrName>
                                        </p:attrNameLst>
                                      </p:cBhvr>
                                      <p:to>
                                        <p:strVal val="visible"/>
                                      </p:to>
                                    </p:set>
                                    <p:anim calcmode="lin" valueType="num">
                                      <p:cBhvr additive="base">
                                        <p:cTn id="131" dur="500" fill="hold"/>
                                        <p:tgtEl>
                                          <p:spTgt spid="38"/>
                                        </p:tgtEl>
                                        <p:attrNameLst>
                                          <p:attrName>ppt_x</p:attrName>
                                        </p:attrNameLst>
                                      </p:cBhvr>
                                      <p:tavLst>
                                        <p:tav tm="0">
                                          <p:val>
                                            <p:strVal val="#ppt_x"/>
                                          </p:val>
                                        </p:tav>
                                        <p:tav tm="100000">
                                          <p:val>
                                            <p:strVal val="#ppt_x"/>
                                          </p:val>
                                        </p:tav>
                                      </p:tavLst>
                                    </p:anim>
                                    <p:anim calcmode="lin" valueType="num">
                                      <p:cBhvr additive="base">
                                        <p:cTn id="132" dur="500" fill="hold"/>
                                        <p:tgtEl>
                                          <p:spTgt spid="38"/>
                                        </p:tgtEl>
                                        <p:attrNameLst>
                                          <p:attrName>ppt_y</p:attrName>
                                        </p:attrNameLst>
                                      </p:cBhvr>
                                      <p:tavLst>
                                        <p:tav tm="0">
                                          <p:val>
                                            <p:strVal val="1+#ppt_h/2"/>
                                          </p:val>
                                        </p:tav>
                                        <p:tav tm="100000">
                                          <p:val>
                                            <p:strVal val="#ppt_y"/>
                                          </p:val>
                                        </p:tav>
                                      </p:tavLst>
                                    </p:anim>
                                  </p:childTnLst>
                                </p:cTn>
                              </p:par>
                              <p:par>
                                <p:cTn id="133" presetID="2" presetClass="entr" presetSubtype="4" fill="hold" nodeType="withEffect">
                                  <p:stCondLst>
                                    <p:cond delay="0"/>
                                  </p:stCondLst>
                                  <p:childTnLst>
                                    <p:set>
                                      <p:cBhvr>
                                        <p:cTn id="134" dur="1" fill="hold">
                                          <p:stCondLst>
                                            <p:cond delay="0"/>
                                          </p:stCondLst>
                                        </p:cTn>
                                        <p:tgtEl>
                                          <p:spTgt spid="39"/>
                                        </p:tgtEl>
                                        <p:attrNameLst>
                                          <p:attrName>style.visibility</p:attrName>
                                        </p:attrNameLst>
                                      </p:cBhvr>
                                      <p:to>
                                        <p:strVal val="visible"/>
                                      </p:to>
                                    </p:set>
                                    <p:anim calcmode="lin" valueType="num">
                                      <p:cBhvr additive="base">
                                        <p:cTn id="135" dur="500" fill="hold"/>
                                        <p:tgtEl>
                                          <p:spTgt spid="39"/>
                                        </p:tgtEl>
                                        <p:attrNameLst>
                                          <p:attrName>ppt_x</p:attrName>
                                        </p:attrNameLst>
                                      </p:cBhvr>
                                      <p:tavLst>
                                        <p:tav tm="0">
                                          <p:val>
                                            <p:strVal val="#ppt_x"/>
                                          </p:val>
                                        </p:tav>
                                        <p:tav tm="100000">
                                          <p:val>
                                            <p:strVal val="#ppt_x"/>
                                          </p:val>
                                        </p:tav>
                                      </p:tavLst>
                                    </p:anim>
                                    <p:anim calcmode="lin" valueType="num">
                                      <p:cBhvr additive="base">
                                        <p:cTn id="136" dur="500" fill="hold"/>
                                        <p:tgtEl>
                                          <p:spTgt spid="39"/>
                                        </p:tgtEl>
                                        <p:attrNameLst>
                                          <p:attrName>ppt_y</p:attrName>
                                        </p:attrNameLst>
                                      </p:cBhvr>
                                      <p:tavLst>
                                        <p:tav tm="0">
                                          <p:val>
                                            <p:strVal val="1+#ppt_h/2"/>
                                          </p:val>
                                        </p:tav>
                                        <p:tav tm="100000">
                                          <p:val>
                                            <p:strVal val="#ppt_y"/>
                                          </p:val>
                                        </p:tav>
                                      </p:tavLst>
                                    </p:anim>
                                  </p:childTnLst>
                                </p:cTn>
                              </p:par>
                              <p:par>
                                <p:cTn id="137" presetID="2" presetClass="entr" presetSubtype="4" fill="hold" nodeType="withEffect">
                                  <p:stCondLst>
                                    <p:cond delay="0"/>
                                  </p:stCondLst>
                                  <p:childTnLst>
                                    <p:set>
                                      <p:cBhvr>
                                        <p:cTn id="138" dur="1" fill="hold">
                                          <p:stCondLst>
                                            <p:cond delay="0"/>
                                          </p:stCondLst>
                                        </p:cTn>
                                        <p:tgtEl>
                                          <p:spTgt spid="40"/>
                                        </p:tgtEl>
                                        <p:attrNameLst>
                                          <p:attrName>style.visibility</p:attrName>
                                        </p:attrNameLst>
                                      </p:cBhvr>
                                      <p:to>
                                        <p:strVal val="visible"/>
                                      </p:to>
                                    </p:set>
                                    <p:anim calcmode="lin" valueType="num">
                                      <p:cBhvr additive="base">
                                        <p:cTn id="139" dur="500" fill="hold"/>
                                        <p:tgtEl>
                                          <p:spTgt spid="40"/>
                                        </p:tgtEl>
                                        <p:attrNameLst>
                                          <p:attrName>ppt_x</p:attrName>
                                        </p:attrNameLst>
                                      </p:cBhvr>
                                      <p:tavLst>
                                        <p:tav tm="0">
                                          <p:val>
                                            <p:strVal val="#ppt_x"/>
                                          </p:val>
                                        </p:tav>
                                        <p:tav tm="100000">
                                          <p:val>
                                            <p:strVal val="#ppt_x"/>
                                          </p:val>
                                        </p:tav>
                                      </p:tavLst>
                                    </p:anim>
                                    <p:anim calcmode="lin" valueType="num">
                                      <p:cBhvr additive="base">
                                        <p:cTn id="140" dur="500" fill="hold"/>
                                        <p:tgtEl>
                                          <p:spTgt spid="40"/>
                                        </p:tgtEl>
                                        <p:attrNameLst>
                                          <p:attrName>ppt_y</p:attrName>
                                        </p:attrNameLst>
                                      </p:cBhvr>
                                      <p:tavLst>
                                        <p:tav tm="0">
                                          <p:val>
                                            <p:strVal val="1+#ppt_h/2"/>
                                          </p:val>
                                        </p:tav>
                                        <p:tav tm="100000">
                                          <p:val>
                                            <p:strVal val="#ppt_y"/>
                                          </p:val>
                                        </p:tav>
                                      </p:tavLst>
                                    </p:anim>
                                  </p:childTnLst>
                                </p:cTn>
                              </p:par>
                              <p:par>
                                <p:cTn id="141" presetID="2" presetClass="entr" presetSubtype="4" fill="hold" grpId="0" nodeType="withEffect">
                                  <p:stCondLst>
                                    <p:cond delay="0"/>
                                  </p:stCondLst>
                                  <p:childTnLst>
                                    <p:set>
                                      <p:cBhvr>
                                        <p:cTn id="142" dur="1" fill="hold">
                                          <p:stCondLst>
                                            <p:cond delay="0"/>
                                          </p:stCondLst>
                                        </p:cTn>
                                        <p:tgtEl>
                                          <p:spTgt spid="46"/>
                                        </p:tgtEl>
                                        <p:attrNameLst>
                                          <p:attrName>style.visibility</p:attrName>
                                        </p:attrNameLst>
                                      </p:cBhvr>
                                      <p:to>
                                        <p:strVal val="visible"/>
                                      </p:to>
                                    </p:set>
                                    <p:anim calcmode="lin" valueType="num">
                                      <p:cBhvr additive="base">
                                        <p:cTn id="143" dur="500" fill="hold"/>
                                        <p:tgtEl>
                                          <p:spTgt spid="46"/>
                                        </p:tgtEl>
                                        <p:attrNameLst>
                                          <p:attrName>ppt_x</p:attrName>
                                        </p:attrNameLst>
                                      </p:cBhvr>
                                      <p:tavLst>
                                        <p:tav tm="0">
                                          <p:val>
                                            <p:strVal val="#ppt_x"/>
                                          </p:val>
                                        </p:tav>
                                        <p:tav tm="100000">
                                          <p:val>
                                            <p:strVal val="#ppt_x"/>
                                          </p:val>
                                        </p:tav>
                                      </p:tavLst>
                                    </p:anim>
                                    <p:anim calcmode="lin" valueType="num">
                                      <p:cBhvr additive="base">
                                        <p:cTn id="144" dur="500" fill="hold"/>
                                        <p:tgtEl>
                                          <p:spTgt spid="46"/>
                                        </p:tgtEl>
                                        <p:attrNameLst>
                                          <p:attrName>ppt_y</p:attrName>
                                        </p:attrNameLst>
                                      </p:cBhvr>
                                      <p:tavLst>
                                        <p:tav tm="0">
                                          <p:val>
                                            <p:strVal val="1+#ppt_h/2"/>
                                          </p:val>
                                        </p:tav>
                                        <p:tav tm="100000">
                                          <p:val>
                                            <p:strVal val="#ppt_y"/>
                                          </p:val>
                                        </p:tav>
                                      </p:tavLst>
                                    </p:anim>
                                  </p:childTnLst>
                                </p:cTn>
                              </p:par>
                              <p:par>
                                <p:cTn id="145" presetID="2" presetClass="entr" presetSubtype="4" fill="hold" nodeType="withEffect">
                                  <p:stCondLst>
                                    <p:cond delay="0"/>
                                  </p:stCondLst>
                                  <p:childTnLst>
                                    <p:set>
                                      <p:cBhvr>
                                        <p:cTn id="146" dur="1" fill="hold">
                                          <p:stCondLst>
                                            <p:cond delay="0"/>
                                          </p:stCondLst>
                                        </p:cTn>
                                        <p:tgtEl>
                                          <p:spTgt spid="47"/>
                                        </p:tgtEl>
                                        <p:attrNameLst>
                                          <p:attrName>style.visibility</p:attrName>
                                        </p:attrNameLst>
                                      </p:cBhvr>
                                      <p:to>
                                        <p:strVal val="visible"/>
                                      </p:to>
                                    </p:set>
                                    <p:anim calcmode="lin" valueType="num">
                                      <p:cBhvr additive="base">
                                        <p:cTn id="147" dur="500" fill="hold"/>
                                        <p:tgtEl>
                                          <p:spTgt spid="47"/>
                                        </p:tgtEl>
                                        <p:attrNameLst>
                                          <p:attrName>ppt_x</p:attrName>
                                        </p:attrNameLst>
                                      </p:cBhvr>
                                      <p:tavLst>
                                        <p:tav tm="0">
                                          <p:val>
                                            <p:strVal val="#ppt_x"/>
                                          </p:val>
                                        </p:tav>
                                        <p:tav tm="100000">
                                          <p:val>
                                            <p:strVal val="#ppt_x"/>
                                          </p:val>
                                        </p:tav>
                                      </p:tavLst>
                                    </p:anim>
                                    <p:anim calcmode="lin" valueType="num">
                                      <p:cBhvr additive="base">
                                        <p:cTn id="148" dur="500" fill="hold"/>
                                        <p:tgtEl>
                                          <p:spTgt spid="47"/>
                                        </p:tgtEl>
                                        <p:attrNameLst>
                                          <p:attrName>ppt_y</p:attrName>
                                        </p:attrNameLst>
                                      </p:cBhvr>
                                      <p:tavLst>
                                        <p:tav tm="0">
                                          <p:val>
                                            <p:strVal val="1+#ppt_h/2"/>
                                          </p:val>
                                        </p:tav>
                                        <p:tav tm="100000">
                                          <p:val>
                                            <p:strVal val="#ppt_y"/>
                                          </p:val>
                                        </p:tav>
                                      </p:tavLst>
                                    </p:anim>
                                  </p:childTnLst>
                                </p:cTn>
                              </p:par>
                              <p:par>
                                <p:cTn id="149" presetID="2" presetClass="entr" presetSubtype="4" fill="hold" grpId="0" nodeType="withEffect">
                                  <p:stCondLst>
                                    <p:cond delay="0"/>
                                  </p:stCondLst>
                                  <p:childTnLst>
                                    <p:set>
                                      <p:cBhvr>
                                        <p:cTn id="150" dur="1" fill="hold">
                                          <p:stCondLst>
                                            <p:cond delay="0"/>
                                          </p:stCondLst>
                                        </p:cTn>
                                        <p:tgtEl>
                                          <p:spTgt spid="48"/>
                                        </p:tgtEl>
                                        <p:attrNameLst>
                                          <p:attrName>style.visibility</p:attrName>
                                        </p:attrNameLst>
                                      </p:cBhvr>
                                      <p:to>
                                        <p:strVal val="visible"/>
                                      </p:to>
                                    </p:set>
                                    <p:anim calcmode="lin" valueType="num">
                                      <p:cBhvr additive="base">
                                        <p:cTn id="151" dur="500" fill="hold"/>
                                        <p:tgtEl>
                                          <p:spTgt spid="48"/>
                                        </p:tgtEl>
                                        <p:attrNameLst>
                                          <p:attrName>ppt_x</p:attrName>
                                        </p:attrNameLst>
                                      </p:cBhvr>
                                      <p:tavLst>
                                        <p:tav tm="0">
                                          <p:val>
                                            <p:strVal val="#ppt_x"/>
                                          </p:val>
                                        </p:tav>
                                        <p:tav tm="100000">
                                          <p:val>
                                            <p:strVal val="#ppt_x"/>
                                          </p:val>
                                        </p:tav>
                                      </p:tavLst>
                                    </p:anim>
                                    <p:anim calcmode="lin" valueType="num">
                                      <p:cBhvr additive="base">
                                        <p:cTn id="152" dur="500" fill="hold"/>
                                        <p:tgtEl>
                                          <p:spTgt spid="48"/>
                                        </p:tgtEl>
                                        <p:attrNameLst>
                                          <p:attrName>ppt_y</p:attrName>
                                        </p:attrNameLst>
                                      </p:cBhvr>
                                      <p:tavLst>
                                        <p:tav tm="0">
                                          <p:val>
                                            <p:strVal val="1+#ppt_h/2"/>
                                          </p:val>
                                        </p:tav>
                                        <p:tav tm="100000">
                                          <p:val>
                                            <p:strVal val="#ppt_y"/>
                                          </p:val>
                                        </p:tav>
                                      </p:tavLst>
                                    </p:anim>
                                  </p:childTnLst>
                                </p:cTn>
                              </p:par>
                              <p:par>
                                <p:cTn id="153" presetID="2" presetClass="entr" presetSubtype="4" fill="hold" grpId="0" nodeType="withEffect">
                                  <p:stCondLst>
                                    <p:cond delay="0"/>
                                  </p:stCondLst>
                                  <p:childTnLst>
                                    <p:set>
                                      <p:cBhvr>
                                        <p:cTn id="154" dur="1" fill="hold">
                                          <p:stCondLst>
                                            <p:cond delay="0"/>
                                          </p:stCondLst>
                                        </p:cTn>
                                        <p:tgtEl>
                                          <p:spTgt spid="49"/>
                                        </p:tgtEl>
                                        <p:attrNameLst>
                                          <p:attrName>style.visibility</p:attrName>
                                        </p:attrNameLst>
                                      </p:cBhvr>
                                      <p:to>
                                        <p:strVal val="visible"/>
                                      </p:to>
                                    </p:set>
                                    <p:anim calcmode="lin" valueType="num">
                                      <p:cBhvr additive="base">
                                        <p:cTn id="155" dur="500" fill="hold"/>
                                        <p:tgtEl>
                                          <p:spTgt spid="49"/>
                                        </p:tgtEl>
                                        <p:attrNameLst>
                                          <p:attrName>ppt_x</p:attrName>
                                        </p:attrNameLst>
                                      </p:cBhvr>
                                      <p:tavLst>
                                        <p:tav tm="0">
                                          <p:val>
                                            <p:strVal val="#ppt_x"/>
                                          </p:val>
                                        </p:tav>
                                        <p:tav tm="100000">
                                          <p:val>
                                            <p:strVal val="#ppt_x"/>
                                          </p:val>
                                        </p:tav>
                                      </p:tavLst>
                                    </p:anim>
                                    <p:anim calcmode="lin" valueType="num">
                                      <p:cBhvr additive="base">
                                        <p:cTn id="156" dur="500" fill="hold"/>
                                        <p:tgtEl>
                                          <p:spTgt spid="49"/>
                                        </p:tgtEl>
                                        <p:attrNameLst>
                                          <p:attrName>ppt_y</p:attrName>
                                        </p:attrNameLst>
                                      </p:cBhvr>
                                      <p:tavLst>
                                        <p:tav tm="0">
                                          <p:val>
                                            <p:strVal val="1+#ppt_h/2"/>
                                          </p:val>
                                        </p:tav>
                                        <p:tav tm="100000">
                                          <p:val>
                                            <p:strVal val="#ppt_y"/>
                                          </p:val>
                                        </p:tav>
                                      </p:tavLst>
                                    </p:anim>
                                  </p:childTnLst>
                                </p:cTn>
                              </p:par>
                              <p:par>
                                <p:cTn id="157" presetID="2" presetClass="entr" presetSubtype="4" fill="hold" grpId="0" nodeType="withEffect">
                                  <p:stCondLst>
                                    <p:cond delay="0"/>
                                  </p:stCondLst>
                                  <p:childTnLst>
                                    <p:set>
                                      <p:cBhvr>
                                        <p:cTn id="158" dur="1" fill="hold">
                                          <p:stCondLst>
                                            <p:cond delay="0"/>
                                          </p:stCondLst>
                                        </p:cTn>
                                        <p:tgtEl>
                                          <p:spTgt spid="50"/>
                                        </p:tgtEl>
                                        <p:attrNameLst>
                                          <p:attrName>style.visibility</p:attrName>
                                        </p:attrNameLst>
                                      </p:cBhvr>
                                      <p:to>
                                        <p:strVal val="visible"/>
                                      </p:to>
                                    </p:set>
                                    <p:anim calcmode="lin" valueType="num">
                                      <p:cBhvr additive="base">
                                        <p:cTn id="159" dur="500" fill="hold"/>
                                        <p:tgtEl>
                                          <p:spTgt spid="50"/>
                                        </p:tgtEl>
                                        <p:attrNameLst>
                                          <p:attrName>ppt_x</p:attrName>
                                        </p:attrNameLst>
                                      </p:cBhvr>
                                      <p:tavLst>
                                        <p:tav tm="0">
                                          <p:val>
                                            <p:strVal val="#ppt_x"/>
                                          </p:val>
                                        </p:tav>
                                        <p:tav tm="100000">
                                          <p:val>
                                            <p:strVal val="#ppt_x"/>
                                          </p:val>
                                        </p:tav>
                                      </p:tavLst>
                                    </p:anim>
                                    <p:anim calcmode="lin" valueType="num">
                                      <p:cBhvr additive="base">
                                        <p:cTn id="160"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P spid="10" grpId="0" animBg="1"/>
      <p:bldP spid="11" grpId="0" animBg="1"/>
      <p:bldP spid="13" grpId="0"/>
      <p:bldP spid="14" grpId="0" animBg="1"/>
      <p:bldP spid="15" grpId="0" animBg="1"/>
      <p:bldP spid="17" grpId="0"/>
      <p:bldP spid="18" grpId="0" animBg="1"/>
      <p:bldP spid="19" grpId="0" animBg="1"/>
      <p:bldP spid="21" grpId="0"/>
      <p:bldP spid="22" grpId="0" animBg="1"/>
      <p:bldP spid="25" grpId="0" animBg="1"/>
      <p:bldP spid="27" grpId="0"/>
      <p:bldP spid="28" grpId="0" animBg="1"/>
      <p:bldP spid="29" grpId="0" animBg="1"/>
      <p:bldP spid="31" grpId="0"/>
      <p:bldP spid="32" grpId="0" animBg="1"/>
      <p:bldP spid="36" grpId="0"/>
      <p:bldP spid="38" grpId="0"/>
      <p:bldP spid="46" grpId="0" animBg="1"/>
      <p:bldP spid="48" grpId="0"/>
      <p:bldP spid="49" grpId="0" animBg="1"/>
      <p:bldP spid="5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FCB5B625-D02E-4121-816C-AA92EECB5827}"/>
              </a:ext>
            </a:extLst>
          </p:cNvPr>
          <p:cNvSpPr>
            <a:spLocks noGrp="1" noChangeArrowheads="1"/>
          </p:cNvSpPr>
          <p:nvPr>
            <p:ph type="title"/>
          </p:nvPr>
        </p:nvSpPr>
        <p:spPr/>
        <p:txBody>
          <a:bodyPr/>
          <a:lstStyle/>
          <a:p>
            <a:r>
              <a:rPr lang="en-US" altLang="en-US"/>
              <a:t>Thêm vào cuối danh sách</a:t>
            </a:r>
          </a:p>
        </p:txBody>
      </p:sp>
      <p:sp>
        <p:nvSpPr>
          <p:cNvPr id="43011" name="Content Placeholder 4">
            <a:extLst>
              <a:ext uri="{FF2B5EF4-FFF2-40B4-BE49-F238E27FC236}">
                <a16:creationId xmlns:a16="http://schemas.microsoft.com/office/drawing/2014/main" id="{B11F52C5-D1DA-4C52-94FE-740A6D98D69F}"/>
              </a:ext>
            </a:extLst>
          </p:cNvPr>
          <p:cNvSpPr>
            <a:spLocks noGrp="1" noChangeArrowheads="1"/>
          </p:cNvSpPr>
          <p:nvPr>
            <p:ph idx="1"/>
          </p:nvPr>
        </p:nvSpPr>
        <p:spPr/>
        <p:txBody>
          <a:bodyPr/>
          <a:lstStyle/>
          <a:p>
            <a:endParaRPr lang="en-US" altLang="en-US"/>
          </a:p>
        </p:txBody>
      </p:sp>
      <p:sp>
        <p:nvSpPr>
          <p:cNvPr id="7" name="Rectangle 73">
            <a:extLst>
              <a:ext uri="{FF2B5EF4-FFF2-40B4-BE49-F238E27FC236}">
                <a16:creationId xmlns:a16="http://schemas.microsoft.com/office/drawing/2014/main" id="{B5A5DD14-A3E7-46F6-9850-D48BC9F4E5EA}"/>
              </a:ext>
            </a:extLst>
          </p:cNvPr>
          <p:cNvSpPr>
            <a:spLocks noChangeArrowheads="1"/>
          </p:cNvSpPr>
          <p:nvPr/>
        </p:nvSpPr>
        <p:spPr bwMode="auto">
          <a:xfrm>
            <a:off x="4806950" y="4073525"/>
            <a:ext cx="10668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8" name="Line 74">
            <a:extLst>
              <a:ext uri="{FF2B5EF4-FFF2-40B4-BE49-F238E27FC236}">
                <a16:creationId xmlns:a16="http://schemas.microsoft.com/office/drawing/2014/main" id="{F70F9FCD-44EE-4696-940D-18E26DC4E286}"/>
              </a:ext>
            </a:extLst>
          </p:cNvPr>
          <p:cNvSpPr>
            <a:spLocks noChangeShapeType="1"/>
          </p:cNvSpPr>
          <p:nvPr/>
        </p:nvSpPr>
        <p:spPr bwMode="auto">
          <a:xfrm>
            <a:off x="5492750" y="4073525"/>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 name="Text Box 75">
            <a:extLst>
              <a:ext uri="{FF2B5EF4-FFF2-40B4-BE49-F238E27FC236}">
                <a16:creationId xmlns:a16="http://schemas.microsoft.com/office/drawing/2014/main" id="{C680373C-C26B-4E3D-B07B-C5EE609926A7}"/>
              </a:ext>
            </a:extLst>
          </p:cNvPr>
          <p:cNvSpPr txBox="1">
            <a:spLocks noChangeArrowheads="1"/>
          </p:cNvSpPr>
          <p:nvPr/>
        </p:nvSpPr>
        <p:spPr bwMode="auto">
          <a:xfrm>
            <a:off x="4791075" y="4038600"/>
            <a:ext cx="1085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TW" sz="2400">
                <a:latin typeface="Times New Roman" panose="02020603050405020304" pitchFamily="18" charset="0"/>
                <a:ea typeface="PMingLiU" panose="02020500000000000000" pitchFamily="18" charset="-120"/>
              </a:rPr>
              <a:t>  12    </a:t>
            </a:r>
            <a:r>
              <a:rPr kumimoji="1" lang="en-US" altLang="zh-TW" sz="2400">
                <a:latin typeface="Times New Roman" panose="02020603050405020304" pitchFamily="18" charset="0"/>
                <a:ea typeface="PMingLiU" panose="02020500000000000000" pitchFamily="18" charset="-120"/>
                <a:sym typeface="Wingdings" panose="05000000000000000000" pitchFamily="2" charset="2"/>
              </a:rPr>
              <a:t></a:t>
            </a:r>
            <a:endParaRPr kumimoji="1" lang="en-US" altLang="zh-TW" sz="2400">
              <a:latin typeface="Times New Roman" panose="02020603050405020304" pitchFamily="18" charset="0"/>
              <a:ea typeface="PMingLiU" panose="02020500000000000000" pitchFamily="18" charset="-120"/>
            </a:endParaRPr>
          </a:p>
        </p:txBody>
      </p:sp>
      <p:sp>
        <p:nvSpPr>
          <p:cNvPr id="10" name="Rectangle 76">
            <a:extLst>
              <a:ext uri="{FF2B5EF4-FFF2-40B4-BE49-F238E27FC236}">
                <a16:creationId xmlns:a16="http://schemas.microsoft.com/office/drawing/2014/main" id="{CD96B17E-B017-4FC3-9A37-9D0329AEC7F9}"/>
              </a:ext>
            </a:extLst>
          </p:cNvPr>
          <p:cNvSpPr>
            <a:spLocks noChangeArrowheads="1"/>
          </p:cNvSpPr>
          <p:nvPr/>
        </p:nvSpPr>
        <p:spPr bwMode="auto">
          <a:xfrm>
            <a:off x="5507038" y="4038601"/>
            <a:ext cx="354012" cy="409575"/>
          </a:xfrm>
          <a:prstGeom prst="rect">
            <a:avLst/>
          </a:prstGeom>
          <a:solidFill>
            <a:srgbClr val="0000FF">
              <a:alpha val="50195"/>
            </a:srgbClr>
          </a:solidFill>
          <a:ln w="9525">
            <a:solidFill>
              <a:srgbClr val="0000FF"/>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1" name="Rectangle 77">
            <a:extLst>
              <a:ext uri="{FF2B5EF4-FFF2-40B4-BE49-F238E27FC236}">
                <a16:creationId xmlns:a16="http://schemas.microsoft.com/office/drawing/2014/main" id="{283A1FE7-E19B-4B7D-B478-CAB0CC686F81}"/>
              </a:ext>
            </a:extLst>
          </p:cNvPr>
          <p:cNvSpPr>
            <a:spLocks noChangeArrowheads="1"/>
          </p:cNvSpPr>
          <p:nvPr/>
        </p:nvSpPr>
        <p:spPr bwMode="auto">
          <a:xfrm>
            <a:off x="6264275" y="4073525"/>
            <a:ext cx="10668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2" name="Line 78">
            <a:extLst>
              <a:ext uri="{FF2B5EF4-FFF2-40B4-BE49-F238E27FC236}">
                <a16:creationId xmlns:a16="http://schemas.microsoft.com/office/drawing/2014/main" id="{60AA30E1-6D5F-4AEE-8C5C-15B5D9EB3414}"/>
              </a:ext>
            </a:extLst>
          </p:cNvPr>
          <p:cNvSpPr>
            <a:spLocks noChangeShapeType="1"/>
          </p:cNvSpPr>
          <p:nvPr/>
        </p:nvSpPr>
        <p:spPr bwMode="auto">
          <a:xfrm>
            <a:off x="6950075" y="4073525"/>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Text Box 79">
            <a:extLst>
              <a:ext uri="{FF2B5EF4-FFF2-40B4-BE49-F238E27FC236}">
                <a16:creationId xmlns:a16="http://schemas.microsoft.com/office/drawing/2014/main" id="{EEC852A5-8CF6-4793-897F-11519567F348}"/>
              </a:ext>
            </a:extLst>
          </p:cNvPr>
          <p:cNvSpPr txBox="1">
            <a:spLocks noChangeArrowheads="1"/>
          </p:cNvSpPr>
          <p:nvPr/>
        </p:nvSpPr>
        <p:spPr bwMode="auto">
          <a:xfrm>
            <a:off x="6248400" y="4038600"/>
            <a:ext cx="1009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TW" sz="2400">
                <a:latin typeface="Times New Roman" panose="02020603050405020304" pitchFamily="18" charset="0"/>
                <a:ea typeface="PMingLiU" panose="02020500000000000000" pitchFamily="18" charset="-120"/>
              </a:rPr>
              <a:t>   7    </a:t>
            </a:r>
            <a:r>
              <a:rPr kumimoji="1" lang="en-US" altLang="zh-TW" sz="2400">
                <a:latin typeface="Times New Roman" panose="02020603050405020304" pitchFamily="18" charset="0"/>
                <a:ea typeface="PMingLiU" panose="02020500000000000000" pitchFamily="18" charset="-120"/>
                <a:sym typeface="Wingdings" panose="05000000000000000000" pitchFamily="2" charset="2"/>
              </a:rPr>
              <a:t></a:t>
            </a:r>
            <a:endParaRPr kumimoji="1" lang="en-US" altLang="zh-TW" sz="2400">
              <a:latin typeface="Times New Roman" panose="02020603050405020304" pitchFamily="18" charset="0"/>
              <a:ea typeface="PMingLiU" panose="02020500000000000000" pitchFamily="18" charset="-120"/>
            </a:endParaRPr>
          </a:p>
        </p:txBody>
      </p:sp>
      <p:sp>
        <p:nvSpPr>
          <p:cNvPr id="14" name="Rectangle 80">
            <a:extLst>
              <a:ext uri="{FF2B5EF4-FFF2-40B4-BE49-F238E27FC236}">
                <a16:creationId xmlns:a16="http://schemas.microsoft.com/office/drawing/2014/main" id="{6F0254F4-B0CE-4595-BC81-65ADC4FA7D64}"/>
              </a:ext>
            </a:extLst>
          </p:cNvPr>
          <p:cNvSpPr>
            <a:spLocks noChangeArrowheads="1"/>
          </p:cNvSpPr>
          <p:nvPr/>
        </p:nvSpPr>
        <p:spPr bwMode="auto">
          <a:xfrm>
            <a:off x="6964363" y="4094163"/>
            <a:ext cx="354012" cy="354012"/>
          </a:xfrm>
          <a:prstGeom prst="rect">
            <a:avLst/>
          </a:prstGeom>
          <a:solidFill>
            <a:srgbClr val="0000FF">
              <a:alpha val="50195"/>
            </a:srgbClr>
          </a:solidFill>
          <a:ln w="9525">
            <a:solidFill>
              <a:srgbClr val="0000FF"/>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5" name="Rectangle 81">
            <a:extLst>
              <a:ext uri="{FF2B5EF4-FFF2-40B4-BE49-F238E27FC236}">
                <a16:creationId xmlns:a16="http://schemas.microsoft.com/office/drawing/2014/main" id="{5BD975A7-3F39-4CF4-94A5-3166D9375066}"/>
              </a:ext>
            </a:extLst>
          </p:cNvPr>
          <p:cNvSpPr>
            <a:spLocks noChangeArrowheads="1"/>
          </p:cNvSpPr>
          <p:nvPr/>
        </p:nvSpPr>
        <p:spPr bwMode="auto">
          <a:xfrm>
            <a:off x="7788275" y="4076700"/>
            <a:ext cx="10668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6" name="Line 82">
            <a:extLst>
              <a:ext uri="{FF2B5EF4-FFF2-40B4-BE49-F238E27FC236}">
                <a16:creationId xmlns:a16="http://schemas.microsoft.com/office/drawing/2014/main" id="{D74F2F56-B8E0-4009-8DF7-811992BB2115}"/>
              </a:ext>
            </a:extLst>
          </p:cNvPr>
          <p:cNvSpPr>
            <a:spLocks noChangeShapeType="1"/>
          </p:cNvSpPr>
          <p:nvPr/>
        </p:nvSpPr>
        <p:spPr bwMode="auto">
          <a:xfrm>
            <a:off x="8474075" y="407670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 name="Text Box 83">
            <a:extLst>
              <a:ext uri="{FF2B5EF4-FFF2-40B4-BE49-F238E27FC236}">
                <a16:creationId xmlns:a16="http://schemas.microsoft.com/office/drawing/2014/main" id="{1CC5B8EB-3B4E-4FF6-AEBD-02593530EBCA}"/>
              </a:ext>
            </a:extLst>
          </p:cNvPr>
          <p:cNvSpPr txBox="1">
            <a:spLocks noChangeArrowheads="1"/>
          </p:cNvSpPr>
          <p:nvPr/>
        </p:nvSpPr>
        <p:spPr bwMode="auto">
          <a:xfrm>
            <a:off x="7772400" y="4041775"/>
            <a:ext cx="1009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TW" sz="2400">
                <a:latin typeface="Times New Roman" panose="02020603050405020304" pitchFamily="18" charset="0"/>
                <a:ea typeface="PMingLiU" panose="02020500000000000000" pitchFamily="18" charset="-120"/>
              </a:rPr>
              <a:t>   6    </a:t>
            </a:r>
            <a:r>
              <a:rPr kumimoji="1" lang="en-US" altLang="zh-TW" sz="2400">
                <a:latin typeface="Times New Roman" panose="02020603050405020304" pitchFamily="18" charset="0"/>
                <a:ea typeface="PMingLiU" panose="02020500000000000000" pitchFamily="18" charset="-120"/>
                <a:sym typeface="Wingdings" panose="05000000000000000000" pitchFamily="2" charset="2"/>
              </a:rPr>
              <a:t></a:t>
            </a:r>
            <a:endParaRPr kumimoji="1" lang="en-US" altLang="zh-TW" sz="2400">
              <a:latin typeface="Times New Roman" panose="02020603050405020304" pitchFamily="18" charset="0"/>
              <a:ea typeface="PMingLiU" panose="02020500000000000000" pitchFamily="18" charset="-120"/>
            </a:endParaRPr>
          </a:p>
        </p:txBody>
      </p:sp>
      <p:sp>
        <p:nvSpPr>
          <p:cNvPr id="18" name="Rectangle 84">
            <a:extLst>
              <a:ext uri="{FF2B5EF4-FFF2-40B4-BE49-F238E27FC236}">
                <a16:creationId xmlns:a16="http://schemas.microsoft.com/office/drawing/2014/main" id="{9F74E4FB-3D7E-4646-A7ED-2F5BE8881FF2}"/>
              </a:ext>
            </a:extLst>
          </p:cNvPr>
          <p:cNvSpPr>
            <a:spLocks noChangeArrowheads="1"/>
          </p:cNvSpPr>
          <p:nvPr/>
        </p:nvSpPr>
        <p:spPr bwMode="auto">
          <a:xfrm>
            <a:off x="8488363" y="4097338"/>
            <a:ext cx="354012" cy="354012"/>
          </a:xfrm>
          <a:prstGeom prst="rect">
            <a:avLst/>
          </a:prstGeom>
          <a:solidFill>
            <a:srgbClr val="0000FF">
              <a:alpha val="50195"/>
            </a:srgbClr>
          </a:solidFill>
          <a:ln w="9525">
            <a:solidFill>
              <a:srgbClr val="0000FF"/>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9" name="Rectangle 85">
            <a:extLst>
              <a:ext uri="{FF2B5EF4-FFF2-40B4-BE49-F238E27FC236}">
                <a16:creationId xmlns:a16="http://schemas.microsoft.com/office/drawing/2014/main" id="{2D5A4C14-7302-4CB8-AE87-E15659611710}"/>
              </a:ext>
            </a:extLst>
          </p:cNvPr>
          <p:cNvSpPr>
            <a:spLocks noChangeArrowheads="1"/>
          </p:cNvSpPr>
          <p:nvPr/>
        </p:nvSpPr>
        <p:spPr bwMode="auto">
          <a:xfrm>
            <a:off x="9204325" y="4089400"/>
            <a:ext cx="10668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20" name="Line 86">
            <a:extLst>
              <a:ext uri="{FF2B5EF4-FFF2-40B4-BE49-F238E27FC236}">
                <a16:creationId xmlns:a16="http://schemas.microsoft.com/office/drawing/2014/main" id="{15ECD899-2824-4CA3-8A6C-E65CD2F712D8}"/>
              </a:ext>
            </a:extLst>
          </p:cNvPr>
          <p:cNvSpPr>
            <a:spLocks noChangeShapeType="1"/>
          </p:cNvSpPr>
          <p:nvPr/>
        </p:nvSpPr>
        <p:spPr bwMode="auto">
          <a:xfrm>
            <a:off x="9890125" y="408940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 name="Text Box 87">
            <a:extLst>
              <a:ext uri="{FF2B5EF4-FFF2-40B4-BE49-F238E27FC236}">
                <a16:creationId xmlns:a16="http://schemas.microsoft.com/office/drawing/2014/main" id="{DBD1A791-8817-4954-9805-86078EEFFD1F}"/>
              </a:ext>
            </a:extLst>
          </p:cNvPr>
          <p:cNvSpPr txBox="1">
            <a:spLocks noChangeArrowheads="1"/>
          </p:cNvSpPr>
          <p:nvPr/>
        </p:nvSpPr>
        <p:spPr bwMode="auto">
          <a:xfrm>
            <a:off x="9188450" y="4054475"/>
            <a:ext cx="1009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TW" sz="2400">
                <a:latin typeface="Times New Roman" panose="02020603050405020304" pitchFamily="18" charset="0"/>
                <a:ea typeface="PMingLiU" panose="02020500000000000000" pitchFamily="18" charset="-120"/>
              </a:rPr>
              <a:t>   3    </a:t>
            </a:r>
            <a:r>
              <a:rPr kumimoji="1" lang="en-US" altLang="zh-TW" sz="2400">
                <a:latin typeface="Times New Roman" panose="02020603050405020304" pitchFamily="18" charset="0"/>
                <a:ea typeface="PMingLiU" panose="02020500000000000000" pitchFamily="18" charset="-120"/>
                <a:sym typeface="Wingdings" panose="05000000000000000000" pitchFamily="2" charset="2"/>
              </a:rPr>
              <a:t></a:t>
            </a:r>
            <a:endParaRPr kumimoji="1" lang="en-US" altLang="zh-TW" sz="2400">
              <a:latin typeface="Times New Roman" panose="02020603050405020304" pitchFamily="18" charset="0"/>
              <a:ea typeface="PMingLiU" panose="02020500000000000000" pitchFamily="18" charset="-120"/>
            </a:endParaRPr>
          </a:p>
        </p:txBody>
      </p:sp>
      <p:sp>
        <p:nvSpPr>
          <p:cNvPr id="22" name="Rectangle 88">
            <a:extLst>
              <a:ext uri="{FF2B5EF4-FFF2-40B4-BE49-F238E27FC236}">
                <a16:creationId xmlns:a16="http://schemas.microsoft.com/office/drawing/2014/main" id="{6EA765C2-8048-4200-B02A-E450CB27E825}"/>
              </a:ext>
            </a:extLst>
          </p:cNvPr>
          <p:cNvSpPr>
            <a:spLocks noChangeArrowheads="1"/>
          </p:cNvSpPr>
          <p:nvPr/>
        </p:nvSpPr>
        <p:spPr bwMode="auto">
          <a:xfrm>
            <a:off x="9904413" y="4110038"/>
            <a:ext cx="354012" cy="354012"/>
          </a:xfrm>
          <a:prstGeom prst="rect">
            <a:avLst/>
          </a:prstGeom>
          <a:solidFill>
            <a:srgbClr val="0000FF">
              <a:alpha val="50195"/>
            </a:srgbClr>
          </a:solidFill>
          <a:ln w="9525">
            <a:solidFill>
              <a:srgbClr val="0000FF"/>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23" name="Line 89">
            <a:extLst>
              <a:ext uri="{FF2B5EF4-FFF2-40B4-BE49-F238E27FC236}">
                <a16:creationId xmlns:a16="http://schemas.microsoft.com/office/drawing/2014/main" id="{9A3C5049-E265-4098-8BE1-318EA596F366}"/>
              </a:ext>
            </a:extLst>
          </p:cNvPr>
          <p:cNvSpPr>
            <a:spLocks noChangeShapeType="1"/>
          </p:cNvSpPr>
          <p:nvPr/>
        </p:nvSpPr>
        <p:spPr bwMode="auto">
          <a:xfrm>
            <a:off x="7239000" y="4267200"/>
            <a:ext cx="533400" cy="0"/>
          </a:xfrm>
          <a:prstGeom prst="line">
            <a:avLst/>
          </a:prstGeom>
          <a:noFill/>
          <a:ln w="5715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4" name="Line 90">
            <a:extLst>
              <a:ext uri="{FF2B5EF4-FFF2-40B4-BE49-F238E27FC236}">
                <a16:creationId xmlns:a16="http://schemas.microsoft.com/office/drawing/2014/main" id="{ADC6F51A-AD78-440C-8B9F-B267DD8E4898}"/>
              </a:ext>
            </a:extLst>
          </p:cNvPr>
          <p:cNvSpPr>
            <a:spLocks noChangeShapeType="1"/>
          </p:cNvSpPr>
          <p:nvPr/>
        </p:nvSpPr>
        <p:spPr bwMode="auto">
          <a:xfrm>
            <a:off x="8763000" y="4267200"/>
            <a:ext cx="457200" cy="0"/>
          </a:xfrm>
          <a:prstGeom prst="line">
            <a:avLst/>
          </a:prstGeom>
          <a:noFill/>
          <a:ln w="5715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5" name="Rectangle 91">
            <a:extLst>
              <a:ext uri="{FF2B5EF4-FFF2-40B4-BE49-F238E27FC236}">
                <a16:creationId xmlns:a16="http://schemas.microsoft.com/office/drawing/2014/main" id="{1D49AC10-686B-4CED-8801-98C5FABF6553}"/>
              </a:ext>
            </a:extLst>
          </p:cNvPr>
          <p:cNvSpPr>
            <a:spLocks noChangeArrowheads="1"/>
          </p:cNvSpPr>
          <p:nvPr/>
        </p:nvSpPr>
        <p:spPr bwMode="auto">
          <a:xfrm>
            <a:off x="1882775" y="4076700"/>
            <a:ext cx="10668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26" name="Line 92">
            <a:extLst>
              <a:ext uri="{FF2B5EF4-FFF2-40B4-BE49-F238E27FC236}">
                <a16:creationId xmlns:a16="http://schemas.microsoft.com/office/drawing/2014/main" id="{28BB798D-7388-4DAD-A952-4013851FA0CA}"/>
              </a:ext>
            </a:extLst>
          </p:cNvPr>
          <p:cNvSpPr>
            <a:spLocks noChangeShapeType="1"/>
          </p:cNvSpPr>
          <p:nvPr/>
        </p:nvSpPr>
        <p:spPr bwMode="auto">
          <a:xfrm>
            <a:off x="2568575" y="407670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 name="Text Box 93">
            <a:extLst>
              <a:ext uri="{FF2B5EF4-FFF2-40B4-BE49-F238E27FC236}">
                <a16:creationId xmlns:a16="http://schemas.microsoft.com/office/drawing/2014/main" id="{A9F6C7CF-53F3-4498-B9B0-C97F42A4C73E}"/>
              </a:ext>
            </a:extLst>
          </p:cNvPr>
          <p:cNvSpPr txBox="1">
            <a:spLocks noChangeArrowheads="1"/>
          </p:cNvSpPr>
          <p:nvPr/>
        </p:nvSpPr>
        <p:spPr bwMode="auto">
          <a:xfrm>
            <a:off x="1866900" y="4041775"/>
            <a:ext cx="1085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TW" sz="2400">
                <a:latin typeface="Times New Roman" panose="02020603050405020304" pitchFamily="18" charset="0"/>
                <a:ea typeface="PMingLiU" panose="02020500000000000000" pitchFamily="18" charset="-120"/>
              </a:rPr>
              <a:t>  15    </a:t>
            </a:r>
            <a:r>
              <a:rPr kumimoji="1" lang="en-US" altLang="zh-TW" sz="2400">
                <a:latin typeface="Times New Roman" panose="02020603050405020304" pitchFamily="18" charset="0"/>
                <a:ea typeface="PMingLiU" panose="02020500000000000000" pitchFamily="18" charset="-120"/>
                <a:sym typeface="Wingdings" panose="05000000000000000000" pitchFamily="2" charset="2"/>
              </a:rPr>
              <a:t></a:t>
            </a:r>
            <a:endParaRPr kumimoji="1" lang="en-US" altLang="zh-TW" sz="2400">
              <a:latin typeface="Times New Roman" panose="02020603050405020304" pitchFamily="18" charset="0"/>
              <a:ea typeface="PMingLiU" panose="02020500000000000000" pitchFamily="18" charset="-120"/>
            </a:endParaRPr>
          </a:p>
        </p:txBody>
      </p:sp>
      <p:sp>
        <p:nvSpPr>
          <p:cNvPr id="28" name="Rectangle 94">
            <a:extLst>
              <a:ext uri="{FF2B5EF4-FFF2-40B4-BE49-F238E27FC236}">
                <a16:creationId xmlns:a16="http://schemas.microsoft.com/office/drawing/2014/main" id="{A4D68A96-9BC7-40F9-B4AF-DE79AFC0EEF8}"/>
              </a:ext>
            </a:extLst>
          </p:cNvPr>
          <p:cNvSpPr>
            <a:spLocks noChangeArrowheads="1"/>
          </p:cNvSpPr>
          <p:nvPr/>
        </p:nvSpPr>
        <p:spPr bwMode="auto">
          <a:xfrm>
            <a:off x="2582863" y="4097338"/>
            <a:ext cx="354012" cy="354012"/>
          </a:xfrm>
          <a:prstGeom prst="rect">
            <a:avLst/>
          </a:prstGeom>
          <a:solidFill>
            <a:srgbClr val="0000FF">
              <a:alpha val="50195"/>
            </a:srgbClr>
          </a:solidFill>
          <a:ln w="9525">
            <a:solidFill>
              <a:srgbClr val="0000FF"/>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29" name="Rectangle 95">
            <a:extLst>
              <a:ext uri="{FF2B5EF4-FFF2-40B4-BE49-F238E27FC236}">
                <a16:creationId xmlns:a16="http://schemas.microsoft.com/office/drawing/2014/main" id="{A9328339-B7E1-466B-817C-03F7E8009801}"/>
              </a:ext>
            </a:extLst>
          </p:cNvPr>
          <p:cNvSpPr>
            <a:spLocks noChangeArrowheads="1"/>
          </p:cNvSpPr>
          <p:nvPr/>
        </p:nvSpPr>
        <p:spPr bwMode="auto">
          <a:xfrm>
            <a:off x="3346450" y="4073525"/>
            <a:ext cx="10668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30" name="Line 96">
            <a:extLst>
              <a:ext uri="{FF2B5EF4-FFF2-40B4-BE49-F238E27FC236}">
                <a16:creationId xmlns:a16="http://schemas.microsoft.com/office/drawing/2014/main" id="{5E55004F-C620-4189-BD99-98F67F5F7697}"/>
              </a:ext>
            </a:extLst>
          </p:cNvPr>
          <p:cNvSpPr>
            <a:spLocks noChangeShapeType="1"/>
          </p:cNvSpPr>
          <p:nvPr/>
        </p:nvSpPr>
        <p:spPr bwMode="auto">
          <a:xfrm>
            <a:off x="4032250" y="4073525"/>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 name="Text Box 97">
            <a:extLst>
              <a:ext uri="{FF2B5EF4-FFF2-40B4-BE49-F238E27FC236}">
                <a16:creationId xmlns:a16="http://schemas.microsoft.com/office/drawing/2014/main" id="{18EED94B-6929-46EF-B855-B6AB1E2ABAED}"/>
              </a:ext>
            </a:extLst>
          </p:cNvPr>
          <p:cNvSpPr txBox="1">
            <a:spLocks noChangeArrowheads="1"/>
          </p:cNvSpPr>
          <p:nvPr/>
        </p:nvSpPr>
        <p:spPr bwMode="auto">
          <a:xfrm>
            <a:off x="3330575" y="4038600"/>
            <a:ext cx="1009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TW" sz="2400">
                <a:latin typeface="Times New Roman" panose="02020603050405020304" pitchFamily="18" charset="0"/>
                <a:ea typeface="PMingLiU" panose="02020500000000000000" pitchFamily="18" charset="-120"/>
              </a:rPr>
              <a:t>  5     </a:t>
            </a:r>
            <a:r>
              <a:rPr kumimoji="1" lang="en-US" altLang="zh-TW" sz="2400">
                <a:latin typeface="Times New Roman" panose="02020603050405020304" pitchFamily="18" charset="0"/>
                <a:ea typeface="PMingLiU" panose="02020500000000000000" pitchFamily="18" charset="-120"/>
                <a:sym typeface="Wingdings" panose="05000000000000000000" pitchFamily="2" charset="2"/>
              </a:rPr>
              <a:t></a:t>
            </a:r>
            <a:endParaRPr kumimoji="1" lang="en-US" altLang="zh-TW" sz="2400">
              <a:latin typeface="Times New Roman" panose="02020603050405020304" pitchFamily="18" charset="0"/>
              <a:ea typeface="PMingLiU" panose="02020500000000000000" pitchFamily="18" charset="-120"/>
            </a:endParaRPr>
          </a:p>
        </p:txBody>
      </p:sp>
      <p:sp>
        <p:nvSpPr>
          <p:cNvPr id="32" name="Rectangle 98">
            <a:extLst>
              <a:ext uri="{FF2B5EF4-FFF2-40B4-BE49-F238E27FC236}">
                <a16:creationId xmlns:a16="http://schemas.microsoft.com/office/drawing/2014/main" id="{6003E039-7EAF-43E4-8943-A5012869EEA3}"/>
              </a:ext>
            </a:extLst>
          </p:cNvPr>
          <p:cNvSpPr>
            <a:spLocks noChangeArrowheads="1"/>
          </p:cNvSpPr>
          <p:nvPr/>
        </p:nvSpPr>
        <p:spPr bwMode="auto">
          <a:xfrm>
            <a:off x="4046538" y="4094163"/>
            <a:ext cx="354012" cy="354012"/>
          </a:xfrm>
          <a:prstGeom prst="rect">
            <a:avLst/>
          </a:prstGeom>
          <a:solidFill>
            <a:srgbClr val="0000FF">
              <a:alpha val="50195"/>
            </a:srgbClr>
          </a:solidFill>
          <a:ln w="9525">
            <a:solidFill>
              <a:srgbClr val="0000FF"/>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33" name="Line 99">
            <a:extLst>
              <a:ext uri="{FF2B5EF4-FFF2-40B4-BE49-F238E27FC236}">
                <a16:creationId xmlns:a16="http://schemas.microsoft.com/office/drawing/2014/main" id="{1AFA1CCD-FC39-42E5-BEDA-914D5241B9EB}"/>
              </a:ext>
            </a:extLst>
          </p:cNvPr>
          <p:cNvSpPr>
            <a:spLocks noChangeShapeType="1"/>
          </p:cNvSpPr>
          <p:nvPr/>
        </p:nvSpPr>
        <p:spPr bwMode="auto">
          <a:xfrm>
            <a:off x="2901950" y="4270375"/>
            <a:ext cx="457200" cy="0"/>
          </a:xfrm>
          <a:prstGeom prst="line">
            <a:avLst/>
          </a:prstGeom>
          <a:noFill/>
          <a:ln w="5715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4" name="Line 100">
            <a:extLst>
              <a:ext uri="{FF2B5EF4-FFF2-40B4-BE49-F238E27FC236}">
                <a16:creationId xmlns:a16="http://schemas.microsoft.com/office/drawing/2014/main" id="{985BBA1E-8A64-4C35-A10C-C6294A1B7150}"/>
              </a:ext>
            </a:extLst>
          </p:cNvPr>
          <p:cNvSpPr>
            <a:spLocks noChangeShapeType="1"/>
          </p:cNvSpPr>
          <p:nvPr/>
        </p:nvSpPr>
        <p:spPr bwMode="auto">
          <a:xfrm flipV="1">
            <a:off x="4333875" y="4298951"/>
            <a:ext cx="533400" cy="3175"/>
          </a:xfrm>
          <a:prstGeom prst="line">
            <a:avLst/>
          </a:prstGeom>
          <a:noFill/>
          <a:ln w="5715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 name="Line 101">
            <a:extLst>
              <a:ext uri="{FF2B5EF4-FFF2-40B4-BE49-F238E27FC236}">
                <a16:creationId xmlns:a16="http://schemas.microsoft.com/office/drawing/2014/main" id="{BDC87D91-E82D-447B-8F61-AD3CE2EA1C73}"/>
              </a:ext>
            </a:extLst>
          </p:cNvPr>
          <p:cNvSpPr>
            <a:spLocks noChangeShapeType="1"/>
          </p:cNvSpPr>
          <p:nvPr/>
        </p:nvSpPr>
        <p:spPr bwMode="auto">
          <a:xfrm>
            <a:off x="5797550" y="4267200"/>
            <a:ext cx="457200" cy="0"/>
          </a:xfrm>
          <a:prstGeom prst="line">
            <a:avLst/>
          </a:prstGeom>
          <a:noFill/>
          <a:ln w="5715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6" name="Text Box 102">
            <a:extLst>
              <a:ext uri="{FF2B5EF4-FFF2-40B4-BE49-F238E27FC236}">
                <a16:creationId xmlns:a16="http://schemas.microsoft.com/office/drawing/2014/main" id="{1465085C-4A47-4453-B494-11C1B782AA87}"/>
              </a:ext>
            </a:extLst>
          </p:cNvPr>
          <p:cNvSpPr txBox="1">
            <a:spLocks noChangeArrowheads="1"/>
          </p:cNvSpPr>
          <p:nvPr/>
        </p:nvSpPr>
        <p:spPr bwMode="auto">
          <a:xfrm>
            <a:off x="1987550" y="4876801"/>
            <a:ext cx="1066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en-US" sz="1800"/>
              <a:t>Head</a:t>
            </a:r>
          </a:p>
        </p:txBody>
      </p:sp>
      <p:sp>
        <p:nvSpPr>
          <p:cNvPr id="37" name="Line 103">
            <a:extLst>
              <a:ext uri="{FF2B5EF4-FFF2-40B4-BE49-F238E27FC236}">
                <a16:creationId xmlns:a16="http://schemas.microsoft.com/office/drawing/2014/main" id="{2190B8AD-393E-4096-BB9F-D67436A03F3D}"/>
              </a:ext>
            </a:extLst>
          </p:cNvPr>
          <p:cNvSpPr>
            <a:spLocks noChangeShapeType="1"/>
          </p:cNvSpPr>
          <p:nvPr/>
        </p:nvSpPr>
        <p:spPr bwMode="auto">
          <a:xfrm flipV="1">
            <a:off x="2216150" y="4435475"/>
            <a:ext cx="0" cy="5334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 name="Text Box 104">
            <a:extLst>
              <a:ext uri="{FF2B5EF4-FFF2-40B4-BE49-F238E27FC236}">
                <a16:creationId xmlns:a16="http://schemas.microsoft.com/office/drawing/2014/main" id="{56D79894-9FF0-46E5-B61F-E1B79C7C15A3}"/>
              </a:ext>
            </a:extLst>
          </p:cNvPr>
          <p:cNvSpPr txBox="1">
            <a:spLocks noChangeArrowheads="1"/>
          </p:cNvSpPr>
          <p:nvPr/>
        </p:nvSpPr>
        <p:spPr bwMode="auto">
          <a:xfrm>
            <a:off x="8855075" y="5940426"/>
            <a:ext cx="1066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en-US" sz="1800"/>
              <a:t>Tail</a:t>
            </a:r>
          </a:p>
        </p:txBody>
      </p:sp>
      <p:sp>
        <p:nvSpPr>
          <p:cNvPr id="39" name="Line 105">
            <a:extLst>
              <a:ext uri="{FF2B5EF4-FFF2-40B4-BE49-F238E27FC236}">
                <a16:creationId xmlns:a16="http://schemas.microsoft.com/office/drawing/2014/main" id="{C2AD0DF8-5EE9-4385-875F-E4A65E70C7B1}"/>
              </a:ext>
            </a:extLst>
          </p:cNvPr>
          <p:cNvSpPr>
            <a:spLocks noChangeShapeType="1"/>
          </p:cNvSpPr>
          <p:nvPr/>
        </p:nvSpPr>
        <p:spPr bwMode="auto">
          <a:xfrm flipV="1">
            <a:off x="9601200" y="5673725"/>
            <a:ext cx="0" cy="5334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6" name="Rectangle 91">
            <a:extLst>
              <a:ext uri="{FF2B5EF4-FFF2-40B4-BE49-F238E27FC236}">
                <a16:creationId xmlns:a16="http://schemas.microsoft.com/office/drawing/2014/main" id="{C5A32470-CECB-43A8-A85C-98BDC2B02B60}"/>
              </a:ext>
            </a:extLst>
          </p:cNvPr>
          <p:cNvSpPr>
            <a:spLocks noChangeArrowheads="1"/>
          </p:cNvSpPr>
          <p:nvPr/>
        </p:nvSpPr>
        <p:spPr bwMode="auto">
          <a:xfrm>
            <a:off x="9085263" y="5292725"/>
            <a:ext cx="10668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47" name="Line 92">
            <a:extLst>
              <a:ext uri="{FF2B5EF4-FFF2-40B4-BE49-F238E27FC236}">
                <a16:creationId xmlns:a16="http://schemas.microsoft.com/office/drawing/2014/main" id="{2AD21236-6E19-42D3-965D-2B25844AF672}"/>
              </a:ext>
            </a:extLst>
          </p:cNvPr>
          <p:cNvSpPr>
            <a:spLocks noChangeShapeType="1"/>
          </p:cNvSpPr>
          <p:nvPr/>
        </p:nvSpPr>
        <p:spPr bwMode="auto">
          <a:xfrm>
            <a:off x="9771063" y="5292725"/>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 name="Text Box 93">
            <a:extLst>
              <a:ext uri="{FF2B5EF4-FFF2-40B4-BE49-F238E27FC236}">
                <a16:creationId xmlns:a16="http://schemas.microsoft.com/office/drawing/2014/main" id="{50DA3C59-5412-424A-935F-2190AB670E1A}"/>
              </a:ext>
            </a:extLst>
          </p:cNvPr>
          <p:cNvSpPr txBox="1">
            <a:spLocks noChangeArrowheads="1"/>
          </p:cNvSpPr>
          <p:nvPr/>
        </p:nvSpPr>
        <p:spPr bwMode="auto">
          <a:xfrm>
            <a:off x="9069389" y="5257800"/>
            <a:ext cx="1463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TW" sz="2400">
                <a:latin typeface="Times New Roman" panose="02020603050405020304" pitchFamily="18" charset="0"/>
                <a:ea typeface="PMingLiU" panose="02020500000000000000" pitchFamily="18" charset="-120"/>
              </a:rPr>
              <a:t>  1      </a:t>
            </a:r>
            <a:r>
              <a:rPr kumimoji="1" lang="en-US" altLang="zh-TW" sz="2400">
                <a:latin typeface="Times New Roman" panose="02020603050405020304" pitchFamily="18" charset="0"/>
                <a:ea typeface="PMingLiU" panose="02020500000000000000" pitchFamily="18" charset="-120"/>
                <a:sym typeface="Wingdings" panose="05000000000000000000" pitchFamily="2" charset="2"/>
              </a:rPr>
              <a:t></a:t>
            </a:r>
            <a:endParaRPr kumimoji="1" lang="en-US" altLang="zh-TW" sz="2400">
              <a:latin typeface="Times New Roman" panose="02020603050405020304" pitchFamily="18" charset="0"/>
              <a:ea typeface="PMingLiU" panose="02020500000000000000" pitchFamily="18" charset="-120"/>
            </a:endParaRPr>
          </a:p>
        </p:txBody>
      </p:sp>
      <p:sp>
        <p:nvSpPr>
          <p:cNvPr id="49" name="Rectangle 94">
            <a:extLst>
              <a:ext uri="{FF2B5EF4-FFF2-40B4-BE49-F238E27FC236}">
                <a16:creationId xmlns:a16="http://schemas.microsoft.com/office/drawing/2014/main" id="{ABB3EF8E-2532-446C-8A28-7576FBC14B24}"/>
              </a:ext>
            </a:extLst>
          </p:cNvPr>
          <p:cNvSpPr>
            <a:spLocks noChangeArrowheads="1"/>
          </p:cNvSpPr>
          <p:nvPr/>
        </p:nvSpPr>
        <p:spPr bwMode="auto">
          <a:xfrm>
            <a:off x="9785350" y="5286375"/>
            <a:ext cx="382588" cy="387350"/>
          </a:xfrm>
          <a:prstGeom prst="rect">
            <a:avLst/>
          </a:prstGeom>
          <a:solidFill>
            <a:srgbClr val="0000FF">
              <a:alpha val="50195"/>
            </a:srgbClr>
          </a:solidFill>
          <a:ln w="9525">
            <a:solidFill>
              <a:srgbClr val="0000FF"/>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50" name="Text Box 102">
            <a:extLst>
              <a:ext uri="{FF2B5EF4-FFF2-40B4-BE49-F238E27FC236}">
                <a16:creationId xmlns:a16="http://schemas.microsoft.com/office/drawing/2014/main" id="{571DD3E8-9502-4DD6-BAF0-729A80F84935}"/>
              </a:ext>
            </a:extLst>
          </p:cNvPr>
          <p:cNvSpPr txBox="1">
            <a:spLocks noChangeArrowheads="1"/>
          </p:cNvSpPr>
          <p:nvPr/>
        </p:nvSpPr>
        <p:spPr bwMode="auto">
          <a:xfrm>
            <a:off x="9304338" y="4968875"/>
            <a:ext cx="11731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en-US" sz="1800"/>
              <a:t>P</a:t>
            </a:r>
          </a:p>
        </p:txBody>
      </p:sp>
      <p:cxnSp>
        <p:nvCxnSpPr>
          <p:cNvPr id="4" name="Straight Arrow Connector 3">
            <a:extLst>
              <a:ext uri="{FF2B5EF4-FFF2-40B4-BE49-F238E27FC236}">
                <a16:creationId xmlns:a16="http://schemas.microsoft.com/office/drawing/2014/main" id="{58B763EF-ADFC-44DE-A00C-17A61BC3D62F}"/>
              </a:ext>
            </a:extLst>
          </p:cNvPr>
          <p:cNvCxnSpPr>
            <a:cxnSpLocks/>
            <a:stCxn id="21" idx="2"/>
          </p:cNvCxnSpPr>
          <p:nvPr/>
        </p:nvCxnSpPr>
        <p:spPr>
          <a:xfrm>
            <a:off x="9693275" y="4511675"/>
            <a:ext cx="0" cy="7318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ppt_x"/>
                                          </p:val>
                                        </p:tav>
                                        <p:tav tm="100000">
                                          <p:val>
                                            <p:strVal val="#ppt_x"/>
                                          </p:val>
                                        </p:tav>
                                      </p:tavLst>
                                    </p:anim>
                                    <p:anim calcmode="lin" valueType="num">
                                      <p:cBhvr additive="base">
                                        <p:cTn id="24" dur="500" fill="hold"/>
                                        <p:tgtEl>
                                          <p:spTgt spid="11"/>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ppt_x"/>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500" fill="hold"/>
                                        <p:tgtEl>
                                          <p:spTgt spid="14"/>
                                        </p:tgtEl>
                                        <p:attrNameLst>
                                          <p:attrName>ppt_x</p:attrName>
                                        </p:attrNameLst>
                                      </p:cBhvr>
                                      <p:tavLst>
                                        <p:tav tm="0">
                                          <p:val>
                                            <p:strVal val="#ppt_x"/>
                                          </p:val>
                                        </p:tav>
                                        <p:tav tm="100000">
                                          <p:val>
                                            <p:strVal val="#ppt_x"/>
                                          </p:val>
                                        </p:tav>
                                      </p:tavLst>
                                    </p:anim>
                                    <p:anim calcmode="lin" valueType="num">
                                      <p:cBhvr additive="base">
                                        <p:cTn id="36" dur="500" fill="hold"/>
                                        <p:tgtEl>
                                          <p:spTgt spid="14"/>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cBhvr additive="base">
                                        <p:cTn id="39" dur="500" fill="hold"/>
                                        <p:tgtEl>
                                          <p:spTgt spid="15"/>
                                        </p:tgtEl>
                                        <p:attrNameLst>
                                          <p:attrName>ppt_x</p:attrName>
                                        </p:attrNameLst>
                                      </p:cBhvr>
                                      <p:tavLst>
                                        <p:tav tm="0">
                                          <p:val>
                                            <p:strVal val="#ppt_x"/>
                                          </p:val>
                                        </p:tav>
                                        <p:tav tm="100000">
                                          <p:val>
                                            <p:strVal val="#ppt_x"/>
                                          </p:val>
                                        </p:tav>
                                      </p:tavLst>
                                    </p:anim>
                                    <p:anim calcmode="lin" valueType="num">
                                      <p:cBhvr additive="base">
                                        <p:cTn id="40" dur="500" fill="hold"/>
                                        <p:tgtEl>
                                          <p:spTgt spid="15"/>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additive="base">
                                        <p:cTn id="43" dur="500" fill="hold"/>
                                        <p:tgtEl>
                                          <p:spTgt spid="16"/>
                                        </p:tgtEl>
                                        <p:attrNameLst>
                                          <p:attrName>ppt_x</p:attrName>
                                        </p:attrNameLst>
                                      </p:cBhvr>
                                      <p:tavLst>
                                        <p:tav tm="0">
                                          <p:val>
                                            <p:strVal val="#ppt_x"/>
                                          </p:val>
                                        </p:tav>
                                        <p:tav tm="100000">
                                          <p:val>
                                            <p:strVal val="#ppt_x"/>
                                          </p:val>
                                        </p:tav>
                                      </p:tavLst>
                                    </p:anim>
                                    <p:anim calcmode="lin" valueType="num">
                                      <p:cBhvr additive="base">
                                        <p:cTn id="44" dur="500" fill="hold"/>
                                        <p:tgtEl>
                                          <p:spTgt spid="16"/>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 calcmode="lin" valueType="num">
                                      <p:cBhvr additive="base">
                                        <p:cTn id="47" dur="500" fill="hold"/>
                                        <p:tgtEl>
                                          <p:spTgt spid="17"/>
                                        </p:tgtEl>
                                        <p:attrNameLst>
                                          <p:attrName>ppt_x</p:attrName>
                                        </p:attrNameLst>
                                      </p:cBhvr>
                                      <p:tavLst>
                                        <p:tav tm="0">
                                          <p:val>
                                            <p:strVal val="#ppt_x"/>
                                          </p:val>
                                        </p:tav>
                                        <p:tav tm="100000">
                                          <p:val>
                                            <p:strVal val="#ppt_x"/>
                                          </p:val>
                                        </p:tav>
                                      </p:tavLst>
                                    </p:anim>
                                    <p:anim calcmode="lin" valueType="num">
                                      <p:cBhvr additive="base">
                                        <p:cTn id="48" dur="500" fill="hold"/>
                                        <p:tgtEl>
                                          <p:spTgt spid="17"/>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 calcmode="lin" valueType="num">
                                      <p:cBhvr additive="base">
                                        <p:cTn id="51" dur="500" fill="hold"/>
                                        <p:tgtEl>
                                          <p:spTgt spid="18"/>
                                        </p:tgtEl>
                                        <p:attrNameLst>
                                          <p:attrName>ppt_x</p:attrName>
                                        </p:attrNameLst>
                                      </p:cBhvr>
                                      <p:tavLst>
                                        <p:tav tm="0">
                                          <p:val>
                                            <p:strVal val="#ppt_x"/>
                                          </p:val>
                                        </p:tav>
                                        <p:tav tm="100000">
                                          <p:val>
                                            <p:strVal val="#ppt_x"/>
                                          </p:val>
                                        </p:tav>
                                      </p:tavLst>
                                    </p:anim>
                                    <p:anim calcmode="lin" valueType="num">
                                      <p:cBhvr additive="base">
                                        <p:cTn id="52" dur="500" fill="hold"/>
                                        <p:tgtEl>
                                          <p:spTgt spid="18"/>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additive="base">
                                        <p:cTn id="55" dur="500" fill="hold"/>
                                        <p:tgtEl>
                                          <p:spTgt spid="19"/>
                                        </p:tgtEl>
                                        <p:attrNameLst>
                                          <p:attrName>ppt_x</p:attrName>
                                        </p:attrNameLst>
                                      </p:cBhvr>
                                      <p:tavLst>
                                        <p:tav tm="0">
                                          <p:val>
                                            <p:strVal val="#ppt_x"/>
                                          </p:val>
                                        </p:tav>
                                        <p:tav tm="100000">
                                          <p:val>
                                            <p:strVal val="#ppt_x"/>
                                          </p:val>
                                        </p:tav>
                                      </p:tavLst>
                                    </p:anim>
                                    <p:anim calcmode="lin" valueType="num">
                                      <p:cBhvr additive="base">
                                        <p:cTn id="56" dur="500" fill="hold"/>
                                        <p:tgtEl>
                                          <p:spTgt spid="19"/>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20"/>
                                        </p:tgtEl>
                                        <p:attrNameLst>
                                          <p:attrName>style.visibility</p:attrName>
                                        </p:attrNameLst>
                                      </p:cBhvr>
                                      <p:to>
                                        <p:strVal val="visible"/>
                                      </p:to>
                                    </p:set>
                                    <p:anim calcmode="lin" valueType="num">
                                      <p:cBhvr additive="base">
                                        <p:cTn id="59" dur="500" fill="hold"/>
                                        <p:tgtEl>
                                          <p:spTgt spid="20"/>
                                        </p:tgtEl>
                                        <p:attrNameLst>
                                          <p:attrName>ppt_x</p:attrName>
                                        </p:attrNameLst>
                                      </p:cBhvr>
                                      <p:tavLst>
                                        <p:tav tm="0">
                                          <p:val>
                                            <p:strVal val="#ppt_x"/>
                                          </p:val>
                                        </p:tav>
                                        <p:tav tm="100000">
                                          <p:val>
                                            <p:strVal val="#ppt_x"/>
                                          </p:val>
                                        </p:tav>
                                      </p:tavLst>
                                    </p:anim>
                                    <p:anim calcmode="lin" valueType="num">
                                      <p:cBhvr additive="base">
                                        <p:cTn id="60" dur="500" fill="hold"/>
                                        <p:tgtEl>
                                          <p:spTgt spid="20"/>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 calcmode="lin" valueType="num">
                                      <p:cBhvr additive="base">
                                        <p:cTn id="63" dur="500" fill="hold"/>
                                        <p:tgtEl>
                                          <p:spTgt spid="21"/>
                                        </p:tgtEl>
                                        <p:attrNameLst>
                                          <p:attrName>ppt_x</p:attrName>
                                        </p:attrNameLst>
                                      </p:cBhvr>
                                      <p:tavLst>
                                        <p:tav tm="0">
                                          <p:val>
                                            <p:strVal val="#ppt_x"/>
                                          </p:val>
                                        </p:tav>
                                        <p:tav tm="100000">
                                          <p:val>
                                            <p:strVal val="#ppt_x"/>
                                          </p:val>
                                        </p:tav>
                                      </p:tavLst>
                                    </p:anim>
                                    <p:anim calcmode="lin" valueType="num">
                                      <p:cBhvr additive="base">
                                        <p:cTn id="64" dur="500" fill="hold"/>
                                        <p:tgtEl>
                                          <p:spTgt spid="21"/>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 calcmode="lin" valueType="num">
                                      <p:cBhvr additive="base">
                                        <p:cTn id="67" dur="500" fill="hold"/>
                                        <p:tgtEl>
                                          <p:spTgt spid="22"/>
                                        </p:tgtEl>
                                        <p:attrNameLst>
                                          <p:attrName>ppt_x</p:attrName>
                                        </p:attrNameLst>
                                      </p:cBhvr>
                                      <p:tavLst>
                                        <p:tav tm="0">
                                          <p:val>
                                            <p:strVal val="#ppt_x"/>
                                          </p:val>
                                        </p:tav>
                                        <p:tav tm="100000">
                                          <p:val>
                                            <p:strVal val="#ppt_x"/>
                                          </p:val>
                                        </p:tav>
                                      </p:tavLst>
                                    </p:anim>
                                    <p:anim calcmode="lin" valueType="num">
                                      <p:cBhvr additive="base">
                                        <p:cTn id="68" dur="500" fill="hold"/>
                                        <p:tgtEl>
                                          <p:spTgt spid="22"/>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23"/>
                                        </p:tgtEl>
                                        <p:attrNameLst>
                                          <p:attrName>style.visibility</p:attrName>
                                        </p:attrNameLst>
                                      </p:cBhvr>
                                      <p:to>
                                        <p:strVal val="visible"/>
                                      </p:to>
                                    </p:set>
                                    <p:anim calcmode="lin" valueType="num">
                                      <p:cBhvr additive="base">
                                        <p:cTn id="71" dur="500" fill="hold"/>
                                        <p:tgtEl>
                                          <p:spTgt spid="23"/>
                                        </p:tgtEl>
                                        <p:attrNameLst>
                                          <p:attrName>ppt_x</p:attrName>
                                        </p:attrNameLst>
                                      </p:cBhvr>
                                      <p:tavLst>
                                        <p:tav tm="0">
                                          <p:val>
                                            <p:strVal val="#ppt_x"/>
                                          </p:val>
                                        </p:tav>
                                        <p:tav tm="100000">
                                          <p:val>
                                            <p:strVal val="#ppt_x"/>
                                          </p:val>
                                        </p:tav>
                                      </p:tavLst>
                                    </p:anim>
                                    <p:anim calcmode="lin" valueType="num">
                                      <p:cBhvr additive="base">
                                        <p:cTn id="72" dur="500" fill="hold"/>
                                        <p:tgtEl>
                                          <p:spTgt spid="23"/>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24"/>
                                        </p:tgtEl>
                                        <p:attrNameLst>
                                          <p:attrName>style.visibility</p:attrName>
                                        </p:attrNameLst>
                                      </p:cBhvr>
                                      <p:to>
                                        <p:strVal val="visible"/>
                                      </p:to>
                                    </p:set>
                                    <p:anim calcmode="lin" valueType="num">
                                      <p:cBhvr additive="base">
                                        <p:cTn id="75" dur="500" fill="hold"/>
                                        <p:tgtEl>
                                          <p:spTgt spid="24"/>
                                        </p:tgtEl>
                                        <p:attrNameLst>
                                          <p:attrName>ppt_x</p:attrName>
                                        </p:attrNameLst>
                                      </p:cBhvr>
                                      <p:tavLst>
                                        <p:tav tm="0">
                                          <p:val>
                                            <p:strVal val="#ppt_x"/>
                                          </p:val>
                                        </p:tav>
                                        <p:tav tm="100000">
                                          <p:val>
                                            <p:strVal val="#ppt_x"/>
                                          </p:val>
                                        </p:tav>
                                      </p:tavLst>
                                    </p:anim>
                                    <p:anim calcmode="lin" valueType="num">
                                      <p:cBhvr additive="base">
                                        <p:cTn id="76" dur="500" fill="hold"/>
                                        <p:tgtEl>
                                          <p:spTgt spid="24"/>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25"/>
                                        </p:tgtEl>
                                        <p:attrNameLst>
                                          <p:attrName>style.visibility</p:attrName>
                                        </p:attrNameLst>
                                      </p:cBhvr>
                                      <p:to>
                                        <p:strVal val="visible"/>
                                      </p:to>
                                    </p:set>
                                    <p:anim calcmode="lin" valueType="num">
                                      <p:cBhvr additive="base">
                                        <p:cTn id="79" dur="500" fill="hold"/>
                                        <p:tgtEl>
                                          <p:spTgt spid="25"/>
                                        </p:tgtEl>
                                        <p:attrNameLst>
                                          <p:attrName>ppt_x</p:attrName>
                                        </p:attrNameLst>
                                      </p:cBhvr>
                                      <p:tavLst>
                                        <p:tav tm="0">
                                          <p:val>
                                            <p:strVal val="#ppt_x"/>
                                          </p:val>
                                        </p:tav>
                                        <p:tav tm="100000">
                                          <p:val>
                                            <p:strVal val="#ppt_x"/>
                                          </p:val>
                                        </p:tav>
                                      </p:tavLst>
                                    </p:anim>
                                    <p:anim calcmode="lin" valueType="num">
                                      <p:cBhvr additive="base">
                                        <p:cTn id="80" dur="500" fill="hold"/>
                                        <p:tgtEl>
                                          <p:spTgt spid="25"/>
                                        </p:tgtEl>
                                        <p:attrNameLst>
                                          <p:attrName>ppt_y</p:attrName>
                                        </p:attrNameLst>
                                      </p:cBhvr>
                                      <p:tavLst>
                                        <p:tav tm="0">
                                          <p:val>
                                            <p:strVal val="1+#ppt_h/2"/>
                                          </p:val>
                                        </p:tav>
                                        <p:tav tm="100000">
                                          <p:val>
                                            <p:strVal val="#ppt_y"/>
                                          </p:val>
                                        </p:tav>
                                      </p:tavLst>
                                    </p:anim>
                                  </p:childTnLst>
                                </p:cTn>
                              </p:par>
                              <p:par>
                                <p:cTn id="81" presetID="2" presetClass="entr" presetSubtype="4" fill="hold" nodeType="withEffect">
                                  <p:stCondLst>
                                    <p:cond delay="0"/>
                                  </p:stCondLst>
                                  <p:childTnLst>
                                    <p:set>
                                      <p:cBhvr>
                                        <p:cTn id="82" dur="1" fill="hold">
                                          <p:stCondLst>
                                            <p:cond delay="0"/>
                                          </p:stCondLst>
                                        </p:cTn>
                                        <p:tgtEl>
                                          <p:spTgt spid="26"/>
                                        </p:tgtEl>
                                        <p:attrNameLst>
                                          <p:attrName>style.visibility</p:attrName>
                                        </p:attrNameLst>
                                      </p:cBhvr>
                                      <p:to>
                                        <p:strVal val="visible"/>
                                      </p:to>
                                    </p:set>
                                    <p:anim calcmode="lin" valueType="num">
                                      <p:cBhvr additive="base">
                                        <p:cTn id="83" dur="500" fill="hold"/>
                                        <p:tgtEl>
                                          <p:spTgt spid="26"/>
                                        </p:tgtEl>
                                        <p:attrNameLst>
                                          <p:attrName>ppt_x</p:attrName>
                                        </p:attrNameLst>
                                      </p:cBhvr>
                                      <p:tavLst>
                                        <p:tav tm="0">
                                          <p:val>
                                            <p:strVal val="#ppt_x"/>
                                          </p:val>
                                        </p:tav>
                                        <p:tav tm="100000">
                                          <p:val>
                                            <p:strVal val="#ppt_x"/>
                                          </p:val>
                                        </p:tav>
                                      </p:tavLst>
                                    </p:anim>
                                    <p:anim calcmode="lin" valueType="num">
                                      <p:cBhvr additive="base">
                                        <p:cTn id="84" dur="500" fill="hold"/>
                                        <p:tgtEl>
                                          <p:spTgt spid="26"/>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27"/>
                                        </p:tgtEl>
                                        <p:attrNameLst>
                                          <p:attrName>style.visibility</p:attrName>
                                        </p:attrNameLst>
                                      </p:cBhvr>
                                      <p:to>
                                        <p:strVal val="visible"/>
                                      </p:to>
                                    </p:set>
                                    <p:anim calcmode="lin" valueType="num">
                                      <p:cBhvr additive="base">
                                        <p:cTn id="87" dur="500" fill="hold"/>
                                        <p:tgtEl>
                                          <p:spTgt spid="27"/>
                                        </p:tgtEl>
                                        <p:attrNameLst>
                                          <p:attrName>ppt_x</p:attrName>
                                        </p:attrNameLst>
                                      </p:cBhvr>
                                      <p:tavLst>
                                        <p:tav tm="0">
                                          <p:val>
                                            <p:strVal val="#ppt_x"/>
                                          </p:val>
                                        </p:tav>
                                        <p:tav tm="100000">
                                          <p:val>
                                            <p:strVal val="#ppt_x"/>
                                          </p:val>
                                        </p:tav>
                                      </p:tavLst>
                                    </p:anim>
                                    <p:anim calcmode="lin" valueType="num">
                                      <p:cBhvr additive="base">
                                        <p:cTn id="88" dur="500" fill="hold"/>
                                        <p:tgtEl>
                                          <p:spTgt spid="27"/>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28"/>
                                        </p:tgtEl>
                                        <p:attrNameLst>
                                          <p:attrName>style.visibility</p:attrName>
                                        </p:attrNameLst>
                                      </p:cBhvr>
                                      <p:to>
                                        <p:strVal val="visible"/>
                                      </p:to>
                                    </p:set>
                                    <p:anim calcmode="lin" valueType="num">
                                      <p:cBhvr additive="base">
                                        <p:cTn id="91" dur="500" fill="hold"/>
                                        <p:tgtEl>
                                          <p:spTgt spid="28"/>
                                        </p:tgtEl>
                                        <p:attrNameLst>
                                          <p:attrName>ppt_x</p:attrName>
                                        </p:attrNameLst>
                                      </p:cBhvr>
                                      <p:tavLst>
                                        <p:tav tm="0">
                                          <p:val>
                                            <p:strVal val="#ppt_x"/>
                                          </p:val>
                                        </p:tav>
                                        <p:tav tm="100000">
                                          <p:val>
                                            <p:strVal val="#ppt_x"/>
                                          </p:val>
                                        </p:tav>
                                      </p:tavLst>
                                    </p:anim>
                                    <p:anim calcmode="lin" valueType="num">
                                      <p:cBhvr additive="base">
                                        <p:cTn id="92" dur="500" fill="hold"/>
                                        <p:tgtEl>
                                          <p:spTgt spid="28"/>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29"/>
                                        </p:tgtEl>
                                        <p:attrNameLst>
                                          <p:attrName>style.visibility</p:attrName>
                                        </p:attrNameLst>
                                      </p:cBhvr>
                                      <p:to>
                                        <p:strVal val="visible"/>
                                      </p:to>
                                    </p:set>
                                    <p:anim calcmode="lin" valueType="num">
                                      <p:cBhvr additive="base">
                                        <p:cTn id="95" dur="500" fill="hold"/>
                                        <p:tgtEl>
                                          <p:spTgt spid="29"/>
                                        </p:tgtEl>
                                        <p:attrNameLst>
                                          <p:attrName>ppt_x</p:attrName>
                                        </p:attrNameLst>
                                      </p:cBhvr>
                                      <p:tavLst>
                                        <p:tav tm="0">
                                          <p:val>
                                            <p:strVal val="#ppt_x"/>
                                          </p:val>
                                        </p:tav>
                                        <p:tav tm="100000">
                                          <p:val>
                                            <p:strVal val="#ppt_x"/>
                                          </p:val>
                                        </p:tav>
                                      </p:tavLst>
                                    </p:anim>
                                    <p:anim calcmode="lin" valueType="num">
                                      <p:cBhvr additive="base">
                                        <p:cTn id="96" dur="500" fill="hold"/>
                                        <p:tgtEl>
                                          <p:spTgt spid="29"/>
                                        </p:tgtEl>
                                        <p:attrNameLst>
                                          <p:attrName>ppt_y</p:attrName>
                                        </p:attrNameLst>
                                      </p:cBhvr>
                                      <p:tavLst>
                                        <p:tav tm="0">
                                          <p:val>
                                            <p:strVal val="1+#ppt_h/2"/>
                                          </p:val>
                                        </p:tav>
                                        <p:tav tm="100000">
                                          <p:val>
                                            <p:strVal val="#ppt_y"/>
                                          </p:val>
                                        </p:tav>
                                      </p:tavLst>
                                    </p:anim>
                                  </p:childTnLst>
                                </p:cTn>
                              </p:par>
                              <p:par>
                                <p:cTn id="97" presetID="2" presetClass="entr" presetSubtype="4" fill="hold" nodeType="withEffect">
                                  <p:stCondLst>
                                    <p:cond delay="0"/>
                                  </p:stCondLst>
                                  <p:childTnLst>
                                    <p:set>
                                      <p:cBhvr>
                                        <p:cTn id="98" dur="1" fill="hold">
                                          <p:stCondLst>
                                            <p:cond delay="0"/>
                                          </p:stCondLst>
                                        </p:cTn>
                                        <p:tgtEl>
                                          <p:spTgt spid="30"/>
                                        </p:tgtEl>
                                        <p:attrNameLst>
                                          <p:attrName>style.visibility</p:attrName>
                                        </p:attrNameLst>
                                      </p:cBhvr>
                                      <p:to>
                                        <p:strVal val="visible"/>
                                      </p:to>
                                    </p:set>
                                    <p:anim calcmode="lin" valueType="num">
                                      <p:cBhvr additive="base">
                                        <p:cTn id="99" dur="500" fill="hold"/>
                                        <p:tgtEl>
                                          <p:spTgt spid="30"/>
                                        </p:tgtEl>
                                        <p:attrNameLst>
                                          <p:attrName>ppt_x</p:attrName>
                                        </p:attrNameLst>
                                      </p:cBhvr>
                                      <p:tavLst>
                                        <p:tav tm="0">
                                          <p:val>
                                            <p:strVal val="#ppt_x"/>
                                          </p:val>
                                        </p:tav>
                                        <p:tav tm="100000">
                                          <p:val>
                                            <p:strVal val="#ppt_x"/>
                                          </p:val>
                                        </p:tav>
                                      </p:tavLst>
                                    </p:anim>
                                    <p:anim calcmode="lin" valueType="num">
                                      <p:cBhvr additive="base">
                                        <p:cTn id="100" dur="500" fill="hold"/>
                                        <p:tgtEl>
                                          <p:spTgt spid="30"/>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p:stCondLst>
                                    <p:cond delay="0"/>
                                  </p:stCondLst>
                                  <p:childTnLst>
                                    <p:set>
                                      <p:cBhvr>
                                        <p:cTn id="102" dur="1" fill="hold">
                                          <p:stCondLst>
                                            <p:cond delay="0"/>
                                          </p:stCondLst>
                                        </p:cTn>
                                        <p:tgtEl>
                                          <p:spTgt spid="31"/>
                                        </p:tgtEl>
                                        <p:attrNameLst>
                                          <p:attrName>style.visibility</p:attrName>
                                        </p:attrNameLst>
                                      </p:cBhvr>
                                      <p:to>
                                        <p:strVal val="visible"/>
                                      </p:to>
                                    </p:set>
                                    <p:anim calcmode="lin" valueType="num">
                                      <p:cBhvr additive="base">
                                        <p:cTn id="103" dur="500" fill="hold"/>
                                        <p:tgtEl>
                                          <p:spTgt spid="31"/>
                                        </p:tgtEl>
                                        <p:attrNameLst>
                                          <p:attrName>ppt_x</p:attrName>
                                        </p:attrNameLst>
                                      </p:cBhvr>
                                      <p:tavLst>
                                        <p:tav tm="0">
                                          <p:val>
                                            <p:strVal val="#ppt_x"/>
                                          </p:val>
                                        </p:tav>
                                        <p:tav tm="100000">
                                          <p:val>
                                            <p:strVal val="#ppt_x"/>
                                          </p:val>
                                        </p:tav>
                                      </p:tavLst>
                                    </p:anim>
                                    <p:anim calcmode="lin" valueType="num">
                                      <p:cBhvr additive="base">
                                        <p:cTn id="104" dur="500" fill="hold"/>
                                        <p:tgtEl>
                                          <p:spTgt spid="31"/>
                                        </p:tgtEl>
                                        <p:attrNameLst>
                                          <p:attrName>ppt_y</p:attrName>
                                        </p:attrNameLst>
                                      </p:cBhvr>
                                      <p:tavLst>
                                        <p:tav tm="0">
                                          <p:val>
                                            <p:strVal val="1+#ppt_h/2"/>
                                          </p:val>
                                        </p:tav>
                                        <p:tav tm="100000">
                                          <p:val>
                                            <p:strVal val="#ppt_y"/>
                                          </p:val>
                                        </p:tav>
                                      </p:tavLst>
                                    </p:anim>
                                  </p:childTnLst>
                                </p:cTn>
                              </p:par>
                              <p:par>
                                <p:cTn id="105" presetID="2" presetClass="entr" presetSubtype="4" fill="hold" grpId="0" nodeType="withEffect">
                                  <p:stCondLst>
                                    <p:cond delay="0"/>
                                  </p:stCondLst>
                                  <p:childTnLst>
                                    <p:set>
                                      <p:cBhvr>
                                        <p:cTn id="106" dur="1" fill="hold">
                                          <p:stCondLst>
                                            <p:cond delay="0"/>
                                          </p:stCondLst>
                                        </p:cTn>
                                        <p:tgtEl>
                                          <p:spTgt spid="32"/>
                                        </p:tgtEl>
                                        <p:attrNameLst>
                                          <p:attrName>style.visibility</p:attrName>
                                        </p:attrNameLst>
                                      </p:cBhvr>
                                      <p:to>
                                        <p:strVal val="visible"/>
                                      </p:to>
                                    </p:set>
                                    <p:anim calcmode="lin" valueType="num">
                                      <p:cBhvr additive="base">
                                        <p:cTn id="107" dur="500" fill="hold"/>
                                        <p:tgtEl>
                                          <p:spTgt spid="32"/>
                                        </p:tgtEl>
                                        <p:attrNameLst>
                                          <p:attrName>ppt_x</p:attrName>
                                        </p:attrNameLst>
                                      </p:cBhvr>
                                      <p:tavLst>
                                        <p:tav tm="0">
                                          <p:val>
                                            <p:strVal val="#ppt_x"/>
                                          </p:val>
                                        </p:tav>
                                        <p:tav tm="100000">
                                          <p:val>
                                            <p:strVal val="#ppt_x"/>
                                          </p:val>
                                        </p:tav>
                                      </p:tavLst>
                                    </p:anim>
                                    <p:anim calcmode="lin" valueType="num">
                                      <p:cBhvr additive="base">
                                        <p:cTn id="108" dur="500" fill="hold"/>
                                        <p:tgtEl>
                                          <p:spTgt spid="32"/>
                                        </p:tgtEl>
                                        <p:attrNameLst>
                                          <p:attrName>ppt_y</p:attrName>
                                        </p:attrNameLst>
                                      </p:cBhvr>
                                      <p:tavLst>
                                        <p:tav tm="0">
                                          <p:val>
                                            <p:strVal val="1+#ppt_h/2"/>
                                          </p:val>
                                        </p:tav>
                                        <p:tav tm="100000">
                                          <p:val>
                                            <p:strVal val="#ppt_y"/>
                                          </p:val>
                                        </p:tav>
                                      </p:tavLst>
                                    </p:anim>
                                  </p:childTnLst>
                                </p:cTn>
                              </p:par>
                              <p:par>
                                <p:cTn id="109" presetID="2" presetClass="entr" presetSubtype="4" fill="hold" nodeType="withEffect">
                                  <p:stCondLst>
                                    <p:cond delay="0"/>
                                  </p:stCondLst>
                                  <p:childTnLst>
                                    <p:set>
                                      <p:cBhvr>
                                        <p:cTn id="110" dur="1" fill="hold">
                                          <p:stCondLst>
                                            <p:cond delay="0"/>
                                          </p:stCondLst>
                                        </p:cTn>
                                        <p:tgtEl>
                                          <p:spTgt spid="33"/>
                                        </p:tgtEl>
                                        <p:attrNameLst>
                                          <p:attrName>style.visibility</p:attrName>
                                        </p:attrNameLst>
                                      </p:cBhvr>
                                      <p:to>
                                        <p:strVal val="visible"/>
                                      </p:to>
                                    </p:set>
                                    <p:anim calcmode="lin" valueType="num">
                                      <p:cBhvr additive="base">
                                        <p:cTn id="111" dur="500" fill="hold"/>
                                        <p:tgtEl>
                                          <p:spTgt spid="33"/>
                                        </p:tgtEl>
                                        <p:attrNameLst>
                                          <p:attrName>ppt_x</p:attrName>
                                        </p:attrNameLst>
                                      </p:cBhvr>
                                      <p:tavLst>
                                        <p:tav tm="0">
                                          <p:val>
                                            <p:strVal val="#ppt_x"/>
                                          </p:val>
                                        </p:tav>
                                        <p:tav tm="100000">
                                          <p:val>
                                            <p:strVal val="#ppt_x"/>
                                          </p:val>
                                        </p:tav>
                                      </p:tavLst>
                                    </p:anim>
                                    <p:anim calcmode="lin" valueType="num">
                                      <p:cBhvr additive="base">
                                        <p:cTn id="112" dur="500" fill="hold"/>
                                        <p:tgtEl>
                                          <p:spTgt spid="33"/>
                                        </p:tgtEl>
                                        <p:attrNameLst>
                                          <p:attrName>ppt_y</p:attrName>
                                        </p:attrNameLst>
                                      </p:cBhvr>
                                      <p:tavLst>
                                        <p:tav tm="0">
                                          <p:val>
                                            <p:strVal val="1+#ppt_h/2"/>
                                          </p:val>
                                        </p:tav>
                                        <p:tav tm="100000">
                                          <p:val>
                                            <p:strVal val="#ppt_y"/>
                                          </p:val>
                                        </p:tav>
                                      </p:tavLst>
                                    </p:anim>
                                  </p:childTnLst>
                                </p:cTn>
                              </p:par>
                              <p:par>
                                <p:cTn id="113" presetID="2" presetClass="entr" presetSubtype="4" fill="hold" nodeType="withEffect">
                                  <p:stCondLst>
                                    <p:cond delay="0"/>
                                  </p:stCondLst>
                                  <p:childTnLst>
                                    <p:set>
                                      <p:cBhvr>
                                        <p:cTn id="114" dur="1" fill="hold">
                                          <p:stCondLst>
                                            <p:cond delay="0"/>
                                          </p:stCondLst>
                                        </p:cTn>
                                        <p:tgtEl>
                                          <p:spTgt spid="34"/>
                                        </p:tgtEl>
                                        <p:attrNameLst>
                                          <p:attrName>style.visibility</p:attrName>
                                        </p:attrNameLst>
                                      </p:cBhvr>
                                      <p:to>
                                        <p:strVal val="visible"/>
                                      </p:to>
                                    </p:set>
                                    <p:anim calcmode="lin" valueType="num">
                                      <p:cBhvr additive="base">
                                        <p:cTn id="115" dur="500" fill="hold"/>
                                        <p:tgtEl>
                                          <p:spTgt spid="34"/>
                                        </p:tgtEl>
                                        <p:attrNameLst>
                                          <p:attrName>ppt_x</p:attrName>
                                        </p:attrNameLst>
                                      </p:cBhvr>
                                      <p:tavLst>
                                        <p:tav tm="0">
                                          <p:val>
                                            <p:strVal val="#ppt_x"/>
                                          </p:val>
                                        </p:tav>
                                        <p:tav tm="100000">
                                          <p:val>
                                            <p:strVal val="#ppt_x"/>
                                          </p:val>
                                        </p:tav>
                                      </p:tavLst>
                                    </p:anim>
                                    <p:anim calcmode="lin" valueType="num">
                                      <p:cBhvr additive="base">
                                        <p:cTn id="116" dur="500" fill="hold"/>
                                        <p:tgtEl>
                                          <p:spTgt spid="34"/>
                                        </p:tgtEl>
                                        <p:attrNameLst>
                                          <p:attrName>ppt_y</p:attrName>
                                        </p:attrNameLst>
                                      </p:cBhvr>
                                      <p:tavLst>
                                        <p:tav tm="0">
                                          <p:val>
                                            <p:strVal val="1+#ppt_h/2"/>
                                          </p:val>
                                        </p:tav>
                                        <p:tav tm="100000">
                                          <p:val>
                                            <p:strVal val="#ppt_y"/>
                                          </p:val>
                                        </p:tav>
                                      </p:tavLst>
                                    </p:anim>
                                  </p:childTnLst>
                                </p:cTn>
                              </p:par>
                              <p:par>
                                <p:cTn id="117" presetID="2" presetClass="entr" presetSubtype="4" fill="hold" nodeType="withEffect">
                                  <p:stCondLst>
                                    <p:cond delay="0"/>
                                  </p:stCondLst>
                                  <p:childTnLst>
                                    <p:set>
                                      <p:cBhvr>
                                        <p:cTn id="118" dur="1" fill="hold">
                                          <p:stCondLst>
                                            <p:cond delay="0"/>
                                          </p:stCondLst>
                                        </p:cTn>
                                        <p:tgtEl>
                                          <p:spTgt spid="35"/>
                                        </p:tgtEl>
                                        <p:attrNameLst>
                                          <p:attrName>style.visibility</p:attrName>
                                        </p:attrNameLst>
                                      </p:cBhvr>
                                      <p:to>
                                        <p:strVal val="visible"/>
                                      </p:to>
                                    </p:set>
                                    <p:anim calcmode="lin" valueType="num">
                                      <p:cBhvr additive="base">
                                        <p:cTn id="119" dur="500" fill="hold"/>
                                        <p:tgtEl>
                                          <p:spTgt spid="35"/>
                                        </p:tgtEl>
                                        <p:attrNameLst>
                                          <p:attrName>ppt_x</p:attrName>
                                        </p:attrNameLst>
                                      </p:cBhvr>
                                      <p:tavLst>
                                        <p:tav tm="0">
                                          <p:val>
                                            <p:strVal val="#ppt_x"/>
                                          </p:val>
                                        </p:tav>
                                        <p:tav tm="100000">
                                          <p:val>
                                            <p:strVal val="#ppt_x"/>
                                          </p:val>
                                        </p:tav>
                                      </p:tavLst>
                                    </p:anim>
                                    <p:anim calcmode="lin" valueType="num">
                                      <p:cBhvr additive="base">
                                        <p:cTn id="120" dur="500" fill="hold"/>
                                        <p:tgtEl>
                                          <p:spTgt spid="35"/>
                                        </p:tgtEl>
                                        <p:attrNameLst>
                                          <p:attrName>ppt_y</p:attrName>
                                        </p:attrNameLst>
                                      </p:cBhvr>
                                      <p:tavLst>
                                        <p:tav tm="0">
                                          <p:val>
                                            <p:strVal val="1+#ppt_h/2"/>
                                          </p:val>
                                        </p:tav>
                                        <p:tav tm="100000">
                                          <p:val>
                                            <p:strVal val="#ppt_y"/>
                                          </p:val>
                                        </p:tav>
                                      </p:tavLst>
                                    </p:anim>
                                  </p:childTnLst>
                                </p:cTn>
                              </p:par>
                              <p:par>
                                <p:cTn id="121" presetID="2" presetClass="entr" presetSubtype="4" fill="hold" grpId="0" nodeType="withEffect">
                                  <p:stCondLst>
                                    <p:cond delay="0"/>
                                  </p:stCondLst>
                                  <p:childTnLst>
                                    <p:set>
                                      <p:cBhvr>
                                        <p:cTn id="122" dur="1" fill="hold">
                                          <p:stCondLst>
                                            <p:cond delay="0"/>
                                          </p:stCondLst>
                                        </p:cTn>
                                        <p:tgtEl>
                                          <p:spTgt spid="36"/>
                                        </p:tgtEl>
                                        <p:attrNameLst>
                                          <p:attrName>style.visibility</p:attrName>
                                        </p:attrNameLst>
                                      </p:cBhvr>
                                      <p:to>
                                        <p:strVal val="visible"/>
                                      </p:to>
                                    </p:set>
                                    <p:anim calcmode="lin" valueType="num">
                                      <p:cBhvr additive="base">
                                        <p:cTn id="123" dur="500" fill="hold"/>
                                        <p:tgtEl>
                                          <p:spTgt spid="36"/>
                                        </p:tgtEl>
                                        <p:attrNameLst>
                                          <p:attrName>ppt_x</p:attrName>
                                        </p:attrNameLst>
                                      </p:cBhvr>
                                      <p:tavLst>
                                        <p:tav tm="0">
                                          <p:val>
                                            <p:strVal val="#ppt_x"/>
                                          </p:val>
                                        </p:tav>
                                        <p:tav tm="100000">
                                          <p:val>
                                            <p:strVal val="#ppt_x"/>
                                          </p:val>
                                        </p:tav>
                                      </p:tavLst>
                                    </p:anim>
                                    <p:anim calcmode="lin" valueType="num">
                                      <p:cBhvr additive="base">
                                        <p:cTn id="124" dur="500" fill="hold"/>
                                        <p:tgtEl>
                                          <p:spTgt spid="36"/>
                                        </p:tgtEl>
                                        <p:attrNameLst>
                                          <p:attrName>ppt_y</p:attrName>
                                        </p:attrNameLst>
                                      </p:cBhvr>
                                      <p:tavLst>
                                        <p:tav tm="0">
                                          <p:val>
                                            <p:strVal val="1+#ppt_h/2"/>
                                          </p:val>
                                        </p:tav>
                                        <p:tav tm="100000">
                                          <p:val>
                                            <p:strVal val="#ppt_y"/>
                                          </p:val>
                                        </p:tav>
                                      </p:tavLst>
                                    </p:anim>
                                  </p:childTnLst>
                                </p:cTn>
                              </p:par>
                              <p:par>
                                <p:cTn id="125" presetID="2" presetClass="entr" presetSubtype="4" fill="hold" nodeType="withEffect">
                                  <p:stCondLst>
                                    <p:cond delay="0"/>
                                  </p:stCondLst>
                                  <p:childTnLst>
                                    <p:set>
                                      <p:cBhvr>
                                        <p:cTn id="126" dur="1" fill="hold">
                                          <p:stCondLst>
                                            <p:cond delay="0"/>
                                          </p:stCondLst>
                                        </p:cTn>
                                        <p:tgtEl>
                                          <p:spTgt spid="37"/>
                                        </p:tgtEl>
                                        <p:attrNameLst>
                                          <p:attrName>style.visibility</p:attrName>
                                        </p:attrNameLst>
                                      </p:cBhvr>
                                      <p:to>
                                        <p:strVal val="visible"/>
                                      </p:to>
                                    </p:set>
                                    <p:anim calcmode="lin" valueType="num">
                                      <p:cBhvr additive="base">
                                        <p:cTn id="127" dur="500" fill="hold"/>
                                        <p:tgtEl>
                                          <p:spTgt spid="37"/>
                                        </p:tgtEl>
                                        <p:attrNameLst>
                                          <p:attrName>ppt_x</p:attrName>
                                        </p:attrNameLst>
                                      </p:cBhvr>
                                      <p:tavLst>
                                        <p:tav tm="0">
                                          <p:val>
                                            <p:strVal val="#ppt_x"/>
                                          </p:val>
                                        </p:tav>
                                        <p:tav tm="100000">
                                          <p:val>
                                            <p:strVal val="#ppt_x"/>
                                          </p:val>
                                        </p:tav>
                                      </p:tavLst>
                                    </p:anim>
                                    <p:anim calcmode="lin" valueType="num">
                                      <p:cBhvr additive="base">
                                        <p:cTn id="128" dur="500" fill="hold"/>
                                        <p:tgtEl>
                                          <p:spTgt spid="37"/>
                                        </p:tgtEl>
                                        <p:attrNameLst>
                                          <p:attrName>ppt_y</p:attrName>
                                        </p:attrNameLst>
                                      </p:cBhvr>
                                      <p:tavLst>
                                        <p:tav tm="0">
                                          <p:val>
                                            <p:strVal val="1+#ppt_h/2"/>
                                          </p:val>
                                        </p:tav>
                                        <p:tav tm="100000">
                                          <p:val>
                                            <p:strVal val="#ppt_y"/>
                                          </p:val>
                                        </p:tav>
                                      </p:tavLst>
                                    </p:anim>
                                  </p:childTnLst>
                                </p:cTn>
                              </p:par>
                              <p:par>
                                <p:cTn id="129" presetID="2" presetClass="entr" presetSubtype="4" fill="hold" grpId="0" nodeType="withEffect">
                                  <p:stCondLst>
                                    <p:cond delay="0"/>
                                  </p:stCondLst>
                                  <p:childTnLst>
                                    <p:set>
                                      <p:cBhvr>
                                        <p:cTn id="130" dur="1" fill="hold">
                                          <p:stCondLst>
                                            <p:cond delay="0"/>
                                          </p:stCondLst>
                                        </p:cTn>
                                        <p:tgtEl>
                                          <p:spTgt spid="38"/>
                                        </p:tgtEl>
                                        <p:attrNameLst>
                                          <p:attrName>style.visibility</p:attrName>
                                        </p:attrNameLst>
                                      </p:cBhvr>
                                      <p:to>
                                        <p:strVal val="visible"/>
                                      </p:to>
                                    </p:set>
                                    <p:anim calcmode="lin" valueType="num">
                                      <p:cBhvr additive="base">
                                        <p:cTn id="131" dur="500" fill="hold"/>
                                        <p:tgtEl>
                                          <p:spTgt spid="38"/>
                                        </p:tgtEl>
                                        <p:attrNameLst>
                                          <p:attrName>ppt_x</p:attrName>
                                        </p:attrNameLst>
                                      </p:cBhvr>
                                      <p:tavLst>
                                        <p:tav tm="0">
                                          <p:val>
                                            <p:strVal val="#ppt_x"/>
                                          </p:val>
                                        </p:tav>
                                        <p:tav tm="100000">
                                          <p:val>
                                            <p:strVal val="#ppt_x"/>
                                          </p:val>
                                        </p:tav>
                                      </p:tavLst>
                                    </p:anim>
                                    <p:anim calcmode="lin" valueType="num">
                                      <p:cBhvr additive="base">
                                        <p:cTn id="132" dur="500" fill="hold"/>
                                        <p:tgtEl>
                                          <p:spTgt spid="38"/>
                                        </p:tgtEl>
                                        <p:attrNameLst>
                                          <p:attrName>ppt_y</p:attrName>
                                        </p:attrNameLst>
                                      </p:cBhvr>
                                      <p:tavLst>
                                        <p:tav tm="0">
                                          <p:val>
                                            <p:strVal val="1+#ppt_h/2"/>
                                          </p:val>
                                        </p:tav>
                                        <p:tav tm="100000">
                                          <p:val>
                                            <p:strVal val="#ppt_y"/>
                                          </p:val>
                                        </p:tav>
                                      </p:tavLst>
                                    </p:anim>
                                  </p:childTnLst>
                                </p:cTn>
                              </p:par>
                              <p:par>
                                <p:cTn id="133" presetID="2" presetClass="entr" presetSubtype="4" fill="hold" nodeType="withEffect">
                                  <p:stCondLst>
                                    <p:cond delay="0"/>
                                  </p:stCondLst>
                                  <p:childTnLst>
                                    <p:set>
                                      <p:cBhvr>
                                        <p:cTn id="134" dur="1" fill="hold">
                                          <p:stCondLst>
                                            <p:cond delay="0"/>
                                          </p:stCondLst>
                                        </p:cTn>
                                        <p:tgtEl>
                                          <p:spTgt spid="39"/>
                                        </p:tgtEl>
                                        <p:attrNameLst>
                                          <p:attrName>style.visibility</p:attrName>
                                        </p:attrNameLst>
                                      </p:cBhvr>
                                      <p:to>
                                        <p:strVal val="visible"/>
                                      </p:to>
                                    </p:set>
                                    <p:anim calcmode="lin" valueType="num">
                                      <p:cBhvr additive="base">
                                        <p:cTn id="135" dur="500" fill="hold"/>
                                        <p:tgtEl>
                                          <p:spTgt spid="39"/>
                                        </p:tgtEl>
                                        <p:attrNameLst>
                                          <p:attrName>ppt_x</p:attrName>
                                        </p:attrNameLst>
                                      </p:cBhvr>
                                      <p:tavLst>
                                        <p:tav tm="0">
                                          <p:val>
                                            <p:strVal val="#ppt_x"/>
                                          </p:val>
                                        </p:tav>
                                        <p:tav tm="100000">
                                          <p:val>
                                            <p:strVal val="#ppt_x"/>
                                          </p:val>
                                        </p:tav>
                                      </p:tavLst>
                                    </p:anim>
                                    <p:anim calcmode="lin" valueType="num">
                                      <p:cBhvr additive="base">
                                        <p:cTn id="136" dur="500" fill="hold"/>
                                        <p:tgtEl>
                                          <p:spTgt spid="39"/>
                                        </p:tgtEl>
                                        <p:attrNameLst>
                                          <p:attrName>ppt_y</p:attrName>
                                        </p:attrNameLst>
                                      </p:cBhvr>
                                      <p:tavLst>
                                        <p:tav tm="0">
                                          <p:val>
                                            <p:strVal val="1+#ppt_h/2"/>
                                          </p:val>
                                        </p:tav>
                                        <p:tav tm="100000">
                                          <p:val>
                                            <p:strVal val="#ppt_y"/>
                                          </p:val>
                                        </p:tav>
                                      </p:tavLst>
                                    </p:anim>
                                  </p:childTnLst>
                                </p:cTn>
                              </p:par>
                              <p:par>
                                <p:cTn id="137" presetID="2" presetClass="entr" presetSubtype="4" fill="hold" grpId="0" nodeType="withEffect">
                                  <p:stCondLst>
                                    <p:cond delay="0"/>
                                  </p:stCondLst>
                                  <p:childTnLst>
                                    <p:set>
                                      <p:cBhvr>
                                        <p:cTn id="138" dur="1" fill="hold">
                                          <p:stCondLst>
                                            <p:cond delay="0"/>
                                          </p:stCondLst>
                                        </p:cTn>
                                        <p:tgtEl>
                                          <p:spTgt spid="46"/>
                                        </p:tgtEl>
                                        <p:attrNameLst>
                                          <p:attrName>style.visibility</p:attrName>
                                        </p:attrNameLst>
                                      </p:cBhvr>
                                      <p:to>
                                        <p:strVal val="visible"/>
                                      </p:to>
                                    </p:set>
                                    <p:anim calcmode="lin" valueType="num">
                                      <p:cBhvr additive="base">
                                        <p:cTn id="139" dur="500" fill="hold"/>
                                        <p:tgtEl>
                                          <p:spTgt spid="46"/>
                                        </p:tgtEl>
                                        <p:attrNameLst>
                                          <p:attrName>ppt_x</p:attrName>
                                        </p:attrNameLst>
                                      </p:cBhvr>
                                      <p:tavLst>
                                        <p:tav tm="0">
                                          <p:val>
                                            <p:strVal val="#ppt_x"/>
                                          </p:val>
                                        </p:tav>
                                        <p:tav tm="100000">
                                          <p:val>
                                            <p:strVal val="#ppt_x"/>
                                          </p:val>
                                        </p:tav>
                                      </p:tavLst>
                                    </p:anim>
                                    <p:anim calcmode="lin" valueType="num">
                                      <p:cBhvr additive="base">
                                        <p:cTn id="140" dur="500" fill="hold"/>
                                        <p:tgtEl>
                                          <p:spTgt spid="46"/>
                                        </p:tgtEl>
                                        <p:attrNameLst>
                                          <p:attrName>ppt_y</p:attrName>
                                        </p:attrNameLst>
                                      </p:cBhvr>
                                      <p:tavLst>
                                        <p:tav tm="0">
                                          <p:val>
                                            <p:strVal val="1+#ppt_h/2"/>
                                          </p:val>
                                        </p:tav>
                                        <p:tav tm="100000">
                                          <p:val>
                                            <p:strVal val="#ppt_y"/>
                                          </p:val>
                                        </p:tav>
                                      </p:tavLst>
                                    </p:anim>
                                  </p:childTnLst>
                                </p:cTn>
                              </p:par>
                              <p:par>
                                <p:cTn id="141" presetID="2" presetClass="entr" presetSubtype="4" fill="hold" nodeType="withEffect">
                                  <p:stCondLst>
                                    <p:cond delay="0"/>
                                  </p:stCondLst>
                                  <p:childTnLst>
                                    <p:set>
                                      <p:cBhvr>
                                        <p:cTn id="142" dur="1" fill="hold">
                                          <p:stCondLst>
                                            <p:cond delay="0"/>
                                          </p:stCondLst>
                                        </p:cTn>
                                        <p:tgtEl>
                                          <p:spTgt spid="47"/>
                                        </p:tgtEl>
                                        <p:attrNameLst>
                                          <p:attrName>style.visibility</p:attrName>
                                        </p:attrNameLst>
                                      </p:cBhvr>
                                      <p:to>
                                        <p:strVal val="visible"/>
                                      </p:to>
                                    </p:set>
                                    <p:anim calcmode="lin" valueType="num">
                                      <p:cBhvr additive="base">
                                        <p:cTn id="143" dur="500" fill="hold"/>
                                        <p:tgtEl>
                                          <p:spTgt spid="47"/>
                                        </p:tgtEl>
                                        <p:attrNameLst>
                                          <p:attrName>ppt_x</p:attrName>
                                        </p:attrNameLst>
                                      </p:cBhvr>
                                      <p:tavLst>
                                        <p:tav tm="0">
                                          <p:val>
                                            <p:strVal val="#ppt_x"/>
                                          </p:val>
                                        </p:tav>
                                        <p:tav tm="100000">
                                          <p:val>
                                            <p:strVal val="#ppt_x"/>
                                          </p:val>
                                        </p:tav>
                                      </p:tavLst>
                                    </p:anim>
                                    <p:anim calcmode="lin" valueType="num">
                                      <p:cBhvr additive="base">
                                        <p:cTn id="144" dur="500" fill="hold"/>
                                        <p:tgtEl>
                                          <p:spTgt spid="47"/>
                                        </p:tgtEl>
                                        <p:attrNameLst>
                                          <p:attrName>ppt_y</p:attrName>
                                        </p:attrNameLst>
                                      </p:cBhvr>
                                      <p:tavLst>
                                        <p:tav tm="0">
                                          <p:val>
                                            <p:strVal val="1+#ppt_h/2"/>
                                          </p:val>
                                        </p:tav>
                                        <p:tav tm="100000">
                                          <p:val>
                                            <p:strVal val="#ppt_y"/>
                                          </p:val>
                                        </p:tav>
                                      </p:tavLst>
                                    </p:anim>
                                  </p:childTnLst>
                                </p:cTn>
                              </p:par>
                              <p:par>
                                <p:cTn id="145" presetID="2" presetClass="entr" presetSubtype="4" fill="hold" grpId="0" nodeType="withEffect">
                                  <p:stCondLst>
                                    <p:cond delay="0"/>
                                  </p:stCondLst>
                                  <p:childTnLst>
                                    <p:set>
                                      <p:cBhvr>
                                        <p:cTn id="146" dur="1" fill="hold">
                                          <p:stCondLst>
                                            <p:cond delay="0"/>
                                          </p:stCondLst>
                                        </p:cTn>
                                        <p:tgtEl>
                                          <p:spTgt spid="48"/>
                                        </p:tgtEl>
                                        <p:attrNameLst>
                                          <p:attrName>style.visibility</p:attrName>
                                        </p:attrNameLst>
                                      </p:cBhvr>
                                      <p:to>
                                        <p:strVal val="visible"/>
                                      </p:to>
                                    </p:set>
                                    <p:anim calcmode="lin" valueType="num">
                                      <p:cBhvr additive="base">
                                        <p:cTn id="147" dur="500" fill="hold"/>
                                        <p:tgtEl>
                                          <p:spTgt spid="48"/>
                                        </p:tgtEl>
                                        <p:attrNameLst>
                                          <p:attrName>ppt_x</p:attrName>
                                        </p:attrNameLst>
                                      </p:cBhvr>
                                      <p:tavLst>
                                        <p:tav tm="0">
                                          <p:val>
                                            <p:strVal val="#ppt_x"/>
                                          </p:val>
                                        </p:tav>
                                        <p:tav tm="100000">
                                          <p:val>
                                            <p:strVal val="#ppt_x"/>
                                          </p:val>
                                        </p:tav>
                                      </p:tavLst>
                                    </p:anim>
                                    <p:anim calcmode="lin" valueType="num">
                                      <p:cBhvr additive="base">
                                        <p:cTn id="148" dur="500" fill="hold"/>
                                        <p:tgtEl>
                                          <p:spTgt spid="48"/>
                                        </p:tgtEl>
                                        <p:attrNameLst>
                                          <p:attrName>ppt_y</p:attrName>
                                        </p:attrNameLst>
                                      </p:cBhvr>
                                      <p:tavLst>
                                        <p:tav tm="0">
                                          <p:val>
                                            <p:strVal val="1+#ppt_h/2"/>
                                          </p:val>
                                        </p:tav>
                                        <p:tav tm="100000">
                                          <p:val>
                                            <p:strVal val="#ppt_y"/>
                                          </p:val>
                                        </p:tav>
                                      </p:tavLst>
                                    </p:anim>
                                  </p:childTnLst>
                                </p:cTn>
                              </p:par>
                              <p:par>
                                <p:cTn id="149" presetID="2" presetClass="entr" presetSubtype="4" fill="hold" grpId="0" nodeType="withEffect">
                                  <p:stCondLst>
                                    <p:cond delay="0"/>
                                  </p:stCondLst>
                                  <p:childTnLst>
                                    <p:set>
                                      <p:cBhvr>
                                        <p:cTn id="150" dur="1" fill="hold">
                                          <p:stCondLst>
                                            <p:cond delay="0"/>
                                          </p:stCondLst>
                                        </p:cTn>
                                        <p:tgtEl>
                                          <p:spTgt spid="49"/>
                                        </p:tgtEl>
                                        <p:attrNameLst>
                                          <p:attrName>style.visibility</p:attrName>
                                        </p:attrNameLst>
                                      </p:cBhvr>
                                      <p:to>
                                        <p:strVal val="visible"/>
                                      </p:to>
                                    </p:set>
                                    <p:anim calcmode="lin" valueType="num">
                                      <p:cBhvr additive="base">
                                        <p:cTn id="151" dur="500" fill="hold"/>
                                        <p:tgtEl>
                                          <p:spTgt spid="49"/>
                                        </p:tgtEl>
                                        <p:attrNameLst>
                                          <p:attrName>ppt_x</p:attrName>
                                        </p:attrNameLst>
                                      </p:cBhvr>
                                      <p:tavLst>
                                        <p:tav tm="0">
                                          <p:val>
                                            <p:strVal val="#ppt_x"/>
                                          </p:val>
                                        </p:tav>
                                        <p:tav tm="100000">
                                          <p:val>
                                            <p:strVal val="#ppt_x"/>
                                          </p:val>
                                        </p:tav>
                                      </p:tavLst>
                                    </p:anim>
                                    <p:anim calcmode="lin" valueType="num">
                                      <p:cBhvr additive="base">
                                        <p:cTn id="152" dur="500" fill="hold"/>
                                        <p:tgtEl>
                                          <p:spTgt spid="49"/>
                                        </p:tgtEl>
                                        <p:attrNameLst>
                                          <p:attrName>ppt_y</p:attrName>
                                        </p:attrNameLst>
                                      </p:cBhvr>
                                      <p:tavLst>
                                        <p:tav tm="0">
                                          <p:val>
                                            <p:strVal val="1+#ppt_h/2"/>
                                          </p:val>
                                        </p:tav>
                                        <p:tav tm="100000">
                                          <p:val>
                                            <p:strVal val="#ppt_y"/>
                                          </p:val>
                                        </p:tav>
                                      </p:tavLst>
                                    </p:anim>
                                  </p:childTnLst>
                                </p:cTn>
                              </p:par>
                              <p:par>
                                <p:cTn id="153" presetID="2" presetClass="entr" presetSubtype="4" fill="hold" grpId="0" nodeType="withEffect">
                                  <p:stCondLst>
                                    <p:cond delay="0"/>
                                  </p:stCondLst>
                                  <p:childTnLst>
                                    <p:set>
                                      <p:cBhvr>
                                        <p:cTn id="154" dur="1" fill="hold">
                                          <p:stCondLst>
                                            <p:cond delay="0"/>
                                          </p:stCondLst>
                                        </p:cTn>
                                        <p:tgtEl>
                                          <p:spTgt spid="50"/>
                                        </p:tgtEl>
                                        <p:attrNameLst>
                                          <p:attrName>style.visibility</p:attrName>
                                        </p:attrNameLst>
                                      </p:cBhvr>
                                      <p:to>
                                        <p:strVal val="visible"/>
                                      </p:to>
                                    </p:set>
                                    <p:anim calcmode="lin" valueType="num">
                                      <p:cBhvr additive="base">
                                        <p:cTn id="155" dur="500" fill="hold"/>
                                        <p:tgtEl>
                                          <p:spTgt spid="50"/>
                                        </p:tgtEl>
                                        <p:attrNameLst>
                                          <p:attrName>ppt_x</p:attrName>
                                        </p:attrNameLst>
                                      </p:cBhvr>
                                      <p:tavLst>
                                        <p:tav tm="0">
                                          <p:val>
                                            <p:strVal val="#ppt_x"/>
                                          </p:val>
                                        </p:tav>
                                        <p:tav tm="100000">
                                          <p:val>
                                            <p:strVal val="#ppt_x"/>
                                          </p:val>
                                        </p:tav>
                                      </p:tavLst>
                                    </p:anim>
                                    <p:anim calcmode="lin" valueType="num">
                                      <p:cBhvr additive="base">
                                        <p:cTn id="156"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P spid="10" grpId="0" animBg="1"/>
      <p:bldP spid="11" grpId="0" animBg="1"/>
      <p:bldP spid="13" grpId="0"/>
      <p:bldP spid="14" grpId="0" animBg="1"/>
      <p:bldP spid="15" grpId="0" animBg="1"/>
      <p:bldP spid="17" grpId="0"/>
      <p:bldP spid="18" grpId="0" animBg="1"/>
      <p:bldP spid="19" grpId="0" animBg="1"/>
      <p:bldP spid="21" grpId="0"/>
      <p:bldP spid="22" grpId="0" animBg="1"/>
      <p:bldP spid="25" grpId="0" animBg="1"/>
      <p:bldP spid="27" grpId="0"/>
      <p:bldP spid="28" grpId="0" animBg="1"/>
      <p:bldP spid="29" grpId="0" animBg="1"/>
      <p:bldP spid="31" grpId="0"/>
      <p:bldP spid="32" grpId="0" animBg="1"/>
      <p:bldP spid="36" grpId="0"/>
      <p:bldP spid="38" grpId="0"/>
      <p:bldP spid="46" grpId="0" animBg="1"/>
      <p:bldP spid="48" grpId="0"/>
      <p:bldP spid="49" grpId="0" animBg="1"/>
      <p:bldP spid="5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49092DEF-C978-4407-B77B-8CBBDF9F5659}"/>
              </a:ext>
            </a:extLst>
          </p:cNvPr>
          <p:cNvSpPr>
            <a:spLocks noGrp="1" noChangeArrowheads="1"/>
          </p:cNvSpPr>
          <p:nvPr>
            <p:ph type="title"/>
          </p:nvPr>
        </p:nvSpPr>
        <p:spPr/>
        <p:txBody>
          <a:bodyPr/>
          <a:lstStyle/>
          <a:p>
            <a:r>
              <a:rPr lang="en-US" altLang="en-US"/>
              <a:t>Thêm vào cuối danh sách</a:t>
            </a:r>
          </a:p>
        </p:txBody>
      </p:sp>
      <p:sp>
        <p:nvSpPr>
          <p:cNvPr id="44035" name="Rectangle 2">
            <a:extLst>
              <a:ext uri="{FF2B5EF4-FFF2-40B4-BE49-F238E27FC236}">
                <a16:creationId xmlns:a16="http://schemas.microsoft.com/office/drawing/2014/main" id="{687EF337-E185-4A1A-A19B-E9AE7ACFFE61}"/>
              </a:ext>
            </a:extLst>
          </p:cNvPr>
          <p:cNvSpPr>
            <a:spLocks noGrp="1" noChangeArrowheads="1"/>
          </p:cNvSpPr>
          <p:nvPr>
            <p:ph idx="1"/>
          </p:nvPr>
        </p:nvSpPr>
        <p:spPr>
          <a:xfrm>
            <a:off x="492369" y="1253050"/>
            <a:ext cx="5158154" cy="5847755"/>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rtlCol="0" anchor="ctr">
            <a:spAutoFit/>
          </a:bodyPr>
          <a:lstStyle/>
          <a:p>
            <a:pPr marL="0" indent="0">
              <a:spcBef>
                <a:spcPct val="0"/>
              </a:spcBef>
              <a:buNone/>
            </a:pPr>
            <a:r>
              <a:rPr lang="en-US" altLang="en-US" b="1" dirty="0">
                <a:solidFill>
                  <a:srgbClr val="006699"/>
                </a:solidFill>
                <a:latin typeface="Consolas" panose="020B0609020204030204" pitchFamily="49" charset="0"/>
                <a:cs typeface="Arial" panose="020B0604020202020204" pitchFamily="34" charset="0"/>
              </a:rPr>
              <a:t>void</a:t>
            </a:r>
            <a:r>
              <a:rPr lang="en-US" altLang="en-US" sz="3600" dirty="0">
                <a:solidFill>
                  <a:srgbClr val="222222"/>
                </a:solidFill>
                <a:latin typeface="Consolas" panose="020B0609020204030204" pitchFamily="49" charset="0"/>
                <a:cs typeface="Arial" panose="020B0604020202020204" pitchFamily="34" charset="0"/>
              </a:rPr>
              <a:t> </a:t>
            </a:r>
            <a:r>
              <a:rPr lang="en-US" altLang="en-US" dirty="0" err="1">
                <a:solidFill>
                  <a:srgbClr val="000000"/>
                </a:solidFill>
                <a:latin typeface="Consolas" panose="020B0609020204030204" pitchFamily="49" charset="0"/>
                <a:cs typeface="Arial" panose="020B0604020202020204" pitchFamily="34" charset="0"/>
              </a:rPr>
              <a:t>AddTail</a:t>
            </a:r>
            <a:r>
              <a:rPr lang="en-US" altLang="en-US" dirty="0">
                <a:solidFill>
                  <a:srgbClr val="000000"/>
                </a:solidFill>
                <a:latin typeface="Consolas" panose="020B0609020204030204" pitchFamily="49" charset="0"/>
                <a:cs typeface="Arial" panose="020B0604020202020204" pitchFamily="34" charset="0"/>
              </a:rPr>
              <a:t>(List &amp;L, Node *p)</a:t>
            </a:r>
            <a:endParaRPr lang="en-US" altLang="en-US" sz="2000" dirty="0">
              <a:cs typeface="Arial" panose="020B0604020202020204" pitchFamily="34" charset="0"/>
            </a:endParaRPr>
          </a:p>
          <a:p>
            <a:pPr marL="0" indent="0">
              <a:spcBef>
                <a:spcPct val="0"/>
              </a:spcBef>
              <a:buNone/>
            </a:pPr>
            <a:r>
              <a:rPr lang="en-US" altLang="en-US" dirty="0">
                <a:solidFill>
                  <a:srgbClr val="000000"/>
                </a:solidFill>
                <a:latin typeface="Consolas" panose="020B0609020204030204" pitchFamily="49" charset="0"/>
                <a:cs typeface="Arial" panose="020B0604020202020204" pitchFamily="34" charset="0"/>
              </a:rPr>
              <a:t>{</a:t>
            </a:r>
            <a:endParaRPr lang="en-US" altLang="en-US" sz="2000" dirty="0">
              <a:cs typeface="Arial" panose="020B0604020202020204" pitchFamily="34" charset="0"/>
            </a:endParaRPr>
          </a:p>
          <a:p>
            <a:pPr marL="0" indent="0">
              <a:spcBef>
                <a:spcPct val="0"/>
              </a:spcBef>
              <a:buNone/>
            </a:pPr>
            <a:r>
              <a:rPr lang="en-US" altLang="en-US" dirty="0">
                <a:solidFill>
                  <a:srgbClr val="0000FF"/>
                </a:solidFill>
                <a:cs typeface="Arial" panose="020B0604020202020204" pitchFamily="34" charset="0"/>
              </a:rPr>
              <a:t>   </a:t>
            </a:r>
            <a:r>
              <a:rPr lang="en-US" altLang="en-US" b="1" dirty="0">
                <a:solidFill>
                  <a:srgbClr val="006699"/>
                </a:solidFill>
                <a:latin typeface="Consolas" panose="020B0609020204030204" pitchFamily="49" charset="0"/>
                <a:cs typeface="Arial" panose="020B0604020202020204" pitchFamily="34" charset="0"/>
              </a:rPr>
              <a:t>if</a:t>
            </a:r>
            <a:r>
              <a:rPr lang="en-US" altLang="en-US" sz="3600" dirty="0">
                <a:solidFill>
                  <a:srgbClr val="222222"/>
                </a:solidFill>
                <a:latin typeface="Consolas" panose="020B0609020204030204" pitchFamily="49" charset="0"/>
                <a:cs typeface="Arial" panose="020B0604020202020204" pitchFamily="34" charset="0"/>
              </a:rPr>
              <a:t> </a:t>
            </a:r>
            <a:r>
              <a:rPr lang="en-US" altLang="en-US" dirty="0">
                <a:solidFill>
                  <a:srgbClr val="000000"/>
                </a:solidFill>
                <a:latin typeface="Consolas" panose="020B0609020204030204" pitchFamily="49" charset="0"/>
                <a:cs typeface="Arial" panose="020B0604020202020204" pitchFamily="34" charset="0"/>
              </a:rPr>
              <a:t>(</a:t>
            </a:r>
            <a:r>
              <a:rPr lang="en-US" altLang="en-US" dirty="0" err="1">
                <a:solidFill>
                  <a:srgbClr val="000000"/>
                </a:solidFill>
                <a:latin typeface="Consolas" panose="020B0609020204030204" pitchFamily="49" charset="0"/>
                <a:cs typeface="Arial" panose="020B0604020202020204" pitchFamily="34" charset="0"/>
              </a:rPr>
              <a:t>L.head</a:t>
            </a:r>
            <a:r>
              <a:rPr lang="en-US" altLang="en-US" dirty="0">
                <a:solidFill>
                  <a:srgbClr val="000000"/>
                </a:solidFill>
                <a:latin typeface="Consolas" panose="020B0609020204030204" pitchFamily="49" charset="0"/>
                <a:cs typeface="Arial" panose="020B0604020202020204" pitchFamily="34" charset="0"/>
              </a:rPr>
              <a:t>==null)</a:t>
            </a:r>
            <a:endParaRPr lang="en-US" altLang="en-US" sz="2000" dirty="0">
              <a:cs typeface="Arial" panose="020B0604020202020204" pitchFamily="34" charset="0"/>
            </a:endParaRPr>
          </a:p>
          <a:p>
            <a:pPr marL="0" indent="0">
              <a:spcBef>
                <a:spcPct val="0"/>
              </a:spcBef>
              <a:buNone/>
            </a:pPr>
            <a:r>
              <a:rPr lang="en-US" altLang="en-US" dirty="0">
                <a:solidFill>
                  <a:srgbClr val="0000FF"/>
                </a:solidFill>
                <a:cs typeface="Arial" panose="020B0604020202020204" pitchFamily="34" charset="0"/>
              </a:rPr>
              <a:t>      </a:t>
            </a:r>
            <a:r>
              <a:rPr lang="en-US" altLang="en-US" dirty="0" err="1">
                <a:solidFill>
                  <a:srgbClr val="000000"/>
                </a:solidFill>
                <a:latin typeface="Consolas" panose="020B0609020204030204" pitchFamily="49" charset="0"/>
                <a:cs typeface="Arial" panose="020B0604020202020204" pitchFamily="34" charset="0"/>
              </a:rPr>
              <a:t>L.head</a:t>
            </a:r>
            <a:r>
              <a:rPr lang="en-US" altLang="en-US" dirty="0">
                <a:solidFill>
                  <a:srgbClr val="000000"/>
                </a:solidFill>
                <a:latin typeface="Consolas" panose="020B0609020204030204" pitchFamily="49" charset="0"/>
                <a:cs typeface="Arial" panose="020B0604020202020204" pitchFamily="34" charset="0"/>
              </a:rPr>
              <a:t> = </a:t>
            </a:r>
            <a:r>
              <a:rPr lang="en-US" altLang="en-US" dirty="0" err="1">
                <a:solidFill>
                  <a:srgbClr val="000000"/>
                </a:solidFill>
                <a:latin typeface="Consolas" panose="020B0609020204030204" pitchFamily="49" charset="0"/>
                <a:cs typeface="Arial" panose="020B0604020202020204" pitchFamily="34" charset="0"/>
              </a:rPr>
              <a:t>L.tail</a:t>
            </a:r>
            <a:r>
              <a:rPr lang="en-US" altLang="en-US" dirty="0">
                <a:solidFill>
                  <a:srgbClr val="000000"/>
                </a:solidFill>
                <a:latin typeface="Consolas" panose="020B0609020204030204" pitchFamily="49" charset="0"/>
                <a:cs typeface="Arial" panose="020B0604020202020204" pitchFamily="34" charset="0"/>
              </a:rPr>
              <a:t> = p;</a:t>
            </a:r>
            <a:endParaRPr lang="en-US" altLang="en-US" sz="2000" dirty="0">
              <a:cs typeface="Arial" panose="020B0604020202020204" pitchFamily="34" charset="0"/>
            </a:endParaRPr>
          </a:p>
          <a:p>
            <a:pPr marL="0" indent="0">
              <a:spcBef>
                <a:spcPct val="0"/>
              </a:spcBef>
              <a:buNone/>
            </a:pPr>
            <a:r>
              <a:rPr lang="en-US" altLang="en-US" dirty="0">
                <a:solidFill>
                  <a:srgbClr val="0000FF"/>
                </a:solidFill>
                <a:cs typeface="Arial" panose="020B0604020202020204" pitchFamily="34" charset="0"/>
              </a:rPr>
              <a:t>   </a:t>
            </a:r>
            <a:r>
              <a:rPr lang="en-US" altLang="en-US" b="1" dirty="0">
                <a:solidFill>
                  <a:srgbClr val="006699"/>
                </a:solidFill>
                <a:latin typeface="Consolas" panose="020B0609020204030204" pitchFamily="49" charset="0"/>
                <a:cs typeface="Arial" panose="020B0604020202020204" pitchFamily="34" charset="0"/>
              </a:rPr>
              <a:t>else</a:t>
            </a:r>
            <a:endParaRPr lang="en-US" altLang="en-US" sz="2000" dirty="0">
              <a:cs typeface="Arial" panose="020B0604020202020204" pitchFamily="34" charset="0"/>
            </a:endParaRPr>
          </a:p>
          <a:p>
            <a:pPr marL="0" indent="0">
              <a:spcBef>
                <a:spcPct val="0"/>
              </a:spcBef>
              <a:buNone/>
            </a:pPr>
            <a:r>
              <a:rPr lang="en-US" altLang="en-US" dirty="0">
                <a:solidFill>
                  <a:srgbClr val="0000FF"/>
                </a:solidFill>
                <a:cs typeface="Arial" panose="020B0604020202020204" pitchFamily="34" charset="0"/>
              </a:rPr>
              <a:t>   </a:t>
            </a:r>
            <a:r>
              <a:rPr lang="en-US" altLang="en-US" dirty="0">
                <a:solidFill>
                  <a:srgbClr val="000000"/>
                </a:solidFill>
                <a:latin typeface="Consolas" panose="020B0609020204030204" pitchFamily="49" charset="0"/>
                <a:cs typeface="Arial" panose="020B0604020202020204" pitchFamily="34" charset="0"/>
              </a:rPr>
              <a:t>{</a:t>
            </a:r>
            <a:endParaRPr lang="en-US" altLang="en-US" sz="2000" dirty="0">
              <a:cs typeface="Arial" panose="020B0604020202020204" pitchFamily="34" charset="0"/>
            </a:endParaRPr>
          </a:p>
          <a:p>
            <a:pPr marL="0" indent="0">
              <a:spcBef>
                <a:spcPct val="0"/>
              </a:spcBef>
              <a:buNone/>
            </a:pPr>
            <a:r>
              <a:rPr lang="en-US" altLang="en-US" dirty="0">
                <a:solidFill>
                  <a:srgbClr val="0000FF"/>
                </a:solidFill>
                <a:cs typeface="Arial" panose="020B0604020202020204" pitchFamily="34" charset="0"/>
              </a:rPr>
              <a:t>     </a:t>
            </a:r>
            <a:r>
              <a:rPr lang="en-US" altLang="en-US" dirty="0" err="1">
                <a:cs typeface="Arial" panose="020B0604020202020204" pitchFamily="34" charset="0"/>
              </a:rPr>
              <a:t>L</a:t>
            </a:r>
            <a:r>
              <a:rPr lang="en-US" altLang="en-US" dirty="0" err="1">
                <a:solidFill>
                  <a:srgbClr val="000000"/>
                </a:solidFill>
                <a:latin typeface="Consolas" panose="020B0609020204030204" pitchFamily="49" charset="0"/>
                <a:cs typeface="Arial" panose="020B0604020202020204" pitchFamily="34" charset="0"/>
              </a:rPr>
              <a:t>.tail</a:t>
            </a:r>
            <a:r>
              <a:rPr lang="en-US" altLang="en-US" dirty="0">
                <a:solidFill>
                  <a:srgbClr val="000000"/>
                </a:solidFill>
                <a:latin typeface="Consolas" panose="020B0609020204030204" pitchFamily="49" charset="0"/>
                <a:cs typeface="Arial" panose="020B0604020202020204" pitchFamily="34" charset="0"/>
              </a:rPr>
              <a:t>-&gt;next = p;//</a:t>
            </a:r>
            <a:r>
              <a:rPr lang="en-US" altLang="en-US" dirty="0" err="1">
                <a:solidFill>
                  <a:srgbClr val="000000"/>
                </a:solidFill>
                <a:latin typeface="Consolas" panose="020B0609020204030204" pitchFamily="49" charset="0"/>
                <a:cs typeface="Arial" panose="020B0604020202020204" pitchFamily="34" charset="0"/>
              </a:rPr>
              <a:t>L.tail</a:t>
            </a:r>
            <a:r>
              <a:rPr lang="en-US" altLang="en-US" dirty="0">
                <a:solidFill>
                  <a:srgbClr val="000000"/>
                </a:solidFill>
                <a:latin typeface="Consolas" panose="020B0609020204030204" pitchFamily="49" charset="0"/>
                <a:cs typeface="Arial" panose="020B0604020202020204" pitchFamily="34" charset="0"/>
              </a:rPr>
              <a:t> </a:t>
            </a:r>
            <a:r>
              <a:rPr lang="en-US" altLang="en-US" dirty="0" err="1">
                <a:solidFill>
                  <a:srgbClr val="000000"/>
                </a:solidFill>
                <a:latin typeface="Consolas" panose="020B0609020204030204" pitchFamily="49" charset="0"/>
                <a:cs typeface="Arial" panose="020B0604020202020204" pitchFamily="34" charset="0"/>
              </a:rPr>
              <a:t>đưa</a:t>
            </a:r>
            <a:r>
              <a:rPr lang="en-US" altLang="en-US" dirty="0">
                <a:solidFill>
                  <a:srgbClr val="000000"/>
                </a:solidFill>
                <a:latin typeface="Consolas" panose="020B0609020204030204" pitchFamily="49" charset="0"/>
                <a:cs typeface="Arial" panose="020B0604020202020204" pitchFamily="34" charset="0"/>
              </a:rPr>
              <a:t> </a:t>
            </a:r>
            <a:r>
              <a:rPr lang="en-US" altLang="en-US" dirty="0" err="1">
                <a:solidFill>
                  <a:srgbClr val="000000"/>
                </a:solidFill>
                <a:latin typeface="Consolas" panose="020B0609020204030204" pitchFamily="49" charset="0"/>
                <a:cs typeface="Arial" panose="020B0604020202020204" pitchFamily="34" charset="0"/>
              </a:rPr>
              <a:t>dây</a:t>
            </a:r>
            <a:r>
              <a:rPr lang="en-US" altLang="en-US" dirty="0">
                <a:solidFill>
                  <a:srgbClr val="000000"/>
                </a:solidFill>
                <a:latin typeface="Consolas" panose="020B0609020204030204" pitchFamily="49" charset="0"/>
                <a:cs typeface="Arial" panose="020B0604020202020204" pitchFamily="34" charset="0"/>
              </a:rPr>
              <a:t> </a:t>
            </a:r>
            <a:r>
              <a:rPr lang="en-US" altLang="en-US" dirty="0" err="1">
                <a:solidFill>
                  <a:srgbClr val="000000"/>
                </a:solidFill>
                <a:latin typeface="Consolas" panose="020B0609020204030204" pitchFamily="49" charset="0"/>
                <a:cs typeface="Arial" panose="020B0604020202020204" pitchFamily="34" charset="0"/>
              </a:rPr>
              <a:t>nối</a:t>
            </a:r>
            <a:r>
              <a:rPr lang="en-US" altLang="en-US" dirty="0">
                <a:solidFill>
                  <a:srgbClr val="000000"/>
                </a:solidFill>
                <a:latin typeface="Consolas" panose="020B0609020204030204" pitchFamily="49" charset="0"/>
                <a:cs typeface="Arial" panose="020B0604020202020204" pitchFamily="34" charset="0"/>
              </a:rPr>
              <a:t> sang P</a:t>
            </a:r>
            <a:endParaRPr lang="en-US" altLang="en-US" sz="2000" dirty="0">
              <a:cs typeface="Arial" panose="020B0604020202020204" pitchFamily="34" charset="0"/>
            </a:endParaRPr>
          </a:p>
          <a:p>
            <a:pPr marL="0" indent="0">
              <a:spcBef>
                <a:spcPct val="0"/>
              </a:spcBef>
              <a:buNone/>
            </a:pPr>
            <a:r>
              <a:rPr lang="en-US" altLang="en-US" dirty="0">
                <a:solidFill>
                  <a:srgbClr val="0000FF"/>
                </a:solidFill>
                <a:cs typeface="Arial" panose="020B0604020202020204" pitchFamily="34" charset="0"/>
              </a:rPr>
              <a:t>      </a:t>
            </a:r>
            <a:r>
              <a:rPr lang="en-US" altLang="en-US" dirty="0" err="1">
                <a:solidFill>
                  <a:srgbClr val="000000"/>
                </a:solidFill>
                <a:latin typeface="Consolas" panose="020B0609020204030204" pitchFamily="49" charset="0"/>
                <a:cs typeface="Arial" panose="020B0604020202020204" pitchFamily="34" charset="0"/>
              </a:rPr>
              <a:t>L.tail</a:t>
            </a:r>
            <a:r>
              <a:rPr lang="en-US" altLang="en-US" dirty="0">
                <a:solidFill>
                  <a:srgbClr val="000000"/>
                </a:solidFill>
                <a:latin typeface="Consolas" panose="020B0609020204030204" pitchFamily="49" charset="0"/>
                <a:cs typeface="Arial" panose="020B0604020202020204" pitchFamily="34" charset="0"/>
              </a:rPr>
              <a:t> = p;</a:t>
            </a:r>
            <a:endParaRPr lang="en-US" altLang="en-US" sz="2000" dirty="0">
              <a:cs typeface="Arial" panose="020B0604020202020204" pitchFamily="34" charset="0"/>
            </a:endParaRPr>
          </a:p>
          <a:p>
            <a:pPr marL="0" indent="0">
              <a:spcBef>
                <a:spcPct val="0"/>
              </a:spcBef>
              <a:buNone/>
            </a:pPr>
            <a:r>
              <a:rPr lang="en-US" altLang="en-US" dirty="0">
                <a:solidFill>
                  <a:srgbClr val="0000FF"/>
                </a:solidFill>
                <a:cs typeface="Arial" panose="020B0604020202020204" pitchFamily="34" charset="0"/>
              </a:rPr>
              <a:t>   </a:t>
            </a:r>
            <a:r>
              <a:rPr lang="en-US" altLang="en-US" dirty="0">
                <a:solidFill>
                  <a:srgbClr val="000000"/>
                </a:solidFill>
                <a:latin typeface="Consolas" panose="020B0609020204030204" pitchFamily="49" charset="0"/>
                <a:cs typeface="Arial" panose="020B0604020202020204" pitchFamily="34" charset="0"/>
              </a:rPr>
              <a:t>}</a:t>
            </a:r>
            <a:endParaRPr lang="en-US" altLang="en-US" sz="2000" dirty="0">
              <a:cs typeface="Arial" panose="020B0604020202020204" pitchFamily="34" charset="0"/>
            </a:endParaRPr>
          </a:p>
          <a:p>
            <a:pPr marL="0" indent="0">
              <a:spcBef>
                <a:spcPct val="0"/>
              </a:spcBef>
              <a:buNone/>
            </a:pPr>
            <a:r>
              <a:rPr lang="en-US" altLang="en-US" dirty="0">
                <a:solidFill>
                  <a:srgbClr val="000000"/>
                </a:solidFill>
                <a:latin typeface="Consolas" panose="020B0609020204030204" pitchFamily="49" charset="0"/>
                <a:cs typeface="Arial" panose="020B0604020202020204" pitchFamily="34" charset="0"/>
              </a:rPr>
              <a:t>}</a:t>
            </a:r>
            <a:endParaRPr lang="en-US" altLang="en-US" sz="5400" dirty="0">
              <a:cs typeface="Arial" panose="020B0604020202020204" pitchFamily="34" charset="0"/>
            </a:endParaRPr>
          </a:p>
        </p:txBody>
      </p:sp>
      <p:sp>
        <p:nvSpPr>
          <p:cNvPr id="4" name="Rectangle 2">
            <a:extLst>
              <a:ext uri="{FF2B5EF4-FFF2-40B4-BE49-F238E27FC236}">
                <a16:creationId xmlns:a16="http://schemas.microsoft.com/office/drawing/2014/main" id="{687EF337-E185-4A1A-A19B-E9AE7ACFFE61}"/>
              </a:ext>
            </a:extLst>
          </p:cNvPr>
          <p:cNvSpPr txBox="1">
            <a:spLocks noChangeArrowheads="1"/>
          </p:cNvSpPr>
          <p:nvPr/>
        </p:nvSpPr>
        <p:spPr bwMode="auto">
          <a:xfrm>
            <a:off x="6084276" y="1468494"/>
            <a:ext cx="6107723" cy="498598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spAutoFit/>
          </a:bodyPr>
          <a:lstStyle>
            <a:lvl1pPr marL="342900" indent="-342900" algn="l" rtl="0" eaLnBrk="1" fontAlgn="base" hangingPunct="1">
              <a:spcBef>
                <a:spcPct val="20000"/>
              </a:spcBef>
              <a:spcAft>
                <a:spcPct val="0"/>
              </a:spcAft>
              <a:buClr>
                <a:schemeClr val="hlink"/>
              </a:buClr>
              <a:buFont typeface="Wingdings" panose="05000000000000000000" pitchFamily="2" charset="2"/>
              <a:buChar char="v"/>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
              <a:defRPr sz="2800">
                <a:solidFill>
                  <a:schemeClr val="tx1"/>
                </a:solidFill>
                <a:latin typeface="Arial"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charset="0"/>
              </a:defRPr>
            </a:lvl3pPr>
            <a:lvl4pPr marL="1600200" indent="-228600" algn="l" rtl="0" eaLnBrk="1" fontAlgn="base" hangingPunct="1">
              <a:spcBef>
                <a:spcPct val="20000"/>
              </a:spcBef>
              <a:spcAft>
                <a:spcPct val="0"/>
              </a:spcAft>
              <a:buChar char="–"/>
              <a:defRPr sz="2000">
                <a:solidFill>
                  <a:schemeClr val="tx1"/>
                </a:solidFill>
                <a:latin typeface="Arial" charset="0"/>
              </a:defRPr>
            </a:lvl4pPr>
            <a:lvl5pPr marL="2057400" indent="-228600" algn="l" rtl="0" eaLnBrk="1" fontAlgn="base" hangingPunct="1">
              <a:spcBef>
                <a:spcPct val="20000"/>
              </a:spcBef>
              <a:spcAft>
                <a:spcPct val="0"/>
              </a:spcAft>
              <a:buChar char="»"/>
              <a:defRPr sz="2000">
                <a:solidFill>
                  <a:schemeClr val="tx1"/>
                </a:solidFill>
                <a:latin typeface="Arial" charset="0"/>
              </a:defRPr>
            </a:lvl5pPr>
            <a:lvl6pPr marL="2514600" indent="-228600" algn="l" rtl="0" eaLnBrk="1" fontAlgn="base" hangingPunct="1">
              <a:spcBef>
                <a:spcPct val="20000"/>
              </a:spcBef>
              <a:spcAft>
                <a:spcPct val="0"/>
              </a:spcAft>
              <a:buChar char="»"/>
              <a:defRPr sz="2000">
                <a:solidFill>
                  <a:schemeClr val="tx1"/>
                </a:solidFill>
                <a:latin typeface="Arial" charset="0"/>
              </a:defRPr>
            </a:lvl6pPr>
            <a:lvl7pPr marL="2971800" indent="-228600" algn="l" rtl="0" eaLnBrk="1" fontAlgn="base" hangingPunct="1">
              <a:spcBef>
                <a:spcPct val="20000"/>
              </a:spcBef>
              <a:spcAft>
                <a:spcPct val="0"/>
              </a:spcAft>
              <a:buChar char="»"/>
              <a:defRPr sz="2000">
                <a:solidFill>
                  <a:schemeClr val="tx1"/>
                </a:solidFill>
                <a:latin typeface="Arial" charset="0"/>
              </a:defRPr>
            </a:lvl7pPr>
            <a:lvl8pPr marL="3429000" indent="-228600" algn="l" rtl="0" eaLnBrk="1" fontAlgn="base" hangingPunct="1">
              <a:spcBef>
                <a:spcPct val="20000"/>
              </a:spcBef>
              <a:spcAft>
                <a:spcPct val="0"/>
              </a:spcAft>
              <a:buChar char="»"/>
              <a:defRPr sz="2000">
                <a:solidFill>
                  <a:schemeClr val="tx1"/>
                </a:solidFill>
                <a:latin typeface="Arial" charset="0"/>
              </a:defRPr>
            </a:lvl8pPr>
            <a:lvl9pPr marL="3886200" indent="-228600" algn="l" rtl="0" eaLnBrk="1" fontAlgn="base" hangingPunct="1">
              <a:spcBef>
                <a:spcPct val="20000"/>
              </a:spcBef>
              <a:spcAft>
                <a:spcPct val="0"/>
              </a:spcAft>
              <a:buChar char="»"/>
              <a:defRPr sz="2000">
                <a:solidFill>
                  <a:schemeClr val="tx1"/>
                </a:solidFill>
                <a:latin typeface="Arial" charset="0"/>
              </a:defRPr>
            </a:lvl9pPr>
          </a:lstStyle>
          <a:p>
            <a:pPr marL="0" indent="0">
              <a:spcBef>
                <a:spcPct val="0"/>
              </a:spcBef>
              <a:buFont typeface="Wingdings" panose="05000000000000000000" pitchFamily="2" charset="2"/>
              <a:buNone/>
            </a:pPr>
            <a:r>
              <a:rPr lang="en-US" altLang="en-US" b="1" kern="0" dirty="0" smtClean="0">
                <a:solidFill>
                  <a:srgbClr val="006699"/>
                </a:solidFill>
                <a:latin typeface="Consolas" panose="020B0609020204030204" pitchFamily="49" charset="0"/>
                <a:cs typeface="Arial" panose="020B0604020202020204" pitchFamily="34" charset="0"/>
              </a:rPr>
              <a:t>void</a:t>
            </a:r>
            <a:r>
              <a:rPr lang="en-US" altLang="en-US" sz="3600" kern="0" dirty="0" smtClean="0">
                <a:solidFill>
                  <a:srgbClr val="222222"/>
                </a:solidFill>
                <a:latin typeface="Consolas" panose="020B0609020204030204" pitchFamily="49" charset="0"/>
                <a:cs typeface="Arial" panose="020B0604020202020204" pitchFamily="34" charset="0"/>
              </a:rPr>
              <a:t> </a:t>
            </a:r>
            <a:r>
              <a:rPr lang="en-US" altLang="en-US" kern="0" dirty="0" err="1" smtClean="0">
                <a:solidFill>
                  <a:srgbClr val="000000"/>
                </a:solidFill>
                <a:latin typeface="Consolas" panose="020B0609020204030204" pitchFamily="49" charset="0"/>
                <a:cs typeface="Arial" panose="020B0604020202020204" pitchFamily="34" charset="0"/>
              </a:rPr>
              <a:t>AddTail</a:t>
            </a:r>
            <a:r>
              <a:rPr lang="en-US" altLang="en-US" kern="0" dirty="0" smtClean="0">
                <a:solidFill>
                  <a:srgbClr val="000000"/>
                </a:solidFill>
                <a:latin typeface="Consolas" panose="020B0609020204030204" pitchFamily="49" charset="0"/>
                <a:cs typeface="Arial" panose="020B0604020202020204" pitchFamily="34" charset="0"/>
              </a:rPr>
              <a:t>(List *L, Node *p)</a:t>
            </a:r>
            <a:endParaRPr lang="en-US" altLang="en-US" sz="2000" kern="0" dirty="0" smtClean="0">
              <a:cs typeface="Arial" panose="020B0604020202020204" pitchFamily="34" charset="0"/>
            </a:endParaRPr>
          </a:p>
          <a:p>
            <a:pPr marL="0" indent="0">
              <a:spcBef>
                <a:spcPct val="0"/>
              </a:spcBef>
              <a:buFont typeface="Wingdings" panose="05000000000000000000" pitchFamily="2" charset="2"/>
              <a:buNone/>
            </a:pPr>
            <a:r>
              <a:rPr lang="en-US" altLang="en-US" kern="0" dirty="0" smtClean="0">
                <a:solidFill>
                  <a:srgbClr val="000000"/>
                </a:solidFill>
                <a:latin typeface="Consolas" panose="020B0609020204030204" pitchFamily="49" charset="0"/>
                <a:cs typeface="Arial" panose="020B0604020202020204" pitchFamily="34" charset="0"/>
              </a:rPr>
              <a:t>{</a:t>
            </a:r>
            <a:endParaRPr lang="en-US" altLang="en-US" sz="2000" kern="0" dirty="0" smtClean="0">
              <a:cs typeface="Arial" panose="020B0604020202020204" pitchFamily="34" charset="0"/>
            </a:endParaRPr>
          </a:p>
          <a:p>
            <a:pPr marL="0" indent="0">
              <a:spcBef>
                <a:spcPct val="0"/>
              </a:spcBef>
              <a:buFont typeface="Wingdings" panose="05000000000000000000" pitchFamily="2" charset="2"/>
              <a:buNone/>
            </a:pPr>
            <a:r>
              <a:rPr lang="en-US" altLang="en-US" kern="0" dirty="0" smtClean="0">
                <a:solidFill>
                  <a:srgbClr val="0000FF"/>
                </a:solidFill>
                <a:cs typeface="Arial" panose="020B0604020202020204" pitchFamily="34" charset="0"/>
              </a:rPr>
              <a:t>   </a:t>
            </a:r>
            <a:r>
              <a:rPr lang="en-US" altLang="en-US" b="1" kern="0" dirty="0" smtClean="0">
                <a:solidFill>
                  <a:srgbClr val="006699"/>
                </a:solidFill>
                <a:latin typeface="Consolas" panose="020B0609020204030204" pitchFamily="49" charset="0"/>
                <a:cs typeface="Arial" panose="020B0604020202020204" pitchFamily="34" charset="0"/>
              </a:rPr>
              <a:t>if</a:t>
            </a:r>
            <a:r>
              <a:rPr lang="en-US" altLang="en-US" sz="3600" kern="0" dirty="0" smtClean="0">
                <a:solidFill>
                  <a:srgbClr val="222222"/>
                </a:solidFill>
                <a:latin typeface="Consolas" panose="020B0609020204030204" pitchFamily="49" charset="0"/>
                <a:cs typeface="Arial" panose="020B0604020202020204" pitchFamily="34" charset="0"/>
              </a:rPr>
              <a:t> </a:t>
            </a:r>
            <a:r>
              <a:rPr lang="en-US" altLang="en-US" kern="0" dirty="0" smtClean="0">
                <a:solidFill>
                  <a:srgbClr val="000000"/>
                </a:solidFill>
                <a:latin typeface="Consolas" panose="020B0609020204030204" pitchFamily="49" charset="0"/>
                <a:cs typeface="Arial" panose="020B0604020202020204" pitchFamily="34" charset="0"/>
              </a:rPr>
              <a:t>(L-&gt;head==null)</a:t>
            </a:r>
            <a:endParaRPr lang="en-US" altLang="en-US" sz="2000" kern="0" dirty="0" smtClean="0">
              <a:cs typeface="Arial" panose="020B0604020202020204" pitchFamily="34" charset="0"/>
            </a:endParaRPr>
          </a:p>
          <a:p>
            <a:pPr marL="0" indent="0">
              <a:spcBef>
                <a:spcPct val="0"/>
              </a:spcBef>
              <a:buFont typeface="Wingdings" panose="05000000000000000000" pitchFamily="2" charset="2"/>
              <a:buNone/>
            </a:pPr>
            <a:r>
              <a:rPr lang="en-US" altLang="en-US" kern="0" dirty="0" smtClean="0">
                <a:solidFill>
                  <a:srgbClr val="0000FF"/>
                </a:solidFill>
                <a:cs typeface="Arial" panose="020B0604020202020204" pitchFamily="34" charset="0"/>
              </a:rPr>
              <a:t>      </a:t>
            </a:r>
            <a:r>
              <a:rPr lang="en-US" altLang="en-US" kern="0" dirty="0" smtClean="0">
                <a:solidFill>
                  <a:srgbClr val="000000"/>
                </a:solidFill>
                <a:latin typeface="Consolas" panose="020B0609020204030204" pitchFamily="49" charset="0"/>
                <a:cs typeface="Arial" panose="020B0604020202020204" pitchFamily="34" charset="0"/>
              </a:rPr>
              <a:t>L-&gt;head = L-&gt;tail = p;</a:t>
            </a:r>
            <a:endParaRPr lang="en-US" altLang="en-US" sz="2000" kern="0" dirty="0" smtClean="0">
              <a:cs typeface="Arial" panose="020B0604020202020204" pitchFamily="34" charset="0"/>
            </a:endParaRPr>
          </a:p>
          <a:p>
            <a:pPr marL="0" indent="0">
              <a:spcBef>
                <a:spcPct val="0"/>
              </a:spcBef>
              <a:buFont typeface="Wingdings" panose="05000000000000000000" pitchFamily="2" charset="2"/>
              <a:buNone/>
            </a:pPr>
            <a:r>
              <a:rPr lang="en-US" altLang="en-US" kern="0" dirty="0" smtClean="0">
                <a:solidFill>
                  <a:srgbClr val="0000FF"/>
                </a:solidFill>
                <a:cs typeface="Arial" panose="020B0604020202020204" pitchFamily="34" charset="0"/>
              </a:rPr>
              <a:t>   </a:t>
            </a:r>
            <a:r>
              <a:rPr lang="en-US" altLang="en-US" b="1" kern="0" dirty="0" smtClean="0">
                <a:solidFill>
                  <a:srgbClr val="006699"/>
                </a:solidFill>
                <a:latin typeface="Consolas" panose="020B0609020204030204" pitchFamily="49" charset="0"/>
                <a:cs typeface="Arial" panose="020B0604020202020204" pitchFamily="34" charset="0"/>
              </a:rPr>
              <a:t>else</a:t>
            </a:r>
            <a:endParaRPr lang="en-US" altLang="en-US" sz="2000" kern="0" dirty="0" smtClean="0">
              <a:cs typeface="Arial" panose="020B0604020202020204" pitchFamily="34" charset="0"/>
            </a:endParaRPr>
          </a:p>
          <a:p>
            <a:pPr marL="0" indent="0">
              <a:spcBef>
                <a:spcPct val="0"/>
              </a:spcBef>
              <a:buFont typeface="Wingdings" panose="05000000000000000000" pitchFamily="2" charset="2"/>
              <a:buNone/>
            </a:pPr>
            <a:r>
              <a:rPr lang="en-US" altLang="en-US" kern="0" dirty="0" smtClean="0">
                <a:solidFill>
                  <a:srgbClr val="0000FF"/>
                </a:solidFill>
                <a:cs typeface="Arial" panose="020B0604020202020204" pitchFamily="34" charset="0"/>
              </a:rPr>
              <a:t>   </a:t>
            </a:r>
            <a:r>
              <a:rPr lang="en-US" altLang="en-US" kern="0" dirty="0" smtClean="0">
                <a:solidFill>
                  <a:srgbClr val="000000"/>
                </a:solidFill>
                <a:latin typeface="Consolas" panose="020B0609020204030204" pitchFamily="49" charset="0"/>
                <a:cs typeface="Arial" panose="020B0604020202020204" pitchFamily="34" charset="0"/>
              </a:rPr>
              <a:t>{</a:t>
            </a:r>
            <a:endParaRPr lang="en-US" altLang="en-US" sz="2000" kern="0" dirty="0" smtClean="0">
              <a:cs typeface="Arial" panose="020B0604020202020204" pitchFamily="34" charset="0"/>
            </a:endParaRPr>
          </a:p>
          <a:p>
            <a:pPr marL="0" indent="0">
              <a:spcBef>
                <a:spcPct val="0"/>
              </a:spcBef>
              <a:buFont typeface="Wingdings" panose="05000000000000000000" pitchFamily="2" charset="2"/>
              <a:buNone/>
            </a:pPr>
            <a:r>
              <a:rPr lang="en-US" altLang="en-US" kern="0" dirty="0" smtClean="0">
                <a:solidFill>
                  <a:srgbClr val="0000FF"/>
                </a:solidFill>
                <a:cs typeface="Arial" panose="020B0604020202020204" pitchFamily="34" charset="0"/>
              </a:rPr>
              <a:t>     </a:t>
            </a:r>
            <a:r>
              <a:rPr lang="en-US" altLang="en-US" kern="0" dirty="0" smtClean="0">
                <a:cs typeface="Arial" panose="020B0604020202020204" pitchFamily="34" charset="0"/>
              </a:rPr>
              <a:t>L</a:t>
            </a:r>
            <a:r>
              <a:rPr lang="en-US" altLang="en-US" kern="0" dirty="0" smtClean="0">
                <a:solidFill>
                  <a:srgbClr val="000000"/>
                </a:solidFill>
                <a:latin typeface="Consolas" panose="020B0609020204030204" pitchFamily="49" charset="0"/>
                <a:cs typeface="Arial" panose="020B0604020202020204" pitchFamily="34" charset="0"/>
              </a:rPr>
              <a:t>-&gt;tail-&gt;next = p;//</a:t>
            </a:r>
            <a:r>
              <a:rPr lang="en-US" altLang="en-US" kern="0" dirty="0" err="1" smtClean="0">
                <a:solidFill>
                  <a:srgbClr val="000000"/>
                </a:solidFill>
                <a:latin typeface="Consolas" panose="020B0609020204030204" pitchFamily="49" charset="0"/>
                <a:cs typeface="Arial" panose="020B0604020202020204" pitchFamily="34" charset="0"/>
              </a:rPr>
              <a:t>L.tail</a:t>
            </a:r>
            <a:r>
              <a:rPr lang="en-US" altLang="en-US" kern="0" dirty="0" smtClean="0">
                <a:solidFill>
                  <a:srgbClr val="000000"/>
                </a:solidFill>
                <a:latin typeface="Consolas" panose="020B0609020204030204" pitchFamily="49" charset="0"/>
                <a:cs typeface="Arial" panose="020B0604020202020204" pitchFamily="34" charset="0"/>
              </a:rPr>
              <a:t> </a:t>
            </a:r>
            <a:r>
              <a:rPr lang="en-US" altLang="en-US" kern="0" dirty="0" err="1" smtClean="0">
                <a:solidFill>
                  <a:srgbClr val="000000"/>
                </a:solidFill>
                <a:latin typeface="Consolas" panose="020B0609020204030204" pitchFamily="49" charset="0"/>
                <a:cs typeface="Arial" panose="020B0604020202020204" pitchFamily="34" charset="0"/>
              </a:rPr>
              <a:t>đưa</a:t>
            </a:r>
            <a:r>
              <a:rPr lang="en-US" altLang="en-US" kern="0" dirty="0" smtClean="0">
                <a:solidFill>
                  <a:srgbClr val="000000"/>
                </a:solidFill>
                <a:latin typeface="Consolas" panose="020B0609020204030204" pitchFamily="49" charset="0"/>
                <a:cs typeface="Arial" panose="020B0604020202020204" pitchFamily="34" charset="0"/>
              </a:rPr>
              <a:t> </a:t>
            </a:r>
            <a:r>
              <a:rPr lang="en-US" altLang="en-US" kern="0" dirty="0" err="1" smtClean="0">
                <a:solidFill>
                  <a:srgbClr val="000000"/>
                </a:solidFill>
                <a:latin typeface="Consolas" panose="020B0609020204030204" pitchFamily="49" charset="0"/>
                <a:cs typeface="Arial" panose="020B0604020202020204" pitchFamily="34" charset="0"/>
              </a:rPr>
              <a:t>dây</a:t>
            </a:r>
            <a:r>
              <a:rPr lang="en-US" altLang="en-US" kern="0" dirty="0" smtClean="0">
                <a:solidFill>
                  <a:srgbClr val="000000"/>
                </a:solidFill>
                <a:latin typeface="Consolas" panose="020B0609020204030204" pitchFamily="49" charset="0"/>
                <a:cs typeface="Arial" panose="020B0604020202020204" pitchFamily="34" charset="0"/>
              </a:rPr>
              <a:t> </a:t>
            </a:r>
            <a:r>
              <a:rPr lang="en-US" altLang="en-US" kern="0" dirty="0" err="1" smtClean="0">
                <a:solidFill>
                  <a:srgbClr val="000000"/>
                </a:solidFill>
                <a:latin typeface="Consolas" panose="020B0609020204030204" pitchFamily="49" charset="0"/>
                <a:cs typeface="Arial" panose="020B0604020202020204" pitchFamily="34" charset="0"/>
              </a:rPr>
              <a:t>nối</a:t>
            </a:r>
            <a:r>
              <a:rPr lang="en-US" altLang="en-US" kern="0" dirty="0" smtClean="0">
                <a:solidFill>
                  <a:srgbClr val="000000"/>
                </a:solidFill>
                <a:latin typeface="Consolas" panose="020B0609020204030204" pitchFamily="49" charset="0"/>
                <a:cs typeface="Arial" panose="020B0604020202020204" pitchFamily="34" charset="0"/>
              </a:rPr>
              <a:t> sang P</a:t>
            </a:r>
            <a:endParaRPr lang="en-US" altLang="en-US" sz="2000" kern="0" dirty="0" smtClean="0">
              <a:cs typeface="Arial" panose="020B0604020202020204" pitchFamily="34" charset="0"/>
            </a:endParaRPr>
          </a:p>
          <a:p>
            <a:pPr marL="0" indent="0">
              <a:spcBef>
                <a:spcPct val="0"/>
              </a:spcBef>
              <a:buFont typeface="Wingdings" panose="05000000000000000000" pitchFamily="2" charset="2"/>
              <a:buNone/>
            </a:pPr>
            <a:r>
              <a:rPr lang="en-US" altLang="en-US" kern="0" dirty="0" smtClean="0">
                <a:solidFill>
                  <a:srgbClr val="0000FF"/>
                </a:solidFill>
                <a:cs typeface="Arial" panose="020B0604020202020204" pitchFamily="34" charset="0"/>
              </a:rPr>
              <a:t>      </a:t>
            </a:r>
            <a:r>
              <a:rPr lang="en-US" altLang="en-US" kern="0" dirty="0" smtClean="0">
                <a:solidFill>
                  <a:srgbClr val="000000"/>
                </a:solidFill>
                <a:latin typeface="Consolas" panose="020B0609020204030204" pitchFamily="49" charset="0"/>
                <a:cs typeface="Arial" panose="020B0604020202020204" pitchFamily="34" charset="0"/>
              </a:rPr>
              <a:t>L-&gt;tail = p;</a:t>
            </a:r>
            <a:endParaRPr lang="en-US" altLang="en-US" sz="2000" kern="0" dirty="0" smtClean="0">
              <a:cs typeface="Arial" panose="020B0604020202020204" pitchFamily="34" charset="0"/>
            </a:endParaRPr>
          </a:p>
          <a:p>
            <a:pPr marL="0" indent="0">
              <a:spcBef>
                <a:spcPct val="0"/>
              </a:spcBef>
              <a:buFont typeface="Wingdings" panose="05000000000000000000" pitchFamily="2" charset="2"/>
              <a:buNone/>
            </a:pPr>
            <a:r>
              <a:rPr lang="en-US" altLang="en-US" kern="0" dirty="0" smtClean="0">
                <a:solidFill>
                  <a:srgbClr val="0000FF"/>
                </a:solidFill>
                <a:cs typeface="Arial" panose="020B0604020202020204" pitchFamily="34" charset="0"/>
              </a:rPr>
              <a:t>   </a:t>
            </a:r>
            <a:r>
              <a:rPr lang="en-US" altLang="en-US" kern="0" dirty="0" smtClean="0">
                <a:solidFill>
                  <a:srgbClr val="000000"/>
                </a:solidFill>
                <a:latin typeface="Consolas" panose="020B0609020204030204" pitchFamily="49" charset="0"/>
                <a:cs typeface="Arial" panose="020B0604020202020204" pitchFamily="34" charset="0"/>
              </a:rPr>
              <a:t>}</a:t>
            </a:r>
            <a:endParaRPr lang="en-US" altLang="en-US" sz="2000" kern="0" dirty="0" smtClean="0">
              <a:cs typeface="Arial" panose="020B0604020202020204" pitchFamily="34" charset="0"/>
            </a:endParaRPr>
          </a:p>
          <a:p>
            <a:pPr marL="0" indent="0">
              <a:spcBef>
                <a:spcPct val="0"/>
              </a:spcBef>
              <a:buFont typeface="Wingdings" panose="05000000000000000000" pitchFamily="2" charset="2"/>
              <a:buNone/>
            </a:pPr>
            <a:r>
              <a:rPr lang="en-US" altLang="en-US" kern="0" dirty="0" smtClean="0">
                <a:solidFill>
                  <a:srgbClr val="000000"/>
                </a:solidFill>
                <a:latin typeface="Consolas" panose="020B0609020204030204" pitchFamily="49" charset="0"/>
                <a:cs typeface="Arial" panose="020B0604020202020204" pitchFamily="34" charset="0"/>
              </a:rPr>
              <a:t>}</a:t>
            </a:r>
            <a:endParaRPr lang="en-US" altLang="en-US" sz="5400" kern="0" dirty="0">
              <a:cs typeface="Arial" panose="020B0604020202020204" pitchFamily="34"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7CF4E9B3-ACE6-4514-A0DF-9805082402FB}"/>
              </a:ext>
            </a:extLst>
          </p:cNvPr>
          <p:cNvSpPr>
            <a:spLocks noGrp="1" noChangeArrowheads="1"/>
          </p:cNvSpPr>
          <p:nvPr>
            <p:ph type="title"/>
          </p:nvPr>
        </p:nvSpPr>
        <p:spPr>
          <a:xfrm>
            <a:off x="2895600" y="228600"/>
            <a:ext cx="7391400" cy="838200"/>
          </a:xfrm>
        </p:spPr>
        <p:txBody>
          <a:bodyPr>
            <a:normAutofit fontScale="90000"/>
          </a:bodyPr>
          <a:lstStyle/>
          <a:p>
            <a:pPr eaLnBrk="1" hangingPunct="1"/>
            <a:r>
              <a:rPr lang="en-US" altLang="en-US"/>
              <a:t>Thêm một nút p </a:t>
            </a:r>
            <a:br>
              <a:rPr lang="en-US" altLang="en-US"/>
            </a:br>
            <a:r>
              <a:rPr lang="en-US" altLang="en-US"/>
              <a:t>vào vào sau nút q</a:t>
            </a:r>
          </a:p>
        </p:txBody>
      </p:sp>
      <p:sp>
        <p:nvSpPr>
          <p:cNvPr id="46107" name="Content Placeholder 3">
            <a:extLst>
              <a:ext uri="{FF2B5EF4-FFF2-40B4-BE49-F238E27FC236}">
                <a16:creationId xmlns:a16="http://schemas.microsoft.com/office/drawing/2014/main" id="{EB49AC68-9E18-4714-AB9F-6370C6F37348}"/>
              </a:ext>
            </a:extLst>
          </p:cNvPr>
          <p:cNvSpPr>
            <a:spLocks noGrp="1" noChangeArrowheads="1"/>
          </p:cNvSpPr>
          <p:nvPr>
            <p:ph idx="1"/>
          </p:nvPr>
        </p:nvSpPr>
        <p:spPr/>
        <p:txBody>
          <a:bodyPr/>
          <a:lstStyle/>
          <a:p>
            <a:r>
              <a:rPr lang="en-US" altLang="en-US"/>
              <a:t>Tìm đ</a:t>
            </a:r>
            <a:r>
              <a:rPr lang="vi-VN" altLang="en-US"/>
              <a:t>ư</a:t>
            </a:r>
            <a:r>
              <a:rPr lang="en-US" altLang="en-US"/>
              <a:t>ợc vị trí nút q cần them sau</a:t>
            </a:r>
          </a:p>
          <a:p>
            <a:endParaRPr lang="en-US" altLang="en-US"/>
          </a:p>
        </p:txBody>
      </p:sp>
      <p:sp>
        <p:nvSpPr>
          <p:cNvPr id="129165" name="Rectangle 141">
            <a:extLst>
              <a:ext uri="{FF2B5EF4-FFF2-40B4-BE49-F238E27FC236}">
                <a16:creationId xmlns:a16="http://schemas.microsoft.com/office/drawing/2014/main" id="{48B4B30B-B252-4B74-9461-37593F3D7CB0}"/>
              </a:ext>
            </a:extLst>
          </p:cNvPr>
          <p:cNvSpPr>
            <a:spLocks noChangeAspect="1" noChangeArrowheads="1"/>
          </p:cNvSpPr>
          <p:nvPr/>
        </p:nvSpPr>
        <p:spPr bwMode="auto">
          <a:xfrm>
            <a:off x="5570538" y="4770438"/>
            <a:ext cx="176212" cy="525462"/>
          </a:xfrm>
          <a:prstGeom prst="rect">
            <a:avLst/>
          </a:prstGeom>
          <a:solidFill>
            <a:srgbClr val="FFFFFF"/>
          </a:solidFill>
          <a:ln w="9525">
            <a:solidFill>
              <a:srgbClr val="000000"/>
            </a:solidFill>
            <a:miter lim="800000"/>
            <a:headEnd/>
            <a:tailEnd/>
          </a:ln>
        </p:spPr>
        <p:txBody>
          <a:bodyPr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29166" name="Rectangle 142">
            <a:extLst>
              <a:ext uri="{FF2B5EF4-FFF2-40B4-BE49-F238E27FC236}">
                <a16:creationId xmlns:a16="http://schemas.microsoft.com/office/drawing/2014/main" id="{B624F2FE-C0EC-47F4-8B3C-308703632405}"/>
              </a:ext>
            </a:extLst>
          </p:cNvPr>
          <p:cNvSpPr>
            <a:spLocks noChangeAspect="1" noChangeArrowheads="1"/>
          </p:cNvSpPr>
          <p:nvPr/>
        </p:nvSpPr>
        <p:spPr bwMode="auto">
          <a:xfrm>
            <a:off x="7265989" y="4770438"/>
            <a:ext cx="174625" cy="525462"/>
          </a:xfrm>
          <a:prstGeom prst="rect">
            <a:avLst/>
          </a:prstGeom>
          <a:solidFill>
            <a:srgbClr val="FFFFFF"/>
          </a:solidFill>
          <a:ln w="9525">
            <a:solidFill>
              <a:srgbClr val="000000"/>
            </a:solidFill>
            <a:miter lim="800000"/>
            <a:headEnd/>
            <a:tailEnd/>
          </a:ln>
        </p:spPr>
        <p:txBody>
          <a:bodyPr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29167" name="Rectangle 143">
            <a:extLst>
              <a:ext uri="{FF2B5EF4-FFF2-40B4-BE49-F238E27FC236}">
                <a16:creationId xmlns:a16="http://schemas.microsoft.com/office/drawing/2014/main" id="{88EDC2AF-9CD5-43A5-BAA4-B03CCA36352F}"/>
              </a:ext>
            </a:extLst>
          </p:cNvPr>
          <p:cNvSpPr>
            <a:spLocks noChangeAspect="1" noChangeArrowheads="1"/>
          </p:cNvSpPr>
          <p:nvPr/>
        </p:nvSpPr>
        <p:spPr bwMode="auto">
          <a:xfrm>
            <a:off x="8377238" y="4770438"/>
            <a:ext cx="176212" cy="525462"/>
          </a:xfrm>
          <a:prstGeom prst="rect">
            <a:avLst/>
          </a:prstGeom>
          <a:solidFill>
            <a:srgbClr val="FFFFFF"/>
          </a:solidFill>
          <a:ln w="9525">
            <a:solidFill>
              <a:srgbClr val="000000"/>
            </a:solidFill>
            <a:miter lim="800000"/>
            <a:headEnd/>
            <a:tailEnd/>
          </a:ln>
        </p:spPr>
        <p:txBody>
          <a:bodyPr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29168" name="Rectangle 144">
            <a:extLst>
              <a:ext uri="{FF2B5EF4-FFF2-40B4-BE49-F238E27FC236}">
                <a16:creationId xmlns:a16="http://schemas.microsoft.com/office/drawing/2014/main" id="{84118D95-C395-492B-BFFC-DEDC3FF4307F}"/>
              </a:ext>
            </a:extLst>
          </p:cNvPr>
          <p:cNvSpPr>
            <a:spLocks noChangeAspect="1" noChangeArrowheads="1"/>
          </p:cNvSpPr>
          <p:nvPr/>
        </p:nvSpPr>
        <p:spPr bwMode="auto">
          <a:xfrm>
            <a:off x="9498013" y="4770438"/>
            <a:ext cx="176212" cy="525462"/>
          </a:xfrm>
          <a:prstGeom prst="rect">
            <a:avLst/>
          </a:prstGeom>
          <a:solidFill>
            <a:srgbClr val="FFFFFF"/>
          </a:solidFill>
          <a:ln w="9525">
            <a:solidFill>
              <a:srgbClr val="000000"/>
            </a:solidFill>
            <a:miter lim="800000"/>
            <a:headEnd/>
            <a:tailEnd/>
          </a:ln>
        </p:spPr>
        <p:txBody>
          <a:bodyPr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29169" name="Oval 145">
            <a:extLst>
              <a:ext uri="{FF2B5EF4-FFF2-40B4-BE49-F238E27FC236}">
                <a16:creationId xmlns:a16="http://schemas.microsoft.com/office/drawing/2014/main" id="{566FE0F4-2D2D-4802-801D-13C123C60239}"/>
              </a:ext>
            </a:extLst>
          </p:cNvPr>
          <p:cNvSpPr>
            <a:spLocks noChangeAspect="1" noChangeArrowheads="1"/>
          </p:cNvSpPr>
          <p:nvPr/>
        </p:nvSpPr>
        <p:spPr bwMode="auto">
          <a:xfrm>
            <a:off x="3100389" y="4851400"/>
            <a:ext cx="420687" cy="361950"/>
          </a:xfrm>
          <a:prstGeom prst="ellipse">
            <a:avLst/>
          </a:prstGeom>
          <a:gradFill rotWithShape="0">
            <a:gsLst>
              <a:gs pos="0">
                <a:srgbClr val="000080"/>
              </a:gs>
              <a:gs pos="100000">
                <a:srgbClr val="3366FF"/>
              </a:gs>
            </a:gsLst>
            <a:path path="shape">
              <a:fillToRect l="50000" t="50000" r="50000" b="50000"/>
            </a:path>
          </a:gradFill>
          <a:ln w="9525">
            <a:solidFill>
              <a:srgbClr val="000000"/>
            </a:solidFill>
            <a:round/>
            <a:headEnd/>
            <a:tailEnd/>
          </a:ln>
        </p:spPr>
        <p:txBody>
          <a:bodyPr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29170" name="Rectangle 146">
            <a:extLst>
              <a:ext uri="{FF2B5EF4-FFF2-40B4-BE49-F238E27FC236}">
                <a16:creationId xmlns:a16="http://schemas.microsoft.com/office/drawing/2014/main" id="{AD410C60-1495-4CD1-85F5-029FB0468F23}"/>
              </a:ext>
            </a:extLst>
          </p:cNvPr>
          <p:cNvSpPr>
            <a:spLocks noChangeAspect="1" noChangeArrowheads="1"/>
          </p:cNvSpPr>
          <p:nvPr/>
        </p:nvSpPr>
        <p:spPr bwMode="auto">
          <a:xfrm>
            <a:off x="9988550" y="4892675"/>
            <a:ext cx="280988" cy="279400"/>
          </a:xfrm>
          <a:prstGeom prst="rect">
            <a:avLst/>
          </a:prstGeom>
          <a:gradFill rotWithShape="0">
            <a:gsLst>
              <a:gs pos="0">
                <a:srgbClr val="FF0000"/>
              </a:gs>
              <a:gs pos="100000">
                <a:srgbClr val="760000"/>
              </a:gs>
            </a:gsLst>
            <a:lin ang="2700000" scaled="1"/>
          </a:gradFill>
          <a:ln w="9525">
            <a:solidFill>
              <a:srgbClr val="000000"/>
            </a:solidFill>
            <a:miter lim="800000"/>
            <a:headEnd/>
            <a:tailEnd/>
          </a:ln>
        </p:spPr>
        <p:txBody>
          <a:bodyPr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29171" name="Line 147">
            <a:extLst>
              <a:ext uri="{FF2B5EF4-FFF2-40B4-BE49-F238E27FC236}">
                <a16:creationId xmlns:a16="http://schemas.microsoft.com/office/drawing/2014/main" id="{3984187E-ADE1-4A2D-B013-9DE2A7D071B3}"/>
              </a:ext>
            </a:extLst>
          </p:cNvPr>
          <p:cNvSpPr>
            <a:spLocks noChangeAspect="1" noChangeShapeType="1"/>
          </p:cNvSpPr>
          <p:nvPr/>
        </p:nvSpPr>
        <p:spPr bwMode="auto">
          <a:xfrm>
            <a:off x="3325814" y="5037138"/>
            <a:ext cx="492125" cy="0"/>
          </a:xfrm>
          <a:prstGeom prst="line">
            <a:avLst/>
          </a:prstGeom>
          <a:noFill/>
          <a:ln w="15875">
            <a:solidFill>
              <a:srgbClr val="000000"/>
            </a:solidFill>
            <a:round/>
            <a:headEnd/>
            <a:tailEnd type="stealth" w="med" len="med"/>
          </a:ln>
          <a:extLst>
            <a:ext uri="{909E8E84-426E-40DD-AFC4-6F175D3DCCD1}">
              <a14:hiddenFill xmlns:a14="http://schemas.microsoft.com/office/drawing/2010/main">
                <a:noFill/>
              </a14:hiddenFill>
            </a:ext>
          </a:extLst>
        </p:spPr>
        <p:txBody>
          <a:bodyPr anchor="ctr"/>
          <a:lstStyle/>
          <a:p>
            <a:endParaRPr lang="en-US"/>
          </a:p>
        </p:txBody>
      </p:sp>
      <p:grpSp>
        <p:nvGrpSpPr>
          <p:cNvPr id="2" name="Group 148">
            <a:extLst>
              <a:ext uri="{FF2B5EF4-FFF2-40B4-BE49-F238E27FC236}">
                <a16:creationId xmlns:a16="http://schemas.microsoft.com/office/drawing/2014/main" id="{EF6E98E8-821E-4D0F-9906-88FBF9FF854A}"/>
              </a:ext>
            </a:extLst>
          </p:cNvPr>
          <p:cNvGrpSpPr>
            <a:grpSpLocks noChangeAspect="1"/>
          </p:cNvGrpSpPr>
          <p:nvPr/>
        </p:nvGrpSpPr>
        <p:grpSpPr bwMode="auto">
          <a:xfrm>
            <a:off x="3810001" y="4770438"/>
            <a:ext cx="1122363" cy="525462"/>
            <a:chOff x="2595" y="3361"/>
            <a:chExt cx="884" cy="414"/>
          </a:xfrm>
        </p:grpSpPr>
        <p:sp>
          <p:nvSpPr>
            <p:cNvPr id="46110" name="Rectangle 149">
              <a:extLst>
                <a:ext uri="{FF2B5EF4-FFF2-40B4-BE49-F238E27FC236}">
                  <a16:creationId xmlns:a16="http://schemas.microsoft.com/office/drawing/2014/main" id="{85EB404C-9ACC-4A70-8939-7BA1C624C989}"/>
                </a:ext>
              </a:extLst>
            </p:cNvPr>
            <p:cNvSpPr>
              <a:spLocks noChangeAspect="1" noChangeArrowheads="1"/>
            </p:cNvSpPr>
            <p:nvPr/>
          </p:nvSpPr>
          <p:spPr bwMode="auto">
            <a:xfrm>
              <a:off x="3105" y="3361"/>
              <a:ext cx="138" cy="414"/>
            </a:xfrm>
            <a:prstGeom prst="rect">
              <a:avLst/>
            </a:prstGeom>
            <a:solidFill>
              <a:srgbClr val="FFFFFF"/>
            </a:solidFill>
            <a:ln w="9525">
              <a:solidFill>
                <a:srgbClr val="000000"/>
              </a:solidFill>
              <a:miter lim="800000"/>
              <a:headEnd/>
              <a:tailEnd/>
            </a:ln>
          </p:spPr>
          <p:txBody>
            <a:bodyPr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46111" name="Line 150">
              <a:extLst>
                <a:ext uri="{FF2B5EF4-FFF2-40B4-BE49-F238E27FC236}">
                  <a16:creationId xmlns:a16="http://schemas.microsoft.com/office/drawing/2014/main" id="{E1AC72CE-EEA1-4127-B6A1-6D73C2E0BBDB}"/>
                </a:ext>
              </a:extLst>
            </p:cNvPr>
            <p:cNvSpPr>
              <a:spLocks noChangeAspect="1" noChangeShapeType="1"/>
            </p:cNvSpPr>
            <p:nvPr/>
          </p:nvSpPr>
          <p:spPr bwMode="auto">
            <a:xfrm>
              <a:off x="3167" y="3568"/>
              <a:ext cx="312" cy="0"/>
            </a:xfrm>
            <a:prstGeom prst="line">
              <a:avLst/>
            </a:prstGeom>
            <a:noFill/>
            <a:ln w="15875">
              <a:solidFill>
                <a:srgbClr val="000000"/>
              </a:solidFill>
              <a:round/>
              <a:headEnd type="oval" w="med" len="med"/>
              <a:tailEnd type="stealth" w="med" len="med"/>
            </a:ln>
            <a:extLst>
              <a:ext uri="{909E8E84-426E-40DD-AFC4-6F175D3DCCD1}">
                <a14:hiddenFill xmlns:a14="http://schemas.microsoft.com/office/drawing/2010/main">
                  <a:noFill/>
                </a14:hiddenFill>
              </a:ext>
            </a:extLst>
          </p:spPr>
          <p:txBody>
            <a:bodyPr anchor="ctr"/>
            <a:lstStyle/>
            <a:p>
              <a:endParaRPr lang="en-US"/>
            </a:p>
          </p:txBody>
        </p:sp>
        <p:sp>
          <p:nvSpPr>
            <p:cNvPr id="46112" name="Text Box 151">
              <a:extLst>
                <a:ext uri="{FF2B5EF4-FFF2-40B4-BE49-F238E27FC236}">
                  <a16:creationId xmlns:a16="http://schemas.microsoft.com/office/drawing/2014/main" id="{93972B71-3463-4A77-873E-B010AE32402A}"/>
                </a:ext>
              </a:extLst>
            </p:cNvPr>
            <p:cNvSpPr txBox="1">
              <a:spLocks noChangeAspect="1" noChangeArrowheads="1"/>
            </p:cNvSpPr>
            <p:nvPr/>
          </p:nvSpPr>
          <p:spPr bwMode="auto">
            <a:xfrm>
              <a:off x="2595" y="3361"/>
              <a:ext cx="507" cy="414"/>
            </a:xfrm>
            <a:prstGeom prst="rect">
              <a:avLst/>
            </a:prstGeom>
            <a:gradFill rotWithShape="0">
              <a:gsLst>
                <a:gs pos="0">
                  <a:srgbClr val="767676"/>
                </a:gs>
                <a:gs pos="50000">
                  <a:srgbClr val="FFFFFF"/>
                </a:gs>
                <a:gs pos="100000">
                  <a:srgbClr val="767676"/>
                </a:gs>
              </a:gsLst>
              <a:lin ang="0" scaled="1"/>
            </a:gradFill>
            <a:ln w="9525">
              <a:solidFill>
                <a:srgbClr val="000000"/>
              </a:solidFill>
              <a:miter lim="800000"/>
              <a:headEnd/>
              <a:tailEnd/>
            </a:ln>
          </p:spPr>
          <p:txBody>
            <a:bodyPr lIns="0" tIns="25200" rIns="0" bIns="0"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1800" b="1">
                  <a:latin typeface="VNI-Avo" pitchFamily="2" charset="0"/>
                </a:rPr>
                <a:t>A</a:t>
              </a:r>
            </a:p>
          </p:txBody>
        </p:sp>
      </p:grpSp>
      <p:sp>
        <p:nvSpPr>
          <p:cNvPr id="129176" name="Text Box 152">
            <a:extLst>
              <a:ext uri="{FF2B5EF4-FFF2-40B4-BE49-F238E27FC236}">
                <a16:creationId xmlns:a16="http://schemas.microsoft.com/office/drawing/2014/main" id="{E7710C27-BD4B-4125-A54C-3145F36B16CE}"/>
              </a:ext>
            </a:extLst>
          </p:cNvPr>
          <p:cNvSpPr txBox="1">
            <a:spLocks noChangeAspect="1" noChangeArrowheads="1"/>
          </p:cNvSpPr>
          <p:nvPr/>
        </p:nvSpPr>
        <p:spPr bwMode="auto">
          <a:xfrm>
            <a:off x="4932364" y="4770438"/>
            <a:ext cx="644525" cy="525462"/>
          </a:xfrm>
          <a:prstGeom prst="rect">
            <a:avLst/>
          </a:prstGeom>
          <a:gradFill rotWithShape="0">
            <a:gsLst>
              <a:gs pos="0">
                <a:srgbClr val="767676"/>
              </a:gs>
              <a:gs pos="50000">
                <a:srgbClr val="FFFFFF"/>
              </a:gs>
              <a:gs pos="100000">
                <a:srgbClr val="767676"/>
              </a:gs>
            </a:gsLst>
            <a:lin ang="0" scaled="1"/>
          </a:gradFill>
          <a:ln w="9525">
            <a:solidFill>
              <a:srgbClr val="000000"/>
            </a:solidFill>
            <a:miter lim="800000"/>
            <a:headEnd/>
            <a:tailEnd/>
          </a:ln>
        </p:spPr>
        <p:txBody>
          <a:bodyPr lIns="0" tIns="25200" rIns="0" bIns="0"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1800" b="1">
                <a:latin typeface="VNI-Avo" pitchFamily="2" charset="0"/>
              </a:rPr>
              <a:t>B</a:t>
            </a:r>
          </a:p>
        </p:txBody>
      </p:sp>
      <p:sp>
        <p:nvSpPr>
          <p:cNvPr id="129177" name="Text Box 153">
            <a:extLst>
              <a:ext uri="{FF2B5EF4-FFF2-40B4-BE49-F238E27FC236}">
                <a16:creationId xmlns:a16="http://schemas.microsoft.com/office/drawing/2014/main" id="{6AF3CE6D-0B42-4B4F-A04B-05CECDA6273D}"/>
              </a:ext>
            </a:extLst>
          </p:cNvPr>
          <p:cNvSpPr txBox="1">
            <a:spLocks noChangeAspect="1" noChangeArrowheads="1"/>
          </p:cNvSpPr>
          <p:nvPr/>
        </p:nvSpPr>
        <p:spPr bwMode="auto">
          <a:xfrm>
            <a:off x="6627814" y="4770438"/>
            <a:ext cx="642937" cy="525462"/>
          </a:xfrm>
          <a:prstGeom prst="rect">
            <a:avLst/>
          </a:prstGeom>
          <a:gradFill rotWithShape="0">
            <a:gsLst>
              <a:gs pos="0">
                <a:srgbClr val="767676"/>
              </a:gs>
              <a:gs pos="50000">
                <a:srgbClr val="FFFFFF"/>
              </a:gs>
              <a:gs pos="100000">
                <a:srgbClr val="767676"/>
              </a:gs>
            </a:gsLst>
            <a:lin ang="0" scaled="1"/>
          </a:gradFill>
          <a:ln w="9525">
            <a:solidFill>
              <a:srgbClr val="000000"/>
            </a:solidFill>
            <a:miter lim="800000"/>
            <a:headEnd/>
            <a:tailEnd/>
          </a:ln>
        </p:spPr>
        <p:txBody>
          <a:bodyPr lIns="0" tIns="25200" rIns="0" bIns="0"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1800" b="1">
                <a:latin typeface="VNI-Avo" pitchFamily="2" charset="0"/>
              </a:rPr>
              <a:t>C</a:t>
            </a:r>
          </a:p>
        </p:txBody>
      </p:sp>
      <p:sp>
        <p:nvSpPr>
          <p:cNvPr id="129178" name="Text Box 154">
            <a:extLst>
              <a:ext uri="{FF2B5EF4-FFF2-40B4-BE49-F238E27FC236}">
                <a16:creationId xmlns:a16="http://schemas.microsoft.com/office/drawing/2014/main" id="{EF3BB0E7-858C-4A60-BC27-9A5E941DF596}"/>
              </a:ext>
            </a:extLst>
          </p:cNvPr>
          <p:cNvSpPr txBox="1">
            <a:spLocks noChangeAspect="1" noChangeArrowheads="1"/>
          </p:cNvSpPr>
          <p:nvPr/>
        </p:nvSpPr>
        <p:spPr bwMode="auto">
          <a:xfrm>
            <a:off x="7739064" y="4770438"/>
            <a:ext cx="644525" cy="525462"/>
          </a:xfrm>
          <a:prstGeom prst="rect">
            <a:avLst/>
          </a:prstGeom>
          <a:gradFill rotWithShape="0">
            <a:gsLst>
              <a:gs pos="0">
                <a:srgbClr val="767676"/>
              </a:gs>
              <a:gs pos="50000">
                <a:srgbClr val="FFFFFF"/>
              </a:gs>
              <a:gs pos="100000">
                <a:srgbClr val="767676"/>
              </a:gs>
            </a:gsLst>
            <a:lin ang="0" scaled="1"/>
          </a:gradFill>
          <a:ln w="9525">
            <a:solidFill>
              <a:srgbClr val="000000"/>
            </a:solidFill>
            <a:miter lim="800000"/>
            <a:headEnd/>
            <a:tailEnd/>
          </a:ln>
        </p:spPr>
        <p:txBody>
          <a:bodyPr lIns="0" tIns="25200" rIns="0" bIns="0"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1800" b="1">
                <a:latin typeface="VNI-Avo" pitchFamily="2" charset="0"/>
              </a:rPr>
              <a:t>D</a:t>
            </a:r>
          </a:p>
        </p:txBody>
      </p:sp>
      <p:sp>
        <p:nvSpPr>
          <p:cNvPr id="129179" name="Text Box 155">
            <a:extLst>
              <a:ext uri="{FF2B5EF4-FFF2-40B4-BE49-F238E27FC236}">
                <a16:creationId xmlns:a16="http://schemas.microsoft.com/office/drawing/2014/main" id="{31F6ADA8-6B3D-4F55-BFE5-AACF1B8903B9}"/>
              </a:ext>
            </a:extLst>
          </p:cNvPr>
          <p:cNvSpPr txBox="1">
            <a:spLocks noChangeAspect="1" noChangeArrowheads="1"/>
          </p:cNvSpPr>
          <p:nvPr/>
        </p:nvSpPr>
        <p:spPr bwMode="auto">
          <a:xfrm>
            <a:off x="8861425" y="4770438"/>
            <a:ext cx="642938" cy="525462"/>
          </a:xfrm>
          <a:prstGeom prst="rect">
            <a:avLst/>
          </a:prstGeom>
          <a:gradFill rotWithShape="0">
            <a:gsLst>
              <a:gs pos="0">
                <a:srgbClr val="767676"/>
              </a:gs>
              <a:gs pos="50000">
                <a:srgbClr val="FFFFFF"/>
              </a:gs>
              <a:gs pos="100000">
                <a:srgbClr val="767676"/>
              </a:gs>
            </a:gsLst>
            <a:lin ang="0" scaled="1"/>
          </a:gradFill>
          <a:ln w="9525">
            <a:solidFill>
              <a:srgbClr val="000000"/>
            </a:solidFill>
            <a:miter lim="800000"/>
            <a:headEnd/>
            <a:tailEnd/>
          </a:ln>
        </p:spPr>
        <p:txBody>
          <a:bodyPr lIns="0" tIns="25200" rIns="0" bIns="0"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1800" b="1">
                <a:latin typeface="VNI-Avo" pitchFamily="2" charset="0"/>
              </a:rPr>
              <a:t>E</a:t>
            </a:r>
          </a:p>
        </p:txBody>
      </p:sp>
      <p:sp>
        <p:nvSpPr>
          <p:cNvPr id="129180" name="Line 156">
            <a:extLst>
              <a:ext uri="{FF2B5EF4-FFF2-40B4-BE49-F238E27FC236}">
                <a16:creationId xmlns:a16="http://schemas.microsoft.com/office/drawing/2014/main" id="{747B09B0-A60C-4B6C-8631-E641B97149F6}"/>
              </a:ext>
            </a:extLst>
          </p:cNvPr>
          <p:cNvSpPr>
            <a:spLocks noChangeAspect="1" noChangeShapeType="1"/>
          </p:cNvSpPr>
          <p:nvPr/>
        </p:nvSpPr>
        <p:spPr bwMode="auto">
          <a:xfrm>
            <a:off x="9602789" y="5032375"/>
            <a:ext cx="396875" cy="0"/>
          </a:xfrm>
          <a:prstGeom prst="line">
            <a:avLst/>
          </a:prstGeom>
          <a:noFill/>
          <a:ln w="15875">
            <a:solidFill>
              <a:srgbClr val="000000"/>
            </a:solidFill>
            <a:round/>
            <a:headEnd type="oval" w="med" len="med"/>
            <a:tailEnd type="stealth" w="med" len="med"/>
          </a:ln>
          <a:extLst>
            <a:ext uri="{909E8E84-426E-40DD-AFC4-6F175D3DCCD1}">
              <a14:hiddenFill xmlns:a14="http://schemas.microsoft.com/office/drawing/2010/main">
                <a:noFill/>
              </a14:hiddenFill>
            </a:ext>
          </a:extLst>
        </p:spPr>
        <p:txBody>
          <a:bodyPr anchor="ctr"/>
          <a:lstStyle/>
          <a:p>
            <a:endParaRPr lang="en-US"/>
          </a:p>
        </p:txBody>
      </p:sp>
      <p:sp>
        <p:nvSpPr>
          <p:cNvPr id="129181" name="Line 157">
            <a:extLst>
              <a:ext uri="{FF2B5EF4-FFF2-40B4-BE49-F238E27FC236}">
                <a16:creationId xmlns:a16="http://schemas.microsoft.com/office/drawing/2014/main" id="{85B0DC49-2134-4AE6-AA60-3798CA2DA5E0}"/>
              </a:ext>
            </a:extLst>
          </p:cNvPr>
          <p:cNvSpPr>
            <a:spLocks noChangeAspect="1" noChangeShapeType="1"/>
          </p:cNvSpPr>
          <p:nvPr/>
        </p:nvSpPr>
        <p:spPr bwMode="auto">
          <a:xfrm>
            <a:off x="7345364" y="5032375"/>
            <a:ext cx="396875" cy="0"/>
          </a:xfrm>
          <a:prstGeom prst="line">
            <a:avLst/>
          </a:prstGeom>
          <a:noFill/>
          <a:ln w="15875">
            <a:solidFill>
              <a:srgbClr val="000000"/>
            </a:solidFill>
            <a:round/>
            <a:headEnd type="oval" w="med" len="med"/>
            <a:tailEnd type="stealth" w="med" len="med"/>
          </a:ln>
          <a:extLst>
            <a:ext uri="{909E8E84-426E-40DD-AFC4-6F175D3DCCD1}">
              <a14:hiddenFill xmlns:a14="http://schemas.microsoft.com/office/drawing/2010/main">
                <a:noFill/>
              </a14:hiddenFill>
            </a:ext>
          </a:extLst>
        </p:spPr>
        <p:txBody>
          <a:bodyPr anchor="ctr"/>
          <a:lstStyle/>
          <a:p>
            <a:endParaRPr lang="en-US"/>
          </a:p>
        </p:txBody>
      </p:sp>
      <p:sp>
        <p:nvSpPr>
          <p:cNvPr id="129182" name="Line 158">
            <a:extLst>
              <a:ext uri="{FF2B5EF4-FFF2-40B4-BE49-F238E27FC236}">
                <a16:creationId xmlns:a16="http://schemas.microsoft.com/office/drawing/2014/main" id="{D25EE414-B399-4551-8658-0136C58D689F}"/>
              </a:ext>
            </a:extLst>
          </p:cNvPr>
          <p:cNvSpPr>
            <a:spLocks noChangeAspect="1" noChangeShapeType="1"/>
          </p:cNvSpPr>
          <p:nvPr/>
        </p:nvSpPr>
        <p:spPr bwMode="auto">
          <a:xfrm>
            <a:off x="8469314" y="5032375"/>
            <a:ext cx="396875" cy="0"/>
          </a:xfrm>
          <a:prstGeom prst="line">
            <a:avLst/>
          </a:prstGeom>
          <a:noFill/>
          <a:ln w="15875">
            <a:solidFill>
              <a:srgbClr val="000000"/>
            </a:solidFill>
            <a:round/>
            <a:headEnd type="oval" w="med" len="med"/>
            <a:tailEnd type="stealth" w="med" len="med"/>
          </a:ln>
          <a:extLst>
            <a:ext uri="{909E8E84-426E-40DD-AFC4-6F175D3DCCD1}">
              <a14:hiddenFill xmlns:a14="http://schemas.microsoft.com/office/drawing/2010/main">
                <a:noFill/>
              </a14:hiddenFill>
            </a:ext>
          </a:extLst>
        </p:spPr>
        <p:txBody>
          <a:bodyPr anchor="ctr"/>
          <a:lstStyle/>
          <a:p>
            <a:endParaRPr lang="en-US"/>
          </a:p>
        </p:txBody>
      </p:sp>
      <p:sp>
        <p:nvSpPr>
          <p:cNvPr id="129183" name="Line 159">
            <a:extLst>
              <a:ext uri="{FF2B5EF4-FFF2-40B4-BE49-F238E27FC236}">
                <a16:creationId xmlns:a16="http://schemas.microsoft.com/office/drawing/2014/main" id="{37136B75-FE1A-475F-9078-265901A2F720}"/>
              </a:ext>
            </a:extLst>
          </p:cNvPr>
          <p:cNvSpPr>
            <a:spLocks noChangeAspect="1" noChangeShapeType="1"/>
          </p:cNvSpPr>
          <p:nvPr/>
        </p:nvSpPr>
        <p:spPr bwMode="auto">
          <a:xfrm>
            <a:off x="5638801" y="4800600"/>
            <a:ext cx="968375" cy="0"/>
          </a:xfrm>
          <a:prstGeom prst="line">
            <a:avLst/>
          </a:prstGeom>
          <a:noFill/>
          <a:ln w="57150">
            <a:solidFill>
              <a:srgbClr val="000000"/>
            </a:solidFill>
            <a:prstDash val="sysDot"/>
            <a:round/>
            <a:headEnd type="oval" w="med" len="med"/>
            <a:tailEnd type="stealth" w="med" len="med"/>
          </a:ln>
          <a:extLst>
            <a:ext uri="{909E8E84-426E-40DD-AFC4-6F175D3DCCD1}">
              <a14:hiddenFill xmlns:a14="http://schemas.microsoft.com/office/drawing/2010/main">
                <a:noFill/>
              </a14:hiddenFill>
            </a:ext>
          </a:extLst>
        </p:spPr>
        <p:txBody>
          <a:bodyPr anchor="ctr"/>
          <a:lstStyle/>
          <a:p>
            <a:endParaRPr lang="en-US"/>
          </a:p>
        </p:txBody>
      </p:sp>
      <p:sp>
        <p:nvSpPr>
          <p:cNvPr id="129184" name="Text Box 160">
            <a:extLst>
              <a:ext uri="{FF2B5EF4-FFF2-40B4-BE49-F238E27FC236}">
                <a16:creationId xmlns:a16="http://schemas.microsoft.com/office/drawing/2014/main" id="{697AEAE0-2E6A-4D5D-9F44-CF3C897C887A}"/>
              </a:ext>
            </a:extLst>
          </p:cNvPr>
          <p:cNvSpPr txBox="1">
            <a:spLocks noChangeAspect="1" noChangeArrowheads="1"/>
          </p:cNvSpPr>
          <p:nvPr/>
        </p:nvSpPr>
        <p:spPr bwMode="auto">
          <a:xfrm>
            <a:off x="2590800" y="4540250"/>
            <a:ext cx="8191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1800" b="1">
                <a:latin typeface="VNI-Avo" pitchFamily="2" charset="0"/>
              </a:rPr>
              <a:t>pHead</a:t>
            </a:r>
          </a:p>
        </p:txBody>
      </p:sp>
      <p:sp>
        <p:nvSpPr>
          <p:cNvPr id="129187" name="Rectangle 163">
            <a:extLst>
              <a:ext uri="{FF2B5EF4-FFF2-40B4-BE49-F238E27FC236}">
                <a16:creationId xmlns:a16="http://schemas.microsoft.com/office/drawing/2014/main" id="{38D09975-DE05-40FA-A0A1-866FE97D1640}"/>
              </a:ext>
            </a:extLst>
          </p:cNvPr>
          <p:cNvSpPr>
            <a:spLocks noChangeAspect="1" noChangeArrowheads="1"/>
          </p:cNvSpPr>
          <p:nvPr/>
        </p:nvSpPr>
        <p:spPr bwMode="auto">
          <a:xfrm>
            <a:off x="6438901" y="5570538"/>
            <a:ext cx="176213" cy="525462"/>
          </a:xfrm>
          <a:prstGeom prst="rect">
            <a:avLst/>
          </a:prstGeom>
          <a:solidFill>
            <a:srgbClr val="FFFFFF"/>
          </a:solidFill>
          <a:ln w="9525">
            <a:solidFill>
              <a:srgbClr val="000000"/>
            </a:solidFill>
            <a:miter lim="800000"/>
            <a:headEnd/>
            <a:tailEnd/>
          </a:ln>
        </p:spPr>
        <p:txBody>
          <a:bodyPr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29188" name="Text Box 164">
            <a:extLst>
              <a:ext uri="{FF2B5EF4-FFF2-40B4-BE49-F238E27FC236}">
                <a16:creationId xmlns:a16="http://schemas.microsoft.com/office/drawing/2014/main" id="{1E2A4DBB-1C90-43E5-B53A-7270D75EBBFD}"/>
              </a:ext>
            </a:extLst>
          </p:cNvPr>
          <p:cNvSpPr txBox="1">
            <a:spLocks noChangeAspect="1" noChangeArrowheads="1"/>
          </p:cNvSpPr>
          <p:nvPr/>
        </p:nvSpPr>
        <p:spPr bwMode="auto">
          <a:xfrm>
            <a:off x="5791201" y="5570538"/>
            <a:ext cx="644525" cy="525462"/>
          </a:xfrm>
          <a:prstGeom prst="rect">
            <a:avLst/>
          </a:prstGeom>
          <a:gradFill rotWithShape="0">
            <a:gsLst>
              <a:gs pos="0">
                <a:srgbClr val="767676"/>
              </a:gs>
              <a:gs pos="50000">
                <a:srgbClr val="FFFFFF"/>
              </a:gs>
              <a:gs pos="100000">
                <a:srgbClr val="767676"/>
              </a:gs>
            </a:gsLst>
            <a:lin ang="0" scaled="1"/>
          </a:gradFill>
          <a:ln w="9525">
            <a:solidFill>
              <a:srgbClr val="000000"/>
            </a:solidFill>
            <a:miter lim="800000"/>
            <a:headEnd/>
            <a:tailEnd/>
          </a:ln>
        </p:spPr>
        <p:txBody>
          <a:bodyPr lIns="0" tIns="25200" rIns="0" bIns="0"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1800" b="1">
                <a:latin typeface="VNI-Avo" pitchFamily="2" charset="0"/>
              </a:rPr>
              <a:t>X</a:t>
            </a:r>
          </a:p>
        </p:txBody>
      </p:sp>
      <p:sp>
        <p:nvSpPr>
          <p:cNvPr id="129189" name="Freeform 165">
            <a:extLst>
              <a:ext uri="{FF2B5EF4-FFF2-40B4-BE49-F238E27FC236}">
                <a16:creationId xmlns:a16="http://schemas.microsoft.com/office/drawing/2014/main" id="{A73C79EB-EC36-4C6F-9859-A7E185B3D7F3}"/>
              </a:ext>
            </a:extLst>
          </p:cNvPr>
          <p:cNvSpPr>
            <a:spLocks noChangeAspect="1"/>
          </p:cNvSpPr>
          <p:nvPr/>
        </p:nvSpPr>
        <p:spPr bwMode="auto">
          <a:xfrm>
            <a:off x="5324476" y="5035550"/>
            <a:ext cx="466725" cy="819150"/>
          </a:xfrm>
          <a:custGeom>
            <a:avLst/>
            <a:gdLst>
              <a:gd name="T0" fmla="*/ 2147483646 w 367"/>
              <a:gd name="T1" fmla="*/ 0 h 645"/>
              <a:gd name="T2" fmla="*/ 2147483646 w 367"/>
              <a:gd name="T3" fmla="*/ 2147483646 h 645"/>
              <a:gd name="T4" fmla="*/ 2147483646 w 367"/>
              <a:gd name="T5" fmla="*/ 2147483646 h 645"/>
              <a:gd name="T6" fmla="*/ 2147483646 w 367"/>
              <a:gd name="T7" fmla="*/ 2147483646 h 645"/>
              <a:gd name="T8" fmla="*/ 0 60000 65536"/>
              <a:gd name="T9" fmla="*/ 0 60000 65536"/>
              <a:gd name="T10" fmla="*/ 0 60000 65536"/>
              <a:gd name="T11" fmla="*/ 0 60000 65536"/>
              <a:gd name="T12" fmla="*/ 0 w 367"/>
              <a:gd name="T13" fmla="*/ 0 h 645"/>
              <a:gd name="T14" fmla="*/ 367 w 367"/>
              <a:gd name="T15" fmla="*/ 645 h 645"/>
            </a:gdLst>
            <a:ahLst/>
            <a:cxnLst>
              <a:cxn ang="T8">
                <a:pos x="T0" y="T1"/>
              </a:cxn>
              <a:cxn ang="T9">
                <a:pos x="T2" y="T3"/>
              </a:cxn>
              <a:cxn ang="T10">
                <a:pos x="T4" y="T5"/>
              </a:cxn>
              <a:cxn ang="T11">
                <a:pos x="T6" y="T7"/>
              </a:cxn>
            </a:cxnLst>
            <a:rect l="T12" t="T13" r="T14" b="T15"/>
            <a:pathLst>
              <a:path w="367" h="645">
                <a:moveTo>
                  <a:pt x="307" y="0"/>
                </a:moveTo>
                <a:cubicBezTo>
                  <a:pt x="262" y="40"/>
                  <a:pt x="74" y="148"/>
                  <a:pt x="37" y="240"/>
                </a:cubicBezTo>
                <a:cubicBezTo>
                  <a:pt x="0" y="332"/>
                  <a:pt x="27" y="488"/>
                  <a:pt x="82" y="555"/>
                </a:cubicBezTo>
                <a:cubicBezTo>
                  <a:pt x="137" y="622"/>
                  <a:pt x="308" y="626"/>
                  <a:pt x="367" y="645"/>
                </a:cubicBezTo>
              </a:path>
            </a:pathLst>
          </a:custGeom>
          <a:noFill/>
          <a:ln w="57150">
            <a:solidFill>
              <a:srgbClr val="0000FF"/>
            </a:solidFill>
            <a:round/>
            <a:headEnd/>
            <a:tailEnd type="stealth"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129190" name="Freeform 166">
            <a:extLst>
              <a:ext uri="{FF2B5EF4-FFF2-40B4-BE49-F238E27FC236}">
                <a16:creationId xmlns:a16="http://schemas.microsoft.com/office/drawing/2014/main" id="{2BBAB881-4897-4A2E-97CF-CEB3B9BB5977}"/>
              </a:ext>
            </a:extLst>
          </p:cNvPr>
          <p:cNvSpPr>
            <a:spLocks noChangeAspect="1"/>
          </p:cNvSpPr>
          <p:nvPr/>
        </p:nvSpPr>
        <p:spPr bwMode="auto">
          <a:xfrm>
            <a:off x="6534150" y="5322888"/>
            <a:ext cx="400050" cy="539750"/>
          </a:xfrm>
          <a:custGeom>
            <a:avLst/>
            <a:gdLst>
              <a:gd name="T0" fmla="*/ 0 w 315"/>
              <a:gd name="T1" fmla="*/ 2147483646 h 425"/>
              <a:gd name="T2" fmla="*/ 2147483646 w 315"/>
              <a:gd name="T3" fmla="*/ 2147483646 h 425"/>
              <a:gd name="T4" fmla="*/ 2147483646 w 315"/>
              <a:gd name="T5" fmla="*/ 0 h 425"/>
              <a:gd name="T6" fmla="*/ 0 60000 65536"/>
              <a:gd name="T7" fmla="*/ 0 60000 65536"/>
              <a:gd name="T8" fmla="*/ 0 60000 65536"/>
              <a:gd name="T9" fmla="*/ 0 w 315"/>
              <a:gd name="T10" fmla="*/ 0 h 425"/>
              <a:gd name="T11" fmla="*/ 315 w 315"/>
              <a:gd name="T12" fmla="*/ 425 h 425"/>
            </a:gdLst>
            <a:ahLst/>
            <a:cxnLst>
              <a:cxn ang="T6">
                <a:pos x="T0" y="T1"/>
              </a:cxn>
              <a:cxn ang="T7">
                <a:pos x="T2" y="T3"/>
              </a:cxn>
              <a:cxn ang="T8">
                <a:pos x="T4" y="T5"/>
              </a:cxn>
            </a:cxnLst>
            <a:rect l="T9" t="T10" r="T11" b="T12"/>
            <a:pathLst>
              <a:path w="315" h="425">
                <a:moveTo>
                  <a:pt x="0" y="391"/>
                </a:moveTo>
                <a:cubicBezTo>
                  <a:pt x="32" y="386"/>
                  <a:pt x="143" y="425"/>
                  <a:pt x="195" y="360"/>
                </a:cubicBezTo>
                <a:cubicBezTo>
                  <a:pt x="247" y="295"/>
                  <a:pt x="290" y="75"/>
                  <a:pt x="315" y="0"/>
                </a:cubicBezTo>
              </a:path>
            </a:pathLst>
          </a:custGeom>
          <a:noFill/>
          <a:ln w="57150">
            <a:solidFill>
              <a:srgbClr val="0000FF"/>
            </a:solidFill>
            <a:round/>
            <a:headEnd type="oval" w="med" len="med"/>
            <a:tailEnd type="stealth"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129191" name="Text Box 167">
            <a:extLst>
              <a:ext uri="{FF2B5EF4-FFF2-40B4-BE49-F238E27FC236}">
                <a16:creationId xmlns:a16="http://schemas.microsoft.com/office/drawing/2014/main" id="{A1302C8E-EA1E-4F2D-B1FA-CEEF3271B532}"/>
              </a:ext>
            </a:extLst>
          </p:cNvPr>
          <p:cNvSpPr txBox="1">
            <a:spLocks noChangeAspect="1" noChangeArrowheads="1"/>
          </p:cNvSpPr>
          <p:nvPr/>
        </p:nvSpPr>
        <p:spPr bwMode="auto">
          <a:xfrm>
            <a:off x="4667250" y="4197350"/>
            <a:ext cx="49530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2400" b="1">
                <a:solidFill>
                  <a:schemeClr val="accent2"/>
                </a:solidFill>
                <a:latin typeface="VNI-Avo" pitchFamily="2" charset="0"/>
              </a:rPr>
              <a:t>q</a:t>
            </a:r>
          </a:p>
        </p:txBody>
      </p:sp>
      <p:sp>
        <p:nvSpPr>
          <p:cNvPr id="129192" name="Freeform 168">
            <a:extLst>
              <a:ext uri="{FF2B5EF4-FFF2-40B4-BE49-F238E27FC236}">
                <a16:creationId xmlns:a16="http://schemas.microsoft.com/office/drawing/2014/main" id="{3213D212-6449-4563-AC9E-3D2070515447}"/>
              </a:ext>
            </a:extLst>
          </p:cNvPr>
          <p:cNvSpPr>
            <a:spLocks noChangeAspect="1"/>
          </p:cNvSpPr>
          <p:nvPr/>
        </p:nvSpPr>
        <p:spPr bwMode="auto">
          <a:xfrm>
            <a:off x="5051426" y="4368800"/>
            <a:ext cx="252413" cy="400050"/>
          </a:xfrm>
          <a:custGeom>
            <a:avLst/>
            <a:gdLst>
              <a:gd name="T0" fmla="*/ 0 w 198"/>
              <a:gd name="T1" fmla="*/ 0 h 315"/>
              <a:gd name="T2" fmla="*/ 2147483646 w 198"/>
              <a:gd name="T3" fmla="*/ 2147483646 h 315"/>
              <a:gd name="T4" fmla="*/ 2147483646 w 198"/>
              <a:gd name="T5" fmla="*/ 2147483646 h 315"/>
              <a:gd name="T6" fmla="*/ 0 60000 65536"/>
              <a:gd name="T7" fmla="*/ 0 60000 65536"/>
              <a:gd name="T8" fmla="*/ 0 60000 65536"/>
              <a:gd name="T9" fmla="*/ 0 w 198"/>
              <a:gd name="T10" fmla="*/ 0 h 315"/>
              <a:gd name="T11" fmla="*/ 198 w 198"/>
              <a:gd name="T12" fmla="*/ 315 h 315"/>
            </a:gdLst>
            <a:ahLst/>
            <a:cxnLst>
              <a:cxn ang="T6">
                <a:pos x="T0" y="T1"/>
              </a:cxn>
              <a:cxn ang="T7">
                <a:pos x="T2" y="T3"/>
              </a:cxn>
              <a:cxn ang="T8">
                <a:pos x="T4" y="T5"/>
              </a:cxn>
            </a:cxnLst>
            <a:rect l="T9" t="T10" r="T11" b="T12"/>
            <a:pathLst>
              <a:path w="198" h="315">
                <a:moveTo>
                  <a:pt x="0" y="0"/>
                </a:moveTo>
                <a:cubicBezTo>
                  <a:pt x="66" y="26"/>
                  <a:pt x="132" y="53"/>
                  <a:pt x="165" y="105"/>
                </a:cubicBezTo>
                <a:cubicBezTo>
                  <a:pt x="198" y="157"/>
                  <a:pt x="196" y="236"/>
                  <a:pt x="195" y="315"/>
                </a:cubicBezTo>
              </a:path>
            </a:pathLst>
          </a:custGeom>
          <a:noFill/>
          <a:ln w="15875">
            <a:solidFill>
              <a:srgbClr val="000000"/>
            </a:solidFill>
            <a:round/>
            <a:headEnd/>
            <a:tailEnd type="stealth"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129193" name="Text Box 169">
            <a:extLst>
              <a:ext uri="{FF2B5EF4-FFF2-40B4-BE49-F238E27FC236}">
                <a16:creationId xmlns:a16="http://schemas.microsoft.com/office/drawing/2014/main" id="{D251E845-4D27-401E-A97B-6620A02BF001}"/>
              </a:ext>
            </a:extLst>
          </p:cNvPr>
          <p:cNvSpPr txBox="1">
            <a:spLocks noChangeAspect="1" noChangeArrowheads="1"/>
          </p:cNvSpPr>
          <p:nvPr/>
        </p:nvSpPr>
        <p:spPr bwMode="auto">
          <a:xfrm>
            <a:off x="6705600" y="5638800"/>
            <a:ext cx="49530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2400" b="1">
                <a:solidFill>
                  <a:schemeClr val="accent2"/>
                </a:solidFill>
                <a:latin typeface="VNI-Avo" pitchFamily="2" charset="0"/>
              </a:rPr>
              <a:t>p</a:t>
            </a:r>
          </a:p>
        </p:txBody>
      </p:sp>
      <p:sp>
        <p:nvSpPr>
          <p:cNvPr id="46108" name="TextBox 4">
            <a:extLst>
              <a:ext uri="{FF2B5EF4-FFF2-40B4-BE49-F238E27FC236}">
                <a16:creationId xmlns:a16="http://schemas.microsoft.com/office/drawing/2014/main" id="{6D704A07-41F9-4C27-9096-F59159E3135F}"/>
              </a:ext>
            </a:extLst>
          </p:cNvPr>
          <p:cNvSpPr txBox="1">
            <a:spLocks noChangeArrowheads="1"/>
          </p:cNvSpPr>
          <p:nvPr/>
        </p:nvSpPr>
        <p:spPr bwMode="auto">
          <a:xfrm>
            <a:off x="6732588" y="4140201"/>
            <a:ext cx="735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2400"/>
              <a:t>g</a:t>
            </a:r>
          </a:p>
        </p:txBody>
      </p:sp>
      <p:cxnSp>
        <p:nvCxnSpPr>
          <p:cNvPr id="7" name="Connector: Elbow 6">
            <a:extLst>
              <a:ext uri="{FF2B5EF4-FFF2-40B4-BE49-F238E27FC236}">
                <a16:creationId xmlns:a16="http://schemas.microsoft.com/office/drawing/2014/main" id="{1AE7D52D-6696-4D6C-93FF-B0A7F0E67404}"/>
              </a:ext>
            </a:extLst>
          </p:cNvPr>
          <p:cNvCxnSpPr/>
          <p:nvPr/>
        </p:nvCxnSpPr>
        <p:spPr>
          <a:xfrm rot="16200000" flipH="1">
            <a:off x="6983413" y="4486275"/>
            <a:ext cx="400050" cy="16510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9165"/>
                                        </p:tgtEl>
                                        <p:attrNameLst>
                                          <p:attrName>style.visibility</p:attrName>
                                        </p:attrNameLst>
                                      </p:cBhvr>
                                      <p:to>
                                        <p:strVal val="visible"/>
                                      </p:to>
                                    </p:set>
                                    <p:anim calcmode="lin" valueType="num">
                                      <p:cBhvr additive="base">
                                        <p:cTn id="7" dur="500" fill="hold"/>
                                        <p:tgtEl>
                                          <p:spTgt spid="129165"/>
                                        </p:tgtEl>
                                        <p:attrNameLst>
                                          <p:attrName>ppt_x</p:attrName>
                                        </p:attrNameLst>
                                      </p:cBhvr>
                                      <p:tavLst>
                                        <p:tav tm="0">
                                          <p:val>
                                            <p:strVal val="#ppt_x"/>
                                          </p:val>
                                        </p:tav>
                                        <p:tav tm="100000">
                                          <p:val>
                                            <p:strVal val="#ppt_x"/>
                                          </p:val>
                                        </p:tav>
                                      </p:tavLst>
                                    </p:anim>
                                    <p:anim calcmode="lin" valueType="num">
                                      <p:cBhvr additive="base">
                                        <p:cTn id="8" dur="500" fill="hold"/>
                                        <p:tgtEl>
                                          <p:spTgt spid="12916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9166"/>
                                        </p:tgtEl>
                                        <p:attrNameLst>
                                          <p:attrName>style.visibility</p:attrName>
                                        </p:attrNameLst>
                                      </p:cBhvr>
                                      <p:to>
                                        <p:strVal val="visible"/>
                                      </p:to>
                                    </p:set>
                                    <p:anim calcmode="lin" valueType="num">
                                      <p:cBhvr additive="base">
                                        <p:cTn id="11" dur="500" fill="hold"/>
                                        <p:tgtEl>
                                          <p:spTgt spid="129166"/>
                                        </p:tgtEl>
                                        <p:attrNameLst>
                                          <p:attrName>ppt_x</p:attrName>
                                        </p:attrNameLst>
                                      </p:cBhvr>
                                      <p:tavLst>
                                        <p:tav tm="0">
                                          <p:val>
                                            <p:strVal val="#ppt_x"/>
                                          </p:val>
                                        </p:tav>
                                        <p:tav tm="100000">
                                          <p:val>
                                            <p:strVal val="#ppt_x"/>
                                          </p:val>
                                        </p:tav>
                                      </p:tavLst>
                                    </p:anim>
                                    <p:anim calcmode="lin" valueType="num">
                                      <p:cBhvr additive="base">
                                        <p:cTn id="12" dur="500" fill="hold"/>
                                        <p:tgtEl>
                                          <p:spTgt spid="12916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29167"/>
                                        </p:tgtEl>
                                        <p:attrNameLst>
                                          <p:attrName>style.visibility</p:attrName>
                                        </p:attrNameLst>
                                      </p:cBhvr>
                                      <p:to>
                                        <p:strVal val="visible"/>
                                      </p:to>
                                    </p:set>
                                    <p:anim calcmode="lin" valueType="num">
                                      <p:cBhvr additive="base">
                                        <p:cTn id="15" dur="500" fill="hold"/>
                                        <p:tgtEl>
                                          <p:spTgt spid="129167"/>
                                        </p:tgtEl>
                                        <p:attrNameLst>
                                          <p:attrName>ppt_x</p:attrName>
                                        </p:attrNameLst>
                                      </p:cBhvr>
                                      <p:tavLst>
                                        <p:tav tm="0">
                                          <p:val>
                                            <p:strVal val="#ppt_x"/>
                                          </p:val>
                                        </p:tav>
                                        <p:tav tm="100000">
                                          <p:val>
                                            <p:strVal val="#ppt_x"/>
                                          </p:val>
                                        </p:tav>
                                      </p:tavLst>
                                    </p:anim>
                                    <p:anim calcmode="lin" valueType="num">
                                      <p:cBhvr additive="base">
                                        <p:cTn id="16" dur="500" fill="hold"/>
                                        <p:tgtEl>
                                          <p:spTgt spid="129167"/>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29168"/>
                                        </p:tgtEl>
                                        <p:attrNameLst>
                                          <p:attrName>style.visibility</p:attrName>
                                        </p:attrNameLst>
                                      </p:cBhvr>
                                      <p:to>
                                        <p:strVal val="visible"/>
                                      </p:to>
                                    </p:set>
                                    <p:anim calcmode="lin" valueType="num">
                                      <p:cBhvr additive="base">
                                        <p:cTn id="19" dur="500" fill="hold"/>
                                        <p:tgtEl>
                                          <p:spTgt spid="129168"/>
                                        </p:tgtEl>
                                        <p:attrNameLst>
                                          <p:attrName>ppt_x</p:attrName>
                                        </p:attrNameLst>
                                      </p:cBhvr>
                                      <p:tavLst>
                                        <p:tav tm="0">
                                          <p:val>
                                            <p:strVal val="#ppt_x"/>
                                          </p:val>
                                        </p:tav>
                                        <p:tav tm="100000">
                                          <p:val>
                                            <p:strVal val="#ppt_x"/>
                                          </p:val>
                                        </p:tav>
                                      </p:tavLst>
                                    </p:anim>
                                    <p:anim calcmode="lin" valueType="num">
                                      <p:cBhvr additive="base">
                                        <p:cTn id="20" dur="500" fill="hold"/>
                                        <p:tgtEl>
                                          <p:spTgt spid="129168"/>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29169"/>
                                        </p:tgtEl>
                                        <p:attrNameLst>
                                          <p:attrName>style.visibility</p:attrName>
                                        </p:attrNameLst>
                                      </p:cBhvr>
                                      <p:to>
                                        <p:strVal val="visible"/>
                                      </p:to>
                                    </p:set>
                                    <p:anim calcmode="lin" valueType="num">
                                      <p:cBhvr additive="base">
                                        <p:cTn id="23" dur="500" fill="hold"/>
                                        <p:tgtEl>
                                          <p:spTgt spid="129169"/>
                                        </p:tgtEl>
                                        <p:attrNameLst>
                                          <p:attrName>ppt_x</p:attrName>
                                        </p:attrNameLst>
                                      </p:cBhvr>
                                      <p:tavLst>
                                        <p:tav tm="0">
                                          <p:val>
                                            <p:strVal val="#ppt_x"/>
                                          </p:val>
                                        </p:tav>
                                        <p:tav tm="100000">
                                          <p:val>
                                            <p:strVal val="#ppt_x"/>
                                          </p:val>
                                        </p:tav>
                                      </p:tavLst>
                                    </p:anim>
                                    <p:anim calcmode="lin" valueType="num">
                                      <p:cBhvr additive="base">
                                        <p:cTn id="24" dur="500" fill="hold"/>
                                        <p:tgtEl>
                                          <p:spTgt spid="129169"/>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29170"/>
                                        </p:tgtEl>
                                        <p:attrNameLst>
                                          <p:attrName>style.visibility</p:attrName>
                                        </p:attrNameLst>
                                      </p:cBhvr>
                                      <p:to>
                                        <p:strVal val="visible"/>
                                      </p:to>
                                    </p:set>
                                    <p:anim calcmode="lin" valueType="num">
                                      <p:cBhvr additive="base">
                                        <p:cTn id="27" dur="500" fill="hold"/>
                                        <p:tgtEl>
                                          <p:spTgt spid="129170"/>
                                        </p:tgtEl>
                                        <p:attrNameLst>
                                          <p:attrName>ppt_x</p:attrName>
                                        </p:attrNameLst>
                                      </p:cBhvr>
                                      <p:tavLst>
                                        <p:tav tm="0">
                                          <p:val>
                                            <p:strVal val="#ppt_x"/>
                                          </p:val>
                                        </p:tav>
                                        <p:tav tm="100000">
                                          <p:val>
                                            <p:strVal val="#ppt_x"/>
                                          </p:val>
                                        </p:tav>
                                      </p:tavLst>
                                    </p:anim>
                                    <p:anim calcmode="lin" valueType="num">
                                      <p:cBhvr additive="base">
                                        <p:cTn id="28" dur="500" fill="hold"/>
                                        <p:tgtEl>
                                          <p:spTgt spid="129170"/>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29171"/>
                                        </p:tgtEl>
                                        <p:attrNameLst>
                                          <p:attrName>style.visibility</p:attrName>
                                        </p:attrNameLst>
                                      </p:cBhvr>
                                      <p:to>
                                        <p:strVal val="visible"/>
                                      </p:to>
                                    </p:set>
                                    <p:anim calcmode="lin" valueType="num">
                                      <p:cBhvr additive="base">
                                        <p:cTn id="31" dur="500" fill="hold"/>
                                        <p:tgtEl>
                                          <p:spTgt spid="129171"/>
                                        </p:tgtEl>
                                        <p:attrNameLst>
                                          <p:attrName>ppt_x</p:attrName>
                                        </p:attrNameLst>
                                      </p:cBhvr>
                                      <p:tavLst>
                                        <p:tav tm="0">
                                          <p:val>
                                            <p:strVal val="#ppt_x"/>
                                          </p:val>
                                        </p:tav>
                                        <p:tav tm="100000">
                                          <p:val>
                                            <p:strVal val="#ppt_x"/>
                                          </p:val>
                                        </p:tav>
                                      </p:tavLst>
                                    </p:anim>
                                    <p:anim calcmode="lin" valueType="num">
                                      <p:cBhvr additive="base">
                                        <p:cTn id="32" dur="500" fill="hold"/>
                                        <p:tgtEl>
                                          <p:spTgt spid="129171"/>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2"/>
                                        </p:tgtEl>
                                        <p:attrNameLst>
                                          <p:attrName>style.visibility</p:attrName>
                                        </p:attrNameLst>
                                      </p:cBhvr>
                                      <p:to>
                                        <p:strVal val="visible"/>
                                      </p:to>
                                    </p:set>
                                    <p:anim calcmode="lin" valueType="num">
                                      <p:cBhvr additive="base">
                                        <p:cTn id="35" dur="500" fill="hold"/>
                                        <p:tgtEl>
                                          <p:spTgt spid="2"/>
                                        </p:tgtEl>
                                        <p:attrNameLst>
                                          <p:attrName>ppt_x</p:attrName>
                                        </p:attrNameLst>
                                      </p:cBhvr>
                                      <p:tavLst>
                                        <p:tav tm="0">
                                          <p:val>
                                            <p:strVal val="#ppt_x"/>
                                          </p:val>
                                        </p:tav>
                                        <p:tav tm="100000">
                                          <p:val>
                                            <p:strVal val="#ppt_x"/>
                                          </p:val>
                                        </p:tav>
                                      </p:tavLst>
                                    </p:anim>
                                    <p:anim calcmode="lin" valueType="num">
                                      <p:cBhvr additive="base">
                                        <p:cTn id="36" dur="500" fill="hold"/>
                                        <p:tgtEl>
                                          <p:spTgt spid="2"/>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29176"/>
                                        </p:tgtEl>
                                        <p:attrNameLst>
                                          <p:attrName>style.visibility</p:attrName>
                                        </p:attrNameLst>
                                      </p:cBhvr>
                                      <p:to>
                                        <p:strVal val="visible"/>
                                      </p:to>
                                    </p:set>
                                    <p:anim calcmode="lin" valueType="num">
                                      <p:cBhvr additive="base">
                                        <p:cTn id="39" dur="500" fill="hold"/>
                                        <p:tgtEl>
                                          <p:spTgt spid="129176"/>
                                        </p:tgtEl>
                                        <p:attrNameLst>
                                          <p:attrName>ppt_x</p:attrName>
                                        </p:attrNameLst>
                                      </p:cBhvr>
                                      <p:tavLst>
                                        <p:tav tm="0">
                                          <p:val>
                                            <p:strVal val="#ppt_x"/>
                                          </p:val>
                                        </p:tav>
                                        <p:tav tm="100000">
                                          <p:val>
                                            <p:strVal val="#ppt_x"/>
                                          </p:val>
                                        </p:tav>
                                      </p:tavLst>
                                    </p:anim>
                                    <p:anim calcmode="lin" valueType="num">
                                      <p:cBhvr additive="base">
                                        <p:cTn id="40" dur="500" fill="hold"/>
                                        <p:tgtEl>
                                          <p:spTgt spid="129176"/>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29177"/>
                                        </p:tgtEl>
                                        <p:attrNameLst>
                                          <p:attrName>style.visibility</p:attrName>
                                        </p:attrNameLst>
                                      </p:cBhvr>
                                      <p:to>
                                        <p:strVal val="visible"/>
                                      </p:to>
                                    </p:set>
                                    <p:anim calcmode="lin" valueType="num">
                                      <p:cBhvr additive="base">
                                        <p:cTn id="43" dur="500" fill="hold"/>
                                        <p:tgtEl>
                                          <p:spTgt spid="129177"/>
                                        </p:tgtEl>
                                        <p:attrNameLst>
                                          <p:attrName>ppt_x</p:attrName>
                                        </p:attrNameLst>
                                      </p:cBhvr>
                                      <p:tavLst>
                                        <p:tav tm="0">
                                          <p:val>
                                            <p:strVal val="#ppt_x"/>
                                          </p:val>
                                        </p:tav>
                                        <p:tav tm="100000">
                                          <p:val>
                                            <p:strVal val="#ppt_x"/>
                                          </p:val>
                                        </p:tav>
                                      </p:tavLst>
                                    </p:anim>
                                    <p:anim calcmode="lin" valueType="num">
                                      <p:cBhvr additive="base">
                                        <p:cTn id="44" dur="500" fill="hold"/>
                                        <p:tgtEl>
                                          <p:spTgt spid="129177"/>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29178"/>
                                        </p:tgtEl>
                                        <p:attrNameLst>
                                          <p:attrName>style.visibility</p:attrName>
                                        </p:attrNameLst>
                                      </p:cBhvr>
                                      <p:to>
                                        <p:strVal val="visible"/>
                                      </p:to>
                                    </p:set>
                                    <p:anim calcmode="lin" valueType="num">
                                      <p:cBhvr additive="base">
                                        <p:cTn id="47" dur="500" fill="hold"/>
                                        <p:tgtEl>
                                          <p:spTgt spid="129178"/>
                                        </p:tgtEl>
                                        <p:attrNameLst>
                                          <p:attrName>ppt_x</p:attrName>
                                        </p:attrNameLst>
                                      </p:cBhvr>
                                      <p:tavLst>
                                        <p:tav tm="0">
                                          <p:val>
                                            <p:strVal val="#ppt_x"/>
                                          </p:val>
                                        </p:tav>
                                        <p:tav tm="100000">
                                          <p:val>
                                            <p:strVal val="#ppt_x"/>
                                          </p:val>
                                        </p:tav>
                                      </p:tavLst>
                                    </p:anim>
                                    <p:anim calcmode="lin" valueType="num">
                                      <p:cBhvr additive="base">
                                        <p:cTn id="48" dur="500" fill="hold"/>
                                        <p:tgtEl>
                                          <p:spTgt spid="129178"/>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29179"/>
                                        </p:tgtEl>
                                        <p:attrNameLst>
                                          <p:attrName>style.visibility</p:attrName>
                                        </p:attrNameLst>
                                      </p:cBhvr>
                                      <p:to>
                                        <p:strVal val="visible"/>
                                      </p:to>
                                    </p:set>
                                    <p:anim calcmode="lin" valueType="num">
                                      <p:cBhvr additive="base">
                                        <p:cTn id="51" dur="500" fill="hold"/>
                                        <p:tgtEl>
                                          <p:spTgt spid="129179"/>
                                        </p:tgtEl>
                                        <p:attrNameLst>
                                          <p:attrName>ppt_x</p:attrName>
                                        </p:attrNameLst>
                                      </p:cBhvr>
                                      <p:tavLst>
                                        <p:tav tm="0">
                                          <p:val>
                                            <p:strVal val="#ppt_x"/>
                                          </p:val>
                                        </p:tav>
                                        <p:tav tm="100000">
                                          <p:val>
                                            <p:strVal val="#ppt_x"/>
                                          </p:val>
                                        </p:tav>
                                      </p:tavLst>
                                    </p:anim>
                                    <p:anim calcmode="lin" valueType="num">
                                      <p:cBhvr additive="base">
                                        <p:cTn id="52" dur="500" fill="hold"/>
                                        <p:tgtEl>
                                          <p:spTgt spid="129179"/>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129180"/>
                                        </p:tgtEl>
                                        <p:attrNameLst>
                                          <p:attrName>style.visibility</p:attrName>
                                        </p:attrNameLst>
                                      </p:cBhvr>
                                      <p:to>
                                        <p:strVal val="visible"/>
                                      </p:to>
                                    </p:set>
                                    <p:anim calcmode="lin" valueType="num">
                                      <p:cBhvr additive="base">
                                        <p:cTn id="55" dur="500" fill="hold"/>
                                        <p:tgtEl>
                                          <p:spTgt spid="129180"/>
                                        </p:tgtEl>
                                        <p:attrNameLst>
                                          <p:attrName>ppt_x</p:attrName>
                                        </p:attrNameLst>
                                      </p:cBhvr>
                                      <p:tavLst>
                                        <p:tav tm="0">
                                          <p:val>
                                            <p:strVal val="#ppt_x"/>
                                          </p:val>
                                        </p:tav>
                                        <p:tav tm="100000">
                                          <p:val>
                                            <p:strVal val="#ppt_x"/>
                                          </p:val>
                                        </p:tav>
                                      </p:tavLst>
                                    </p:anim>
                                    <p:anim calcmode="lin" valueType="num">
                                      <p:cBhvr additive="base">
                                        <p:cTn id="56" dur="500" fill="hold"/>
                                        <p:tgtEl>
                                          <p:spTgt spid="129180"/>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129181"/>
                                        </p:tgtEl>
                                        <p:attrNameLst>
                                          <p:attrName>style.visibility</p:attrName>
                                        </p:attrNameLst>
                                      </p:cBhvr>
                                      <p:to>
                                        <p:strVal val="visible"/>
                                      </p:to>
                                    </p:set>
                                    <p:anim calcmode="lin" valueType="num">
                                      <p:cBhvr additive="base">
                                        <p:cTn id="59" dur="500" fill="hold"/>
                                        <p:tgtEl>
                                          <p:spTgt spid="129181"/>
                                        </p:tgtEl>
                                        <p:attrNameLst>
                                          <p:attrName>ppt_x</p:attrName>
                                        </p:attrNameLst>
                                      </p:cBhvr>
                                      <p:tavLst>
                                        <p:tav tm="0">
                                          <p:val>
                                            <p:strVal val="#ppt_x"/>
                                          </p:val>
                                        </p:tav>
                                        <p:tav tm="100000">
                                          <p:val>
                                            <p:strVal val="#ppt_x"/>
                                          </p:val>
                                        </p:tav>
                                      </p:tavLst>
                                    </p:anim>
                                    <p:anim calcmode="lin" valueType="num">
                                      <p:cBhvr additive="base">
                                        <p:cTn id="60" dur="500" fill="hold"/>
                                        <p:tgtEl>
                                          <p:spTgt spid="129181"/>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129182"/>
                                        </p:tgtEl>
                                        <p:attrNameLst>
                                          <p:attrName>style.visibility</p:attrName>
                                        </p:attrNameLst>
                                      </p:cBhvr>
                                      <p:to>
                                        <p:strVal val="visible"/>
                                      </p:to>
                                    </p:set>
                                    <p:anim calcmode="lin" valueType="num">
                                      <p:cBhvr additive="base">
                                        <p:cTn id="63" dur="500" fill="hold"/>
                                        <p:tgtEl>
                                          <p:spTgt spid="129182"/>
                                        </p:tgtEl>
                                        <p:attrNameLst>
                                          <p:attrName>ppt_x</p:attrName>
                                        </p:attrNameLst>
                                      </p:cBhvr>
                                      <p:tavLst>
                                        <p:tav tm="0">
                                          <p:val>
                                            <p:strVal val="#ppt_x"/>
                                          </p:val>
                                        </p:tav>
                                        <p:tav tm="100000">
                                          <p:val>
                                            <p:strVal val="#ppt_x"/>
                                          </p:val>
                                        </p:tav>
                                      </p:tavLst>
                                    </p:anim>
                                    <p:anim calcmode="lin" valueType="num">
                                      <p:cBhvr additive="base">
                                        <p:cTn id="64" dur="500" fill="hold"/>
                                        <p:tgtEl>
                                          <p:spTgt spid="129182"/>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129183"/>
                                        </p:tgtEl>
                                        <p:attrNameLst>
                                          <p:attrName>style.visibility</p:attrName>
                                        </p:attrNameLst>
                                      </p:cBhvr>
                                      <p:to>
                                        <p:strVal val="visible"/>
                                      </p:to>
                                    </p:set>
                                    <p:anim calcmode="lin" valueType="num">
                                      <p:cBhvr additive="base">
                                        <p:cTn id="67" dur="500" fill="hold"/>
                                        <p:tgtEl>
                                          <p:spTgt spid="129183"/>
                                        </p:tgtEl>
                                        <p:attrNameLst>
                                          <p:attrName>ppt_x</p:attrName>
                                        </p:attrNameLst>
                                      </p:cBhvr>
                                      <p:tavLst>
                                        <p:tav tm="0">
                                          <p:val>
                                            <p:strVal val="#ppt_x"/>
                                          </p:val>
                                        </p:tav>
                                        <p:tav tm="100000">
                                          <p:val>
                                            <p:strVal val="#ppt_x"/>
                                          </p:val>
                                        </p:tav>
                                      </p:tavLst>
                                    </p:anim>
                                    <p:anim calcmode="lin" valueType="num">
                                      <p:cBhvr additive="base">
                                        <p:cTn id="68" dur="500" fill="hold"/>
                                        <p:tgtEl>
                                          <p:spTgt spid="129183"/>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129184"/>
                                        </p:tgtEl>
                                        <p:attrNameLst>
                                          <p:attrName>style.visibility</p:attrName>
                                        </p:attrNameLst>
                                      </p:cBhvr>
                                      <p:to>
                                        <p:strVal val="visible"/>
                                      </p:to>
                                    </p:set>
                                    <p:anim calcmode="lin" valueType="num">
                                      <p:cBhvr additive="base">
                                        <p:cTn id="71" dur="500" fill="hold"/>
                                        <p:tgtEl>
                                          <p:spTgt spid="129184"/>
                                        </p:tgtEl>
                                        <p:attrNameLst>
                                          <p:attrName>ppt_x</p:attrName>
                                        </p:attrNameLst>
                                      </p:cBhvr>
                                      <p:tavLst>
                                        <p:tav tm="0">
                                          <p:val>
                                            <p:strVal val="#ppt_x"/>
                                          </p:val>
                                        </p:tav>
                                        <p:tav tm="100000">
                                          <p:val>
                                            <p:strVal val="#ppt_x"/>
                                          </p:val>
                                        </p:tav>
                                      </p:tavLst>
                                    </p:anim>
                                    <p:anim calcmode="lin" valueType="num">
                                      <p:cBhvr additive="base">
                                        <p:cTn id="72" dur="500" fill="hold"/>
                                        <p:tgtEl>
                                          <p:spTgt spid="129184"/>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129187"/>
                                        </p:tgtEl>
                                        <p:attrNameLst>
                                          <p:attrName>style.visibility</p:attrName>
                                        </p:attrNameLst>
                                      </p:cBhvr>
                                      <p:to>
                                        <p:strVal val="visible"/>
                                      </p:to>
                                    </p:set>
                                    <p:anim calcmode="lin" valueType="num">
                                      <p:cBhvr additive="base">
                                        <p:cTn id="75" dur="500" fill="hold"/>
                                        <p:tgtEl>
                                          <p:spTgt spid="129187"/>
                                        </p:tgtEl>
                                        <p:attrNameLst>
                                          <p:attrName>ppt_x</p:attrName>
                                        </p:attrNameLst>
                                      </p:cBhvr>
                                      <p:tavLst>
                                        <p:tav tm="0">
                                          <p:val>
                                            <p:strVal val="#ppt_x"/>
                                          </p:val>
                                        </p:tav>
                                        <p:tav tm="100000">
                                          <p:val>
                                            <p:strVal val="#ppt_x"/>
                                          </p:val>
                                        </p:tav>
                                      </p:tavLst>
                                    </p:anim>
                                    <p:anim calcmode="lin" valueType="num">
                                      <p:cBhvr additive="base">
                                        <p:cTn id="76" dur="500" fill="hold"/>
                                        <p:tgtEl>
                                          <p:spTgt spid="129187"/>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129188"/>
                                        </p:tgtEl>
                                        <p:attrNameLst>
                                          <p:attrName>style.visibility</p:attrName>
                                        </p:attrNameLst>
                                      </p:cBhvr>
                                      <p:to>
                                        <p:strVal val="visible"/>
                                      </p:to>
                                    </p:set>
                                    <p:anim calcmode="lin" valueType="num">
                                      <p:cBhvr additive="base">
                                        <p:cTn id="79" dur="500" fill="hold"/>
                                        <p:tgtEl>
                                          <p:spTgt spid="129188"/>
                                        </p:tgtEl>
                                        <p:attrNameLst>
                                          <p:attrName>ppt_x</p:attrName>
                                        </p:attrNameLst>
                                      </p:cBhvr>
                                      <p:tavLst>
                                        <p:tav tm="0">
                                          <p:val>
                                            <p:strVal val="#ppt_x"/>
                                          </p:val>
                                        </p:tav>
                                        <p:tav tm="100000">
                                          <p:val>
                                            <p:strVal val="#ppt_x"/>
                                          </p:val>
                                        </p:tav>
                                      </p:tavLst>
                                    </p:anim>
                                    <p:anim calcmode="lin" valueType="num">
                                      <p:cBhvr additive="base">
                                        <p:cTn id="80" dur="500" fill="hold"/>
                                        <p:tgtEl>
                                          <p:spTgt spid="129188"/>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129191"/>
                                        </p:tgtEl>
                                        <p:attrNameLst>
                                          <p:attrName>style.visibility</p:attrName>
                                        </p:attrNameLst>
                                      </p:cBhvr>
                                      <p:to>
                                        <p:strVal val="visible"/>
                                      </p:to>
                                    </p:set>
                                    <p:anim calcmode="lin" valueType="num">
                                      <p:cBhvr additive="base">
                                        <p:cTn id="83" dur="500" fill="hold"/>
                                        <p:tgtEl>
                                          <p:spTgt spid="129191"/>
                                        </p:tgtEl>
                                        <p:attrNameLst>
                                          <p:attrName>ppt_x</p:attrName>
                                        </p:attrNameLst>
                                      </p:cBhvr>
                                      <p:tavLst>
                                        <p:tav tm="0">
                                          <p:val>
                                            <p:strVal val="#ppt_x"/>
                                          </p:val>
                                        </p:tav>
                                        <p:tav tm="100000">
                                          <p:val>
                                            <p:strVal val="#ppt_x"/>
                                          </p:val>
                                        </p:tav>
                                      </p:tavLst>
                                    </p:anim>
                                    <p:anim calcmode="lin" valueType="num">
                                      <p:cBhvr additive="base">
                                        <p:cTn id="84" dur="500" fill="hold"/>
                                        <p:tgtEl>
                                          <p:spTgt spid="129191"/>
                                        </p:tgtEl>
                                        <p:attrNameLst>
                                          <p:attrName>ppt_y</p:attrName>
                                        </p:attrNameLst>
                                      </p:cBhvr>
                                      <p:tavLst>
                                        <p:tav tm="0">
                                          <p:val>
                                            <p:strVal val="1+#ppt_h/2"/>
                                          </p:val>
                                        </p:tav>
                                        <p:tav tm="100000">
                                          <p:val>
                                            <p:strVal val="#ppt_y"/>
                                          </p:val>
                                        </p:tav>
                                      </p:tavLst>
                                    </p:anim>
                                  </p:childTnLst>
                                </p:cTn>
                              </p:par>
                              <p:par>
                                <p:cTn id="85" presetID="2" presetClass="entr" presetSubtype="4" fill="hold" nodeType="withEffect">
                                  <p:stCondLst>
                                    <p:cond delay="0"/>
                                  </p:stCondLst>
                                  <p:childTnLst>
                                    <p:set>
                                      <p:cBhvr>
                                        <p:cTn id="86" dur="1" fill="hold">
                                          <p:stCondLst>
                                            <p:cond delay="0"/>
                                          </p:stCondLst>
                                        </p:cTn>
                                        <p:tgtEl>
                                          <p:spTgt spid="129192"/>
                                        </p:tgtEl>
                                        <p:attrNameLst>
                                          <p:attrName>style.visibility</p:attrName>
                                        </p:attrNameLst>
                                      </p:cBhvr>
                                      <p:to>
                                        <p:strVal val="visible"/>
                                      </p:to>
                                    </p:set>
                                    <p:anim calcmode="lin" valueType="num">
                                      <p:cBhvr additive="base">
                                        <p:cTn id="87" dur="500" fill="hold"/>
                                        <p:tgtEl>
                                          <p:spTgt spid="129192"/>
                                        </p:tgtEl>
                                        <p:attrNameLst>
                                          <p:attrName>ppt_x</p:attrName>
                                        </p:attrNameLst>
                                      </p:cBhvr>
                                      <p:tavLst>
                                        <p:tav tm="0">
                                          <p:val>
                                            <p:strVal val="#ppt_x"/>
                                          </p:val>
                                        </p:tav>
                                        <p:tav tm="100000">
                                          <p:val>
                                            <p:strVal val="#ppt_x"/>
                                          </p:val>
                                        </p:tav>
                                      </p:tavLst>
                                    </p:anim>
                                    <p:anim calcmode="lin" valueType="num">
                                      <p:cBhvr additive="base">
                                        <p:cTn id="88" dur="500" fill="hold"/>
                                        <p:tgtEl>
                                          <p:spTgt spid="129192"/>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129193"/>
                                        </p:tgtEl>
                                        <p:attrNameLst>
                                          <p:attrName>style.visibility</p:attrName>
                                        </p:attrNameLst>
                                      </p:cBhvr>
                                      <p:to>
                                        <p:strVal val="visible"/>
                                      </p:to>
                                    </p:set>
                                    <p:anim calcmode="lin" valueType="num">
                                      <p:cBhvr additive="base">
                                        <p:cTn id="91" dur="500" fill="hold"/>
                                        <p:tgtEl>
                                          <p:spTgt spid="129193"/>
                                        </p:tgtEl>
                                        <p:attrNameLst>
                                          <p:attrName>ppt_x</p:attrName>
                                        </p:attrNameLst>
                                      </p:cBhvr>
                                      <p:tavLst>
                                        <p:tav tm="0">
                                          <p:val>
                                            <p:strVal val="#ppt_x"/>
                                          </p:val>
                                        </p:tav>
                                        <p:tav tm="100000">
                                          <p:val>
                                            <p:strVal val="#ppt_x"/>
                                          </p:val>
                                        </p:tav>
                                      </p:tavLst>
                                    </p:anim>
                                    <p:anim calcmode="lin" valueType="num">
                                      <p:cBhvr additive="base">
                                        <p:cTn id="92" dur="500" fill="hold"/>
                                        <p:tgtEl>
                                          <p:spTgt spid="129193"/>
                                        </p:tgtEl>
                                        <p:attrNameLst>
                                          <p:attrName>ppt_y</p:attrName>
                                        </p:attrNameLst>
                                      </p:cBhvr>
                                      <p:tavLst>
                                        <p:tav tm="0">
                                          <p:val>
                                            <p:strVal val="1+#ppt_h/2"/>
                                          </p:val>
                                        </p:tav>
                                        <p:tav tm="100000">
                                          <p:val>
                                            <p:strVal val="#ppt_y"/>
                                          </p:val>
                                        </p:tav>
                                      </p:tavLst>
                                    </p:anim>
                                  </p:childTnLst>
                                </p:cTn>
                              </p:par>
                            </p:childTnLst>
                          </p:cTn>
                        </p:par>
                      </p:childTnLst>
                    </p:cTn>
                  </p:par>
                  <p:par>
                    <p:cTn id="93" fill="hold" nodeType="clickPar">
                      <p:stCondLst>
                        <p:cond delay="indefinite"/>
                      </p:stCondLst>
                      <p:childTnLst>
                        <p:par>
                          <p:cTn id="94" fill="hold" nodeType="withGroup">
                            <p:stCondLst>
                              <p:cond delay="0"/>
                            </p:stCondLst>
                            <p:childTnLst>
                              <p:par>
                                <p:cTn id="95" presetID="2" presetClass="entr" presetSubtype="4" fill="hold" nodeType="clickEffect">
                                  <p:stCondLst>
                                    <p:cond delay="0"/>
                                  </p:stCondLst>
                                  <p:childTnLst>
                                    <p:set>
                                      <p:cBhvr>
                                        <p:cTn id="96" dur="1" fill="hold">
                                          <p:stCondLst>
                                            <p:cond delay="0"/>
                                          </p:stCondLst>
                                        </p:cTn>
                                        <p:tgtEl>
                                          <p:spTgt spid="129190"/>
                                        </p:tgtEl>
                                        <p:attrNameLst>
                                          <p:attrName>style.visibility</p:attrName>
                                        </p:attrNameLst>
                                      </p:cBhvr>
                                      <p:to>
                                        <p:strVal val="visible"/>
                                      </p:to>
                                    </p:set>
                                    <p:anim calcmode="lin" valueType="num">
                                      <p:cBhvr additive="base">
                                        <p:cTn id="97" dur="500" fill="hold"/>
                                        <p:tgtEl>
                                          <p:spTgt spid="129190"/>
                                        </p:tgtEl>
                                        <p:attrNameLst>
                                          <p:attrName>ppt_x</p:attrName>
                                        </p:attrNameLst>
                                      </p:cBhvr>
                                      <p:tavLst>
                                        <p:tav tm="0">
                                          <p:val>
                                            <p:strVal val="#ppt_x"/>
                                          </p:val>
                                        </p:tav>
                                        <p:tav tm="100000">
                                          <p:val>
                                            <p:strVal val="#ppt_x"/>
                                          </p:val>
                                        </p:tav>
                                      </p:tavLst>
                                    </p:anim>
                                    <p:anim calcmode="lin" valueType="num">
                                      <p:cBhvr additive="base">
                                        <p:cTn id="98" dur="500" fill="hold"/>
                                        <p:tgtEl>
                                          <p:spTgt spid="129190"/>
                                        </p:tgtEl>
                                        <p:attrNameLst>
                                          <p:attrName>ppt_y</p:attrName>
                                        </p:attrNameLst>
                                      </p:cBhvr>
                                      <p:tavLst>
                                        <p:tav tm="0">
                                          <p:val>
                                            <p:strVal val="1+#ppt_h/2"/>
                                          </p:val>
                                        </p:tav>
                                        <p:tav tm="100000">
                                          <p:val>
                                            <p:strVal val="#ppt_y"/>
                                          </p:val>
                                        </p:tav>
                                      </p:tavLst>
                                    </p:anim>
                                  </p:childTnLst>
                                </p:cTn>
                              </p:par>
                            </p:childTnLst>
                          </p:cTn>
                        </p:par>
                      </p:childTnLst>
                    </p:cTn>
                  </p:par>
                  <p:par>
                    <p:cTn id="99" fill="hold" nodeType="clickPar">
                      <p:stCondLst>
                        <p:cond delay="indefinite"/>
                      </p:stCondLst>
                      <p:childTnLst>
                        <p:par>
                          <p:cTn id="100" fill="hold" nodeType="withGroup">
                            <p:stCondLst>
                              <p:cond delay="0"/>
                            </p:stCondLst>
                            <p:childTnLst>
                              <p:par>
                                <p:cTn id="101" presetID="2" presetClass="entr" presetSubtype="4" fill="hold" nodeType="clickEffect">
                                  <p:stCondLst>
                                    <p:cond delay="0"/>
                                  </p:stCondLst>
                                  <p:childTnLst>
                                    <p:set>
                                      <p:cBhvr>
                                        <p:cTn id="102" dur="1" fill="hold">
                                          <p:stCondLst>
                                            <p:cond delay="0"/>
                                          </p:stCondLst>
                                        </p:cTn>
                                        <p:tgtEl>
                                          <p:spTgt spid="129189"/>
                                        </p:tgtEl>
                                        <p:attrNameLst>
                                          <p:attrName>style.visibility</p:attrName>
                                        </p:attrNameLst>
                                      </p:cBhvr>
                                      <p:to>
                                        <p:strVal val="visible"/>
                                      </p:to>
                                    </p:set>
                                    <p:anim calcmode="lin" valueType="num">
                                      <p:cBhvr additive="base">
                                        <p:cTn id="103" dur="500" fill="hold"/>
                                        <p:tgtEl>
                                          <p:spTgt spid="129189"/>
                                        </p:tgtEl>
                                        <p:attrNameLst>
                                          <p:attrName>ppt_x</p:attrName>
                                        </p:attrNameLst>
                                      </p:cBhvr>
                                      <p:tavLst>
                                        <p:tav tm="0">
                                          <p:val>
                                            <p:strVal val="#ppt_x"/>
                                          </p:val>
                                        </p:tav>
                                        <p:tav tm="100000">
                                          <p:val>
                                            <p:strVal val="#ppt_x"/>
                                          </p:val>
                                        </p:tav>
                                      </p:tavLst>
                                    </p:anim>
                                    <p:anim calcmode="lin" valueType="num">
                                      <p:cBhvr additive="base">
                                        <p:cTn id="104" dur="500" fill="hold"/>
                                        <p:tgtEl>
                                          <p:spTgt spid="12918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165" grpId="0" animBg="1"/>
      <p:bldP spid="129166" grpId="0" animBg="1"/>
      <p:bldP spid="129167" grpId="0" animBg="1"/>
      <p:bldP spid="129168" grpId="0" animBg="1"/>
      <p:bldP spid="129169" grpId="0" animBg="1"/>
      <p:bldP spid="129170" grpId="0" animBg="1"/>
      <p:bldP spid="129176" grpId="0" animBg="1"/>
      <p:bldP spid="129177" grpId="0" animBg="1"/>
      <p:bldP spid="129178" grpId="0" animBg="1"/>
      <p:bldP spid="129179" grpId="0" animBg="1"/>
      <p:bldP spid="129184" grpId="0"/>
      <p:bldP spid="129187" grpId="0" animBg="1"/>
      <p:bldP spid="129188" grpId="0" animBg="1"/>
      <p:bldP spid="129191" grpId="0"/>
      <p:bldP spid="12919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a:extLst>
              <a:ext uri="{FF2B5EF4-FFF2-40B4-BE49-F238E27FC236}">
                <a16:creationId xmlns:a16="http://schemas.microsoft.com/office/drawing/2014/main" id="{CAED8D4A-A31E-447D-868D-9D564136BDBD}"/>
              </a:ext>
            </a:extLst>
          </p:cNvPr>
          <p:cNvSpPr>
            <a:spLocks noGrp="1" noChangeArrowheads="1"/>
          </p:cNvSpPr>
          <p:nvPr>
            <p:ph type="title"/>
          </p:nvPr>
        </p:nvSpPr>
        <p:spPr/>
        <p:txBody>
          <a:bodyPr/>
          <a:lstStyle/>
          <a:p>
            <a:r>
              <a:rPr lang="en-US" altLang="en-US"/>
              <a:t>)</a:t>
            </a:r>
          </a:p>
        </p:txBody>
      </p:sp>
      <p:sp>
        <p:nvSpPr>
          <p:cNvPr id="47107" name="Rectangle 2">
            <a:extLst>
              <a:ext uri="{FF2B5EF4-FFF2-40B4-BE49-F238E27FC236}">
                <a16:creationId xmlns:a16="http://schemas.microsoft.com/office/drawing/2014/main" id="{73FB80E7-54A7-4CE9-B739-77B10AA6C62A}"/>
              </a:ext>
            </a:extLst>
          </p:cNvPr>
          <p:cNvSpPr>
            <a:spLocks noGrp="1" noChangeArrowheads="1"/>
          </p:cNvSpPr>
          <p:nvPr>
            <p:ph idx="1"/>
          </p:nvPr>
        </p:nvSpPr>
        <p:spPr>
          <a:xfrm>
            <a:off x="1978025" y="1230929"/>
            <a:ext cx="8534388" cy="486287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rtlCol="0" anchor="ctr">
            <a:spAutoFit/>
          </a:bodyPr>
          <a:lstStyle/>
          <a:p>
            <a:pPr marL="0" indent="0">
              <a:spcBef>
                <a:spcPct val="0"/>
              </a:spcBef>
              <a:buNone/>
            </a:pPr>
            <a:r>
              <a:rPr lang="en-US" altLang="en-US" b="1" dirty="0">
                <a:solidFill>
                  <a:srgbClr val="006699"/>
                </a:solidFill>
                <a:latin typeface="Consolas" panose="020B0609020204030204" pitchFamily="49" charset="0"/>
                <a:cs typeface="Arial" panose="020B0604020202020204" pitchFamily="34" charset="0"/>
              </a:rPr>
              <a:t>void</a:t>
            </a:r>
            <a:r>
              <a:rPr lang="en-US" altLang="en-US" sz="3600" dirty="0">
                <a:solidFill>
                  <a:srgbClr val="222222"/>
                </a:solidFill>
                <a:latin typeface="Consolas" panose="020B0609020204030204" pitchFamily="49" charset="0"/>
                <a:cs typeface="Arial" panose="020B0604020202020204" pitchFamily="34" charset="0"/>
              </a:rPr>
              <a:t> </a:t>
            </a:r>
            <a:r>
              <a:rPr lang="en-US" altLang="en-US" dirty="0" err="1">
                <a:solidFill>
                  <a:srgbClr val="000000"/>
                </a:solidFill>
                <a:latin typeface="Consolas" panose="020B0609020204030204" pitchFamily="49" charset="0"/>
                <a:cs typeface="Arial" panose="020B0604020202020204" pitchFamily="34" charset="0"/>
              </a:rPr>
              <a:t>AddAfter</a:t>
            </a:r>
            <a:r>
              <a:rPr lang="en-US" altLang="en-US" dirty="0">
                <a:solidFill>
                  <a:srgbClr val="000000"/>
                </a:solidFill>
                <a:latin typeface="Consolas" panose="020B0609020204030204" pitchFamily="49" charset="0"/>
                <a:cs typeface="Arial" panose="020B0604020202020204" pitchFamily="34" charset="0"/>
              </a:rPr>
              <a:t>(List </a:t>
            </a:r>
            <a:r>
              <a:rPr lang="en-US" altLang="en-US" dirty="0" smtClean="0">
                <a:solidFill>
                  <a:srgbClr val="000000"/>
                </a:solidFill>
                <a:latin typeface="Consolas" panose="020B0609020204030204" pitchFamily="49" charset="0"/>
                <a:cs typeface="Arial" panose="020B0604020202020204" pitchFamily="34" charset="0"/>
              </a:rPr>
              <a:t>*l, </a:t>
            </a:r>
            <a:r>
              <a:rPr lang="en-US" altLang="en-US" dirty="0">
                <a:solidFill>
                  <a:srgbClr val="000000"/>
                </a:solidFill>
                <a:latin typeface="Consolas" panose="020B0609020204030204" pitchFamily="49" charset="0"/>
                <a:cs typeface="Arial" panose="020B0604020202020204" pitchFamily="34" charset="0"/>
              </a:rPr>
              <a:t>Node *p, Node *q)</a:t>
            </a:r>
            <a:endParaRPr lang="en-US" altLang="en-US" sz="2000" dirty="0">
              <a:cs typeface="Arial" panose="020B0604020202020204" pitchFamily="34" charset="0"/>
            </a:endParaRPr>
          </a:p>
          <a:p>
            <a:pPr marL="0" indent="0">
              <a:spcBef>
                <a:spcPct val="0"/>
              </a:spcBef>
              <a:buNone/>
            </a:pPr>
            <a:r>
              <a:rPr lang="en-US" altLang="en-US" dirty="0">
                <a:solidFill>
                  <a:srgbClr val="000000"/>
                </a:solidFill>
                <a:latin typeface="Consolas" panose="020B0609020204030204" pitchFamily="49" charset="0"/>
                <a:cs typeface="Arial" panose="020B0604020202020204" pitchFamily="34" charset="0"/>
              </a:rPr>
              <a:t>{</a:t>
            </a:r>
            <a:endParaRPr lang="en-US" altLang="en-US" sz="2000" dirty="0">
              <a:cs typeface="Arial" panose="020B0604020202020204" pitchFamily="34" charset="0"/>
            </a:endParaRPr>
          </a:p>
          <a:p>
            <a:pPr marL="0" indent="0">
              <a:spcBef>
                <a:spcPct val="0"/>
              </a:spcBef>
              <a:buNone/>
            </a:pPr>
            <a:r>
              <a:rPr lang="en-US" altLang="en-US" dirty="0">
                <a:solidFill>
                  <a:srgbClr val="0000FF"/>
                </a:solidFill>
                <a:cs typeface="Arial" panose="020B0604020202020204" pitchFamily="34" charset="0"/>
              </a:rPr>
              <a:t>	for(Node *</a:t>
            </a:r>
            <a:r>
              <a:rPr lang="en-US" altLang="en-US" dirty="0" smtClean="0">
                <a:solidFill>
                  <a:srgbClr val="0000FF"/>
                </a:solidFill>
                <a:cs typeface="Arial" panose="020B0604020202020204" pitchFamily="34" charset="0"/>
              </a:rPr>
              <a:t>k=l-&gt;</a:t>
            </a:r>
            <a:r>
              <a:rPr lang="en-US" altLang="en-US" dirty="0" err="1" smtClean="0">
                <a:solidFill>
                  <a:srgbClr val="0000FF"/>
                </a:solidFill>
                <a:cs typeface="Arial" panose="020B0604020202020204" pitchFamily="34" charset="0"/>
              </a:rPr>
              <a:t>head;k</a:t>
            </a:r>
            <a:r>
              <a:rPr lang="en-US" altLang="en-US" dirty="0">
                <a:solidFill>
                  <a:srgbClr val="0000FF"/>
                </a:solidFill>
                <a:cs typeface="Arial" panose="020B0604020202020204" pitchFamily="34" charset="0"/>
              </a:rPr>
              <a:t>!=</a:t>
            </a:r>
            <a:r>
              <a:rPr lang="en-US" altLang="en-US" dirty="0" err="1">
                <a:solidFill>
                  <a:srgbClr val="0000FF"/>
                </a:solidFill>
                <a:cs typeface="Arial" panose="020B0604020202020204" pitchFamily="34" charset="0"/>
              </a:rPr>
              <a:t>null,k</a:t>
            </a:r>
            <a:r>
              <a:rPr lang="en-US" altLang="en-US" dirty="0">
                <a:solidFill>
                  <a:srgbClr val="0000FF"/>
                </a:solidFill>
                <a:cs typeface="Arial" panose="020B0604020202020204" pitchFamily="34" charset="0"/>
              </a:rPr>
              <a:t>=k-&gt;next)</a:t>
            </a:r>
          </a:p>
          <a:p>
            <a:pPr marL="0" indent="0">
              <a:spcBef>
                <a:spcPct val="0"/>
              </a:spcBef>
              <a:buNone/>
            </a:pPr>
            <a:r>
              <a:rPr lang="en-US" altLang="en-US" dirty="0">
                <a:solidFill>
                  <a:srgbClr val="0000FF"/>
                </a:solidFill>
                <a:cs typeface="Arial" panose="020B0604020202020204" pitchFamily="34" charset="0"/>
              </a:rPr>
              <a:t>	if </a:t>
            </a:r>
            <a:r>
              <a:rPr lang="en-US" altLang="en-US" dirty="0" smtClean="0">
                <a:solidFill>
                  <a:srgbClr val="0000FF"/>
                </a:solidFill>
                <a:cs typeface="Arial" panose="020B0604020202020204" pitchFamily="34" charset="0"/>
              </a:rPr>
              <a:t>(k-&gt;data==q-&gt;data)//</a:t>
            </a:r>
            <a:r>
              <a:rPr lang="en-US" altLang="en-US" dirty="0" err="1" smtClean="0">
                <a:solidFill>
                  <a:srgbClr val="0000FF"/>
                </a:solidFill>
                <a:cs typeface="Arial" panose="020B0604020202020204" pitchFamily="34" charset="0"/>
              </a:rPr>
              <a:t>tìm</a:t>
            </a:r>
            <a:r>
              <a:rPr lang="en-US" altLang="en-US" dirty="0" smtClean="0">
                <a:solidFill>
                  <a:srgbClr val="0000FF"/>
                </a:solidFill>
                <a:cs typeface="Arial" panose="020B0604020202020204" pitchFamily="34" charset="0"/>
              </a:rPr>
              <a:t> </a:t>
            </a:r>
            <a:r>
              <a:rPr lang="en-US" altLang="en-US" dirty="0" err="1" smtClean="0">
                <a:solidFill>
                  <a:srgbClr val="0000FF"/>
                </a:solidFill>
                <a:cs typeface="Arial" panose="020B0604020202020204" pitchFamily="34" charset="0"/>
              </a:rPr>
              <a:t>thấy</a:t>
            </a:r>
            <a:r>
              <a:rPr lang="en-US" altLang="en-US" dirty="0" smtClean="0">
                <a:solidFill>
                  <a:srgbClr val="0000FF"/>
                </a:solidFill>
                <a:cs typeface="Arial" panose="020B0604020202020204" pitchFamily="34" charset="0"/>
              </a:rPr>
              <a:t> q</a:t>
            </a:r>
            <a:endParaRPr lang="en-US" altLang="en-US" dirty="0">
              <a:solidFill>
                <a:srgbClr val="0000FF"/>
              </a:solidFill>
              <a:cs typeface="Arial" panose="020B0604020202020204" pitchFamily="34" charset="0"/>
            </a:endParaRPr>
          </a:p>
          <a:p>
            <a:pPr marL="0" indent="0">
              <a:spcBef>
                <a:spcPct val="0"/>
              </a:spcBef>
              <a:buNone/>
            </a:pPr>
            <a:r>
              <a:rPr lang="en-US" altLang="en-US" dirty="0">
                <a:solidFill>
                  <a:srgbClr val="0000FF"/>
                </a:solidFill>
                <a:cs typeface="Arial" panose="020B0604020202020204" pitchFamily="34" charset="0"/>
              </a:rPr>
              <a:t>	{</a:t>
            </a:r>
          </a:p>
          <a:p>
            <a:pPr marL="0" indent="0">
              <a:spcBef>
                <a:spcPct val="0"/>
              </a:spcBef>
              <a:buNone/>
            </a:pPr>
            <a:r>
              <a:rPr lang="en-US" altLang="en-US" dirty="0">
                <a:solidFill>
                  <a:srgbClr val="0000FF"/>
                </a:solidFill>
                <a:cs typeface="Arial" panose="020B0604020202020204" pitchFamily="34" charset="0"/>
              </a:rPr>
              <a:t>	Node *g=k-&gt;next;</a:t>
            </a:r>
          </a:p>
          <a:p>
            <a:pPr marL="0" indent="0">
              <a:spcBef>
                <a:spcPct val="0"/>
              </a:spcBef>
              <a:buNone/>
            </a:pPr>
            <a:r>
              <a:rPr lang="en-US" altLang="en-US" dirty="0">
                <a:solidFill>
                  <a:srgbClr val="0000FF"/>
                </a:solidFill>
                <a:cs typeface="Arial" panose="020B0604020202020204" pitchFamily="34" charset="0"/>
              </a:rPr>
              <a:t>	k-&gt;next=p;</a:t>
            </a:r>
          </a:p>
          <a:p>
            <a:pPr marL="0" indent="0">
              <a:spcBef>
                <a:spcPct val="0"/>
              </a:spcBef>
              <a:buNone/>
            </a:pPr>
            <a:r>
              <a:rPr lang="en-US" altLang="en-US" dirty="0">
                <a:solidFill>
                  <a:srgbClr val="0000FF"/>
                </a:solidFill>
                <a:cs typeface="Arial" panose="020B0604020202020204" pitchFamily="34" charset="0"/>
              </a:rPr>
              <a:t>	p-&gt;next=g;</a:t>
            </a:r>
          </a:p>
          <a:p>
            <a:pPr marL="0" indent="0">
              <a:spcBef>
                <a:spcPct val="0"/>
              </a:spcBef>
              <a:buNone/>
            </a:pPr>
            <a:r>
              <a:rPr lang="en-US" altLang="en-US" dirty="0">
                <a:solidFill>
                  <a:srgbClr val="0000FF"/>
                </a:solidFill>
                <a:cs typeface="Arial" panose="020B0604020202020204" pitchFamily="34" charset="0"/>
              </a:rPr>
              <a:t>	return ;// </a:t>
            </a:r>
            <a:r>
              <a:rPr lang="en-US" altLang="en-US" dirty="0" err="1">
                <a:solidFill>
                  <a:srgbClr val="0000FF"/>
                </a:solidFill>
                <a:cs typeface="Arial" panose="020B0604020202020204" pitchFamily="34" charset="0"/>
              </a:rPr>
              <a:t>kết</a:t>
            </a:r>
            <a:r>
              <a:rPr lang="en-US" altLang="en-US" dirty="0">
                <a:solidFill>
                  <a:srgbClr val="0000FF"/>
                </a:solidFill>
                <a:cs typeface="Arial" panose="020B0604020202020204" pitchFamily="34" charset="0"/>
              </a:rPr>
              <a:t> </a:t>
            </a:r>
            <a:r>
              <a:rPr lang="en-US" altLang="en-US" dirty="0" err="1">
                <a:solidFill>
                  <a:srgbClr val="0000FF"/>
                </a:solidFill>
                <a:cs typeface="Arial" panose="020B0604020202020204" pitchFamily="34" charset="0"/>
              </a:rPr>
              <a:t>thúc</a:t>
            </a:r>
            <a:r>
              <a:rPr lang="en-US" altLang="en-US" dirty="0">
                <a:solidFill>
                  <a:srgbClr val="0000FF"/>
                </a:solidFill>
                <a:cs typeface="Arial" panose="020B0604020202020204" pitchFamily="34" charset="0"/>
              </a:rPr>
              <a:t> </a:t>
            </a:r>
          </a:p>
          <a:p>
            <a:pPr marL="0" indent="0">
              <a:spcBef>
                <a:spcPct val="0"/>
              </a:spcBef>
              <a:buNone/>
            </a:pPr>
            <a:r>
              <a:rPr lang="en-US" altLang="en-US" dirty="0">
                <a:solidFill>
                  <a:srgbClr val="0000FF"/>
                </a:solidFill>
                <a:cs typeface="Arial" panose="020B0604020202020204" pitchFamily="34" charset="0"/>
              </a:rPr>
              <a:t>	} </a:t>
            </a:r>
          </a:p>
          <a:p>
            <a:pPr marL="0" indent="0">
              <a:spcBef>
                <a:spcPct val="0"/>
              </a:spcBef>
              <a:buNone/>
            </a:pPr>
            <a:r>
              <a:rPr lang="en-US" altLang="en-US" dirty="0">
                <a:solidFill>
                  <a:srgbClr val="0000FF"/>
                </a:solidFill>
                <a:cs typeface="Arial" panose="020B0604020202020204" pitchFamily="34" charset="0"/>
              </a:rPr>
              <a:t>      </a:t>
            </a:r>
            <a:r>
              <a:rPr lang="en-US" altLang="en-US" dirty="0">
                <a:solidFill>
                  <a:srgbClr val="000000"/>
                </a:solidFill>
                <a:latin typeface="Consolas" panose="020B0609020204030204" pitchFamily="49" charset="0"/>
                <a:cs typeface="Arial" panose="020B0604020202020204" pitchFamily="34" charset="0"/>
              </a:rPr>
              <a:t>}</a:t>
            </a:r>
            <a:endParaRPr lang="en-US" altLang="en-US" sz="5400" dirty="0">
              <a:cs typeface="Arial" panose="020B0604020202020204" pitchFamily="34"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F9A1A5D2-BBCE-4D3B-A80D-5442025B0AA5}"/>
              </a:ext>
            </a:extLst>
          </p:cNvPr>
          <p:cNvSpPr>
            <a:spLocks noGrp="1" noChangeArrowheads="1"/>
          </p:cNvSpPr>
          <p:nvPr>
            <p:ph type="title"/>
          </p:nvPr>
        </p:nvSpPr>
        <p:spPr/>
        <p:txBody>
          <a:bodyPr/>
          <a:lstStyle/>
          <a:p>
            <a:pPr eaLnBrk="1" hangingPunct="1"/>
            <a:r>
              <a:rPr lang="en-US" altLang="en-US" sz="3400"/>
              <a:t>Xóa một node khỏi danh sách</a:t>
            </a:r>
          </a:p>
        </p:txBody>
      </p:sp>
      <p:sp>
        <p:nvSpPr>
          <p:cNvPr id="81923" name="Rectangle 3">
            <a:extLst>
              <a:ext uri="{FF2B5EF4-FFF2-40B4-BE49-F238E27FC236}">
                <a16:creationId xmlns:a16="http://schemas.microsoft.com/office/drawing/2014/main" id="{7093FAF2-8F7C-4158-BE1C-EABBD4749C59}"/>
              </a:ext>
            </a:extLst>
          </p:cNvPr>
          <p:cNvSpPr>
            <a:spLocks noGrp="1" noChangeArrowheads="1"/>
          </p:cNvSpPr>
          <p:nvPr>
            <p:ph idx="1"/>
          </p:nvPr>
        </p:nvSpPr>
        <p:spPr/>
        <p:txBody>
          <a:bodyPr/>
          <a:lstStyle/>
          <a:p>
            <a:pPr eaLnBrk="1" hangingPunct="1">
              <a:defRPr/>
            </a:pPr>
            <a:r>
              <a:rPr lang="en-US"/>
              <a:t>Xóa một nút khỏi danh sách</a:t>
            </a:r>
          </a:p>
          <a:p>
            <a:pPr lvl="1" eaLnBrk="1" hangingPunct="1">
              <a:defRPr/>
            </a:pPr>
            <a:r>
              <a:rPr lang="en-US">
                <a:effectLst>
                  <a:outerShdw blurRad="38100" dist="38100" dir="2700000" algn="tl">
                    <a:srgbClr val="C0C0C0"/>
                  </a:outerShdw>
                </a:effectLst>
              </a:rPr>
              <a:t>Xóa nút đầu danh sách </a:t>
            </a:r>
          </a:p>
          <a:p>
            <a:pPr lvl="1" eaLnBrk="1" hangingPunct="1">
              <a:defRPr/>
            </a:pPr>
            <a:r>
              <a:rPr lang="en-US">
                <a:effectLst>
                  <a:outerShdw blurRad="38100" dist="38100" dir="2700000" algn="tl">
                    <a:srgbClr val="C0C0C0"/>
                  </a:outerShdw>
                </a:effectLst>
              </a:rPr>
              <a:t>Xóa một nút đứng sau nút q </a:t>
            </a:r>
          </a:p>
          <a:p>
            <a:pPr lvl="1" eaLnBrk="1" hangingPunct="1">
              <a:defRPr/>
            </a:pPr>
            <a:r>
              <a:rPr lang="en-US">
                <a:effectLst>
                  <a:outerShdw blurRad="38100" dist="38100" dir="2700000" algn="tl">
                    <a:srgbClr val="C0C0C0"/>
                  </a:outerShdw>
                </a:effectLst>
              </a:rPr>
              <a:t>Xóa một nút có khóa k </a:t>
            </a:r>
          </a:p>
          <a:p>
            <a:pPr eaLnBrk="1" hangingPunct="1">
              <a:defRPr/>
            </a:pPr>
            <a:endParaRPr 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1AFBE675-D882-4EE7-9F18-FFBB206BCB6E}"/>
              </a:ext>
            </a:extLst>
          </p:cNvPr>
          <p:cNvSpPr>
            <a:spLocks noGrp="1" noChangeArrowheads="1"/>
          </p:cNvSpPr>
          <p:nvPr>
            <p:ph type="title"/>
          </p:nvPr>
        </p:nvSpPr>
        <p:spPr/>
        <p:txBody>
          <a:bodyPr/>
          <a:lstStyle/>
          <a:p>
            <a:pPr eaLnBrk="1" hangingPunct="1"/>
            <a:r>
              <a:rPr lang="en-US" altLang="en-US" sz="3400"/>
              <a:t>Xóa đầu danh sách</a:t>
            </a:r>
          </a:p>
        </p:txBody>
      </p:sp>
      <p:sp>
        <p:nvSpPr>
          <p:cNvPr id="232451" name="Rectangle 3">
            <a:extLst>
              <a:ext uri="{FF2B5EF4-FFF2-40B4-BE49-F238E27FC236}">
                <a16:creationId xmlns:a16="http://schemas.microsoft.com/office/drawing/2014/main" id="{EE04B071-92A6-44F5-AD48-2548CEB6DBC5}"/>
              </a:ext>
            </a:extLst>
          </p:cNvPr>
          <p:cNvSpPr>
            <a:spLocks noGrp="1" noChangeArrowheads="1"/>
          </p:cNvSpPr>
          <p:nvPr>
            <p:ph idx="1"/>
          </p:nvPr>
        </p:nvSpPr>
        <p:spPr/>
        <p:txBody>
          <a:bodyPr/>
          <a:lstStyle/>
          <a:p>
            <a:pPr eaLnBrk="1" hangingPunct="1">
              <a:defRPr/>
            </a:pPr>
            <a:r>
              <a:rPr lang="en-US" dirty="0" err="1">
                <a:effectLst>
                  <a:outerShdw blurRad="38100" dist="38100" dir="2700000" algn="tl">
                    <a:srgbClr val="C0C0C0"/>
                  </a:outerShdw>
                </a:effectLst>
              </a:rPr>
              <a:t>Khai</a:t>
            </a:r>
            <a:r>
              <a:rPr lang="en-US" dirty="0">
                <a:effectLst>
                  <a:outerShdw blurRad="38100" dist="38100" dir="2700000" algn="tl">
                    <a:srgbClr val="C0C0C0"/>
                  </a:outerShdw>
                </a:effectLst>
              </a:rPr>
              <a:t> </a:t>
            </a:r>
            <a:r>
              <a:rPr lang="en-US" dirty="0" err="1">
                <a:effectLst>
                  <a:outerShdw blurRad="38100" dist="38100" dir="2700000" algn="tl">
                    <a:srgbClr val="C0C0C0"/>
                  </a:outerShdw>
                </a:effectLst>
              </a:rPr>
              <a:t>báo</a:t>
            </a:r>
            <a:r>
              <a:rPr lang="en-US" dirty="0">
                <a:effectLst>
                  <a:outerShdw blurRad="38100" dist="38100" dir="2700000" algn="tl">
                    <a:srgbClr val="C0C0C0"/>
                  </a:outerShdw>
                </a:effectLst>
              </a:rPr>
              <a:t> </a:t>
            </a:r>
            <a:r>
              <a:rPr lang="en-US" dirty="0" err="1">
                <a:effectLst>
                  <a:outerShdw blurRad="38100" dist="38100" dir="2700000" algn="tl">
                    <a:srgbClr val="C0C0C0"/>
                  </a:outerShdw>
                </a:effectLst>
              </a:rPr>
              <a:t>một</a:t>
            </a:r>
            <a:r>
              <a:rPr lang="en-US" dirty="0">
                <a:effectLst>
                  <a:outerShdw blurRad="38100" dist="38100" dir="2700000" algn="tl">
                    <a:srgbClr val="C0C0C0"/>
                  </a:outerShdw>
                </a:effectLst>
              </a:rPr>
              <a:t> node p; </a:t>
            </a:r>
            <a:r>
              <a:rPr lang="en-US" dirty="0" err="1">
                <a:effectLst>
                  <a:outerShdw blurRad="38100" dist="38100" dir="2700000" algn="tl">
                    <a:srgbClr val="C0C0C0"/>
                  </a:outerShdw>
                </a:effectLst>
              </a:rPr>
              <a:t>cho</a:t>
            </a:r>
            <a:r>
              <a:rPr lang="en-US" dirty="0">
                <a:effectLst>
                  <a:outerShdw blurRad="38100" dist="38100" dir="2700000" algn="tl">
                    <a:srgbClr val="C0C0C0"/>
                  </a:outerShdw>
                </a:effectLst>
              </a:rPr>
              <a:t> p </a:t>
            </a:r>
            <a:r>
              <a:rPr lang="en-US" dirty="0" err="1">
                <a:effectLst>
                  <a:outerShdw blurRad="38100" dist="38100" dir="2700000" algn="tl">
                    <a:srgbClr val="C0C0C0"/>
                  </a:outerShdw>
                </a:effectLst>
              </a:rPr>
              <a:t>gán</a:t>
            </a:r>
            <a:r>
              <a:rPr lang="en-US" dirty="0">
                <a:effectLst>
                  <a:outerShdw blurRad="38100" dist="38100" dir="2700000" algn="tl">
                    <a:srgbClr val="C0C0C0"/>
                  </a:outerShdw>
                </a:effectLst>
              </a:rPr>
              <a:t> </a:t>
            </a:r>
            <a:r>
              <a:rPr lang="en-US" dirty="0" err="1">
                <a:effectLst>
                  <a:outerShdw blurRad="38100" dist="38100" dir="2700000" algn="tl">
                    <a:srgbClr val="C0C0C0"/>
                  </a:outerShdw>
                </a:effectLst>
              </a:rPr>
              <a:t>vào</a:t>
            </a:r>
            <a:r>
              <a:rPr lang="en-US" dirty="0">
                <a:effectLst>
                  <a:outerShdw blurRad="38100" dist="38100" dir="2700000" algn="tl">
                    <a:srgbClr val="C0C0C0"/>
                  </a:outerShdw>
                </a:effectLst>
              </a:rPr>
              <a:t> node </a:t>
            </a:r>
            <a:r>
              <a:rPr lang="en-US" dirty="0" err="1">
                <a:effectLst>
                  <a:outerShdw blurRad="38100" dist="38100" dir="2700000" algn="tl">
                    <a:srgbClr val="C0C0C0"/>
                  </a:outerShdw>
                </a:effectLst>
              </a:rPr>
              <a:t>đầu</a:t>
            </a:r>
            <a:r>
              <a:rPr lang="en-US" dirty="0">
                <a:effectLst>
                  <a:outerShdw blurRad="38100" dist="38100" dir="2700000" algn="tl">
                    <a:srgbClr val="C0C0C0"/>
                  </a:outerShdw>
                </a:effectLst>
              </a:rPr>
              <a:t> </a:t>
            </a:r>
            <a:r>
              <a:rPr lang="en-US" dirty="0" err="1">
                <a:effectLst>
                  <a:outerShdw blurRad="38100" dist="38100" dir="2700000" algn="tl">
                    <a:srgbClr val="C0C0C0"/>
                  </a:outerShdw>
                </a:effectLst>
              </a:rPr>
              <a:t>và</a:t>
            </a:r>
            <a:r>
              <a:rPr lang="en-US" dirty="0">
                <a:effectLst>
                  <a:outerShdw blurRad="38100" dist="38100" dir="2700000" algn="tl">
                    <a:srgbClr val="C0C0C0"/>
                  </a:outerShdw>
                </a:effectLst>
              </a:rPr>
              <a:t> </a:t>
            </a:r>
            <a:r>
              <a:rPr lang="en-US" dirty="0" err="1">
                <a:effectLst>
                  <a:outerShdw blurRad="38100" dist="38100" dir="2700000" algn="tl">
                    <a:srgbClr val="C0C0C0"/>
                  </a:outerShdw>
                </a:effectLst>
              </a:rPr>
              <a:t>lấy</a:t>
            </a:r>
            <a:r>
              <a:rPr lang="en-US" dirty="0">
                <a:effectLst>
                  <a:outerShdw blurRad="38100" dist="38100" dir="2700000" algn="tl">
                    <a:srgbClr val="C0C0C0"/>
                  </a:outerShdw>
                </a:effectLst>
              </a:rPr>
              <a:t> head </a:t>
            </a:r>
            <a:r>
              <a:rPr lang="en-US" dirty="0" err="1">
                <a:effectLst>
                  <a:outerShdw blurRad="38100" dist="38100" dir="2700000" algn="tl">
                    <a:srgbClr val="C0C0C0"/>
                  </a:outerShdw>
                </a:effectLst>
              </a:rPr>
              <a:t>trỏ</a:t>
            </a:r>
            <a:r>
              <a:rPr lang="en-US" dirty="0">
                <a:effectLst>
                  <a:outerShdw blurRad="38100" dist="38100" dir="2700000" algn="tl">
                    <a:srgbClr val="C0C0C0"/>
                  </a:outerShdw>
                </a:effectLst>
              </a:rPr>
              <a:t> </a:t>
            </a:r>
            <a:r>
              <a:rPr lang="en-US" dirty="0" err="1">
                <a:effectLst>
                  <a:outerShdw blurRad="38100" dist="38100" dir="2700000" algn="tl">
                    <a:srgbClr val="C0C0C0"/>
                  </a:outerShdw>
                </a:effectLst>
              </a:rPr>
              <a:t>vào</a:t>
            </a:r>
            <a:r>
              <a:rPr lang="en-US" dirty="0">
                <a:effectLst>
                  <a:outerShdw blurRad="38100" dist="38100" dir="2700000" algn="tl">
                    <a:srgbClr val="C0C0C0"/>
                  </a:outerShdw>
                </a:effectLst>
              </a:rPr>
              <a:t> </a:t>
            </a:r>
            <a:r>
              <a:rPr lang="en-US" dirty="0" err="1">
                <a:effectLst>
                  <a:outerShdw blurRad="38100" dist="38100" dir="2700000" algn="tl">
                    <a:srgbClr val="C0C0C0"/>
                  </a:outerShdw>
                </a:effectLst>
              </a:rPr>
              <a:t>phần</a:t>
            </a:r>
            <a:r>
              <a:rPr lang="en-US" dirty="0">
                <a:effectLst>
                  <a:outerShdw blurRad="38100" dist="38100" dir="2700000" algn="tl">
                    <a:srgbClr val="C0C0C0"/>
                  </a:outerShdw>
                </a:effectLst>
              </a:rPr>
              <a:t> </a:t>
            </a:r>
            <a:r>
              <a:rPr lang="en-US" dirty="0" err="1">
                <a:effectLst>
                  <a:outerShdw blurRad="38100" dist="38100" dir="2700000" algn="tl">
                    <a:srgbClr val="C0C0C0"/>
                  </a:outerShdw>
                </a:effectLst>
              </a:rPr>
              <a:t>tử</a:t>
            </a:r>
            <a:r>
              <a:rPr lang="en-US" dirty="0">
                <a:effectLst>
                  <a:outerShdw blurRad="38100" dist="38100" dir="2700000" algn="tl">
                    <a:srgbClr val="C0C0C0"/>
                  </a:outerShdw>
                </a:effectLst>
              </a:rPr>
              <a:t> </a:t>
            </a:r>
            <a:r>
              <a:rPr lang="en-US" dirty="0" err="1">
                <a:effectLst>
                  <a:outerShdw blurRad="38100" dist="38100" dir="2700000" algn="tl">
                    <a:srgbClr val="C0C0C0"/>
                  </a:outerShdw>
                </a:effectLst>
              </a:rPr>
              <a:t>tiếp</a:t>
            </a:r>
            <a:endParaRPr lang="en-US" dirty="0">
              <a:effectLst>
                <a:outerShdw blurRad="38100" dist="38100" dir="2700000" algn="tl">
                  <a:srgbClr val="C0C0C0"/>
                </a:outerShdw>
              </a:effectLst>
            </a:endParaRPr>
          </a:p>
        </p:txBody>
      </p:sp>
      <p:sp>
        <p:nvSpPr>
          <p:cNvPr id="50180" name="Rectangle 6">
            <a:extLst>
              <a:ext uri="{FF2B5EF4-FFF2-40B4-BE49-F238E27FC236}">
                <a16:creationId xmlns:a16="http://schemas.microsoft.com/office/drawing/2014/main" id="{1088B785-DE68-40BE-891D-E59C8061B33F}"/>
              </a:ext>
            </a:extLst>
          </p:cNvPr>
          <p:cNvSpPr>
            <a:spLocks noChangeAspect="1" noChangeArrowheads="1"/>
          </p:cNvSpPr>
          <p:nvPr/>
        </p:nvSpPr>
        <p:spPr bwMode="auto">
          <a:xfrm>
            <a:off x="4470401" y="4787900"/>
            <a:ext cx="176213" cy="527050"/>
          </a:xfrm>
          <a:prstGeom prst="rect">
            <a:avLst/>
          </a:prstGeom>
          <a:solidFill>
            <a:srgbClr val="FFFFFF"/>
          </a:solidFill>
          <a:ln w="9525">
            <a:solidFill>
              <a:srgbClr val="000000"/>
            </a:solidFill>
            <a:miter lim="800000"/>
            <a:headEnd/>
            <a:tailEnd/>
          </a:ln>
        </p:spPr>
        <p:txBody>
          <a:bodyPr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50181" name="Rectangle 7">
            <a:extLst>
              <a:ext uri="{FF2B5EF4-FFF2-40B4-BE49-F238E27FC236}">
                <a16:creationId xmlns:a16="http://schemas.microsoft.com/office/drawing/2014/main" id="{B0D24731-D571-47C6-AF4D-76BB1AFCABD3}"/>
              </a:ext>
            </a:extLst>
          </p:cNvPr>
          <p:cNvSpPr>
            <a:spLocks noChangeAspect="1" noChangeArrowheads="1"/>
          </p:cNvSpPr>
          <p:nvPr/>
        </p:nvSpPr>
        <p:spPr bwMode="auto">
          <a:xfrm>
            <a:off x="5584826" y="4787900"/>
            <a:ext cx="176213" cy="527050"/>
          </a:xfrm>
          <a:prstGeom prst="rect">
            <a:avLst/>
          </a:prstGeom>
          <a:solidFill>
            <a:srgbClr val="FFFFFF"/>
          </a:solidFill>
          <a:ln w="9525">
            <a:solidFill>
              <a:srgbClr val="000000"/>
            </a:solidFill>
            <a:miter lim="800000"/>
            <a:headEnd/>
            <a:tailEnd/>
          </a:ln>
        </p:spPr>
        <p:txBody>
          <a:bodyPr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50182" name="Rectangle 8">
            <a:extLst>
              <a:ext uri="{FF2B5EF4-FFF2-40B4-BE49-F238E27FC236}">
                <a16:creationId xmlns:a16="http://schemas.microsoft.com/office/drawing/2014/main" id="{6AF1461A-40BD-44AE-A1C9-6858A6D462AE}"/>
              </a:ext>
            </a:extLst>
          </p:cNvPr>
          <p:cNvSpPr>
            <a:spLocks noChangeAspect="1" noChangeArrowheads="1"/>
          </p:cNvSpPr>
          <p:nvPr/>
        </p:nvSpPr>
        <p:spPr bwMode="auto">
          <a:xfrm>
            <a:off x="6708776" y="4787900"/>
            <a:ext cx="176213" cy="527050"/>
          </a:xfrm>
          <a:prstGeom prst="rect">
            <a:avLst/>
          </a:prstGeom>
          <a:solidFill>
            <a:srgbClr val="FFFFFF"/>
          </a:solidFill>
          <a:ln w="9525">
            <a:solidFill>
              <a:srgbClr val="000000"/>
            </a:solidFill>
            <a:miter lim="800000"/>
            <a:headEnd/>
            <a:tailEnd/>
          </a:ln>
        </p:spPr>
        <p:txBody>
          <a:bodyPr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50183" name="Rectangle 9">
            <a:extLst>
              <a:ext uri="{FF2B5EF4-FFF2-40B4-BE49-F238E27FC236}">
                <a16:creationId xmlns:a16="http://schemas.microsoft.com/office/drawing/2014/main" id="{46F589D9-73AD-4CB3-9FC0-86D7D803A802}"/>
              </a:ext>
            </a:extLst>
          </p:cNvPr>
          <p:cNvSpPr>
            <a:spLocks noChangeAspect="1" noChangeArrowheads="1"/>
          </p:cNvSpPr>
          <p:nvPr/>
        </p:nvSpPr>
        <p:spPr bwMode="auto">
          <a:xfrm>
            <a:off x="7821613" y="4787900"/>
            <a:ext cx="176212" cy="527050"/>
          </a:xfrm>
          <a:prstGeom prst="rect">
            <a:avLst/>
          </a:prstGeom>
          <a:solidFill>
            <a:srgbClr val="FFFFFF"/>
          </a:solidFill>
          <a:ln w="9525">
            <a:solidFill>
              <a:srgbClr val="000000"/>
            </a:solidFill>
            <a:miter lim="800000"/>
            <a:headEnd/>
            <a:tailEnd/>
          </a:ln>
        </p:spPr>
        <p:txBody>
          <a:bodyPr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50184" name="Rectangle 10">
            <a:extLst>
              <a:ext uri="{FF2B5EF4-FFF2-40B4-BE49-F238E27FC236}">
                <a16:creationId xmlns:a16="http://schemas.microsoft.com/office/drawing/2014/main" id="{373408CB-DBBC-45F0-AFEE-4C1CC1D13E1A}"/>
              </a:ext>
            </a:extLst>
          </p:cNvPr>
          <p:cNvSpPr>
            <a:spLocks noChangeAspect="1" noChangeArrowheads="1"/>
          </p:cNvSpPr>
          <p:nvPr/>
        </p:nvSpPr>
        <p:spPr bwMode="auto">
          <a:xfrm>
            <a:off x="8943976" y="4787900"/>
            <a:ext cx="174625" cy="527050"/>
          </a:xfrm>
          <a:prstGeom prst="rect">
            <a:avLst/>
          </a:prstGeom>
          <a:solidFill>
            <a:srgbClr val="FFFFFF"/>
          </a:solidFill>
          <a:ln w="9525">
            <a:solidFill>
              <a:srgbClr val="000000"/>
            </a:solidFill>
            <a:miter lim="800000"/>
            <a:headEnd/>
            <a:tailEnd/>
          </a:ln>
        </p:spPr>
        <p:txBody>
          <a:bodyPr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50185" name="Oval 11">
            <a:extLst>
              <a:ext uri="{FF2B5EF4-FFF2-40B4-BE49-F238E27FC236}">
                <a16:creationId xmlns:a16="http://schemas.microsoft.com/office/drawing/2014/main" id="{B39DD8F0-9BE2-4673-968C-17DA2CAB31C1}"/>
              </a:ext>
            </a:extLst>
          </p:cNvPr>
          <p:cNvSpPr>
            <a:spLocks noChangeAspect="1" noChangeArrowheads="1"/>
          </p:cNvSpPr>
          <p:nvPr/>
        </p:nvSpPr>
        <p:spPr bwMode="auto">
          <a:xfrm>
            <a:off x="2978151" y="4868864"/>
            <a:ext cx="422275" cy="363537"/>
          </a:xfrm>
          <a:prstGeom prst="ellipse">
            <a:avLst/>
          </a:prstGeom>
          <a:gradFill rotWithShape="0">
            <a:gsLst>
              <a:gs pos="0">
                <a:srgbClr val="000080"/>
              </a:gs>
              <a:gs pos="100000">
                <a:srgbClr val="3366FF"/>
              </a:gs>
            </a:gsLst>
            <a:path path="shape">
              <a:fillToRect l="50000" t="50000" r="50000" b="50000"/>
            </a:path>
          </a:gradFill>
          <a:ln w="9525">
            <a:solidFill>
              <a:srgbClr val="000000"/>
            </a:solidFill>
            <a:round/>
            <a:headEnd/>
            <a:tailEnd/>
          </a:ln>
        </p:spPr>
        <p:txBody>
          <a:bodyPr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50186" name="Rectangle 12">
            <a:extLst>
              <a:ext uri="{FF2B5EF4-FFF2-40B4-BE49-F238E27FC236}">
                <a16:creationId xmlns:a16="http://schemas.microsoft.com/office/drawing/2014/main" id="{E7B93A1C-D084-4CC6-9F9C-EA39C3849964}"/>
              </a:ext>
            </a:extLst>
          </p:cNvPr>
          <p:cNvSpPr>
            <a:spLocks noChangeAspect="1" noChangeArrowheads="1"/>
          </p:cNvSpPr>
          <p:nvPr/>
        </p:nvSpPr>
        <p:spPr bwMode="auto">
          <a:xfrm>
            <a:off x="9396414" y="4910139"/>
            <a:ext cx="280987" cy="280987"/>
          </a:xfrm>
          <a:prstGeom prst="rect">
            <a:avLst/>
          </a:prstGeom>
          <a:gradFill rotWithShape="0">
            <a:gsLst>
              <a:gs pos="0">
                <a:srgbClr val="FF0000"/>
              </a:gs>
              <a:gs pos="100000">
                <a:srgbClr val="760000"/>
              </a:gs>
            </a:gsLst>
            <a:lin ang="2700000" scaled="1"/>
          </a:gradFill>
          <a:ln w="9525">
            <a:solidFill>
              <a:srgbClr val="000000"/>
            </a:solidFill>
            <a:miter lim="800000"/>
            <a:headEnd/>
            <a:tailEnd/>
          </a:ln>
        </p:spPr>
        <p:txBody>
          <a:bodyPr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50187" name="Line 13">
            <a:extLst>
              <a:ext uri="{FF2B5EF4-FFF2-40B4-BE49-F238E27FC236}">
                <a16:creationId xmlns:a16="http://schemas.microsoft.com/office/drawing/2014/main" id="{065872D3-105B-4DFF-872F-5C7BB34429BF}"/>
              </a:ext>
            </a:extLst>
          </p:cNvPr>
          <p:cNvSpPr>
            <a:spLocks noChangeAspect="1" noChangeShapeType="1"/>
          </p:cNvSpPr>
          <p:nvPr/>
        </p:nvSpPr>
        <p:spPr bwMode="auto">
          <a:xfrm>
            <a:off x="3352801" y="5051425"/>
            <a:ext cx="492125" cy="0"/>
          </a:xfrm>
          <a:prstGeom prst="line">
            <a:avLst/>
          </a:prstGeom>
          <a:noFill/>
          <a:ln w="15875">
            <a:solidFill>
              <a:srgbClr val="000000"/>
            </a:solidFill>
            <a:prstDash val="sysDot"/>
            <a:round/>
            <a:headEnd/>
            <a:tailEnd type="stealth" w="med" len="med"/>
          </a:ln>
          <a:extLst>
            <a:ext uri="{909E8E84-426E-40DD-AFC4-6F175D3DCCD1}">
              <a14:hiddenFill xmlns:a14="http://schemas.microsoft.com/office/drawing/2010/main">
                <a:noFill/>
              </a14:hiddenFill>
            </a:ext>
          </a:extLst>
        </p:spPr>
        <p:txBody>
          <a:bodyPr anchor="ctr"/>
          <a:lstStyle/>
          <a:p>
            <a:endParaRPr lang="en-US"/>
          </a:p>
        </p:txBody>
      </p:sp>
      <p:sp>
        <p:nvSpPr>
          <p:cNvPr id="50188" name="Line 14">
            <a:extLst>
              <a:ext uri="{FF2B5EF4-FFF2-40B4-BE49-F238E27FC236}">
                <a16:creationId xmlns:a16="http://schemas.microsoft.com/office/drawing/2014/main" id="{92356EDF-0E10-44C3-BD61-0DBF230B2B8C}"/>
              </a:ext>
            </a:extLst>
          </p:cNvPr>
          <p:cNvSpPr>
            <a:spLocks noChangeAspect="1" noChangeShapeType="1"/>
          </p:cNvSpPr>
          <p:nvPr/>
        </p:nvSpPr>
        <p:spPr bwMode="auto">
          <a:xfrm>
            <a:off x="4549776" y="5051425"/>
            <a:ext cx="396875" cy="0"/>
          </a:xfrm>
          <a:prstGeom prst="line">
            <a:avLst/>
          </a:prstGeom>
          <a:noFill/>
          <a:ln w="15875">
            <a:solidFill>
              <a:srgbClr val="000000"/>
            </a:solidFill>
            <a:round/>
            <a:headEnd type="oval" w="med" len="med"/>
            <a:tailEnd type="stealth" w="med" len="med"/>
          </a:ln>
          <a:extLst>
            <a:ext uri="{909E8E84-426E-40DD-AFC4-6F175D3DCCD1}">
              <a14:hiddenFill xmlns:a14="http://schemas.microsoft.com/office/drawing/2010/main">
                <a:noFill/>
              </a14:hiddenFill>
            </a:ext>
          </a:extLst>
        </p:spPr>
        <p:txBody>
          <a:bodyPr anchor="ctr"/>
          <a:lstStyle/>
          <a:p>
            <a:endParaRPr lang="en-US"/>
          </a:p>
        </p:txBody>
      </p:sp>
      <p:sp>
        <p:nvSpPr>
          <p:cNvPr id="50189" name="Text Box 15">
            <a:extLst>
              <a:ext uri="{FF2B5EF4-FFF2-40B4-BE49-F238E27FC236}">
                <a16:creationId xmlns:a16="http://schemas.microsoft.com/office/drawing/2014/main" id="{96ADAB22-B33F-4CC6-BA6E-BD724D881BBE}"/>
              </a:ext>
            </a:extLst>
          </p:cNvPr>
          <p:cNvSpPr txBox="1">
            <a:spLocks noChangeAspect="1" noChangeArrowheads="1"/>
          </p:cNvSpPr>
          <p:nvPr/>
        </p:nvSpPr>
        <p:spPr bwMode="auto">
          <a:xfrm>
            <a:off x="3822701" y="4787900"/>
            <a:ext cx="644525" cy="527050"/>
          </a:xfrm>
          <a:prstGeom prst="rect">
            <a:avLst/>
          </a:prstGeom>
          <a:gradFill rotWithShape="0">
            <a:gsLst>
              <a:gs pos="0">
                <a:srgbClr val="767676"/>
              </a:gs>
              <a:gs pos="50000">
                <a:srgbClr val="FFFFFF"/>
              </a:gs>
              <a:gs pos="100000">
                <a:srgbClr val="767676"/>
              </a:gs>
            </a:gsLst>
            <a:lin ang="0" scaled="1"/>
          </a:gradFill>
          <a:ln w="9525">
            <a:solidFill>
              <a:srgbClr val="000000"/>
            </a:solidFill>
            <a:miter lim="800000"/>
            <a:headEnd/>
            <a:tailEnd/>
          </a:ln>
        </p:spPr>
        <p:txBody>
          <a:bodyPr lIns="0" tIns="25200" rIns="0" bIns="0"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1800" b="1">
                <a:latin typeface="VNI-Avo" pitchFamily="2" charset="0"/>
              </a:rPr>
              <a:t>A</a:t>
            </a:r>
          </a:p>
        </p:txBody>
      </p:sp>
      <p:sp>
        <p:nvSpPr>
          <p:cNvPr id="50190" name="Text Box 16">
            <a:extLst>
              <a:ext uri="{FF2B5EF4-FFF2-40B4-BE49-F238E27FC236}">
                <a16:creationId xmlns:a16="http://schemas.microsoft.com/office/drawing/2014/main" id="{0530143D-8CAE-42C7-94F3-E50131956762}"/>
              </a:ext>
            </a:extLst>
          </p:cNvPr>
          <p:cNvSpPr txBox="1">
            <a:spLocks noChangeAspect="1" noChangeArrowheads="1"/>
          </p:cNvSpPr>
          <p:nvPr/>
        </p:nvSpPr>
        <p:spPr bwMode="auto">
          <a:xfrm>
            <a:off x="4946651" y="4787900"/>
            <a:ext cx="644525" cy="527050"/>
          </a:xfrm>
          <a:prstGeom prst="rect">
            <a:avLst/>
          </a:prstGeom>
          <a:gradFill rotWithShape="0">
            <a:gsLst>
              <a:gs pos="0">
                <a:srgbClr val="767676"/>
              </a:gs>
              <a:gs pos="50000">
                <a:srgbClr val="FFFFFF"/>
              </a:gs>
              <a:gs pos="100000">
                <a:srgbClr val="767676"/>
              </a:gs>
            </a:gsLst>
            <a:lin ang="0" scaled="1"/>
          </a:gradFill>
          <a:ln w="9525">
            <a:solidFill>
              <a:srgbClr val="000000"/>
            </a:solidFill>
            <a:miter lim="800000"/>
            <a:headEnd/>
            <a:tailEnd/>
          </a:ln>
        </p:spPr>
        <p:txBody>
          <a:bodyPr lIns="0" tIns="25200" rIns="0" bIns="0"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1800" b="1">
                <a:latin typeface="VNI-Avo" pitchFamily="2" charset="0"/>
              </a:rPr>
              <a:t>B</a:t>
            </a:r>
          </a:p>
        </p:txBody>
      </p:sp>
      <p:sp>
        <p:nvSpPr>
          <p:cNvPr id="50191" name="Text Box 17">
            <a:extLst>
              <a:ext uri="{FF2B5EF4-FFF2-40B4-BE49-F238E27FC236}">
                <a16:creationId xmlns:a16="http://schemas.microsoft.com/office/drawing/2014/main" id="{BDA0B6CD-4466-4A06-9088-068DAA2A58A6}"/>
              </a:ext>
            </a:extLst>
          </p:cNvPr>
          <p:cNvSpPr txBox="1">
            <a:spLocks noChangeAspect="1" noChangeArrowheads="1"/>
          </p:cNvSpPr>
          <p:nvPr/>
        </p:nvSpPr>
        <p:spPr bwMode="auto">
          <a:xfrm>
            <a:off x="6070600" y="4787900"/>
            <a:ext cx="642938" cy="527050"/>
          </a:xfrm>
          <a:prstGeom prst="rect">
            <a:avLst/>
          </a:prstGeom>
          <a:gradFill rotWithShape="0">
            <a:gsLst>
              <a:gs pos="0">
                <a:srgbClr val="767676"/>
              </a:gs>
              <a:gs pos="50000">
                <a:srgbClr val="FFFFFF"/>
              </a:gs>
              <a:gs pos="100000">
                <a:srgbClr val="767676"/>
              </a:gs>
            </a:gsLst>
            <a:lin ang="0" scaled="1"/>
          </a:gradFill>
          <a:ln w="9525">
            <a:solidFill>
              <a:srgbClr val="000000"/>
            </a:solidFill>
            <a:miter lim="800000"/>
            <a:headEnd/>
            <a:tailEnd/>
          </a:ln>
        </p:spPr>
        <p:txBody>
          <a:bodyPr lIns="0" tIns="25200" rIns="0" bIns="0"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1800" b="1">
                <a:latin typeface="VNI-Avo" pitchFamily="2" charset="0"/>
              </a:rPr>
              <a:t>X</a:t>
            </a:r>
          </a:p>
        </p:txBody>
      </p:sp>
      <p:sp>
        <p:nvSpPr>
          <p:cNvPr id="50192" name="Text Box 18">
            <a:extLst>
              <a:ext uri="{FF2B5EF4-FFF2-40B4-BE49-F238E27FC236}">
                <a16:creationId xmlns:a16="http://schemas.microsoft.com/office/drawing/2014/main" id="{CA8A6B37-4629-4629-B206-BFA1566CFB9A}"/>
              </a:ext>
            </a:extLst>
          </p:cNvPr>
          <p:cNvSpPr txBox="1">
            <a:spLocks noChangeAspect="1" noChangeArrowheads="1"/>
          </p:cNvSpPr>
          <p:nvPr/>
        </p:nvSpPr>
        <p:spPr bwMode="auto">
          <a:xfrm>
            <a:off x="7181851" y="4787900"/>
            <a:ext cx="646113" cy="527050"/>
          </a:xfrm>
          <a:prstGeom prst="rect">
            <a:avLst/>
          </a:prstGeom>
          <a:gradFill rotWithShape="0">
            <a:gsLst>
              <a:gs pos="0">
                <a:srgbClr val="767676"/>
              </a:gs>
              <a:gs pos="50000">
                <a:srgbClr val="FFFFFF"/>
              </a:gs>
              <a:gs pos="100000">
                <a:srgbClr val="767676"/>
              </a:gs>
            </a:gsLst>
            <a:lin ang="0" scaled="1"/>
          </a:gradFill>
          <a:ln w="9525">
            <a:solidFill>
              <a:srgbClr val="000000"/>
            </a:solidFill>
            <a:miter lim="800000"/>
            <a:headEnd/>
            <a:tailEnd/>
          </a:ln>
        </p:spPr>
        <p:txBody>
          <a:bodyPr lIns="0" tIns="25200" rIns="0" bIns="0"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1800" b="1">
                <a:latin typeface="VNI-Avo" pitchFamily="2" charset="0"/>
              </a:rPr>
              <a:t>Z</a:t>
            </a:r>
          </a:p>
        </p:txBody>
      </p:sp>
      <p:sp>
        <p:nvSpPr>
          <p:cNvPr id="50193" name="Text Box 19">
            <a:extLst>
              <a:ext uri="{FF2B5EF4-FFF2-40B4-BE49-F238E27FC236}">
                <a16:creationId xmlns:a16="http://schemas.microsoft.com/office/drawing/2014/main" id="{7D132318-F8F2-487B-B0BE-ED02914B9FD2}"/>
              </a:ext>
            </a:extLst>
          </p:cNvPr>
          <p:cNvSpPr txBox="1">
            <a:spLocks noChangeAspect="1" noChangeArrowheads="1"/>
          </p:cNvSpPr>
          <p:nvPr/>
        </p:nvSpPr>
        <p:spPr bwMode="auto">
          <a:xfrm>
            <a:off x="8305800" y="4787900"/>
            <a:ext cx="642938" cy="527050"/>
          </a:xfrm>
          <a:prstGeom prst="rect">
            <a:avLst/>
          </a:prstGeom>
          <a:gradFill rotWithShape="0">
            <a:gsLst>
              <a:gs pos="0">
                <a:srgbClr val="767676"/>
              </a:gs>
              <a:gs pos="50000">
                <a:srgbClr val="FFFFFF"/>
              </a:gs>
              <a:gs pos="100000">
                <a:srgbClr val="767676"/>
              </a:gs>
            </a:gsLst>
            <a:lin ang="0" scaled="1"/>
          </a:gradFill>
          <a:ln w="9525">
            <a:solidFill>
              <a:srgbClr val="000000"/>
            </a:solidFill>
            <a:miter lim="800000"/>
            <a:headEnd/>
            <a:tailEnd/>
          </a:ln>
        </p:spPr>
        <p:txBody>
          <a:bodyPr lIns="0" tIns="25200" rIns="0" bIns="0"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1800" b="1">
                <a:latin typeface="VNI-Avo" pitchFamily="2" charset="0"/>
              </a:rPr>
              <a:t>Y</a:t>
            </a:r>
          </a:p>
        </p:txBody>
      </p:sp>
      <p:sp>
        <p:nvSpPr>
          <p:cNvPr id="50194" name="Line 20">
            <a:extLst>
              <a:ext uri="{FF2B5EF4-FFF2-40B4-BE49-F238E27FC236}">
                <a16:creationId xmlns:a16="http://schemas.microsoft.com/office/drawing/2014/main" id="{4527A424-EBEA-40C8-9A45-139489D88BDA}"/>
              </a:ext>
            </a:extLst>
          </p:cNvPr>
          <p:cNvSpPr>
            <a:spLocks noChangeAspect="1" noChangeShapeType="1"/>
          </p:cNvSpPr>
          <p:nvPr/>
        </p:nvSpPr>
        <p:spPr bwMode="auto">
          <a:xfrm>
            <a:off x="5673725" y="5051425"/>
            <a:ext cx="395288" cy="0"/>
          </a:xfrm>
          <a:prstGeom prst="line">
            <a:avLst/>
          </a:prstGeom>
          <a:noFill/>
          <a:ln w="15875">
            <a:solidFill>
              <a:srgbClr val="000000"/>
            </a:solidFill>
            <a:round/>
            <a:headEnd type="oval" w="med" len="med"/>
            <a:tailEnd type="stealth" w="med" len="med"/>
          </a:ln>
          <a:extLst>
            <a:ext uri="{909E8E84-426E-40DD-AFC4-6F175D3DCCD1}">
              <a14:hiddenFill xmlns:a14="http://schemas.microsoft.com/office/drawing/2010/main">
                <a:noFill/>
              </a14:hiddenFill>
            </a:ext>
          </a:extLst>
        </p:spPr>
        <p:txBody>
          <a:bodyPr anchor="ctr"/>
          <a:lstStyle/>
          <a:p>
            <a:endParaRPr lang="en-US"/>
          </a:p>
        </p:txBody>
      </p:sp>
      <p:sp>
        <p:nvSpPr>
          <p:cNvPr id="50195" name="Line 21">
            <a:extLst>
              <a:ext uri="{FF2B5EF4-FFF2-40B4-BE49-F238E27FC236}">
                <a16:creationId xmlns:a16="http://schemas.microsoft.com/office/drawing/2014/main" id="{83745827-94B7-4A64-9D68-B4B3F4F4B6B8}"/>
              </a:ext>
            </a:extLst>
          </p:cNvPr>
          <p:cNvSpPr>
            <a:spLocks noChangeAspect="1" noChangeShapeType="1"/>
          </p:cNvSpPr>
          <p:nvPr/>
        </p:nvSpPr>
        <p:spPr bwMode="auto">
          <a:xfrm>
            <a:off x="6789739" y="5051425"/>
            <a:ext cx="396875" cy="0"/>
          </a:xfrm>
          <a:prstGeom prst="line">
            <a:avLst/>
          </a:prstGeom>
          <a:noFill/>
          <a:ln w="15875">
            <a:solidFill>
              <a:srgbClr val="000000"/>
            </a:solidFill>
            <a:round/>
            <a:headEnd type="oval" w="med" len="med"/>
            <a:tailEnd type="stealth" w="med" len="med"/>
          </a:ln>
          <a:extLst>
            <a:ext uri="{909E8E84-426E-40DD-AFC4-6F175D3DCCD1}">
              <a14:hiddenFill xmlns:a14="http://schemas.microsoft.com/office/drawing/2010/main">
                <a:noFill/>
              </a14:hiddenFill>
            </a:ext>
          </a:extLst>
        </p:spPr>
        <p:txBody>
          <a:bodyPr anchor="ctr"/>
          <a:lstStyle/>
          <a:p>
            <a:endParaRPr lang="en-US"/>
          </a:p>
        </p:txBody>
      </p:sp>
      <p:sp>
        <p:nvSpPr>
          <p:cNvPr id="50196" name="Line 22">
            <a:extLst>
              <a:ext uri="{FF2B5EF4-FFF2-40B4-BE49-F238E27FC236}">
                <a16:creationId xmlns:a16="http://schemas.microsoft.com/office/drawing/2014/main" id="{C574C68D-E537-40B1-91A2-1F4C69DBE04B}"/>
              </a:ext>
            </a:extLst>
          </p:cNvPr>
          <p:cNvSpPr>
            <a:spLocks noChangeAspect="1" noChangeShapeType="1"/>
          </p:cNvSpPr>
          <p:nvPr/>
        </p:nvSpPr>
        <p:spPr bwMode="auto">
          <a:xfrm>
            <a:off x="7913689" y="5051425"/>
            <a:ext cx="396875" cy="0"/>
          </a:xfrm>
          <a:prstGeom prst="line">
            <a:avLst/>
          </a:prstGeom>
          <a:noFill/>
          <a:ln w="15875">
            <a:solidFill>
              <a:srgbClr val="000000"/>
            </a:solidFill>
            <a:round/>
            <a:headEnd type="oval" w="med" len="med"/>
            <a:tailEnd type="stealth" w="med" len="med"/>
          </a:ln>
          <a:extLst>
            <a:ext uri="{909E8E84-426E-40DD-AFC4-6F175D3DCCD1}">
              <a14:hiddenFill xmlns:a14="http://schemas.microsoft.com/office/drawing/2010/main">
                <a:noFill/>
              </a14:hiddenFill>
            </a:ext>
          </a:extLst>
        </p:spPr>
        <p:txBody>
          <a:bodyPr anchor="ctr"/>
          <a:lstStyle/>
          <a:p>
            <a:endParaRPr lang="en-US"/>
          </a:p>
        </p:txBody>
      </p:sp>
      <p:sp>
        <p:nvSpPr>
          <p:cNvPr id="50197" name="Line 23">
            <a:extLst>
              <a:ext uri="{FF2B5EF4-FFF2-40B4-BE49-F238E27FC236}">
                <a16:creationId xmlns:a16="http://schemas.microsoft.com/office/drawing/2014/main" id="{5042A306-8871-458D-92A7-A28C88A21FE9}"/>
              </a:ext>
            </a:extLst>
          </p:cNvPr>
          <p:cNvSpPr>
            <a:spLocks noChangeAspect="1" noChangeShapeType="1"/>
          </p:cNvSpPr>
          <p:nvPr/>
        </p:nvSpPr>
        <p:spPr bwMode="auto">
          <a:xfrm>
            <a:off x="9039226" y="5051425"/>
            <a:ext cx="396875" cy="0"/>
          </a:xfrm>
          <a:prstGeom prst="line">
            <a:avLst/>
          </a:prstGeom>
          <a:noFill/>
          <a:ln w="15875">
            <a:solidFill>
              <a:srgbClr val="000000"/>
            </a:solidFill>
            <a:round/>
            <a:headEnd type="oval" w="med" len="med"/>
            <a:tailEnd type="stealth" w="med" len="med"/>
          </a:ln>
          <a:extLst>
            <a:ext uri="{909E8E84-426E-40DD-AFC4-6F175D3DCCD1}">
              <a14:hiddenFill xmlns:a14="http://schemas.microsoft.com/office/drawing/2010/main">
                <a:noFill/>
              </a14:hiddenFill>
            </a:ext>
          </a:extLst>
        </p:spPr>
        <p:txBody>
          <a:bodyPr anchor="ctr"/>
          <a:lstStyle/>
          <a:p>
            <a:endParaRPr lang="en-US"/>
          </a:p>
        </p:txBody>
      </p:sp>
      <p:sp>
        <p:nvSpPr>
          <p:cNvPr id="50198" name="Text Box 24">
            <a:extLst>
              <a:ext uri="{FF2B5EF4-FFF2-40B4-BE49-F238E27FC236}">
                <a16:creationId xmlns:a16="http://schemas.microsoft.com/office/drawing/2014/main" id="{4C51B118-1E95-4A1F-961E-7A5ADC0D025D}"/>
              </a:ext>
            </a:extLst>
          </p:cNvPr>
          <p:cNvSpPr txBox="1">
            <a:spLocks noChangeAspect="1" noChangeArrowheads="1"/>
          </p:cNvSpPr>
          <p:nvPr/>
        </p:nvSpPr>
        <p:spPr bwMode="auto">
          <a:xfrm>
            <a:off x="2620963" y="4557714"/>
            <a:ext cx="819150" cy="38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1800" b="1">
                <a:latin typeface="VNI-Avo" pitchFamily="2" charset="0"/>
              </a:rPr>
              <a:t>pHead</a:t>
            </a:r>
          </a:p>
        </p:txBody>
      </p:sp>
      <p:sp>
        <p:nvSpPr>
          <p:cNvPr id="232475" name="Freeform 27">
            <a:extLst>
              <a:ext uri="{FF2B5EF4-FFF2-40B4-BE49-F238E27FC236}">
                <a16:creationId xmlns:a16="http://schemas.microsoft.com/office/drawing/2014/main" id="{D0720727-E6CC-42AC-96A6-5C9C90E3DF81}"/>
              </a:ext>
            </a:extLst>
          </p:cNvPr>
          <p:cNvSpPr>
            <a:spLocks noChangeAspect="1"/>
          </p:cNvSpPr>
          <p:nvPr/>
        </p:nvSpPr>
        <p:spPr bwMode="auto">
          <a:xfrm>
            <a:off x="3211514" y="5038726"/>
            <a:ext cx="2085975" cy="600075"/>
          </a:xfrm>
          <a:custGeom>
            <a:avLst/>
            <a:gdLst>
              <a:gd name="T0" fmla="*/ 0 w 1640"/>
              <a:gd name="T1" fmla="*/ 0 h 472"/>
              <a:gd name="T2" fmla="*/ 2147483646 w 1640"/>
              <a:gd name="T3" fmla="*/ 2147483646 h 472"/>
              <a:gd name="T4" fmla="*/ 2147483646 w 1640"/>
              <a:gd name="T5" fmla="*/ 2147483646 h 472"/>
              <a:gd name="T6" fmla="*/ 2147483646 w 1640"/>
              <a:gd name="T7" fmla="*/ 2147483646 h 472"/>
              <a:gd name="T8" fmla="*/ 2147483646 w 1640"/>
              <a:gd name="T9" fmla="*/ 2147483646 h 472"/>
              <a:gd name="T10" fmla="*/ 2147483646 w 1640"/>
              <a:gd name="T11" fmla="*/ 2147483646 h 472"/>
              <a:gd name="T12" fmla="*/ 0 60000 65536"/>
              <a:gd name="T13" fmla="*/ 0 60000 65536"/>
              <a:gd name="T14" fmla="*/ 0 60000 65536"/>
              <a:gd name="T15" fmla="*/ 0 60000 65536"/>
              <a:gd name="T16" fmla="*/ 0 60000 65536"/>
              <a:gd name="T17" fmla="*/ 0 60000 65536"/>
              <a:gd name="T18" fmla="*/ 0 w 1640"/>
              <a:gd name="T19" fmla="*/ 0 h 472"/>
              <a:gd name="T20" fmla="*/ 1640 w 1640"/>
              <a:gd name="T21" fmla="*/ 472 h 472"/>
            </a:gdLst>
            <a:ahLst/>
            <a:cxnLst>
              <a:cxn ang="T12">
                <a:pos x="T0" y="T1"/>
              </a:cxn>
              <a:cxn ang="T13">
                <a:pos x="T2" y="T3"/>
              </a:cxn>
              <a:cxn ang="T14">
                <a:pos x="T4" y="T5"/>
              </a:cxn>
              <a:cxn ang="T15">
                <a:pos x="T6" y="T7"/>
              </a:cxn>
              <a:cxn ang="T16">
                <a:pos x="T8" y="T9"/>
              </a:cxn>
              <a:cxn ang="T17">
                <a:pos x="T10" y="T11"/>
              </a:cxn>
            </a:cxnLst>
            <a:rect l="T18" t="T19" r="T20" b="T21"/>
            <a:pathLst>
              <a:path w="1640" h="472">
                <a:moveTo>
                  <a:pt x="0" y="0"/>
                </a:moveTo>
                <a:cubicBezTo>
                  <a:pt x="44" y="127"/>
                  <a:pt x="88" y="255"/>
                  <a:pt x="195" y="330"/>
                </a:cubicBezTo>
                <a:cubicBezTo>
                  <a:pt x="302" y="405"/>
                  <a:pt x="470" y="428"/>
                  <a:pt x="645" y="450"/>
                </a:cubicBezTo>
                <a:cubicBezTo>
                  <a:pt x="820" y="472"/>
                  <a:pt x="1090" y="472"/>
                  <a:pt x="1245" y="465"/>
                </a:cubicBezTo>
                <a:cubicBezTo>
                  <a:pt x="1400" y="458"/>
                  <a:pt x="1510" y="448"/>
                  <a:pt x="1575" y="405"/>
                </a:cubicBezTo>
                <a:cubicBezTo>
                  <a:pt x="1640" y="362"/>
                  <a:pt x="1623" y="248"/>
                  <a:pt x="1635" y="207"/>
                </a:cubicBezTo>
              </a:path>
            </a:pathLst>
          </a:custGeom>
          <a:noFill/>
          <a:ln w="38100">
            <a:solidFill>
              <a:srgbClr val="0000FF"/>
            </a:solidFill>
            <a:round/>
            <a:headEnd type="oval" w="med" len="med"/>
            <a:tailEnd type="stealth"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232476" name="Line 28">
            <a:extLst>
              <a:ext uri="{FF2B5EF4-FFF2-40B4-BE49-F238E27FC236}">
                <a16:creationId xmlns:a16="http://schemas.microsoft.com/office/drawing/2014/main" id="{BC2D4B27-48F2-40F7-B16C-C568D4618224}"/>
              </a:ext>
            </a:extLst>
          </p:cNvPr>
          <p:cNvSpPr>
            <a:spLocks noChangeAspect="1" noChangeShapeType="1"/>
          </p:cNvSpPr>
          <p:nvPr/>
        </p:nvSpPr>
        <p:spPr bwMode="auto">
          <a:xfrm>
            <a:off x="3937000" y="4633914"/>
            <a:ext cx="571500" cy="801687"/>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232477" name="Line 29">
            <a:extLst>
              <a:ext uri="{FF2B5EF4-FFF2-40B4-BE49-F238E27FC236}">
                <a16:creationId xmlns:a16="http://schemas.microsoft.com/office/drawing/2014/main" id="{0856E8A7-B57B-47EB-B20D-A44121492BE0}"/>
              </a:ext>
            </a:extLst>
          </p:cNvPr>
          <p:cNvSpPr>
            <a:spLocks noChangeAspect="1" noChangeShapeType="1"/>
          </p:cNvSpPr>
          <p:nvPr/>
        </p:nvSpPr>
        <p:spPr bwMode="auto">
          <a:xfrm flipH="1">
            <a:off x="3841750" y="4672014"/>
            <a:ext cx="685800" cy="725487"/>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232478" name="Text Box 30">
            <a:extLst>
              <a:ext uri="{FF2B5EF4-FFF2-40B4-BE49-F238E27FC236}">
                <a16:creationId xmlns:a16="http://schemas.microsoft.com/office/drawing/2014/main" id="{1CC6D095-009B-4801-89C7-B6C05C3EE719}"/>
              </a:ext>
            </a:extLst>
          </p:cNvPr>
          <p:cNvSpPr txBox="1">
            <a:spLocks noChangeArrowheads="1"/>
          </p:cNvSpPr>
          <p:nvPr/>
        </p:nvSpPr>
        <p:spPr bwMode="auto">
          <a:xfrm>
            <a:off x="3916363" y="4176713"/>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en-US" sz="2400" b="1">
                <a:solidFill>
                  <a:schemeClr val="accent2"/>
                </a:solidFill>
              </a:rPr>
              <a:t>p</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32477"/>
                                        </p:tgtEl>
                                        <p:attrNameLst>
                                          <p:attrName>style.visibility</p:attrName>
                                        </p:attrNameLst>
                                      </p:cBhvr>
                                      <p:to>
                                        <p:strVal val="visible"/>
                                      </p:to>
                                    </p:set>
                                    <p:anim calcmode="lin" valueType="num">
                                      <p:cBhvr additive="base">
                                        <p:cTn id="7" dur="500" fill="hold"/>
                                        <p:tgtEl>
                                          <p:spTgt spid="232477"/>
                                        </p:tgtEl>
                                        <p:attrNameLst>
                                          <p:attrName>ppt_x</p:attrName>
                                        </p:attrNameLst>
                                      </p:cBhvr>
                                      <p:tavLst>
                                        <p:tav tm="0">
                                          <p:val>
                                            <p:strVal val="#ppt_x"/>
                                          </p:val>
                                        </p:tav>
                                        <p:tav tm="100000">
                                          <p:val>
                                            <p:strVal val="#ppt_x"/>
                                          </p:val>
                                        </p:tav>
                                      </p:tavLst>
                                    </p:anim>
                                    <p:anim calcmode="lin" valueType="num">
                                      <p:cBhvr additive="base">
                                        <p:cTn id="8" dur="500" fill="hold"/>
                                        <p:tgtEl>
                                          <p:spTgt spid="23247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32476"/>
                                        </p:tgtEl>
                                        <p:attrNameLst>
                                          <p:attrName>style.visibility</p:attrName>
                                        </p:attrNameLst>
                                      </p:cBhvr>
                                      <p:to>
                                        <p:strVal val="visible"/>
                                      </p:to>
                                    </p:set>
                                    <p:anim calcmode="lin" valueType="num">
                                      <p:cBhvr additive="base">
                                        <p:cTn id="11" dur="500" fill="hold"/>
                                        <p:tgtEl>
                                          <p:spTgt spid="232476"/>
                                        </p:tgtEl>
                                        <p:attrNameLst>
                                          <p:attrName>ppt_x</p:attrName>
                                        </p:attrNameLst>
                                      </p:cBhvr>
                                      <p:tavLst>
                                        <p:tav tm="0">
                                          <p:val>
                                            <p:strVal val="#ppt_x"/>
                                          </p:val>
                                        </p:tav>
                                        <p:tav tm="100000">
                                          <p:val>
                                            <p:strVal val="#ppt_x"/>
                                          </p:val>
                                        </p:tav>
                                      </p:tavLst>
                                    </p:anim>
                                    <p:anim calcmode="lin" valueType="num">
                                      <p:cBhvr additive="base">
                                        <p:cTn id="12" dur="500" fill="hold"/>
                                        <p:tgtEl>
                                          <p:spTgt spid="232476"/>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32478"/>
                                        </p:tgtEl>
                                        <p:attrNameLst>
                                          <p:attrName>style.visibility</p:attrName>
                                        </p:attrNameLst>
                                      </p:cBhvr>
                                      <p:to>
                                        <p:strVal val="visible"/>
                                      </p:to>
                                    </p:set>
                                    <p:anim calcmode="lin" valueType="num">
                                      <p:cBhvr additive="base">
                                        <p:cTn id="17" dur="500" fill="hold"/>
                                        <p:tgtEl>
                                          <p:spTgt spid="232478"/>
                                        </p:tgtEl>
                                        <p:attrNameLst>
                                          <p:attrName>ppt_x</p:attrName>
                                        </p:attrNameLst>
                                      </p:cBhvr>
                                      <p:tavLst>
                                        <p:tav tm="0">
                                          <p:val>
                                            <p:strVal val="#ppt_x"/>
                                          </p:val>
                                        </p:tav>
                                        <p:tav tm="100000">
                                          <p:val>
                                            <p:strVal val="#ppt_x"/>
                                          </p:val>
                                        </p:tav>
                                      </p:tavLst>
                                    </p:anim>
                                    <p:anim calcmode="lin" valueType="num">
                                      <p:cBhvr additive="base">
                                        <p:cTn id="18" dur="500" fill="hold"/>
                                        <p:tgtEl>
                                          <p:spTgt spid="232478"/>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232475"/>
                                        </p:tgtEl>
                                        <p:attrNameLst>
                                          <p:attrName>style.visibility</p:attrName>
                                        </p:attrNameLst>
                                      </p:cBhvr>
                                      <p:to>
                                        <p:strVal val="visible"/>
                                      </p:to>
                                    </p:set>
                                    <p:anim calcmode="lin" valueType="num">
                                      <p:cBhvr additive="base">
                                        <p:cTn id="23" dur="500" fill="hold"/>
                                        <p:tgtEl>
                                          <p:spTgt spid="232475"/>
                                        </p:tgtEl>
                                        <p:attrNameLst>
                                          <p:attrName>ppt_x</p:attrName>
                                        </p:attrNameLst>
                                      </p:cBhvr>
                                      <p:tavLst>
                                        <p:tav tm="0">
                                          <p:val>
                                            <p:strVal val="#ppt_x"/>
                                          </p:val>
                                        </p:tav>
                                        <p:tav tm="100000">
                                          <p:val>
                                            <p:strVal val="#ppt_x"/>
                                          </p:val>
                                        </p:tav>
                                      </p:tavLst>
                                    </p:anim>
                                    <p:anim calcmode="lin" valueType="num">
                                      <p:cBhvr additive="base">
                                        <p:cTn id="24" dur="500" fill="hold"/>
                                        <p:tgtEl>
                                          <p:spTgt spid="23247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47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id="{EB995F62-5B74-4F37-8D22-344BEF2760A2}"/>
              </a:ext>
            </a:extLst>
          </p:cNvPr>
          <p:cNvSpPr>
            <a:spLocks noGrp="1" noChangeArrowheads="1"/>
          </p:cNvSpPr>
          <p:nvPr>
            <p:ph type="title"/>
          </p:nvPr>
        </p:nvSpPr>
        <p:spPr/>
        <p:txBody>
          <a:bodyPr/>
          <a:lstStyle/>
          <a:p>
            <a:endParaRPr lang="en-US" altLang="en-US" sz="3600"/>
          </a:p>
        </p:txBody>
      </p:sp>
      <p:sp>
        <p:nvSpPr>
          <p:cNvPr id="51204" name="Content Placeholder 1">
            <a:extLst>
              <a:ext uri="{FF2B5EF4-FFF2-40B4-BE49-F238E27FC236}">
                <a16:creationId xmlns:a16="http://schemas.microsoft.com/office/drawing/2014/main" id="{D06D3AEC-34C1-4793-AAC1-33E8ED74467C}"/>
              </a:ext>
            </a:extLst>
          </p:cNvPr>
          <p:cNvSpPr>
            <a:spLocks noGrp="1" noChangeArrowheads="1"/>
          </p:cNvSpPr>
          <p:nvPr>
            <p:ph idx="1"/>
          </p:nvPr>
        </p:nvSpPr>
        <p:spPr/>
        <p:txBody>
          <a:bodyPr/>
          <a:lstStyle/>
          <a:p>
            <a:r>
              <a:rPr lang="en-US" altLang="en-US" dirty="0"/>
              <a:t>Void </a:t>
            </a:r>
            <a:r>
              <a:rPr lang="en-US" altLang="en-US" dirty="0" err="1"/>
              <a:t>removehead</a:t>
            </a:r>
            <a:r>
              <a:rPr lang="en-US" altLang="en-US" dirty="0"/>
              <a:t>(list </a:t>
            </a:r>
            <a:r>
              <a:rPr lang="en-US" altLang="en-US" dirty="0" smtClean="0"/>
              <a:t>*l</a:t>
            </a:r>
            <a:r>
              <a:rPr lang="en-US" altLang="en-US" dirty="0"/>
              <a:t>)</a:t>
            </a:r>
          </a:p>
          <a:p>
            <a:r>
              <a:rPr lang="en-US" altLang="en-US" dirty="0"/>
              <a:t>{</a:t>
            </a:r>
          </a:p>
          <a:p>
            <a:pPr marL="914400" lvl="2" indent="0">
              <a:buNone/>
            </a:pPr>
            <a:r>
              <a:rPr lang="en-US" altLang="en-US" sz="3200" dirty="0">
                <a:latin typeface="Arial" panose="020B0604020202020204" pitchFamily="34" charset="0"/>
              </a:rPr>
              <a:t>Node *</a:t>
            </a:r>
            <a:r>
              <a:rPr lang="en-US" altLang="en-US" sz="3200" dirty="0" smtClean="0">
                <a:latin typeface="Arial" panose="020B0604020202020204" pitchFamily="34" charset="0"/>
              </a:rPr>
              <a:t>p=l-&gt;head </a:t>
            </a:r>
            <a:r>
              <a:rPr lang="en-US" altLang="en-US" sz="3200" dirty="0">
                <a:latin typeface="Arial" panose="020B0604020202020204" pitchFamily="34" charset="0"/>
              </a:rPr>
              <a:t>// p </a:t>
            </a:r>
            <a:r>
              <a:rPr lang="en-US" altLang="en-US" sz="3200" dirty="0" err="1">
                <a:latin typeface="Arial" panose="020B0604020202020204" pitchFamily="34" charset="0"/>
              </a:rPr>
              <a:t>trỏ</a:t>
            </a:r>
            <a:r>
              <a:rPr lang="en-US" altLang="en-US" sz="3200" dirty="0">
                <a:latin typeface="Arial" panose="020B0604020202020204" pitchFamily="34" charset="0"/>
              </a:rPr>
              <a:t> </a:t>
            </a:r>
            <a:r>
              <a:rPr lang="en-US" altLang="en-US" sz="3200" dirty="0" err="1">
                <a:latin typeface="Arial" panose="020B0604020202020204" pitchFamily="34" charset="0"/>
              </a:rPr>
              <a:t>vào</a:t>
            </a:r>
            <a:r>
              <a:rPr lang="en-US" altLang="en-US" sz="3200" dirty="0">
                <a:latin typeface="Arial" panose="020B0604020202020204" pitchFamily="34" charset="0"/>
              </a:rPr>
              <a:t> </a:t>
            </a:r>
            <a:r>
              <a:rPr lang="en-US" altLang="en-US" sz="3200" dirty="0" err="1">
                <a:latin typeface="Arial" panose="020B0604020202020204" pitchFamily="34" charset="0"/>
              </a:rPr>
              <a:t>đầu</a:t>
            </a:r>
            <a:endParaRPr lang="en-US" altLang="en-US" sz="3200" dirty="0">
              <a:latin typeface="Arial" panose="020B0604020202020204" pitchFamily="34" charset="0"/>
            </a:endParaRPr>
          </a:p>
          <a:p>
            <a:pPr marL="914400" lvl="2" indent="0">
              <a:buNone/>
            </a:pPr>
            <a:r>
              <a:rPr lang="en-US" altLang="en-US" sz="3200" dirty="0" smtClean="0">
                <a:latin typeface="Arial" panose="020B0604020202020204" pitchFamily="34" charset="0"/>
              </a:rPr>
              <a:t>L-&gt;head=l-&gt;head-</a:t>
            </a:r>
            <a:r>
              <a:rPr lang="en-US" altLang="en-US" sz="3200" dirty="0">
                <a:latin typeface="Arial" panose="020B0604020202020204" pitchFamily="34" charset="0"/>
              </a:rPr>
              <a:t>&gt;next;// </a:t>
            </a:r>
            <a:r>
              <a:rPr lang="en-US" altLang="en-US" sz="3200" dirty="0" err="1">
                <a:latin typeface="Arial" panose="020B0604020202020204" pitchFamily="34" charset="0"/>
              </a:rPr>
              <a:t>đầu</a:t>
            </a:r>
            <a:r>
              <a:rPr lang="en-US" altLang="en-US" sz="3200" dirty="0">
                <a:latin typeface="Arial" panose="020B0604020202020204" pitchFamily="34" charset="0"/>
              </a:rPr>
              <a:t> </a:t>
            </a:r>
            <a:r>
              <a:rPr lang="en-US" altLang="en-US" sz="3200" dirty="0" err="1">
                <a:latin typeface="Arial" panose="020B0604020202020204" pitchFamily="34" charset="0"/>
              </a:rPr>
              <a:t>trỏ</a:t>
            </a:r>
            <a:r>
              <a:rPr lang="en-US" altLang="en-US" sz="3200" dirty="0">
                <a:latin typeface="Arial" panose="020B0604020202020204" pitchFamily="34" charset="0"/>
              </a:rPr>
              <a:t> sang </a:t>
            </a:r>
            <a:r>
              <a:rPr lang="en-US" altLang="en-US" sz="3200" dirty="0" err="1">
                <a:latin typeface="Arial" panose="020B0604020202020204" pitchFamily="34" charset="0"/>
              </a:rPr>
              <a:t>bên</a:t>
            </a:r>
            <a:r>
              <a:rPr lang="en-US" altLang="en-US" sz="3200" dirty="0">
                <a:latin typeface="Arial" panose="020B0604020202020204" pitchFamily="34" charset="0"/>
              </a:rPr>
              <a:t> </a:t>
            </a:r>
            <a:r>
              <a:rPr lang="en-US" altLang="en-US" sz="3200" dirty="0" err="1">
                <a:latin typeface="Arial" panose="020B0604020202020204" pitchFamily="34" charset="0"/>
              </a:rPr>
              <a:t>cạnh</a:t>
            </a:r>
            <a:endParaRPr lang="en-US" altLang="en-US" sz="3200" dirty="0">
              <a:latin typeface="Arial" panose="020B0604020202020204" pitchFamily="34" charset="0"/>
            </a:endParaRPr>
          </a:p>
          <a:p>
            <a:pPr marL="914400" lvl="2" indent="0">
              <a:buNone/>
            </a:pPr>
            <a:r>
              <a:rPr lang="en-US" altLang="en-US" sz="3200" dirty="0">
                <a:latin typeface="Arial" panose="020B0604020202020204" pitchFamily="34" charset="0"/>
              </a:rPr>
              <a:t>Delete p;// </a:t>
            </a:r>
            <a:r>
              <a:rPr lang="en-US" altLang="en-US" sz="3200" dirty="0" err="1">
                <a:latin typeface="Arial" panose="020B0604020202020204" pitchFamily="34" charset="0"/>
              </a:rPr>
              <a:t>xóa</a:t>
            </a:r>
            <a:r>
              <a:rPr lang="en-US" altLang="en-US" sz="3200" dirty="0">
                <a:latin typeface="Arial" panose="020B0604020202020204" pitchFamily="34" charset="0"/>
              </a:rPr>
              <a:t> p</a:t>
            </a:r>
          </a:p>
          <a:p>
            <a:r>
              <a:rPr lang="en-US" altLang="en-US" dirty="0"/>
              <a:t>}</a:t>
            </a:r>
          </a:p>
          <a:p>
            <a:endParaRPr lang="en-US" altLang="en-US" dirty="0"/>
          </a:p>
        </p:txBody>
      </p:sp>
      <p:sp>
        <p:nvSpPr>
          <p:cNvPr id="51203" name="Rectangle 2">
            <a:extLst>
              <a:ext uri="{FF2B5EF4-FFF2-40B4-BE49-F238E27FC236}">
                <a16:creationId xmlns:a16="http://schemas.microsoft.com/office/drawing/2014/main" id="{F9112792-AF5B-4374-80BB-181166B5D327}"/>
              </a:ext>
            </a:extLst>
          </p:cNvPr>
          <p:cNvSpPr>
            <a:spLocks noChangeArrowheads="1"/>
          </p:cNvSpPr>
          <p:nvPr/>
        </p:nvSpPr>
        <p:spPr bwMode="auto">
          <a:xfrm>
            <a:off x="1524000" y="-354013"/>
            <a:ext cx="184150" cy="7080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2000"/>
              <a:t/>
            </a:r>
            <a:br>
              <a:rPr lang="en-US" altLang="en-US" sz="2000"/>
            </a:br>
            <a:endParaRPr lang="en-US" altLang="en-US" sz="2000"/>
          </a:p>
        </p:txBody>
      </p:sp>
      <p:sp>
        <p:nvSpPr>
          <p:cNvPr id="51205" name="TextBox 2">
            <a:extLst>
              <a:ext uri="{FF2B5EF4-FFF2-40B4-BE49-F238E27FC236}">
                <a16:creationId xmlns:a16="http://schemas.microsoft.com/office/drawing/2014/main" id="{4300BB1B-599E-4401-BC6C-A40F3A533A08}"/>
              </a:ext>
            </a:extLst>
          </p:cNvPr>
          <p:cNvSpPr txBox="1">
            <a:spLocks noChangeArrowheads="1"/>
          </p:cNvSpPr>
          <p:nvPr/>
        </p:nvSpPr>
        <p:spPr bwMode="auto">
          <a:xfrm>
            <a:off x="2316164" y="1477964"/>
            <a:ext cx="460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endParaRPr lang="en-US" altLang="en-US" sz="180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a:extLst>
              <a:ext uri="{FF2B5EF4-FFF2-40B4-BE49-F238E27FC236}">
                <a16:creationId xmlns:a16="http://schemas.microsoft.com/office/drawing/2014/main" id="{032B4C63-A519-481F-AC9D-773E47EF8948}"/>
              </a:ext>
            </a:extLst>
          </p:cNvPr>
          <p:cNvSpPr>
            <a:spLocks noGrp="1" noChangeArrowheads="1"/>
          </p:cNvSpPr>
          <p:nvPr>
            <p:ph type="title"/>
          </p:nvPr>
        </p:nvSpPr>
        <p:spPr/>
        <p:txBody>
          <a:bodyPr/>
          <a:lstStyle/>
          <a:p>
            <a:r>
              <a:rPr lang="en-US" altLang="en-US"/>
              <a:t>Xóa cuối danh sách</a:t>
            </a:r>
          </a:p>
        </p:txBody>
      </p:sp>
      <p:sp>
        <p:nvSpPr>
          <p:cNvPr id="53252" name="Content Placeholder 2">
            <a:extLst>
              <a:ext uri="{FF2B5EF4-FFF2-40B4-BE49-F238E27FC236}">
                <a16:creationId xmlns:a16="http://schemas.microsoft.com/office/drawing/2014/main" id="{1E930FA5-5EF1-4E86-8116-F9E52369271C}"/>
              </a:ext>
            </a:extLst>
          </p:cNvPr>
          <p:cNvSpPr>
            <a:spLocks noGrp="1" noChangeArrowheads="1"/>
          </p:cNvSpPr>
          <p:nvPr>
            <p:ph idx="1"/>
          </p:nvPr>
        </p:nvSpPr>
        <p:spPr/>
        <p:txBody>
          <a:bodyPr>
            <a:normAutofit fontScale="85000" lnSpcReduction="20000"/>
          </a:bodyPr>
          <a:lstStyle/>
          <a:p>
            <a:r>
              <a:rPr lang="en-US" altLang="en-US" sz="2000" dirty="0"/>
              <a:t>Void </a:t>
            </a:r>
            <a:r>
              <a:rPr lang="en-US" altLang="en-US" sz="2000" dirty="0" err="1"/>
              <a:t>xoacuoi</a:t>
            </a:r>
            <a:r>
              <a:rPr lang="en-US" altLang="en-US" sz="2000" dirty="0"/>
              <a:t>(list </a:t>
            </a:r>
            <a:r>
              <a:rPr lang="en-US" altLang="en-US" sz="2000" dirty="0" smtClean="0"/>
              <a:t>*l</a:t>
            </a:r>
            <a:r>
              <a:rPr lang="en-US" altLang="en-US" sz="2000" dirty="0"/>
              <a:t>)</a:t>
            </a:r>
          </a:p>
          <a:p>
            <a:r>
              <a:rPr lang="en-US" altLang="en-US" sz="2000" dirty="0"/>
              <a:t>{</a:t>
            </a:r>
          </a:p>
          <a:p>
            <a:pPr marL="457200" lvl="1" indent="0">
              <a:buNone/>
            </a:pPr>
            <a:r>
              <a:rPr lang="en-US" altLang="en-US" dirty="0">
                <a:latin typeface="Arial" panose="020B0604020202020204" pitchFamily="34" charset="0"/>
              </a:rPr>
              <a:t>	Node *p; //p </a:t>
            </a:r>
            <a:r>
              <a:rPr lang="en-US" altLang="en-US" dirty="0" err="1">
                <a:latin typeface="Arial" panose="020B0604020202020204" pitchFamily="34" charset="0"/>
              </a:rPr>
              <a:t>là</a:t>
            </a:r>
            <a:r>
              <a:rPr lang="en-US" altLang="en-US" dirty="0">
                <a:latin typeface="Arial" panose="020B0604020202020204" pitchFamily="34" charset="0"/>
              </a:rPr>
              <a:t> node </a:t>
            </a:r>
            <a:r>
              <a:rPr lang="en-US" altLang="en-US" dirty="0" err="1">
                <a:latin typeface="Arial" panose="020B0604020202020204" pitchFamily="34" charset="0"/>
              </a:rPr>
              <a:t>nằm</a:t>
            </a:r>
            <a:r>
              <a:rPr lang="en-US" altLang="en-US" dirty="0">
                <a:latin typeface="Arial" panose="020B0604020202020204" pitchFamily="34" charset="0"/>
              </a:rPr>
              <a:t> </a:t>
            </a:r>
            <a:r>
              <a:rPr lang="en-US" altLang="en-US" dirty="0" err="1">
                <a:latin typeface="Arial" panose="020B0604020202020204" pitchFamily="34" charset="0"/>
              </a:rPr>
              <a:t>trước</a:t>
            </a:r>
            <a:r>
              <a:rPr lang="en-US" altLang="en-US" dirty="0">
                <a:latin typeface="Arial" panose="020B0604020202020204" pitchFamily="34" charset="0"/>
              </a:rPr>
              <a:t> tail </a:t>
            </a:r>
            <a:r>
              <a:rPr lang="en-US" altLang="en-US" dirty="0" err="1">
                <a:latin typeface="Arial" panose="020B0604020202020204" pitchFamily="34" charset="0"/>
              </a:rPr>
              <a:t>tìm</a:t>
            </a:r>
            <a:r>
              <a:rPr lang="en-US" altLang="en-US" dirty="0">
                <a:latin typeface="Arial" panose="020B0604020202020204" pitchFamily="34" charset="0"/>
              </a:rPr>
              <a:t> </a:t>
            </a:r>
            <a:r>
              <a:rPr lang="en-US" altLang="en-US" dirty="0" err="1">
                <a:latin typeface="Arial" panose="020B0604020202020204" pitchFamily="34" charset="0"/>
              </a:rPr>
              <a:t>thấy</a:t>
            </a:r>
            <a:endParaRPr lang="en-US" altLang="en-US" dirty="0">
              <a:latin typeface="Arial" panose="020B0604020202020204" pitchFamily="34" charset="0"/>
            </a:endParaRPr>
          </a:p>
          <a:p>
            <a:pPr marL="457200" lvl="1" indent="0">
              <a:buNone/>
            </a:pPr>
            <a:r>
              <a:rPr lang="en-US" altLang="en-US" dirty="0">
                <a:latin typeface="Arial" panose="020B0604020202020204" pitchFamily="34" charset="0"/>
              </a:rPr>
              <a:t>For(Node *k=</a:t>
            </a:r>
            <a:r>
              <a:rPr lang="en-US" altLang="en-US" dirty="0" err="1">
                <a:latin typeface="Arial" panose="020B0604020202020204" pitchFamily="34" charset="0"/>
              </a:rPr>
              <a:t>l.head</a:t>
            </a:r>
            <a:r>
              <a:rPr lang="en-US" altLang="en-US" dirty="0">
                <a:latin typeface="Arial" panose="020B0604020202020204" pitchFamily="34" charset="0"/>
              </a:rPr>
              <a:t>; k!=null; k=k-&gt;next)</a:t>
            </a:r>
          </a:p>
          <a:p>
            <a:pPr marL="457200" lvl="1" indent="0">
              <a:buNone/>
            </a:pPr>
            <a:r>
              <a:rPr lang="en-US" altLang="en-US" dirty="0">
                <a:latin typeface="Arial" panose="020B0604020202020204" pitchFamily="34" charset="0"/>
              </a:rPr>
              <a:t>{</a:t>
            </a:r>
          </a:p>
          <a:p>
            <a:pPr marL="457200" lvl="1" indent="0">
              <a:buNone/>
            </a:pPr>
            <a:r>
              <a:rPr lang="en-US" altLang="en-US" dirty="0">
                <a:latin typeface="Arial" panose="020B0604020202020204" pitchFamily="34" charset="0"/>
              </a:rPr>
              <a:t>If (k==</a:t>
            </a:r>
            <a:r>
              <a:rPr lang="en-US" altLang="en-US" dirty="0" smtClean="0">
                <a:latin typeface="Arial" panose="020B0604020202020204" pitchFamily="34" charset="0"/>
              </a:rPr>
              <a:t>l-&gt;tail</a:t>
            </a:r>
            <a:r>
              <a:rPr lang="en-US" altLang="en-US" dirty="0">
                <a:latin typeface="Arial" panose="020B0604020202020204" pitchFamily="34" charset="0"/>
              </a:rPr>
              <a:t>)</a:t>
            </a:r>
          </a:p>
          <a:p>
            <a:pPr marL="457200" lvl="1" indent="0">
              <a:buNone/>
            </a:pPr>
            <a:r>
              <a:rPr lang="en-US" altLang="en-US" dirty="0">
                <a:latin typeface="Arial" panose="020B0604020202020204" pitchFamily="34" charset="0"/>
              </a:rPr>
              <a:t>{</a:t>
            </a:r>
          </a:p>
          <a:p>
            <a:pPr marL="457200" lvl="1" indent="0">
              <a:buNone/>
            </a:pPr>
            <a:r>
              <a:rPr lang="en-US" altLang="en-US" dirty="0" smtClean="0">
                <a:latin typeface="Arial" panose="020B0604020202020204" pitchFamily="34" charset="0"/>
              </a:rPr>
              <a:t>L-&gt;tail=p</a:t>
            </a:r>
            <a:r>
              <a:rPr lang="en-US" altLang="en-US" dirty="0">
                <a:latin typeface="Arial" panose="020B0604020202020204" pitchFamily="34" charset="0"/>
              </a:rPr>
              <a:t>;//</a:t>
            </a:r>
            <a:r>
              <a:rPr lang="en-US" altLang="en-US" dirty="0" err="1">
                <a:latin typeface="Arial" panose="020B0604020202020204" pitchFamily="34" charset="0"/>
              </a:rPr>
              <a:t>l.tail</a:t>
            </a:r>
            <a:r>
              <a:rPr lang="en-US" altLang="en-US" dirty="0">
                <a:latin typeface="Arial" panose="020B0604020202020204" pitchFamily="34" charset="0"/>
              </a:rPr>
              <a:t> </a:t>
            </a:r>
            <a:r>
              <a:rPr lang="en-US" altLang="en-US" dirty="0" err="1">
                <a:latin typeface="Arial" panose="020B0604020202020204" pitchFamily="34" charset="0"/>
              </a:rPr>
              <a:t>trỏ</a:t>
            </a:r>
            <a:r>
              <a:rPr lang="en-US" altLang="en-US" dirty="0">
                <a:latin typeface="Arial" panose="020B0604020202020204" pitchFamily="34" charset="0"/>
              </a:rPr>
              <a:t> </a:t>
            </a:r>
            <a:r>
              <a:rPr lang="en-US" altLang="en-US" dirty="0" err="1">
                <a:latin typeface="Arial" panose="020B0604020202020204" pitchFamily="34" charset="0"/>
              </a:rPr>
              <a:t>vào</a:t>
            </a:r>
            <a:r>
              <a:rPr lang="en-US" altLang="en-US" dirty="0">
                <a:latin typeface="Arial" panose="020B0604020202020204" pitchFamily="34" charset="0"/>
              </a:rPr>
              <a:t> n</a:t>
            </a:r>
            <a:r>
              <a:rPr lang="vi-VN" altLang="en-US" dirty="0">
                <a:latin typeface="Arial" panose="020B0604020202020204" pitchFamily="34" charset="0"/>
              </a:rPr>
              <a:t>ơ</a:t>
            </a:r>
            <a:r>
              <a:rPr lang="en-US" altLang="en-US" dirty="0" err="1">
                <a:latin typeface="Arial" panose="020B0604020202020204" pitchFamily="34" charset="0"/>
              </a:rPr>
              <a:t>i</a:t>
            </a:r>
            <a:r>
              <a:rPr lang="en-US" altLang="en-US" dirty="0">
                <a:latin typeface="Arial" panose="020B0604020202020204" pitchFamily="34" charset="0"/>
              </a:rPr>
              <a:t> p </a:t>
            </a:r>
            <a:r>
              <a:rPr lang="en-US" altLang="en-US" dirty="0" err="1">
                <a:latin typeface="Arial" panose="020B0604020202020204" pitchFamily="34" charset="0"/>
              </a:rPr>
              <a:t>trỏ</a:t>
            </a:r>
            <a:endParaRPr lang="en-US" altLang="en-US" dirty="0">
              <a:latin typeface="Arial" panose="020B0604020202020204" pitchFamily="34" charset="0"/>
            </a:endParaRPr>
          </a:p>
          <a:p>
            <a:pPr marL="457200" lvl="1" indent="0">
              <a:buNone/>
            </a:pPr>
            <a:r>
              <a:rPr lang="en-US" altLang="en-US" dirty="0" smtClean="0">
                <a:latin typeface="Arial" panose="020B0604020202020204" pitchFamily="34" charset="0"/>
              </a:rPr>
              <a:t>L-&gt;tail-</a:t>
            </a:r>
            <a:r>
              <a:rPr lang="en-US" altLang="en-US" dirty="0">
                <a:latin typeface="Arial" panose="020B0604020202020204" pitchFamily="34" charset="0"/>
              </a:rPr>
              <a:t>&gt;next=null;</a:t>
            </a:r>
          </a:p>
          <a:p>
            <a:pPr marL="457200" lvl="1" indent="0">
              <a:buNone/>
            </a:pPr>
            <a:r>
              <a:rPr lang="en-US" altLang="en-US" dirty="0">
                <a:latin typeface="Arial" panose="020B0604020202020204" pitchFamily="34" charset="0"/>
              </a:rPr>
              <a:t>f</a:t>
            </a:r>
            <a:r>
              <a:rPr lang="en-US" altLang="en-US" dirty="0" smtClean="0">
                <a:latin typeface="Arial" panose="020B0604020202020204" pitchFamily="34" charset="0"/>
              </a:rPr>
              <a:t>ree(k);//</a:t>
            </a:r>
            <a:r>
              <a:rPr lang="en-US" altLang="en-US" dirty="0" err="1" smtClean="0">
                <a:latin typeface="Arial" panose="020B0604020202020204" pitchFamily="34" charset="0"/>
              </a:rPr>
              <a:t>trong</a:t>
            </a:r>
            <a:r>
              <a:rPr lang="en-US" altLang="en-US" dirty="0" smtClean="0">
                <a:latin typeface="Arial" panose="020B0604020202020204" pitchFamily="34" charset="0"/>
              </a:rPr>
              <a:t> C++ </a:t>
            </a:r>
            <a:r>
              <a:rPr lang="en-US" altLang="en-US" dirty="0" err="1" smtClean="0">
                <a:latin typeface="Arial" panose="020B0604020202020204" pitchFamily="34" charset="0"/>
              </a:rPr>
              <a:t>dùng</a:t>
            </a:r>
            <a:r>
              <a:rPr lang="en-US" altLang="en-US" dirty="0" smtClean="0">
                <a:latin typeface="Arial" panose="020B0604020202020204" pitchFamily="34" charset="0"/>
              </a:rPr>
              <a:t> Delete </a:t>
            </a:r>
            <a:r>
              <a:rPr lang="en-US" altLang="en-US" dirty="0">
                <a:latin typeface="Arial" panose="020B0604020202020204" pitchFamily="34" charset="0"/>
              </a:rPr>
              <a:t>k;</a:t>
            </a:r>
          </a:p>
          <a:p>
            <a:pPr marL="457200" lvl="1" indent="0">
              <a:buNone/>
            </a:pPr>
            <a:r>
              <a:rPr lang="en-US" altLang="en-US" dirty="0">
                <a:latin typeface="Arial" panose="020B0604020202020204" pitchFamily="34" charset="0"/>
              </a:rPr>
              <a:t>Return;}</a:t>
            </a:r>
          </a:p>
          <a:p>
            <a:pPr marL="457200" lvl="1" indent="0">
              <a:buNone/>
            </a:pPr>
            <a:r>
              <a:rPr lang="en-US" altLang="en-US" dirty="0">
                <a:latin typeface="Arial" panose="020B0604020202020204" pitchFamily="34" charset="0"/>
              </a:rPr>
              <a:t>p</a:t>
            </a:r>
            <a:r>
              <a:rPr lang="en-US" altLang="en-US" dirty="0" smtClean="0">
                <a:latin typeface="Arial" panose="020B0604020202020204" pitchFamily="34" charset="0"/>
              </a:rPr>
              <a:t>=k</a:t>
            </a:r>
            <a:r>
              <a:rPr lang="en-US" altLang="en-US" dirty="0">
                <a:latin typeface="Arial" panose="020B0604020202020204" pitchFamily="34" charset="0"/>
              </a:rPr>
              <a:t>; p </a:t>
            </a:r>
            <a:r>
              <a:rPr lang="en-US" altLang="en-US" dirty="0" err="1">
                <a:latin typeface="Arial" panose="020B0604020202020204" pitchFamily="34" charset="0"/>
              </a:rPr>
              <a:t>là</a:t>
            </a:r>
            <a:r>
              <a:rPr lang="en-US" altLang="en-US" dirty="0">
                <a:latin typeface="Arial" panose="020B0604020202020204" pitchFamily="34" charset="0"/>
              </a:rPr>
              <a:t> node tr</a:t>
            </a:r>
            <a:r>
              <a:rPr lang="vi-VN" altLang="en-US" dirty="0">
                <a:latin typeface="Arial" panose="020B0604020202020204" pitchFamily="34" charset="0"/>
              </a:rPr>
              <a:t>ư</a:t>
            </a:r>
            <a:r>
              <a:rPr lang="en-US" altLang="en-US" dirty="0" err="1">
                <a:latin typeface="Arial" panose="020B0604020202020204" pitchFamily="34" charset="0"/>
              </a:rPr>
              <a:t>ớc</a:t>
            </a:r>
            <a:r>
              <a:rPr lang="en-US" altLang="en-US" dirty="0">
                <a:latin typeface="Arial" panose="020B0604020202020204" pitchFamily="34" charset="0"/>
              </a:rPr>
              <a:t> k</a:t>
            </a:r>
          </a:p>
          <a:p>
            <a:pPr marL="457200" lvl="1" indent="0">
              <a:buNone/>
            </a:pPr>
            <a:r>
              <a:rPr lang="en-US" altLang="en-US" dirty="0">
                <a:latin typeface="Arial" panose="020B0604020202020204" pitchFamily="34" charset="0"/>
              </a:rPr>
              <a:t>}</a:t>
            </a:r>
          </a:p>
          <a:p>
            <a:r>
              <a:rPr lang="en-US" altLang="en-US" sz="2000" dirty="0"/>
              <a:t>}</a:t>
            </a:r>
          </a:p>
        </p:txBody>
      </p:sp>
      <p:sp>
        <p:nvSpPr>
          <p:cNvPr id="53251" name="Rectangle 2">
            <a:extLst>
              <a:ext uri="{FF2B5EF4-FFF2-40B4-BE49-F238E27FC236}">
                <a16:creationId xmlns:a16="http://schemas.microsoft.com/office/drawing/2014/main" id="{126E5BD4-D64F-479B-93CC-8F723559519B}"/>
              </a:ext>
            </a:extLst>
          </p:cNvPr>
          <p:cNvSpPr>
            <a:spLocks noChangeArrowheads="1"/>
          </p:cNvSpPr>
          <p:nvPr/>
        </p:nvSpPr>
        <p:spPr bwMode="auto">
          <a:xfrm>
            <a:off x="1524001" y="-3231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1800"/>
              <a:t/>
            </a:r>
            <a:br>
              <a:rPr lang="en-US" altLang="en-US" sz="1800"/>
            </a:br>
            <a:endParaRPr lang="en-US" altLang="en-US" sz="180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F4A48031-67DB-4303-88FC-E807624AF9F9}"/>
              </a:ext>
            </a:extLst>
          </p:cNvPr>
          <p:cNvSpPr>
            <a:spLocks noGrp="1" noChangeArrowheads="1"/>
          </p:cNvSpPr>
          <p:nvPr>
            <p:ph type="title"/>
          </p:nvPr>
        </p:nvSpPr>
        <p:spPr/>
        <p:txBody>
          <a:bodyPr/>
          <a:lstStyle/>
          <a:p>
            <a:pPr eaLnBrk="1" hangingPunct="1"/>
            <a:r>
              <a:rPr lang="en-US" altLang="en-US" sz="3400"/>
              <a:t>Xóa 1 node p đứng sau node q</a:t>
            </a:r>
          </a:p>
        </p:txBody>
      </p:sp>
      <p:sp>
        <p:nvSpPr>
          <p:cNvPr id="54275" name="Rectangle 3">
            <a:extLst>
              <a:ext uri="{FF2B5EF4-FFF2-40B4-BE49-F238E27FC236}">
                <a16:creationId xmlns:a16="http://schemas.microsoft.com/office/drawing/2014/main" id="{ABD8CCD3-FF89-4E5D-B2F4-D6C81288269C}"/>
              </a:ext>
            </a:extLst>
          </p:cNvPr>
          <p:cNvSpPr>
            <a:spLocks noGrp="1" noChangeArrowheads="1"/>
          </p:cNvSpPr>
          <p:nvPr>
            <p:ph idx="1"/>
          </p:nvPr>
        </p:nvSpPr>
        <p:spPr>
          <a:xfrm>
            <a:off x="2090738" y="1752600"/>
            <a:ext cx="8001000" cy="2667000"/>
          </a:xfrm>
        </p:spPr>
        <p:txBody>
          <a:bodyPr/>
          <a:lstStyle/>
          <a:p>
            <a:pPr eaLnBrk="1" hangingPunct="1">
              <a:lnSpc>
                <a:spcPct val="90000"/>
              </a:lnSpc>
            </a:pPr>
            <a:endParaRPr lang="en-US" altLang="en-US" sz="2600"/>
          </a:p>
        </p:txBody>
      </p:sp>
      <p:sp>
        <p:nvSpPr>
          <p:cNvPr id="54276" name="Rectangle 76">
            <a:extLst>
              <a:ext uri="{FF2B5EF4-FFF2-40B4-BE49-F238E27FC236}">
                <a16:creationId xmlns:a16="http://schemas.microsoft.com/office/drawing/2014/main" id="{808EDEE8-64EE-4173-85D0-A8F0C3237E83}"/>
              </a:ext>
            </a:extLst>
          </p:cNvPr>
          <p:cNvSpPr>
            <a:spLocks noChangeAspect="1" noChangeArrowheads="1"/>
          </p:cNvSpPr>
          <p:nvPr/>
        </p:nvSpPr>
        <p:spPr bwMode="auto">
          <a:xfrm>
            <a:off x="5359401" y="5297488"/>
            <a:ext cx="176213" cy="525462"/>
          </a:xfrm>
          <a:prstGeom prst="rect">
            <a:avLst/>
          </a:prstGeom>
          <a:solidFill>
            <a:srgbClr val="FFFFFF"/>
          </a:solidFill>
          <a:ln w="9525">
            <a:solidFill>
              <a:srgbClr val="000000"/>
            </a:solidFill>
            <a:miter lim="800000"/>
            <a:headEnd/>
            <a:tailEnd/>
          </a:ln>
        </p:spPr>
        <p:txBody>
          <a:bodyPr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54277" name="Rectangle 77">
            <a:extLst>
              <a:ext uri="{FF2B5EF4-FFF2-40B4-BE49-F238E27FC236}">
                <a16:creationId xmlns:a16="http://schemas.microsoft.com/office/drawing/2014/main" id="{6C992083-BD86-4325-8637-CE93C9A2B856}"/>
              </a:ext>
            </a:extLst>
          </p:cNvPr>
          <p:cNvSpPr>
            <a:spLocks noChangeAspect="1" noChangeArrowheads="1"/>
          </p:cNvSpPr>
          <p:nvPr/>
        </p:nvSpPr>
        <p:spPr bwMode="auto">
          <a:xfrm>
            <a:off x="7054851" y="5297488"/>
            <a:ext cx="174625" cy="525462"/>
          </a:xfrm>
          <a:prstGeom prst="rect">
            <a:avLst/>
          </a:prstGeom>
          <a:solidFill>
            <a:srgbClr val="FFFFFF"/>
          </a:solidFill>
          <a:ln w="9525">
            <a:solidFill>
              <a:srgbClr val="000000"/>
            </a:solidFill>
            <a:miter lim="800000"/>
            <a:headEnd/>
            <a:tailEnd/>
          </a:ln>
        </p:spPr>
        <p:txBody>
          <a:bodyPr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54278" name="Rectangle 78">
            <a:extLst>
              <a:ext uri="{FF2B5EF4-FFF2-40B4-BE49-F238E27FC236}">
                <a16:creationId xmlns:a16="http://schemas.microsoft.com/office/drawing/2014/main" id="{2F6773D2-53EF-4125-96ED-7294387D8EAB}"/>
              </a:ext>
            </a:extLst>
          </p:cNvPr>
          <p:cNvSpPr>
            <a:spLocks noChangeAspect="1" noChangeArrowheads="1"/>
          </p:cNvSpPr>
          <p:nvPr/>
        </p:nvSpPr>
        <p:spPr bwMode="auto">
          <a:xfrm>
            <a:off x="8166101" y="5297488"/>
            <a:ext cx="176213" cy="525462"/>
          </a:xfrm>
          <a:prstGeom prst="rect">
            <a:avLst/>
          </a:prstGeom>
          <a:solidFill>
            <a:srgbClr val="FFFFFF"/>
          </a:solidFill>
          <a:ln w="9525">
            <a:solidFill>
              <a:srgbClr val="000000"/>
            </a:solidFill>
            <a:miter lim="800000"/>
            <a:headEnd/>
            <a:tailEnd/>
          </a:ln>
        </p:spPr>
        <p:txBody>
          <a:bodyPr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54279" name="Rectangle 79">
            <a:extLst>
              <a:ext uri="{FF2B5EF4-FFF2-40B4-BE49-F238E27FC236}">
                <a16:creationId xmlns:a16="http://schemas.microsoft.com/office/drawing/2014/main" id="{B55FD2AC-4374-4BA4-BEA3-7B42CE6BF081}"/>
              </a:ext>
            </a:extLst>
          </p:cNvPr>
          <p:cNvSpPr>
            <a:spLocks noChangeAspect="1" noChangeArrowheads="1"/>
          </p:cNvSpPr>
          <p:nvPr/>
        </p:nvSpPr>
        <p:spPr bwMode="auto">
          <a:xfrm>
            <a:off x="9286876" y="5297488"/>
            <a:ext cx="176213" cy="525462"/>
          </a:xfrm>
          <a:prstGeom prst="rect">
            <a:avLst/>
          </a:prstGeom>
          <a:solidFill>
            <a:srgbClr val="FFFFFF"/>
          </a:solidFill>
          <a:ln w="9525">
            <a:solidFill>
              <a:srgbClr val="000000"/>
            </a:solidFill>
            <a:miter lim="800000"/>
            <a:headEnd/>
            <a:tailEnd/>
          </a:ln>
        </p:spPr>
        <p:txBody>
          <a:bodyPr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54280" name="Oval 80">
            <a:extLst>
              <a:ext uri="{FF2B5EF4-FFF2-40B4-BE49-F238E27FC236}">
                <a16:creationId xmlns:a16="http://schemas.microsoft.com/office/drawing/2014/main" id="{8583C893-1802-4391-8439-15A216D3F0B7}"/>
              </a:ext>
            </a:extLst>
          </p:cNvPr>
          <p:cNvSpPr>
            <a:spLocks noChangeAspect="1" noChangeArrowheads="1"/>
          </p:cNvSpPr>
          <p:nvPr/>
        </p:nvSpPr>
        <p:spPr bwMode="auto">
          <a:xfrm>
            <a:off x="2889250" y="5378450"/>
            <a:ext cx="420688" cy="361950"/>
          </a:xfrm>
          <a:prstGeom prst="ellipse">
            <a:avLst/>
          </a:prstGeom>
          <a:gradFill rotWithShape="0">
            <a:gsLst>
              <a:gs pos="0">
                <a:srgbClr val="000080"/>
              </a:gs>
              <a:gs pos="100000">
                <a:srgbClr val="3366FF"/>
              </a:gs>
            </a:gsLst>
            <a:path path="shape">
              <a:fillToRect l="50000" t="50000" r="50000" b="50000"/>
            </a:path>
          </a:gradFill>
          <a:ln w="9525">
            <a:solidFill>
              <a:srgbClr val="000000"/>
            </a:solidFill>
            <a:round/>
            <a:headEnd/>
            <a:tailEnd/>
          </a:ln>
        </p:spPr>
        <p:txBody>
          <a:bodyPr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54281" name="Rectangle 81">
            <a:extLst>
              <a:ext uri="{FF2B5EF4-FFF2-40B4-BE49-F238E27FC236}">
                <a16:creationId xmlns:a16="http://schemas.microsoft.com/office/drawing/2014/main" id="{5360EC4B-9857-4133-B4D9-F1334764145D}"/>
              </a:ext>
            </a:extLst>
          </p:cNvPr>
          <p:cNvSpPr>
            <a:spLocks noChangeAspect="1" noChangeArrowheads="1"/>
          </p:cNvSpPr>
          <p:nvPr/>
        </p:nvSpPr>
        <p:spPr bwMode="auto">
          <a:xfrm>
            <a:off x="9777414" y="5419725"/>
            <a:ext cx="280987" cy="279400"/>
          </a:xfrm>
          <a:prstGeom prst="rect">
            <a:avLst/>
          </a:prstGeom>
          <a:gradFill rotWithShape="0">
            <a:gsLst>
              <a:gs pos="0">
                <a:srgbClr val="FF0000"/>
              </a:gs>
              <a:gs pos="100000">
                <a:srgbClr val="760000"/>
              </a:gs>
            </a:gsLst>
            <a:lin ang="2700000" scaled="1"/>
          </a:gradFill>
          <a:ln w="9525">
            <a:solidFill>
              <a:srgbClr val="000000"/>
            </a:solidFill>
            <a:miter lim="800000"/>
            <a:headEnd/>
            <a:tailEnd/>
          </a:ln>
        </p:spPr>
        <p:txBody>
          <a:bodyPr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54282" name="Line 82">
            <a:extLst>
              <a:ext uri="{FF2B5EF4-FFF2-40B4-BE49-F238E27FC236}">
                <a16:creationId xmlns:a16="http://schemas.microsoft.com/office/drawing/2014/main" id="{B8636D30-6E85-49FC-A8D9-546920450E7F}"/>
              </a:ext>
            </a:extLst>
          </p:cNvPr>
          <p:cNvSpPr>
            <a:spLocks noChangeAspect="1" noChangeShapeType="1"/>
          </p:cNvSpPr>
          <p:nvPr/>
        </p:nvSpPr>
        <p:spPr bwMode="auto">
          <a:xfrm>
            <a:off x="3114676" y="5564188"/>
            <a:ext cx="492125" cy="0"/>
          </a:xfrm>
          <a:prstGeom prst="line">
            <a:avLst/>
          </a:prstGeom>
          <a:noFill/>
          <a:ln w="15875">
            <a:solidFill>
              <a:srgbClr val="000000"/>
            </a:solidFill>
            <a:round/>
            <a:headEnd/>
            <a:tailEnd type="stealth" w="med" len="med"/>
          </a:ln>
          <a:extLst>
            <a:ext uri="{909E8E84-426E-40DD-AFC4-6F175D3DCCD1}">
              <a14:hiddenFill xmlns:a14="http://schemas.microsoft.com/office/drawing/2010/main">
                <a:noFill/>
              </a14:hiddenFill>
            </a:ext>
          </a:extLst>
        </p:spPr>
        <p:txBody>
          <a:bodyPr anchor="ctr"/>
          <a:lstStyle/>
          <a:p>
            <a:endParaRPr lang="en-US"/>
          </a:p>
        </p:txBody>
      </p:sp>
      <p:grpSp>
        <p:nvGrpSpPr>
          <p:cNvPr id="54283" name="Group 83">
            <a:extLst>
              <a:ext uri="{FF2B5EF4-FFF2-40B4-BE49-F238E27FC236}">
                <a16:creationId xmlns:a16="http://schemas.microsoft.com/office/drawing/2014/main" id="{8695ED00-54D9-41F6-9362-59F710F92295}"/>
              </a:ext>
            </a:extLst>
          </p:cNvPr>
          <p:cNvGrpSpPr>
            <a:grpSpLocks noChangeAspect="1"/>
          </p:cNvGrpSpPr>
          <p:nvPr/>
        </p:nvGrpSpPr>
        <p:grpSpPr bwMode="auto">
          <a:xfrm>
            <a:off x="3598863" y="5297488"/>
            <a:ext cx="1122362" cy="525462"/>
            <a:chOff x="2595" y="3361"/>
            <a:chExt cx="884" cy="414"/>
          </a:xfrm>
        </p:grpSpPr>
        <p:sp>
          <p:nvSpPr>
            <p:cNvPr id="54301" name="Rectangle 84">
              <a:extLst>
                <a:ext uri="{FF2B5EF4-FFF2-40B4-BE49-F238E27FC236}">
                  <a16:creationId xmlns:a16="http://schemas.microsoft.com/office/drawing/2014/main" id="{E111D6C9-DEB9-49C0-8A24-9A00A214E6B8}"/>
                </a:ext>
              </a:extLst>
            </p:cNvPr>
            <p:cNvSpPr>
              <a:spLocks noChangeAspect="1" noChangeArrowheads="1"/>
            </p:cNvSpPr>
            <p:nvPr/>
          </p:nvSpPr>
          <p:spPr bwMode="auto">
            <a:xfrm>
              <a:off x="3105" y="3361"/>
              <a:ext cx="138" cy="414"/>
            </a:xfrm>
            <a:prstGeom prst="rect">
              <a:avLst/>
            </a:prstGeom>
            <a:solidFill>
              <a:srgbClr val="FFFFFF"/>
            </a:solidFill>
            <a:ln w="9525">
              <a:solidFill>
                <a:srgbClr val="000000"/>
              </a:solidFill>
              <a:miter lim="800000"/>
              <a:headEnd/>
              <a:tailEnd/>
            </a:ln>
          </p:spPr>
          <p:txBody>
            <a:bodyPr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54302" name="Line 85">
              <a:extLst>
                <a:ext uri="{FF2B5EF4-FFF2-40B4-BE49-F238E27FC236}">
                  <a16:creationId xmlns:a16="http://schemas.microsoft.com/office/drawing/2014/main" id="{DD5663D5-0BA8-4FA8-9D0B-FA1C4071C1A7}"/>
                </a:ext>
              </a:extLst>
            </p:cNvPr>
            <p:cNvSpPr>
              <a:spLocks noChangeAspect="1" noChangeShapeType="1"/>
            </p:cNvSpPr>
            <p:nvPr/>
          </p:nvSpPr>
          <p:spPr bwMode="auto">
            <a:xfrm>
              <a:off x="3167" y="3568"/>
              <a:ext cx="312" cy="0"/>
            </a:xfrm>
            <a:prstGeom prst="line">
              <a:avLst/>
            </a:prstGeom>
            <a:noFill/>
            <a:ln w="15875">
              <a:solidFill>
                <a:srgbClr val="000000"/>
              </a:solidFill>
              <a:round/>
              <a:headEnd type="oval" w="med" len="med"/>
              <a:tailEnd type="stealth" w="med" len="med"/>
            </a:ln>
            <a:extLst>
              <a:ext uri="{909E8E84-426E-40DD-AFC4-6F175D3DCCD1}">
                <a14:hiddenFill xmlns:a14="http://schemas.microsoft.com/office/drawing/2010/main">
                  <a:noFill/>
                </a14:hiddenFill>
              </a:ext>
            </a:extLst>
          </p:spPr>
          <p:txBody>
            <a:bodyPr anchor="ctr"/>
            <a:lstStyle/>
            <a:p>
              <a:endParaRPr lang="en-US"/>
            </a:p>
          </p:txBody>
        </p:sp>
        <p:sp>
          <p:nvSpPr>
            <p:cNvPr id="54303" name="Text Box 86">
              <a:extLst>
                <a:ext uri="{FF2B5EF4-FFF2-40B4-BE49-F238E27FC236}">
                  <a16:creationId xmlns:a16="http://schemas.microsoft.com/office/drawing/2014/main" id="{A339EB09-5938-43C6-A561-2ACE07F7C97C}"/>
                </a:ext>
              </a:extLst>
            </p:cNvPr>
            <p:cNvSpPr txBox="1">
              <a:spLocks noChangeAspect="1" noChangeArrowheads="1"/>
            </p:cNvSpPr>
            <p:nvPr/>
          </p:nvSpPr>
          <p:spPr bwMode="auto">
            <a:xfrm>
              <a:off x="2595" y="3361"/>
              <a:ext cx="507" cy="414"/>
            </a:xfrm>
            <a:prstGeom prst="rect">
              <a:avLst/>
            </a:prstGeom>
            <a:gradFill rotWithShape="0">
              <a:gsLst>
                <a:gs pos="0">
                  <a:srgbClr val="767676"/>
                </a:gs>
                <a:gs pos="50000">
                  <a:srgbClr val="FFFFFF"/>
                </a:gs>
                <a:gs pos="100000">
                  <a:srgbClr val="767676"/>
                </a:gs>
              </a:gsLst>
              <a:lin ang="0" scaled="1"/>
            </a:gradFill>
            <a:ln w="9525">
              <a:solidFill>
                <a:srgbClr val="000000"/>
              </a:solidFill>
              <a:miter lim="800000"/>
              <a:headEnd/>
              <a:tailEnd/>
            </a:ln>
          </p:spPr>
          <p:txBody>
            <a:bodyPr lIns="0" tIns="25200" rIns="0" bIns="0"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1800" b="1">
                  <a:latin typeface="VNI-Avo" pitchFamily="2" charset="0"/>
                </a:rPr>
                <a:t>A</a:t>
              </a:r>
            </a:p>
          </p:txBody>
        </p:sp>
      </p:grpSp>
      <p:sp>
        <p:nvSpPr>
          <p:cNvPr id="54284" name="Text Box 87">
            <a:extLst>
              <a:ext uri="{FF2B5EF4-FFF2-40B4-BE49-F238E27FC236}">
                <a16:creationId xmlns:a16="http://schemas.microsoft.com/office/drawing/2014/main" id="{5DE9414C-20A8-4F1C-B7BD-A16FF9CA3C3D}"/>
              </a:ext>
            </a:extLst>
          </p:cNvPr>
          <p:cNvSpPr txBox="1">
            <a:spLocks noChangeAspect="1" noChangeArrowheads="1"/>
          </p:cNvSpPr>
          <p:nvPr/>
        </p:nvSpPr>
        <p:spPr bwMode="auto">
          <a:xfrm>
            <a:off x="4721226" y="5297488"/>
            <a:ext cx="644525" cy="525462"/>
          </a:xfrm>
          <a:prstGeom prst="rect">
            <a:avLst/>
          </a:prstGeom>
          <a:gradFill rotWithShape="0">
            <a:gsLst>
              <a:gs pos="0">
                <a:srgbClr val="767676"/>
              </a:gs>
              <a:gs pos="50000">
                <a:srgbClr val="FFFFFF"/>
              </a:gs>
              <a:gs pos="100000">
                <a:srgbClr val="767676"/>
              </a:gs>
            </a:gsLst>
            <a:lin ang="0" scaled="1"/>
          </a:gradFill>
          <a:ln w="9525">
            <a:solidFill>
              <a:srgbClr val="000000"/>
            </a:solidFill>
            <a:miter lim="800000"/>
            <a:headEnd/>
            <a:tailEnd/>
          </a:ln>
        </p:spPr>
        <p:txBody>
          <a:bodyPr lIns="0" tIns="25200" rIns="0" bIns="0"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1800" b="1">
                <a:latin typeface="VNI-Avo" pitchFamily="2" charset="0"/>
              </a:rPr>
              <a:t>B</a:t>
            </a:r>
          </a:p>
        </p:txBody>
      </p:sp>
      <p:sp>
        <p:nvSpPr>
          <p:cNvPr id="54285" name="Text Box 88">
            <a:extLst>
              <a:ext uri="{FF2B5EF4-FFF2-40B4-BE49-F238E27FC236}">
                <a16:creationId xmlns:a16="http://schemas.microsoft.com/office/drawing/2014/main" id="{0D1B7243-D09E-40A9-B89E-1FB79169AE64}"/>
              </a:ext>
            </a:extLst>
          </p:cNvPr>
          <p:cNvSpPr txBox="1">
            <a:spLocks noChangeAspect="1" noChangeArrowheads="1"/>
          </p:cNvSpPr>
          <p:nvPr/>
        </p:nvSpPr>
        <p:spPr bwMode="auto">
          <a:xfrm>
            <a:off x="6416675" y="5297488"/>
            <a:ext cx="642938" cy="525462"/>
          </a:xfrm>
          <a:prstGeom prst="rect">
            <a:avLst/>
          </a:prstGeom>
          <a:gradFill rotWithShape="0">
            <a:gsLst>
              <a:gs pos="0">
                <a:srgbClr val="767676"/>
              </a:gs>
              <a:gs pos="50000">
                <a:srgbClr val="FFFFFF"/>
              </a:gs>
              <a:gs pos="100000">
                <a:srgbClr val="767676"/>
              </a:gs>
            </a:gsLst>
            <a:lin ang="0" scaled="1"/>
          </a:gradFill>
          <a:ln w="9525">
            <a:solidFill>
              <a:srgbClr val="000000"/>
            </a:solidFill>
            <a:miter lim="800000"/>
            <a:headEnd/>
            <a:tailEnd/>
          </a:ln>
        </p:spPr>
        <p:txBody>
          <a:bodyPr lIns="0" tIns="25200" rIns="0" bIns="0"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1800" b="1">
                <a:latin typeface="VNI-Avo" pitchFamily="2" charset="0"/>
              </a:rPr>
              <a:t>C</a:t>
            </a:r>
          </a:p>
        </p:txBody>
      </p:sp>
      <p:sp>
        <p:nvSpPr>
          <p:cNvPr id="54286" name="Text Box 89">
            <a:extLst>
              <a:ext uri="{FF2B5EF4-FFF2-40B4-BE49-F238E27FC236}">
                <a16:creationId xmlns:a16="http://schemas.microsoft.com/office/drawing/2014/main" id="{2410A779-766E-447D-B145-7DBFC313DA5A}"/>
              </a:ext>
            </a:extLst>
          </p:cNvPr>
          <p:cNvSpPr txBox="1">
            <a:spLocks noChangeAspect="1" noChangeArrowheads="1"/>
          </p:cNvSpPr>
          <p:nvPr/>
        </p:nvSpPr>
        <p:spPr bwMode="auto">
          <a:xfrm>
            <a:off x="7527926" y="5297488"/>
            <a:ext cx="644525" cy="525462"/>
          </a:xfrm>
          <a:prstGeom prst="rect">
            <a:avLst/>
          </a:prstGeom>
          <a:gradFill rotWithShape="0">
            <a:gsLst>
              <a:gs pos="0">
                <a:srgbClr val="767676"/>
              </a:gs>
              <a:gs pos="50000">
                <a:srgbClr val="FFFFFF"/>
              </a:gs>
              <a:gs pos="100000">
                <a:srgbClr val="767676"/>
              </a:gs>
            </a:gsLst>
            <a:lin ang="0" scaled="1"/>
          </a:gradFill>
          <a:ln w="9525">
            <a:solidFill>
              <a:srgbClr val="000000"/>
            </a:solidFill>
            <a:miter lim="800000"/>
            <a:headEnd/>
            <a:tailEnd/>
          </a:ln>
        </p:spPr>
        <p:txBody>
          <a:bodyPr lIns="0" tIns="25200" rIns="0" bIns="0"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1800" b="1">
                <a:latin typeface="VNI-Avo" pitchFamily="2" charset="0"/>
              </a:rPr>
              <a:t>D</a:t>
            </a:r>
          </a:p>
        </p:txBody>
      </p:sp>
      <p:sp>
        <p:nvSpPr>
          <p:cNvPr id="54287" name="Text Box 90">
            <a:extLst>
              <a:ext uri="{FF2B5EF4-FFF2-40B4-BE49-F238E27FC236}">
                <a16:creationId xmlns:a16="http://schemas.microsoft.com/office/drawing/2014/main" id="{2C0B684E-E508-43B6-AACB-5A40484B5373}"/>
              </a:ext>
            </a:extLst>
          </p:cNvPr>
          <p:cNvSpPr txBox="1">
            <a:spLocks noChangeAspect="1" noChangeArrowheads="1"/>
          </p:cNvSpPr>
          <p:nvPr/>
        </p:nvSpPr>
        <p:spPr bwMode="auto">
          <a:xfrm>
            <a:off x="8650289" y="5297488"/>
            <a:ext cx="642937" cy="525462"/>
          </a:xfrm>
          <a:prstGeom prst="rect">
            <a:avLst/>
          </a:prstGeom>
          <a:gradFill rotWithShape="0">
            <a:gsLst>
              <a:gs pos="0">
                <a:srgbClr val="767676"/>
              </a:gs>
              <a:gs pos="50000">
                <a:srgbClr val="FFFFFF"/>
              </a:gs>
              <a:gs pos="100000">
                <a:srgbClr val="767676"/>
              </a:gs>
            </a:gsLst>
            <a:lin ang="0" scaled="1"/>
          </a:gradFill>
          <a:ln w="9525">
            <a:solidFill>
              <a:srgbClr val="000000"/>
            </a:solidFill>
            <a:miter lim="800000"/>
            <a:headEnd/>
            <a:tailEnd/>
          </a:ln>
        </p:spPr>
        <p:txBody>
          <a:bodyPr lIns="0" tIns="25200" rIns="0" bIns="0"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1800" b="1">
                <a:latin typeface="VNI-Avo" pitchFamily="2" charset="0"/>
              </a:rPr>
              <a:t>E</a:t>
            </a:r>
          </a:p>
        </p:txBody>
      </p:sp>
      <p:sp>
        <p:nvSpPr>
          <p:cNvPr id="54288" name="Line 91">
            <a:extLst>
              <a:ext uri="{FF2B5EF4-FFF2-40B4-BE49-F238E27FC236}">
                <a16:creationId xmlns:a16="http://schemas.microsoft.com/office/drawing/2014/main" id="{35D100D3-43C4-42E5-9069-3C9944F0FD71}"/>
              </a:ext>
            </a:extLst>
          </p:cNvPr>
          <p:cNvSpPr>
            <a:spLocks noChangeAspect="1" noChangeShapeType="1"/>
          </p:cNvSpPr>
          <p:nvPr/>
        </p:nvSpPr>
        <p:spPr bwMode="auto">
          <a:xfrm>
            <a:off x="9391651" y="5559425"/>
            <a:ext cx="396875" cy="0"/>
          </a:xfrm>
          <a:prstGeom prst="line">
            <a:avLst/>
          </a:prstGeom>
          <a:noFill/>
          <a:ln w="15875">
            <a:solidFill>
              <a:srgbClr val="000000"/>
            </a:solidFill>
            <a:round/>
            <a:headEnd type="oval" w="med" len="med"/>
            <a:tailEnd type="stealth" w="med" len="med"/>
          </a:ln>
          <a:extLst>
            <a:ext uri="{909E8E84-426E-40DD-AFC4-6F175D3DCCD1}">
              <a14:hiddenFill xmlns:a14="http://schemas.microsoft.com/office/drawing/2010/main">
                <a:noFill/>
              </a14:hiddenFill>
            </a:ext>
          </a:extLst>
        </p:spPr>
        <p:txBody>
          <a:bodyPr anchor="ctr"/>
          <a:lstStyle/>
          <a:p>
            <a:endParaRPr lang="en-US"/>
          </a:p>
        </p:txBody>
      </p:sp>
      <p:sp>
        <p:nvSpPr>
          <p:cNvPr id="54289" name="Line 92">
            <a:extLst>
              <a:ext uri="{FF2B5EF4-FFF2-40B4-BE49-F238E27FC236}">
                <a16:creationId xmlns:a16="http://schemas.microsoft.com/office/drawing/2014/main" id="{9F37FFB3-9BFC-47D4-9C44-697DA4BB416B}"/>
              </a:ext>
            </a:extLst>
          </p:cNvPr>
          <p:cNvSpPr>
            <a:spLocks noChangeAspect="1" noChangeShapeType="1"/>
          </p:cNvSpPr>
          <p:nvPr/>
        </p:nvSpPr>
        <p:spPr bwMode="auto">
          <a:xfrm>
            <a:off x="7134226" y="5559425"/>
            <a:ext cx="396875" cy="0"/>
          </a:xfrm>
          <a:prstGeom prst="line">
            <a:avLst/>
          </a:prstGeom>
          <a:noFill/>
          <a:ln w="15875">
            <a:solidFill>
              <a:srgbClr val="000000"/>
            </a:solidFill>
            <a:round/>
            <a:headEnd type="oval" w="med" len="med"/>
            <a:tailEnd type="stealth" w="med" len="med"/>
          </a:ln>
          <a:extLst>
            <a:ext uri="{909E8E84-426E-40DD-AFC4-6F175D3DCCD1}">
              <a14:hiddenFill xmlns:a14="http://schemas.microsoft.com/office/drawing/2010/main">
                <a:noFill/>
              </a14:hiddenFill>
            </a:ext>
          </a:extLst>
        </p:spPr>
        <p:txBody>
          <a:bodyPr anchor="ctr"/>
          <a:lstStyle/>
          <a:p>
            <a:endParaRPr lang="en-US"/>
          </a:p>
        </p:txBody>
      </p:sp>
      <p:sp>
        <p:nvSpPr>
          <p:cNvPr id="54290" name="Line 93">
            <a:extLst>
              <a:ext uri="{FF2B5EF4-FFF2-40B4-BE49-F238E27FC236}">
                <a16:creationId xmlns:a16="http://schemas.microsoft.com/office/drawing/2014/main" id="{514C6297-EFC2-4B0F-B8B0-2D05B85AF0E2}"/>
              </a:ext>
            </a:extLst>
          </p:cNvPr>
          <p:cNvSpPr>
            <a:spLocks noChangeAspect="1" noChangeShapeType="1"/>
          </p:cNvSpPr>
          <p:nvPr/>
        </p:nvSpPr>
        <p:spPr bwMode="auto">
          <a:xfrm>
            <a:off x="8258176" y="5559425"/>
            <a:ext cx="396875" cy="0"/>
          </a:xfrm>
          <a:prstGeom prst="line">
            <a:avLst/>
          </a:prstGeom>
          <a:noFill/>
          <a:ln w="15875">
            <a:solidFill>
              <a:srgbClr val="000000"/>
            </a:solidFill>
            <a:round/>
            <a:headEnd type="oval" w="med" len="med"/>
            <a:tailEnd type="stealth" w="med" len="med"/>
          </a:ln>
          <a:extLst>
            <a:ext uri="{909E8E84-426E-40DD-AFC4-6F175D3DCCD1}">
              <a14:hiddenFill xmlns:a14="http://schemas.microsoft.com/office/drawing/2010/main">
                <a:noFill/>
              </a14:hiddenFill>
            </a:ext>
          </a:extLst>
        </p:spPr>
        <p:txBody>
          <a:bodyPr anchor="ctr"/>
          <a:lstStyle/>
          <a:p>
            <a:endParaRPr lang="en-US"/>
          </a:p>
        </p:txBody>
      </p:sp>
      <p:sp>
        <p:nvSpPr>
          <p:cNvPr id="131166" name="Line 94">
            <a:extLst>
              <a:ext uri="{FF2B5EF4-FFF2-40B4-BE49-F238E27FC236}">
                <a16:creationId xmlns:a16="http://schemas.microsoft.com/office/drawing/2014/main" id="{13FD2EC4-3218-4F45-B56D-A52370B34C81}"/>
              </a:ext>
            </a:extLst>
          </p:cNvPr>
          <p:cNvSpPr>
            <a:spLocks noChangeAspect="1" noChangeShapeType="1"/>
          </p:cNvSpPr>
          <p:nvPr/>
        </p:nvSpPr>
        <p:spPr bwMode="auto">
          <a:xfrm>
            <a:off x="5457826" y="5559425"/>
            <a:ext cx="968375" cy="0"/>
          </a:xfrm>
          <a:prstGeom prst="line">
            <a:avLst/>
          </a:prstGeom>
          <a:noFill/>
          <a:ln w="28575">
            <a:solidFill>
              <a:srgbClr val="000000"/>
            </a:solidFill>
            <a:prstDash val="sysDot"/>
            <a:round/>
            <a:headEnd type="oval" w="med" len="med"/>
            <a:tailEnd type="stealth" w="med" len="med"/>
          </a:ln>
          <a:extLst>
            <a:ext uri="{909E8E84-426E-40DD-AFC4-6F175D3DCCD1}">
              <a14:hiddenFill xmlns:a14="http://schemas.microsoft.com/office/drawing/2010/main">
                <a:noFill/>
              </a14:hiddenFill>
            </a:ext>
          </a:extLst>
        </p:spPr>
        <p:txBody>
          <a:bodyPr anchor="ctr"/>
          <a:lstStyle/>
          <a:p>
            <a:endParaRPr lang="en-US"/>
          </a:p>
        </p:txBody>
      </p:sp>
      <p:sp>
        <p:nvSpPr>
          <p:cNvPr id="54292" name="Text Box 95">
            <a:extLst>
              <a:ext uri="{FF2B5EF4-FFF2-40B4-BE49-F238E27FC236}">
                <a16:creationId xmlns:a16="http://schemas.microsoft.com/office/drawing/2014/main" id="{BB943067-7EB6-4D34-9290-25536339979B}"/>
              </a:ext>
            </a:extLst>
          </p:cNvPr>
          <p:cNvSpPr txBox="1">
            <a:spLocks noChangeAspect="1" noChangeArrowheads="1"/>
          </p:cNvSpPr>
          <p:nvPr/>
        </p:nvSpPr>
        <p:spPr bwMode="auto">
          <a:xfrm>
            <a:off x="2379663" y="5067300"/>
            <a:ext cx="8191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1800" b="1">
                <a:latin typeface="VNI-Avo" pitchFamily="2" charset="0"/>
              </a:rPr>
              <a:t>pHead</a:t>
            </a:r>
          </a:p>
        </p:txBody>
      </p:sp>
      <p:sp>
        <p:nvSpPr>
          <p:cNvPr id="54293" name="Text Box 98">
            <a:extLst>
              <a:ext uri="{FF2B5EF4-FFF2-40B4-BE49-F238E27FC236}">
                <a16:creationId xmlns:a16="http://schemas.microsoft.com/office/drawing/2014/main" id="{2171BC4C-240D-49AA-861D-ED33A5C47C18}"/>
              </a:ext>
            </a:extLst>
          </p:cNvPr>
          <p:cNvSpPr txBox="1">
            <a:spLocks noChangeAspect="1" noChangeArrowheads="1"/>
          </p:cNvSpPr>
          <p:nvPr/>
        </p:nvSpPr>
        <p:spPr bwMode="auto">
          <a:xfrm>
            <a:off x="4456113" y="4724400"/>
            <a:ext cx="49530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1800" b="1">
                <a:latin typeface="VNI-Avo" pitchFamily="2" charset="0"/>
              </a:rPr>
              <a:t>q</a:t>
            </a:r>
          </a:p>
        </p:txBody>
      </p:sp>
      <p:sp>
        <p:nvSpPr>
          <p:cNvPr id="54294" name="Freeform 99">
            <a:extLst>
              <a:ext uri="{FF2B5EF4-FFF2-40B4-BE49-F238E27FC236}">
                <a16:creationId xmlns:a16="http://schemas.microsoft.com/office/drawing/2014/main" id="{9F2ADFBC-FB88-4474-8AD9-BCD537A90D63}"/>
              </a:ext>
            </a:extLst>
          </p:cNvPr>
          <p:cNvSpPr>
            <a:spLocks noChangeAspect="1"/>
          </p:cNvSpPr>
          <p:nvPr/>
        </p:nvSpPr>
        <p:spPr bwMode="auto">
          <a:xfrm>
            <a:off x="4840288" y="4895850"/>
            <a:ext cx="252412" cy="400050"/>
          </a:xfrm>
          <a:custGeom>
            <a:avLst/>
            <a:gdLst>
              <a:gd name="T0" fmla="*/ 0 w 198"/>
              <a:gd name="T1" fmla="*/ 0 h 315"/>
              <a:gd name="T2" fmla="*/ 2147483646 w 198"/>
              <a:gd name="T3" fmla="*/ 2147483646 h 315"/>
              <a:gd name="T4" fmla="*/ 2147483646 w 198"/>
              <a:gd name="T5" fmla="*/ 2147483646 h 315"/>
              <a:gd name="T6" fmla="*/ 0 60000 65536"/>
              <a:gd name="T7" fmla="*/ 0 60000 65536"/>
              <a:gd name="T8" fmla="*/ 0 60000 65536"/>
              <a:gd name="T9" fmla="*/ 0 w 198"/>
              <a:gd name="T10" fmla="*/ 0 h 315"/>
              <a:gd name="T11" fmla="*/ 198 w 198"/>
              <a:gd name="T12" fmla="*/ 315 h 315"/>
            </a:gdLst>
            <a:ahLst/>
            <a:cxnLst>
              <a:cxn ang="T6">
                <a:pos x="T0" y="T1"/>
              </a:cxn>
              <a:cxn ang="T7">
                <a:pos x="T2" y="T3"/>
              </a:cxn>
              <a:cxn ang="T8">
                <a:pos x="T4" y="T5"/>
              </a:cxn>
            </a:cxnLst>
            <a:rect l="T9" t="T10" r="T11" b="T12"/>
            <a:pathLst>
              <a:path w="198" h="315">
                <a:moveTo>
                  <a:pt x="0" y="0"/>
                </a:moveTo>
                <a:cubicBezTo>
                  <a:pt x="66" y="26"/>
                  <a:pt x="132" y="53"/>
                  <a:pt x="165" y="105"/>
                </a:cubicBezTo>
                <a:cubicBezTo>
                  <a:pt x="198" y="157"/>
                  <a:pt x="196" y="236"/>
                  <a:pt x="195" y="315"/>
                </a:cubicBezTo>
              </a:path>
            </a:pathLst>
          </a:custGeom>
          <a:noFill/>
          <a:ln w="15875">
            <a:solidFill>
              <a:srgbClr val="000000"/>
            </a:solidFill>
            <a:round/>
            <a:headEnd/>
            <a:tailEnd type="stealth"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131172" name="Freeform 100">
            <a:extLst>
              <a:ext uri="{FF2B5EF4-FFF2-40B4-BE49-F238E27FC236}">
                <a16:creationId xmlns:a16="http://schemas.microsoft.com/office/drawing/2014/main" id="{422FAF29-6A90-4251-9932-EDE349AAE277}"/>
              </a:ext>
            </a:extLst>
          </p:cNvPr>
          <p:cNvSpPr>
            <a:spLocks noChangeAspect="1"/>
          </p:cNvSpPr>
          <p:nvPr/>
        </p:nvSpPr>
        <p:spPr bwMode="auto">
          <a:xfrm>
            <a:off x="5465763" y="5565776"/>
            <a:ext cx="2419350" cy="530225"/>
          </a:xfrm>
          <a:custGeom>
            <a:avLst/>
            <a:gdLst>
              <a:gd name="T0" fmla="*/ 0 w 1905"/>
              <a:gd name="T1" fmla="*/ 0 h 595"/>
              <a:gd name="T2" fmla="*/ 2147483646 w 1905"/>
              <a:gd name="T3" fmla="*/ 2147483646 h 595"/>
              <a:gd name="T4" fmla="*/ 2147483646 w 1905"/>
              <a:gd name="T5" fmla="*/ 2147483646 h 595"/>
              <a:gd name="T6" fmla="*/ 2147483646 w 1905"/>
              <a:gd name="T7" fmla="*/ 2147483646 h 595"/>
              <a:gd name="T8" fmla="*/ 2147483646 w 1905"/>
              <a:gd name="T9" fmla="*/ 2147483646 h 595"/>
              <a:gd name="T10" fmla="*/ 2147483646 w 1905"/>
              <a:gd name="T11" fmla="*/ 2147483646 h 595"/>
              <a:gd name="T12" fmla="*/ 0 60000 65536"/>
              <a:gd name="T13" fmla="*/ 0 60000 65536"/>
              <a:gd name="T14" fmla="*/ 0 60000 65536"/>
              <a:gd name="T15" fmla="*/ 0 60000 65536"/>
              <a:gd name="T16" fmla="*/ 0 60000 65536"/>
              <a:gd name="T17" fmla="*/ 0 60000 65536"/>
              <a:gd name="T18" fmla="*/ 0 w 1905"/>
              <a:gd name="T19" fmla="*/ 0 h 595"/>
              <a:gd name="T20" fmla="*/ 1905 w 1905"/>
              <a:gd name="T21" fmla="*/ 595 h 595"/>
            </a:gdLst>
            <a:ahLst/>
            <a:cxnLst>
              <a:cxn ang="T12">
                <a:pos x="T0" y="T1"/>
              </a:cxn>
              <a:cxn ang="T13">
                <a:pos x="T2" y="T3"/>
              </a:cxn>
              <a:cxn ang="T14">
                <a:pos x="T4" y="T5"/>
              </a:cxn>
              <a:cxn ang="T15">
                <a:pos x="T6" y="T7"/>
              </a:cxn>
              <a:cxn ang="T16">
                <a:pos x="T8" y="T9"/>
              </a:cxn>
              <a:cxn ang="T17">
                <a:pos x="T10" y="T11"/>
              </a:cxn>
            </a:cxnLst>
            <a:rect l="T18" t="T19" r="T20" b="T21"/>
            <a:pathLst>
              <a:path w="1905" h="595">
                <a:moveTo>
                  <a:pt x="0" y="0"/>
                </a:moveTo>
                <a:cubicBezTo>
                  <a:pt x="14" y="126"/>
                  <a:pt x="28" y="253"/>
                  <a:pt x="105" y="345"/>
                </a:cubicBezTo>
                <a:cubicBezTo>
                  <a:pt x="182" y="437"/>
                  <a:pt x="300" y="515"/>
                  <a:pt x="465" y="555"/>
                </a:cubicBezTo>
                <a:cubicBezTo>
                  <a:pt x="630" y="595"/>
                  <a:pt x="880" y="592"/>
                  <a:pt x="1095" y="585"/>
                </a:cubicBezTo>
                <a:cubicBezTo>
                  <a:pt x="1310" y="578"/>
                  <a:pt x="1620" y="570"/>
                  <a:pt x="1755" y="510"/>
                </a:cubicBezTo>
                <a:cubicBezTo>
                  <a:pt x="1890" y="450"/>
                  <a:pt x="1874" y="284"/>
                  <a:pt x="1905" y="225"/>
                </a:cubicBezTo>
              </a:path>
            </a:pathLst>
          </a:custGeom>
          <a:noFill/>
          <a:ln w="38100">
            <a:solidFill>
              <a:srgbClr val="0000FF"/>
            </a:solidFill>
            <a:round/>
            <a:headEnd/>
            <a:tailEnd type="stealth"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54296" name="Text Box 101">
            <a:extLst>
              <a:ext uri="{FF2B5EF4-FFF2-40B4-BE49-F238E27FC236}">
                <a16:creationId xmlns:a16="http://schemas.microsoft.com/office/drawing/2014/main" id="{6B4B61A6-080A-4A5A-BD0C-7AFF4D450EF8}"/>
              </a:ext>
            </a:extLst>
          </p:cNvPr>
          <p:cNvSpPr txBox="1">
            <a:spLocks noChangeAspect="1" noChangeArrowheads="1"/>
          </p:cNvSpPr>
          <p:nvPr/>
        </p:nvSpPr>
        <p:spPr bwMode="auto">
          <a:xfrm>
            <a:off x="6186488" y="4724400"/>
            <a:ext cx="49530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1800" b="1">
                <a:latin typeface="VNI-Avo" pitchFamily="2" charset="0"/>
              </a:rPr>
              <a:t>p</a:t>
            </a:r>
          </a:p>
        </p:txBody>
      </p:sp>
      <p:sp>
        <p:nvSpPr>
          <p:cNvPr id="54297" name="Freeform 102">
            <a:extLst>
              <a:ext uri="{FF2B5EF4-FFF2-40B4-BE49-F238E27FC236}">
                <a16:creationId xmlns:a16="http://schemas.microsoft.com/office/drawing/2014/main" id="{D49E22DE-48C2-4F78-AABE-702D6B47A2FF}"/>
              </a:ext>
            </a:extLst>
          </p:cNvPr>
          <p:cNvSpPr>
            <a:spLocks noChangeAspect="1"/>
          </p:cNvSpPr>
          <p:nvPr/>
        </p:nvSpPr>
        <p:spPr bwMode="auto">
          <a:xfrm>
            <a:off x="6581776" y="4897438"/>
            <a:ext cx="252413" cy="400050"/>
          </a:xfrm>
          <a:custGeom>
            <a:avLst/>
            <a:gdLst>
              <a:gd name="T0" fmla="*/ 0 w 198"/>
              <a:gd name="T1" fmla="*/ 0 h 315"/>
              <a:gd name="T2" fmla="*/ 2147483646 w 198"/>
              <a:gd name="T3" fmla="*/ 2147483646 h 315"/>
              <a:gd name="T4" fmla="*/ 2147483646 w 198"/>
              <a:gd name="T5" fmla="*/ 2147483646 h 315"/>
              <a:gd name="T6" fmla="*/ 0 60000 65536"/>
              <a:gd name="T7" fmla="*/ 0 60000 65536"/>
              <a:gd name="T8" fmla="*/ 0 60000 65536"/>
              <a:gd name="T9" fmla="*/ 0 w 198"/>
              <a:gd name="T10" fmla="*/ 0 h 315"/>
              <a:gd name="T11" fmla="*/ 198 w 198"/>
              <a:gd name="T12" fmla="*/ 315 h 315"/>
            </a:gdLst>
            <a:ahLst/>
            <a:cxnLst>
              <a:cxn ang="T6">
                <a:pos x="T0" y="T1"/>
              </a:cxn>
              <a:cxn ang="T7">
                <a:pos x="T2" y="T3"/>
              </a:cxn>
              <a:cxn ang="T8">
                <a:pos x="T4" y="T5"/>
              </a:cxn>
            </a:cxnLst>
            <a:rect l="T9" t="T10" r="T11" b="T12"/>
            <a:pathLst>
              <a:path w="198" h="315">
                <a:moveTo>
                  <a:pt x="0" y="0"/>
                </a:moveTo>
                <a:cubicBezTo>
                  <a:pt x="66" y="26"/>
                  <a:pt x="132" y="53"/>
                  <a:pt x="165" y="105"/>
                </a:cubicBezTo>
                <a:cubicBezTo>
                  <a:pt x="198" y="157"/>
                  <a:pt x="196" y="236"/>
                  <a:pt x="195" y="315"/>
                </a:cubicBezTo>
              </a:path>
            </a:pathLst>
          </a:custGeom>
          <a:noFill/>
          <a:ln w="15875">
            <a:solidFill>
              <a:srgbClr val="000000"/>
            </a:solidFill>
            <a:round/>
            <a:headEnd/>
            <a:tailEnd type="stealth"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grpSp>
        <p:nvGrpSpPr>
          <p:cNvPr id="3" name="Group 105">
            <a:extLst>
              <a:ext uri="{FF2B5EF4-FFF2-40B4-BE49-F238E27FC236}">
                <a16:creationId xmlns:a16="http://schemas.microsoft.com/office/drawing/2014/main" id="{551B725F-8FA9-42BD-876F-E9487975A28B}"/>
              </a:ext>
            </a:extLst>
          </p:cNvPr>
          <p:cNvGrpSpPr>
            <a:grpSpLocks/>
          </p:cNvGrpSpPr>
          <p:nvPr/>
        </p:nvGrpSpPr>
        <p:grpSpPr bwMode="auto">
          <a:xfrm>
            <a:off x="6475413" y="5184775"/>
            <a:ext cx="552450" cy="838200"/>
            <a:chOff x="3119" y="3266"/>
            <a:chExt cx="348" cy="528"/>
          </a:xfrm>
        </p:grpSpPr>
        <p:sp>
          <p:nvSpPr>
            <p:cNvPr id="54299" name="Line 103">
              <a:extLst>
                <a:ext uri="{FF2B5EF4-FFF2-40B4-BE49-F238E27FC236}">
                  <a16:creationId xmlns:a16="http://schemas.microsoft.com/office/drawing/2014/main" id="{0E2AD6FD-FC80-4FF5-A85B-E9EC8F172B0F}"/>
                </a:ext>
              </a:extLst>
            </p:cNvPr>
            <p:cNvSpPr>
              <a:spLocks noChangeAspect="1" noChangeShapeType="1"/>
            </p:cNvSpPr>
            <p:nvPr/>
          </p:nvSpPr>
          <p:spPr bwMode="auto">
            <a:xfrm>
              <a:off x="3143" y="3290"/>
              <a:ext cx="324" cy="468"/>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54300" name="Line 104">
              <a:extLst>
                <a:ext uri="{FF2B5EF4-FFF2-40B4-BE49-F238E27FC236}">
                  <a16:creationId xmlns:a16="http://schemas.microsoft.com/office/drawing/2014/main" id="{A55CC4C6-6D2A-4791-9E2B-A054E5A3E196}"/>
                </a:ext>
              </a:extLst>
            </p:cNvPr>
            <p:cNvSpPr>
              <a:spLocks noChangeAspect="1" noChangeShapeType="1"/>
            </p:cNvSpPr>
            <p:nvPr/>
          </p:nvSpPr>
          <p:spPr bwMode="auto">
            <a:xfrm flipH="1">
              <a:off x="3119" y="3266"/>
              <a:ext cx="348" cy="528"/>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31172"/>
                                        </p:tgtEl>
                                        <p:attrNameLst>
                                          <p:attrName>style.visibility</p:attrName>
                                        </p:attrNameLst>
                                      </p:cBhvr>
                                      <p:to>
                                        <p:strVal val="visible"/>
                                      </p:to>
                                    </p:set>
                                    <p:anim calcmode="lin" valueType="num">
                                      <p:cBhvr additive="base">
                                        <p:cTn id="7" dur="500" fill="hold"/>
                                        <p:tgtEl>
                                          <p:spTgt spid="131172"/>
                                        </p:tgtEl>
                                        <p:attrNameLst>
                                          <p:attrName>ppt_x</p:attrName>
                                        </p:attrNameLst>
                                      </p:cBhvr>
                                      <p:tavLst>
                                        <p:tav tm="0">
                                          <p:val>
                                            <p:strVal val="#ppt_x"/>
                                          </p:val>
                                        </p:tav>
                                        <p:tav tm="100000">
                                          <p:val>
                                            <p:strVal val="#ppt_x"/>
                                          </p:val>
                                        </p:tav>
                                      </p:tavLst>
                                    </p:anim>
                                    <p:anim calcmode="lin" valueType="num">
                                      <p:cBhvr additive="base">
                                        <p:cTn id="8" dur="500" fill="hold"/>
                                        <p:tgtEl>
                                          <p:spTgt spid="13117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xit" presetSubtype="4" fill="hold" nodeType="clickEffect">
                                  <p:stCondLst>
                                    <p:cond delay="0"/>
                                  </p:stCondLst>
                                  <p:childTnLst>
                                    <p:anim calcmode="lin" valueType="num">
                                      <p:cBhvr additive="base">
                                        <p:cTn id="12" dur="500"/>
                                        <p:tgtEl>
                                          <p:spTgt spid="131166"/>
                                        </p:tgtEl>
                                        <p:attrNameLst>
                                          <p:attrName>ppt_x</p:attrName>
                                        </p:attrNameLst>
                                      </p:cBhvr>
                                      <p:tavLst>
                                        <p:tav tm="0">
                                          <p:val>
                                            <p:strVal val="ppt_x"/>
                                          </p:val>
                                        </p:tav>
                                        <p:tav tm="100000">
                                          <p:val>
                                            <p:strVal val="ppt_x"/>
                                          </p:val>
                                        </p:tav>
                                      </p:tavLst>
                                    </p:anim>
                                    <p:anim calcmode="lin" valueType="num">
                                      <p:cBhvr additive="base">
                                        <p:cTn id="13" dur="500"/>
                                        <p:tgtEl>
                                          <p:spTgt spid="131166"/>
                                        </p:tgtEl>
                                        <p:attrNameLst>
                                          <p:attrName>ppt_y</p:attrName>
                                        </p:attrNameLst>
                                      </p:cBhvr>
                                      <p:tavLst>
                                        <p:tav tm="0">
                                          <p:val>
                                            <p:strVal val="ppt_y"/>
                                          </p:val>
                                        </p:tav>
                                        <p:tav tm="100000">
                                          <p:val>
                                            <p:strVal val="1+ppt_h/2"/>
                                          </p:val>
                                        </p:tav>
                                      </p:tavLst>
                                    </p:anim>
                                    <p:set>
                                      <p:cBhvr>
                                        <p:cTn id="14" dur="1" fill="hold">
                                          <p:stCondLst>
                                            <p:cond delay="499"/>
                                          </p:stCondLst>
                                        </p:cTn>
                                        <p:tgtEl>
                                          <p:spTgt spid="131166"/>
                                        </p:tgtEl>
                                        <p:attrNameLst>
                                          <p:attrName>style.visibility</p:attrName>
                                        </p:attrNameLst>
                                      </p:cBhvr>
                                      <p:to>
                                        <p:strVal val="hidden"/>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a:extLst>
              <a:ext uri="{FF2B5EF4-FFF2-40B4-BE49-F238E27FC236}">
                <a16:creationId xmlns:a16="http://schemas.microsoft.com/office/drawing/2014/main" id="{A810FAF0-052A-423A-B1D6-6F0FA95E443F}"/>
              </a:ext>
            </a:extLst>
          </p:cNvPr>
          <p:cNvSpPr>
            <a:spLocks noGrp="1" noChangeArrowheads="1"/>
          </p:cNvSpPr>
          <p:nvPr>
            <p:ph type="title"/>
          </p:nvPr>
        </p:nvSpPr>
        <p:spPr/>
        <p:txBody>
          <a:bodyPr/>
          <a:lstStyle/>
          <a:p>
            <a:endParaRPr lang="en-US" altLang="en-US"/>
          </a:p>
        </p:txBody>
      </p:sp>
      <p:sp>
        <p:nvSpPr>
          <p:cNvPr id="56323" name="Content Placeholder 2">
            <a:extLst>
              <a:ext uri="{FF2B5EF4-FFF2-40B4-BE49-F238E27FC236}">
                <a16:creationId xmlns:a16="http://schemas.microsoft.com/office/drawing/2014/main" id="{8DD2C77E-3458-45B5-B846-57CA443B0262}"/>
              </a:ext>
            </a:extLst>
          </p:cNvPr>
          <p:cNvSpPr>
            <a:spLocks noGrp="1" noChangeArrowheads="1"/>
          </p:cNvSpPr>
          <p:nvPr>
            <p:ph idx="1"/>
          </p:nvPr>
        </p:nvSpPr>
        <p:spPr/>
        <p:txBody>
          <a:bodyPr>
            <a:normAutofit fontScale="92500" lnSpcReduction="10000"/>
          </a:bodyPr>
          <a:lstStyle/>
          <a:p>
            <a:r>
              <a:rPr lang="en-US" altLang="en-US" sz="2000" dirty="0"/>
              <a:t>//</a:t>
            </a:r>
            <a:r>
              <a:rPr lang="en-US" altLang="en-US" sz="2000" dirty="0" err="1"/>
              <a:t>xóa</a:t>
            </a:r>
            <a:r>
              <a:rPr lang="en-US" altLang="en-US" sz="2000" dirty="0"/>
              <a:t> node p </a:t>
            </a:r>
            <a:r>
              <a:rPr lang="en-US" altLang="en-US" sz="2000" dirty="0" err="1"/>
              <a:t>nằm</a:t>
            </a:r>
            <a:r>
              <a:rPr lang="en-US" altLang="en-US" sz="2000" dirty="0"/>
              <a:t> </a:t>
            </a:r>
            <a:r>
              <a:rPr lang="en-US" altLang="en-US" sz="2000" dirty="0" err="1"/>
              <a:t>sau</a:t>
            </a:r>
            <a:r>
              <a:rPr lang="en-US" altLang="en-US" sz="2000" dirty="0"/>
              <a:t> node q </a:t>
            </a:r>
            <a:r>
              <a:rPr lang="en-US" altLang="en-US" sz="2000" dirty="0" err="1"/>
              <a:t>trong</a:t>
            </a:r>
            <a:r>
              <a:rPr lang="en-US" altLang="en-US" sz="2000" dirty="0"/>
              <a:t> </a:t>
            </a:r>
            <a:r>
              <a:rPr lang="en-US" altLang="en-US" sz="2000" dirty="0" err="1"/>
              <a:t>danh</a:t>
            </a:r>
            <a:r>
              <a:rPr lang="en-US" altLang="en-US" sz="2000" dirty="0"/>
              <a:t> </a:t>
            </a:r>
            <a:r>
              <a:rPr lang="en-US" altLang="en-US" sz="2000" dirty="0" err="1"/>
              <a:t>sách</a:t>
            </a:r>
            <a:endParaRPr lang="en-US" altLang="en-US" sz="2000" dirty="0"/>
          </a:p>
          <a:p>
            <a:r>
              <a:rPr lang="en-US" altLang="en-US" sz="2000" dirty="0"/>
              <a:t>void </a:t>
            </a:r>
            <a:r>
              <a:rPr lang="en-US" altLang="en-US" sz="2000" dirty="0" err="1"/>
              <a:t>xoasaumotnode</a:t>
            </a:r>
            <a:r>
              <a:rPr lang="en-US" altLang="en-US" sz="2000" dirty="0"/>
              <a:t>(list </a:t>
            </a:r>
            <a:r>
              <a:rPr lang="en-US" altLang="en-US" sz="2000" dirty="0" smtClean="0"/>
              <a:t>*l</a:t>
            </a:r>
            <a:r>
              <a:rPr lang="en-US" altLang="en-US" sz="2000" dirty="0"/>
              <a:t>, Node *q)</a:t>
            </a:r>
          </a:p>
          <a:p>
            <a:r>
              <a:rPr lang="en-US" altLang="en-US" sz="2000" dirty="0"/>
              <a:t>{</a:t>
            </a:r>
          </a:p>
          <a:p>
            <a:r>
              <a:rPr lang="nl-NL" altLang="en-US" sz="2000" dirty="0"/>
              <a:t>    Node *p;//node nằm sau q</a:t>
            </a:r>
          </a:p>
          <a:p>
            <a:r>
              <a:rPr lang="en-US" altLang="en-US" sz="2000" dirty="0"/>
              <a:t>    for(Node *</a:t>
            </a:r>
            <a:r>
              <a:rPr lang="en-US" altLang="en-US" sz="2000" dirty="0" smtClean="0"/>
              <a:t>k=l-&gt;head</a:t>
            </a:r>
            <a:r>
              <a:rPr lang="en-US" altLang="en-US" sz="2000" dirty="0"/>
              <a:t>; k!=NULL; k=k-&gt;next)</a:t>
            </a:r>
          </a:p>
          <a:p>
            <a:r>
              <a:rPr lang="en-US" altLang="en-US" sz="2000" dirty="0"/>
              <a:t>    {</a:t>
            </a:r>
          </a:p>
          <a:p>
            <a:r>
              <a:rPr lang="en-US" altLang="en-US" sz="2000" dirty="0"/>
              <a:t>  //</a:t>
            </a:r>
            <a:r>
              <a:rPr lang="en-US" altLang="en-US" sz="2000" dirty="0" err="1"/>
              <a:t>tìm</a:t>
            </a:r>
            <a:r>
              <a:rPr lang="en-US" altLang="en-US" sz="2000" dirty="0"/>
              <a:t> node  q</a:t>
            </a:r>
          </a:p>
          <a:p>
            <a:r>
              <a:rPr lang="en-US" altLang="en-US" sz="2000" dirty="0"/>
              <a:t>  if (k-&gt;data==q-&gt;data) //q </a:t>
            </a:r>
            <a:r>
              <a:rPr lang="en-US" altLang="en-US" sz="2000" dirty="0" err="1"/>
              <a:t>chính</a:t>
            </a:r>
            <a:r>
              <a:rPr lang="en-US" altLang="en-US" sz="2000" dirty="0"/>
              <a:t> </a:t>
            </a:r>
            <a:r>
              <a:rPr lang="en-US" altLang="en-US" sz="2000" dirty="0" err="1"/>
              <a:t>là</a:t>
            </a:r>
            <a:r>
              <a:rPr lang="en-US" altLang="en-US" sz="2000" dirty="0"/>
              <a:t> node k</a:t>
            </a:r>
          </a:p>
          <a:p>
            <a:r>
              <a:rPr lang="en-US" altLang="en-US" sz="2000" dirty="0"/>
              <a:t>  {</a:t>
            </a:r>
          </a:p>
          <a:p>
            <a:r>
              <a:rPr lang="en-US" altLang="en-US" sz="2000" dirty="0"/>
              <a:t>p=k-&gt;next;</a:t>
            </a:r>
          </a:p>
          <a:p>
            <a:r>
              <a:rPr lang="en-US" altLang="en-US" sz="2000" dirty="0"/>
              <a:t>k-&gt;next=p-&gt;next;</a:t>
            </a:r>
          </a:p>
          <a:p>
            <a:r>
              <a:rPr lang="en-US" altLang="en-US" sz="2000" dirty="0"/>
              <a:t>delete p;</a:t>
            </a:r>
          </a:p>
          <a:p>
            <a:r>
              <a:rPr lang="en-US" altLang="en-US" sz="2000" dirty="0"/>
              <a:t>return;</a:t>
            </a:r>
          </a:p>
          <a:p>
            <a:r>
              <a:rPr lang="en-US" altLang="en-US" sz="2000" dirty="0"/>
              <a:t>  }</a:t>
            </a:r>
          </a:p>
          <a:p>
            <a:r>
              <a:rPr lang="en-US" altLang="en-US" sz="2000" dirty="0"/>
              <a:t>    }</a:t>
            </a:r>
          </a:p>
          <a:p>
            <a:r>
              <a:rPr lang="en-US" altLang="en-US" sz="2000" dirty="0"/>
              <a:t>}</a:t>
            </a:r>
          </a:p>
          <a:p>
            <a:endParaRPr lang="en-US" altLang="en-US" sz="2000"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a:extLst>
              <a:ext uri="{FF2B5EF4-FFF2-40B4-BE49-F238E27FC236}">
                <a16:creationId xmlns:a16="http://schemas.microsoft.com/office/drawing/2014/main" id="{68DCEAA1-B807-4300-B9E9-54349D58E25C}"/>
              </a:ext>
            </a:extLst>
          </p:cNvPr>
          <p:cNvSpPr>
            <a:spLocks noGrp="1" noChangeArrowheads="1"/>
          </p:cNvSpPr>
          <p:nvPr>
            <p:ph type="title"/>
          </p:nvPr>
        </p:nvSpPr>
        <p:spPr/>
        <p:txBody>
          <a:bodyPr/>
          <a:lstStyle/>
          <a:p>
            <a:r>
              <a:rPr lang="en-US" altLang="en-US"/>
              <a:t>Xóa một node có khóa k</a:t>
            </a:r>
          </a:p>
        </p:txBody>
      </p:sp>
      <p:sp>
        <p:nvSpPr>
          <p:cNvPr id="58371" name="Content Placeholder 2">
            <a:extLst>
              <a:ext uri="{FF2B5EF4-FFF2-40B4-BE49-F238E27FC236}">
                <a16:creationId xmlns:a16="http://schemas.microsoft.com/office/drawing/2014/main" id="{F2FE82DC-19CD-412E-A0EE-ADD52D1DF7F2}"/>
              </a:ext>
            </a:extLst>
          </p:cNvPr>
          <p:cNvSpPr>
            <a:spLocks noGrp="1" noChangeArrowheads="1"/>
          </p:cNvSpPr>
          <p:nvPr>
            <p:ph idx="1"/>
          </p:nvPr>
        </p:nvSpPr>
        <p:spPr/>
        <p:txBody>
          <a:bodyPr>
            <a:normAutofit/>
          </a:bodyPr>
          <a:lstStyle/>
          <a:p>
            <a:r>
              <a:rPr lang="en-US" altLang="en-US" dirty="0"/>
              <a:t>void </a:t>
            </a:r>
            <a:r>
              <a:rPr lang="en-US" altLang="en-US" dirty="0" err="1"/>
              <a:t>xoanodekhoak</a:t>
            </a:r>
            <a:r>
              <a:rPr lang="en-US" altLang="en-US" dirty="0"/>
              <a:t>(list </a:t>
            </a:r>
            <a:r>
              <a:rPr lang="en-US" altLang="en-US" dirty="0" smtClean="0"/>
              <a:t>*l</a:t>
            </a:r>
            <a:r>
              <a:rPr lang="en-US" altLang="en-US" dirty="0"/>
              <a:t>, </a:t>
            </a:r>
            <a:r>
              <a:rPr lang="en-US" altLang="en-US" dirty="0" err="1"/>
              <a:t>int</a:t>
            </a:r>
            <a:r>
              <a:rPr lang="en-US" altLang="en-US" dirty="0"/>
              <a:t> data)</a:t>
            </a:r>
          </a:p>
          <a:p>
            <a:r>
              <a:rPr lang="en-US" altLang="en-US" dirty="0"/>
              <a:t>{</a:t>
            </a:r>
          </a:p>
          <a:p>
            <a:r>
              <a:rPr lang="en-US" altLang="en-US" dirty="0"/>
              <a:t>    </a:t>
            </a:r>
            <a:r>
              <a:rPr lang="en-US" altLang="en-US" dirty="0" smtClean="0"/>
              <a:t>if(l-&gt;head-</a:t>
            </a:r>
            <a:r>
              <a:rPr lang="en-US" altLang="en-US" dirty="0"/>
              <a:t>&gt;data==data)</a:t>
            </a:r>
          </a:p>
          <a:p>
            <a:r>
              <a:rPr lang="en-US" altLang="en-US" dirty="0"/>
              <a:t>  	{</a:t>
            </a:r>
            <a:r>
              <a:rPr lang="en-US" altLang="en-US" dirty="0" err="1"/>
              <a:t>removehead</a:t>
            </a:r>
            <a:r>
              <a:rPr lang="en-US" altLang="en-US" dirty="0"/>
              <a:t>();</a:t>
            </a:r>
          </a:p>
          <a:p>
            <a:r>
              <a:rPr lang="en-US" altLang="en-US" dirty="0"/>
              <a:t>    return;}</a:t>
            </a:r>
          </a:p>
          <a:p>
            <a:r>
              <a:rPr lang="en-US" altLang="en-US" dirty="0"/>
              <a:t>    </a:t>
            </a:r>
            <a:r>
              <a:rPr lang="en-US" altLang="en-US" dirty="0" smtClean="0"/>
              <a:t>if(l-&gt;tail-</a:t>
            </a:r>
            <a:r>
              <a:rPr lang="en-US" altLang="en-US" dirty="0"/>
              <a:t>&gt;data==data)</a:t>
            </a:r>
          </a:p>
          <a:p>
            <a:r>
              <a:rPr lang="en-US" altLang="en-US" dirty="0"/>
              <a:t>  	{</a:t>
            </a:r>
            <a:r>
              <a:rPr lang="en-US" altLang="en-US" dirty="0" err="1"/>
              <a:t>removetail</a:t>
            </a:r>
            <a:r>
              <a:rPr lang="en-US" altLang="en-US" dirty="0"/>
              <a:t>();</a:t>
            </a:r>
          </a:p>
          <a:p>
            <a:r>
              <a:rPr lang="en-US" altLang="en-US" dirty="0"/>
              <a:t>    return;}</a:t>
            </a:r>
          </a:p>
          <a:p>
            <a:r>
              <a:rPr lang="en-US" altLang="en-US" dirty="0"/>
              <a:t>    //</a:t>
            </a:r>
            <a:r>
              <a:rPr lang="en-US" altLang="en-US" dirty="0" err="1"/>
              <a:t>nếu</a:t>
            </a:r>
            <a:r>
              <a:rPr lang="en-US" altLang="en-US" dirty="0"/>
              <a:t> node </a:t>
            </a:r>
            <a:r>
              <a:rPr lang="en-US" altLang="en-US" dirty="0" err="1"/>
              <a:t>cần</a:t>
            </a:r>
            <a:r>
              <a:rPr lang="en-US" altLang="en-US" dirty="0"/>
              <a:t> </a:t>
            </a:r>
            <a:r>
              <a:rPr lang="en-US" altLang="en-US" dirty="0" err="1"/>
              <a:t>xóa</a:t>
            </a:r>
            <a:r>
              <a:rPr lang="en-US" altLang="en-US" dirty="0"/>
              <a:t> </a:t>
            </a:r>
            <a:r>
              <a:rPr lang="en-US" altLang="en-US" dirty="0" err="1"/>
              <a:t>không</a:t>
            </a:r>
            <a:r>
              <a:rPr lang="en-US" altLang="en-US" dirty="0"/>
              <a:t> </a:t>
            </a:r>
            <a:r>
              <a:rPr lang="en-US" altLang="en-US" dirty="0" err="1"/>
              <a:t>đầu</a:t>
            </a:r>
            <a:r>
              <a:rPr lang="en-US" altLang="en-US" dirty="0"/>
              <a:t> </a:t>
            </a:r>
            <a:r>
              <a:rPr lang="en-US" altLang="en-US" dirty="0" err="1"/>
              <a:t>và</a:t>
            </a:r>
            <a:r>
              <a:rPr lang="en-US" altLang="en-US" dirty="0"/>
              <a:t> </a:t>
            </a:r>
            <a:r>
              <a:rPr lang="en-US" altLang="en-US" dirty="0" err="1"/>
              <a:t>cuối</a:t>
            </a:r>
            <a:endParaRPr lang="en-US" altLang="en-US" dirty="0"/>
          </a:p>
          <a:p>
            <a:r>
              <a:rPr lang="vi-VN" altLang="en-US" dirty="0"/>
              <a:t>    //tìm ra node nằm trước node có khóa cần xóa và </a:t>
            </a:r>
          </a:p>
          <a:p>
            <a:endParaRPr lang="en-US" alt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a:extLst>
              <a:ext uri="{FF2B5EF4-FFF2-40B4-BE49-F238E27FC236}">
                <a16:creationId xmlns:a16="http://schemas.microsoft.com/office/drawing/2014/main" id="{86512F27-77C3-49AB-A36E-EC2D17B299E3}"/>
              </a:ext>
            </a:extLst>
          </p:cNvPr>
          <p:cNvSpPr>
            <a:spLocks noGrp="1" noChangeArrowheads="1"/>
          </p:cNvSpPr>
          <p:nvPr>
            <p:ph type="title"/>
          </p:nvPr>
        </p:nvSpPr>
        <p:spPr/>
        <p:txBody>
          <a:bodyPr/>
          <a:lstStyle/>
          <a:p>
            <a:endParaRPr lang="en-US" altLang="en-US"/>
          </a:p>
        </p:txBody>
      </p:sp>
      <p:sp>
        <p:nvSpPr>
          <p:cNvPr id="59395" name="Content Placeholder 2">
            <a:extLst>
              <a:ext uri="{FF2B5EF4-FFF2-40B4-BE49-F238E27FC236}">
                <a16:creationId xmlns:a16="http://schemas.microsoft.com/office/drawing/2014/main" id="{44346342-A090-4375-9E78-73991A9AAD02}"/>
              </a:ext>
            </a:extLst>
          </p:cNvPr>
          <p:cNvSpPr>
            <a:spLocks noGrp="1" noChangeArrowheads="1"/>
          </p:cNvSpPr>
          <p:nvPr>
            <p:ph idx="1"/>
          </p:nvPr>
        </p:nvSpPr>
        <p:spPr/>
        <p:txBody>
          <a:bodyPr>
            <a:normAutofit lnSpcReduction="10000"/>
          </a:bodyPr>
          <a:lstStyle/>
          <a:p>
            <a:r>
              <a:rPr lang="en-US" altLang="en-US" sz="2400" dirty="0"/>
              <a:t> //</a:t>
            </a:r>
            <a:r>
              <a:rPr lang="en-US" altLang="en-US" sz="2400" dirty="0" err="1"/>
              <a:t>gọi</a:t>
            </a:r>
            <a:r>
              <a:rPr lang="en-US" altLang="en-US" sz="2400" dirty="0"/>
              <a:t> </a:t>
            </a:r>
            <a:r>
              <a:rPr lang="en-US" altLang="en-US" sz="2400" dirty="0" err="1"/>
              <a:t>hàm</a:t>
            </a:r>
            <a:r>
              <a:rPr lang="en-US" altLang="en-US" sz="2400" dirty="0"/>
              <a:t> </a:t>
            </a:r>
            <a:r>
              <a:rPr lang="en-US" altLang="en-US" sz="2400" dirty="0" err="1"/>
              <a:t>xóa</a:t>
            </a:r>
            <a:r>
              <a:rPr lang="en-US" altLang="en-US" sz="2400" dirty="0"/>
              <a:t> </a:t>
            </a:r>
            <a:r>
              <a:rPr lang="en-US" altLang="en-US" sz="2400" dirty="0" err="1"/>
              <a:t>sau</a:t>
            </a:r>
            <a:r>
              <a:rPr lang="en-US" altLang="en-US" sz="2400" dirty="0"/>
              <a:t> node </a:t>
            </a:r>
            <a:r>
              <a:rPr lang="en-US" altLang="en-US" sz="2400" dirty="0" err="1"/>
              <a:t>cần</a:t>
            </a:r>
            <a:r>
              <a:rPr lang="en-US" altLang="en-US" sz="2400" dirty="0"/>
              <a:t> </a:t>
            </a:r>
            <a:r>
              <a:rPr lang="en-US" altLang="en-US" sz="2400" dirty="0" err="1"/>
              <a:t>xóa</a:t>
            </a:r>
            <a:endParaRPr lang="en-US" altLang="en-US" sz="2400" dirty="0"/>
          </a:p>
          <a:p>
            <a:r>
              <a:rPr lang="en-US" altLang="en-US" sz="2400" dirty="0"/>
              <a:t>    Node *q;</a:t>
            </a:r>
          </a:p>
          <a:p>
            <a:r>
              <a:rPr lang="en-US" altLang="en-US" sz="2400" dirty="0"/>
              <a:t>    for (Node *</a:t>
            </a:r>
            <a:r>
              <a:rPr lang="en-US" altLang="en-US" sz="2400" dirty="0" smtClean="0"/>
              <a:t>k=l-&gt;head</a:t>
            </a:r>
            <a:r>
              <a:rPr lang="en-US" altLang="en-US" sz="2400" dirty="0"/>
              <a:t>; k!=</a:t>
            </a:r>
            <a:r>
              <a:rPr lang="en-US" altLang="en-US" sz="2400" dirty="0" err="1"/>
              <a:t>NULL;k</a:t>
            </a:r>
            <a:r>
              <a:rPr lang="en-US" altLang="en-US" sz="2400" dirty="0"/>
              <a:t>=k-&gt;next)</a:t>
            </a:r>
          </a:p>
          <a:p>
            <a:r>
              <a:rPr lang="en-US" altLang="en-US" sz="2400" dirty="0"/>
              <a:t>    {</a:t>
            </a:r>
          </a:p>
          <a:p>
            <a:r>
              <a:rPr lang="en-US" altLang="en-US" sz="2400" dirty="0"/>
              <a:t>       if (k-&gt;data==data)</a:t>
            </a:r>
          </a:p>
          <a:p>
            <a:r>
              <a:rPr lang="en-US" altLang="en-US" sz="2400" dirty="0"/>
              <a:t>       {</a:t>
            </a:r>
          </a:p>
          <a:p>
            <a:r>
              <a:rPr lang="en-US" altLang="en-US" sz="2400" dirty="0"/>
              <a:t>         </a:t>
            </a:r>
            <a:r>
              <a:rPr lang="en-US" altLang="en-US" sz="2400" dirty="0" err="1"/>
              <a:t>Xoasaumotnode</a:t>
            </a:r>
            <a:r>
              <a:rPr lang="en-US" altLang="en-US" sz="2400" dirty="0"/>
              <a:t>(</a:t>
            </a:r>
            <a:r>
              <a:rPr lang="en-US" altLang="en-US" sz="2400" dirty="0" err="1"/>
              <a:t>l,q</a:t>
            </a:r>
            <a:r>
              <a:rPr lang="en-US" altLang="en-US" sz="2400" dirty="0"/>
              <a:t>);</a:t>
            </a:r>
          </a:p>
          <a:p>
            <a:r>
              <a:rPr lang="en-US" altLang="en-US" sz="2400" dirty="0"/>
              <a:t>  return;</a:t>
            </a:r>
          </a:p>
          <a:p>
            <a:r>
              <a:rPr lang="en-US" altLang="en-US" sz="2400" dirty="0"/>
              <a:t>  }</a:t>
            </a:r>
          </a:p>
          <a:p>
            <a:r>
              <a:rPr lang="en-US" altLang="en-US" sz="2400" dirty="0"/>
              <a:t>  q=k; </a:t>
            </a:r>
          </a:p>
          <a:p>
            <a:r>
              <a:rPr lang="en-US" altLang="en-US" sz="2400" dirty="0"/>
              <a:t>    }</a:t>
            </a:r>
          </a:p>
          <a:p>
            <a:r>
              <a:rPr lang="en-US" altLang="en-US" sz="2400" dirty="0"/>
              <a:t>}</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a:extLst>
              <a:ext uri="{FF2B5EF4-FFF2-40B4-BE49-F238E27FC236}">
                <a16:creationId xmlns:a16="http://schemas.microsoft.com/office/drawing/2014/main" id="{6E2FB3AB-5F77-45EA-BC54-E2FD7F3B5DB4}"/>
              </a:ext>
            </a:extLst>
          </p:cNvPr>
          <p:cNvSpPr>
            <a:spLocks noGrp="1" noChangeArrowheads="1"/>
          </p:cNvSpPr>
          <p:nvPr>
            <p:ph type="title"/>
          </p:nvPr>
        </p:nvSpPr>
        <p:spPr/>
        <p:txBody>
          <a:bodyPr/>
          <a:lstStyle/>
          <a:p>
            <a:r>
              <a:rPr lang="en-US" altLang="en-US"/>
              <a:t>Giải phóng danh sách</a:t>
            </a:r>
          </a:p>
        </p:txBody>
      </p:sp>
      <p:sp>
        <p:nvSpPr>
          <p:cNvPr id="60419" name="Rectangle 2">
            <a:extLst>
              <a:ext uri="{FF2B5EF4-FFF2-40B4-BE49-F238E27FC236}">
                <a16:creationId xmlns:a16="http://schemas.microsoft.com/office/drawing/2014/main" id="{E5C8A971-3708-4ADC-8663-60CA70BA17DC}"/>
              </a:ext>
            </a:extLst>
          </p:cNvPr>
          <p:cNvSpPr>
            <a:spLocks noGrp="1" noChangeArrowheads="1"/>
          </p:cNvSpPr>
          <p:nvPr>
            <p:ph idx="1"/>
          </p:nvPr>
        </p:nvSpPr>
        <p:spPr>
          <a:xfrm>
            <a:off x="1981200" y="1132880"/>
            <a:ext cx="8382000" cy="5539978"/>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0" tIns="0" rIns="0" bIns="0" rtlCol="0" anchor="ctr">
            <a:spAutoFit/>
          </a:bodyPr>
          <a:lstStyle/>
          <a:p>
            <a:pPr marL="0" indent="0">
              <a:spcBef>
                <a:spcPct val="0"/>
              </a:spcBef>
              <a:buNone/>
            </a:pPr>
            <a:r>
              <a:rPr lang="en-US" altLang="en-US" b="1" dirty="0">
                <a:solidFill>
                  <a:srgbClr val="006699"/>
                </a:solidFill>
                <a:latin typeface="Consolas" panose="020B0609020204030204" pitchFamily="49" charset="0"/>
                <a:cs typeface="Arial" panose="020B0604020202020204" pitchFamily="34" charset="0"/>
              </a:rPr>
              <a:t>void</a:t>
            </a:r>
            <a:r>
              <a:rPr lang="en-US" altLang="en-US" sz="3600" dirty="0">
                <a:solidFill>
                  <a:srgbClr val="222222"/>
                </a:solidFill>
                <a:latin typeface="Consolas" panose="020B0609020204030204" pitchFamily="49" charset="0"/>
                <a:cs typeface="Arial" panose="020B0604020202020204" pitchFamily="34" charset="0"/>
              </a:rPr>
              <a:t> </a:t>
            </a:r>
            <a:r>
              <a:rPr lang="en-US" altLang="en-US" dirty="0" err="1">
                <a:solidFill>
                  <a:srgbClr val="000000"/>
                </a:solidFill>
                <a:latin typeface="Consolas" panose="020B0609020204030204" pitchFamily="49" charset="0"/>
                <a:cs typeface="Arial" panose="020B0604020202020204" pitchFamily="34" charset="0"/>
              </a:rPr>
              <a:t>RemoveList</a:t>
            </a:r>
            <a:r>
              <a:rPr lang="en-US" altLang="en-US" dirty="0">
                <a:solidFill>
                  <a:srgbClr val="000000"/>
                </a:solidFill>
                <a:latin typeface="Consolas" panose="020B0609020204030204" pitchFamily="49" charset="0"/>
                <a:cs typeface="Arial" panose="020B0604020202020204" pitchFamily="34" charset="0"/>
              </a:rPr>
              <a:t>(List </a:t>
            </a:r>
            <a:r>
              <a:rPr lang="en-US" altLang="en-US" dirty="0" smtClean="0">
                <a:solidFill>
                  <a:srgbClr val="000000"/>
                </a:solidFill>
                <a:latin typeface="Consolas" panose="020B0609020204030204" pitchFamily="49" charset="0"/>
                <a:cs typeface="Arial" panose="020B0604020202020204" pitchFamily="34" charset="0"/>
              </a:rPr>
              <a:t>*l)</a:t>
            </a:r>
            <a:endParaRPr lang="en-US" altLang="en-US" sz="2000" dirty="0">
              <a:cs typeface="Arial" panose="020B0604020202020204" pitchFamily="34" charset="0"/>
            </a:endParaRPr>
          </a:p>
          <a:p>
            <a:pPr marL="0" indent="0">
              <a:spcBef>
                <a:spcPct val="0"/>
              </a:spcBef>
              <a:buNone/>
            </a:pPr>
            <a:r>
              <a:rPr lang="en-US" altLang="en-US" dirty="0">
                <a:solidFill>
                  <a:srgbClr val="000000"/>
                </a:solidFill>
                <a:latin typeface="Consolas" panose="020B0609020204030204" pitchFamily="49" charset="0"/>
                <a:cs typeface="Arial" panose="020B0604020202020204" pitchFamily="34" charset="0"/>
              </a:rPr>
              <a:t>{</a:t>
            </a:r>
            <a:endParaRPr lang="en-US" altLang="en-US" sz="2000" dirty="0">
              <a:cs typeface="Arial" panose="020B0604020202020204" pitchFamily="34" charset="0"/>
            </a:endParaRPr>
          </a:p>
          <a:p>
            <a:pPr marL="0" indent="0">
              <a:spcBef>
                <a:spcPct val="0"/>
              </a:spcBef>
              <a:buNone/>
            </a:pPr>
            <a:r>
              <a:rPr lang="en-US" altLang="en-US" dirty="0">
                <a:solidFill>
                  <a:srgbClr val="0000FF"/>
                </a:solidFill>
                <a:cs typeface="Arial" panose="020B0604020202020204" pitchFamily="34" charset="0"/>
              </a:rPr>
              <a:t>   </a:t>
            </a:r>
            <a:r>
              <a:rPr lang="en-US" altLang="en-US" dirty="0">
                <a:solidFill>
                  <a:srgbClr val="000000"/>
                </a:solidFill>
                <a:latin typeface="Consolas" panose="020B0609020204030204" pitchFamily="49" charset="0"/>
                <a:cs typeface="Arial" panose="020B0604020202020204" pitchFamily="34" charset="0"/>
              </a:rPr>
              <a:t>Node *p;//</a:t>
            </a:r>
            <a:r>
              <a:rPr lang="en-US" altLang="en-US" dirty="0" err="1">
                <a:solidFill>
                  <a:srgbClr val="000000"/>
                </a:solidFill>
                <a:latin typeface="Consolas" panose="020B0609020204030204" pitchFamily="49" charset="0"/>
                <a:cs typeface="Arial" panose="020B0604020202020204" pitchFamily="34" charset="0"/>
              </a:rPr>
              <a:t>khai</a:t>
            </a:r>
            <a:r>
              <a:rPr lang="en-US" altLang="en-US" dirty="0">
                <a:solidFill>
                  <a:srgbClr val="000000"/>
                </a:solidFill>
                <a:latin typeface="Consolas" panose="020B0609020204030204" pitchFamily="49" charset="0"/>
                <a:cs typeface="Arial" panose="020B0604020202020204" pitchFamily="34" charset="0"/>
              </a:rPr>
              <a:t> </a:t>
            </a:r>
            <a:r>
              <a:rPr lang="en-US" altLang="en-US" dirty="0" err="1">
                <a:solidFill>
                  <a:srgbClr val="000000"/>
                </a:solidFill>
                <a:latin typeface="Consolas" panose="020B0609020204030204" pitchFamily="49" charset="0"/>
                <a:cs typeface="Arial" panose="020B0604020202020204" pitchFamily="34" charset="0"/>
              </a:rPr>
              <a:t>báo</a:t>
            </a:r>
            <a:r>
              <a:rPr lang="en-US" altLang="en-US" dirty="0">
                <a:solidFill>
                  <a:srgbClr val="000000"/>
                </a:solidFill>
                <a:latin typeface="Consolas" panose="020B0609020204030204" pitchFamily="49" charset="0"/>
                <a:cs typeface="Arial" panose="020B0604020202020204" pitchFamily="34" charset="0"/>
              </a:rPr>
              <a:t> con </a:t>
            </a:r>
            <a:r>
              <a:rPr lang="en-US" altLang="en-US" dirty="0" err="1">
                <a:solidFill>
                  <a:srgbClr val="000000"/>
                </a:solidFill>
                <a:latin typeface="Consolas" panose="020B0609020204030204" pitchFamily="49" charset="0"/>
                <a:cs typeface="Arial" panose="020B0604020202020204" pitchFamily="34" charset="0"/>
              </a:rPr>
              <a:t>trỏ</a:t>
            </a:r>
            <a:r>
              <a:rPr lang="en-US" altLang="en-US" dirty="0">
                <a:solidFill>
                  <a:srgbClr val="000000"/>
                </a:solidFill>
                <a:latin typeface="Consolas" panose="020B0609020204030204" pitchFamily="49" charset="0"/>
                <a:cs typeface="Arial" panose="020B0604020202020204" pitchFamily="34" charset="0"/>
              </a:rPr>
              <a:t> p</a:t>
            </a:r>
          </a:p>
          <a:p>
            <a:pPr marL="0" indent="0">
              <a:spcBef>
                <a:spcPct val="0"/>
              </a:spcBef>
              <a:buNone/>
            </a:pPr>
            <a:r>
              <a:rPr lang="en-US" altLang="en-US" dirty="0">
                <a:solidFill>
                  <a:srgbClr val="0000FF"/>
                </a:solidFill>
                <a:cs typeface="Arial" panose="020B0604020202020204" pitchFamily="34" charset="0"/>
              </a:rPr>
              <a:t>   </a:t>
            </a:r>
            <a:r>
              <a:rPr lang="en-US" altLang="en-US" b="1" dirty="0">
                <a:solidFill>
                  <a:srgbClr val="006699"/>
                </a:solidFill>
                <a:latin typeface="Consolas" panose="020B0609020204030204" pitchFamily="49" charset="0"/>
                <a:cs typeface="Arial" panose="020B0604020202020204" pitchFamily="34" charset="0"/>
              </a:rPr>
              <a:t>while</a:t>
            </a:r>
            <a:r>
              <a:rPr lang="en-US" altLang="en-US" sz="3600" dirty="0">
                <a:solidFill>
                  <a:srgbClr val="222222"/>
                </a:solidFill>
                <a:latin typeface="Consolas" panose="020B0609020204030204" pitchFamily="49" charset="0"/>
                <a:cs typeface="Arial" panose="020B0604020202020204" pitchFamily="34" charset="0"/>
              </a:rPr>
              <a:t> </a:t>
            </a:r>
            <a:r>
              <a:rPr lang="en-US" altLang="en-US" dirty="0" smtClean="0">
                <a:solidFill>
                  <a:srgbClr val="000000"/>
                </a:solidFill>
                <a:latin typeface="Consolas" panose="020B0609020204030204" pitchFamily="49" charset="0"/>
                <a:cs typeface="Arial" panose="020B0604020202020204" pitchFamily="34" charset="0"/>
              </a:rPr>
              <a:t>(l-&gt;head</a:t>
            </a:r>
            <a:r>
              <a:rPr lang="en-US" altLang="en-US" dirty="0">
                <a:solidFill>
                  <a:srgbClr val="000000"/>
                </a:solidFill>
                <a:latin typeface="Consolas" panose="020B0609020204030204" pitchFamily="49" charset="0"/>
                <a:cs typeface="Arial" panose="020B0604020202020204" pitchFamily="34" charset="0"/>
              </a:rPr>
              <a:t>!=null)</a:t>
            </a:r>
            <a:endParaRPr lang="en-US" altLang="en-US" sz="2000" dirty="0">
              <a:cs typeface="Arial" panose="020B0604020202020204" pitchFamily="34" charset="0"/>
            </a:endParaRPr>
          </a:p>
          <a:p>
            <a:pPr marL="0" indent="0">
              <a:spcBef>
                <a:spcPct val="0"/>
              </a:spcBef>
              <a:buNone/>
            </a:pPr>
            <a:r>
              <a:rPr lang="en-US" altLang="en-US" dirty="0">
                <a:solidFill>
                  <a:srgbClr val="0000FF"/>
                </a:solidFill>
                <a:cs typeface="Arial" panose="020B0604020202020204" pitchFamily="34" charset="0"/>
              </a:rPr>
              <a:t>   </a:t>
            </a:r>
            <a:r>
              <a:rPr lang="en-US" altLang="en-US" dirty="0">
                <a:solidFill>
                  <a:srgbClr val="000000"/>
                </a:solidFill>
                <a:latin typeface="Consolas" panose="020B0609020204030204" pitchFamily="49" charset="0"/>
                <a:cs typeface="Arial" panose="020B0604020202020204" pitchFamily="34" charset="0"/>
              </a:rPr>
              <a:t>{</a:t>
            </a:r>
            <a:endParaRPr lang="en-US" altLang="en-US" sz="2000" dirty="0">
              <a:cs typeface="Arial" panose="020B0604020202020204" pitchFamily="34" charset="0"/>
            </a:endParaRPr>
          </a:p>
          <a:p>
            <a:pPr marL="0" indent="0">
              <a:spcBef>
                <a:spcPct val="0"/>
              </a:spcBef>
              <a:buNone/>
            </a:pPr>
            <a:r>
              <a:rPr lang="en-US" altLang="en-US" dirty="0">
                <a:solidFill>
                  <a:srgbClr val="0000FF"/>
                </a:solidFill>
                <a:cs typeface="Arial" panose="020B0604020202020204" pitchFamily="34" charset="0"/>
              </a:rPr>
              <a:t>      </a:t>
            </a:r>
            <a:r>
              <a:rPr lang="en-US" altLang="en-US" dirty="0" smtClean="0">
                <a:solidFill>
                  <a:srgbClr val="000000"/>
                </a:solidFill>
                <a:latin typeface="Consolas" panose="020B0609020204030204" pitchFamily="49" charset="0"/>
                <a:cs typeface="Arial" panose="020B0604020202020204" pitchFamily="34" charset="0"/>
              </a:rPr>
              <a:t>p=l-&gt;head</a:t>
            </a:r>
            <a:r>
              <a:rPr lang="en-US" altLang="en-US" dirty="0">
                <a:solidFill>
                  <a:srgbClr val="000000"/>
                </a:solidFill>
                <a:latin typeface="Consolas" panose="020B0609020204030204" pitchFamily="49" charset="0"/>
                <a:cs typeface="Arial" panose="020B0604020202020204" pitchFamily="34" charset="0"/>
              </a:rPr>
              <a:t>;//</a:t>
            </a:r>
            <a:r>
              <a:rPr lang="en-US" altLang="en-US" dirty="0" err="1">
                <a:solidFill>
                  <a:srgbClr val="000000"/>
                </a:solidFill>
                <a:latin typeface="Consolas" panose="020B0609020204030204" pitchFamily="49" charset="0"/>
                <a:cs typeface="Arial" panose="020B0604020202020204" pitchFamily="34" charset="0"/>
              </a:rPr>
              <a:t>cho</a:t>
            </a:r>
            <a:r>
              <a:rPr lang="en-US" altLang="en-US" dirty="0">
                <a:solidFill>
                  <a:srgbClr val="000000"/>
                </a:solidFill>
                <a:latin typeface="Consolas" panose="020B0609020204030204" pitchFamily="49" charset="0"/>
                <a:cs typeface="Arial" panose="020B0604020202020204" pitchFamily="34" charset="0"/>
              </a:rPr>
              <a:t> p </a:t>
            </a:r>
            <a:r>
              <a:rPr lang="en-US" altLang="en-US" dirty="0" err="1">
                <a:solidFill>
                  <a:srgbClr val="000000"/>
                </a:solidFill>
                <a:latin typeface="Consolas" panose="020B0609020204030204" pitchFamily="49" charset="0"/>
                <a:cs typeface="Arial" panose="020B0604020202020204" pitchFamily="34" charset="0"/>
              </a:rPr>
              <a:t>trỏ</a:t>
            </a:r>
            <a:r>
              <a:rPr lang="en-US" altLang="en-US" dirty="0">
                <a:solidFill>
                  <a:srgbClr val="000000"/>
                </a:solidFill>
                <a:latin typeface="Consolas" panose="020B0609020204030204" pitchFamily="49" charset="0"/>
                <a:cs typeface="Arial" panose="020B0604020202020204" pitchFamily="34" charset="0"/>
              </a:rPr>
              <a:t> </a:t>
            </a:r>
            <a:r>
              <a:rPr lang="en-US" altLang="en-US" dirty="0" err="1">
                <a:solidFill>
                  <a:srgbClr val="000000"/>
                </a:solidFill>
                <a:latin typeface="Consolas" panose="020B0609020204030204" pitchFamily="49" charset="0"/>
                <a:cs typeface="Arial" panose="020B0604020202020204" pitchFamily="34" charset="0"/>
              </a:rPr>
              <a:t>tới</a:t>
            </a:r>
            <a:r>
              <a:rPr lang="en-US" altLang="en-US" dirty="0">
                <a:solidFill>
                  <a:srgbClr val="000000"/>
                </a:solidFill>
                <a:latin typeface="Consolas" panose="020B0609020204030204" pitchFamily="49" charset="0"/>
                <a:cs typeface="Arial" panose="020B0604020202020204" pitchFamily="34" charset="0"/>
              </a:rPr>
              <a:t> head</a:t>
            </a:r>
          </a:p>
          <a:p>
            <a:pPr marL="0" indent="0">
              <a:spcBef>
                <a:spcPct val="0"/>
              </a:spcBef>
              <a:buNone/>
            </a:pPr>
            <a:r>
              <a:rPr lang="en-US" altLang="en-US" sz="2000" dirty="0">
                <a:solidFill>
                  <a:srgbClr val="000000"/>
                </a:solidFill>
                <a:latin typeface="Consolas" panose="020B0609020204030204" pitchFamily="49" charset="0"/>
                <a:cs typeface="Arial" panose="020B0604020202020204" pitchFamily="34" charset="0"/>
              </a:rPr>
              <a:t>	</a:t>
            </a:r>
            <a:r>
              <a:rPr lang="en-US" altLang="en-US" dirty="0" smtClean="0">
                <a:solidFill>
                  <a:srgbClr val="000000"/>
                </a:solidFill>
                <a:latin typeface="Consolas" panose="020B0609020204030204" pitchFamily="49" charset="0"/>
                <a:cs typeface="Arial" panose="020B0604020202020204" pitchFamily="34" charset="0"/>
              </a:rPr>
              <a:t>l-&gt;head=l-&gt;head-</a:t>
            </a:r>
            <a:r>
              <a:rPr lang="en-US" altLang="en-US" dirty="0">
                <a:solidFill>
                  <a:srgbClr val="000000"/>
                </a:solidFill>
                <a:latin typeface="Consolas" panose="020B0609020204030204" pitchFamily="49" charset="0"/>
                <a:cs typeface="Arial" panose="020B0604020202020204" pitchFamily="34" charset="0"/>
              </a:rPr>
              <a:t>&gt;next;//head </a:t>
            </a:r>
            <a:r>
              <a:rPr lang="en-US" altLang="en-US" dirty="0" err="1">
                <a:solidFill>
                  <a:srgbClr val="000000"/>
                </a:solidFill>
                <a:latin typeface="Consolas" panose="020B0609020204030204" pitchFamily="49" charset="0"/>
                <a:cs typeface="Arial" panose="020B0604020202020204" pitchFamily="34" charset="0"/>
              </a:rPr>
              <a:t>trỏ</a:t>
            </a:r>
            <a:r>
              <a:rPr lang="en-US" altLang="en-US" dirty="0">
                <a:solidFill>
                  <a:srgbClr val="000000"/>
                </a:solidFill>
                <a:latin typeface="Consolas" panose="020B0609020204030204" pitchFamily="49" charset="0"/>
                <a:cs typeface="Arial" panose="020B0604020202020204" pitchFamily="34" charset="0"/>
              </a:rPr>
              <a:t> </a:t>
            </a:r>
            <a:r>
              <a:rPr lang="en-US" altLang="en-US" dirty="0" err="1">
                <a:solidFill>
                  <a:srgbClr val="000000"/>
                </a:solidFill>
                <a:latin typeface="Consolas" panose="020B0609020204030204" pitchFamily="49" charset="0"/>
                <a:cs typeface="Arial" panose="020B0604020202020204" pitchFamily="34" charset="0"/>
              </a:rPr>
              <a:t>vào</a:t>
            </a:r>
            <a:r>
              <a:rPr lang="en-US" altLang="en-US" dirty="0">
                <a:solidFill>
                  <a:srgbClr val="000000"/>
                </a:solidFill>
                <a:latin typeface="Consolas" panose="020B0609020204030204" pitchFamily="49" charset="0"/>
                <a:cs typeface="Arial" panose="020B0604020202020204" pitchFamily="34" charset="0"/>
              </a:rPr>
              <a:t> node </a:t>
            </a:r>
            <a:r>
              <a:rPr lang="en-US" altLang="en-US" dirty="0" err="1">
                <a:solidFill>
                  <a:srgbClr val="000000"/>
                </a:solidFill>
                <a:latin typeface="Consolas" panose="020B0609020204030204" pitchFamily="49" charset="0"/>
                <a:cs typeface="Arial" panose="020B0604020202020204" pitchFamily="34" charset="0"/>
              </a:rPr>
              <a:t>bên</a:t>
            </a:r>
            <a:r>
              <a:rPr lang="en-US" altLang="en-US" dirty="0">
                <a:solidFill>
                  <a:srgbClr val="000000"/>
                </a:solidFill>
                <a:latin typeface="Consolas" panose="020B0609020204030204" pitchFamily="49" charset="0"/>
                <a:cs typeface="Arial" panose="020B0604020202020204" pitchFamily="34" charset="0"/>
              </a:rPr>
              <a:t> </a:t>
            </a:r>
            <a:r>
              <a:rPr lang="en-US" altLang="en-US" dirty="0" err="1">
                <a:solidFill>
                  <a:srgbClr val="000000"/>
                </a:solidFill>
                <a:latin typeface="Consolas" panose="020B0609020204030204" pitchFamily="49" charset="0"/>
                <a:cs typeface="Arial" panose="020B0604020202020204" pitchFamily="34" charset="0"/>
              </a:rPr>
              <a:t>cạnh</a:t>
            </a:r>
            <a:endParaRPr lang="en-US" altLang="en-US" sz="2400" dirty="0">
              <a:cs typeface="Arial" panose="020B0604020202020204" pitchFamily="34" charset="0"/>
            </a:endParaRPr>
          </a:p>
          <a:p>
            <a:pPr marL="0" indent="0">
              <a:spcBef>
                <a:spcPct val="0"/>
              </a:spcBef>
              <a:buNone/>
            </a:pPr>
            <a:r>
              <a:rPr lang="en-US" altLang="en-US" dirty="0">
                <a:solidFill>
                  <a:srgbClr val="0000FF"/>
                </a:solidFill>
                <a:cs typeface="Arial" panose="020B0604020202020204" pitchFamily="34" charset="0"/>
              </a:rPr>
              <a:t>      </a:t>
            </a:r>
            <a:r>
              <a:rPr lang="en-US" altLang="en-US" b="1" dirty="0">
                <a:solidFill>
                  <a:srgbClr val="006699"/>
                </a:solidFill>
                <a:latin typeface="Consolas" panose="020B0609020204030204" pitchFamily="49" charset="0"/>
                <a:cs typeface="Arial" panose="020B0604020202020204" pitchFamily="34" charset="0"/>
              </a:rPr>
              <a:t>delete</a:t>
            </a:r>
            <a:r>
              <a:rPr lang="en-US" altLang="en-US" sz="3600" dirty="0">
                <a:solidFill>
                  <a:srgbClr val="222222"/>
                </a:solidFill>
                <a:latin typeface="Consolas" panose="020B0609020204030204" pitchFamily="49" charset="0"/>
                <a:cs typeface="Arial" panose="020B0604020202020204" pitchFamily="34" charset="0"/>
              </a:rPr>
              <a:t> </a:t>
            </a:r>
            <a:r>
              <a:rPr lang="en-US" altLang="en-US" dirty="0">
                <a:solidFill>
                  <a:srgbClr val="000000"/>
                </a:solidFill>
                <a:latin typeface="Consolas" panose="020B0609020204030204" pitchFamily="49" charset="0"/>
                <a:cs typeface="Arial" panose="020B0604020202020204" pitchFamily="34" charset="0"/>
              </a:rPr>
              <a:t>p;//</a:t>
            </a:r>
            <a:r>
              <a:rPr lang="en-US" altLang="en-US" dirty="0" err="1">
                <a:solidFill>
                  <a:srgbClr val="000000"/>
                </a:solidFill>
                <a:latin typeface="Consolas" panose="020B0609020204030204" pitchFamily="49" charset="0"/>
                <a:cs typeface="Arial" panose="020B0604020202020204" pitchFamily="34" charset="0"/>
              </a:rPr>
              <a:t>xóa</a:t>
            </a:r>
            <a:r>
              <a:rPr lang="en-US" altLang="en-US" dirty="0">
                <a:solidFill>
                  <a:srgbClr val="000000"/>
                </a:solidFill>
                <a:latin typeface="Consolas" panose="020B0609020204030204" pitchFamily="49" charset="0"/>
                <a:cs typeface="Arial" panose="020B0604020202020204" pitchFamily="34" charset="0"/>
              </a:rPr>
              <a:t> head</a:t>
            </a:r>
            <a:endParaRPr lang="en-US" altLang="en-US" sz="2000" dirty="0">
              <a:cs typeface="Arial" panose="020B0604020202020204" pitchFamily="34" charset="0"/>
            </a:endParaRPr>
          </a:p>
          <a:p>
            <a:pPr marL="0" indent="0">
              <a:spcBef>
                <a:spcPct val="0"/>
              </a:spcBef>
              <a:buNone/>
            </a:pPr>
            <a:r>
              <a:rPr lang="en-US" altLang="en-US" dirty="0">
                <a:solidFill>
                  <a:srgbClr val="0000FF"/>
                </a:solidFill>
                <a:cs typeface="Arial" panose="020B0604020202020204" pitchFamily="34" charset="0"/>
              </a:rPr>
              <a:t>     </a:t>
            </a:r>
            <a:endParaRPr lang="en-US" altLang="en-US" sz="2000" dirty="0">
              <a:cs typeface="Arial" panose="020B0604020202020204" pitchFamily="34" charset="0"/>
            </a:endParaRPr>
          </a:p>
          <a:p>
            <a:pPr marL="0" indent="0">
              <a:spcBef>
                <a:spcPct val="0"/>
              </a:spcBef>
              <a:buNone/>
            </a:pPr>
            <a:r>
              <a:rPr lang="en-US" altLang="en-US" dirty="0">
                <a:solidFill>
                  <a:srgbClr val="0000FF"/>
                </a:solidFill>
                <a:cs typeface="Arial" panose="020B0604020202020204" pitchFamily="34" charset="0"/>
              </a:rPr>
              <a:t>   </a:t>
            </a:r>
            <a:r>
              <a:rPr lang="en-US" altLang="en-US" dirty="0">
                <a:solidFill>
                  <a:srgbClr val="000000"/>
                </a:solidFill>
                <a:latin typeface="Consolas" panose="020B0609020204030204" pitchFamily="49" charset="0"/>
                <a:cs typeface="Arial" panose="020B0604020202020204" pitchFamily="34" charset="0"/>
              </a:rPr>
              <a:t>}</a:t>
            </a:r>
            <a:endParaRPr lang="en-US" altLang="en-US" sz="2000" dirty="0">
              <a:cs typeface="Arial" panose="020B0604020202020204" pitchFamily="34" charset="0"/>
            </a:endParaRPr>
          </a:p>
          <a:p>
            <a:pPr marL="0" indent="0">
              <a:spcBef>
                <a:spcPct val="0"/>
              </a:spcBef>
              <a:buNone/>
            </a:pPr>
            <a:r>
              <a:rPr lang="en-US" altLang="en-US" dirty="0">
                <a:solidFill>
                  <a:srgbClr val="0000FF"/>
                </a:solidFill>
                <a:cs typeface="Arial" panose="020B0604020202020204" pitchFamily="34" charset="0"/>
              </a:rPr>
              <a:t>   </a:t>
            </a:r>
            <a:endParaRPr lang="en-US" altLang="en-US" sz="5400" dirty="0">
              <a:cs typeface="Arial" panose="020B0604020202020204" pitchFamily="34" charset="0"/>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a:extLst>
              <a:ext uri="{FF2B5EF4-FFF2-40B4-BE49-F238E27FC236}">
                <a16:creationId xmlns:a16="http://schemas.microsoft.com/office/drawing/2014/main" id="{0C237478-201A-43A2-82A3-D2B2E15DBA92}"/>
              </a:ext>
            </a:extLst>
          </p:cNvPr>
          <p:cNvSpPr>
            <a:spLocks noGrp="1" noChangeArrowheads="1"/>
          </p:cNvSpPr>
          <p:nvPr>
            <p:ph type="title"/>
          </p:nvPr>
        </p:nvSpPr>
        <p:spPr/>
        <p:txBody>
          <a:bodyPr/>
          <a:lstStyle/>
          <a:p>
            <a:r>
              <a:rPr lang="en-US" altLang="en-US"/>
              <a:t>Tìm kiếm một node</a:t>
            </a:r>
          </a:p>
        </p:txBody>
      </p:sp>
      <p:sp>
        <p:nvSpPr>
          <p:cNvPr id="62467" name="Content Placeholder 2">
            <a:extLst>
              <a:ext uri="{FF2B5EF4-FFF2-40B4-BE49-F238E27FC236}">
                <a16:creationId xmlns:a16="http://schemas.microsoft.com/office/drawing/2014/main" id="{A1D9DF92-7981-4501-86AE-B87D842F4E35}"/>
              </a:ext>
            </a:extLst>
          </p:cNvPr>
          <p:cNvSpPr>
            <a:spLocks noGrp="1" noChangeArrowheads="1"/>
          </p:cNvSpPr>
          <p:nvPr>
            <p:ph idx="1"/>
          </p:nvPr>
        </p:nvSpPr>
        <p:spPr/>
        <p:txBody>
          <a:bodyPr/>
          <a:lstStyle/>
          <a:p>
            <a:r>
              <a:rPr lang="en-US" altLang="en-US" dirty="0" err="1"/>
              <a:t>Int</a:t>
            </a:r>
            <a:r>
              <a:rPr lang="en-US" altLang="en-US" dirty="0"/>
              <a:t> </a:t>
            </a:r>
            <a:r>
              <a:rPr lang="en-US" altLang="en-US" dirty="0" err="1"/>
              <a:t>timkiem</a:t>
            </a:r>
            <a:r>
              <a:rPr lang="en-US" altLang="en-US" dirty="0"/>
              <a:t>(list </a:t>
            </a:r>
            <a:r>
              <a:rPr lang="en-US" altLang="en-US" dirty="0" smtClean="0"/>
              <a:t>*l</a:t>
            </a:r>
            <a:r>
              <a:rPr lang="en-US" altLang="en-US" dirty="0"/>
              <a:t>, </a:t>
            </a:r>
            <a:r>
              <a:rPr lang="en-US" altLang="en-US" dirty="0" err="1"/>
              <a:t>int</a:t>
            </a:r>
            <a:r>
              <a:rPr lang="en-US" altLang="en-US" dirty="0"/>
              <a:t> data)</a:t>
            </a:r>
          </a:p>
          <a:p>
            <a:r>
              <a:rPr lang="en-US" altLang="en-US" dirty="0"/>
              <a:t>{</a:t>
            </a:r>
          </a:p>
          <a:p>
            <a:pPr lvl="1"/>
            <a:r>
              <a:rPr lang="en-US" altLang="en-US" dirty="0">
                <a:latin typeface="Arial" panose="020B0604020202020204" pitchFamily="34" charset="0"/>
              </a:rPr>
              <a:t>For(node *</a:t>
            </a:r>
            <a:r>
              <a:rPr lang="en-US" altLang="en-US" dirty="0" smtClean="0">
                <a:latin typeface="Arial" panose="020B0604020202020204" pitchFamily="34" charset="0"/>
              </a:rPr>
              <a:t>p=l-&gt;</a:t>
            </a:r>
            <a:r>
              <a:rPr lang="en-US" altLang="en-US" dirty="0" err="1" smtClean="0">
                <a:latin typeface="Arial" panose="020B0604020202020204" pitchFamily="34" charset="0"/>
              </a:rPr>
              <a:t>head;p</a:t>
            </a:r>
            <a:r>
              <a:rPr lang="en-US" altLang="en-US" dirty="0">
                <a:latin typeface="Arial" panose="020B0604020202020204" pitchFamily="34" charset="0"/>
              </a:rPr>
              <a:t>!=</a:t>
            </a:r>
            <a:r>
              <a:rPr lang="en-US" altLang="en-US" dirty="0" err="1">
                <a:latin typeface="Arial" panose="020B0604020202020204" pitchFamily="34" charset="0"/>
              </a:rPr>
              <a:t>null;p</a:t>
            </a:r>
            <a:r>
              <a:rPr lang="en-US" altLang="en-US" dirty="0">
                <a:latin typeface="Arial" panose="020B0604020202020204" pitchFamily="34" charset="0"/>
              </a:rPr>
              <a:t>=p-&gt;next)</a:t>
            </a:r>
          </a:p>
          <a:p>
            <a:pPr lvl="1"/>
            <a:r>
              <a:rPr lang="en-US" altLang="en-US" dirty="0">
                <a:latin typeface="Arial" panose="020B0604020202020204" pitchFamily="34" charset="0"/>
              </a:rPr>
              <a:t>{</a:t>
            </a:r>
          </a:p>
          <a:p>
            <a:pPr lvl="1"/>
            <a:r>
              <a:rPr lang="en-US" altLang="en-US" dirty="0">
                <a:latin typeface="Arial" panose="020B0604020202020204" pitchFamily="34" charset="0"/>
              </a:rPr>
              <a:t>If (p-&gt;data==data) return 1</a:t>
            </a:r>
          </a:p>
          <a:p>
            <a:pPr lvl="1"/>
            <a:r>
              <a:rPr lang="en-US" altLang="en-US" dirty="0">
                <a:latin typeface="Arial" panose="020B0604020202020204" pitchFamily="34" charset="0"/>
              </a:rPr>
              <a:t>Else return 0;</a:t>
            </a:r>
          </a:p>
          <a:p>
            <a:pPr lvl="1"/>
            <a:r>
              <a:rPr lang="en-US" altLang="en-US" dirty="0">
                <a:latin typeface="Arial" panose="020B0604020202020204" pitchFamily="34" charset="0"/>
              </a:rPr>
              <a:t>}</a:t>
            </a:r>
          </a:p>
          <a:p>
            <a:r>
              <a:rPr lang="en-US" altLang="en-US" dirty="0"/>
              <a:t>}</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Content Placeholder 2">
            <a:extLst>
              <a:ext uri="{FF2B5EF4-FFF2-40B4-BE49-F238E27FC236}">
                <a16:creationId xmlns:a16="http://schemas.microsoft.com/office/drawing/2014/main" id="{8F2FB773-468B-4CC1-8F75-D11247C40CAD}"/>
              </a:ext>
            </a:extLst>
          </p:cNvPr>
          <p:cNvSpPr>
            <a:spLocks noGrp="1" noChangeArrowheads="1"/>
          </p:cNvSpPr>
          <p:nvPr>
            <p:ph idx="1"/>
          </p:nvPr>
        </p:nvSpPr>
        <p:spPr>
          <a:xfrm>
            <a:off x="1981200" y="1295400"/>
            <a:ext cx="10088880" cy="5214938"/>
          </a:xfrm>
        </p:spPr>
        <p:txBody>
          <a:bodyPr/>
          <a:lstStyle/>
          <a:p>
            <a:r>
              <a:rPr lang="en-US" altLang="en-US" sz="3200" dirty="0"/>
              <a:t>void output(list l)</a:t>
            </a:r>
          </a:p>
          <a:p>
            <a:r>
              <a:rPr lang="en-US" altLang="en-US" sz="3200" dirty="0"/>
              <a:t>    {</a:t>
            </a:r>
          </a:p>
          <a:p>
            <a:r>
              <a:rPr lang="en-US" altLang="en-US" sz="3200" dirty="0"/>
              <a:t>  //</a:t>
            </a:r>
            <a:r>
              <a:rPr lang="en-US" altLang="en-US" sz="3200" dirty="0" err="1" smtClean="0"/>
              <a:t>mang</a:t>
            </a:r>
            <a:r>
              <a:rPr lang="en-US" altLang="en-US" sz="3200" dirty="0" smtClean="0"/>
              <a:t> </a:t>
            </a:r>
            <a:r>
              <a:rPr lang="en-US" altLang="en-US" sz="3200" dirty="0"/>
              <a:t>for (</a:t>
            </a:r>
            <a:r>
              <a:rPr lang="en-US" altLang="en-US" sz="3200" dirty="0" err="1"/>
              <a:t>i</a:t>
            </a:r>
            <a:r>
              <a:rPr lang="en-US" altLang="en-US" sz="3200" dirty="0"/>
              <a:t>=0;i&lt;n ;</a:t>
            </a:r>
            <a:r>
              <a:rPr lang="en-US" altLang="en-US" sz="3200" dirty="0" err="1"/>
              <a:t>i</a:t>
            </a:r>
            <a:r>
              <a:rPr lang="en-US" altLang="en-US" sz="3200" dirty="0"/>
              <a:t>++)</a:t>
            </a:r>
          </a:p>
          <a:p>
            <a:r>
              <a:rPr lang="en-US" altLang="en-US" sz="3200" dirty="0"/>
              <a:t>  for(Node *p=</a:t>
            </a:r>
            <a:r>
              <a:rPr lang="en-US" altLang="en-US" sz="3200" dirty="0" err="1"/>
              <a:t>l.head;p</a:t>
            </a:r>
            <a:r>
              <a:rPr lang="en-US" altLang="en-US" sz="3200" dirty="0"/>
              <a:t>!=</a:t>
            </a:r>
            <a:r>
              <a:rPr lang="en-US" altLang="en-US" sz="3200" dirty="0" err="1"/>
              <a:t>NULL;p</a:t>
            </a:r>
            <a:r>
              <a:rPr lang="en-US" altLang="en-US" sz="3200" dirty="0"/>
              <a:t>=p-&gt;next)</a:t>
            </a:r>
          </a:p>
          <a:p>
            <a:r>
              <a:rPr lang="en-US" altLang="en-US" sz="3200" dirty="0" err="1"/>
              <a:t>p</a:t>
            </a:r>
            <a:r>
              <a:rPr lang="en-US" altLang="en-US" sz="3200" dirty="0" err="1" smtClean="0"/>
              <a:t>rintf</a:t>
            </a:r>
            <a:r>
              <a:rPr lang="en-US" altLang="en-US" sz="3200" dirty="0" smtClean="0"/>
              <a:t>(“%</a:t>
            </a:r>
            <a:r>
              <a:rPr lang="en-US" altLang="en-US" sz="3200" dirty="0" err="1" smtClean="0"/>
              <a:t>d”,p</a:t>
            </a:r>
            <a:r>
              <a:rPr lang="en-US" altLang="en-US" sz="3200" dirty="0" smtClean="0"/>
              <a:t>-</a:t>
            </a:r>
            <a:r>
              <a:rPr lang="en-US" altLang="en-US" sz="3200" dirty="0"/>
              <a:t>&gt;</a:t>
            </a:r>
            <a:r>
              <a:rPr lang="en-US" altLang="en-US" sz="3200" dirty="0" smtClean="0"/>
              <a:t>data);}</a:t>
            </a:r>
            <a:endParaRPr lang="en-US" altLang="en-US" sz="3200" dirty="0"/>
          </a:p>
        </p:txBody>
      </p:sp>
      <p:sp>
        <p:nvSpPr>
          <p:cNvPr id="63490" name="Title 1">
            <a:extLst>
              <a:ext uri="{FF2B5EF4-FFF2-40B4-BE49-F238E27FC236}">
                <a16:creationId xmlns:a16="http://schemas.microsoft.com/office/drawing/2014/main" id="{0D0D2658-805A-456A-B835-C49FF55415AD}"/>
              </a:ext>
            </a:extLst>
          </p:cNvPr>
          <p:cNvSpPr>
            <a:spLocks noGrp="1" noChangeArrowheads="1"/>
          </p:cNvSpPr>
          <p:nvPr>
            <p:ph type="title"/>
          </p:nvPr>
        </p:nvSpPr>
        <p:spPr/>
        <p:txBody>
          <a:bodyPr/>
          <a:lstStyle/>
          <a:p>
            <a:r>
              <a:rPr lang="en-US" altLang="en-US"/>
              <a:t>Duyệt danh sách</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a:extLst>
              <a:ext uri="{FF2B5EF4-FFF2-40B4-BE49-F238E27FC236}">
                <a16:creationId xmlns:a16="http://schemas.microsoft.com/office/drawing/2014/main" id="{D245D2A5-C9F3-4895-9B93-5A5766F814CE}"/>
              </a:ext>
            </a:extLst>
          </p:cNvPr>
          <p:cNvSpPr>
            <a:spLocks noGrp="1" noChangeArrowheads="1"/>
          </p:cNvSpPr>
          <p:nvPr>
            <p:ph type="title"/>
          </p:nvPr>
        </p:nvSpPr>
        <p:spPr>
          <a:xfrm>
            <a:off x="2616200" y="377825"/>
            <a:ext cx="7620000" cy="604838"/>
          </a:xfrm>
        </p:spPr>
        <p:txBody>
          <a:bodyPr>
            <a:normAutofit/>
          </a:bodyPr>
          <a:lstStyle/>
          <a:p>
            <a:r>
              <a:rPr lang="en-US" altLang="en-US"/>
              <a:t>So sánh mảng và danh sách liên kết</a:t>
            </a:r>
          </a:p>
        </p:txBody>
      </p:sp>
      <p:sp>
        <p:nvSpPr>
          <p:cNvPr id="3" name="Content Placeholder 2">
            <a:extLst>
              <a:ext uri="{FF2B5EF4-FFF2-40B4-BE49-F238E27FC236}">
                <a16:creationId xmlns:a16="http://schemas.microsoft.com/office/drawing/2014/main" id="{B8DB2A5D-8761-47D2-9CBD-248A1D5FD845}"/>
              </a:ext>
            </a:extLst>
          </p:cNvPr>
          <p:cNvSpPr>
            <a:spLocks noGrp="1"/>
          </p:cNvSpPr>
          <p:nvPr>
            <p:ph idx="1"/>
          </p:nvPr>
        </p:nvSpPr>
        <p:spPr/>
        <p:txBody>
          <a:bodyPr>
            <a:normAutofit/>
          </a:bodyPr>
          <a:lstStyle/>
          <a:p>
            <a:pPr marL="0" indent="0" algn="just">
              <a:buNone/>
              <a:defRPr/>
            </a:pPr>
            <a:r>
              <a:rPr lang="en-US" sz="2400" dirty="0"/>
              <a:t>* </a:t>
            </a:r>
            <a:r>
              <a:rPr lang="en-US" sz="2400" dirty="0" err="1"/>
              <a:t>Mảng</a:t>
            </a:r>
            <a:r>
              <a:rPr lang="en-US" sz="2400" dirty="0"/>
              <a:t> *</a:t>
            </a:r>
          </a:p>
          <a:p>
            <a:pPr algn="just">
              <a:buFont typeface="Arial" panose="020B0604020202020204" pitchFamily="34" charset="0"/>
              <a:buChar char="•"/>
              <a:defRPr/>
            </a:pPr>
            <a:r>
              <a:rPr lang="en-US" sz="2400" dirty="0" err="1"/>
              <a:t>Nhược</a:t>
            </a:r>
            <a:r>
              <a:rPr lang="en-US" sz="2400" dirty="0"/>
              <a:t> </a:t>
            </a:r>
            <a:r>
              <a:rPr lang="en-US" sz="2400" dirty="0" err="1"/>
              <a:t>điểm</a:t>
            </a:r>
            <a:r>
              <a:rPr lang="en-US" sz="2400" dirty="0"/>
              <a:t>: - </a:t>
            </a:r>
            <a:r>
              <a:rPr lang="en-US" sz="2400" dirty="0" err="1"/>
              <a:t>Các</a:t>
            </a:r>
            <a:r>
              <a:rPr lang="en-US" sz="2400" dirty="0"/>
              <a:t> </a:t>
            </a:r>
            <a:r>
              <a:rPr lang="en-US" sz="2400" dirty="0" err="1"/>
              <a:t>phần</a:t>
            </a:r>
            <a:r>
              <a:rPr lang="en-US" sz="2400" dirty="0"/>
              <a:t> </a:t>
            </a:r>
            <a:r>
              <a:rPr lang="en-US" sz="2400" dirty="0" err="1"/>
              <a:t>tử</a:t>
            </a:r>
            <a:r>
              <a:rPr lang="en-US" sz="2400" dirty="0"/>
              <a:t> </a:t>
            </a:r>
            <a:r>
              <a:rPr lang="en-US" sz="2400" dirty="0" err="1"/>
              <a:t>phải</a:t>
            </a:r>
            <a:r>
              <a:rPr lang="en-US" sz="2400" dirty="0"/>
              <a:t> </a:t>
            </a:r>
            <a:r>
              <a:rPr lang="en-US" sz="2400" dirty="0" err="1"/>
              <a:t>liên</a:t>
            </a:r>
            <a:r>
              <a:rPr lang="en-US" sz="2400" dirty="0"/>
              <a:t> </a:t>
            </a:r>
            <a:r>
              <a:rPr lang="en-US" sz="2400" dirty="0" err="1"/>
              <a:t>tục</a:t>
            </a:r>
            <a:endParaRPr lang="en-US" sz="2400" dirty="0"/>
          </a:p>
          <a:p>
            <a:pPr algn="just">
              <a:buFontTx/>
              <a:buChar char="-"/>
              <a:defRPr/>
            </a:pPr>
            <a:r>
              <a:rPr lang="en-US" sz="2400" dirty="0" err="1"/>
              <a:t>Luôn</a:t>
            </a:r>
            <a:r>
              <a:rPr lang="en-US" sz="2400" dirty="0"/>
              <a:t> </a:t>
            </a:r>
            <a:r>
              <a:rPr lang="en-US" sz="2400" dirty="0" err="1"/>
              <a:t>phải</a:t>
            </a:r>
            <a:r>
              <a:rPr lang="en-US" sz="2400" dirty="0"/>
              <a:t> </a:t>
            </a:r>
            <a:r>
              <a:rPr lang="en-US" sz="2400" dirty="0" err="1"/>
              <a:t>yêu</a:t>
            </a:r>
            <a:r>
              <a:rPr lang="en-US" sz="2400" dirty="0"/>
              <a:t> </a:t>
            </a:r>
            <a:r>
              <a:rPr lang="en-US" sz="2400" dirty="0" err="1"/>
              <a:t>cầu</a:t>
            </a:r>
            <a:r>
              <a:rPr lang="en-US" sz="2400" dirty="0"/>
              <a:t> </a:t>
            </a:r>
            <a:r>
              <a:rPr lang="en-US" sz="2400" dirty="0" err="1"/>
              <a:t>cấp</a:t>
            </a:r>
            <a:r>
              <a:rPr lang="en-US" sz="2400" dirty="0"/>
              <a:t> </a:t>
            </a:r>
            <a:r>
              <a:rPr lang="en-US" sz="2400" dirty="0" err="1"/>
              <a:t>phát</a:t>
            </a:r>
            <a:r>
              <a:rPr lang="en-US" sz="2400" dirty="0"/>
              <a:t> tr</a:t>
            </a:r>
            <a:r>
              <a:rPr lang="vi-VN" sz="2400" dirty="0"/>
              <a:t>ư</a:t>
            </a:r>
            <a:r>
              <a:rPr lang="en-US" sz="2400" dirty="0" err="1"/>
              <a:t>ớc</a:t>
            </a:r>
            <a:r>
              <a:rPr lang="en-US" sz="2400" dirty="0"/>
              <a:t> 1 </a:t>
            </a:r>
            <a:r>
              <a:rPr lang="en-US" sz="2400" dirty="0" err="1"/>
              <a:t>số</a:t>
            </a:r>
            <a:r>
              <a:rPr lang="en-US" sz="2400" dirty="0"/>
              <a:t> l</a:t>
            </a:r>
            <a:r>
              <a:rPr lang="vi-VN" sz="2400" dirty="0"/>
              <a:t>ư</a:t>
            </a:r>
            <a:r>
              <a:rPr lang="en-US" sz="2400" dirty="0" err="1"/>
              <a:t>ợng</a:t>
            </a:r>
            <a:endParaRPr lang="en-US" sz="2400" dirty="0"/>
          </a:p>
          <a:p>
            <a:pPr marL="0" indent="0" algn="just">
              <a:buNone/>
              <a:defRPr/>
            </a:pPr>
            <a:r>
              <a:rPr lang="en-US" sz="2400" dirty="0"/>
              <a:t>- Thao </a:t>
            </a:r>
            <a:r>
              <a:rPr lang="en-US" sz="2400" dirty="0" err="1"/>
              <a:t>tác</a:t>
            </a:r>
            <a:r>
              <a:rPr lang="en-US" sz="2400" dirty="0"/>
              <a:t> </a:t>
            </a:r>
            <a:r>
              <a:rPr lang="en-US" sz="2400" dirty="0" err="1"/>
              <a:t>thêm</a:t>
            </a:r>
            <a:r>
              <a:rPr lang="en-US" sz="2400" dirty="0"/>
              <a:t> / </a:t>
            </a:r>
            <a:r>
              <a:rPr lang="en-US" sz="2400" dirty="0" err="1"/>
              <a:t>xóa</a:t>
            </a:r>
            <a:r>
              <a:rPr lang="en-US" sz="2400" dirty="0"/>
              <a:t> </a:t>
            </a:r>
            <a:r>
              <a:rPr lang="en-US" sz="2400" dirty="0" err="1"/>
              <a:t>phải</a:t>
            </a:r>
            <a:r>
              <a:rPr lang="en-US" sz="2400" dirty="0"/>
              <a:t> </a:t>
            </a:r>
            <a:r>
              <a:rPr lang="en-US" sz="2400" dirty="0" err="1"/>
              <a:t>lùi</a:t>
            </a:r>
            <a:r>
              <a:rPr lang="en-US" sz="2400" dirty="0"/>
              <a:t> </a:t>
            </a:r>
            <a:r>
              <a:rPr lang="en-US" sz="2400" dirty="0" err="1"/>
              <a:t>lại</a:t>
            </a:r>
            <a:r>
              <a:rPr lang="en-US" sz="2400" dirty="0"/>
              <a:t> hay </a:t>
            </a:r>
            <a:r>
              <a:rPr lang="en-US" sz="2400" dirty="0" err="1"/>
              <a:t>tiến</a:t>
            </a:r>
            <a:r>
              <a:rPr lang="en-US" sz="2400" dirty="0"/>
              <a:t> </a:t>
            </a:r>
            <a:r>
              <a:rPr lang="en-US" sz="2400" dirty="0" err="1"/>
              <a:t>lên</a:t>
            </a:r>
            <a:r>
              <a:rPr lang="en-US" sz="2400" dirty="0"/>
              <a:t> </a:t>
            </a:r>
            <a:r>
              <a:rPr lang="en-US" sz="2400" dirty="0" err="1"/>
              <a:t>rất</a:t>
            </a:r>
            <a:r>
              <a:rPr lang="en-US" sz="2400" dirty="0"/>
              <a:t> </a:t>
            </a:r>
            <a:r>
              <a:rPr lang="en-US" sz="2400" dirty="0" err="1"/>
              <a:t>nhiều</a:t>
            </a:r>
            <a:r>
              <a:rPr lang="en-US" sz="2400" dirty="0"/>
              <a:t> </a:t>
            </a:r>
            <a:r>
              <a:rPr lang="en-US" sz="2400" dirty="0" err="1"/>
              <a:t>phần</a:t>
            </a:r>
            <a:r>
              <a:rPr lang="en-US" sz="2400" dirty="0"/>
              <a:t> </a:t>
            </a:r>
            <a:r>
              <a:rPr lang="en-US" sz="2400" dirty="0" err="1"/>
              <a:t>tử</a:t>
            </a:r>
            <a:r>
              <a:rPr lang="en-US" sz="2400" dirty="0"/>
              <a:t>, </a:t>
            </a:r>
            <a:r>
              <a:rPr lang="en-US" sz="2400" dirty="0" err="1"/>
              <a:t>chương</a:t>
            </a:r>
            <a:r>
              <a:rPr lang="en-US" sz="2400" dirty="0"/>
              <a:t> </a:t>
            </a:r>
            <a:r>
              <a:rPr lang="en-US" sz="2400" dirty="0" err="1"/>
              <a:t>trình</a:t>
            </a:r>
            <a:r>
              <a:rPr lang="en-US" sz="2400" dirty="0"/>
              <a:t> </a:t>
            </a:r>
            <a:r>
              <a:rPr lang="en-US" sz="2400" dirty="0" err="1"/>
              <a:t>chạy</a:t>
            </a:r>
            <a:r>
              <a:rPr lang="en-US" sz="2400" dirty="0"/>
              <a:t> </a:t>
            </a:r>
            <a:r>
              <a:rPr lang="en-US" sz="2400" dirty="0" err="1"/>
              <a:t>chậm</a:t>
            </a:r>
            <a:endParaRPr lang="en-US" sz="2400" dirty="0"/>
          </a:p>
          <a:p>
            <a:pPr marL="0" indent="0" algn="just">
              <a:buNone/>
              <a:defRPr/>
            </a:pPr>
            <a:r>
              <a:rPr lang="en-US" sz="2400" dirty="0"/>
              <a:t>* </a:t>
            </a:r>
            <a:r>
              <a:rPr lang="en-US" sz="2400" dirty="0" err="1"/>
              <a:t>Danh</a:t>
            </a:r>
            <a:r>
              <a:rPr lang="en-US" sz="2400" dirty="0"/>
              <a:t> </a:t>
            </a:r>
            <a:r>
              <a:rPr lang="en-US" sz="2400" dirty="0" err="1"/>
              <a:t>sách</a:t>
            </a:r>
            <a:r>
              <a:rPr lang="en-US" sz="2400" dirty="0"/>
              <a:t> </a:t>
            </a:r>
            <a:r>
              <a:rPr lang="en-US" sz="2400" dirty="0" err="1"/>
              <a:t>liên</a:t>
            </a:r>
            <a:r>
              <a:rPr lang="en-US" sz="2400" dirty="0"/>
              <a:t> </a:t>
            </a:r>
            <a:r>
              <a:rPr lang="en-US" sz="2400" dirty="0" err="1"/>
              <a:t>kết</a:t>
            </a:r>
            <a:r>
              <a:rPr lang="en-US" sz="2400" dirty="0"/>
              <a:t> *:</a:t>
            </a:r>
          </a:p>
          <a:p>
            <a:pPr algn="just">
              <a:buFont typeface="Arial" panose="020B0604020202020204" pitchFamily="34" charset="0"/>
              <a:buChar char="•"/>
              <a:defRPr/>
            </a:pPr>
            <a:r>
              <a:rPr lang="en-US" sz="2400" dirty="0" err="1"/>
              <a:t>Ưu</a:t>
            </a:r>
            <a:r>
              <a:rPr lang="en-US" sz="2400" dirty="0"/>
              <a:t> </a:t>
            </a:r>
            <a:r>
              <a:rPr lang="en-US" sz="2400" dirty="0" err="1"/>
              <a:t>điểm</a:t>
            </a:r>
            <a:r>
              <a:rPr lang="en-US" sz="2400" dirty="0"/>
              <a:t>: - </a:t>
            </a:r>
            <a:r>
              <a:rPr lang="en-US" sz="2400" dirty="0" err="1"/>
              <a:t>Các</a:t>
            </a:r>
            <a:r>
              <a:rPr lang="en-US" sz="2400" dirty="0"/>
              <a:t> </a:t>
            </a:r>
            <a:r>
              <a:rPr lang="en-US" sz="2400" dirty="0" err="1"/>
              <a:t>phần</a:t>
            </a:r>
            <a:r>
              <a:rPr lang="en-US" sz="2400" dirty="0"/>
              <a:t> </a:t>
            </a:r>
            <a:r>
              <a:rPr lang="en-US" sz="2400" dirty="0" err="1"/>
              <a:t>tử</a:t>
            </a:r>
            <a:r>
              <a:rPr lang="en-US" sz="2400" dirty="0"/>
              <a:t> </a:t>
            </a:r>
            <a:r>
              <a:rPr lang="en-US" sz="2400" dirty="0" err="1"/>
              <a:t>không</a:t>
            </a:r>
            <a:r>
              <a:rPr lang="en-US" sz="2400" dirty="0"/>
              <a:t> </a:t>
            </a:r>
            <a:r>
              <a:rPr lang="en-US" sz="2400" dirty="0" err="1"/>
              <a:t>cần</a:t>
            </a:r>
            <a:r>
              <a:rPr lang="en-US" sz="2400" dirty="0"/>
              <a:t> </a:t>
            </a:r>
            <a:r>
              <a:rPr lang="en-US" sz="2400" dirty="0" err="1"/>
              <a:t>liên</a:t>
            </a:r>
            <a:r>
              <a:rPr lang="en-US" sz="2400" dirty="0"/>
              <a:t> </a:t>
            </a:r>
            <a:r>
              <a:rPr lang="en-US" sz="2400" dirty="0" err="1"/>
              <a:t>tục</a:t>
            </a:r>
            <a:endParaRPr lang="en-US" sz="2400" dirty="0"/>
          </a:p>
          <a:p>
            <a:pPr algn="just">
              <a:buFontTx/>
              <a:buChar char="-"/>
              <a:defRPr/>
            </a:pPr>
            <a:r>
              <a:rPr lang="en-US" sz="2400" dirty="0" err="1"/>
              <a:t>Không</a:t>
            </a:r>
            <a:r>
              <a:rPr lang="en-US" sz="2400" dirty="0"/>
              <a:t> </a:t>
            </a:r>
            <a:r>
              <a:rPr lang="en-US" sz="2400" dirty="0" err="1"/>
              <a:t>cần</a:t>
            </a:r>
            <a:r>
              <a:rPr lang="en-US" sz="2400" dirty="0"/>
              <a:t> </a:t>
            </a:r>
            <a:r>
              <a:rPr lang="en-US" sz="2400" dirty="0" err="1"/>
              <a:t>cấp</a:t>
            </a:r>
            <a:r>
              <a:rPr lang="en-US" sz="2400" dirty="0"/>
              <a:t> </a:t>
            </a:r>
            <a:r>
              <a:rPr lang="en-US" sz="2400" dirty="0" err="1"/>
              <a:t>phát</a:t>
            </a:r>
            <a:r>
              <a:rPr lang="en-US" sz="2400" dirty="0"/>
              <a:t> tr</a:t>
            </a:r>
            <a:r>
              <a:rPr lang="vi-VN" sz="2400" dirty="0"/>
              <a:t>ư</a:t>
            </a:r>
            <a:r>
              <a:rPr lang="en-US" sz="2400" dirty="0" err="1"/>
              <a:t>ớc</a:t>
            </a:r>
            <a:r>
              <a:rPr lang="en-US" sz="2400" dirty="0"/>
              <a:t> </a:t>
            </a:r>
            <a:r>
              <a:rPr lang="en-US" sz="2400" dirty="0" err="1"/>
              <a:t>số</a:t>
            </a:r>
            <a:r>
              <a:rPr lang="en-US" sz="2400" dirty="0"/>
              <a:t> l</a:t>
            </a:r>
            <a:r>
              <a:rPr lang="vi-VN" sz="2400" dirty="0"/>
              <a:t>ư</a:t>
            </a:r>
            <a:r>
              <a:rPr lang="en-US" sz="2400" dirty="0" err="1"/>
              <a:t>ợng</a:t>
            </a:r>
            <a:r>
              <a:rPr lang="en-US" sz="2400" dirty="0"/>
              <a:t> </a:t>
            </a:r>
            <a:r>
              <a:rPr lang="en-US" sz="2400" dirty="0" err="1"/>
              <a:t>nh</a:t>
            </a:r>
            <a:r>
              <a:rPr lang="vi-VN" sz="2400" dirty="0"/>
              <a:t>ư</a:t>
            </a:r>
            <a:r>
              <a:rPr lang="en-US" sz="2400" dirty="0"/>
              <a:t> </a:t>
            </a:r>
            <a:r>
              <a:rPr lang="en-US" sz="2400" dirty="0" err="1"/>
              <a:t>mảng</a:t>
            </a:r>
            <a:r>
              <a:rPr lang="en-US" sz="2400" dirty="0"/>
              <a:t> (</a:t>
            </a:r>
            <a:r>
              <a:rPr lang="en-US" sz="2400" dirty="0" err="1"/>
              <a:t>khi</a:t>
            </a:r>
            <a:r>
              <a:rPr lang="en-US" sz="2400" dirty="0"/>
              <a:t> </a:t>
            </a:r>
            <a:r>
              <a:rPr lang="en-US" sz="2400" dirty="0" err="1"/>
              <a:t>nào</a:t>
            </a:r>
            <a:r>
              <a:rPr lang="en-US" sz="2400" dirty="0"/>
              <a:t> </a:t>
            </a:r>
            <a:r>
              <a:rPr lang="en-US" sz="2400" dirty="0" err="1"/>
              <a:t>cần</a:t>
            </a:r>
            <a:r>
              <a:rPr lang="en-US" sz="2400" dirty="0"/>
              <a:t> </a:t>
            </a:r>
            <a:r>
              <a:rPr lang="en-US" sz="2400" dirty="0" err="1"/>
              <a:t>thì</a:t>
            </a:r>
            <a:r>
              <a:rPr lang="en-US" sz="2400" dirty="0"/>
              <a:t> </a:t>
            </a:r>
            <a:r>
              <a:rPr lang="en-US" sz="2400" dirty="0" err="1"/>
              <a:t>thêm</a:t>
            </a:r>
            <a:r>
              <a:rPr lang="en-US" sz="2400" dirty="0"/>
              <a:t>, </a:t>
            </a:r>
            <a:r>
              <a:rPr lang="en-US" sz="2400" dirty="0" err="1"/>
              <a:t>xóa</a:t>
            </a:r>
            <a:r>
              <a:rPr lang="en-US" sz="2400" dirty="0"/>
              <a:t>)</a:t>
            </a:r>
          </a:p>
          <a:p>
            <a:pPr algn="just">
              <a:buFontTx/>
              <a:buChar char="-"/>
              <a:defRPr/>
            </a:pPr>
            <a:r>
              <a:rPr lang="en-US" sz="2400" dirty="0" err="1"/>
              <a:t>Các</a:t>
            </a:r>
            <a:r>
              <a:rPr lang="en-US" sz="2400" dirty="0"/>
              <a:t> </a:t>
            </a:r>
            <a:r>
              <a:rPr lang="en-US" sz="2400" dirty="0" err="1"/>
              <a:t>thao</a:t>
            </a:r>
            <a:r>
              <a:rPr lang="en-US" sz="2400" dirty="0"/>
              <a:t> </a:t>
            </a:r>
            <a:r>
              <a:rPr lang="en-US" sz="2400" dirty="0" err="1"/>
              <a:t>tác</a:t>
            </a:r>
            <a:r>
              <a:rPr lang="en-US" sz="2400" dirty="0"/>
              <a:t> </a:t>
            </a:r>
            <a:r>
              <a:rPr lang="en-US" sz="2400" dirty="0" err="1"/>
              <a:t>thêm</a:t>
            </a:r>
            <a:r>
              <a:rPr lang="en-US" sz="2400" dirty="0"/>
              <a:t>, </a:t>
            </a:r>
            <a:r>
              <a:rPr lang="en-US" sz="2400" dirty="0" err="1"/>
              <a:t>xóa</a:t>
            </a:r>
            <a:r>
              <a:rPr lang="en-US" sz="2400" dirty="0"/>
              <a:t> </a:t>
            </a:r>
            <a:r>
              <a:rPr lang="en-US" sz="2400" dirty="0" err="1"/>
              <a:t>không</a:t>
            </a:r>
            <a:r>
              <a:rPr lang="en-US" sz="2400" dirty="0"/>
              <a:t> </a:t>
            </a:r>
            <a:r>
              <a:rPr lang="en-US" sz="2400" dirty="0" err="1"/>
              <a:t>phải</a:t>
            </a:r>
            <a:r>
              <a:rPr lang="en-US" sz="2400" dirty="0"/>
              <a:t> </a:t>
            </a:r>
            <a:r>
              <a:rPr lang="en-US" sz="2400" dirty="0" err="1"/>
              <a:t>lùi</a:t>
            </a:r>
            <a:r>
              <a:rPr lang="en-US" sz="2400" dirty="0"/>
              <a:t> </a:t>
            </a:r>
            <a:r>
              <a:rPr lang="en-US" sz="2400" dirty="0" err="1"/>
              <a:t>lại</a:t>
            </a:r>
            <a:r>
              <a:rPr lang="en-US" sz="2400" dirty="0"/>
              <a:t> hay </a:t>
            </a:r>
            <a:r>
              <a:rPr lang="en-US" sz="2400" dirty="0" err="1"/>
              <a:t>tiến</a:t>
            </a:r>
            <a:r>
              <a:rPr lang="en-US" sz="2400" dirty="0"/>
              <a:t> </a:t>
            </a:r>
            <a:r>
              <a:rPr lang="en-US" sz="2400" dirty="0" err="1"/>
              <a:t>lên</a:t>
            </a:r>
            <a:r>
              <a:rPr lang="en-US" sz="2400" dirty="0"/>
              <a:t> </a:t>
            </a:r>
            <a:r>
              <a:rPr lang="en-US" sz="2400" dirty="0" err="1"/>
              <a:t>từ</a:t>
            </a:r>
            <a:r>
              <a:rPr lang="en-US" sz="2400" dirty="0"/>
              <a:t> </a:t>
            </a:r>
            <a:r>
              <a:rPr lang="en-US" sz="2400" dirty="0" err="1"/>
              <a:t>vị</a:t>
            </a:r>
            <a:r>
              <a:rPr lang="en-US" sz="2400" dirty="0"/>
              <a:t> </a:t>
            </a:r>
            <a:r>
              <a:rPr lang="en-US" sz="2400" dirty="0" err="1"/>
              <a:t>trí</a:t>
            </a:r>
            <a:r>
              <a:rPr lang="en-US" sz="2400" dirty="0"/>
              <a:t> </a:t>
            </a:r>
            <a:r>
              <a:rPr lang="en-US" sz="2400" dirty="0" err="1"/>
              <a:t>đó</a:t>
            </a:r>
            <a:r>
              <a:rPr lang="en-US" sz="2400" dirty="0"/>
              <a:t> </a:t>
            </a:r>
            <a:r>
              <a:rPr lang="en-US" sz="2400" dirty="0" err="1"/>
              <a:t>trở</a:t>
            </a:r>
            <a:r>
              <a:rPr lang="en-US" sz="2400" dirty="0"/>
              <a:t> </a:t>
            </a:r>
            <a:r>
              <a:rPr lang="en-US" sz="2400" dirty="0" err="1"/>
              <a:t>xuống</a:t>
            </a:r>
            <a:r>
              <a:rPr lang="en-US" sz="2400" dirty="0"/>
              <a:t> </a:t>
            </a:r>
            <a:r>
              <a:rPr lang="en-US" sz="2400" dirty="0" err="1"/>
              <a:t>như</a:t>
            </a:r>
            <a:r>
              <a:rPr lang="en-US" sz="2400" dirty="0"/>
              <a:t> </a:t>
            </a:r>
            <a:r>
              <a:rPr lang="en-US" sz="2400" dirty="0" err="1"/>
              <a:t>bên</a:t>
            </a:r>
            <a:r>
              <a:rPr lang="en-US" sz="2400" dirty="0"/>
              <a:t> </a:t>
            </a:r>
            <a:r>
              <a:rPr lang="en-US" sz="2400" dirty="0" err="1"/>
              <a:t>mảng</a:t>
            </a:r>
            <a:r>
              <a:rPr lang="en-US" sz="2400" dirty="0"/>
              <a:t> </a:t>
            </a:r>
            <a:r>
              <a:rPr lang="en-US" sz="2400" dirty="0" err="1"/>
              <a:t>mà</a:t>
            </a:r>
            <a:r>
              <a:rPr lang="en-US" sz="2400" dirty="0"/>
              <a:t> ta </a:t>
            </a:r>
            <a:r>
              <a:rPr lang="en-US" sz="2400" dirty="0" err="1"/>
              <a:t>chỉ</a:t>
            </a:r>
            <a:r>
              <a:rPr lang="en-US" sz="2400" dirty="0"/>
              <a:t> </a:t>
            </a:r>
            <a:r>
              <a:rPr lang="en-US" sz="2400" dirty="0" err="1"/>
              <a:t>cần</a:t>
            </a:r>
            <a:r>
              <a:rPr lang="en-US" sz="2400" dirty="0"/>
              <a:t> </a:t>
            </a:r>
            <a:r>
              <a:rPr lang="en-US" sz="2400" dirty="0" err="1"/>
              <a:t>bẻ</a:t>
            </a:r>
            <a:r>
              <a:rPr lang="en-US" sz="2400" dirty="0"/>
              <a:t> </a:t>
            </a:r>
            <a:r>
              <a:rPr lang="en-US" sz="2400" dirty="0" err="1"/>
              <a:t>lại</a:t>
            </a:r>
            <a:r>
              <a:rPr lang="en-US" sz="2400" dirty="0"/>
              <a:t> </a:t>
            </a:r>
            <a:r>
              <a:rPr lang="en-US" sz="2400" dirty="0" err="1"/>
              <a:t>mối</a:t>
            </a:r>
            <a:r>
              <a:rPr lang="en-US" sz="2400" dirty="0"/>
              <a:t> </a:t>
            </a:r>
            <a:r>
              <a:rPr lang="en-US" sz="2400" dirty="0" err="1"/>
              <a:t>liên</a:t>
            </a:r>
            <a:r>
              <a:rPr lang="en-US" sz="2400" dirty="0"/>
              <a:t> </a:t>
            </a:r>
            <a:r>
              <a:rPr lang="en-US" sz="2400" dirty="0" err="1"/>
              <a:t>kết</a:t>
            </a:r>
            <a:r>
              <a:rPr lang="en-US" sz="2400" dirty="0"/>
              <a:t> </a:t>
            </a:r>
            <a:r>
              <a:rPr lang="en-US" sz="2400" dirty="0" err="1"/>
              <a:t>giữa</a:t>
            </a:r>
            <a:r>
              <a:rPr lang="en-US" sz="2400" dirty="0"/>
              <a:t> 2 node </a:t>
            </a:r>
            <a:r>
              <a:rPr lang="en-US" sz="2400" dirty="0" err="1"/>
              <a:t>là</a:t>
            </a:r>
            <a:r>
              <a:rPr lang="en-US" sz="2400" dirty="0"/>
              <a:t> đ</a:t>
            </a:r>
            <a:r>
              <a:rPr lang="vi-VN" sz="2400" dirty="0"/>
              <a:t>ư</a:t>
            </a:r>
            <a:r>
              <a:rPr lang="en-US" sz="2400" dirty="0" err="1"/>
              <a:t>ợc</a:t>
            </a:r>
            <a:r>
              <a:rPr lang="en-US" sz="2400" dirty="0"/>
              <a:t>, </a:t>
            </a:r>
            <a:r>
              <a:rPr lang="en-US" sz="2400" dirty="0" err="1"/>
              <a:t>nên</a:t>
            </a:r>
            <a:r>
              <a:rPr lang="en-US" sz="2400" dirty="0"/>
              <a:t> </a:t>
            </a:r>
            <a:r>
              <a:rPr lang="en-US" sz="2400" dirty="0" err="1"/>
              <a:t>chạy</a:t>
            </a:r>
            <a:r>
              <a:rPr lang="en-US" sz="2400" dirty="0"/>
              <a:t> </a:t>
            </a:r>
            <a:r>
              <a:rPr lang="en-US" sz="2400" dirty="0" err="1"/>
              <a:t>nhanh</a:t>
            </a:r>
            <a:r>
              <a:rPr lang="en-US" sz="2400" dirty="0"/>
              <a:t> h</a:t>
            </a:r>
            <a:r>
              <a:rPr lang="vi-VN" sz="2400" dirty="0"/>
              <a:t>ơ</a:t>
            </a:r>
            <a:r>
              <a:rPr lang="en-US" sz="2400" dirty="0"/>
              <a:t>n</a:t>
            </a:r>
          </a:p>
          <a:p>
            <a:pPr algn="just">
              <a:buFont typeface="Arial" panose="020B0604020202020204" pitchFamily="34" charset="0"/>
              <a:buChar char="•"/>
              <a:defRPr/>
            </a:pPr>
            <a:endParaRPr lang="en-US" sz="2400" dirty="0"/>
          </a:p>
          <a:p>
            <a:pPr algn="just">
              <a:buFont typeface="Arial" panose="020B0604020202020204" pitchFamily="34" charset="0"/>
              <a:buChar char="•"/>
              <a:defRPr/>
            </a:pPr>
            <a:endParaRPr lang="en-US" sz="2400" dirty="0"/>
          </a:p>
          <a:p>
            <a:pPr algn="just">
              <a:buFont typeface="Arial" panose="020B0604020202020204" pitchFamily="34" charset="0"/>
              <a:buChar char="•"/>
              <a:defRPr/>
            </a:pPr>
            <a:endParaRPr lang="en-US" sz="2400"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a:extLst>
              <a:ext uri="{FF2B5EF4-FFF2-40B4-BE49-F238E27FC236}">
                <a16:creationId xmlns:a16="http://schemas.microsoft.com/office/drawing/2014/main" id="{C333EC1B-1363-4B71-8363-C34CE282A7E7}"/>
              </a:ext>
            </a:extLst>
          </p:cNvPr>
          <p:cNvSpPr>
            <a:spLocks noGrp="1" noChangeArrowheads="1"/>
          </p:cNvSpPr>
          <p:nvPr>
            <p:ph type="title"/>
          </p:nvPr>
        </p:nvSpPr>
        <p:spPr/>
        <p:txBody>
          <a:bodyPr/>
          <a:lstStyle/>
          <a:p>
            <a:endParaRPr lang="en-US" altLang="en-US"/>
          </a:p>
        </p:txBody>
      </p:sp>
      <p:sp>
        <p:nvSpPr>
          <p:cNvPr id="66563" name="Content Placeholder 2">
            <a:extLst>
              <a:ext uri="{FF2B5EF4-FFF2-40B4-BE49-F238E27FC236}">
                <a16:creationId xmlns:a16="http://schemas.microsoft.com/office/drawing/2014/main" id="{9B99F276-9EAF-45F7-83F0-D894E8B49EF1}"/>
              </a:ext>
            </a:extLst>
          </p:cNvPr>
          <p:cNvSpPr>
            <a:spLocks noGrp="1" noChangeArrowheads="1"/>
          </p:cNvSpPr>
          <p:nvPr>
            <p:ph idx="1"/>
          </p:nvPr>
        </p:nvSpPr>
        <p:spPr/>
        <p:txBody>
          <a:bodyPr/>
          <a:lstStyle/>
          <a:p>
            <a:r>
              <a:rPr lang="en-US" altLang="en-US" sz="2400"/>
              <a:t>* Mảng*</a:t>
            </a:r>
          </a:p>
          <a:p>
            <a:r>
              <a:rPr lang="vi-VN" altLang="en-US" sz="2400"/>
              <a:t>Ư</a:t>
            </a:r>
            <a:r>
              <a:rPr lang="en-US" altLang="en-US" sz="2400"/>
              <a:t>u điểm: tiết kiệm bộ nhớ hơn</a:t>
            </a:r>
          </a:p>
          <a:p>
            <a:r>
              <a:rPr lang="en-US" altLang="en-US" sz="2400"/>
              <a:t>Truy xuất 1 phần tử nhanh hơn, nhờ a[i]</a:t>
            </a:r>
          </a:p>
          <a:p>
            <a:r>
              <a:rPr lang="en-US" altLang="en-US" sz="2400"/>
              <a:t>* Danh sách *</a:t>
            </a:r>
          </a:p>
          <a:p>
            <a:r>
              <a:rPr lang="en-US" altLang="en-US" sz="2400"/>
              <a:t>Nh</a:t>
            </a:r>
            <a:r>
              <a:rPr lang="vi-VN" altLang="en-US" sz="2400"/>
              <a:t>ư</a:t>
            </a:r>
            <a:r>
              <a:rPr lang="en-US" altLang="en-US" sz="2400"/>
              <a:t>ợc điểm:</a:t>
            </a:r>
          </a:p>
          <a:p>
            <a:pPr>
              <a:buFontTx/>
              <a:buChar char="-"/>
            </a:pPr>
            <a:r>
              <a:rPr lang="en-US" altLang="en-US" sz="2400"/>
              <a:t>một node sẽ l</a:t>
            </a:r>
            <a:r>
              <a:rPr lang="vi-VN" altLang="en-US" sz="2400"/>
              <a:t>ư</a:t>
            </a:r>
            <a:r>
              <a:rPr lang="en-US" altLang="en-US" sz="2400"/>
              <a:t>u 2 thông tin data , con trỏ đòi hỏi bộ nhớ tốn nhiều h</a:t>
            </a:r>
            <a:r>
              <a:rPr lang="vi-VN" altLang="en-US" sz="2400"/>
              <a:t>ơ</a:t>
            </a:r>
            <a:r>
              <a:rPr lang="en-US" altLang="en-US" sz="2400"/>
              <a:t>n</a:t>
            </a:r>
          </a:p>
          <a:p>
            <a:pPr>
              <a:buFontTx/>
              <a:buChar char="-"/>
            </a:pPr>
            <a:r>
              <a:rPr lang="en-US" altLang="en-US" sz="2400"/>
              <a:t>Muốn truy xuất một node cụ thể (node ở giữa) thì ta phải đi từ đầu đến node đó</a:t>
            </a:r>
          </a:p>
          <a:p>
            <a:pPr>
              <a:buFontTx/>
              <a:buChar char="-"/>
            </a:pPr>
            <a:r>
              <a:rPr lang="en-US" altLang="en-US" sz="2400"/>
              <a:t>Nếu 1 node trong danh sách bị h</a:t>
            </a:r>
            <a:r>
              <a:rPr lang="vi-VN" altLang="en-US" sz="2400"/>
              <a:t>ư</a:t>
            </a:r>
            <a:r>
              <a:rPr lang="en-US" altLang="en-US" sz="2400"/>
              <a:t> thì cả danh sách h</a:t>
            </a:r>
            <a:r>
              <a:rPr lang="vi-VN" altLang="en-US" sz="2400"/>
              <a:t>ư</a:t>
            </a:r>
            <a:r>
              <a:rPr lang="en-US" altLang="en-US" sz="2400"/>
              <a:t> hết</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00F0FF52-4E01-4F4D-8DB2-881652D6D5D2}"/>
              </a:ext>
            </a:extLst>
          </p:cNvPr>
          <p:cNvSpPr>
            <a:spLocks noGrp="1" noChangeArrowheads="1"/>
          </p:cNvSpPr>
          <p:nvPr>
            <p:ph type="title"/>
          </p:nvPr>
        </p:nvSpPr>
        <p:spPr/>
        <p:txBody>
          <a:bodyPr/>
          <a:lstStyle/>
          <a:p>
            <a:pPr eaLnBrk="1" hangingPunct="1"/>
            <a:r>
              <a:rPr lang="en-US" altLang="en-US" sz="3400"/>
              <a:t>Bài tập</a:t>
            </a:r>
          </a:p>
        </p:txBody>
      </p:sp>
      <p:sp>
        <p:nvSpPr>
          <p:cNvPr id="67587" name="Rectangle 3">
            <a:extLst>
              <a:ext uri="{FF2B5EF4-FFF2-40B4-BE49-F238E27FC236}">
                <a16:creationId xmlns:a16="http://schemas.microsoft.com/office/drawing/2014/main" id="{0A2A5FFE-48F9-41C5-ADCA-F48B35545521}"/>
              </a:ext>
            </a:extLst>
          </p:cNvPr>
          <p:cNvSpPr>
            <a:spLocks noGrp="1" noChangeArrowheads="1"/>
          </p:cNvSpPr>
          <p:nvPr>
            <p:ph idx="1"/>
          </p:nvPr>
        </p:nvSpPr>
        <p:spPr/>
        <p:txBody>
          <a:bodyPr/>
          <a:lstStyle/>
          <a:p>
            <a:pPr eaLnBrk="1" hangingPunct="1"/>
            <a:r>
              <a:rPr lang="en-US" altLang="en-US" sz="2600"/>
              <a:t>Dùng danh sách liên kết quản lý sinh viên trong lớp (mssv, họ, tên, ngày sinh, điểm tổng kết học kỳ). </a:t>
            </a:r>
          </a:p>
          <a:p>
            <a:pPr eaLnBrk="1" hangingPunct="1"/>
            <a:r>
              <a:rPr lang="en-US" altLang="en-US" sz="2600"/>
              <a:t>Thực hiện các thao tác: thêm, bớt, sắp xếp sinh viên (theo điểm tổng kết) trong danh sách</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A3F24645-E9AF-438A-AAAB-82E2C08DC3B8}"/>
              </a:ext>
            </a:extLst>
          </p:cNvPr>
          <p:cNvSpPr>
            <a:spLocks noGrp="1" noChangeArrowheads="1"/>
          </p:cNvSpPr>
          <p:nvPr>
            <p:ph type="title"/>
          </p:nvPr>
        </p:nvSpPr>
        <p:spPr/>
        <p:txBody>
          <a:bodyPr/>
          <a:lstStyle/>
          <a:p>
            <a:pPr eaLnBrk="1" hangingPunct="1"/>
            <a:r>
              <a:rPr lang="en-US" altLang="en-US" sz="3400"/>
              <a:t>Danh sách liên kết vòng</a:t>
            </a:r>
          </a:p>
        </p:txBody>
      </p:sp>
      <p:sp>
        <p:nvSpPr>
          <p:cNvPr id="43011" name="Rectangle 3">
            <a:extLst>
              <a:ext uri="{FF2B5EF4-FFF2-40B4-BE49-F238E27FC236}">
                <a16:creationId xmlns:a16="http://schemas.microsoft.com/office/drawing/2014/main" id="{16287FAF-23F7-4855-B589-98B1FFD6586A}"/>
              </a:ext>
            </a:extLst>
          </p:cNvPr>
          <p:cNvSpPr>
            <a:spLocks noGrp="1" noChangeArrowheads="1"/>
          </p:cNvSpPr>
          <p:nvPr>
            <p:ph idx="1"/>
          </p:nvPr>
        </p:nvSpPr>
        <p:spPr>
          <a:xfrm>
            <a:off x="2090738" y="1600200"/>
            <a:ext cx="8348662" cy="4267200"/>
          </a:xfrm>
        </p:spPr>
        <p:txBody>
          <a:bodyPr/>
          <a:lstStyle/>
          <a:p>
            <a:pPr eaLnBrk="1" hangingPunct="1"/>
            <a:endParaRPr lang="en-US" altLang="en-US" sz="2600"/>
          </a:p>
          <a:p>
            <a:pPr eaLnBrk="1" hangingPunct="1"/>
            <a:endParaRPr lang="en-US" altLang="en-US" sz="2600"/>
          </a:p>
          <a:p>
            <a:pPr eaLnBrk="1" hangingPunct="1"/>
            <a:endParaRPr lang="en-US" altLang="en-US" sz="2600"/>
          </a:p>
          <a:p>
            <a:pPr eaLnBrk="1" hangingPunct="1"/>
            <a:endParaRPr lang="en-US" altLang="en-US" sz="2600"/>
          </a:p>
          <a:p>
            <a:pPr eaLnBrk="1" hangingPunct="1"/>
            <a:r>
              <a:rPr lang="en-US" altLang="en-US" sz="2600"/>
              <a:t>Các thao tác trên danh sách liên kết vòng</a:t>
            </a:r>
          </a:p>
          <a:p>
            <a:pPr lvl="1" eaLnBrk="1" hangingPunct="1"/>
            <a:r>
              <a:rPr lang="en-US" altLang="en-US" sz="2200">
                <a:latin typeface="Arial" panose="020B0604020202020204" pitchFamily="34" charset="0"/>
              </a:rPr>
              <a:t>Giải thuật thêm một nút vào đầu danh sách</a:t>
            </a:r>
          </a:p>
          <a:p>
            <a:pPr lvl="1" eaLnBrk="1" hangingPunct="1"/>
            <a:r>
              <a:rPr lang="en-US" altLang="en-US" sz="2200">
                <a:latin typeface="Arial" panose="020B0604020202020204" pitchFamily="34" charset="0"/>
              </a:rPr>
              <a:t>Giải thuật thêm một nút vào danh sách</a:t>
            </a:r>
          </a:p>
          <a:p>
            <a:pPr lvl="1" eaLnBrk="1" hangingPunct="1"/>
            <a:r>
              <a:rPr lang="en-US" altLang="en-US" sz="2200">
                <a:latin typeface="Arial" panose="020B0604020202020204" pitchFamily="34" charset="0"/>
              </a:rPr>
              <a:t>Giải thuật loại một nút ra khỏi danh sách</a:t>
            </a:r>
          </a:p>
        </p:txBody>
      </p:sp>
      <p:grpSp>
        <p:nvGrpSpPr>
          <p:cNvPr id="68612" name="Group 67">
            <a:extLst>
              <a:ext uri="{FF2B5EF4-FFF2-40B4-BE49-F238E27FC236}">
                <a16:creationId xmlns:a16="http://schemas.microsoft.com/office/drawing/2014/main" id="{94C0D240-C5C2-4F45-B456-471A9B39D391}"/>
              </a:ext>
            </a:extLst>
          </p:cNvPr>
          <p:cNvGrpSpPr>
            <a:grpSpLocks/>
          </p:cNvGrpSpPr>
          <p:nvPr/>
        </p:nvGrpSpPr>
        <p:grpSpPr bwMode="auto">
          <a:xfrm>
            <a:off x="2514601" y="1905000"/>
            <a:ext cx="6672263" cy="1200150"/>
            <a:chOff x="672" y="1524"/>
            <a:chExt cx="4203" cy="756"/>
          </a:xfrm>
        </p:grpSpPr>
        <p:sp>
          <p:nvSpPr>
            <p:cNvPr id="68613" name="Rectangle 8">
              <a:extLst>
                <a:ext uri="{FF2B5EF4-FFF2-40B4-BE49-F238E27FC236}">
                  <a16:creationId xmlns:a16="http://schemas.microsoft.com/office/drawing/2014/main" id="{81A910C5-260D-4C4E-BF53-3848306FE6BB}"/>
                </a:ext>
              </a:extLst>
            </p:cNvPr>
            <p:cNvSpPr>
              <a:spLocks noChangeAspect="1" noChangeArrowheads="1"/>
            </p:cNvSpPr>
            <p:nvPr/>
          </p:nvSpPr>
          <p:spPr bwMode="auto">
            <a:xfrm>
              <a:off x="1752" y="1741"/>
              <a:ext cx="110" cy="331"/>
            </a:xfrm>
            <a:prstGeom prst="rect">
              <a:avLst/>
            </a:prstGeom>
            <a:solidFill>
              <a:srgbClr val="FFFFFF"/>
            </a:solidFill>
            <a:ln w="9525">
              <a:solidFill>
                <a:srgbClr val="000000"/>
              </a:solidFill>
              <a:miter lim="800000"/>
              <a:headEnd/>
              <a:tailEnd/>
            </a:ln>
          </p:spPr>
          <p:txBody>
            <a:bodyPr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68614" name="Rectangle 9">
              <a:extLst>
                <a:ext uri="{FF2B5EF4-FFF2-40B4-BE49-F238E27FC236}">
                  <a16:creationId xmlns:a16="http://schemas.microsoft.com/office/drawing/2014/main" id="{FD9DF0A9-0607-4E8C-845B-D3B4E723EF8B}"/>
                </a:ext>
              </a:extLst>
            </p:cNvPr>
            <p:cNvSpPr>
              <a:spLocks noChangeAspect="1" noChangeArrowheads="1"/>
            </p:cNvSpPr>
            <p:nvPr/>
          </p:nvSpPr>
          <p:spPr bwMode="auto">
            <a:xfrm>
              <a:off x="2452" y="1741"/>
              <a:ext cx="111" cy="331"/>
            </a:xfrm>
            <a:prstGeom prst="rect">
              <a:avLst/>
            </a:prstGeom>
            <a:solidFill>
              <a:srgbClr val="FFFFFF"/>
            </a:solidFill>
            <a:ln w="9525">
              <a:solidFill>
                <a:srgbClr val="000000"/>
              </a:solidFill>
              <a:miter lim="800000"/>
              <a:headEnd/>
              <a:tailEnd/>
            </a:ln>
          </p:spPr>
          <p:txBody>
            <a:bodyPr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68615" name="Rectangle 10">
              <a:extLst>
                <a:ext uri="{FF2B5EF4-FFF2-40B4-BE49-F238E27FC236}">
                  <a16:creationId xmlns:a16="http://schemas.microsoft.com/office/drawing/2014/main" id="{E615BF50-6ABE-4ADB-A88E-74FA053DBB28}"/>
                </a:ext>
              </a:extLst>
            </p:cNvPr>
            <p:cNvSpPr>
              <a:spLocks noChangeAspect="1" noChangeArrowheads="1"/>
            </p:cNvSpPr>
            <p:nvPr/>
          </p:nvSpPr>
          <p:spPr bwMode="auto">
            <a:xfrm>
              <a:off x="3160" y="1741"/>
              <a:ext cx="110" cy="331"/>
            </a:xfrm>
            <a:prstGeom prst="rect">
              <a:avLst/>
            </a:prstGeom>
            <a:solidFill>
              <a:srgbClr val="FFFFFF"/>
            </a:solidFill>
            <a:ln w="9525">
              <a:solidFill>
                <a:srgbClr val="000000"/>
              </a:solidFill>
              <a:miter lim="800000"/>
              <a:headEnd/>
              <a:tailEnd/>
            </a:ln>
          </p:spPr>
          <p:txBody>
            <a:bodyPr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68616" name="Rectangle 11">
              <a:extLst>
                <a:ext uri="{FF2B5EF4-FFF2-40B4-BE49-F238E27FC236}">
                  <a16:creationId xmlns:a16="http://schemas.microsoft.com/office/drawing/2014/main" id="{EF7B748D-2E97-4923-979B-E7B3CC55AF14}"/>
                </a:ext>
              </a:extLst>
            </p:cNvPr>
            <p:cNvSpPr>
              <a:spLocks noChangeAspect="1" noChangeArrowheads="1"/>
            </p:cNvSpPr>
            <p:nvPr/>
          </p:nvSpPr>
          <p:spPr bwMode="auto">
            <a:xfrm>
              <a:off x="3860" y="1741"/>
              <a:ext cx="111" cy="331"/>
            </a:xfrm>
            <a:prstGeom prst="rect">
              <a:avLst/>
            </a:prstGeom>
            <a:solidFill>
              <a:srgbClr val="FFFFFF"/>
            </a:solidFill>
            <a:ln w="9525">
              <a:solidFill>
                <a:srgbClr val="000000"/>
              </a:solidFill>
              <a:miter lim="800000"/>
              <a:headEnd/>
              <a:tailEnd/>
            </a:ln>
          </p:spPr>
          <p:txBody>
            <a:bodyPr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68617" name="Rectangle 12">
              <a:extLst>
                <a:ext uri="{FF2B5EF4-FFF2-40B4-BE49-F238E27FC236}">
                  <a16:creationId xmlns:a16="http://schemas.microsoft.com/office/drawing/2014/main" id="{036D6EAE-9776-4CC1-8D77-3AB08A7C4311}"/>
                </a:ext>
              </a:extLst>
            </p:cNvPr>
            <p:cNvSpPr>
              <a:spLocks noChangeAspect="1" noChangeArrowheads="1"/>
            </p:cNvSpPr>
            <p:nvPr/>
          </p:nvSpPr>
          <p:spPr bwMode="auto">
            <a:xfrm>
              <a:off x="4566" y="1741"/>
              <a:ext cx="110" cy="331"/>
            </a:xfrm>
            <a:prstGeom prst="rect">
              <a:avLst/>
            </a:prstGeom>
            <a:solidFill>
              <a:srgbClr val="FFFFFF"/>
            </a:solidFill>
            <a:ln w="9525">
              <a:solidFill>
                <a:srgbClr val="000000"/>
              </a:solidFill>
              <a:miter lim="800000"/>
              <a:headEnd/>
              <a:tailEnd/>
            </a:ln>
          </p:spPr>
          <p:txBody>
            <a:bodyPr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68618" name="Oval 13">
              <a:extLst>
                <a:ext uri="{FF2B5EF4-FFF2-40B4-BE49-F238E27FC236}">
                  <a16:creationId xmlns:a16="http://schemas.microsoft.com/office/drawing/2014/main" id="{1811991E-0335-4509-BF38-8D88BDC12D59}"/>
                </a:ext>
              </a:extLst>
            </p:cNvPr>
            <p:cNvSpPr>
              <a:spLocks noChangeAspect="1" noChangeArrowheads="1"/>
            </p:cNvSpPr>
            <p:nvPr/>
          </p:nvSpPr>
          <p:spPr bwMode="auto">
            <a:xfrm>
              <a:off x="909" y="1792"/>
              <a:ext cx="265" cy="228"/>
            </a:xfrm>
            <a:prstGeom prst="ellipse">
              <a:avLst/>
            </a:prstGeom>
            <a:gradFill rotWithShape="0">
              <a:gsLst>
                <a:gs pos="0">
                  <a:srgbClr val="000080"/>
                </a:gs>
                <a:gs pos="100000">
                  <a:srgbClr val="3366FF"/>
                </a:gs>
              </a:gsLst>
              <a:path path="shape">
                <a:fillToRect l="50000" t="50000" r="50000" b="50000"/>
              </a:path>
            </a:gradFill>
            <a:ln w="9525">
              <a:solidFill>
                <a:srgbClr val="000000"/>
              </a:solidFill>
              <a:round/>
              <a:headEnd/>
              <a:tailEnd/>
            </a:ln>
          </p:spPr>
          <p:txBody>
            <a:bodyPr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68619" name="Line 14">
              <a:extLst>
                <a:ext uri="{FF2B5EF4-FFF2-40B4-BE49-F238E27FC236}">
                  <a16:creationId xmlns:a16="http://schemas.microsoft.com/office/drawing/2014/main" id="{77A06A5D-5F0F-4685-986E-486C63976A90}"/>
                </a:ext>
              </a:extLst>
            </p:cNvPr>
            <p:cNvSpPr>
              <a:spLocks noChangeAspect="1" noChangeShapeType="1"/>
            </p:cNvSpPr>
            <p:nvPr/>
          </p:nvSpPr>
          <p:spPr bwMode="auto">
            <a:xfrm>
              <a:off x="1049" y="1907"/>
              <a:ext cx="309" cy="0"/>
            </a:xfrm>
            <a:prstGeom prst="line">
              <a:avLst/>
            </a:prstGeom>
            <a:noFill/>
            <a:ln w="15875">
              <a:solidFill>
                <a:srgbClr val="000000"/>
              </a:solidFill>
              <a:round/>
              <a:headEnd/>
              <a:tailEnd type="stealth" w="med" len="med"/>
            </a:ln>
            <a:extLst>
              <a:ext uri="{909E8E84-426E-40DD-AFC4-6F175D3DCCD1}">
                <a14:hiddenFill xmlns:a14="http://schemas.microsoft.com/office/drawing/2010/main">
                  <a:noFill/>
                </a14:hiddenFill>
              </a:ext>
            </a:extLst>
          </p:spPr>
          <p:txBody>
            <a:bodyPr anchor="ctr"/>
            <a:lstStyle/>
            <a:p>
              <a:endParaRPr lang="en-US"/>
            </a:p>
          </p:txBody>
        </p:sp>
        <p:sp>
          <p:nvSpPr>
            <p:cNvPr id="68620" name="Line 15">
              <a:extLst>
                <a:ext uri="{FF2B5EF4-FFF2-40B4-BE49-F238E27FC236}">
                  <a16:creationId xmlns:a16="http://schemas.microsoft.com/office/drawing/2014/main" id="{DB6468F8-BE0C-4783-9D83-6ACF7C3AB6AF}"/>
                </a:ext>
              </a:extLst>
            </p:cNvPr>
            <p:cNvSpPr>
              <a:spLocks noChangeAspect="1" noChangeShapeType="1"/>
            </p:cNvSpPr>
            <p:nvPr/>
          </p:nvSpPr>
          <p:spPr bwMode="auto">
            <a:xfrm>
              <a:off x="1801" y="1907"/>
              <a:ext cx="250" cy="0"/>
            </a:xfrm>
            <a:prstGeom prst="line">
              <a:avLst/>
            </a:prstGeom>
            <a:noFill/>
            <a:ln w="15875">
              <a:solidFill>
                <a:srgbClr val="000000"/>
              </a:solidFill>
              <a:round/>
              <a:headEnd type="oval" w="med" len="med"/>
              <a:tailEnd type="stealth" w="med" len="med"/>
            </a:ln>
            <a:extLst>
              <a:ext uri="{909E8E84-426E-40DD-AFC4-6F175D3DCCD1}">
                <a14:hiddenFill xmlns:a14="http://schemas.microsoft.com/office/drawing/2010/main">
                  <a:noFill/>
                </a14:hiddenFill>
              </a:ext>
            </a:extLst>
          </p:spPr>
          <p:txBody>
            <a:bodyPr anchor="ctr"/>
            <a:lstStyle/>
            <a:p>
              <a:endParaRPr lang="en-US"/>
            </a:p>
          </p:txBody>
        </p:sp>
        <p:sp>
          <p:nvSpPr>
            <p:cNvPr id="68621" name="Text Box 16">
              <a:extLst>
                <a:ext uri="{FF2B5EF4-FFF2-40B4-BE49-F238E27FC236}">
                  <a16:creationId xmlns:a16="http://schemas.microsoft.com/office/drawing/2014/main" id="{1F91626A-9C8C-4E57-BCC6-C85CEE035848}"/>
                </a:ext>
              </a:extLst>
            </p:cNvPr>
            <p:cNvSpPr txBox="1">
              <a:spLocks noChangeAspect="1" noChangeArrowheads="1"/>
            </p:cNvSpPr>
            <p:nvPr/>
          </p:nvSpPr>
          <p:spPr bwMode="auto">
            <a:xfrm>
              <a:off x="1344" y="1741"/>
              <a:ext cx="405" cy="331"/>
            </a:xfrm>
            <a:prstGeom prst="rect">
              <a:avLst/>
            </a:prstGeom>
            <a:gradFill rotWithShape="0">
              <a:gsLst>
                <a:gs pos="0">
                  <a:srgbClr val="767676"/>
                </a:gs>
                <a:gs pos="50000">
                  <a:srgbClr val="FFFFFF"/>
                </a:gs>
                <a:gs pos="100000">
                  <a:srgbClr val="767676"/>
                </a:gs>
              </a:gsLst>
              <a:lin ang="0" scaled="1"/>
            </a:gradFill>
            <a:ln w="9525">
              <a:solidFill>
                <a:srgbClr val="000000"/>
              </a:solidFill>
              <a:miter lim="800000"/>
              <a:headEnd/>
              <a:tailEnd/>
            </a:ln>
          </p:spPr>
          <p:txBody>
            <a:bodyPr lIns="0" tIns="25200" rIns="0" bIns="0"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1800" b="1">
                  <a:latin typeface="VNI-Avo" pitchFamily="2" charset="0"/>
                </a:rPr>
                <a:t>A</a:t>
              </a:r>
            </a:p>
          </p:txBody>
        </p:sp>
        <p:sp>
          <p:nvSpPr>
            <p:cNvPr id="68622" name="Text Box 17">
              <a:extLst>
                <a:ext uri="{FF2B5EF4-FFF2-40B4-BE49-F238E27FC236}">
                  <a16:creationId xmlns:a16="http://schemas.microsoft.com/office/drawing/2014/main" id="{B8222893-E8CD-44E3-8328-A30306A486A8}"/>
                </a:ext>
              </a:extLst>
            </p:cNvPr>
            <p:cNvSpPr txBox="1">
              <a:spLocks noChangeAspect="1" noChangeArrowheads="1"/>
            </p:cNvSpPr>
            <p:nvPr/>
          </p:nvSpPr>
          <p:spPr bwMode="auto">
            <a:xfrm>
              <a:off x="2051" y="1741"/>
              <a:ext cx="405" cy="331"/>
            </a:xfrm>
            <a:prstGeom prst="rect">
              <a:avLst/>
            </a:prstGeom>
            <a:gradFill rotWithShape="0">
              <a:gsLst>
                <a:gs pos="0">
                  <a:srgbClr val="767676"/>
                </a:gs>
                <a:gs pos="50000">
                  <a:srgbClr val="FFFFFF"/>
                </a:gs>
                <a:gs pos="100000">
                  <a:srgbClr val="767676"/>
                </a:gs>
              </a:gsLst>
              <a:lin ang="0" scaled="1"/>
            </a:gradFill>
            <a:ln w="9525">
              <a:solidFill>
                <a:srgbClr val="000000"/>
              </a:solidFill>
              <a:miter lim="800000"/>
              <a:headEnd/>
              <a:tailEnd/>
            </a:ln>
          </p:spPr>
          <p:txBody>
            <a:bodyPr lIns="0" tIns="25200" rIns="0" bIns="0"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1800" b="1">
                  <a:latin typeface="VNI-Avo" pitchFamily="2" charset="0"/>
                </a:rPr>
                <a:t>B</a:t>
              </a:r>
            </a:p>
          </p:txBody>
        </p:sp>
        <p:sp>
          <p:nvSpPr>
            <p:cNvPr id="68623" name="Text Box 18">
              <a:extLst>
                <a:ext uri="{FF2B5EF4-FFF2-40B4-BE49-F238E27FC236}">
                  <a16:creationId xmlns:a16="http://schemas.microsoft.com/office/drawing/2014/main" id="{F97A95B7-89E2-4080-88AD-C2718BBCF512}"/>
                </a:ext>
              </a:extLst>
            </p:cNvPr>
            <p:cNvSpPr txBox="1">
              <a:spLocks noChangeAspect="1" noChangeArrowheads="1"/>
            </p:cNvSpPr>
            <p:nvPr/>
          </p:nvSpPr>
          <p:spPr bwMode="auto">
            <a:xfrm>
              <a:off x="2758" y="1741"/>
              <a:ext cx="405" cy="331"/>
            </a:xfrm>
            <a:prstGeom prst="rect">
              <a:avLst/>
            </a:prstGeom>
            <a:gradFill rotWithShape="0">
              <a:gsLst>
                <a:gs pos="0">
                  <a:srgbClr val="767676"/>
                </a:gs>
                <a:gs pos="50000">
                  <a:srgbClr val="FFFFFF"/>
                </a:gs>
                <a:gs pos="100000">
                  <a:srgbClr val="767676"/>
                </a:gs>
              </a:gsLst>
              <a:lin ang="0" scaled="1"/>
            </a:gradFill>
            <a:ln w="9525">
              <a:solidFill>
                <a:srgbClr val="000000"/>
              </a:solidFill>
              <a:miter lim="800000"/>
              <a:headEnd/>
              <a:tailEnd/>
            </a:ln>
          </p:spPr>
          <p:txBody>
            <a:bodyPr lIns="0" tIns="25200" rIns="0" bIns="0"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1800" b="1">
                  <a:latin typeface="VNI-Avo" pitchFamily="2" charset="0"/>
                </a:rPr>
                <a:t>X</a:t>
              </a:r>
            </a:p>
          </p:txBody>
        </p:sp>
        <p:sp>
          <p:nvSpPr>
            <p:cNvPr id="68624" name="Text Box 19">
              <a:extLst>
                <a:ext uri="{FF2B5EF4-FFF2-40B4-BE49-F238E27FC236}">
                  <a16:creationId xmlns:a16="http://schemas.microsoft.com/office/drawing/2014/main" id="{86AF8213-11E4-4658-9246-3DEF7ABF190D}"/>
                </a:ext>
              </a:extLst>
            </p:cNvPr>
            <p:cNvSpPr txBox="1">
              <a:spLocks noChangeAspect="1" noChangeArrowheads="1"/>
            </p:cNvSpPr>
            <p:nvPr/>
          </p:nvSpPr>
          <p:spPr bwMode="auto">
            <a:xfrm>
              <a:off x="3457" y="1741"/>
              <a:ext cx="407" cy="331"/>
            </a:xfrm>
            <a:prstGeom prst="rect">
              <a:avLst/>
            </a:prstGeom>
            <a:gradFill rotWithShape="0">
              <a:gsLst>
                <a:gs pos="0">
                  <a:srgbClr val="767676"/>
                </a:gs>
                <a:gs pos="50000">
                  <a:srgbClr val="FFFFFF"/>
                </a:gs>
                <a:gs pos="100000">
                  <a:srgbClr val="767676"/>
                </a:gs>
              </a:gsLst>
              <a:lin ang="0" scaled="1"/>
            </a:gradFill>
            <a:ln w="9525">
              <a:solidFill>
                <a:srgbClr val="000000"/>
              </a:solidFill>
              <a:miter lim="800000"/>
              <a:headEnd/>
              <a:tailEnd/>
            </a:ln>
          </p:spPr>
          <p:txBody>
            <a:bodyPr lIns="0" tIns="25200" rIns="0" bIns="0"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1800" b="1">
                  <a:latin typeface="VNI-Avo" pitchFamily="2" charset="0"/>
                </a:rPr>
                <a:t>Z</a:t>
              </a:r>
            </a:p>
          </p:txBody>
        </p:sp>
        <p:sp>
          <p:nvSpPr>
            <p:cNvPr id="68625" name="Text Box 20">
              <a:extLst>
                <a:ext uri="{FF2B5EF4-FFF2-40B4-BE49-F238E27FC236}">
                  <a16:creationId xmlns:a16="http://schemas.microsoft.com/office/drawing/2014/main" id="{60F08238-B380-4EB0-A0E6-4AA13A99DACF}"/>
                </a:ext>
              </a:extLst>
            </p:cNvPr>
            <p:cNvSpPr txBox="1">
              <a:spLocks noChangeAspect="1" noChangeArrowheads="1"/>
            </p:cNvSpPr>
            <p:nvPr/>
          </p:nvSpPr>
          <p:spPr bwMode="auto">
            <a:xfrm>
              <a:off x="4164" y="1741"/>
              <a:ext cx="405" cy="331"/>
            </a:xfrm>
            <a:prstGeom prst="rect">
              <a:avLst/>
            </a:prstGeom>
            <a:gradFill rotWithShape="0">
              <a:gsLst>
                <a:gs pos="0">
                  <a:srgbClr val="767676"/>
                </a:gs>
                <a:gs pos="50000">
                  <a:srgbClr val="FFFFFF"/>
                </a:gs>
                <a:gs pos="100000">
                  <a:srgbClr val="767676"/>
                </a:gs>
              </a:gsLst>
              <a:lin ang="0" scaled="1"/>
            </a:gradFill>
            <a:ln w="9525">
              <a:solidFill>
                <a:srgbClr val="000000"/>
              </a:solidFill>
              <a:miter lim="800000"/>
              <a:headEnd/>
              <a:tailEnd/>
            </a:ln>
          </p:spPr>
          <p:txBody>
            <a:bodyPr lIns="0" tIns="25200" rIns="0" bIns="0"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1800" b="1">
                  <a:latin typeface="VNI-Avo" pitchFamily="2" charset="0"/>
                </a:rPr>
                <a:t>Y</a:t>
              </a:r>
            </a:p>
          </p:txBody>
        </p:sp>
        <p:sp>
          <p:nvSpPr>
            <p:cNvPr id="68626" name="Line 21">
              <a:extLst>
                <a:ext uri="{FF2B5EF4-FFF2-40B4-BE49-F238E27FC236}">
                  <a16:creationId xmlns:a16="http://schemas.microsoft.com/office/drawing/2014/main" id="{6CA3F8ED-222A-4119-97BA-641AA4ED22F0}"/>
                </a:ext>
              </a:extLst>
            </p:cNvPr>
            <p:cNvSpPr>
              <a:spLocks noChangeAspect="1" noChangeShapeType="1"/>
            </p:cNvSpPr>
            <p:nvPr/>
          </p:nvSpPr>
          <p:spPr bwMode="auto">
            <a:xfrm>
              <a:off x="2508" y="1907"/>
              <a:ext cx="250" cy="0"/>
            </a:xfrm>
            <a:prstGeom prst="line">
              <a:avLst/>
            </a:prstGeom>
            <a:noFill/>
            <a:ln w="15875">
              <a:solidFill>
                <a:srgbClr val="000000"/>
              </a:solidFill>
              <a:round/>
              <a:headEnd type="oval" w="med" len="med"/>
              <a:tailEnd type="stealth" w="med" len="med"/>
            </a:ln>
            <a:extLst>
              <a:ext uri="{909E8E84-426E-40DD-AFC4-6F175D3DCCD1}">
                <a14:hiddenFill xmlns:a14="http://schemas.microsoft.com/office/drawing/2010/main">
                  <a:noFill/>
                </a14:hiddenFill>
              </a:ext>
            </a:extLst>
          </p:spPr>
          <p:txBody>
            <a:bodyPr anchor="ctr"/>
            <a:lstStyle/>
            <a:p>
              <a:endParaRPr lang="en-US"/>
            </a:p>
          </p:txBody>
        </p:sp>
        <p:sp>
          <p:nvSpPr>
            <p:cNvPr id="68627" name="Line 22">
              <a:extLst>
                <a:ext uri="{FF2B5EF4-FFF2-40B4-BE49-F238E27FC236}">
                  <a16:creationId xmlns:a16="http://schemas.microsoft.com/office/drawing/2014/main" id="{1A5CD7B5-E084-45D6-9E2F-3CFEBFF045B1}"/>
                </a:ext>
              </a:extLst>
            </p:cNvPr>
            <p:cNvSpPr>
              <a:spLocks noChangeAspect="1" noChangeShapeType="1"/>
            </p:cNvSpPr>
            <p:nvPr/>
          </p:nvSpPr>
          <p:spPr bwMode="auto">
            <a:xfrm>
              <a:off x="3210" y="1907"/>
              <a:ext cx="250" cy="0"/>
            </a:xfrm>
            <a:prstGeom prst="line">
              <a:avLst/>
            </a:prstGeom>
            <a:noFill/>
            <a:ln w="15875">
              <a:solidFill>
                <a:srgbClr val="000000"/>
              </a:solidFill>
              <a:round/>
              <a:headEnd type="oval" w="med" len="med"/>
              <a:tailEnd type="stealth" w="med" len="med"/>
            </a:ln>
            <a:extLst>
              <a:ext uri="{909E8E84-426E-40DD-AFC4-6F175D3DCCD1}">
                <a14:hiddenFill xmlns:a14="http://schemas.microsoft.com/office/drawing/2010/main">
                  <a:noFill/>
                </a14:hiddenFill>
              </a:ext>
            </a:extLst>
          </p:spPr>
          <p:txBody>
            <a:bodyPr anchor="ctr"/>
            <a:lstStyle/>
            <a:p>
              <a:endParaRPr lang="en-US"/>
            </a:p>
          </p:txBody>
        </p:sp>
        <p:sp>
          <p:nvSpPr>
            <p:cNvPr id="68628" name="Line 23">
              <a:extLst>
                <a:ext uri="{FF2B5EF4-FFF2-40B4-BE49-F238E27FC236}">
                  <a16:creationId xmlns:a16="http://schemas.microsoft.com/office/drawing/2014/main" id="{8D9F5771-3F04-4522-AA39-0C92CA3421B8}"/>
                </a:ext>
              </a:extLst>
            </p:cNvPr>
            <p:cNvSpPr>
              <a:spLocks noChangeAspect="1" noChangeShapeType="1"/>
            </p:cNvSpPr>
            <p:nvPr/>
          </p:nvSpPr>
          <p:spPr bwMode="auto">
            <a:xfrm>
              <a:off x="3918" y="1907"/>
              <a:ext cx="249" cy="0"/>
            </a:xfrm>
            <a:prstGeom prst="line">
              <a:avLst/>
            </a:prstGeom>
            <a:noFill/>
            <a:ln w="15875">
              <a:solidFill>
                <a:srgbClr val="000000"/>
              </a:solidFill>
              <a:round/>
              <a:headEnd type="oval" w="med" len="med"/>
              <a:tailEnd type="stealth" w="med" len="med"/>
            </a:ln>
            <a:extLst>
              <a:ext uri="{909E8E84-426E-40DD-AFC4-6F175D3DCCD1}">
                <a14:hiddenFill xmlns:a14="http://schemas.microsoft.com/office/drawing/2010/main">
                  <a:noFill/>
                </a14:hiddenFill>
              </a:ext>
            </a:extLst>
          </p:spPr>
          <p:txBody>
            <a:bodyPr anchor="ctr"/>
            <a:lstStyle/>
            <a:p>
              <a:endParaRPr lang="en-US"/>
            </a:p>
          </p:txBody>
        </p:sp>
        <p:sp>
          <p:nvSpPr>
            <p:cNvPr id="68629" name="Line 24">
              <a:extLst>
                <a:ext uri="{FF2B5EF4-FFF2-40B4-BE49-F238E27FC236}">
                  <a16:creationId xmlns:a16="http://schemas.microsoft.com/office/drawing/2014/main" id="{DAAA82B8-D53F-4C77-95A8-278D8F751844}"/>
                </a:ext>
              </a:extLst>
            </p:cNvPr>
            <p:cNvSpPr>
              <a:spLocks noChangeAspect="1" noChangeShapeType="1"/>
            </p:cNvSpPr>
            <p:nvPr/>
          </p:nvSpPr>
          <p:spPr bwMode="auto">
            <a:xfrm>
              <a:off x="4626" y="1907"/>
              <a:ext cx="249" cy="0"/>
            </a:xfrm>
            <a:prstGeom prst="line">
              <a:avLst/>
            </a:prstGeom>
            <a:noFill/>
            <a:ln w="15875">
              <a:solidFill>
                <a:srgbClr val="000000"/>
              </a:solidFill>
              <a:round/>
              <a:headEnd type="oval" w="med" len="med"/>
              <a:tailEnd/>
            </a:ln>
            <a:extLst>
              <a:ext uri="{909E8E84-426E-40DD-AFC4-6F175D3DCCD1}">
                <a14:hiddenFill xmlns:a14="http://schemas.microsoft.com/office/drawing/2010/main">
                  <a:noFill/>
                </a14:hiddenFill>
              </a:ext>
            </a:extLst>
          </p:spPr>
          <p:txBody>
            <a:bodyPr anchor="ctr"/>
            <a:lstStyle/>
            <a:p>
              <a:endParaRPr lang="en-US"/>
            </a:p>
          </p:txBody>
        </p:sp>
        <p:sp>
          <p:nvSpPr>
            <p:cNvPr id="68630" name="Line 25">
              <a:extLst>
                <a:ext uri="{FF2B5EF4-FFF2-40B4-BE49-F238E27FC236}">
                  <a16:creationId xmlns:a16="http://schemas.microsoft.com/office/drawing/2014/main" id="{6FEF4D30-9D37-4B95-AF9F-FF5F607EB731}"/>
                </a:ext>
              </a:extLst>
            </p:cNvPr>
            <p:cNvSpPr>
              <a:spLocks noChangeAspect="1" noChangeShapeType="1"/>
            </p:cNvSpPr>
            <p:nvPr/>
          </p:nvSpPr>
          <p:spPr bwMode="auto">
            <a:xfrm>
              <a:off x="4870" y="1908"/>
              <a:ext cx="0" cy="37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68631" name="Line 26">
              <a:extLst>
                <a:ext uri="{FF2B5EF4-FFF2-40B4-BE49-F238E27FC236}">
                  <a16:creationId xmlns:a16="http://schemas.microsoft.com/office/drawing/2014/main" id="{0298262E-FA0B-4059-8A75-8EEEDD3C7055}"/>
                </a:ext>
              </a:extLst>
            </p:cNvPr>
            <p:cNvSpPr>
              <a:spLocks noChangeAspect="1" noChangeShapeType="1"/>
            </p:cNvSpPr>
            <p:nvPr/>
          </p:nvSpPr>
          <p:spPr bwMode="auto">
            <a:xfrm flipH="1">
              <a:off x="1560" y="2280"/>
              <a:ext cx="3310" cy="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68632" name="Line 27">
              <a:extLst>
                <a:ext uri="{FF2B5EF4-FFF2-40B4-BE49-F238E27FC236}">
                  <a16:creationId xmlns:a16="http://schemas.microsoft.com/office/drawing/2014/main" id="{C2049B9D-C9A2-4FB9-B4E6-E57A55FA3E96}"/>
                </a:ext>
              </a:extLst>
            </p:cNvPr>
            <p:cNvSpPr>
              <a:spLocks noChangeAspect="1" noChangeShapeType="1"/>
            </p:cNvSpPr>
            <p:nvPr/>
          </p:nvSpPr>
          <p:spPr bwMode="auto">
            <a:xfrm flipV="1">
              <a:off x="1560" y="2070"/>
              <a:ext cx="0" cy="210"/>
            </a:xfrm>
            <a:prstGeom prst="line">
              <a:avLst/>
            </a:prstGeom>
            <a:noFill/>
            <a:ln w="15875">
              <a:solidFill>
                <a:srgbClr val="000000"/>
              </a:solidFill>
              <a:round/>
              <a:headEnd/>
              <a:tailEnd type="stealth" w="med" len="med"/>
            </a:ln>
            <a:extLst>
              <a:ext uri="{909E8E84-426E-40DD-AFC4-6F175D3DCCD1}">
                <a14:hiddenFill xmlns:a14="http://schemas.microsoft.com/office/drawing/2010/main">
                  <a:noFill/>
                </a14:hiddenFill>
              </a:ext>
            </a:extLst>
          </p:spPr>
          <p:txBody>
            <a:bodyPr anchor="ctr"/>
            <a:lstStyle/>
            <a:p>
              <a:endParaRPr lang="en-US"/>
            </a:p>
          </p:txBody>
        </p:sp>
        <p:sp>
          <p:nvSpPr>
            <p:cNvPr id="68633" name="Text Box 28">
              <a:extLst>
                <a:ext uri="{FF2B5EF4-FFF2-40B4-BE49-F238E27FC236}">
                  <a16:creationId xmlns:a16="http://schemas.microsoft.com/office/drawing/2014/main" id="{EE140D0D-C677-4086-8075-260001F3BBDE}"/>
                </a:ext>
              </a:extLst>
            </p:cNvPr>
            <p:cNvSpPr txBox="1">
              <a:spLocks noChangeAspect="1" noChangeArrowheads="1"/>
            </p:cNvSpPr>
            <p:nvPr/>
          </p:nvSpPr>
          <p:spPr bwMode="auto">
            <a:xfrm>
              <a:off x="672" y="1524"/>
              <a:ext cx="492"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1800" b="1">
                  <a:latin typeface="VNI-Avo" pitchFamily="2" charset="0"/>
                </a:rPr>
                <a:t>Head</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3011">
                                            <p:txEl>
                                              <p:pRg st="4" end="4"/>
                                            </p:txEl>
                                          </p:spTgt>
                                        </p:tgtEl>
                                        <p:attrNameLst>
                                          <p:attrName>style.visibility</p:attrName>
                                        </p:attrNameLst>
                                      </p:cBhvr>
                                      <p:to>
                                        <p:strVal val="visible"/>
                                      </p:to>
                                    </p:set>
                                    <p:anim calcmode="lin" valueType="num">
                                      <p:cBhvr additive="base">
                                        <p:cTn id="7" dur="500" fill="hold"/>
                                        <p:tgtEl>
                                          <p:spTgt spid="43011">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3011">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3011">
                                            <p:txEl>
                                              <p:pRg st="5" end="5"/>
                                            </p:txEl>
                                          </p:spTgt>
                                        </p:tgtEl>
                                        <p:attrNameLst>
                                          <p:attrName>style.visibility</p:attrName>
                                        </p:attrNameLst>
                                      </p:cBhvr>
                                      <p:to>
                                        <p:strVal val="visible"/>
                                      </p:to>
                                    </p:set>
                                    <p:anim calcmode="lin" valueType="num">
                                      <p:cBhvr additive="base">
                                        <p:cTn id="11" dur="500" fill="hold"/>
                                        <p:tgtEl>
                                          <p:spTgt spid="43011">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3011">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3011">
                                            <p:txEl>
                                              <p:pRg st="6" end="6"/>
                                            </p:txEl>
                                          </p:spTgt>
                                        </p:tgtEl>
                                        <p:attrNameLst>
                                          <p:attrName>style.visibility</p:attrName>
                                        </p:attrNameLst>
                                      </p:cBhvr>
                                      <p:to>
                                        <p:strVal val="visible"/>
                                      </p:to>
                                    </p:set>
                                    <p:anim calcmode="lin" valueType="num">
                                      <p:cBhvr additive="base">
                                        <p:cTn id="15" dur="500" fill="hold"/>
                                        <p:tgtEl>
                                          <p:spTgt spid="43011">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3011">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3011">
                                            <p:txEl>
                                              <p:pRg st="7" end="7"/>
                                            </p:txEl>
                                          </p:spTgt>
                                        </p:tgtEl>
                                        <p:attrNameLst>
                                          <p:attrName>style.visibility</p:attrName>
                                        </p:attrNameLst>
                                      </p:cBhvr>
                                      <p:to>
                                        <p:strVal val="visible"/>
                                      </p:to>
                                    </p:set>
                                    <p:anim calcmode="lin" valueType="num">
                                      <p:cBhvr additive="base">
                                        <p:cTn id="19" dur="500" fill="hold"/>
                                        <p:tgtEl>
                                          <p:spTgt spid="43011">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3011">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6218BF71-C5E4-459E-A71F-E2B4D706D44D}"/>
              </a:ext>
            </a:extLst>
          </p:cNvPr>
          <p:cNvSpPr>
            <a:spLocks noGrp="1" noChangeArrowheads="1"/>
          </p:cNvSpPr>
          <p:nvPr>
            <p:ph type="title"/>
          </p:nvPr>
        </p:nvSpPr>
        <p:spPr/>
        <p:txBody>
          <a:bodyPr/>
          <a:lstStyle/>
          <a:p>
            <a:pPr eaLnBrk="1" hangingPunct="1"/>
            <a:r>
              <a:rPr lang="en-US" altLang="en-US" sz="3400"/>
              <a:t>Danh sách liên kết kép</a:t>
            </a:r>
          </a:p>
        </p:txBody>
      </p:sp>
      <p:sp>
        <p:nvSpPr>
          <p:cNvPr id="44035" name="Rectangle 3">
            <a:extLst>
              <a:ext uri="{FF2B5EF4-FFF2-40B4-BE49-F238E27FC236}">
                <a16:creationId xmlns:a16="http://schemas.microsoft.com/office/drawing/2014/main" id="{5A1DB606-7875-41F9-8C04-14D6E3D8ED7E}"/>
              </a:ext>
            </a:extLst>
          </p:cNvPr>
          <p:cNvSpPr>
            <a:spLocks noGrp="1" noChangeArrowheads="1"/>
          </p:cNvSpPr>
          <p:nvPr>
            <p:ph idx="1"/>
          </p:nvPr>
        </p:nvSpPr>
        <p:spPr/>
        <p:txBody>
          <a:bodyPr/>
          <a:lstStyle/>
          <a:p>
            <a:pPr eaLnBrk="1" hangingPunct="1">
              <a:lnSpc>
                <a:spcPct val="90000"/>
              </a:lnSpc>
            </a:pPr>
            <a:r>
              <a:rPr lang="en-US" altLang="en-US" sz="2100"/>
              <a:t>Mỗi nút có 2 con trỏ liên kết:</a:t>
            </a:r>
          </a:p>
          <a:p>
            <a:pPr eaLnBrk="1" hangingPunct="1">
              <a:lnSpc>
                <a:spcPct val="90000"/>
              </a:lnSpc>
            </a:pPr>
            <a:endParaRPr lang="en-US" altLang="en-US" sz="2100"/>
          </a:p>
          <a:p>
            <a:pPr eaLnBrk="1" hangingPunct="1">
              <a:lnSpc>
                <a:spcPct val="90000"/>
              </a:lnSpc>
            </a:pPr>
            <a:endParaRPr lang="en-US" altLang="en-US" sz="2100"/>
          </a:p>
          <a:p>
            <a:pPr eaLnBrk="1" hangingPunct="1">
              <a:lnSpc>
                <a:spcPct val="90000"/>
              </a:lnSpc>
            </a:pPr>
            <a:endParaRPr lang="en-US" altLang="en-US" sz="2100"/>
          </a:p>
          <a:p>
            <a:pPr eaLnBrk="1" hangingPunct="1">
              <a:lnSpc>
                <a:spcPct val="90000"/>
              </a:lnSpc>
            </a:pPr>
            <a:r>
              <a:rPr lang="en-US" altLang="en-US" sz="2100"/>
              <a:t>Khai báo:</a:t>
            </a:r>
          </a:p>
        </p:txBody>
      </p:sp>
      <p:grpSp>
        <p:nvGrpSpPr>
          <p:cNvPr id="69636" name="Group 4">
            <a:extLst>
              <a:ext uri="{FF2B5EF4-FFF2-40B4-BE49-F238E27FC236}">
                <a16:creationId xmlns:a16="http://schemas.microsoft.com/office/drawing/2014/main" id="{E780E002-DCFB-4B89-A3AA-FE48DFF9203E}"/>
              </a:ext>
            </a:extLst>
          </p:cNvPr>
          <p:cNvGrpSpPr>
            <a:grpSpLocks noChangeAspect="1"/>
          </p:cNvGrpSpPr>
          <p:nvPr/>
        </p:nvGrpSpPr>
        <p:grpSpPr bwMode="auto">
          <a:xfrm>
            <a:off x="3124201" y="1981201"/>
            <a:ext cx="6088063" cy="530225"/>
            <a:chOff x="2066" y="3568"/>
            <a:chExt cx="4790" cy="417"/>
          </a:xfrm>
        </p:grpSpPr>
        <p:sp>
          <p:nvSpPr>
            <p:cNvPr id="69637" name="Oval 5">
              <a:extLst>
                <a:ext uri="{FF2B5EF4-FFF2-40B4-BE49-F238E27FC236}">
                  <a16:creationId xmlns:a16="http://schemas.microsoft.com/office/drawing/2014/main" id="{369BA513-310E-4571-9BF6-7754B0429205}"/>
                </a:ext>
              </a:extLst>
            </p:cNvPr>
            <p:cNvSpPr>
              <a:spLocks noChangeAspect="1" noChangeArrowheads="1"/>
            </p:cNvSpPr>
            <p:nvPr/>
          </p:nvSpPr>
          <p:spPr bwMode="auto">
            <a:xfrm>
              <a:off x="2066" y="3635"/>
              <a:ext cx="332" cy="285"/>
            </a:xfrm>
            <a:prstGeom prst="ellipse">
              <a:avLst/>
            </a:prstGeom>
            <a:gradFill rotWithShape="0">
              <a:gsLst>
                <a:gs pos="0">
                  <a:srgbClr val="000080"/>
                </a:gs>
                <a:gs pos="100000">
                  <a:srgbClr val="3366FF"/>
                </a:gs>
              </a:gsLst>
              <a:path path="shape">
                <a:fillToRect l="50000" t="50000" r="50000" b="50000"/>
              </a:path>
            </a:gradFill>
            <a:ln w="19050">
              <a:solidFill>
                <a:srgbClr val="000000"/>
              </a:solidFill>
              <a:round/>
              <a:headEnd/>
              <a:tailEnd/>
            </a:ln>
          </p:spPr>
          <p:txBody>
            <a:bodyPr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69638" name="Rectangle 6">
              <a:extLst>
                <a:ext uri="{FF2B5EF4-FFF2-40B4-BE49-F238E27FC236}">
                  <a16:creationId xmlns:a16="http://schemas.microsoft.com/office/drawing/2014/main" id="{B65A148A-BC30-4419-9365-04C6680F688F}"/>
                </a:ext>
              </a:extLst>
            </p:cNvPr>
            <p:cNvSpPr>
              <a:spLocks noChangeAspect="1" noChangeArrowheads="1"/>
            </p:cNvSpPr>
            <p:nvPr/>
          </p:nvSpPr>
          <p:spPr bwMode="auto">
            <a:xfrm>
              <a:off x="6635" y="3667"/>
              <a:ext cx="221" cy="221"/>
            </a:xfrm>
            <a:prstGeom prst="rect">
              <a:avLst/>
            </a:prstGeom>
            <a:gradFill rotWithShape="0">
              <a:gsLst>
                <a:gs pos="0">
                  <a:srgbClr val="FF0000"/>
                </a:gs>
                <a:gs pos="100000">
                  <a:srgbClr val="760000"/>
                </a:gs>
              </a:gsLst>
              <a:lin ang="2700000" scaled="1"/>
            </a:gradFill>
            <a:ln w="19050">
              <a:solidFill>
                <a:srgbClr val="000000"/>
              </a:solidFill>
              <a:miter lim="800000"/>
              <a:headEnd/>
              <a:tailEnd/>
            </a:ln>
          </p:spPr>
          <p:txBody>
            <a:bodyPr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69639" name="Line 7">
              <a:extLst>
                <a:ext uri="{FF2B5EF4-FFF2-40B4-BE49-F238E27FC236}">
                  <a16:creationId xmlns:a16="http://schemas.microsoft.com/office/drawing/2014/main" id="{D6EEE733-8B3D-477F-AAC8-C05BA354FF96}"/>
                </a:ext>
              </a:extLst>
            </p:cNvPr>
            <p:cNvSpPr>
              <a:spLocks noChangeAspect="1" noChangeShapeType="1"/>
            </p:cNvSpPr>
            <p:nvPr/>
          </p:nvSpPr>
          <p:spPr bwMode="auto">
            <a:xfrm>
              <a:off x="2241" y="3778"/>
              <a:ext cx="387" cy="0"/>
            </a:xfrm>
            <a:prstGeom prst="line">
              <a:avLst/>
            </a:prstGeom>
            <a:noFill/>
            <a:ln w="19050">
              <a:solidFill>
                <a:srgbClr val="000000"/>
              </a:solidFill>
              <a:round/>
              <a:headEnd/>
              <a:tailEnd type="stealth" w="med" len="med"/>
            </a:ln>
            <a:extLst>
              <a:ext uri="{909E8E84-426E-40DD-AFC4-6F175D3DCCD1}">
                <a14:hiddenFill xmlns:a14="http://schemas.microsoft.com/office/drawing/2010/main">
                  <a:noFill/>
                </a14:hiddenFill>
              </a:ext>
            </a:extLst>
          </p:spPr>
          <p:txBody>
            <a:bodyPr anchor="ctr"/>
            <a:lstStyle/>
            <a:p>
              <a:endParaRPr lang="en-US"/>
            </a:p>
          </p:txBody>
        </p:sp>
        <p:grpSp>
          <p:nvGrpSpPr>
            <p:cNvPr id="69640" name="Group 8">
              <a:extLst>
                <a:ext uri="{FF2B5EF4-FFF2-40B4-BE49-F238E27FC236}">
                  <a16:creationId xmlns:a16="http://schemas.microsoft.com/office/drawing/2014/main" id="{3FB59E87-16CF-4F57-809C-EFAFDCDF54F3}"/>
                </a:ext>
              </a:extLst>
            </p:cNvPr>
            <p:cNvGrpSpPr>
              <a:grpSpLocks noChangeAspect="1"/>
            </p:cNvGrpSpPr>
            <p:nvPr/>
          </p:nvGrpSpPr>
          <p:grpSpPr bwMode="auto">
            <a:xfrm>
              <a:off x="2619" y="3568"/>
              <a:ext cx="1032" cy="417"/>
              <a:chOff x="2619" y="3568"/>
              <a:chExt cx="1032" cy="417"/>
            </a:xfrm>
          </p:grpSpPr>
          <p:sp>
            <p:nvSpPr>
              <p:cNvPr id="69659" name="Rectangle 9">
                <a:extLst>
                  <a:ext uri="{FF2B5EF4-FFF2-40B4-BE49-F238E27FC236}">
                    <a16:creationId xmlns:a16="http://schemas.microsoft.com/office/drawing/2014/main" id="{7449BEEF-4F25-41BA-89BD-6F1931D9EAC6}"/>
                  </a:ext>
                </a:extLst>
              </p:cNvPr>
              <p:cNvSpPr>
                <a:spLocks noChangeAspect="1" noChangeArrowheads="1"/>
              </p:cNvSpPr>
              <p:nvPr/>
            </p:nvSpPr>
            <p:spPr bwMode="auto">
              <a:xfrm>
                <a:off x="3266" y="3568"/>
                <a:ext cx="139" cy="414"/>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69660" name="Text Box 10">
                <a:extLst>
                  <a:ext uri="{FF2B5EF4-FFF2-40B4-BE49-F238E27FC236}">
                    <a16:creationId xmlns:a16="http://schemas.microsoft.com/office/drawing/2014/main" id="{56BCD3B9-5B4A-4641-A526-2BEC0FFFC41F}"/>
                  </a:ext>
                </a:extLst>
              </p:cNvPr>
              <p:cNvSpPr txBox="1">
                <a:spLocks noChangeAspect="1" noChangeArrowheads="1"/>
              </p:cNvSpPr>
              <p:nvPr/>
            </p:nvSpPr>
            <p:spPr bwMode="auto">
              <a:xfrm>
                <a:off x="2763" y="3571"/>
                <a:ext cx="508" cy="414"/>
              </a:xfrm>
              <a:prstGeom prst="rect">
                <a:avLst/>
              </a:prstGeom>
              <a:gradFill rotWithShape="0">
                <a:gsLst>
                  <a:gs pos="0">
                    <a:srgbClr val="767676"/>
                  </a:gs>
                  <a:gs pos="50000">
                    <a:srgbClr val="FFFFFF"/>
                  </a:gs>
                  <a:gs pos="100000">
                    <a:srgbClr val="767676"/>
                  </a:gs>
                </a:gsLst>
                <a:lin ang="0" scaled="1"/>
              </a:gradFill>
              <a:ln w="19050">
                <a:solidFill>
                  <a:srgbClr val="000000"/>
                </a:solidFill>
                <a:miter lim="800000"/>
                <a:headEnd/>
                <a:tailEnd/>
              </a:ln>
            </p:spPr>
            <p:txBody>
              <a:bodyPr lIns="0" tIns="25200" rIns="0" bIns="0"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1800" b="1">
                    <a:latin typeface="VNI-Avo" pitchFamily="2" charset="0"/>
                  </a:rPr>
                  <a:t>A</a:t>
                </a:r>
              </a:p>
            </p:txBody>
          </p:sp>
          <p:sp>
            <p:nvSpPr>
              <p:cNvPr id="69661" name="Line 11">
                <a:extLst>
                  <a:ext uri="{FF2B5EF4-FFF2-40B4-BE49-F238E27FC236}">
                    <a16:creationId xmlns:a16="http://schemas.microsoft.com/office/drawing/2014/main" id="{C4D32FCA-D75C-48E2-977E-43CDD8E8C298}"/>
                  </a:ext>
                </a:extLst>
              </p:cNvPr>
              <p:cNvSpPr>
                <a:spLocks noChangeAspect="1" noChangeShapeType="1"/>
              </p:cNvSpPr>
              <p:nvPr/>
            </p:nvSpPr>
            <p:spPr bwMode="auto">
              <a:xfrm>
                <a:off x="3339" y="3868"/>
                <a:ext cx="312" cy="0"/>
              </a:xfrm>
              <a:prstGeom prst="line">
                <a:avLst/>
              </a:prstGeom>
              <a:noFill/>
              <a:ln w="19050">
                <a:solidFill>
                  <a:srgbClr val="000000"/>
                </a:solidFill>
                <a:round/>
                <a:headEnd type="oval" w="sm" len="sm"/>
                <a:tailEnd type="stealth" w="sm" len="med"/>
              </a:ln>
              <a:extLst>
                <a:ext uri="{909E8E84-426E-40DD-AFC4-6F175D3DCCD1}">
                  <a14:hiddenFill xmlns:a14="http://schemas.microsoft.com/office/drawing/2010/main">
                    <a:noFill/>
                  </a14:hiddenFill>
                </a:ext>
              </a:extLst>
            </p:spPr>
            <p:txBody>
              <a:bodyPr anchor="ctr"/>
              <a:lstStyle/>
              <a:p>
                <a:endParaRPr lang="en-US"/>
              </a:p>
            </p:txBody>
          </p:sp>
          <p:sp>
            <p:nvSpPr>
              <p:cNvPr id="69662" name="Rectangle 12">
                <a:extLst>
                  <a:ext uri="{FF2B5EF4-FFF2-40B4-BE49-F238E27FC236}">
                    <a16:creationId xmlns:a16="http://schemas.microsoft.com/office/drawing/2014/main" id="{E8312424-192B-4D8A-96DD-AF03B665A952}"/>
                  </a:ext>
                </a:extLst>
              </p:cNvPr>
              <p:cNvSpPr>
                <a:spLocks noChangeAspect="1" noChangeArrowheads="1"/>
              </p:cNvSpPr>
              <p:nvPr/>
            </p:nvSpPr>
            <p:spPr bwMode="auto">
              <a:xfrm>
                <a:off x="2619" y="3568"/>
                <a:ext cx="138" cy="414"/>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grpSp>
        <p:grpSp>
          <p:nvGrpSpPr>
            <p:cNvPr id="69641" name="Group 13">
              <a:extLst>
                <a:ext uri="{FF2B5EF4-FFF2-40B4-BE49-F238E27FC236}">
                  <a16:creationId xmlns:a16="http://schemas.microsoft.com/office/drawing/2014/main" id="{CE622541-5F79-464E-B6C5-8386E35540C8}"/>
                </a:ext>
              </a:extLst>
            </p:cNvPr>
            <p:cNvGrpSpPr>
              <a:grpSpLocks noChangeAspect="1"/>
            </p:cNvGrpSpPr>
            <p:nvPr/>
          </p:nvGrpSpPr>
          <p:grpSpPr bwMode="auto">
            <a:xfrm>
              <a:off x="3414" y="3568"/>
              <a:ext cx="1257" cy="417"/>
              <a:chOff x="3339" y="3568"/>
              <a:chExt cx="1257" cy="417"/>
            </a:xfrm>
          </p:grpSpPr>
          <p:sp>
            <p:nvSpPr>
              <p:cNvPr id="69654" name="Rectangle 14">
                <a:extLst>
                  <a:ext uri="{FF2B5EF4-FFF2-40B4-BE49-F238E27FC236}">
                    <a16:creationId xmlns:a16="http://schemas.microsoft.com/office/drawing/2014/main" id="{9E1E21C1-B98D-42FD-97D9-8A862148C882}"/>
                  </a:ext>
                </a:extLst>
              </p:cNvPr>
              <p:cNvSpPr>
                <a:spLocks noChangeAspect="1" noChangeArrowheads="1"/>
              </p:cNvSpPr>
              <p:nvPr/>
            </p:nvSpPr>
            <p:spPr bwMode="auto">
              <a:xfrm>
                <a:off x="4211" y="3568"/>
                <a:ext cx="139" cy="414"/>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69655" name="Text Box 15">
                <a:extLst>
                  <a:ext uri="{FF2B5EF4-FFF2-40B4-BE49-F238E27FC236}">
                    <a16:creationId xmlns:a16="http://schemas.microsoft.com/office/drawing/2014/main" id="{F64E2942-26D6-4B49-8C34-FD30D447A4B7}"/>
                  </a:ext>
                </a:extLst>
              </p:cNvPr>
              <p:cNvSpPr txBox="1">
                <a:spLocks noChangeAspect="1" noChangeArrowheads="1"/>
              </p:cNvSpPr>
              <p:nvPr/>
            </p:nvSpPr>
            <p:spPr bwMode="auto">
              <a:xfrm>
                <a:off x="3708" y="3571"/>
                <a:ext cx="508" cy="414"/>
              </a:xfrm>
              <a:prstGeom prst="rect">
                <a:avLst/>
              </a:prstGeom>
              <a:gradFill rotWithShape="0">
                <a:gsLst>
                  <a:gs pos="0">
                    <a:srgbClr val="767676"/>
                  </a:gs>
                  <a:gs pos="50000">
                    <a:srgbClr val="FFFFFF"/>
                  </a:gs>
                  <a:gs pos="100000">
                    <a:srgbClr val="767676"/>
                  </a:gs>
                </a:gsLst>
                <a:lin ang="0" scaled="1"/>
              </a:gradFill>
              <a:ln w="19050">
                <a:solidFill>
                  <a:srgbClr val="000000"/>
                </a:solidFill>
                <a:miter lim="800000"/>
                <a:headEnd/>
                <a:tailEnd/>
              </a:ln>
            </p:spPr>
            <p:txBody>
              <a:bodyPr lIns="0" tIns="25200" rIns="0" bIns="0"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1800" b="1">
                    <a:latin typeface="VNI-Avo" pitchFamily="2" charset="0"/>
                  </a:rPr>
                  <a:t>B</a:t>
                </a:r>
              </a:p>
            </p:txBody>
          </p:sp>
          <p:sp>
            <p:nvSpPr>
              <p:cNvPr id="69656" name="Line 16">
                <a:extLst>
                  <a:ext uri="{FF2B5EF4-FFF2-40B4-BE49-F238E27FC236}">
                    <a16:creationId xmlns:a16="http://schemas.microsoft.com/office/drawing/2014/main" id="{B5DC6130-9A98-4571-907A-17BFF86ED888}"/>
                  </a:ext>
                </a:extLst>
              </p:cNvPr>
              <p:cNvSpPr>
                <a:spLocks noChangeAspect="1" noChangeShapeType="1"/>
              </p:cNvSpPr>
              <p:nvPr/>
            </p:nvSpPr>
            <p:spPr bwMode="auto">
              <a:xfrm>
                <a:off x="4284" y="3868"/>
                <a:ext cx="312" cy="0"/>
              </a:xfrm>
              <a:prstGeom prst="line">
                <a:avLst/>
              </a:prstGeom>
              <a:noFill/>
              <a:ln w="19050">
                <a:solidFill>
                  <a:srgbClr val="000000"/>
                </a:solidFill>
                <a:round/>
                <a:headEnd type="oval" w="sm" len="sm"/>
                <a:tailEnd type="stealth" w="sm" len="med"/>
              </a:ln>
              <a:extLst>
                <a:ext uri="{909E8E84-426E-40DD-AFC4-6F175D3DCCD1}">
                  <a14:hiddenFill xmlns:a14="http://schemas.microsoft.com/office/drawing/2010/main">
                    <a:noFill/>
                  </a14:hiddenFill>
                </a:ext>
              </a:extLst>
            </p:spPr>
            <p:txBody>
              <a:bodyPr anchor="ctr"/>
              <a:lstStyle/>
              <a:p>
                <a:endParaRPr lang="en-US"/>
              </a:p>
            </p:txBody>
          </p:sp>
          <p:sp>
            <p:nvSpPr>
              <p:cNvPr id="69657" name="Rectangle 17">
                <a:extLst>
                  <a:ext uri="{FF2B5EF4-FFF2-40B4-BE49-F238E27FC236}">
                    <a16:creationId xmlns:a16="http://schemas.microsoft.com/office/drawing/2014/main" id="{3E280EAE-82E3-4AFA-9A41-8648C773037D}"/>
                  </a:ext>
                </a:extLst>
              </p:cNvPr>
              <p:cNvSpPr>
                <a:spLocks noChangeAspect="1" noChangeArrowheads="1"/>
              </p:cNvSpPr>
              <p:nvPr/>
            </p:nvSpPr>
            <p:spPr bwMode="auto">
              <a:xfrm>
                <a:off x="3564" y="3568"/>
                <a:ext cx="138" cy="414"/>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69658" name="Line 18">
                <a:extLst>
                  <a:ext uri="{FF2B5EF4-FFF2-40B4-BE49-F238E27FC236}">
                    <a16:creationId xmlns:a16="http://schemas.microsoft.com/office/drawing/2014/main" id="{6CB38329-BA63-46BE-8B23-DE284223339A}"/>
                  </a:ext>
                </a:extLst>
              </p:cNvPr>
              <p:cNvSpPr>
                <a:spLocks noChangeAspect="1" noChangeShapeType="1"/>
              </p:cNvSpPr>
              <p:nvPr/>
            </p:nvSpPr>
            <p:spPr bwMode="auto">
              <a:xfrm rot="10800000">
                <a:off x="3339" y="3673"/>
                <a:ext cx="312" cy="0"/>
              </a:xfrm>
              <a:prstGeom prst="line">
                <a:avLst/>
              </a:prstGeom>
              <a:noFill/>
              <a:ln w="19050">
                <a:solidFill>
                  <a:srgbClr val="000000"/>
                </a:solidFill>
                <a:round/>
                <a:headEnd type="oval" w="sm" len="sm"/>
                <a:tailEnd type="stealth" w="sm" len="med"/>
              </a:ln>
              <a:extLst>
                <a:ext uri="{909E8E84-426E-40DD-AFC4-6F175D3DCCD1}">
                  <a14:hiddenFill xmlns:a14="http://schemas.microsoft.com/office/drawing/2010/main">
                    <a:noFill/>
                  </a14:hiddenFill>
                </a:ext>
              </a:extLst>
            </p:spPr>
            <p:txBody>
              <a:bodyPr anchor="ctr"/>
              <a:lstStyle/>
              <a:p>
                <a:endParaRPr lang="en-US"/>
              </a:p>
            </p:txBody>
          </p:sp>
        </p:grpSp>
        <p:grpSp>
          <p:nvGrpSpPr>
            <p:cNvPr id="69642" name="Group 19">
              <a:extLst>
                <a:ext uri="{FF2B5EF4-FFF2-40B4-BE49-F238E27FC236}">
                  <a16:creationId xmlns:a16="http://schemas.microsoft.com/office/drawing/2014/main" id="{E9BB7280-0C46-47BA-9D2A-85EECEBF16B4}"/>
                </a:ext>
              </a:extLst>
            </p:cNvPr>
            <p:cNvGrpSpPr>
              <a:grpSpLocks noChangeAspect="1"/>
            </p:cNvGrpSpPr>
            <p:nvPr/>
          </p:nvGrpSpPr>
          <p:grpSpPr bwMode="auto">
            <a:xfrm>
              <a:off x="4434" y="3568"/>
              <a:ext cx="1257" cy="417"/>
              <a:chOff x="4299" y="3568"/>
              <a:chExt cx="1257" cy="417"/>
            </a:xfrm>
          </p:grpSpPr>
          <p:sp>
            <p:nvSpPr>
              <p:cNvPr id="69649" name="Rectangle 20">
                <a:extLst>
                  <a:ext uri="{FF2B5EF4-FFF2-40B4-BE49-F238E27FC236}">
                    <a16:creationId xmlns:a16="http://schemas.microsoft.com/office/drawing/2014/main" id="{DD8B3680-8BE6-4EF1-9965-7132F0DC9536}"/>
                  </a:ext>
                </a:extLst>
              </p:cNvPr>
              <p:cNvSpPr>
                <a:spLocks noChangeAspect="1" noChangeArrowheads="1"/>
              </p:cNvSpPr>
              <p:nvPr/>
            </p:nvSpPr>
            <p:spPr bwMode="auto">
              <a:xfrm>
                <a:off x="5171" y="3568"/>
                <a:ext cx="139" cy="414"/>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69650" name="Text Box 21">
                <a:extLst>
                  <a:ext uri="{FF2B5EF4-FFF2-40B4-BE49-F238E27FC236}">
                    <a16:creationId xmlns:a16="http://schemas.microsoft.com/office/drawing/2014/main" id="{4840E604-CA74-4F56-8BE3-BA153CABBF43}"/>
                  </a:ext>
                </a:extLst>
              </p:cNvPr>
              <p:cNvSpPr txBox="1">
                <a:spLocks noChangeAspect="1" noChangeArrowheads="1"/>
              </p:cNvSpPr>
              <p:nvPr/>
            </p:nvSpPr>
            <p:spPr bwMode="auto">
              <a:xfrm>
                <a:off x="4668" y="3571"/>
                <a:ext cx="508" cy="414"/>
              </a:xfrm>
              <a:prstGeom prst="rect">
                <a:avLst/>
              </a:prstGeom>
              <a:gradFill rotWithShape="0">
                <a:gsLst>
                  <a:gs pos="0">
                    <a:srgbClr val="767676"/>
                  </a:gs>
                  <a:gs pos="50000">
                    <a:srgbClr val="FFFFFF"/>
                  </a:gs>
                  <a:gs pos="100000">
                    <a:srgbClr val="767676"/>
                  </a:gs>
                </a:gsLst>
                <a:lin ang="0" scaled="1"/>
              </a:gradFill>
              <a:ln w="19050">
                <a:solidFill>
                  <a:srgbClr val="000000"/>
                </a:solidFill>
                <a:miter lim="800000"/>
                <a:headEnd/>
                <a:tailEnd/>
              </a:ln>
            </p:spPr>
            <p:txBody>
              <a:bodyPr lIns="0" tIns="25200" rIns="0" bIns="0"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1800" b="1">
                    <a:latin typeface="VNI-Avo" pitchFamily="2" charset="0"/>
                  </a:rPr>
                  <a:t>C</a:t>
                </a:r>
              </a:p>
            </p:txBody>
          </p:sp>
          <p:sp>
            <p:nvSpPr>
              <p:cNvPr id="69651" name="Line 22">
                <a:extLst>
                  <a:ext uri="{FF2B5EF4-FFF2-40B4-BE49-F238E27FC236}">
                    <a16:creationId xmlns:a16="http://schemas.microsoft.com/office/drawing/2014/main" id="{7DD1D0FE-78C7-4B43-B0AB-83BA08A18F28}"/>
                  </a:ext>
                </a:extLst>
              </p:cNvPr>
              <p:cNvSpPr>
                <a:spLocks noChangeAspect="1" noChangeShapeType="1"/>
              </p:cNvSpPr>
              <p:nvPr/>
            </p:nvSpPr>
            <p:spPr bwMode="auto">
              <a:xfrm>
                <a:off x="5244" y="3868"/>
                <a:ext cx="312" cy="0"/>
              </a:xfrm>
              <a:prstGeom prst="line">
                <a:avLst/>
              </a:prstGeom>
              <a:noFill/>
              <a:ln w="19050">
                <a:solidFill>
                  <a:srgbClr val="000000"/>
                </a:solidFill>
                <a:round/>
                <a:headEnd type="oval" w="sm" len="sm"/>
                <a:tailEnd type="stealth" w="sm" len="med"/>
              </a:ln>
              <a:extLst>
                <a:ext uri="{909E8E84-426E-40DD-AFC4-6F175D3DCCD1}">
                  <a14:hiddenFill xmlns:a14="http://schemas.microsoft.com/office/drawing/2010/main">
                    <a:noFill/>
                  </a14:hiddenFill>
                </a:ext>
              </a:extLst>
            </p:spPr>
            <p:txBody>
              <a:bodyPr anchor="ctr"/>
              <a:lstStyle/>
              <a:p>
                <a:endParaRPr lang="en-US"/>
              </a:p>
            </p:txBody>
          </p:sp>
          <p:sp>
            <p:nvSpPr>
              <p:cNvPr id="69652" name="Rectangle 23">
                <a:extLst>
                  <a:ext uri="{FF2B5EF4-FFF2-40B4-BE49-F238E27FC236}">
                    <a16:creationId xmlns:a16="http://schemas.microsoft.com/office/drawing/2014/main" id="{69971389-ADFA-4829-ACE6-A2029301508B}"/>
                  </a:ext>
                </a:extLst>
              </p:cNvPr>
              <p:cNvSpPr>
                <a:spLocks noChangeAspect="1" noChangeArrowheads="1"/>
              </p:cNvSpPr>
              <p:nvPr/>
            </p:nvSpPr>
            <p:spPr bwMode="auto">
              <a:xfrm>
                <a:off x="4524" y="3568"/>
                <a:ext cx="138" cy="414"/>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69653" name="Line 24">
                <a:extLst>
                  <a:ext uri="{FF2B5EF4-FFF2-40B4-BE49-F238E27FC236}">
                    <a16:creationId xmlns:a16="http://schemas.microsoft.com/office/drawing/2014/main" id="{C27C9422-7D22-4CC8-B103-6B81BD5ECC3A}"/>
                  </a:ext>
                </a:extLst>
              </p:cNvPr>
              <p:cNvSpPr>
                <a:spLocks noChangeAspect="1" noChangeShapeType="1"/>
              </p:cNvSpPr>
              <p:nvPr/>
            </p:nvSpPr>
            <p:spPr bwMode="auto">
              <a:xfrm rot="10800000">
                <a:off x="4299" y="3673"/>
                <a:ext cx="312" cy="0"/>
              </a:xfrm>
              <a:prstGeom prst="line">
                <a:avLst/>
              </a:prstGeom>
              <a:noFill/>
              <a:ln w="19050">
                <a:solidFill>
                  <a:srgbClr val="000000"/>
                </a:solidFill>
                <a:round/>
                <a:headEnd type="oval" w="sm" len="sm"/>
                <a:tailEnd type="stealth" w="sm" len="med"/>
              </a:ln>
              <a:extLst>
                <a:ext uri="{909E8E84-426E-40DD-AFC4-6F175D3DCCD1}">
                  <a14:hiddenFill xmlns:a14="http://schemas.microsoft.com/office/drawing/2010/main">
                    <a:noFill/>
                  </a14:hiddenFill>
                </a:ext>
              </a:extLst>
            </p:spPr>
            <p:txBody>
              <a:bodyPr anchor="ctr"/>
              <a:lstStyle/>
              <a:p>
                <a:endParaRPr lang="en-US"/>
              </a:p>
            </p:txBody>
          </p:sp>
        </p:grpSp>
        <p:grpSp>
          <p:nvGrpSpPr>
            <p:cNvPr id="69643" name="Group 25">
              <a:extLst>
                <a:ext uri="{FF2B5EF4-FFF2-40B4-BE49-F238E27FC236}">
                  <a16:creationId xmlns:a16="http://schemas.microsoft.com/office/drawing/2014/main" id="{6BBC5441-771B-4068-B3C0-54EDD3F3B9A8}"/>
                </a:ext>
              </a:extLst>
            </p:cNvPr>
            <p:cNvGrpSpPr>
              <a:grpSpLocks noChangeAspect="1"/>
            </p:cNvGrpSpPr>
            <p:nvPr/>
          </p:nvGrpSpPr>
          <p:grpSpPr bwMode="auto">
            <a:xfrm>
              <a:off x="5454" y="3568"/>
              <a:ext cx="1257" cy="417"/>
              <a:chOff x="5244" y="3568"/>
              <a:chExt cx="1257" cy="417"/>
            </a:xfrm>
          </p:grpSpPr>
          <p:sp>
            <p:nvSpPr>
              <p:cNvPr id="69644" name="Rectangle 26">
                <a:extLst>
                  <a:ext uri="{FF2B5EF4-FFF2-40B4-BE49-F238E27FC236}">
                    <a16:creationId xmlns:a16="http://schemas.microsoft.com/office/drawing/2014/main" id="{211E2469-57F9-4076-A738-412637F2B6C7}"/>
                  </a:ext>
                </a:extLst>
              </p:cNvPr>
              <p:cNvSpPr>
                <a:spLocks noChangeAspect="1" noChangeArrowheads="1"/>
              </p:cNvSpPr>
              <p:nvPr/>
            </p:nvSpPr>
            <p:spPr bwMode="auto">
              <a:xfrm>
                <a:off x="6116" y="3568"/>
                <a:ext cx="139" cy="414"/>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69645" name="Text Box 27">
                <a:extLst>
                  <a:ext uri="{FF2B5EF4-FFF2-40B4-BE49-F238E27FC236}">
                    <a16:creationId xmlns:a16="http://schemas.microsoft.com/office/drawing/2014/main" id="{CA41FE08-E9CC-4342-BF36-568D0C79D3CE}"/>
                  </a:ext>
                </a:extLst>
              </p:cNvPr>
              <p:cNvSpPr txBox="1">
                <a:spLocks noChangeAspect="1" noChangeArrowheads="1"/>
              </p:cNvSpPr>
              <p:nvPr/>
            </p:nvSpPr>
            <p:spPr bwMode="auto">
              <a:xfrm>
                <a:off x="5613" y="3571"/>
                <a:ext cx="508" cy="414"/>
              </a:xfrm>
              <a:prstGeom prst="rect">
                <a:avLst/>
              </a:prstGeom>
              <a:gradFill rotWithShape="0">
                <a:gsLst>
                  <a:gs pos="0">
                    <a:srgbClr val="767676"/>
                  </a:gs>
                  <a:gs pos="50000">
                    <a:srgbClr val="FFFFFF"/>
                  </a:gs>
                  <a:gs pos="100000">
                    <a:srgbClr val="767676"/>
                  </a:gs>
                </a:gsLst>
                <a:lin ang="0" scaled="1"/>
              </a:gradFill>
              <a:ln w="19050">
                <a:solidFill>
                  <a:srgbClr val="000000"/>
                </a:solidFill>
                <a:miter lim="800000"/>
                <a:headEnd/>
                <a:tailEnd/>
              </a:ln>
            </p:spPr>
            <p:txBody>
              <a:bodyPr lIns="0" tIns="25200" rIns="0" bIns="0"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1800" b="1">
                    <a:latin typeface="VNI-Avo" pitchFamily="2" charset="0"/>
                  </a:rPr>
                  <a:t>D</a:t>
                </a:r>
              </a:p>
            </p:txBody>
          </p:sp>
          <p:sp>
            <p:nvSpPr>
              <p:cNvPr id="69646" name="Line 28">
                <a:extLst>
                  <a:ext uri="{FF2B5EF4-FFF2-40B4-BE49-F238E27FC236}">
                    <a16:creationId xmlns:a16="http://schemas.microsoft.com/office/drawing/2014/main" id="{58E58D3B-C6F0-4399-883A-52110FFEFD0B}"/>
                  </a:ext>
                </a:extLst>
              </p:cNvPr>
              <p:cNvSpPr>
                <a:spLocks noChangeAspect="1" noChangeShapeType="1"/>
              </p:cNvSpPr>
              <p:nvPr/>
            </p:nvSpPr>
            <p:spPr bwMode="auto">
              <a:xfrm>
                <a:off x="6189" y="3775"/>
                <a:ext cx="312" cy="0"/>
              </a:xfrm>
              <a:prstGeom prst="line">
                <a:avLst/>
              </a:prstGeom>
              <a:noFill/>
              <a:ln w="19050">
                <a:solidFill>
                  <a:srgbClr val="000000"/>
                </a:solidFill>
                <a:round/>
                <a:headEnd type="oval" w="sm" len="sm"/>
                <a:tailEnd type="stealth" w="sm" len="med"/>
              </a:ln>
              <a:extLst>
                <a:ext uri="{909E8E84-426E-40DD-AFC4-6F175D3DCCD1}">
                  <a14:hiddenFill xmlns:a14="http://schemas.microsoft.com/office/drawing/2010/main">
                    <a:noFill/>
                  </a14:hiddenFill>
                </a:ext>
              </a:extLst>
            </p:spPr>
            <p:txBody>
              <a:bodyPr anchor="ctr"/>
              <a:lstStyle/>
              <a:p>
                <a:endParaRPr lang="en-US"/>
              </a:p>
            </p:txBody>
          </p:sp>
          <p:sp>
            <p:nvSpPr>
              <p:cNvPr id="69647" name="Rectangle 29">
                <a:extLst>
                  <a:ext uri="{FF2B5EF4-FFF2-40B4-BE49-F238E27FC236}">
                    <a16:creationId xmlns:a16="http://schemas.microsoft.com/office/drawing/2014/main" id="{C331E026-2CA7-4C04-9ABF-28E68514C35B}"/>
                  </a:ext>
                </a:extLst>
              </p:cNvPr>
              <p:cNvSpPr>
                <a:spLocks noChangeAspect="1" noChangeArrowheads="1"/>
              </p:cNvSpPr>
              <p:nvPr/>
            </p:nvSpPr>
            <p:spPr bwMode="auto">
              <a:xfrm>
                <a:off x="5469" y="3568"/>
                <a:ext cx="138" cy="414"/>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69648" name="Line 30">
                <a:extLst>
                  <a:ext uri="{FF2B5EF4-FFF2-40B4-BE49-F238E27FC236}">
                    <a16:creationId xmlns:a16="http://schemas.microsoft.com/office/drawing/2014/main" id="{BB245D01-6D30-4ED4-A4F7-79FA965183DD}"/>
                  </a:ext>
                </a:extLst>
              </p:cNvPr>
              <p:cNvSpPr>
                <a:spLocks noChangeAspect="1" noChangeShapeType="1"/>
              </p:cNvSpPr>
              <p:nvPr/>
            </p:nvSpPr>
            <p:spPr bwMode="auto">
              <a:xfrm rot="10800000">
                <a:off x="5244" y="3670"/>
                <a:ext cx="312" cy="0"/>
              </a:xfrm>
              <a:prstGeom prst="line">
                <a:avLst/>
              </a:prstGeom>
              <a:noFill/>
              <a:ln w="19050">
                <a:solidFill>
                  <a:srgbClr val="000000"/>
                </a:solidFill>
                <a:round/>
                <a:headEnd type="oval" w="sm" len="sm"/>
                <a:tailEnd type="stealth" w="sm" len="med"/>
              </a:ln>
              <a:extLst>
                <a:ext uri="{909E8E84-426E-40DD-AFC4-6F175D3DCCD1}">
                  <a14:hiddenFill xmlns:a14="http://schemas.microsoft.com/office/drawing/2010/main">
                    <a:noFill/>
                  </a14:hiddenFill>
                </a:ext>
              </a:extLst>
            </p:spPr>
            <p:txBody>
              <a:bodyPr anchor="ctr"/>
              <a:lstStyle/>
              <a:p>
                <a:endParaRPr lang="en-US"/>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4035">
                                            <p:txEl>
                                              <p:pRg st="4" end="4"/>
                                            </p:txEl>
                                          </p:spTgt>
                                        </p:tgtEl>
                                        <p:attrNameLst>
                                          <p:attrName>style.visibility</p:attrName>
                                        </p:attrNameLst>
                                      </p:cBhvr>
                                      <p:to>
                                        <p:strVal val="visible"/>
                                      </p:to>
                                    </p:set>
                                    <p:anim calcmode="lin" valueType="num">
                                      <p:cBhvr additive="base">
                                        <p:cTn id="7" dur="500" fill="hold"/>
                                        <p:tgtEl>
                                          <p:spTgt spid="44035">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403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0E604245-DA2F-4B62-B8B2-D388ABBBD345}"/>
              </a:ext>
            </a:extLst>
          </p:cNvPr>
          <p:cNvSpPr>
            <a:spLocks noGrp="1" noChangeArrowheads="1"/>
          </p:cNvSpPr>
          <p:nvPr>
            <p:ph type="title"/>
          </p:nvPr>
        </p:nvSpPr>
        <p:spPr/>
        <p:txBody>
          <a:bodyPr/>
          <a:lstStyle/>
          <a:p>
            <a:pPr eaLnBrk="1" hangingPunct="1"/>
            <a:r>
              <a:rPr lang="en-US" altLang="en-US"/>
              <a:t>Danh sách liên kết kép</a:t>
            </a:r>
          </a:p>
        </p:txBody>
      </p:sp>
      <p:sp>
        <p:nvSpPr>
          <p:cNvPr id="70659" name="Rectangle 3">
            <a:extLst>
              <a:ext uri="{FF2B5EF4-FFF2-40B4-BE49-F238E27FC236}">
                <a16:creationId xmlns:a16="http://schemas.microsoft.com/office/drawing/2014/main" id="{81C0BA96-68D9-4A66-AB65-8ACBDFFE9E6C}"/>
              </a:ext>
            </a:extLst>
          </p:cNvPr>
          <p:cNvSpPr>
            <a:spLocks noGrp="1" noChangeArrowheads="1"/>
          </p:cNvSpPr>
          <p:nvPr>
            <p:ph idx="1"/>
          </p:nvPr>
        </p:nvSpPr>
        <p:spPr/>
        <p:txBody>
          <a:bodyPr/>
          <a:lstStyle/>
          <a:p>
            <a:pPr eaLnBrk="1" hangingPunct="1"/>
            <a:r>
              <a:rPr lang="en-US" altLang="en-US" sz="2500"/>
              <a:t>Khi xóa 1 nút, không cần phải duyệt danh sách để tìm phần tử đứng trước</a:t>
            </a:r>
          </a:p>
          <a:p>
            <a:pPr eaLnBrk="1" hangingPunct="1"/>
            <a:r>
              <a:rPr lang="en-US" altLang="en-US" sz="2500"/>
              <a:t>Được sử dụng đối với các dữ liệu mà ta cần truy xuất theo cả 2 chiều:</a:t>
            </a:r>
          </a:p>
          <a:p>
            <a:pPr eaLnBrk="1" hangingPunct="1"/>
            <a:r>
              <a:rPr lang="en-US" altLang="en-US"/>
              <a:t>Bài tập: Viết các giải thuật, khởi tạo, bổ sung, tìm kiếm, duyệt, xóa trên danh sách liên kết kép.</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69901E66-A2A0-4A81-AB4B-063313D03836}"/>
              </a:ext>
            </a:extLst>
          </p:cNvPr>
          <p:cNvSpPr>
            <a:spLocks noGrp="1" noChangeArrowheads="1"/>
          </p:cNvSpPr>
          <p:nvPr>
            <p:ph type="title"/>
          </p:nvPr>
        </p:nvSpPr>
        <p:spPr/>
        <p:txBody>
          <a:bodyPr/>
          <a:lstStyle/>
          <a:p>
            <a:pPr eaLnBrk="1" hangingPunct="1"/>
            <a:r>
              <a:rPr lang="en-US" altLang="en-US" sz="3400"/>
              <a:t>2.2. Stack</a:t>
            </a:r>
          </a:p>
        </p:txBody>
      </p:sp>
      <p:sp>
        <p:nvSpPr>
          <p:cNvPr id="71683" name="Rectangle 3">
            <a:extLst>
              <a:ext uri="{FF2B5EF4-FFF2-40B4-BE49-F238E27FC236}">
                <a16:creationId xmlns:a16="http://schemas.microsoft.com/office/drawing/2014/main" id="{1BC331DC-F166-48C7-A61A-61A0B278B62B}"/>
              </a:ext>
            </a:extLst>
          </p:cNvPr>
          <p:cNvSpPr>
            <a:spLocks noGrp="1" noChangeArrowheads="1"/>
          </p:cNvSpPr>
          <p:nvPr>
            <p:ph idx="1"/>
          </p:nvPr>
        </p:nvSpPr>
        <p:spPr>
          <a:xfrm>
            <a:off x="1866900" y="1181100"/>
            <a:ext cx="8458200" cy="5676900"/>
          </a:xfrm>
        </p:spPr>
        <p:txBody>
          <a:bodyPr/>
          <a:lstStyle/>
          <a:p>
            <a:pPr eaLnBrk="1" hangingPunct="1"/>
            <a:r>
              <a:rPr lang="en-US" altLang="en-US">
                <a:latin typeface="Arial" panose="020B0604020202020204" pitchFamily="34" charset="0"/>
              </a:rPr>
              <a:t>2.2.1. Stack </a:t>
            </a:r>
          </a:p>
          <a:p>
            <a:pPr algn="just" eaLnBrk="1" hangingPunct="1"/>
            <a:r>
              <a:rPr lang="en-US" altLang="en-US" sz="2400">
                <a:latin typeface="Arial" panose="020B0604020202020204" pitchFamily="34" charset="0"/>
              </a:rPr>
              <a:t>a. </a:t>
            </a:r>
            <a:r>
              <a:rPr lang="en-US" altLang="en-US" sz="2400">
                <a:latin typeface="Arial" panose="020B0604020202020204" pitchFamily="34" charset="0"/>
                <a:cs typeface="Arial" panose="020B0604020202020204" pitchFamily="34" charset="0"/>
              </a:rPr>
              <a:t>Stack (ngăn xếp) là một kiểu cấu trúc dữ liệu đặc biệt trong đó việc bổ sung hay loại bỏ 1 phần tử chỉ đ</a:t>
            </a:r>
            <a:r>
              <a:rPr lang="vi-VN" altLang="en-US" sz="2400">
                <a:latin typeface="Arial" panose="020B0604020202020204" pitchFamily="34" charset="0"/>
                <a:cs typeface="Arial" panose="020B0604020202020204" pitchFamily="34" charset="0"/>
              </a:rPr>
              <a:t>ư</a:t>
            </a:r>
            <a:r>
              <a:rPr lang="en-US" altLang="en-US" sz="2400">
                <a:latin typeface="Arial" panose="020B0604020202020204" pitchFamily="34" charset="0"/>
                <a:cs typeface="Arial" panose="020B0604020202020204" pitchFamily="34" charset="0"/>
              </a:rPr>
              <a:t>ợc thực hiện ở đầu của ngăn xếp đ</a:t>
            </a:r>
            <a:r>
              <a:rPr lang="vi-VN" altLang="en-US" sz="2400">
                <a:latin typeface="Arial" panose="020B0604020202020204" pitchFamily="34" charset="0"/>
                <a:cs typeface="Arial" panose="020B0604020202020204" pitchFamily="34" charset="0"/>
              </a:rPr>
              <a:t>ư</a:t>
            </a:r>
            <a:r>
              <a:rPr lang="en-US" altLang="en-US" sz="2400">
                <a:latin typeface="Arial" panose="020B0604020202020204" pitchFamily="34" charset="0"/>
                <a:cs typeface="Arial" panose="020B0604020202020204" pitchFamily="34" charset="0"/>
              </a:rPr>
              <a:t>ợc gọi là đỉnh , nên ngăn xếp gọi là danh sách không đầy đủ, và thực hiện theo </a:t>
            </a:r>
            <a:r>
              <a:rPr lang="vi-VN" altLang="en-US" sz="2400">
                <a:latin typeface="Arial" panose="020B0604020202020204" pitchFamily="34" charset="0"/>
                <a:cs typeface="Arial" panose="020B0604020202020204" pitchFamily="34" charset="0"/>
              </a:rPr>
              <a:t>cơ chế LIFO(LAST IN FIRST OUT) - đối tượng nào vào sau thì sẽ ra trước</a:t>
            </a:r>
            <a:endParaRPr lang="en-US" altLang="en-US" sz="2400">
              <a:latin typeface="Arial" panose="020B0604020202020204" pitchFamily="34" charset="0"/>
              <a:cs typeface="Arial" panose="020B0604020202020204" pitchFamily="34" charset="0"/>
            </a:endParaRPr>
          </a:p>
          <a:p>
            <a:pPr eaLnBrk="1" hangingPunct="1"/>
            <a:endParaRPr lang="en-US" altLang="en-US" sz="2400">
              <a:latin typeface="Arial" panose="020B0604020202020204" pitchFamily="34" charset="0"/>
            </a:endParaRPr>
          </a:p>
          <a:p>
            <a:pPr eaLnBrk="1" hangingPunct="1"/>
            <a:r>
              <a:rPr lang="en-US" altLang="en-US" sz="2400">
                <a:latin typeface="Arial" panose="020B0604020202020204" pitchFamily="34" charset="0"/>
              </a:rPr>
              <a:t>B. Lưu trữ stack: có hai cách: Dùng mảng, và DSLK</a:t>
            </a:r>
          </a:p>
          <a:p>
            <a:pPr eaLnBrk="1" hangingPunct="1"/>
            <a:endParaRPr lang="en-US" altLang="en-US">
              <a:latin typeface="Arial" panose="020B0604020202020204" pitchFamily="34" charset="0"/>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AA87A73F-FEA0-4FCE-A804-D810585792A1}"/>
              </a:ext>
            </a:extLst>
          </p:cNvPr>
          <p:cNvSpPr>
            <a:spLocks noGrp="1" noChangeArrowheads="1"/>
          </p:cNvSpPr>
          <p:nvPr>
            <p:ph type="title"/>
          </p:nvPr>
        </p:nvSpPr>
        <p:spPr/>
        <p:txBody>
          <a:bodyPr/>
          <a:lstStyle/>
          <a:p>
            <a:pPr eaLnBrk="1" hangingPunct="1"/>
            <a:r>
              <a:rPr lang="en-US" altLang="en-US" sz="3400"/>
              <a:t>2.2. Stack</a:t>
            </a:r>
          </a:p>
        </p:txBody>
      </p:sp>
      <p:sp>
        <p:nvSpPr>
          <p:cNvPr id="72707" name="Rectangle 3">
            <a:extLst>
              <a:ext uri="{FF2B5EF4-FFF2-40B4-BE49-F238E27FC236}">
                <a16:creationId xmlns:a16="http://schemas.microsoft.com/office/drawing/2014/main" id="{1FB7F60F-A993-4058-B364-7396D3B0F967}"/>
              </a:ext>
            </a:extLst>
          </p:cNvPr>
          <p:cNvSpPr>
            <a:spLocks noGrp="1" noChangeArrowheads="1"/>
          </p:cNvSpPr>
          <p:nvPr>
            <p:ph idx="1"/>
          </p:nvPr>
        </p:nvSpPr>
        <p:spPr>
          <a:xfrm>
            <a:off x="1866900" y="1181100"/>
            <a:ext cx="8458200" cy="5676900"/>
          </a:xfrm>
        </p:spPr>
        <p:txBody>
          <a:bodyPr/>
          <a:lstStyle/>
          <a:p>
            <a:pPr eaLnBrk="1" hangingPunct="1">
              <a:defRPr/>
            </a:pPr>
            <a:r>
              <a:rPr lang="en-US" altLang="en-US" sz="2400" dirty="0">
                <a:latin typeface="Arial" panose="020B0604020202020204" pitchFamily="34" charset="0"/>
              </a:rPr>
              <a:t>C. </a:t>
            </a:r>
            <a:r>
              <a:rPr lang="en-US" altLang="en-US" sz="2400" dirty="0" err="1">
                <a:latin typeface="Arial" panose="020B0604020202020204" pitchFamily="34" charset="0"/>
              </a:rPr>
              <a:t>các</a:t>
            </a:r>
            <a:r>
              <a:rPr lang="en-US" altLang="en-US" sz="2400" dirty="0">
                <a:latin typeface="Arial" panose="020B0604020202020204" pitchFamily="34" charset="0"/>
              </a:rPr>
              <a:t> </a:t>
            </a:r>
            <a:r>
              <a:rPr lang="en-US" altLang="en-US" sz="2400" dirty="0" err="1">
                <a:latin typeface="Arial" panose="020B0604020202020204" pitchFamily="34" charset="0"/>
              </a:rPr>
              <a:t>thao</a:t>
            </a:r>
            <a:r>
              <a:rPr lang="en-US" altLang="en-US" sz="2400" dirty="0">
                <a:latin typeface="Arial" panose="020B0604020202020204" pitchFamily="34" charset="0"/>
              </a:rPr>
              <a:t> </a:t>
            </a:r>
            <a:r>
              <a:rPr lang="en-US" altLang="en-US" sz="2400" dirty="0" err="1">
                <a:latin typeface="Arial" panose="020B0604020202020204" pitchFamily="34" charset="0"/>
              </a:rPr>
              <a:t>tác</a:t>
            </a:r>
            <a:r>
              <a:rPr lang="en-US" altLang="en-US" sz="2400" dirty="0">
                <a:latin typeface="Arial" panose="020B0604020202020204" pitchFamily="34" charset="0"/>
              </a:rPr>
              <a:t> </a:t>
            </a:r>
            <a:r>
              <a:rPr lang="en-US" altLang="en-US" sz="2400" dirty="0" err="1">
                <a:latin typeface="Arial" panose="020B0604020202020204" pitchFamily="34" charset="0"/>
              </a:rPr>
              <a:t>cơ</a:t>
            </a:r>
            <a:r>
              <a:rPr lang="en-US" altLang="en-US" sz="2400" dirty="0">
                <a:latin typeface="Arial" panose="020B0604020202020204" pitchFamily="34" charset="0"/>
              </a:rPr>
              <a:t> </a:t>
            </a:r>
            <a:r>
              <a:rPr lang="en-US" altLang="en-US" sz="2400" dirty="0" err="1">
                <a:latin typeface="Arial" panose="020B0604020202020204" pitchFamily="34" charset="0"/>
              </a:rPr>
              <a:t>bản</a:t>
            </a:r>
            <a:r>
              <a:rPr lang="en-US" altLang="en-US" sz="2400" dirty="0">
                <a:latin typeface="Arial" panose="020B0604020202020204" pitchFamily="34" charset="0"/>
              </a:rPr>
              <a:t> </a:t>
            </a:r>
            <a:r>
              <a:rPr lang="en-US" altLang="en-US" sz="2400" dirty="0" err="1">
                <a:latin typeface="Arial" panose="020B0604020202020204" pitchFamily="34" charset="0"/>
              </a:rPr>
              <a:t>trên</a:t>
            </a:r>
            <a:r>
              <a:rPr lang="en-US" altLang="en-US" sz="2400" dirty="0">
                <a:latin typeface="Arial" panose="020B0604020202020204" pitchFamily="34" charset="0"/>
              </a:rPr>
              <a:t> stack</a:t>
            </a:r>
          </a:p>
          <a:p>
            <a:pPr marL="0" indent="0" algn="just">
              <a:spcBef>
                <a:spcPct val="30000"/>
              </a:spcBef>
              <a:buNone/>
              <a:defRPr/>
            </a:pPr>
            <a:r>
              <a:rPr lang="en-US" altLang="en-US" sz="2400" dirty="0">
                <a:latin typeface="Arial" panose="020B0604020202020204" pitchFamily="34" charset="0"/>
              </a:rPr>
              <a:t>	</a:t>
            </a:r>
            <a:r>
              <a:rPr lang="vi-VN" sz="2400" dirty="0"/>
              <a:t>IsEmpty: kiểm tra xem stack có rỗng hay không </a:t>
            </a:r>
            <a:endParaRPr lang="en-US" sz="2400" dirty="0"/>
          </a:p>
          <a:p>
            <a:pPr marL="0" indent="0" algn="just">
              <a:spcBef>
                <a:spcPct val="30000"/>
              </a:spcBef>
              <a:buNone/>
              <a:defRPr/>
            </a:pPr>
            <a:r>
              <a:rPr lang="en-US" sz="2400" dirty="0"/>
              <a:t>	</a:t>
            </a:r>
            <a:r>
              <a:rPr lang="vi-VN" sz="2400" dirty="0"/>
              <a:t>Push: thêm 1 đối tượng vào đầu stack &lt;=&gt; theo cơ chế LIFO </a:t>
            </a:r>
            <a:endParaRPr lang="en-US" sz="2400" dirty="0"/>
          </a:p>
          <a:p>
            <a:pPr marL="0" indent="0" algn="just">
              <a:spcBef>
                <a:spcPct val="30000"/>
              </a:spcBef>
              <a:buNone/>
              <a:defRPr/>
            </a:pPr>
            <a:r>
              <a:rPr lang="en-US" sz="2400" dirty="0"/>
              <a:t>	</a:t>
            </a:r>
            <a:r>
              <a:rPr lang="vi-VN" sz="2400" dirty="0"/>
              <a:t>Pop: lấy phần tử đầu stack và trả về giá trị của đối tượng đầu stack đồng thời phải hủy nó đi</a:t>
            </a:r>
            <a:endParaRPr lang="en-US" sz="2400" dirty="0"/>
          </a:p>
          <a:p>
            <a:pPr marL="0" indent="0" algn="just">
              <a:spcBef>
                <a:spcPct val="30000"/>
              </a:spcBef>
              <a:buNone/>
              <a:defRPr/>
            </a:pPr>
            <a:r>
              <a:rPr lang="vi-VN" sz="2400" dirty="0"/>
              <a:t> </a:t>
            </a:r>
            <a:r>
              <a:rPr lang="en-US" sz="2400" dirty="0"/>
              <a:t>	</a:t>
            </a:r>
            <a:r>
              <a:rPr lang="vi-VN" sz="2400" dirty="0"/>
              <a:t>Top: xem thông tin của phần tử đầu stack và không hủy nó đi</a:t>
            </a:r>
            <a:endParaRPr lang="en-US" sz="2400" dirty="0"/>
          </a:p>
          <a:p>
            <a:pPr marL="0" indent="0" algn="just">
              <a:buNone/>
              <a:defRPr/>
            </a:pPr>
            <a:r>
              <a:rPr lang="en-US" altLang="en-US" dirty="0">
                <a:latin typeface="Arial" panose="020B0604020202020204" pitchFamily="34" charset="0"/>
              </a:rPr>
              <a:t>:</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a:extLst>
              <a:ext uri="{FF2B5EF4-FFF2-40B4-BE49-F238E27FC236}">
                <a16:creationId xmlns:a16="http://schemas.microsoft.com/office/drawing/2014/main" id="{79F0F90C-B19F-479A-8073-C534D50E7101}"/>
              </a:ext>
            </a:extLst>
          </p:cNvPr>
          <p:cNvSpPr>
            <a:spLocks noGrp="1" noChangeArrowheads="1"/>
          </p:cNvSpPr>
          <p:nvPr>
            <p:ph type="title"/>
          </p:nvPr>
        </p:nvSpPr>
        <p:spPr/>
        <p:txBody>
          <a:bodyPr/>
          <a:lstStyle/>
          <a:p>
            <a:endParaRPr lang="en-US" altLang="en-US"/>
          </a:p>
        </p:txBody>
      </p:sp>
      <p:pic>
        <p:nvPicPr>
          <p:cNvPr id="75779" name="Content Placeholder 3">
            <a:extLst>
              <a:ext uri="{FF2B5EF4-FFF2-40B4-BE49-F238E27FC236}">
                <a16:creationId xmlns:a16="http://schemas.microsoft.com/office/drawing/2014/main" id="{DC345E77-0918-4B68-B3C8-A9F765C1129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3703" t="39758" r="37038" b="10835"/>
          <a:stretch>
            <a:fillRect/>
          </a:stretch>
        </p:blipFill>
        <p:spPr>
          <a:xfrm>
            <a:off x="1870075" y="1447800"/>
            <a:ext cx="8451850" cy="4572000"/>
          </a:xfrm>
        </p:spPr>
      </p:pic>
      <p:cxnSp>
        <p:nvCxnSpPr>
          <p:cNvPr id="6" name="Straight Arrow Connector 5">
            <a:extLst>
              <a:ext uri="{FF2B5EF4-FFF2-40B4-BE49-F238E27FC236}">
                <a16:creationId xmlns:a16="http://schemas.microsoft.com/office/drawing/2014/main" id="{91200CD9-43F9-416D-AEE8-C5C0241C90B4}"/>
              </a:ext>
            </a:extLst>
          </p:cNvPr>
          <p:cNvCxnSpPr>
            <a:cxnSpLocks/>
          </p:cNvCxnSpPr>
          <p:nvPr/>
        </p:nvCxnSpPr>
        <p:spPr>
          <a:xfrm>
            <a:off x="4953000" y="3657600"/>
            <a:ext cx="0" cy="22860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802C42D2-92FE-4E0D-8B18-559509E0DA07}"/>
              </a:ext>
            </a:extLst>
          </p:cNvPr>
          <p:cNvCxnSpPr>
            <a:cxnSpLocks/>
          </p:cNvCxnSpPr>
          <p:nvPr/>
        </p:nvCxnSpPr>
        <p:spPr>
          <a:xfrm>
            <a:off x="4953000" y="4419600"/>
            <a:ext cx="0" cy="22860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a:extLst>
              <a:ext uri="{FF2B5EF4-FFF2-40B4-BE49-F238E27FC236}">
                <a16:creationId xmlns:a16="http://schemas.microsoft.com/office/drawing/2014/main" id="{6194BC32-82C3-4A99-9EA8-27AFD515A23F}"/>
              </a:ext>
            </a:extLst>
          </p:cNvPr>
          <p:cNvSpPr>
            <a:spLocks noGrp="1" noChangeArrowheads="1"/>
          </p:cNvSpPr>
          <p:nvPr>
            <p:ph type="title"/>
          </p:nvPr>
        </p:nvSpPr>
        <p:spPr/>
        <p:txBody>
          <a:bodyPr/>
          <a:lstStyle/>
          <a:p>
            <a:endParaRPr lang="en-US" altLang="en-US"/>
          </a:p>
        </p:txBody>
      </p:sp>
      <p:sp>
        <p:nvSpPr>
          <p:cNvPr id="76803" name="Content Placeholder 2">
            <a:extLst>
              <a:ext uri="{FF2B5EF4-FFF2-40B4-BE49-F238E27FC236}">
                <a16:creationId xmlns:a16="http://schemas.microsoft.com/office/drawing/2014/main" id="{E4D4751E-74EF-476A-8862-E0224082A244}"/>
              </a:ext>
            </a:extLst>
          </p:cNvPr>
          <p:cNvSpPr>
            <a:spLocks noGrp="1" noChangeArrowheads="1"/>
          </p:cNvSpPr>
          <p:nvPr>
            <p:ph idx="1"/>
          </p:nvPr>
        </p:nvSpPr>
        <p:spPr/>
        <p:txBody>
          <a:bodyPr/>
          <a:lstStyle/>
          <a:p>
            <a:pPr eaLnBrk="1" hangingPunct="1"/>
            <a:r>
              <a:rPr lang="en-US" altLang="en-US" sz="2400">
                <a:latin typeface="Arial" panose="020B0604020202020204" pitchFamily="34" charset="0"/>
              </a:rPr>
              <a:t>D. Ứng dụng stack: </a:t>
            </a:r>
          </a:p>
          <a:p>
            <a:pPr marL="457200" lvl="1" indent="0">
              <a:buNone/>
            </a:pPr>
            <a:r>
              <a:rPr lang="en-US" altLang="en-US">
                <a:latin typeface="Arial" panose="020B0604020202020204" pitchFamily="34" charset="0"/>
              </a:rPr>
              <a:t>	* Chuyển đổi c</a:t>
            </a:r>
            <a:r>
              <a:rPr lang="vi-VN" altLang="en-US">
                <a:latin typeface="Arial" panose="020B0604020202020204" pitchFamily="34" charset="0"/>
              </a:rPr>
              <a:t>ơ</a:t>
            </a:r>
            <a:r>
              <a:rPr lang="en-US" altLang="en-US">
                <a:latin typeface="Arial" panose="020B0604020202020204" pitchFamily="34" charset="0"/>
              </a:rPr>
              <a:t> số: nhị phận , thập bát phân</a:t>
            </a:r>
          </a:p>
          <a:p>
            <a:pPr marL="457200" lvl="1" indent="0">
              <a:buNone/>
            </a:pPr>
            <a:r>
              <a:rPr lang="en-US" altLang="en-US">
                <a:latin typeface="Arial" panose="020B0604020202020204" pitchFamily="34" charset="0"/>
              </a:rPr>
              <a:t>	* Tính biểu thức số học với ký pháp BA Lan</a:t>
            </a:r>
          </a:p>
          <a:p>
            <a:endParaRPr lang="en-US" altLang="en-US"/>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tle 1">
            <a:extLst>
              <a:ext uri="{FF2B5EF4-FFF2-40B4-BE49-F238E27FC236}">
                <a16:creationId xmlns:a16="http://schemas.microsoft.com/office/drawing/2014/main" id="{1F35E1A7-F17D-4FD4-848E-7622909DD647}"/>
              </a:ext>
            </a:extLst>
          </p:cNvPr>
          <p:cNvSpPr>
            <a:spLocks noGrp="1" noChangeArrowheads="1"/>
          </p:cNvSpPr>
          <p:nvPr>
            <p:ph type="title"/>
          </p:nvPr>
        </p:nvSpPr>
        <p:spPr/>
        <p:txBody>
          <a:bodyPr/>
          <a:lstStyle/>
          <a:p>
            <a:endParaRPr lang="en-US" altLang="en-US"/>
          </a:p>
        </p:txBody>
      </p:sp>
      <p:sp>
        <p:nvSpPr>
          <p:cNvPr id="77827" name="Content Placeholder 2">
            <a:extLst>
              <a:ext uri="{FF2B5EF4-FFF2-40B4-BE49-F238E27FC236}">
                <a16:creationId xmlns:a16="http://schemas.microsoft.com/office/drawing/2014/main" id="{AA57B0B7-A723-45DE-AC4F-5F1419258C79}"/>
              </a:ext>
            </a:extLst>
          </p:cNvPr>
          <p:cNvSpPr>
            <a:spLocks noGrp="1" noChangeArrowheads="1"/>
          </p:cNvSpPr>
          <p:nvPr>
            <p:ph idx="1"/>
          </p:nvPr>
        </p:nvSpPr>
        <p:spPr/>
        <p:txBody>
          <a:bodyPr>
            <a:normAutofit/>
          </a:bodyPr>
          <a:lstStyle/>
          <a:p>
            <a:r>
              <a:rPr lang="en-US" altLang="en-US"/>
              <a:t>VÍ DỤ: nhập danh sách stack chứa các số nguyên , sau đó in ra màn hình các số nguyên đó</a:t>
            </a:r>
          </a:p>
          <a:p>
            <a:r>
              <a:rPr lang="en-US" altLang="en-US"/>
              <a:t>Bl:</a:t>
            </a:r>
          </a:p>
          <a:p>
            <a:r>
              <a:rPr lang="en-US" altLang="en-US"/>
              <a:t>//1. Khai báo cấu trúc 1 node của stack</a:t>
            </a:r>
          </a:p>
          <a:p>
            <a:r>
              <a:rPr lang="en-US" altLang="en-US"/>
              <a:t>struct Node</a:t>
            </a:r>
          </a:p>
          <a:p>
            <a:r>
              <a:rPr lang="en-US" altLang="en-US"/>
              <a:t>{</a:t>
            </a:r>
          </a:p>
          <a:p>
            <a:r>
              <a:rPr lang="en-US" altLang="en-US"/>
              <a:t>    int Data; //du lieu</a:t>
            </a:r>
          </a:p>
          <a:p>
            <a:r>
              <a:rPr lang="en-US" altLang="en-US"/>
              <a:t>    Node *Next; //link</a:t>
            </a:r>
          </a:p>
          <a:p>
            <a:r>
              <a:rPr lang="en-US" altLang="en-US"/>
              <a:t>};</a:t>
            </a:r>
          </a:p>
          <a:p>
            <a:endParaRPr lang="en-US" altLang="en-US"/>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a:extLst>
              <a:ext uri="{FF2B5EF4-FFF2-40B4-BE49-F238E27FC236}">
                <a16:creationId xmlns:a16="http://schemas.microsoft.com/office/drawing/2014/main" id="{E4166370-4E36-47EF-863F-D5BCA554AFB2}"/>
              </a:ext>
            </a:extLst>
          </p:cNvPr>
          <p:cNvSpPr>
            <a:spLocks noGrp="1" noChangeArrowheads="1"/>
          </p:cNvSpPr>
          <p:nvPr>
            <p:ph type="title"/>
          </p:nvPr>
        </p:nvSpPr>
        <p:spPr/>
        <p:txBody>
          <a:bodyPr/>
          <a:lstStyle/>
          <a:p>
            <a:endParaRPr lang="en-US" altLang="en-US"/>
          </a:p>
        </p:txBody>
      </p:sp>
      <p:sp>
        <p:nvSpPr>
          <p:cNvPr id="78851" name="Content Placeholder 2">
            <a:extLst>
              <a:ext uri="{FF2B5EF4-FFF2-40B4-BE49-F238E27FC236}">
                <a16:creationId xmlns:a16="http://schemas.microsoft.com/office/drawing/2014/main" id="{513B1DF0-240B-4A7F-95B3-D22ACCFEE37A}"/>
              </a:ext>
            </a:extLst>
          </p:cNvPr>
          <p:cNvSpPr>
            <a:spLocks noGrp="1" noChangeArrowheads="1"/>
          </p:cNvSpPr>
          <p:nvPr>
            <p:ph idx="1"/>
          </p:nvPr>
        </p:nvSpPr>
        <p:spPr/>
        <p:txBody>
          <a:bodyPr/>
          <a:lstStyle/>
          <a:p>
            <a:r>
              <a:rPr lang="en-US" altLang="en-US"/>
              <a:t>//2. khai báo cấu trúc stack</a:t>
            </a:r>
          </a:p>
          <a:p>
            <a:r>
              <a:rPr lang="en-US" altLang="en-US"/>
              <a:t>struct Stack</a:t>
            </a:r>
          </a:p>
          <a:p>
            <a:r>
              <a:rPr lang="en-US" altLang="en-US"/>
              <a:t>{</a:t>
            </a:r>
          </a:p>
          <a:p>
            <a:r>
              <a:rPr lang="en-US" altLang="en-US"/>
              <a:t>    Node *Top;//dung con trỏ đầu để quản lý stack</a:t>
            </a:r>
          </a:p>
          <a:p>
            <a:r>
              <a:rPr lang="en-US" altLang="en-US"/>
              <a:t>};</a:t>
            </a:r>
          </a:p>
          <a:p>
            <a:r>
              <a:rPr lang="en-US" altLang="en-US"/>
              <a:t> </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1">
            <a:extLst>
              <a:ext uri="{FF2B5EF4-FFF2-40B4-BE49-F238E27FC236}">
                <a16:creationId xmlns:a16="http://schemas.microsoft.com/office/drawing/2014/main" id="{388ED90C-8A19-4D61-A9C0-FDF85E607B77}"/>
              </a:ext>
            </a:extLst>
          </p:cNvPr>
          <p:cNvSpPr>
            <a:spLocks noGrp="1" noChangeArrowheads="1"/>
          </p:cNvSpPr>
          <p:nvPr>
            <p:ph type="title"/>
          </p:nvPr>
        </p:nvSpPr>
        <p:spPr/>
        <p:txBody>
          <a:bodyPr/>
          <a:lstStyle/>
          <a:p>
            <a:endParaRPr lang="en-US" altLang="en-US"/>
          </a:p>
        </p:txBody>
      </p:sp>
      <p:sp>
        <p:nvSpPr>
          <p:cNvPr id="79875" name="Content Placeholder 2">
            <a:extLst>
              <a:ext uri="{FF2B5EF4-FFF2-40B4-BE49-F238E27FC236}">
                <a16:creationId xmlns:a16="http://schemas.microsoft.com/office/drawing/2014/main" id="{ADD76EF7-2EB0-4BD3-B370-6AE79F2C0350}"/>
              </a:ext>
            </a:extLst>
          </p:cNvPr>
          <p:cNvSpPr>
            <a:spLocks noGrp="1" noChangeArrowheads="1"/>
          </p:cNvSpPr>
          <p:nvPr>
            <p:ph idx="1"/>
          </p:nvPr>
        </p:nvSpPr>
        <p:spPr/>
        <p:txBody>
          <a:bodyPr/>
          <a:lstStyle/>
          <a:p>
            <a:r>
              <a:rPr lang="en-US" altLang="en-US" sz="2400"/>
              <a:t>void Init (Stack &amp;S); //khoi tao Stack rong</a:t>
            </a:r>
          </a:p>
          <a:p>
            <a:r>
              <a:rPr lang="en-US" altLang="en-US" sz="2400"/>
              <a:t>int Isempty(Stack S); //kiem tra Stack rong</a:t>
            </a:r>
          </a:p>
          <a:p>
            <a:r>
              <a:rPr lang="en-US" altLang="en-US" sz="2400"/>
              <a:t>int Len (Stack S); //Do dai Stack</a:t>
            </a:r>
          </a:p>
          <a:p>
            <a:r>
              <a:rPr lang="en-US" altLang="en-US" sz="2400"/>
              <a:t>void Push(Stack &amp;S, int x); //them phan tu vao Stack</a:t>
            </a:r>
          </a:p>
          <a:p>
            <a:r>
              <a:rPr lang="en-US" altLang="en-US" sz="2400"/>
              <a:t>int top(Stack S); //Lay phan tu o dau Stack nhung khong xoa</a:t>
            </a:r>
          </a:p>
          <a:p>
            <a:r>
              <a:rPr lang="en-US" altLang="en-US" sz="2400"/>
              <a:t>int Pop(Stack &amp;S); //Loai bo phan tu khoi Stack</a:t>
            </a:r>
          </a:p>
          <a:p>
            <a:r>
              <a:rPr lang="en-US" altLang="en-US" sz="2400"/>
              <a:t>void Input (Stack &amp;S); //Nhap Stack</a:t>
            </a:r>
          </a:p>
          <a:p>
            <a:r>
              <a:rPr lang="en-US" altLang="en-US" sz="2400"/>
              <a:t>void Output(Stack S); //Xuat Stack</a:t>
            </a:r>
          </a:p>
          <a:p>
            <a:r>
              <a:rPr lang="en-US" altLang="en-US" sz="2400"/>
              <a:t>Node *getNode(int x); //Tao 1 Node</a:t>
            </a:r>
          </a:p>
          <a:p>
            <a:endParaRPr lang="en-US" altLang="en-US" sz="240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a:extLst>
              <a:ext uri="{FF2B5EF4-FFF2-40B4-BE49-F238E27FC236}">
                <a16:creationId xmlns:a16="http://schemas.microsoft.com/office/drawing/2014/main" id="{32CB7467-8842-46D1-B0B9-74E9C54C7FDC}"/>
              </a:ext>
            </a:extLst>
          </p:cNvPr>
          <p:cNvSpPr>
            <a:spLocks noGrp="1" noChangeArrowheads="1"/>
          </p:cNvSpPr>
          <p:nvPr>
            <p:ph type="title"/>
          </p:nvPr>
        </p:nvSpPr>
        <p:spPr/>
        <p:txBody>
          <a:bodyPr/>
          <a:lstStyle/>
          <a:p>
            <a:endParaRPr lang="en-US" altLang="en-US"/>
          </a:p>
        </p:txBody>
      </p:sp>
      <p:sp>
        <p:nvSpPr>
          <p:cNvPr id="80899" name="Content Placeholder 2">
            <a:extLst>
              <a:ext uri="{FF2B5EF4-FFF2-40B4-BE49-F238E27FC236}">
                <a16:creationId xmlns:a16="http://schemas.microsoft.com/office/drawing/2014/main" id="{0AC0080F-06A9-4649-96E7-D28D997604C0}"/>
              </a:ext>
            </a:extLst>
          </p:cNvPr>
          <p:cNvSpPr>
            <a:spLocks noGrp="1" noChangeArrowheads="1"/>
          </p:cNvSpPr>
          <p:nvPr>
            <p:ph idx="1"/>
          </p:nvPr>
        </p:nvSpPr>
        <p:spPr/>
        <p:txBody>
          <a:bodyPr>
            <a:normAutofit/>
          </a:bodyPr>
          <a:lstStyle/>
          <a:p>
            <a:r>
              <a:rPr lang="en-US" altLang="en-US" dirty="0"/>
              <a:t>void </a:t>
            </a:r>
            <a:r>
              <a:rPr lang="en-US" altLang="en-US" dirty="0" err="1"/>
              <a:t>Init</a:t>
            </a:r>
            <a:r>
              <a:rPr lang="en-US" altLang="en-US" dirty="0"/>
              <a:t> (Stack </a:t>
            </a:r>
            <a:r>
              <a:rPr lang="en-US" altLang="en-US" dirty="0" smtClean="0"/>
              <a:t>*S</a:t>
            </a:r>
            <a:r>
              <a:rPr lang="en-US" altLang="en-US" dirty="0"/>
              <a:t>) //</a:t>
            </a:r>
            <a:r>
              <a:rPr lang="en-US" altLang="en-US" dirty="0" err="1"/>
              <a:t>khoi</a:t>
            </a:r>
            <a:r>
              <a:rPr lang="en-US" altLang="en-US" dirty="0"/>
              <a:t> </a:t>
            </a:r>
            <a:r>
              <a:rPr lang="en-US" altLang="en-US" dirty="0" err="1"/>
              <a:t>tao</a:t>
            </a:r>
            <a:r>
              <a:rPr lang="en-US" altLang="en-US" dirty="0"/>
              <a:t> Stack </a:t>
            </a:r>
            <a:r>
              <a:rPr lang="en-US" altLang="en-US" dirty="0" err="1"/>
              <a:t>rong</a:t>
            </a:r>
            <a:endParaRPr lang="en-US" altLang="en-US" dirty="0"/>
          </a:p>
          <a:p>
            <a:r>
              <a:rPr lang="en-US" altLang="en-US" dirty="0"/>
              <a:t>{</a:t>
            </a:r>
          </a:p>
          <a:p>
            <a:r>
              <a:rPr lang="en-US" altLang="en-US" dirty="0"/>
              <a:t>    </a:t>
            </a:r>
            <a:r>
              <a:rPr lang="en-US" altLang="en-US" dirty="0" smtClean="0"/>
              <a:t>S-&gt;top </a:t>
            </a:r>
            <a:r>
              <a:rPr lang="en-US" altLang="en-US" dirty="0"/>
              <a:t>= NULL;</a:t>
            </a:r>
          </a:p>
          <a:p>
            <a:r>
              <a:rPr lang="en-US" altLang="en-US" dirty="0"/>
              <a:t>}</a:t>
            </a:r>
          </a:p>
          <a:p>
            <a:r>
              <a:rPr lang="en-US" altLang="en-US" dirty="0"/>
              <a:t> </a:t>
            </a:r>
          </a:p>
          <a:p>
            <a:r>
              <a:rPr lang="en-US" altLang="en-US" dirty="0"/>
              <a:t>bool </a:t>
            </a:r>
            <a:r>
              <a:rPr lang="en-US" altLang="en-US" dirty="0" err="1"/>
              <a:t>Isempty</a:t>
            </a:r>
            <a:r>
              <a:rPr lang="en-US" altLang="en-US" dirty="0"/>
              <a:t>(Stack S) //</a:t>
            </a:r>
            <a:r>
              <a:rPr lang="en-US" altLang="en-US" dirty="0" err="1"/>
              <a:t>kiem</a:t>
            </a:r>
            <a:r>
              <a:rPr lang="en-US" altLang="en-US" dirty="0"/>
              <a:t> </a:t>
            </a:r>
            <a:r>
              <a:rPr lang="en-US" altLang="en-US" dirty="0" err="1"/>
              <a:t>tra</a:t>
            </a:r>
            <a:r>
              <a:rPr lang="en-US" altLang="en-US" dirty="0"/>
              <a:t> Stack </a:t>
            </a:r>
            <a:r>
              <a:rPr lang="en-US" altLang="en-US" dirty="0" err="1"/>
              <a:t>rong</a:t>
            </a:r>
            <a:endParaRPr lang="en-US" altLang="en-US" dirty="0"/>
          </a:p>
          <a:p>
            <a:r>
              <a:rPr lang="en-US" altLang="en-US" dirty="0"/>
              <a:t>{</a:t>
            </a:r>
          </a:p>
          <a:p>
            <a:r>
              <a:rPr lang="en-US" altLang="en-US" dirty="0"/>
              <a:t>    if(</a:t>
            </a:r>
            <a:r>
              <a:rPr lang="en-US" altLang="en-US" dirty="0" err="1"/>
              <a:t>s.top</a:t>
            </a:r>
            <a:r>
              <a:rPr lang="en-US" altLang="en-US" dirty="0"/>
              <a:t>==NULL) return true;</a:t>
            </a:r>
          </a:p>
          <a:p>
            <a:pPr marL="457200" lvl="1" indent="0">
              <a:buNone/>
            </a:pPr>
            <a:r>
              <a:rPr lang="en-US" altLang="en-US" dirty="0" smtClean="0"/>
              <a:t>else </a:t>
            </a:r>
            <a:r>
              <a:rPr lang="en-US" altLang="en-US" dirty="0"/>
              <a:t>return </a:t>
            </a:r>
            <a:r>
              <a:rPr lang="en-US" altLang="en-US" dirty="0" smtClean="0"/>
              <a:t>false</a:t>
            </a:r>
            <a:r>
              <a:rPr lang="en-US" altLang="en-US" dirty="0"/>
              <a:t>;</a:t>
            </a:r>
          </a:p>
          <a:p>
            <a:r>
              <a:rPr lang="en-US" altLang="en-US" dirty="0"/>
              <a:t>}</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a:extLst>
              <a:ext uri="{FF2B5EF4-FFF2-40B4-BE49-F238E27FC236}">
                <a16:creationId xmlns:a16="http://schemas.microsoft.com/office/drawing/2014/main" id="{9CC976F5-BB83-443E-881C-7C56A42E52F7}"/>
              </a:ext>
            </a:extLst>
          </p:cNvPr>
          <p:cNvSpPr>
            <a:spLocks noGrp="1" noChangeArrowheads="1"/>
          </p:cNvSpPr>
          <p:nvPr>
            <p:ph type="title"/>
          </p:nvPr>
        </p:nvSpPr>
        <p:spPr/>
        <p:txBody>
          <a:bodyPr/>
          <a:lstStyle/>
          <a:p>
            <a:endParaRPr lang="en-US" altLang="en-US"/>
          </a:p>
        </p:txBody>
      </p:sp>
      <p:sp>
        <p:nvSpPr>
          <p:cNvPr id="81923" name="Content Placeholder 2">
            <a:extLst>
              <a:ext uri="{FF2B5EF4-FFF2-40B4-BE49-F238E27FC236}">
                <a16:creationId xmlns:a16="http://schemas.microsoft.com/office/drawing/2014/main" id="{EB4C2153-591F-4FCD-BD7B-934D36919DA9}"/>
              </a:ext>
            </a:extLst>
          </p:cNvPr>
          <p:cNvSpPr>
            <a:spLocks noGrp="1" noChangeArrowheads="1"/>
          </p:cNvSpPr>
          <p:nvPr>
            <p:ph idx="1"/>
          </p:nvPr>
        </p:nvSpPr>
        <p:spPr/>
        <p:txBody>
          <a:bodyPr>
            <a:normAutofit fontScale="92500" lnSpcReduction="10000"/>
          </a:bodyPr>
          <a:lstStyle/>
          <a:p>
            <a:r>
              <a:rPr lang="en-US" altLang="en-US" dirty="0" err="1"/>
              <a:t>int</a:t>
            </a:r>
            <a:r>
              <a:rPr lang="en-US" altLang="en-US" dirty="0"/>
              <a:t> Len (Stack </a:t>
            </a:r>
            <a:r>
              <a:rPr lang="en-US" altLang="en-US" dirty="0" smtClean="0"/>
              <a:t>S</a:t>
            </a:r>
            <a:r>
              <a:rPr lang="en-US" altLang="en-US" dirty="0"/>
              <a:t>)</a:t>
            </a:r>
          </a:p>
          <a:p>
            <a:r>
              <a:rPr lang="en-US" altLang="en-US" dirty="0"/>
              <a:t>{</a:t>
            </a:r>
          </a:p>
          <a:p>
            <a:r>
              <a:rPr lang="en-US" altLang="en-US" dirty="0"/>
              <a:t>    Node *P = </a:t>
            </a:r>
            <a:r>
              <a:rPr lang="en-US" altLang="en-US" dirty="0" err="1"/>
              <a:t>S.Top</a:t>
            </a:r>
            <a:r>
              <a:rPr lang="en-US" altLang="en-US" dirty="0"/>
              <a:t>;</a:t>
            </a:r>
          </a:p>
          <a:p>
            <a:r>
              <a:rPr lang="en-US" altLang="en-US" dirty="0"/>
              <a:t>    </a:t>
            </a:r>
            <a:r>
              <a:rPr lang="en-US" altLang="en-US" dirty="0" err="1"/>
              <a:t>int</a:t>
            </a:r>
            <a:r>
              <a:rPr lang="en-US" altLang="en-US" dirty="0"/>
              <a:t> </a:t>
            </a:r>
            <a:r>
              <a:rPr lang="en-US" altLang="en-US" dirty="0" err="1"/>
              <a:t>i</a:t>
            </a:r>
            <a:r>
              <a:rPr lang="en-US" altLang="en-US" dirty="0"/>
              <a:t>=0;</a:t>
            </a:r>
          </a:p>
          <a:p>
            <a:r>
              <a:rPr lang="en-US" altLang="en-US" dirty="0"/>
              <a:t>    while (P != NULL) //</a:t>
            </a:r>
            <a:r>
              <a:rPr lang="en-US" altLang="en-US" dirty="0" err="1"/>
              <a:t>trong</a:t>
            </a:r>
            <a:r>
              <a:rPr lang="en-US" altLang="en-US" dirty="0"/>
              <a:t> </a:t>
            </a:r>
            <a:r>
              <a:rPr lang="en-US" altLang="en-US" dirty="0" err="1"/>
              <a:t>khi</a:t>
            </a:r>
            <a:r>
              <a:rPr lang="en-US" altLang="en-US" dirty="0"/>
              <a:t> </a:t>
            </a:r>
            <a:r>
              <a:rPr lang="en-US" altLang="en-US" dirty="0" err="1"/>
              <a:t>chua</a:t>
            </a:r>
            <a:r>
              <a:rPr lang="en-US" altLang="en-US" dirty="0"/>
              <a:t> het Stack </a:t>
            </a:r>
            <a:r>
              <a:rPr lang="en-US" altLang="en-US" dirty="0" err="1"/>
              <a:t>thi</a:t>
            </a:r>
            <a:r>
              <a:rPr lang="en-US" altLang="en-US" dirty="0"/>
              <a:t> van </a:t>
            </a:r>
            <a:r>
              <a:rPr lang="en-US" altLang="en-US" dirty="0" err="1"/>
              <a:t>duyet</a:t>
            </a:r>
            <a:endParaRPr lang="en-US" altLang="en-US" dirty="0"/>
          </a:p>
          <a:p>
            <a:r>
              <a:rPr lang="en-US" altLang="en-US" dirty="0"/>
              <a:t>    {</a:t>
            </a:r>
          </a:p>
          <a:p>
            <a:r>
              <a:rPr lang="en-US" altLang="en-US" dirty="0"/>
              <a:t>        </a:t>
            </a:r>
            <a:r>
              <a:rPr lang="en-US" altLang="en-US" dirty="0" err="1"/>
              <a:t>i</a:t>
            </a:r>
            <a:r>
              <a:rPr lang="en-US" altLang="en-US" dirty="0"/>
              <a:t>++;</a:t>
            </a:r>
          </a:p>
          <a:p>
            <a:r>
              <a:rPr lang="en-US" altLang="en-US" dirty="0"/>
              <a:t>        P = P-&gt;Next;</a:t>
            </a:r>
          </a:p>
          <a:p>
            <a:r>
              <a:rPr lang="en-US" altLang="en-US" dirty="0"/>
              <a:t>    }</a:t>
            </a:r>
          </a:p>
          <a:p>
            <a:r>
              <a:rPr lang="en-US" altLang="en-US" dirty="0"/>
              <a:t>    return </a:t>
            </a:r>
            <a:r>
              <a:rPr lang="en-US" altLang="en-US" dirty="0" err="1"/>
              <a:t>i</a:t>
            </a:r>
            <a:r>
              <a:rPr lang="en-US" altLang="en-US" dirty="0"/>
              <a:t>;</a:t>
            </a:r>
          </a:p>
          <a:p>
            <a:r>
              <a:rPr lang="en-US" altLang="en-US" dirty="0"/>
              <a:t>}</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a:extLst>
              <a:ext uri="{FF2B5EF4-FFF2-40B4-BE49-F238E27FC236}">
                <a16:creationId xmlns:a16="http://schemas.microsoft.com/office/drawing/2014/main" id="{E553D823-81C7-4DA3-B477-88782A0159AE}"/>
              </a:ext>
            </a:extLst>
          </p:cNvPr>
          <p:cNvSpPr>
            <a:spLocks noGrp="1" noChangeArrowheads="1"/>
          </p:cNvSpPr>
          <p:nvPr>
            <p:ph type="title"/>
          </p:nvPr>
        </p:nvSpPr>
        <p:spPr/>
        <p:txBody>
          <a:bodyPr/>
          <a:lstStyle/>
          <a:p>
            <a:endParaRPr lang="en-US" altLang="en-US"/>
          </a:p>
        </p:txBody>
      </p:sp>
      <p:sp>
        <p:nvSpPr>
          <p:cNvPr id="82947" name="Content Placeholder 2">
            <a:extLst>
              <a:ext uri="{FF2B5EF4-FFF2-40B4-BE49-F238E27FC236}">
                <a16:creationId xmlns:a16="http://schemas.microsoft.com/office/drawing/2014/main" id="{4A80B3D0-2421-4DE1-94C2-A682A62D8311}"/>
              </a:ext>
            </a:extLst>
          </p:cNvPr>
          <p:cNvSpPr>
            <a:spLocks noGrp="1" noChangeArrowheads="1"/>
          </p:cNvSpPr>
          <p:nvPr>
            <p:ph idx="1"/>
          </p:nvPr>
        </p:nvSpPr>
        <p:spPr/>
        <p:txBody>
          <a:bodyPr/>
          <a:lstStyle/>
          <a:p>
            <a:pPr marL="0" indent="0">
              <a:buNone/>
            </a:pPr>
            <a:r>
              <a:rPr lang="nl-NL" altLang="en-US" sz="2400" dirty="0"/>
              <a:t>Node * taonode(int </a:t>
            </a:r>
            <a:r>
              <a:rPr lang="nl-NL" altLang="en-US" sz="2400" dirty="0" smtClean="0"/>
              <a:t>n</a:t>
            </a:r>
            <a:r>
              <a:rPr lang="nl-NL" altLang="en-US" sz="2400" dirty="0"/>
              <a:t>)</a:t>
            </a:r>
          </a:p>
          <a:p>
            <a:pPr marL="0" indent="0">
              <a:buNone/>
            </a:pPr>
            <a:r>
              <a:rPr lang="nl-NL" altLang="en-US" sz="2400" dirty="0"/>
              <a:t>{</a:t>
            </a:r>
          </a:p>
          <a:p>
            <a:pPr marL="0" indent="0">
              <a:buNone/>
            </a:pPr>
            <a:r>
              <a:rPr lang="nl-NL" altLang="en-US" sz="2400" dirty="0"/>
              <a:t>    Node *p;</a:t>
            </a:r>
          </a:p>
          <a:p>
            <a:pPr marL="0" indent="0">
              <a:buNone/>
            </a:pPr>
            <a:r>
              <a:rPr lang="nl-NL" altLang="en-US" sz="2400" dirty="0"/>
              <a:t>    p = (Node*)malloc(sizeof(Node));</a:t>
            </a:r>
          </a:p>
          <a:p>
            <a:pPr marL="0" indent="0">
              <a:buNone/>
            </a:pPr>
            <a:r>
              <a:rPr lang="nl-NL" altLang="en-US" sz="2400" dirty="0"/>
              <a:t>    if (p==NULL)</a:t>
            </a:r>
          </a:p>
          <a:p>
            <a:pPr marL="0" indent="0">
              <a:buNone/>
            </a:pPr>
            <a:r>
              <a:rPr lang="nl-NL" altLang="en-US" sz="2400" dirty="0"/>
              <a:t>    {</a:t>
            </a:r>
          </a:p>
          <a:p>
            <a:pPr marL="0" indent="0">
              <a:buNone/>
            </a:pPr>
            <a:r>
              <a:rPr lang="nl-NL" altLang="en-US" sz="2400" dirty="0"/>
              <a:t>        printf("\nKhong du bo nho de cap phat: ");</a:t>
            </a:r>
          </a:p>
          <a:p>
            <a:pPr marL="0" indent="0">
              <a:buNone/>
            </a:pPr>
            <a:r>
              <a:rPr lang="nl-NL" altLang="en-US" sz="2400" dirty="0"/>
              <a:t>        return NULL;</a:t>
            </a:r>
          </a:p>
          <a:p>
            <a:pPr marL="0" indent="0">
              <a:buNone/>
            </a:pPr>
            <a:r>
              <a:rPr lang="nl-NL" altLang="en-US" sz="2400" dirty="0"/>
              <a:t>    }</a:t>
            </a:r>
          </a:p>
          <a:p>
            <a:pPr marL="0" indent="0">
              <a:buNone/>
            </a:pPr>
            <a:r>
              <a:rPr lang="nl-NL" altLang="en-US" sz="2400" dirty="0" smtClean="0"/>
              <a:t>    </a:t>
            </a:r>
            <a:r>
              <a:rPr lang="nl-NL" altLang="en-US" sz="2400" dirty="0"/>
              <a:t>p-</a:t>
            </a:r>
            <a:r>
              <a:rPr lang="nl-NL" altLang="en-US" sz="2400" dirty="0" smtClean="0"/>
              <a:t>&gt;data=n</a:t>
            </a:r>
            <a:r>
              <a:rPr lang="nl-NL" altLang="en-US" sz="2400" dirty="0"/>
              <a:t>;</a:t>
            </a:r>
          </a:p>
          <a:p>
            <a:pPr marL="0" indent="0">
              <a:buNone/>
            </a:pPr>
            <a:r>
              <a:rPr lang="nl-NL" altLang="en-US" sz="2400" dirty="0"/>
              <a:t>    p-</a:t>
            </a:r>
            <a:r>
              <a:rPr lang="nl-NL" altLang="en-US" sz="2400" dirty="0" smtClean="0"/>
              <a:t>&gt;next=NULL</a:t>
            </a:r>
            <a:r>
              <a:rPr lang="nl-NL" altLang="en-US" sz="2400" dirty="0"/>
              <a:t>;</a:t>
            </a:r>
          </a:p>
          <a:p>
            <a:pPr marL="0" indent="0">
              <a:buNone/>
            </a:pPr>
            <a:r>
              <a:rPr lang="nl-NL" altLang="en-US" sz="2400" dirty="0"/>
              <a:t>    return p;</a:t>
            </a:r>
          </a:p>
          <a:p>
            <a:pPr marL="0" indent="0">
              <a:buNone/>
            </a:pPr>
            <a:r>
              <a:rPr lang="nl-NL" altLang="en-US" sz="2400" dirty="0"/>
              <a:t>}</a:t>
            </a:r>
            <a:endParaRPr lang="en-US" altLang="en-US" sz="2400"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tle 1">
            <a:extLst>
              <a:ext uri="{FF2B5EF4-FFF2-40B4-BE49-F238E27FC236}">
                <a16:creationId xmlns:a16="http://schemas.microsoft.com/office/drawing/2014/main" id="{B8D0C3FD-8933-45A6-9124-4F824AC70670}"/>
              </a:ext>
            </a:extLst>
          </p:cNvPr>
          <p:cNvSpPr>
            <a:spLocks noGrp="1" noChangeArrowheads="1"/>
          </p:cNvSpPr>
          <p:nvPr>
            <p:ph type="title"/>
          </p:nvPr>
        </p:nvSpPr>
        <p:spPr/>
        <p:txBody>
          <a:bodyPr/>
          <a:lstStyle/>
          <a:p>
            <a:endParaRPr lang="en-US" altLang="en-US"/>
          </a:p>
        </p:txBody>
      </p:sp>
      <p:sp>
        <p:nvSpPr>
          <p:cNvPr id="83971" name="Content Placeholder 2">
            <a:extLst>
              <a:ext uri="{FF2B5EF4-FFF2-40B4-BE49-F238E27FC236}">
                <a16:creationId xmlns:a16="http://schemas.microsoft.com/office/drawing/2014/main" id="{105F0F2C-6A84-4137-AB95-BD72B0AD34C5}"/>
              </a:ext>
            </a:extLst>
          </p:cNvPr>
          <p:cNvSpPr>
            <a:spLocks noGrp="1" noChangeArrowheads="1"/>
          </p:cNvSpPr>
          <p:nvPr>
            <p:ph idx="1"/>
          </p:nvPr>
        </p:nvSpPr>
        <p:spPr/>
        <p:txBody>
          <a:bodyPr/>
          <a:lstStyle/>
          <a:p>
            <a:pPr marL="0" indent="0">
              <a:buNone/>
            </a:pPr>
            <a:r>
              <a:rPr lang="en-US" altLang="en-US" sz="2400" dirty="0"/>
              <a:t>bool push(stack *</a:t>
            </a:r>
            <a:r>
              <a:rPr lang="en-US" altLang="en-US" sz="2400" dirty="0" err="1"/>
              <a:t>s,Node</a:t>
            </a:r>
            <a:r>
              <a:rPr lang="en-US" altLang="en-US" sz="2400" dirty="0"/>
              <a:t> *p)</a:t>
            </a:r>
          </a:p>
          <a:p>
            <a:pPr marL="0" indent="0">
              <a:buNone/>
            </a:pPr>
            <a:r>
              <a:rPr lang="en-US" altLang="en-US" sz="2400" dirty="0"/>
              <a:t>{</a:t>
            </a:r>
          </a:p>
          <a:p>
            <a:pPr marL="0" indent="0">
              <a:buNone/>
            </a:pPr>
            <a:r>
              <a:rPr lang="en-US" altLang="en-US" sz="2400" dirty="0"/>
              <a:t>    if (p==NULL) return false;</a:t>
            </a:r>
          </a:p>
          <a:p>
            <a:pPr marL="0" indent="0">
              <a:buNone/>
            </a:pPr>
            <a:r>
              <a:rPr lang="en-US" altLang="en-US" sz="2400" dirty="0"/>
              <a:t>    if (</a:t>
            </a:r>
            <a:r>
              <a:rPr lang="en-US" altLang="en-US" sz="2400" dirty="0" err="1"/>
              <a:t>isempty</a:t>
            </a:r>
            <a:r>
              <a:rPr lang="en-US" altLang="en-US" sz="2400" dirty="0"/>
              <a:t>(*s)==false)</a:t>
            </a:r>
          </a:p>
          <a:p>
            <a:pPr marL="0" indent="0">
              <a:buNone/>
            </a:pPr>
            <a:r>
              <a:rPr lang="en-US" altLang="en-US" sz="2400" dirty="0"/>
              <a:t>    {</a:t>
            </a:r>
          </a:p>
          <a:p>
            <a:pPr marL="0" indent="0">
              <a:buNone/>
            </a:pPr>
            <a:r>
              <a:rPr lang="en-US" altLang="en-US" sz="2400" dirty="0"/>
              <a:t>        s-&gt;top=p;</a:t>
            </a:r>
          </a:p>
          <a:p>
            <a:pPr marL="0" indent="0">
              <a:buNone/>
            </a:pPr>
            <a:r>
              <a:rPr lang="en-US" altLang="en-US" sz="2400" dirty="0"/>
              <a:t>    }</a:t>
            </a:r>
          </a:p>
          <a:p>
            <a:pPr marL="0" indent="0">
              <a:buNone/>
            </a:pPr>
            <a:r>
              <a:rPr lang="en-US" altLang="en-US" sz="2400" dirty="0"/>
              <a:t>    else</a:t>
            </a:r>
          </a:p>
          <a:p>
            <a:pPr marL="0" indent="0">
              <a:buNone/>
            </a:pPr>
            <a:r>
              <a:rPr lang="en-US" altLang="en-US" sz="2400" dirty="0"/>
              <a:t>    {</a:t>
            </a:r>
          </a:p>
          <a:p>
            <a:pPr marL="0" indent="0">
              <a:buNone/>
            </a:pPr>
            <a:r>
              <a:rPr lang="en-US" altLang="en-US" sz="2400" dirty="0"/>
              <a:t>       p-</a:t>
            </a:r>
            <a:r>
              <a:rPr lang="en-US" altLang="en-US" sz="2400" dirty="0" smtClean="0"/>
              <a:t>&gt;next </a:t>
            </a:r>
            <a:r>
              <a:rPr lang="en-US" altLang="en-US" sz="2400" dirty="0"/>
              <a:t>=s-&gt;top;</a:t>
            </a:r>
          </a:p>
          <a:p>
            <a:pPr marL="0" indent="0">
              <a:buNone/>
            </a:pPr>
            <a:r>
              <a:rPr lang="en-US" altLang="en-US" sz="2400" dirty="0"/>
              <a:t>       s-&gt;top = p;</a:t>
            </a:r>
          </a:p>
          <a:p>
            <a:pPr marL="0" indent="0">
              <a:buNone/>
            </a:pPr>
            <a:r>
              <a:rPr lang="en-US" altLang="en-US" sz="2400" dirty="0"/>
              <a:t>    }</a:t>
            </a:r>
          </a:p>
          <a:p>
            <a:pPr marL="0" indent="0">
              <a:buNone/>
            </a:pPr>
            <a:r>
              <a:rPr lang="en-US" altLang="en-US" sz="2400" dirty="0"/>
              <a:t>    return true;</a:t>
            </a:r>
          </a:p>
          <a:p>
            <a:pPr marL="0" indent="0">
              <a:buNone/>
            </a:pPr>
            <a:r>
              <a:rPr lang="en-US" altLang="en-US" sz="2400" dirty="0"/>
              <a:t>}</a:t>
            </a:r>
            <a:endParaRPr lang="en-US" altLang="en-US" sz="2400"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a:extLst>
              <a:ext uri="{FF2B5EF4-FFF2-40B4-BE49-F238E27FC236}">
                <a16:creationId xmlns:a16="http://schemas.microsoft.com/office/drawing/2014/main" id="{522B1324-92FA-4C4C-97F4-9AEE6E9B74AC}"/>
              </a:ext>
            </a:extLst>
          </p:cNvPr>
          <p:cNvSpPr>
            <a:spLocks noGrp="1" noChangeArrowheads="1"/>
          </p:cNvSpPr>
          <p:nvPr>
            <p:ph type="title"/>
          </p:nvPr>
        </p:nvSpPr>
        <p:spPr/>
        <p:txBody>
          <a:bodyPr/>
          <a:lstStyle/>
          <a:p>
            <a:endParaRPr lang="en-US" altLang="en-US"/>
          </a:p>
        </p:txBody>
      </p:sp>
      <p:sp>
        <p:nvSpPr>
          <p:cNvPr id="86019" name="Content Placeholder 2">
            <a:extLst>
              <a:ext uri="{FF2B5EF4-FFF2-40B4-BE49-F238E27FC236}">
                <a16:creationId xmlns:a16="http://schemas.microsoft.com/office/drawing/2014/main" id="{DFC6B2C4-7659-4254-BB45-7DEEFF3ED61A}"/>
              </a:ext>
            </a:extLst>
          </p:cNvPr>
          <p:cNvSpPr>
            <a:spLocks noGrp="1" noChangeArrowheads="1"/>
          </p:cNvSpPr>
          <p:nvPr>
            <p:ph idx="1"/>
          </p:nvPr>
        </p:nvSpPr>
        <p:spPr/>
        <p:txBody>
          <a:bodyPr>
            <a:normAutofit/>
          </a:bodyPr>
          <a:lstStyle/>
          <a:p>
            <a:r>
              <a:rPr lang="en-US" altLang="en-US"/>
              <a:t>int Pop(Stack &amp;S) //Loai bo phan tu khoi Stack</a:t>
            </a:r>
          </a:p>
          <a:p>
            <a:r>
              <a:rPr lang="en-US" altLang="en-US"/>
              <a:t>{</a:t>
            </a:r>
          </a:p>
          <a:p>
            <a:r>
              <a:rPr lang="en-US" altLang="en-US"/>
              <a:t>    if (!Isempty(S))</a:t>
            </a:r>
          </a:p>
          <a:p>
            <a:r>
              <a:rPr lang="en-US" altLang="en-US"/>
              <a:t>    {</a:t>
            </a:r>
          </a:p>
          <a:p>
            <a:r>
              <a:rPr lang="it-IT" altLang="en-US"/>
              <a:t>       int  x = S.Top-&gt;Data; //luu lai gia tri</a:t>
            </a:r>
          </a:p>
          <a:p>
            <a:r>
              <a:rPr lang="en-US" altLang="en-US"/>
              <a:t>        S.Top = S.Top-&gt;Next; //Xoa phan tu Top</a:t>
            </a:r>
          </a:p>
          <a:p>
            <a:r>
              <a:rPr lang="en-US" altLang="en-US"/>
              <a:t>        return x;</a:t>
            </a:r>
          </a:p>
          <a:p>
            <a:r>
              <a:rPr lang="en-US" altLang="en-US"/>
              <a:t>    }</a:t>
            </a:r>
          </a:p>
          <a:p>
            <a:r>
              <a:rPr lang="en-US" altLang="en-US"/>
              <a:t>}</a:t>
            </a: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itle 1">
            <a:extLst>
              <a:ext uri="{FF2B5EF4-FFF2-40B4-BE49-F238E27FC236}">
                <a16:creationId xmlns:a16="http://schemas.microsoft.com/office/drawing/2014/main" id="{B1B2F326-5E0C-4271-8C4B-C086785D81D9}"/>
              </a:ext>
            </a:extLst>
          </p:cNvPr>
          <p:cNvSpPr>
            <a:spLocks noGrp="1" noChangeArrowheads="1"/>
          </p:cNvSpPr>
          <p:nvPr>
            <p:ph type="title"/>
          </p:nvPr>
        </p:nvSpPr>
        <p:spPr/>
        <p:txBody>
          <a:bodyPr/>
          <a:lstStyle/>
          <a:p>
            <a:endParaRPr lang="en-US" altLang="en-US"/>
          </a:p>
        </p:txBody>
      </p:sp>
      <p:sp>
        <p:nvSpPr>
          <p:cNvPr id="87043" name="Content Placeholder 2">
            <a:extLst>
              <a:ext uri="{FF2B5EF4-FFF2-40B4-BE49-F238E27FC236}">
                <a16:creationId xmlns:a16="http://schemas.microsoft.com/office/drawing/2014/main" id="{A4DC8D29-BCC2-4D6F-AB17-18B72F689A15}"/>
              </a:ext>
            </a:extLst>
          </p:cNvPr>
          <p:cNvSpPr>
            <a:spLocks noGrp="1" noChangeArrowheads="1"/>
          </p:cNvSpPr>
          <p:nvPr>
            <p:ph idx="1"/>
          </p:nvPr>
        </p:nvSpPr>
        <p:spPr/>
        <p:txBody>
          <a:bodyPr/>
          <a:lstStyle/>
          <a:p>
            <a:r>
              <a:rPr lang="en-US" altLang="en-US"/>
              <a:t>int top(Stack S) //Lay phan tu o dau Stack nhung khong xoa</a:t>
            </a:r>
          </a:p>
          <a:p>
            <a:r>
              <a:rPr lang="en-US" altLang="en-US"/>
              <a:t>{</a:t>
            </a:r>
          </a:p>
          <a:p>
            <a:r>
              <a:rPr lang="en-US" altLang="en-US"/>
              <a:t>    return S.Top-&gt;Data;</a:t>
            </a:r>
          </a:p>
          <a:p>
            <a:r>
              <a:rPr lang="en-US" altLang="en-US"/>
              <a:t>}</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a:extLst>
              <a:ext uri="{FF2B5EF4-FFF2-40B4-BE49-F238E27FC236}">
                <a16:creationId xmlns:a16="http://schemas.microsoft.com/office/drawing/2014/main" id="{441E8248-D0E4-4330-941D-29EE7EAA791A}"/>
              </a:ext>
            </a:extLst>
          </p:cNvPr>
          <p:cNvSpPr>
            <a:spLocks noGrp="1" noChangeArrowheads="1"/>
          </p:cNvSpPr>
          <p:nvPr>
            <p:ph type="title"/>
          </p:nvPr>
        </p:nvSpPr>
        <p:spPr/>
        <p:txBody>
          <a:bodyPr/>
          <a:lstStyle/>
          <a:p>
            <a:r>
              <a:rPr lang="en-US" altLang="en-US"/>
              <a:t>d. Ứng dụng stack</a:t>
            </a:r>
          </a:p>
        </p:txBody>
      </p:sp>
      <p:sp>
        <p:nvSpPr>
          <p:cNvPr id="88067" name="Content Placeholder 2">
            <a:extLst>
              <a:ext uri="{FF2B5EF4-FFF2-40B4-BE49-F238E27FC236}">
                <a16:creationId xmlns:a16="http://schemas.microsoft.com/office/drawing/2014/main" id="{B8988C74-094E-4EF5-9530-0A8B86853351}"/>
              </a:ext>
            </a:extLst>
          </p:cNvPr>
          <p:cNvSpPr>
            <a:spLocks noGrp="1" noChangeArrowheads="1"/>
          </p:cNvSpPr>
          <p:nvPr>
            <p:ph idx="1"/>
          </p:nvPr>
        </p:nvSpPr>
        <p:spPr/>
        <p:txBody>
          <a:bodyPr/>
          <a:lstStyle/>
          <a:p>
            <a:r>
              <a:rPr lang="en-US" altLang="en-US"/>
              <a:t>1) Chuyển đổi c</a:t>
            </a:r>
            <a:r>
              <a:rPr lang="vi-VN" altLang="en-US"/>
              <a:t>ơ</a:t>
            </a:r>
            <a:r>
              <a:rPr lang="en-US" altLang="en-US"/>
              <a:t> số</a:t>
            </a: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itle 1">
            <a:extLst>
              <a:ext uri="{FF2B5EF4-FFF2-40B4-BE49-F238E27FC236}">
                <a16:creationId xmlns:a16="http://schemas.microsoft.com/office/drawing/2014/main" id="{6A775CFB-8FF9-4CC5-8A3F-901496F2CC0F}"/>
              </a:ext>
            </a:extLst>
          </p:cNvPr>
          <p:cNvSpPr>
            <a:spLocks noGrp="1" noChangeArrowheads="1"/>
          </p:cNvSpPr>
          <p:nvPr>
            <p:ph type="title"/>
          </p:nvPr>
        </p:nvSpPr>
        <p:spPr/>
        <p:txBody>
          <a:bodyPr/>
          <a:lstStyle/>
          <a:p>
            <a:r>
              <a:rPr lang="en-US" altLang="en-US"/>
              <a:t>2.3. Queue</a:t>
            </a:r>
          </a:p>
        </p:txBody>
      </p:sp>
      <p:sp>
        <p:nvSpPr>
          <p:cNvPr id="108547" name="Content Placeholder 2">
            <a:extLst>
              <a:ext uri="{FF2B5EF4-FFF2-40B4-BE49-F238E27FC236}">
                <a16:creationId xmlns:a16="http://schemas.microsoft.com/office/drawing/2014/main" id="{40833499-2696-437E-9BA0-ADC7B24D4D75}"/>
              </a:ext>
            </a:extLst>
          </p:cNvPr>
          <p:cNvSpPr>
            <a:spLocks noGrp="1" noChangeArrowheads="1"/>
          </p:cNvSpPr>
          <p:nvPr>
            <p:ph idx="1"/>
          </p:nvPr>
        </p:nvSpPr>
        <p:spPr>
          <a:xfrm>
            <a:off x="2209800" y="1371600"/>
            <a:ext cx="8229600" cy="5214938"/>
          </a:xfrm>
        </p:spPr>
        <p:txBody>
          <a:bodyPr/>
          <a:lstStyle/>
          <a:p>
            <a:pPr eaLnBrk="1" hangingPunct="1"/>
            <a:r>
              <a:rPr lang="en-US" altLang="en-US">
                <a:latin typeface="Arial" panose="020B0604020202020204" pitchFamily="34" charset="0"/>
              </a:rPr>
              <a:t>2.3.1. Queue</a:t>
            </a:r>
          </a:p>
          <a:p>
            <a:pPr algn="just" eaLnBrk="1" hangingPunct="1"/>
            <a:r>
              <a:rPr lang="en-US" altLang="en-US" sz="2400">
                <a:latin typeface="Arial" panose="020B0604020202020204" pitchFamily="34" charset="0"/>
              </a:rPr>
              <a:t>a. Queue là gì?</a:t>
            </a:r>
            <a:r>
              <a:rPr lang="en-US" altLang="en-US" sz="2400">
                <a:latin typeface="Arial" panose="020B0604020202020204" pitchFamily="34" charset="0"/>
                <a:cs typeface="Arial" panose="020B0604020202020204" pitchFamily="34" charset="0"/>
              </a:rPr>
              <a:t> Queue: </a:t>
            </a:r>
            <a:r>
              <a:rPr lang="vi-VN" altLang="en-US" sz="2400">
                <a:latin typeface="Arial" panose="020B0604020202020204" pitchFamily="34" charset="0"/>
                <a:cs typeface="Arial" panose="020B0604020202020204" pitchFamily="34" charset="0"/>
              </a:rPr>
              <a:t>1 cấu</a:t>
            </a:r>
            <a:r>
              <a:rPr lang="en-US" altLang="en-US" sz="2400">
                <a:latin typeface="Arial" panose="020B0604020202020204" pitchFamily="34" charset="0"/>
                <a:cs typeface="Arial" panose="020B0604020202020204" pitchFamily="34" charset="0"/>
              </a:rPr>
              <a:t> trúc dữ liệu</a:t>
            </a:r>
            <a:r>
              <a:rPr lang="vi-VN" altLang="en-US" sz="2400">
                <a:latin typeface="Arial" panose="020B0604020202020204" pitchFamily="34" charset="0"/>
                <a:cs typeface="Arial" panose="020B0604020202020204" pitchFamily="34" charset="0"/>
              </a:rPr>
              <a:t> trừu tượng, các đối tượng trong queue phải làm việc theo 1 cơ chế FIFO(FIRST IN FIRST OUT) - đối tượng nào vào trước thì sẽ ra trước </a:t>
            </a:r>
            <a:endParaRPr lang="en-US" altLang="en-US" sz="2400">
              <a:latin typeface="Arial" panose="020B0604020202020204" pitchFamily="34" charset="0"/>
              <a:cs typeface="Arial" panose="020B0604020202020204" pitchFamily="34" charset="0"/>
            </a:endParaRPr>
          </a:p>
          <a:p>
            <a:pPr algn="just" eaLnBrk="1" hangingPunct="1"/>
            <a:endParaRPr lang="en-US" altLang="en-US" sz="2400">
              <a:latin typeface="Arial" panose="020B0604020202020204" pitchFamily="34" charset="0"/>
            </a:endParaRPr>
          </a:p>
          <a:p>
            <a:pPr algn="just" eaLnBrk="1" hangingPunct="1"/>
            <a:r>
              <a:rPr lang="en-US" altLang="en-US" sz="2400">
                <a:latin typeface="Arial" panose="020B0604020202020204" pitchFamily="34" charset="0"/>
              </a:rPr>
              <a:t>B. Lưu trữ Queue: có hai cách: Dùng mảng, và dslk</a:t>
            </a:r>
          </a:p>
          <a:p>
            <a:endParaRPr lang="en-US" altLang="en-US"/>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Title 1">
            <a:extLst>
              <a:ext uri="{FF2B5EF4-FFF2-40B4-BE49-F238E27FC236}">
                <a16:creationId xmlns:a16="http://schemas.microsoft.com/office/drawing/2014/main" id="{C40126F9-16AB-42B6-AAC3-B409E61FE66D}"/>
              </a:ext>
            </a:extLst>
          </p:cNvPr>
          <p:cNvSpPr>
            <a:spLocks noGrp="1" noChangeArrowheads="1"/>
          </p:cNvSpPr>
          <p:nvPr>
            <p:ph type="title"/>
          </p:nvPr>
        </p:nvSpPr>
        <p:spPr/>
        <p:txBody>
          <a:bodyPr/>
          <a:lstStyle/>
          <a:p>
            <a:endParaRPr lang="en-US" altLang="en-US"/>
          </a:p>
        </p:txBody>
      </p:sp>
      <p:sp>
        <p:nvSpPr>
          <p:cNvPr id="112643" name="Content Placeholder 2">
            <a:extLst>
              <a:ext uri="{FF2B5EF4-FFF2-40B4-BE49-F238E27FC236}">
                <a16:creationId xmlns:a16="http://schemas.microsoft.com/office/drawing/2014/main" id="{717B1611-FE40-4632-9725-8EA460E2366A}"/>
              </a:ext>
            </a:extLst>
          </p:cNvPr>
          <p:cNvSpPr>
            <a:spLocks noGrp="1" noChangeArrowheads="1"/>
          </p:cNvSpPr>
          <p:nvPr>
            <p:ph idx="1"/>
          </p:nvPr>
        </p:nvSpPr>
        <p:spPr/>
        <p:txBody>
          <a:bodyPr/>
          <a:lstStyle/>
          <a:p>
            <a:endParaRPr lang="en-US" altLang="en-US"/>
          </a:p>
        </p:txBody>
      </p:sp>
      <p:pic>
        <p:nvPicPr>
          <p:cNvPr id="112644" name="Picture 3">
            <a:extLst>
              <a:ext uri="{FF2B5EF4-FFF2-40B4-BE49-F238E27FC236}">
                <a16:creationId xmlns:a16="http://schemas.microsoft.com/office/drawing/2014/main" id="{82ABCA62-EC9E-4E03-B40B-0A263F5158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5835" t="26285" r="48334" b="35178"/>
          <a:stretch>
            <a:fillRect/>
          </a:stretch>
        </p:blipFill>
        <p:spPr bwMode="auto">
          <a:xfrm>
            <a:off x="2362200" y="1155700"/>
            <a:ext cx="6248400" cy="524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Title 1">
            <a:extLst>
              <a:ext uri="{FF2B5EF4-FFF2-40B4-BE49-F238E27FC236}">
                <a16:creationId xmlns:a16="http://schemas.microsoft.com/office/drawing/2014/main" id="{9D476F4F-6A97-406B-93A8-4702B283790D}"/>
              </a:ext>
            </a:extLst>
          </p:cNvPr>
          <p:cNvSpPr>
            <a:spLocks noGrp="1" noChangeArrowheads="1"/>
          </p:cNvSpPr>
          <p:nvPr>
            <p:ph type="title"/>
          </p:nvPr>
        </p:nvSpPr>
        <p:spPr/>
        <p:txBody>
          <a:bodyPr/>
          <a:lstStyle/>
          <a:p>
            <a:endParaRPr lang="en-US" altLang="en-US"/>
          </a:p>
        </p:txBody>
      </p:sp>
      <p:sp>
        <p:nvSpPr>
          <p:cNvPr id="113667" name="Content Placeholder 2">
            <a:extLst>
              <a:ext uri="{FF2B5EF4-FFF2-40B4-BE49-F238E27FC236}">
                <a16:creationId xmlns:a16="http://schemas.microsoft.com/office/drawing/2014/main" id="{9C72CF0C-B235-4358-ABCF-48E1694499E9}"/>
              </a:ext>
            </a:extLst>
          </p:cNvPr>
          <p:cNvSpPr>
            <a:spLocks noGrp="1" noChangeArrowheads="1"/>
          </p:cNvSpPr>
          <p:nvPr>
            <p:ph idx="1"/>
          </p:nvPr>
        </p:nvSpPr>
        <p:spPr/>
        <p:txBody>
          <a:bodyPr/>
          <a:lstStyle/>
          <a:p>
            <a:pPr eaLnBrk="1" hangingPunct="1"/>
            <a:r>
              <a:rPr lang="en-US" altLang="en-US" sz="2400" dirty="0">
                <a:latin typeface="Arial" panose="020B0604020202020204" pitchFamily="34" charset="0"/>
              </a:rPr>
              <a:t>D. </a:t>
            </a:r>
            <a:r>
              <a:rPr lang="en-US" altLang="en-US" sz="2400" dirty="0" err="1">
                <a:latin typeface="Arial" panose="020B0604020202020204" pitchFamily="34" charset="0"/>
              </a:rPr>
              <a:t>Ứng</a:t>
            </a:r>
            <a:r>
              <a:rPr lang="en-US" altLang="en-US" sz="2400" dirty="0">
                <a:latin typeface="Arial" panose="020B0604020202020204" pitchFamily="34" charset="0"/>
              </a:rPr>
              <a:t> </a:t>
            </a:r>
            <a:r>
              <a:rPr lang="en-US" altLang="en-US" sz="2400" dirty="0" err="1">
                <a:latin typeface="Arial" panose="020B0604020202020204" pitchFamily="34" charset="0"/>
              </a:rPr>
              <a:t>dụng</a:t>
            </a:r>
            <a:r>
              <a:rPr lang="en-US" altLang="en-US" sz="2400" dirty="0">
                <a:latin typeface="Arial" panose="020B0604020202020204" pitchFamily="34" charset="0"/>
              </a:rPr>
              <a:t> </a:t>
            </a:r>
            <a:r>
              <a:rPr lang="en-US" altLang="en-US" sz="2400" dirty="0" smtClean="0">
                <a:latin typeface="Arial" panose="020B0604020202020204" pitchFamily="34" charset="0"/>
              </a:rPr>
              <a:t>queue: </a:t>
            </a:r>
            <a:endParaRPr lang="en-US" altLang="en-US" sz="2400" dirty="0">
              <a:latin typeface="Arial" panose="020B0604020202020204" pitchFamily="34" charset="0"/>
            </a:endParaRPr>
          </a:p>
          <a:p>
            <a:pPr marL="457200" lvl="1" indent="0">
              <a:buNone/>
            </a:pPr>
            <a:r>
              <a:rPr lang="en-US" altLang="en-US" dirty="0">
                <a:latin typeface="Arial" panose="020B0604020202020204" pitchFamily="34" charset="0"/>
              </a:rPr>
              <a:t>	* </a:t>
            </a:r>
            <a:r>
              <a:rPr lang="en-US" altLang="en-US" dirty="0" err="1" smtClean="0">
                <a:latin typeface="Arial" panose="020B0604020202020204" pitchFamily="34" charset="0"/>
              </a:rPr>
              <a:t>tháp</a:t>
            </a:r>
            <a:r>
              <a:rPr lang="en-US" altLang="en-US" dirty="0" smtClean="0">
                <a:latin typeface="Arial" panose="020B0604020202020204" pitchFamily="34" charset="0"/>
              </a:rPr>
              <a:t> </a:t>
            </a:r>
            <a:r>
              <a:rPr lang="en-US" altLang="en-US" dirty="0" err="1" smtClean="0">
                <a:latin typeface="Arial" panose="020B0604020202020204" pitchFamily="34" charset="0"/>
              </a:rPr>
              <a:t>hà</a:t>
            </a:r>
            <a:r>
              <a:rPr lang="en-US" altLang="en-US" dirty="0" smtClean="0">
                <a:latin typeface="Arial" panose="020B0604020202020204" pitchFamily="34" charset="0"/>
              </a:rPr>
              <a:t> </a:t>
            </a:r>
            <a:r>
              <a:rPr lang="en-US" altLang="en-US" dirty="0" err="1" smtClean="0">
                <a:latin typeface="Arial" panose="020B0604020202020204" pitchFamily="34" charset="0"/>
              </a:rPr>
              <a:t>nội</a:t>
            </a:r>
            <a:endParaRPr lang="en-US" altLang="en-US" dirty="0">
              <a:latin typeface="Arial" panose="020B0604020202020204" pitchFamily="34" charset="0"/>
            </a:endParaRPr>
          </a:p>
          <a:p>
            <a:endParaRPr lang="en-US" altLang="en-US" dirty="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AA309-E24B-4873-9A52-E408DB391550}"/>
              </a:ext>
            </a:extLst>
          </p:cNvPr>
          <p:cNvSpPr>
            <a:spLocks noGrp="1"/>
          </p:cNvSpPr>
          <p:nvPr>
            <p:ph type="title"/>
          </p:nvPr>
        </p:nvSpPr>
        <p:spPr/>
        <p:txBody>
          <a:bodyPr/>
          <a:lstStyle/>
          <a:p>
            <a:r>
              <a:rPr lang="en-US" dirty="0"/>
              <a:t>1.3. </a:t>
            </a:r>
            <a:r>
              <a:rPr lang="en-US" dirty="0" err="1"/>
              <a:t>Đệ</a:t>
            </a:r>
            <a:r>
              <a:rPr lang="en-US" dirty="0"/>
              <a:t> qui </a:t>
            </a:r>
            <a:r>
              <a:rPr lang="en-US" dirty="0" err="1"/>
              <a:t>và</a:t>
            </a:r>
            <a:r>
              <a:rPr lang="en-US" dirty="0"/>
              <a:t> </a:t>
            </a:r>
            <a:r>
              <a:rPr lang="en-US" dirty="0" err="1"/>
              <a:t>giải</a:t>
            </a:r>
            <a:r>
              <a:rPr lang="en-US" dirty="0"/>
              <a:t> </a:t>
            </a:r>
            <a:r>
              <a:rPr lang="en-US" dirty="0" err="1"/>
              <a:t>thuật</a:t>
            </a:r>
            <a:r>
              <a:rPr lang="en-US" dirty="0"/>
              <a:t> </a:t>
            </a:r>
            <a:r>
              <a:rPr lang="en-US" dirty="0" err="1"/>
              <a:t>đệ</a:t>
            </a:r>
            <a:r>
              <a:rPr lang="en-US" dirty="0"/>
              <a:t> qui</a:t>
            </a:r>
          </a:p>
        </p:txBody>
      </p:sp>
      <p:sp>
        <p:nvSpPr>
          <p:cNvPr id="6" name="Content Placeholder 5">
            <a:extLst>
              <a:ext uri="{FF2B5EF4-FFF2-40B4-BE49-F238E27FC236}">
                <a16:creationId xmlns:a16="http://schemas.microsoft.com/office/drawing/2014/main" id="{9EAB2A42-97FA-4F04-84C3-57BF7C5F62C4}"/>
              </a:ext>
            </a:extLst>
          </p:cNvPr>
          <p:cNvSpPr>
            <a:spLocks noGrp="1"/>
          </p:cNvSpPr>
          <p:nvPr>
            <p:ph idx="1"/>
          </p:nvPr>
        </p:nvSpPr>
        <p:spPr/>
        <p:txBody>
          <a:bodyPr/>
          <a:lstStyle/>
          <a:p>
            <a:pPr marL="0" indent="0">
              <a:lnSpc>
                <a:spcPct val="150000"/>
              </a:lnSpc>
              <a:buNone/>
            </a:pPr>
            <a:r>
              <a:rPr lang="en-US" sz="2400" dirty="0"/>
              <a:t>1.3.1. </a:t>
            </a:r>
            <a:r>
              <a:rPr lang="en-US" sz="2400" dirty="0" err="1"/>
              <a:t>Định</a:t>
            </a:r>
            <a:r>
              <a:rPr lang="en-US" sz="2400" dirty="0"/>
              <a:t> </a:t>
            </a:r>
            <a:r>
              <a:rPr lang="en-US" sz="2400" dirty="0" err="1"/>
              <a:t>nghĩa</a:t>
            </a:r>
            <a:r>
              <a:rPr lang="en-US" sz="2400" dirty="0"/>
              <a:t> </a:t>
            </a:r>
            <a:r>
              <a:rPr lang="en-US" sz="2400" dirty="0" err="1"/>
              <a:t>đệ</a:t>
            </a:r>
            <a:r>
              <a:rPr lang="en-US" sz="2400" dirty="0"/>
              <a:t> qui: </a:t>
            </a:r>
          </a:p>
          <a:p>
            <a:pPr marL="0" indent="0">
              <a:lnSpc>
                <a:spcPct val="150000"/>
              </a:lnSpc>
              <a:buNone/>
            </a:pPr>
            <a:r>
              <a:rPr lang="en-US" sz="2400" u="sng" dirty="0" err="1"/>
              <a:t>Một</a:t>
            </a:r>
            <a:r>
              <a:rPr lang="en-US" sz="2400" u="sng" dirty="0"/>
              <a:t> </a:t>
            </a:r>
            <a:r>
              <a:rPr lang="en-US" sz="2400" u="sng" dirty="0" err="1"/>
              <a:t>hàm</a:t>
            </a:r>
            <a:r>
              <a:rPr lang="en-US" sz="2400" dirty="0"/>
              <a:t> </a:t>
            </a:r>
            <a:r>
              <a:rPr lang="en-US" sz="2400" dirty="0" err="1"/>
              <a:t>gọi</a:t>
            </a:r>
            <a:r>
              <a:rPr lang="en-US" sz="2400" dirty="0"/>
              <a:t> </a:t>
            </a:r>
            <a:r>
              <a:rPr lang="en-US" sz="2400" dirty="0" err="1"/>
              <a:t>là</a:t>
            </a:r>
            <a:r>
              <a:rPr lang="en-US" sz="2400" dirty="0"/>
              <a:t> </a:t>
            </a:r>
            <a:r>
              <a:rPr lang="en-US" sz="2400" dirty="0" err="1"/>
              <a:t>đệ</a:t>
            </a:r>
            <a:r>
              <a:rPr lang="en-US" sz="2400" dirty="0"/>
              <a:t> </a:t>
            </a:r>
            <a:r>
              <a:rPr lang="en-US" sz="2400" dirty="0" err="1"/>
              <a:t>quy</a:t>
            </a:r>
            <a:r>
              <a:rPr lang="en-US" sz="2400" dirty="0"/>
              <a:t> </a:t>
            </a:r>
            <a:r>
              <a:rPr lang="en-US" sz="2400" dirty="0" err="1"/>
              <a:t>nếu</a:t>
            </a:r>
            <a:r>
              <a:rPr lang="en-US" sz="2400" dirty="0"/>
              <a:t> </a:t>
            </a:r>
            <a:r>
              <a:rPr lang="en-US" sz="2400" u="sng" dirty="0" err="1"/>
              <a:t>trong</a:t>
            </a:r>
            <a:r>
              <a:rPr lang="en-US" sz="2400" u="sng" dirty="0"/>
              <a:t> </a:t>
            </a:r>
            <a:r>
              <a:rPr lang="en-US" sz="2400" u="sng" dirty="0" err="1"/>
              <a:t>định</a:t>
            </a:r>
            <a:r>
              <a:rPr lang="en-US" sz="2400" u="sng" dirty="0"/>
              <a:t> </a:t>
            </a:r>
            <a:r>
              <a:rPr lang="en-US" sz="2400" u="sng" dirty="0" err="1"/>
              <a:t>nghĩa</a:t>
            </a:r>
            <a:r>
              <a:rPr lang="en-US" sz="2400" u="sng" dirty="0"/>
              <a:t> </a:t>
            </a:r>
            <a:r>
              <a:rPr lang="en-US" sz="2400" u="sng" dirty="0" err="1"/>
              <a:t>của</a:t>
            </a:r>
            <a:r>
              <a:rPr lang="en-US" sz="2400" u="sng" dirty="0"/>
              <a:t> </a:t>
            </a:r>
            <a:r>
              <a:rPr lang="en-US" sz="2400" u="sng" dirty="0" err="1"/>
              <a:t>nó</a:t>
            </a:r>
            <a:r>
              <a:rPr lang="en-US" sz="2400" dirty="0"/>
              <a:t> </a:t>
            </a:r>
            <a:r>
              <a:rPr lang="en-US" sz="2400" dirty="0" err="1"/>
              <a:t>lại</a:t>
            </a:r>
            <a:r>
              <a:rPr lang="en-US" sz="2400" dirty="0"/>
              <a:t> </a:t>
            </a:r>
            <a:r>
              <a:rPr lang="en-US" sz="2400" dirty="0" err="1"/>
              <a:t>có</a:t>
            </a:r>
            <a:r>
              <a:rPr lang="en-US" sz="2400" dirty="0"/>
              <a:t> </a:t>
            </a:r>
            <a:r>
              <a:rPr lang="en-US" sz="2400" u="sng" dirty="0" err="1"/>
              <a:t>dạng</a:t>
            </a:r>
            <a:r>
              <a:rPr lang="en-US" sz="2400" u="sng" dirty="0"/>
              <a:t> </a:t>
            </a:r>
            <a:r>
              <a:rPr lang="en-US" sz="2400" u="sng" dirty="0" err="1"/>
              <a:t>của</a:t>
            </a:r>
            <a:r>
              <a:rPr lang="en-US" sz="2400" u="sng" dirty="0"/>
              <a:t> </a:t>
            </a:r>
            <a:r>
              <a:rPr lang="en-US" sz="2400" u="sng" dirty="0" err="1"/>
              <a:t>chính</a:t>
            </a:r>
            <a:r>
              <a:rPr lang="en-US" sz="2400" u="sng" dirty="0"/>
              <a:t> </a:t>
            </a:r>
            <a:r>
              <a:rPr lang="en-US" sz="2400" u="sng" dirty="0" err="1"/>
              <a:t>nó</a:t>
            </a:r>
            <a:r>
              <a:rPr lang="en-US" sz="2400" dirty="0"/>
              <a:t>.</a:t>
            </a:r>
          </a:p>
          <a:p>
            <a:pPr marL="0" indent="0">
              <a:lnSpc>
                <a:spcPct val="150000"/>
              </a:lnSpc>
              <a:buNone/>
            </a:pPr>
            <a:r>
              <a:rPr lang="en-US" sz="2400" dirty="0" err="1"/>
              <a:t>Ví</a:t>
            </a:r>
            <a:r>
              <a:rPr lang="en-US" sz="2400" dirty="0"/>
              <a:t> </a:t>
            </a:r>
            <a:r>
              <a:rPr lang="en-US" sz="2400" dirty="0" err="1"/>
              <a:t>dụ</a:t>
            </a:r>
            <a:r>
              <a:rPr lang="en-US" sz="2400" dirty="0"/>
              <a:t>:</a:t>
            </a:r>
            <a:r>
              <a:rPr lang="en-US" sz="2400" u="sng" dirty="0"/>
              <a:t> </a:t>
            </a:r>
            <a:r>
              <a:rPr lang="vi-VN" sz="2400" u="sng" dirty="0"/>
              <a:t>hàm đệ quy</a:t>
            </a:r>
            <a:r>
              <a:rPr lang="vi-VN" sz="2400" dirty="0"/>
              <a:t> là hàm tính giai thừa của 1 số nguyên không âm : </a:t>
            </a:r>
            <a:endParaRPr lang="en-US" sz="2400" dirty="0"/>
          </a:p>
          <a:p>
            <a:pPr marL="0" indent="0">
              <a:lnSpc>
                <a:spcPct val="150000"/>
              </a:lnSpc>
              <a:buNone/>
            </a:pPr>
            <a:r>
              <a:rPr lang="vi-VN" sz="2400" dirty="0"/>
              <a:t>n! với quy ước 0! = 1 thì hàm này sẽ được định nghĩa như sau :</a:t>
            </a:r>
          </a:p>
          <a:p>
            <a:pPr indent="395288">
              <a:lnSpc>
                <a:spcPct val="150000"/>
              </a:lnSpc>
              <a:buFont typeface="Wingdings" panose="05000000000000000000" pitchFamily="2" charset="2"/>
              <a:buChar char="q"/>
            </a:pPr>
            <a:r>
              <a:rPr lang="pt-BR" sz="2400" dirty="0"/>
              <a:t>Nếu n=0 thì n! =1</a:t>
            </a:r>
          </a:p>
          <a:p>
            <a:pPr indent="395288">
              <a:lnSpc>
                <a:spcPct val="150000"/>
              </a:lnSpc>
              <a:buFont typeface="Wingdings" panose="05000000000000000000" pitchFamily="2" charset="2"/>
              <a:buChar char="q"/>
            </a:pPr>
            <a:r>
              <a:rPr lang="pt-BR" sz="2400" dirty="0"/>
              <a:t>Nếu n&gt;0 thì n!=n(n-1)!</a:t>
            </a:r>
          </a:p>
          <a:p>
            <a:endParaRPr lang="en-US" sz="2400" dirty="0"/>
          </a:p>
        </p:txBody>
      </p:sp>
    </p:spTree>
    <p:extLst>
      <p:ext uri="{BB962C8B-B14F-4D97-AF65-F5344CB8AC3E}">
        <p14:creationId xmlns:p14="http://schemas.microsoft.com/office/powerpoint/2010/main" val="4015745533"/>
      </p:ext>
    </p:extLst>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3D0AD-58A4-4C40-9AC5-8800E6AF8299}"/>
              </a:ext>
            </a:extLst>
          </p:cNvPr>
          <p:cNvSpPr>
            <a:spLocks noGrp="1"/>
          </p:cNvSpPr>
          <p:nvPr>
            <p:ph type="title"/>
          </p:nvPr>
        </p:nvSpPr>
        <p:spPr/>
        <p:txBody>
          <a:bodyPr/>
          <a:lstStyle/>
          <a:p>
            <a:endParaRPr lang="en-US" dirty="0"/>
          </a:p>
        </p:txBody>
      </p:sp>
      <p:pic>
        <p:nvPicPr>
          <p:cNvPr id="13" name="Content Placeholder 12">
            <a:extLst>
              <a:ext uri="{FF2B5EF4-FFF2-40B4-BE49-F238E27FC236}">
                <a16:creationId xmlns:a16="http://schemas.microsoft.com/office/drawing/2014/main" id="{B5E91CF6-BF77-47A4-A5FF-F8A5F7632460}"/>
              </a:ext>
            </a:extLst>
          </p:cNvPr>
          <p:cNvPicPr>
            <a:picLocks noGrp="1" noChangeAspect="1"/>
          </p:cNvPicPr>
          <p:nvPr>
            <p:ph idx="1"/>
          </p:nvPr>
        </p:nvPicPr>
        <p:blipFill rotWithShape="1">
          <a:blip r:embed="rId2"/>
          <a:srcRect l="24324" t="46260" r="56500" b="18983"/>
          <a:stretch/>
        </p:blipFill>
        <p:spPr>
          <a:xfrm>
            <a:off x="3762641" y="1592967"/>
            <a:ext cx="4558768" cy="4645602"/>
          </a:xfrm>
          <a:prstGeom prst="rect">
            <a:avLst/>
          </a:prstGeom>
        </p:spPr>
      </p:pic>
      <p:sp>
        <p:nvSpPr>
          <p:cNvPr id="14" name="TextBox 13">
            <a:extLst>
              <a:ext uri="{FF2B5EF4-FFF2-40B4-BE49-F238E27FC236}">
                <a16:creationId xmlns:a16="http://schemas.microsoft.com/office/drawing/2014/main" id="{5BEC6ABF-2094-4F4D-8804-9C5F4CCD38AA}"/>
              </a:ext>
            </a:extLst>
          </p:cNvPr>
          <p:cNvSpPr txBox="1"/>
          <p:nvPr/>
        </p:nvSpPr>
        <p:spPr>
          <a:xfrm>
            <a:off x="2600631" y="914401"/>
            <a:ext cx="6872750" cy="461665"/>
          </a:xfrm>
          <a:prstGeom prst="rect">
            <a:avLst/>
          </a:prstGeom>
          <a:noFill/>
        </p:spPr>
        <p:txBody>
          <a:bodyPr wrap="square" rtlCol="0">
            <a:spAutoFit/>
          </a:bodyPr>
          <a:lstStyle/>
          <a:p>
            <a:r>
              <a:rPr lang="en-US" sz="2400" dirty="0"/>
              <a:t>Ta </a:t>
            </a:r>
            <a:r>
              <a:rPr lang="en-US" sz="2400" dirty="0" err="1"/>
              <a:t>muốn</a:t>
            </a:r>
            <a:r>
              <a:rPr lang="en-US" sz="2400" dirty="0"/>
              <a:t> </a:t>
            </a:r>
            <a:r>
              <a:rPr lang="en-US" sz="2400" dirty="0" err="1"/>
              <a:t>tính</a:t>
            </a:r>
            <a:r>
              <a:rPr lang="en-US" sz="2400" dirty="0"/>
              <a:t> 4! Theo </a:t>
            </a:r>
            <a:r>
              <a:rPr lang="en-US" sz="2400" dirty="0" err="1"/>
              <a:t>định</a:t>
            </a:r>
            <a:r>
              <a:rPr lang="en-US" sz="2400" dirty="0"/>
              <a:t> </a:t>
            </a:r>
            <a:r>
              <a:rPr lang="en-US" sz="2400" dirty="0" err="1"/>
              <a:t>nghĩa</a:t>
            </a:r>
            <a:r>
              <a:rPr lang="en-US" sz="2400" dirty="0"/>
              <a:t> ta </a:t>
            </a:r>
            <a:r>
              <a:rPr lang="en-US" sz="2400" dirty="0" err="1"/>
              <a:t>có</a:t>
            </a:r>
            <a:r>
              <a:rPr lang="en-US" sz="2400" dirty="0"/>
              <a:t>:  </a:t>
            </a:r>
          </a:p>
        </p:txBody>
      </p:sp>
    </p:spTree>
    <p:extLst>
      <p:ext uri="{BB962C8B-B14F-4D97-AF65-F5344CB8AC3E}">
        <p14:creationId xmlns:p14="http://schemas.microsoft.com/office/powerpoint/2010/main" val="3494263124"/>
      </p:ext>
    </p:extLst>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755A4-7334-47E1-A199-8C6B8F9953EA}"/>
              </a:ext>
            </a:extLst>
          </p:cNvPr>
          <p:cNvSpPr>
            <a:spLocks noGrp="1"/>
          </p:cNvSpPr>
          <p:nvPr>
            <p:ph type="title"/>
          </p:nvPr>
        </p:nvSpPr>
        <p:spPr/>
        <p:txBody>
          <a:bodyPr/>
          <a:lstStyle/>
          <a:p>
            <a:r>
              <a:rPr lang="en-US" dirty="0"/>
              <a:t>c.  </a:t>
            </a:r>
            <a:r>
              <a:rPr lang="en-US" dirty="0" err="1"/>
              <a:t>Cấu</a:t>
            </a:r>
            <a:r>
              <a:rPr lang="en-US" dirty="0"/>
              <a:t> </a:t>
            </a:r>
            <a:r>
              <a:rPr lang="en-US" dirty="0" err="1"/>
              <a:t>trúc</a:t>
            </a:r>
            <a:r>
              <a:rPr lang="en-US" dirty="0"/>
              <a:t> </a:t>
            </a:r>
            <a:r>
              <a:rPr lang="en-US" dirty="0" err="1"/>
              <a:t>một</a:t>
            </a:r>
            <a:r>
              <a:rPr lang="en-US" dirty="0"/>
              <a:t> </a:t>
            </a:r>
            <a:r>
              <a:rPr lang="en-US" dirty="0" err="1"/>
              <a:t>ch</a:t>
            </a:r>
            <a:r>
              <a:rPr lang="vi-VN" dirty="0"/>
              <a:t>ư</a:t>
            </a:r>
            <a:r>
              <a:rPr lang="en-US" dirty="0" err="1"/>
              <a:t>ơng</a:t>
            </a:r>
            <a:r>
              <a:rPr lang="en-US" dirty="0"/>
              <a:t> </a:t>
            </a:r>
            <a:r>
              <a:rPr lang="en-US" dirty="0" err="1"/>
              <a:t>trình</a:t>
            </a:r>
            <a:r>
              <a:rPr lang="en-US" dirty="0"/>
              <a:t> </a:t>
            </a:r>
            <a:r>
              <a:rPr lang="en-US" dirty="0" err="1"/>
              <a:t>đệ</a:t>
            </a:r>
            <a:r>
              <a:rPr lang="en-US" dirty="0"/>
              <a:t> </a:t>
            </a:r>
            <a:r>
              <a:rPr lang="en-US" dirty="0" err="1"/>
              <a:t>quy</a:t>
            </a:r>
            <a:endParaRPr lang="en-US" dirty="0"/>
          </a:p>
        </p:txBody>
      </p:sp>
      <p:sp>
        <p:nvSpPr>
          <p:cNvPr id="3" name="Content Placeholder 2">
            <a:extLst>
              <a:ext uri="{FF2B5EF4-FFF2-40B4-BE49-F238E27FC236}">
                <a16:creationId xmlns:a16="http://schemas.microsoft.com/office/drawing/2014/main" id="{FA3ACA1C-6CA5-492F-8E6C-2ED94A2BD298}"/>
              </a:ext>
            </a:extLst>
          </p:cNvPr>
          <p:cNvSpPr>
            <a:spLocks noGrp="1"/>
          </p:cNvSpPr>
          <p:nvPr>
            <p:ph idx="1"/>
          </p:nvPr>
        </p:nvSpPr>
        <p:spPr/>
        <p:txBody>
          <a:bodyPr/>
          <a:lstStyle/>
          <a:p>
            <a:r>
              <a:rPr lang="en-US" sz="2000" dirty="0" err="1"/>
              <a:t>Gồm</a:t>
            </a:r>
            <a:r>
              <a:rPr lang="en-US" sz="2000" dirty="0"/>
              <a:t> 2 </a:t>
            </a:r>
            <a:r>
              <a:rPr lang="en-US" sz="2000" dirty="0" err="1"/>
              <a:t>phần</a:t>
            </a:r>
            <a:r>
              <a:rPr lang="en-US" sz="2000" dirty="0"/>
              <a:t>:  </a:t>
            </a:r>
          </a:p>
          <a:p>
            <a:pPr lvl="1"/>
            <a:r>
              <a:rPr lang="en-US" sz="2000" dirty="0" err="1"/>
              <a:t>Phần</a:t>
            </a:r>
            <a:r>
              <a:rPr lang="en-US" sz="2000" dirty="0"/>
              <a:t> c</a:t>
            </a:r>
            <a:r>
              <a:rPr lang="vi-VN" sz="2000" dirty="0"/>
              <a:t>ơ</a:t>
            </a:r>
            <a:r>
              <a:rPr lang="en-US" sz="2000" dirty="0"/>
              <a:t> </a:t>
            </a:r>
            <a:r>
              <a:rPr lang="en-US" sz="2000" dirty="0" err="1"/>
              <a:t>sở</a:t>
            </a:r>
            <a:r>
              <a:rPr lang="en-US" sz="2000" dirty="0"/>
              <a:t>:</a:t>
            </a:r>
          </a:p>
          <a:p>
            <a:pPr lvl="1"/>
            <a:r>
              <a:rPr lang="en-US" sz="2000" dirty="0" err="1"/>
              <a:t>Phần</a:t>
            </a:r>
            <a:r>
              <a:rPr lang="en-US" sz="2000" dirty="0"/>
              <a:t> </a:t>
            </a:r>
            <a:r>
              <a:rPr lang="en-US" sz="2000" dirty="0" err="1"/>
              <a:t>đệ</a:t>
            </a:r>
            <a:r>
              <a:rPr lang="en-US" sz="2000" dirty="0"/>
              <a:t> </a:t>
            </a:r>
            <a:r>
              <a:rPr lang="en-US" sz="2000" dirty="0" err="1"/>
              <a:t>quy</a:t>
            </a:r>
            <a:r>
              <a:rPr lang="en-US" sz="2000" dirty="0"/>
              <a:t>:</a:t>
            </a:r>
          </a:p>
          <a:p>
            <a:pPr lvl="1"/>
            <a:r>
              <a:rPr lang="en-US" sz="2000" dirty="0" err="1"/>
              <a:t>Ví</a:t>
            </a:r>
            <a:r>
              <a:rPr lang="en-US" sz="2000" dirty="0"/>
              <a:t> </a:t>
            </a:r>
            <a:r>
              <a:rPr lang="en-US" sz="2000" dirty="0" err="1"/>
              <a:t>dụ</a:t>
            </a:r>
            <a:r>
              <a:rPr lang="en-US" sz="2000" dirty="0"/>
              <a:t>: </a:t>
            </a:r>
          </a:p>
          <a:p>
            <a:pPr marL="0" indent="0">
              <a:buNone/>
            </a:pPr>
            <a:r>
              <a:rPr lang="en-US" sz="2400" dirty="0"/>
              <a:t>long fact(int n)</a:t>
            </a:r>
            <a:endParaRPr lang="en-US" sz="1400" dirty="0"/>
          </a:p>
          <a:p>
            <a:pPr marL="0" indent="0">
              <a:buNone/>
            </a:pPr>
            <a:r>
              <a:rPr lang="en-US" sz="2400" dirty="0"/>
              <a:t>{</a:t>
            </a:r>
            <a:endParaRPr lang="en-US" sz="1400" dirty="0"/>
          </a:p>
          <a:p>
            <a:pPr marL="0" indent="0">
              <a:buNone/>
            </a:pPr>
            <a:r>
              <a:rPr lang="en-US" sz="2400" dirty="0"/>
              <a:t>      if(n==0)</a:t>
            </a:r>
            <a:endParaRPr lang="en-US" sz="1400" dirty="0"/>
          </a:p>
          <a:p>
            <a:pPr marL="0" indent="0">
              <a:buNone/>
            </a:pPr>
            <a:r>
              <a:rPr lang="en-US" sz="2400" dirty="0"/>
              <a:t>	     return 1;</a:t>
            </a:r>
            <a:endParaRPr lang="en-US" sz="1400" dirty="0"/>
          </a:p>
          <a:p>
            <a:pPr marL="0" indent="0">
              <a:buNone/>
            </a:pPr>
            <a:r>
              <a:rPr lang="en-US" sz="2400" dirty="0"/>
              <a:t>      else</a:t>
            </a:r>
            <a:endParaRPr lang="en-US" sz="1400" dirty="0"/>
          </a:p>
          <a:p>
            <a:pPr marL="0" indent="0">
              <a:buNone/>
            </a:pPr>
            <a:r>
              <a:rPr lang="en-US" sz="2400" dirty="0"/>
              <a:t>	     return n*fact(n-1);</a:t>
            </a:r>
            <a:endParaRPr lang="en-US" sz="1400" dirty="0"/>
          </a:p>
          <a:p>
            <a:pPr marL="0" indent="0">
              <a:buNone/>
            </a:pPr>
            <a:r>
              <a:rPr lang="en-US" sz="2400" dirty="0"/>
              <a:t>}</a:t>
            </a:r>
            <a:endParaRPr lang="en-US" sz="1400" dirty="0"/>
          </a:p>
          <a:p>
            <a:pPr lvl="1"/>
            <a:endParaRPr lang="en-US" sz="2000" dirty="0"/>
          </a:p>
        </p:txBody>
      </p:sp>
      <p:sp>
        <p:nvSpPr>
          <p:cNvPr id="4" name="Right Brace 3">
            <a:extLst>
              <a:ext uri="{FF2B5EF4-FFF2-40B4-BE49-F238E27FC236}">
                <a16:creationId xmlns:a16="http://schemas.microsoft.com/office/drawing/2014/main" id="{FC78AE16-E26B-4E18-992E-977E1DA9A66F}"/>
              </a:ext>
            </a:extLst>
          </p:cNvPr>
          <p:cNvSpPr/>
          <p:nvPr/>
        </p:nvSpPr>
        <p:spPr bwMode="auto">
          <a:xfrm>
            <a:off x="5695950" y="3429000"/>
            <a:ext cx="400050" cy="762000"/>
          </a:xfrm>
          <a:prstGeom prst="rightBrac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20000"/>
              </a:spcBef>
              <a:spcAft>
                <a:spcPct val="0"/>
              </a:spcAft>
              <a:buFontTx/>
              <a:buChar char="•"/>
            </a:pPr>
            <a:endParaRPr lang="en-US" sz="2800" b="1">
              <a:solidFill>
                <a:srgbClr val="FFFFFF"/>
              </a:solidFill>
              <a:latin typeface="Arial" charset="0"/>
            </a:endParaRPr>
          </a:p>
        </p:txBody>
      </p:sp>
      <p:sp>
        <p:nvSpPr>
          <p:cNvPr id="5" name="TextBox 4">
            <a:extLst>
              <a:ext uri="{FF2B5EF4-FFF2-40B4-BE49-F238E27FC236}">
                <a16:creationId xmlns:a16="http://schemas.microsoft.com/office/drawing/2014/main" id="{BD530646-E702-4F3A-ABE7-28324FC0293D}"/>
              </a:ext>
            </a:extLst>
          </p:cNvPr>
          <p:cNvSpPr txBox="1"/>
          <p:nvPr/>
        </p:nvSpPr>
        <p:spPr>
          <a:xfrm>
            <a:off x="6248400" y="3600451"/>
            <a:ext cx="1885950" cy="461665"/>
          </a:xfrm>
          <a:prstGeom prst="rect">
            <a:avLst/>
          </a:prstGeom>
          <a:noFill/>
        </p:spPr>
        <p:txBody>
          <a:bodyPr wrap="square" rtlCol="0">
            <a:spAutoFit/>
          </a:bodyPr>
          <a:lstStyle/>
          <a:p>
            <a:pPr>
              <a:buNone/>
            </a:pPr>
            <a:r>
              <a:rPr lang="en-US" sz="2400" dirty="0" err="1"/>
              <a:t>Phần</a:t>
            </a:r>
            <a:r>
              <a:rPr lang="en-US" sz="2400" dirty="0"/>
              <a:t> c</a:t>
            </a:r>
            <a:r>
              <a:rPr lang="vi-VN" sz="2400" dirty="0"/>
              <a:t>ơ</a:t>
            </a:r>
            <a:r>
              <a:rPr lang="en-US" sz="2400" dirty="0"/>
              <a:t> </a:t>
            </a:r>
            <a:r>
              <a:rPr lang="en-US" sz="2400" dirty="0" err="1"/>
              <a:t>sở</a:t>
            </a:r>
            <a:endParaRPr lang="en-US" sz="2400" dirty="0"/>
          </a:p>
        </p:txBody>
      </p:sp>
      <p:sp>
        <p:nvSpPr>
          <p:cNvPr id="6" name="Right Brace 5">
            <a:extLst>
              <a:ext uri="{FF2B5EF4-FFF2-40B4-BE49-F238E27FC236}">
                <a16:creationId xmlns:a16="http://schemas.microsoft.com/office/drawing/2014/main" id="{39C5FE89-5680-4440-8E0F-65F5A8725280}"/>
              </a:ext>
            </a:extLst>
          </p:cNvPr>
          <p:cNvSpPr/>
          <p:nvPr/>
        </p:nvSpPr>
        <p:spPr bwMode="auto">
          <a:xfrm>
            <a:off x="6248400" y="4686301"/>
            <a:ext cx="381000" cy="461665"/>
          </a:xfrm>
          <a:prstGeom prst="rightBrac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20000"/>
              </a:spcBef>
              <a:spcAft>
                <a:spcPct val="0"/>
              </a:spcAft>
              <a:buFontTx/>
              <a:buChar char="•"/>
            </a:pPr>
            <a:endParaRPr lang="en-US" sz="2800" b="1">
              <a:solidFill>
                <a:srgbClr val="FFFFFF"/>
              </a:solidFill>
              <a:latin typeface="Arial" charset="0"/>
            </a:endParaRPr>
          </a:p>
        </p:txBody>
      </p:sp>
      <p:sp>
        <p:nvSpPr>
          <p:cNvPr id="7" name="TextBox 6">
            <a:extLst>
              <a:ext uri="{FF2B5EF4-FFF2-40B4-BE49-F238E27FC236}">
                <a16:creationId xmlns:a16="http://schemas.microsoft.com/office/drawing/2014/main" id="{7AE8516F-125B-44D8-AC55-A9A3D825C5FF}"/>
              </a:ext>
            </a:extLst>
          </p:cNvPr>
          <p:cNvSpPr txBox="1"/>
          <p:nvPr/>
        </p:nvSpPr>
        <p:spPr>
          <a:xfrm>
            <a:off x="6629400" y="4686299"/>
            <a:ext cx="1885950" cy="400110"/>
          </a:xfrm>
          <a:prstGeom prst="rect">
            <a:avLst/>
          </a:prstGeom>
          <a:noFill/>
        </p:spPr>
        <p:txBody>
          <a:bodyPr wrap="square" rtlCol="0">
            <a:spAutoFit/>
          </a:bodyPr>
          <a:lstStyle/>
          <a:p>
            <a:pPr>
              <a:buNone/>
            </a:pPr>
            <a:r>
              <a:rPr lang="en-US" sz="2000" dirty="0" err="1"/>
              <a:t>Phần</a:t>
            </a:r>
            <a:r>
              <a:rPr lang="en-US" sz="2000" dirty="0"/>
              <a:t> </a:t>
            </a:r>
            <a:r>
              <a:rPr lang="en-US" sz="2000" dirty="0" err="1"/>
              <a:t>đệ</a:t>
            </a:r>
            <a:r>
              <a:rPr lang="en-US" sz="2000" dirty="0"/>
              <a:t> </a:t>
            </a:r>
            <a:r>
              <a:rPr lang="en-US" sz="2000" dirty="0" err="1"/>
              <a:t>quy</a:t>
            </a:r>
            <a:endParaRPr lang="en-US" sz="2000" dirty="0"/>
          </a:p>
        </p:txBody>
      </p:sp>
    </p:spTree>
    <p:extLst>
      <p:ext uri="{BB962C8B-B14F-4D97-AF65-F5344CB8AC3E}">
        <p14:creationId xmlns:p14="http://schemas.microsoft.com/office/powerpoint/2010/main" val="1948153070"/>
      </p:ext>
    </p:extLst>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4CFC2-AE93-4708-940A-DB1A28B914F5}"/>
              </a:ext>
            </a:extLst>
          </p:cNvPr>
          <p:cNvSpPr>
            <a:spLocks noGrp="1"/>
          </p:cNvSpPr>
          <p:nvPr>
            <p:ph type="title"/>
          </p:nvPr>
        </p:nvSpPr>
        <p:spPr/>
        <p:txBody>
          <a:bodyPr/>
          <a:lstStyle/>
          <a:p>
            <a:r>
              <a:rPr lang="en-US" sz="2800" dirty="0"/>
              <a:t>d. </a:t>
            </a:r>
            <a:r>
              <a:rPr lang="vi-VN" sz="2800" dirty="0"/>
              <a:t>Ưu và nhược điểm của đệ quy</a:t>
            </a:r>
            <a:endParaRPr lang="en-US" sz="2800" dirty="0"/>
          </a:p>
        </p:txBody>
      </p:sp>
      <p:sp>
        <p:nvSpPr>
          <p:cNvPr id="3" name="Content Placeholder 2">
            <a:extLst>
              <a:ext uri="{FF2B5EF4-FFF2-40B4-BE49-F238E27FC236}">
                <a16:creationId xmlns:a16="http://schemas.microsoft.com/office/drawing/2014/main" id="{7C90E1B3-E0C7-46CA-A558-E0DED2C10D4C}"/>
              </a:ext>
            </a:extLst>
          </p:cNvPr>
          <p:cNvSpPr>
            <a:spLocks noGrp="1"/>
          </p:cNvSpPr>
          <p:nvPr>
            <p:ph idx="1"/>
          </p:nvPr>
        </p:nvSpPr>
        <p:spPr/>
        <p:txBody>
          <a:bodyPr/>
          <a:lstStyle/>
          <a:p>
            <a:r>
              <a:rPr lang="vi-VN" sz="2400" dirty="0"/>
              <a:t>Ưu điểm: thuận lợi cho việc biểu diễn bài toán, đồng thời làm gọn chương trình.</a:t>
            </a:r>
          </a:p>
          <a:p>
            <a:r>
              <a:rPr lang="vi-VN" sz="2400" dirty="0"/>
              <a:t>Nhược điểm: không tối ưu về mặt thời gian (so với sử dụng vòng lặp), gây tốn bộ nhớ.</a:t>
            </a:r>
          </a:p>
          <a:p>
            <a:endParaRPr lang="en-US" sz="2400" dirty="0"/>
          </a:p>
        </p:txBody>
      </p:sp>
    </p:spTree>
    <p:extLst>
      <p:ext uri="{BB962C8B-B14F-4D97-AF65-F5344CB8AC3E}">
        <p14:creationId xmlns:p14="http://schemas.microsoft.com/office/powerpoint/2010/main" val="3664671630"/>
      </p:ext>
    </p:extLst>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75104-7766-44EA-9951-C3293A8D6A03}"/>
              </a:ext>
            </a:extLst>
          </p:cNvPr>
          <p:cNvSpPr>
            <a:spLocks noGrp="1"/>
          </p:cNvSpPr>
          <p:nvPr>
            <p:ph type="title"/>
          </p:nvPr>
        </p:nvSpPr>
        <p:spPr/>
        <p:txBody>
          <a:bodyPr/>
          <a:lstStyle/>
          <a:p>
            <a:r>
              <a:rPr lang="en-US" dirty="0"/>
              <a:t>1.3.3. </a:t>
            </a:r>
            <a:r>
              <a:rPr lang="en-US" dirty="0" err="1"/>
              <a:t>Một</a:t>
            </a:r>
            <a:r>
              <a:rPr lang="en-US" dirty="0"/>
              <a:t> </a:t>
            </a:r>
            <a:r>
              <a:rPr lang="en-US" dirty="0" err="1"/>
              <a:t>số</a:t>
            </a:r>
            <a:r>
              <a:rPr lang="en-US" dirty="0"/>
              <a:t> </a:t>
            </a:r>
            <a:r>
              <a:rPr lang="en-US" dirty="0" err="1"/>
              <a:t>bài</a:t>
            </a:r>
            <a:r>
              <a:rPr lang="en-US" dirty="0"/>
              <a:t> </a:t>
            </a:r>
            <a:r>
              <a:rPr lang="en-US" dirty="0" err="1"/>
              <a:t>toán</a:t>
            </a:r>
            <a:r>
              <a:rPr lang="en-US" dirty="0"/>
              <a:t> </a:t>
            </a:r>
            <a:r>
              <a:rPr lang="en-US" dirty="0" err="1"/>
              <a:t>đệ</a:t>
            </a:r>
            <a:r>
              <a:rPr lang="en-US" dirty="0"/>
              <a:t> </a:t>
            </a:r>
            <a:r>
              <a:rPr lang="en-US" dirty="0" err="1"/>
              <a:t>quy</a:t>
            </a:r>
            <a:endParaRPr lang="en-US" dirty="0"/>
          </a:p>
        </p:txBody>
      </p:sp>
      <p:sp>
        <p:nvSpPr>
          <p:cNvPr id="3" name="Content Placeholder 2">
            <a:extLst>
              <a:ext uri="{FF2B5EF4-FFF2-40B4-BE49-F238E27FC236}">
                <a16:creationId xmlns:a16="http://schemas.microsoft.com/office/drawing/2014/main" id="{C2799E19-A0AB-4CF3-9153-1CECE73F0226}"/>
              </a:ext>
            </a:extLst>
          </p:cNvPr>
          <p:cNvSpPr>
            <a:spLocks noGrp="1"/>
          </p:cNvSpPr>
          <p:nvPr>
            <p:ph idx="1"/>
          </p:nvPr>
        </p:nvSpPr>
        <p:spPr/>
        <p:txBody>
          <a:bodyPr/>
          <a:lstStyle/>
          <a:p>
            <a:pPr>
              <a:lnSpc>
                <a:spcPct val="150000"/>
              </a:lnSpc>
              <a:buAutoNum type="alphaLcPeriod"/>
            </a:pPr>
            <a:r>
              <a:rPr lang="en-US" sz="2000" dirty="0" err="1"/>
              <a:t>Tính</a:t>
            </a:r>
            <a:r>
              <a:rPr lang="en-US" sz="2000" dirty="0"/>
              <a:t> N!</a:t>
            </a:r>
          </a:p>
          <a:p>
            <a:pPr marL="0" indent="0">
              <a:lnSpc>
                <a:spcPct val="150000"/>
              </a:lnSpc>
              <a:buNone/>
            </a:pPr>
            <a:r>
              <a:rPr lang="en-US" sz="2000" dirty="0" err="1"/>
              <a:t>Nếu</a:t>
            </a:r>
            <a:r>
              <a:rPr lang="en-US" sz="2000" dirty="0"/>
              <a:t> n=0 </a:t>
            </a:r>
            <a:r>
              <a:rPr lang="en-US" sz="2000" dirty="0" err="1"/>
              <a:t>thì</a:t>
            </a:r>
            <a:r>
              <a:rPr lang="en-US" sz="2000" dirty="0"/>
              <a:t> fact=1</a:t>
            </a:r>
          </a:p>
          <a:p>
            <a:pPr marL="0" indent="0">
              <a:lnSpc>
                <a:spcPct val="150000"/>
              </a:lnSpc>
              <a:buNone/>
            </a:pPr>
            <a:r>
              <a:rPr lang="en-US" sz="2000" dirty="0" err="1"/>
              <a:t>Nếu</a:t>
            </a:r>
            <a:r>
              <a:rPr lang="en-US" sz="2000" dirty="0"/>
              <a:t> n&gt;=1 </a:t>
            </a:r>
            <a:r>
              <a:rPr lang="en-US" sz="2000" dirty="0" err="1"/>
              <a:t>thì</a:t>
            </a:r>
            <a:r>
              <a:rPr lang="en-US" sz="2000" dirty="0"/>
              <a:t> fact=n*fact(n-1)</a:t>
            </a:r>
          </a:p>
          <a:p>
            <a:pPr marL="0" indent="0">
              <a:lnSpc>
                <a:spcPct val="150000"/>
              </a:lnSpc>
              <a:buNone/>
            </a:pPr>
            <a:r>
              <a:rPr lang="en-US" sz="2000" dirty="0"/>
              <a:t>- </a:t>
            </a:r>
            <a:r>
              <a:rPr lang="en-US" sz="2000" dirty="0" err="1"/>
              <a:t>Điểm</a:t>
            </a:r>
            <a:r>
              <a:rPr lang="en-US" sz="2000" dirty="0"/>
              <a:t> </a:t>
            </a:r>
            <a:r>
              <a:rPr lang="en-US" sz="2000" dirty="0" err="1"/>
              <a:t>dừng</a:t>
            </a:r>
            <a:r>
              <a:rPr lang="en-US" sz="2000" dirty="0"/>
              <a:t> </a:t>
            </a:r>
            <a:r>
              <a:rPr lang="en-US" sz="2000" dirty="0" err="1"/>
              <a:t>của</a:t>
            </a:r>
            <a:r>
              <a:rPr lang="en-US" sz="2000" dirty="0"/>
              <a:t> </a:t>
            </a:r>
            <a:r>
              <a:rPr lang="en-US" sz="2000" dirty="0" err="1"/>
              <a:t>giải</a:t>
            </a:r>
            <a:r>
              <a:rPr lang="en-US" sz="2000" dirty="0"/>
              <a:t> </a:t>
            </a:r>
            <a:r>
              <a:rPr lang="en-US" sz="2000" dirty="0" err="1"/>
              <a:t>thuật</a:t>
            </a:r>
            <a:r>
              <a:rPr lang="en-US" sz="2000" dirty="0"/>
              <a:t> </a:t>
            </a:r>
            <a:r>
              <a:rPr lang="en-US" sz="2000" dirty="0" err="1"/>
              <a:t>này</a:t>
            </a:r>
            <a:r>
              <a:rPr lang="en-US" sz="2000" dirty="0"/>
              <a:t> </a:t>
            </a:r>
            <a:r>
              <a:rPr lang="en-US" sz="2000" dirty="0" err="1"/>
              <a:t>là</a:t>
            </a:r>
            <a:r>
              <a:rPr lang="en-US" sz="2000" dirty="0"/>
              <a:t> </a:t>
            </a:r>
            <a:r>
              <a:rPr lang="en-US" sz="2000" dirty="0" err="1"/>
              <a:t>khi</a:t>
            </a:r>
            <a:r>
              <a:rPr lang="en-US" sz="2000" dirty="0"/>
              <a:t> n=0</a:t>
            </a:r>
          </a:p>
          <a:p>
            <a:pPr marL="0" indent="0">
              <a:lnSpc>
                <a:spcPct val="150000"/>
              </a:lnSpc>
              <a:buNone/>
            </a:pPr>
            <a:endParaRPr lang="en-US" sz="2000" dirty="0"/>
          </a:p>
        </p:txBody>
      </p:sp>
    </p:spTree>
    <p:extLst>
      <p:ext uri="{BB962C8B-B14F-4D97-AF65-F5344CB8AC3E}">
        <p14:creationId xmlns:p14="http://schemas.microsoft.com/office/powerpoint/2010/main" val="3290877162"/>
      </p:ext>
    </p:extLst>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E05EB-1BFD-41F5-9CCC-550FFC940C3F}"/>
              </a:ext>
            </a:extLst>
          </p:cNvPr>
          <p:cNvSpPr>
            <a:spLocks noGrp="1"/>
          </p:cNvSpPr>
          <p:nvPr>
            <p:ph type="title"/>
          </p:nvPr>
        </p:nvSpPr>
        <p:spPr/>
        <p:txBody>
          <a:bodyPr/>
          <a:lstStyle/>
          <a:p>
            <a:r>
              <a:rPr lang="en-US" dirty="0"/>
              <a:t>b. </a:t>
            </a:r>
            <a:r>
              <a:rPr lang="en-US" dirty="0" err="1"/>
              <a:t>Dãy</a:t>
            </a:r>
            <a:r>
              <a:rPr lang="en-US" dirty="0"/>
              <a:t> Fibonacci</a:t>
            </a:r>
          </a:p>
        </p:txBody>
      </p:sp>
      <p:sp>
        <p:nvSpPr>
          <p:cNvPr id="3" name="Content Placeholder 2">
            <a:extLst>
              <a:ext uri="{FF2B5EF4-FFF2-40B4-BE49-F238E27FC236}">
                <a16:creationId xmlns:a16="http://schemas.microsoft.com/office/drawing/2014/main" id="{5538A99D-4691-4458-8405-0E3E00C44EC8}"/>
              </a:ext>
            </a:extLst>
          </p:cNvPr>
          <p:cNvSpPr>
            <a:spLocks noGrp="1"/>
          </p:cNvSpPr>
          <p:nvPr>
            <p:ph idx="1"/>
          </p:nvPr>
        </p:nvSpPr>
        <p:spPr/>
        <p:txBody>
          <a:bodyPr/>
          <a:lstStyle/>
          <a:p>
            <a:r>
              <a:rPr lang="en-US" sz="3200" dirty="0" err="1"/>
              <a:t>Dãy</a:t>
            </a:r>
            <a:r>
              <a:rPr lang="en-US" sz="3200" dirty="0"/>
              <a:t> </a:t>
            </a:r>
            <a:r>
              <a:rPr lang="en-US" sz="3200" dirty="0" err="1"/>
              <a:t>số</a:t>
            </a:r>
            <a:r>
              <a:rPr lang="en-US" sz="3200" dirty="0"/>
              <a:t> Fibonacci </a:t>
            </a:r>
            <a:r>
              <a:rPr lang="en-US" sz="3200" dirty="0" err="1"/>
              <a:t>bắt</a:t>
            </a:r>
            <a:r>
              <a:rPr lang="en-US" sz="3200" dirty="0"/>
              <a:t> </a:t>
            </a:r>
            <a:r>
              <a:rPr lang="en-US" sz="3200" dirty="0" err="1"/>
              <a:t>nguồn</a:t>
            </a:r>
            <a:r>
              <a:rPr lang="en-US" sz="3200" dirty="0"/>
              <a:t> </a:t>
            </a:r>
            <a:r>
              <a:rPr lang="en-US" sz="3200" dirty="0" err="1"/>
              <a:t>từ</a:t>
            </a:r>
            <a:r>
              <a:rPr lang="en-US" sz="3200" dirty="0"/>
              <a:t> </a:t>
            </a:r>
            <a:r>
              <a:rPr lang="en-US" sz="3200" dirty="0" err="1"/>
              <a:t>bài</a:t>
            </a:r>
            <a:r>
              <a:rPr lang="en-US" sz="3200" dirty="0"/>
              <a:t> </a:t>
            </a:r>
            <a:r>
              <a:rPr lang="en-US" sz="3200" dirty="0" err="1"/>
              <a:t>toán</a:t>
            </a:r>
            <a:r>
              <a:rPr lang="en-US" sz="3200" dirty="0"/>
              <a:t> </a:t>
            </a:r>
            <a:r>
              <a:rPr lang="en-US" sz="3200" dirty="0" err="1"/>
              <a:t>cổ</a:t>
            </a:r>
            <a:r>
              <a:rPr lang="en-US" sz="3200" dirty="0"/>
              <a:t> </a:t>
            </a:r>
            <a:r>
              <a:rPr lang="en-US" sz="3200" dirty="0" err="1"/>
              <a:t>về</a:t>
            </a:r>
            <a:r>
              <a:rPr lang="en-US" sz="3200" dirty="0"/>
              <a:t> </a:t>
            </a:r>
            <a:r>
              <a:rPr lang="en-US" sz="3200" dirty="0" err="1"/>
              <a:t>việc</a:t>
            </a:r>
            <a:r>
              <a:rPr lang="en-US" sz="3200" dirty="0"/>
              <a:t> </a:t>
            </a:r>
            <a:r>
              <a:rPr lang="en-US" sz="3200" dirty="0" err="1"/>
              <a:t>sinh</a:t>
            </a:r>
            <a:r>
              <a:rPr lang="en-US" sz="3200" dirty="0"/>
              <a:t> </a:t>
            </a:r>
            <a:r>
              <a:rPr lang="en-US" sz="3200" dirty="0" err="1"/>
              <a:t>sản</a:t>
            </a:r>
            <a:r>
              <a:rPr lang="en-US" sz="3200" dirty="0"/>
              <a:t> </a:t>
            </a:r>
            <a:r>
              <a:rPr lang="en-US" sz="3200" dirty="0" err="1"/>
              <a:t>của</a:t>
            </a:r>
            <a:r>
              <a:rPr lang="en-US" sz="3200" dirty="0"/>
              <a:t> </a:t>
            </a:r>
            <a:r>
              <a:rPr lang="en-US" sz="3200" dirty="0" err="1"/>
              <a:t>các</a:t>
            </a:r>
            <a:r>
              <a:rPr lang="en-US" sz="3200" dirty="0"/>
              <a:t> </a:t>
            </a:r>
            <a:r>
              <a:rPr lang="en-US" sz="3200" dirty="0" err="1"/>
              <a:t>cặp</a:t>
            </a:r>
            <a:r>
              <a:rPr lang="en-US" sz="3200" dirty="0"/>
              <a:t> </a:t>
            </a:r>
            <a:r>
              <a:rPr lang="en-US" sz="3200" dirty="0" err="1"/>
              <a:t>thỏ</a:t>
            </a:r>
            <a:r>
              <a:rPr lang="en-US" sz="3200" dirty="0"/>
              <a:t>. </a:t>
            </a:r>
            <a:r>
              <a:rPr lang="en-US" sz="3200" dirty="0" err="1"/>
              <a:t>Bài</a:t>
            </a:r>
            <a:r>
              <a:rPr lang="en-US" sz="3200" dirty="0"/>
              <a:t> </a:t>
            </a:r>
            <a:r>
              <a:rPr lang="en-US" sz="3200" dirty="0" err="1"/>
              <a:t>toán</a:t>
            </a:r>
            <a:r>
              <a:rPr lang="en-US" sz="3200" dirty="0"/>
              <a:t> </a:t>
            </a:r>
            <a:r>
              <a:rPr lang="en-US" sz="3200" dirty="0" err="1"/>
              <a:t>được</a:t>
            </a:r>
            <a:r>
              <a:rPr lang="en-US" sz="3200" dirty="0"/>
              <a:t> </a:t>
            </a:r>
            <a:r>
              <a:rPr lang="en-US" sz="3200" dirty="0" err="1"/>
              <a:t>đặt</a:t>
            </a:r>
            <a:r>
              <a:rPr lang="en-US" sz="3200" dirty="0"/>
              <a:t> ra </a:t>
            </a:r>
            <a:r>
              <a:rPr lang="en-US" sz="3200" dirty="0" err="1"/>
              <a:t>như</a:t>
            </a:r>
            <a:r>
              <a:rPr lang="en-US" sz="3200" dirty="0"/>
              <a:t> </a:t>
            </a:r>
            <a:r>
              <a:rPr lang="en-US" sz="3200" dirty="0" err="1"/>
              <a:t>sau</a:t>
            </a:r>
            <a:r>
              <a:rPr lang="en-US" sz="3200" dirty="0"/>
              <a:t>:</a:t>
            </a:r>
          </a:p>
          <a:p>
            <a:r>
              <a:rPr lang="en-US" sz="3200" dirty="0"/>
              <a:t>1) </a:t>
            </a:r>
            <a:r>
              <a:rPr lang="en-US" sz="3200" dirty="0" err="1"/>
              <a:t>Các</a:t>
            </a:r>
            <a:r>
              <a:rPr lang="en-US" sz="3200" dirty="0"/>
              <a:t> con </a:t>
            </a:r>
            <a:r>
              <a:rPr lang="en-US" sz="3200" dirty="0" err="1"/>
              <a:t>thỏ</a:t>
            </a:r>
            <a:r>
              <a:rPr lang="en-US" sz="3200" dirty="0"/>
              <a:t> </a:t>
            </a:r>
            <a:r>
              <a:rPr lang="en-US" sz="3200" dirty="0" err="1"/>
              <a:t>không</a:t>
            </a:r>
            <a:r>
              <a:rPr lang="en-US" sz="3200" dirty="0"/>
              <a:t> bao </a:t>
            </a:r>
            <a:r>
              <a:rPr lang="en-US" sz="3200" dirty="0" err="1"/>
              <a:t>giờ</a:t>
            </a:r>
            <a:r>
              <a:rPr lang="en-US" sz="3200" dirty="0"/>
              <a:t> </a:t>
            </a:r>
            <a:r>
              <a:rPr lang="en-US" sz="3200" dirty="0" err="1"/>
              <a:t>chết</a:t>
            </a:r>
            <a:r>
              <a:rPr lang="en-US" sz="3200" dirty="0"/>
              <a:t>.</a:t>
            </a:r>
          </a:p>
          <a:p>
            <a:r>
              <a:rPr lang="en-US" sz="3200" dirty="0"/>
              <a:t>2) Hai </a:t>
            </a:r>
            <a:r>
              <a:rPr lang="en-US" sz="3200" dirty="0" err="1"/>
              <a:t>tháng</a:t>
            </a:r>
            <a:r>
              <a:rPr lang="en-US" sz="3200" dirty="0"/>
              <a:t> </a:t>
            </a:r>
            <a:r>
              <a:rPr lang="en-US" sz="3200" dirty="0" err="1"/>
              <a:t>sau</a:t>
            </a:r>
            <a:r>
              <a:rPr lang="en-US" sz="3200" dirty="0"/>
              <a:t> </a:t>
            </a:r>
            <a:r>
              <a:rPr lang="en-US" sz="3200" dirty="0" err="1"/>
              <a:t>khi</a:t>
            </a:r>
            <a:r>
              <a:rPr lang="en-US" sz="3200" dirty="0"/>
              <a:t> ra </a:t>
            </a:r>
            <a:r>
              <a:rPr lang="en-US" sz="3200" dirty="0" err="1"/>
              <a:t>đời</a:t>
            </a:r>
            <a:r>
              <a:rPr lang="en-US" sz="3200" dirty="0"/>
              <a:t> </a:t>
            </a:r>
            <a:r>
              <a:rPr lang="en-US" sz="3200" dirty="0" err="1"/>
              <a:t>một</a:t>
            </a:r>
            <a:r>
              <a:rPr lang="en-US" sz="3200" dirty="0"/>
              <a:t> </a:t>
            </a:r>
            <a:r>
              <a:rPr lang="en-US" sz="3200" dirty="0" err="1"/>
              <a:t>cặp</a:t>
            </a:r>
            <a:r>
              <a:rPr lang="en-US" sz="3200" dirty="0"/>
              <a:t> </a:t>
            </a:r>
            <a:r>
              <a:rPr lang="en-US" sz="3200" dirty="0" err="1"/>
              <a:t>thỏ</a:t>
            </a:r>
            <a:r>
              <a:rPr lang="en-US" sz="3200" dirty="0"/>
              <a:t> </a:t>
            </a:r>
            <a:r>
              <a:rPr lang="en-US" sz="3200" dirty="0" err="1"/>
              <a:t>mới</a:t>
            </a:r>
            <a:r>
              <a:rPr lang="en-US" sz="3200" dirty="0"/>
              <a:t> </a:t>
            </a:r>
            <a:r>
              <a:rPr lang="en-US" sz="3200" dirty="0" err="1"/>
              <a:t>sẽ</a:t>
            </a:r>
            <a:r>
              <a:rPr lang="en-US" sz="3200" dirty="0"/>
              <a:t> </a:t>
            </a:r>
            <a:r>
              <a:rPr lang="en-US" sz="3200" dirty="0" err="1"/>
              <a:t>sinh</a:t>
            </a:r>
            <a:r>
              <a:rPr lang="en-US" sz="3200" dirty="0"/>
              <a:t> ra </a:t>
            </a:r>
            <a:r>
              <a:rPr lang="en-US" sz="3200" dirty="0" err="1"/>
              <a:t>một</a:t>
            </a:r>
            <a:r>
              <a:rPr lang="en-US" sz="3200" dirty="0"/>
              <a:t> </a:t>
            </a:r>
            <a:r>
              <a:rPr lang="en-US" sz="3200" dirty="0" err="1"/>
              <a:t>cặp</a:t>
            </a:r>
            <a:r>
              <a:rPr lang="en-US" sz="3200" dirty="0"/>
              <a:t> </a:t>
            </a:r>
            <a:r>
              <a:rPr lang="en-US" sz="3200" dirty="0" err="1"/>
              <a:t>thỏ</a:t>
            </a:r>
            <a:r>
              <a:rPr lang="en-US" sz="3200" dirty="0"/>
              <a:t> con (</a:t>
            </a:r>
            <a:r>
              <a:rPr lang="en-US" sz="3200" dirty="0" err="1"/>
              <a:t>một</a:t>
            </a:r>
            <a:r>
              <a:rPr lang="en-US" sz="3200" dirty="0"/>
              <a:t> </a:t>
            </a:r>
            <a:r>
              <a:rPr lang="en-US" sz="3200" dirty="0" err="1"/>
              <a:t>đực</a:t>
            </a:r>
            <a:r>
              <a:rPr lang="en-US" sz="3200" dirty="0"/>
              <a:t>, </a:t>
            </a:r>
            <a:r>
              <a:rPr lang="en-US" sz="3200" dirty="0" err="1"/>
              <a:t>một</a:t>
            </a:r>
            <a:r>
              <a:rPr lang="en-US" sz="3200" dirty="0"/>
              <a:t> </a:t>
            </a:r>
            <a:r>
              <a:rPr lang="en-US" sz="3200" dirty="0" err="1"/>
              <a:t>cái</a:t>
            </a:r>
            <a:r>
              <a:rPr lang="en-US" sz="3200" dirty="0"/>
              <a:t>).</a:t>
            </a:r>
          </a:p>
          <a:p>
            <a:r>
              <a:rPr lang="en-US" sz="3200" dirty="0"/>
              <a:t>3) </a:t>
            </a:r>
            <a:r>
              <a:rPr lang="en-US" sz="3200" dirty="0" err="1"/>
              <a:t>Khi</a:t>
            </a:r>
            <a:r>
              <a:rPr lang="en-US" sz="3200" dirty="0"/>
              <a:t> </a:t>
            </a:r>
            <a:r>
              <a:rPr lang="en-US" sz="3200" dirty="0" err="1"/>
              <a:t>đã</a:t>
            </a:r>
            <a:r>
              <a:rPr lang="en-US" sz="3200" dirty="0"/>
              <a:t> </a:t>
            </a:r>
            <a:r>
              <a:rPr lang="en-US" sz="3200" dirty="0" err="1"/>
              <a:t>sinh</a:t>
            </a:r>
            <a:r>
              <a:rPr lang="en-US" sz="3200" dirty="0"/>
              <a:t> con </a:t>
            </a:r>
            <a:r>
              <a:rPr lang="en-US" sz="3200" dirty="0" err="1"/>
              <a:t>rồi</a:t>
            </a:r>
            <a:r>
              <a:rPr lang="en-US" sz="3200" dirty="0"/>
              <a:t> </a:t>
            </a:r>
            <a:r>
              <a:rPr lang="en-US" sz="3200" dirty="0" err="1"/>
              <a:t>thì</a:t>
            </a:r>
            <a:r>
              <a:rPr lang="en-US" sz="3200" dirty="0"/>
              <a:t> </a:t>
            </a:r>
            <a:r>
              <a:rPr lang="en-US" sz="3200" dirty="0" err="1"/>
              <a:t>cứ</a:t>
            </a:r>
            <a:r>
              <a:rPr lang="en-US" sz="3200" dirty="0"/>
              <a:t> </a:t>
            </a:r>
            <a:r>
              <a:rPr lang="en-US" sz="3200" dirty="0" err="1"/>
              <a:t>mỗi</a:t>
            </a:r>
            <a:r>
              <a:rPr lang="en-US" sz="3200" dirty="0"/>
              <a:t> </a:t>
            </a:r>
            <a:r>
              <a:rPr lang="en-US" sz="3200" dirty="0" err="1"/>
              <a:t>tháng</a:t>
            </a:r>
            <a:r>
              <a:rPr lang="en-US" sz="3200" dirty="0"/>
              <a:t> </a:t>
            </a:r>
            <a:r>
              <a:rPr lang="en-US" sz="3200" dirty="0" err="1"/>
              <a:t>tiếp</a:t>
            </a:r>
            <a:r>
              <a:rPr lang="en-US" sz="3200" dirty="0"/>
              <a:t> </a:t>
            </a:r>
            <a:r>
              <a:rPr lang="en-US" sz="3200" dirty="0" err="1"/>
              <a:t>theo</a:t>
            </a:r>
            <a:r>
              <a:rPr lang="en-US" sz="3200" dirty="0"/>
              <a:t> </a:t>
            </a:r>
            <a:r>
              <a:rPr lang="en-US" sz="3200" dirty="0" err="1"/>
              <a:t>chúng</a:t>
            </a:r>
            <a:r>
              <a:rPr lang="en-US" sz="3200" dirty="0"/>
              <a:t> </a:t>
            </a:r>
            <a:r>
              <a:rPr lang="en-US" sz="3200" dirty="0" err="1"/>
              <a:t>lại</a:t>
            </a:r>
            <a:r>
              <a:rPr lang="en-US" sz="3200" dirty="0"/>
              <a:t> </a:t>
            </a:r>
            <a:r>
              <a:rPr lang="en-US" sz="3200" dirty="0" err="1"/>
              <a:t>sinh</a:t>
            </a:r>
            <a:r>
              <a:rPr lang="en-US" sz="3200" dirty="0"/>
              <a:t> </a:t>
            </a:r>
            <a:r>
              <a:rPr lang="en-US" sz="3200" dirty="0" err="1"/>
              <a:t>được</a:t>
            </a:r>
            <a:r>
              <a:rPr lang="en-US" sz="3200" dirty="0"/>
              <a:t> </a:t>
            </a:r>
            <a:r>
              <a:rPr lang="en-US" sz="3200" dirty="0" err="1"/>
              <a:t>một</a:t>
            </a:r>
            <a:r>
              <a:rPr lang="en-US" sz="3200" dirty="0"/>
              <a:t> </a:t>
            </a:r>
            <a:r>
              <a:rPr lang="en-US" sz="3200" dirty="0" err="1"/>
              <a:t>cặp</a:t>
            </a:r>
            <a:r>
              <a:rPr lang="en-US" sz="3200" dirty="0"/>
              <a:t> con </a:t>
            </a:r>
            <a:r>
              <a:rPr lang="en-US" sz="3200" dirty="0" err="1"/>
              <a:t>mới</a:t>
            </a:r>
            <a:r>
              <a:rPr lang="en-US" sz="3200" dirty="0"/>
              <a:t>.</a:t>
            </a:r>
          </a:p>
          <a:p>
            <a:r>
              <a:rPr lang="en-US" sz="3200" dirty="0" err="1"/>
              <a:t>TÍnh</a:t>
            </a:r>
            <a:r>
              <a:rPr lang="en-US" sz="3200" dirty="0"/>
              <a:t> </a:t>
            </a:r>
            <a:r>
              <a:rPr lang="en-US" sz="3200" dirty="0" err="1"/>
              <a:t>số</a:t>
            </a:r>
            <a:r>
              <a:rPr lang="en-US" sz="3200" dirty="0"/>
              <a:t> </a:t>
            </a:r>
            <a:r>
              <a:rPr lang="en-US" sz="3200" dirty="0" err="1"/>
              <a:t>cặp</a:t>
            </a:r>
            <a:r>
              <a:rPr lang="en-US" sz="3200" dirty="0"/>
              <a:t> ở </a:t>
            </a:r>
            <a:r>
              <a:rPr lang="en-US" sz="3200" dirty="0" err="1"/>
              <a:t>tháng</a:t>
            </a:r>
            <a:r>
              <a:rPr lang="en-US" sz="3200"/>
              <a:t> n</a:t>
            </a:r>
            <a:endParaRPr lang="en-US" sz="3200" dirty="0"/>
          </a:p>
          <a:p>
            <a:endParaRPr lang="en-US" sz="4800" dirty="0"/>
          </a:p>
          <a:p>
            <a:endParaRPr lang="en-US" sz="4800" dirty="0"/>
          </a:p>
        </p:txBody>
      </p:sp>
    </p:spTree>
    <p:extLst>
      <p:ext uri="{BB962C8B-B14F-4D97-AF65-F5344CB8AC3E}">
        <p14:creationId xmlns:p14="http://schemas.microsoft.com/office/powerpoint/2010/main" val="4037309427"/>
      </p:ext>
    </p:extLst>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E05EB-1BFD-41F5-9CCC-550FFC940C3F}"/>
              </a:ext>
            </a:extLst>
          </p:cNvPr>
          <p:cNvSpPr>
            <a:spLocks noGrp="1"/>
          </p:cNvSpPr>
          <p:nvPr>
            <p:ph type="title"/>
          </p:nvPr>
        </p:nvSpPr>
        <p:spPr/>
        <p:txBody>
          <a:bodyPr/>
          <a:lstStyle/>
          <a:p>
            <a:endParaRPr lang="en-US" dirty="0"/>
          </a:p>
        </p:txBody>
      </p:sp>
      <p:sp>
        <p:nvSpPr>
          <p:cNvPr id="10" name="TextBox 9">
            <a:extLst>
              <a:ext uri="{FF2B5EF4-FFF2-40B4-BE49-F238E27FC236}">
                <a16:creationId xmlns:a16="http://schemas.microsoft.com/office/drawing/2014/main" id="{C153F45C-6045-4DDB-AAFB-F6D491719B8B}"/>
              </a:ext>
            </a:extLst>
          </p:cNvPr>
          <p:cNvSpPr txBox="1"/>
          <p:nvPr/>
        </p:nvSpPr>
        <p:spPr>
          <a:xfrm>
            <a:off x="1311520" y="1815612"/>
            <a:ext cx="9661280" cy="3108543"/>
          </a:xfrm>
          <a:prstGeom prst="rect">
            <a:avLst/>
          </a:prstGeom>
          <a:noFill/>
        </p:spPr>
        <p:txBody>
          <a:bodyPr wrap="square" rtlCol="0">
            <a:spAutoFit/>
          </a:bodyPr>
          <a:lstStyle/>
          <a:p>
            <a:pPr algn="just"/>
            <a:r>
              <a:rPr lang="vi-VN" sz="2800" dirty="0"/>
              <a:t>Dãy Fibonacci tạo dãy các số bằng cách cộng hai số đằng trước. Dãy Fibonacci bắt đầu từ hai số: F0 &amp; F1. Giá trị ban đầu của F0 &amp; F1 tương ứng 1, 1.</a:t>
            </a:r>
            <a:endParaRPr lang="en-US" sz="2800" dirty="0"/>
          </a:p>
          <a:p>
            <a:pPr algn="just"/>
            <a:r>
              <a:rPr lang="en-US" sz="2800" dirty="0" err="1"/>
              <a:t>Điều</a:t>
            </a:r>
            <a:r>
              <a:rPr lang="en-US" sz="2800" dirty="0"/>
              <a:t> </a:t>
            </a:r>
            <a:r>
              <a:rPr lang="en-US" sz="2800" dirty="0" err="1"/>
              <a:t>kiện</a:t>
            </a:r>
            <a:r>
              <a:rPr lang="en-US" sz="2800" dirty="0"/>
              <a:t> </a:t>
            </a:r>
            <a:r>
              <a:rPr lang="en-US" sz="2800" dirty="0" err="1"/>
              <a:t>của</a:t>
            </a:r>
            <a:r>
              <a:rPr lang="en-US" sz="2800" dirty="0"/>
              <a:t> </a:t>
            </a:r>
            <a:r>
              <a:rPr lang="en-US" sz="2800" dirty="0" err="1"/>
              <a:t>dãy</a:t>
            </a:r>
            <a:r>
              <a:rPr lang="en-US" sz="2800" dirty="0"/>
              <a:t> Fibonacci </a:t>
            </a:r>
            <a:r>
              <a:rPr lang="en-US" sz="2800" dirty="0" err="1"/>
              <a:t>là</a:t>
            </a:r>
            <a:r>
              <a:rPr lang="en-US" sz="2800" dirty="0"/>
              <a:t>:</a:t>
            </a:r>
          </a:p>
          <a:p>
            <a:pPr algn="just"/>
            <a:r>
              <a:rPr lang="en-US" sz="2800" dirty="0" err="1"/>
              <a:t>Fn</a:t>
            </a:r>
            <a:r>
              <a:rPr lang="en-US" sz="2800" dirty="0"/>
              <a:t> = Fn-1 + Fn-2</a:t>
            </a:r>
          </a:p>
          <a:p>
            <a:pPr algn="just"/>
            <a:r>
              <a:rPr lang="en-US" sz="2800" dirty="0" err="1"/>
              <a:t>Ví</a:t>
            </a:r>
            <a:r>
              <a:rPr lang="en-US" sz="2800" dirty="0"/>
              <a:t> </a:t>
            </a:r>
            <a:r>
              <a:rPr lang="en-US" sz="2800" dirty="0" err="1"/>
              <a:t>dụ</a:t>
            </a:r>
            <a:r>
              <a:rPr lang="en-US" sz="2800" dirty="0"/>
              <a:t> </a:t>
            </a:r>
            <a:r>
              <a:rPr lang="en-US" sz="2800" dirty="0" err="1"/>
              <a:t>một</a:t>
            </a:r>
            <a:r>
              <a:rPr lang="en-US" sz="2800" dirty="0"/>
              <a:t> </a:t>
            </a:r>
            <a:r>
              <a:rPr lang="en-US" sz="2800" dirty="0" err="1"/>
              <a:t>dãy</a:t>
            </a:r>
            <a:r>
              <a:rPr lang="en-US" sz="2800" dirty="0"/>
              <a:t> Fibonacci </a:t>
            </a:r>
            <a:r>
              <a:rPr lang="en-US" sz="2800" dirty="0" err="1"/>
              <a:t>khác</a:t>
            </a:r>
            <a:r>
              <a:rPr lang="en-US" sz="2800" dirty="0"/>
              <a:t>:</a:t>
            </a:r>
          </a:p>
          <a:p>
            <a:pPr algn="just"/>
            <a:r>
              <a:rPr lang="en-US" sz="2800" dirty="0"/>
              <a:t>F8 = 1 1 2 3 5 8 13 21</a:t>
            </a:r>
          </a:p>
        </p:txBody>
      </p:sp>
    </p:spTree>
    <p:extLst>
      <p:ext uri="{BB962C8B-B14F-4D97-AF65-F5344CB8AC3E}">
        <p14:creationId xmlns:p14="http://schemas.microsoft.com/office/powerpoint/2010/main" val="2632781802"/>
      </p:ext>
    </p:extLst>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E05EB-1BFD-41F5-9CCC-550FFC940C3F}"/>
              </a:ext>
            </a:extLst>
          </p:cNvPr>
          <p:cNvSpPr>
            <a:spLocks noGrp="1"/>
          </p:cNvSpPr>
          <p:nvPr>
            <p:ph type="title"/>
          </p:nvPr>
        </p:nvSpPr>
        <p:spPr/>
        <p:txBody>
          <a:bodyPr/>
          <a:lstStyle/>
          <a:p>
            <a:r>
              <a:rPr lang="en-US" dirty="0"/>
              <a:t>Minh </a:t>
            </a:r>
            <a:r>
              <a:rPr lang="en-US" dirty="0" err="1"/>
              <a:t>họa</a:t>
            </a:r>
            <a:r>
              <a:rPr lang="en-US" dirty="0"/>
              <a:t> </a:t>
            </a:r>
            <a:r>
              <a:rPr lang="en-US" dirty="0" err="1"/>
              <a:t>dãy</a:t>
            </a:r>
            <a:r>
              <a:rPr lang="en-US" dirty="0"/>
              <a:t> Fibonacci</a:t>
            </a:r>
          </a:p>
        </p:txBody>
      </p:sp>
      <p:sp>
        <p:nvSpPr>
          <p:cNvPr id="3" name="Content Placeholder 2">
            <a:extLst>
              <a:ext uri="{FF2B5EF4-FFF2-40B4-BE49-F238E27FC236}">
                <a16:creationId xmlns:a16="http://schemas.microsoft.com/office/drawing/2014/main" id="{5538A99D-4691-4458-8405-0E3E00C44EC8}"/>
              </a:ext>
            </a:extLst>
          </p:cNvPr>
          <p:cNvSpPr>
            <a:spLocks noGrp="1"/>
          </p:cNvSpPr>
          <p:nvPr>
            <p:ph idx="1"/>
          </p:nvPr>
        </p:nvSpPr>
        <p:spPr/>
        <p:txBody>
          <a:bodyPr/>
          <a:lstStyle/>
          <a:p>
            <a:endParaRPr lang="en-US"/>
          </a:p>
        </p:txBody>
      </p:sp>
      <p:pic>
        <p:nvPicPr>
          <p:cNvPr id="371714" name="Picture 2" descr="Dãy Fibonacci trong cấu trúc dữ liệu và giải thuật">
            <a:extLst>
              <a:ext uri="{FF2B5EF4-FFF2-40B4-BE49-F238E27FC236}">
                <a16:creationId xmlns:a16="http://schemas.microsoft.com/office/drawing/2014/main" id="{81A3BC8B-0216-4A47-9DF9-082FAC30E604}"/>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885950" y="901700"/>
            <a:ext cx="8001000" cy="533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3421921"/>
      </p:ext>
    </p:extLst>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4D356-E729-43A8-9F9C-AF397E6DBF6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8638EFD-346F-43F6-9068-24B460ED11C8}"/>
              </a:ext>
            </a:extLst>
          </p:cNvPr>
          <p:cNvSpPr>
            <a:spLocks noGrp="1"/>
          </p:cNvSpPr>
          <p:nvPr>
            <p:ph idx="1"/>
          </p:nvPr>
        </p:nvSpPr>
        <p:spPr/>
        <p:txBody>
          <a:bodyPr/>
          <a:lstStyle/>
          <a:p>
            <a:pPr marL="0" indent="0">
              <a:buNone/>
            </a:pPr>
            <a:r>
              <a:rPr lang="en-US" dirty="0"/>
              <a:t>long FIB(int n)</a:t>
            </a:r>
          </a:p>
          <a:p>
            <a:pPr marL="0" indent="0">
              <a:buNone/>
            </a:pPr>
            <a:r>
              <a:rPr lang="en-US" dirty="0"/>
              <a:t>{</a:t>
            </a:r>
          </a:p>
          <a:p>
            <a:pPr marL="0" indent="0">
              <a:buNone/>
            </a:pPr>
            <a:r>
              <a:rPr lang="en-US" dirty="0"/>
              <a:t>      if(n&lt;=2)</a:t>
            </a:r>
          </a:p>
          <a:p>
            <a:pPr marL="0" indent="0">
              <a:buNone/>
            </a:pPr>
            <a:r>
              <a:rPr lang="en-US" dirty="0"/>
              <a:t>	     return 1;</a:t>
            </a:r>
          </a:p>
          <a:p>
            <a:pPr marL="0" indent="0">
              <a:buNone/>
            </a:pPr>
            <a:r>
              <a:rPr lang="en-US" dirty="0"/>
              <a:t>      else</a:t>
            </a:r>
          </a:p>
          <a:p>
            <a:pPr marL="0" indent="0">
              <a:buNone/>
            </a:pPr>
            <a:r>
              <a:rPr lang="en-US" dirty="0"/>
              <a:t>	     return FIB(n-1)+FIB(n-2);</a:t>
            </a:r>
          </a:p>
          <a:p>
            <a:pPr marL="0" indent="0">
              <a:buNone/>
            </a:pPr>
            <a:r>
              <a:rPr lang="en-US" dirty="0"/>
              <a:t>}</a:t>
            </a:r>
          </a:p>
          <a:p>
            <a:endParaRPr lang="en-US" dirty="0"/>
          </a:p>
        </p:txBody>
      </p:sp>
    </p:spTree>
    <p:extLst>
      <p:ext uri="{BB962C8B-B14F-4D97-AF65-F5344CB8AC3E}">
        <p14:creationId xmlns:p14="http://schemas.microsoft.com/office/powerpoint/2010/main" val="3409327329"/>
      </p:ext>
    </p:extLst>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3731EE78-C56D-46B7-A334-A3FD0086DAD0}"/>
              </a:ext>
            </a:extLst>
          </p:cNvPr>
          <p:cNvSpPr>
            <a:spLocks noGrp="1" noChangeArrowheads="1"/>
          </p:cNvSpPr>
          <p:nvPr>
            <p:ph type="title"/>
          </p:nvPr>
        </p:nvSpPr>
        <p:spPr/>
        <p:txBody>
          <a:bodyPr/>
          <a:lstStyle/>
          <a:p>
            <a:pPr eaLnBrk="1" hangingPunct="1"/>
            <a:r>
              <a:rPr lang="en-US" altLang="en-US" b="1" dirty="0"/>
              <a:t>c. </a:t>
            </a:r>
            <a:r>
              <a:rPr lang="en-US" altLang="en-US" b="1" dirty="0" err="1"/>
              <a:t>Bài</a:t>
            </a:r>
            <a:r>
              <a:rPr lang="en-US" altLang="en-US" b="1" dirty="0"/>
              <a:t> </a:t>
            </a:r>
            <a:r>
              <a:rPr lang="en-US" altLang="en-US" b="1" dirty="0" err="1"/>
              <a:t>toán</a:t>
            </a:r>
            <a:r>
              <a:rPr lang="en-US" altLang="en-US" b="1" dirty="0"/>
              <a:t> T</a:t>
            </a:r>
            <a:r>
              <a:rPr lang="en-US" altLang="en-US" dirty="0"/>
              <a:t>ower of </a:t>
            </a:r>
            <a:r>
              <a:rPr lang="en-US" altLang="en-US" dirty="0" err="1"/>
              <a:t>HaNoi</a:t>
            </a:r>
            <a:r>
              <a:rPr lang="en-US" altLang="en-US" dirty="0"/>
              <a:t> (T</a:t>
            </a:r>
            <a:r>
              <a:rPr lang="es-ES" dirty="0" err="1"/>
              <a:t>háp</a:t>
            </a:r>
            <a:r>
              <a:rPr lang="es-ES" dirty="0"/>
              <a:t> Brahma</a:t>
            </a:r>
            <a:r>
              <a:rPr lang="es-ES" b="0" dirty="0"/>
              <a:t> hay </a:t>
            </a:r>
            <a:r>
              <a:rPr lang="es-ES" dirty="0"/>
              <a:t>Lucas' </a:t>
            </a:r>
            <a:r>
              <a:rPr lang="es-ES" dirty="0" err="1"/>
              <a:t>Tháp</a:t>
            </a:r>
            <a:r>
              <a:rPr lang="es-ES"/>
              <a:t> )</a:t>
            </a:r>
            <a:endParaRPr lang="en-US" altLang="en-US" b="1" dirty="0"/>
          </a:p>
        </p:txBody>
      </p:sp>
      <p:sp>
        <p:nvSpPr>
          <p:cNvPr id="94211" name="Rectangle 3">
            <a:extLst>
              <a:ext uri="{FF2B5EF4-FFF2-40B4-BE49-F238E27FC236}">
                <a16:creationId xmlns:a16="http://schemas.microsoft.com/office/drawing/2014/main" id="{80BD6178-C4B0-4C75-8DAC-4BACC675B45A}"/>
              </a:ext>
            </a:extLst>
          </p:cNvPr>
          <p:cNvSpPr>
            <a:spLocks noGrp="1" noChangeArrowheads="1"/>
          </p:cNvSpPr>
          <p:nvPr>
            <p:ph idx="1"/>
          </p:nvPr>
        </p:nvSpPr>
        <p:spPr/>
        <p:txBody>
          <a:bodyPr/>
          <a:lstStyle/>
          <a:p>
            <a:pPr eaLnBrk="1" hangingPunct="1"/>
            <a:endParaRPr lang="en-US" altLang="en-US"/>
          </a:p>
        </p:txBody>
      </p:sp>
      <p:grpSp>
        <p:nvGrpSpPr>
          <p:cNvPr id="94212" name="Group 4">
            <a:extLst>
              <a:ext uri="{FF2B5EF4-FFF2-40B4-BE49-F238E27FC236}">
                <a16:creationId xmlns:a16="http://schemas.microsoft.com/office/drawing/2014/main" id="{03F5F4ED-E05D-4F04-808E-8A9E4E592A72}"/>
              </a:ext>
            </a:extLst>
          </p:cNvPr>
          <p:cNvGrpSpPr>
            <a:grpSpLocks/>
          </p:cNvGrpSpPr>
          <p:nvPr/>
        </p:nvGrpSpPr>
        <p:grpSpPr bwMode="auto">
          <a:xfrm>
            <a:off x="2133600" y="2436813"/>
            <a:ext cx="2438400" cy="2978149"/>
            <a:chOff x="384" y="1920"/>
            <a:chExt cx="1536" cy="1876"/>
          </a:xfrm>
        </p:grpSpPr>
        <p:sp>
          <p:nvSpPr>
            <p:cNvPr id="94227" name="Line 5">
              <a:extLst>
                <a:ext uri="{FF2B5EF4-FFF2-40B4-BE49-F238E27FC236}">
                  <a16:creationId xmlns:a16="http://schemas.microsoft.com/office/drawing/2014/main" id="{6061622E-1570-47C4-A2F0-0BB44724AB7F}"/>
                </a:ext>
              </a:extLst>
            </p:cNvPr>
            <p:cNvSpPr>
              <a:spLocks noChangeShapeType="1"/>
            </p:cNvSpPr>
            <p:nvPr/>
          </p:nvSpPr>
          <p:spPr bwMode="auto">
            <a:xfrm>
              <a:off x="384" y="3456"/>
              <a:ext cx="15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28" name="Rectangle 6">
              <a:extLst>
                <a:ext uri="{FF2B5EF4-FFF2-40B4-BE49-F238E27FC236}">
                  <a16:creationId xmlns:a16="http://schemas.microsoft.com/office/drawing/2014/main" id="{B49B8A45-EA17-4147-A7AB-51042A877BA7}"/>
                </a:ext>
              </a:extLst>
            </p:cNvPr>
            <p:cNvSpPr>
              <a:spLocks noChangeArrowheads="1"/>
            </p:cNvSpPr>
            <p:nvPr/>
          </p:nvSpPr>
          <p:spPr bwMode="auto">
            <a:xfrm>
              <a:off x="1056" y="1920"/>
              <a:ext cx="144" cy="1536"/>
            </a:xfrm>
            <a:prstGeom prst="rect">
              <a:avLst/>
            </a:prstGeom>
            <a:solidFill>
              <a:srgbClr val="000080"/>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94229" name="Text Box 7">
              <a:extLst>
                <a:ext uri="{FF2B5EF4-FFF2-40B4-BE49-F238E27FC236}">
                  <a16:creationId xmlns:a16="http://schemas.microsoft.com/office/drawing/2014/main" id="{5E2E9DC7-2470-4D47-B586-BC8A51A05756}"/>
                </a:ext>
              </a:extLst>
            </p:cNvPr>
            <p:cNvSpPr txBox="1">
              <a:spLocks noChangeArrowheads="1"/>
            </p:cNvSpPr>
            <p:nvPr/>
          </p:nvSpPr>
          <p:spPr bwMode="auto">
            <a:xfrm>
              <a:off x="998" y="3505"/>
              <a:ext cx="24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r>
                <a:rPr lang="en-US" altLang="en-US" sz="2400">
                  <a:latin typeface="Tahoma" panose="020B0604030504040204" pitchFamily="34" charset="0"/>
                </a:rPr>
                <a:t>A</a:t>
              </a:r>
            </a:p>
          </p:txBody>
        </p:sp>
      </p:grpSp>
      <p:grpSp>
        <p:nvGrpSpPr>
          <p:cNvPr id="94213" name="Group 8">
            <a:extLst>
              <a:ext uri="{FF2B5EF4-FFF2-40B4-BE49-F238E27FC236}">
                <a16:creationId xmlns:a16="http://schemas.microsoft.com/office/drawing/2014/main" id="{6B99E923-EF04-441F-8EF7-BC6BBFD8EA67}"/>
              </a:ext>
            </a:extLst>
          </p:cNvPr>
          <p:cNvGrpSpPr>
            <a:grpSpLocks/>
          </p:cNvGrpSpPr>
          <p:nvPr/>
        </p:nvGrpSpPr>
        <p:grpSpPr bwMode="auto">
          <a:xfrm>
            <a:off x="2362200" y="3732213"/>
            <a:ext cx="1905000" cy="1143000"/>
            <a:chOff x="528" y="2736"/>
            <a:chExt cx="1200" cy="720"/>
          </a:xfrm>
        </p:grpSpPr>
        <p:sp>
          <p:nvSpPr>
            <p:cNvPr id="94222" name="Rectangle 9">
              <a:extLst>
                <a:ext uri="{FF2B5EF4-FFF2-40B4-BE49-F238E27FC236}">
                  <a16:creationId xmlns:a16="http://schemas.microsoft.com/office/drawing/2014/main" id="{BB63CE5C-5090-4040-81DE-615FC3F26F14}"/>
                </a:ext>
              </a:extLst>
            </p:cNvPr>
            <p:cNvSpPr>
              <a:spLocks noChangeArrowheads="1"/>
            </p:cNvSpPr>
            <p:nvPr/>
          </p:nvSpPr>
          <p:spPr bwMode="auto">
            <a:xfrm>
              <a:off x="528" y="3312"/>
              <a:ext cx="1200" cy="144"/>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94223" name="Rectangle 10">
              <a:extLst>
                <a:ext uri="{FF2B5EF4-FFF2-40B4-BE49-F238E27FC236}">
                  <a16:creationId xmlns:a16="http://schemas.microsoft.com/office/drawing/2014/main" id="{7344F69C-4B89-4C8A-8AC5-591D4B50F203}"/>
                </a:ext>
              </a:extLst>
            </p:cNvPr>
            <p:cNvSpPr>
              <a:spLocks noChangeArrowheads="1"/>
            </p:cNvSpPr>
            <p:nvPr/>
          </p:nvSpPr>
          <p:spPr bwMode="auto">
            <a:xfrm>
              <a:off x="624" y="3168"/>
              <a:ext cx="1008" cy="144"/>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94224" name="Rectangle 11">
              <a:extLst>
                <a:ext uri="{FF2B5EF4-FFF2-40B4-BE49-F238E27FC236}">
                  <a16:creationId xmlns:a16="http://schemas.microsoft.com/office/drawing/2014/main" id="{CBA1938D-8FD8-436C-A7E5-670BEC1939DC}"/>
                </a:ext>
              </a:extLst>
            </p:cNvPr>
            <p:cNvSpPr>
              <a:spLocks noChangeArrowheads="1"/>
            </p:cNvSpPr>
            <p:nvPr/>
          </p:nvSpPr>
          <p:spPr bwMode="auto">
            <a:xfrm>
              <a:off x="720" y="3024"/>
              <a:ext cx="816" cy="144"/>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94225" name="Rectangle 12">
              <a:extLst>
                <a:ext uri="{FF2B5EF4-FFF2-40B4-BE49-F238E27FC236}">
                  <a16:creationId xmlns:a16="http://schemas.microsoft.com/office/drawing/2014/main" id="{1B5CE18B-4430-4A75-9420-4A187B3E280E}"/>
                </a:ext>
              </a:extLst>
            </p:cNvPr>
            <p:cNvSpPr>
              <a:spLocks noChangeArrowheads="1"/>
            </p:cNvSpPr>
            <p:nvPr/>
          </p:nvSpPr>
          <p:spPr bwMode="auto">
            <a:xfrm>
              <a:off x="816" y="2880"/>
              <a:ext cx="624" cy="144"/>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94226" name="Rectangle 13">
              <a:extLst>
                <a:ext uri="{FF2B5EF4-FFF2-40B4-BE49-F238E27FC236}">
                  <a16:creationId xmlns:a16="http://schemas.microsoft.com/office/drawing/2014/main" id="{CBC7892F-9E44-4A92-A0EF-EA352943A9EA}"/>
                </a:ext>
              </a:extLst>
            </p:cNvPr>
            <p:cNvSpPr>
              <a:spLocks noChangeArrowheads="1"/>
            </p:cNvSpPr>
            <p:nvPr/>
          </p:nvSpPr>
          <p:spPr bwMode="auto">
            <a:xfrm>
              <a:off x="912" y="2736"/>
              <a:ext cx="432" cy="144"/>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grpSp>
      <p:grpSp>
        <p:nvGrpSpPr>
          <p:cNvPr id="94214" name="Group 14">
            <a:extLst>
              <a:ext uri="{FF2B5EF4-FFF2-40B4-BE49-F238E27FC236}">
                <a16:creationId xmlns:a16="http://schemas.microsoft.com/office/drawing/2014/main" id="{3847442E-BB34-4B7E-ACA0-3E4375A2AB5C}"/>
              </a:ext>
            </a:extLst>
          </p:cNvPr>
          <p:cNvGrpSpPr>
            <a:grpSpLocks/>
          </p:cNvGrpSpPr>
          <p:nvPr/>
        </p:nvGrpSpPr>
        <p:grpSpPr bwMode="auto">
          <a:xfrm>
            <a:off x="4876800" y="2436815"/>
            <a:ext cx="2438400" cy="2976563"/>
            <a:chOff x="2112" y="1920"/>
            <a:chExt cx="1536" cy="1875"/>
          </a:xfrm>
        </p:grpSpPr>
        <p:sp>
          <p:nvSpPr>
            <p:cNvPr id="94219" name="Line 15">
              <a:extLst>
                <a:ext uri="{FF2B5EF4-FFF2-40B4-BE49-F238E27FC236}">
                  <a16:creationId xmlns:a16="http://schemas.microsoft.com/office/drawing/2014/main" id="{F22C99B5-D9E4-44D0-B014-969678417580}"/>
                </a:ext>
              </a:extLst>
            </p:cNvPr>
            <p:cNvSpPr>
              <a:spLocks noChangeShapeType="1"/>
            </p:cNvSpPr>
            <p:nvPr/>
          </p:nvSpPr>
          <p:spPr bwMode="auto">
            <a:xfrm>
              <a:off x="2112" y="3456"/>
              <a:ext cx="15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20" name="Rectangle 16">
              <a:extLst>
                <a:ext uri="{FF2B5EF4-FFF2-40B4-BE49-F238E27FC236}">
                  <a16:creationId xmlns:a16="http://schemas.microsoft.com/office/drawing/2014/main" id="{A4187B34-59BC-4396-82FD-71B82D370EE8}"/>
                </a:ext>
              </a:extLst>
            </p:cNvPr>
            <p:cNvSpPr>
              <a:spLocks noChangeArrowheads="1"/>
            </p:cNvSpPr>
            <p:nvPr/>
          </p:nvSpPr>
          <p:spPr bwMode="auto">
            <a:xfrm>
              <a:off x="2832" y="1920"/>
              <a:ext cx="144" cy="1536"/>
            </a:xfrm>
            <a:prstGeom prst="rect">
              <a:avLst/>
            </a:prstGeom>
            <a:solidFill>
              <a:srgbClr val="000080"/>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94221" name="Text Box 17">
              <a:extLst>
                <a:ext uri="{FF2B5EF4-FFF2-40B4-BE49-F238E27FC236}">
                  <a16:creationId xmlns:a16="http://schemas.microsoft.com/office/drawing/2014/main" id="{C4AECA93-6345-499E-881C-D0892B92F52E}"/>
                </a:ext>
              </a:extLst>
            </p:cNvPr>
            <p:cNvSpPr txBox="1">
              <a:spLocks noChangeArrowheads="1"/>
            </p:cNvSpPr>
            <p:nvPr/>
          </p:nvSpPr>
          <p:spPr bwMode="auto">
            <a:xfrm>
              <a:off x="2784" y="3504"/>
              <a:ext cx="25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r>
                <a:rPr lang="en-US" altLang="en-US" sz="2400">
                  <a:latin typeface="Tahoma" panose="020B0604030504040204" pitchFamily="34" charset="0"/>
                </a:rPr>
                <a:t>B</a:t>
              </a:r>
            </a:p>
          </p:txBody>
        </p:sp>
      </p:grpSp>
      <p:grpSp>
        <p:nvGrpSpPr>
          <p:cNvPr id="94215" name="Group 18">
            <a:extLst>
              <a:ext uri="{FF2B5EF4-FFF2-40B4-BE49-F238E27FC236}">
                <a16:creationId xmlns:a16="http://schemas.microsoft.com/office/drawing/2014/main" id="{8C757F53-34DA-44DE-B61F-77A9C3391B35}"/>
              </a:ext>
            </a:extLst>
          </p:cNvPr>
          <p:cNvGrpSpPr>
            <a:grpSpLocks/>
          </p:cNvGrpSpPr>
          <p:nvPr/>
        </p:nvGrpSpPr>
        <p:grpSpPr bwMode="auto">
          <a:xfrm>
            <a:off x="7620000" y="2436815"/>
            <a:ext cx="2438400" cy="2976563"/>
            <a:chOff x="3840" y="1920"/>
            <a:chExt cx="1536" cy="1875"/>
          </a:xfrm>
        </p:grpSpPr>
        <p:sp>
          <p:nvSpPr>
            <p:cNvPr id="94216" name="Line 19">
              <a:extLst>
                <a:ext uri="{FF2B5EF4-FFF2-40B4-BE49-F238E27FC236}">
                  <a16:creationId xmlns:a16="http://schemas.microsoft.com/office/drawing/2014/main" id="{1E75E419-5528-412A-A50F-87F2B3C507D6}"/>
                </a:ext>
              </a:extLst>
            </p:cNvPr>
            <p:cNvSpPr>
              <a:spLocks noChangeShapeType="1"/>
            </p:cNvSpPr>
            <p:nvPr/>
          </p:nvSpPr>
          <p:spPr bwMode="auto">
            <a:xfrm>
              <a:off x="3840" y="3456"/>
              <a:ext cx="15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17" name="Rectangle 20">
              <a:extLst>
                <a:ext uri="{FF2B5EF4-FFF2-40B4-BE49-F238E27FC236}">
                  <a16:creationId xmlns:a16="http://schemas.microsoft.com/office/drawing/2014/main" id="{DF077BE9-5360-4533-893A-56D60F11D0F9}"/>
                </a:ext>
              </a:extLst>
            </p:cNvPr>
            <p:cNvSpPr>
              <a:spLocks noChangeArrowheads="1"/>
            </p:cNvSpPr>
            <p:nvPr/>
          </p:nvSpPr>
          <p:spPr bwMode="auto">
            <a:xfrm>
              <a:off x="4512" y="1920"/>
              <a:ext cx="144" cy="1536"/>
            </a:xfrm>
            <a:prstGeom prst="rect">
              <a:avLst/>
            </a:prstGeom>
            <a:solidFill>
              <a:srgbClr val="000080"/>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94218" name="Text Box 21">
              <a:extLst>
                <a:ext uri="{FF2B5EF4-FFF2-40B4-BE49-F238E27FC236}">
                  <a16:creationId xmlns:a16="http://schemas.microsoft.com/office/drawing/2014/main" id="{5AB45B53-C05C-4146-BD2A-CD4CFA681C73}"/>
                </a:ext>
              </a:extLst>
            </p:cNvPr>
            <p:cNvSpPr txBox="1">
              <a:spLocks noChangeArrowheads="1"/>
            </p:cNvSpPr>
            <p:nvPr/>
          </p:nvSpPr>
          <p:spPr bwMode="auto">
            <a:xfrm>
              <a:off x="4473" y="3504"/>
              <a:ext cx="24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r>
                <a:rPr lang="en-US" altLang="en-US" sz="2400">
                  <a:latin typeface="Tahoma" panose="020B0604030504040204" pitchFamily="34" charset="0"/>
                </a:rPr>
                <a:t>C</a:t>
              </a:r>
            </a:p>
          </p:txBody>
        </p:sp>
      </p:grpSp>
    </p:spTree>
    <p:extLst>
      <p:ext uri="{BB962C8B-B14F-4D97-AF65-F5344CB8AC3E}">
        <p14:creationId xmlns:p14="http://schemas.microsoft.com/office/powerpoint/2010/main" val="2792830856"/>
      </p:ext>
    </p:extLst>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ADF88-8368-40A7-91D4-AD6CF533298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BCA6C05-3ED0-4E7D-B1A7-961179D5A0A7}"/>
              </a:ext>
            </a:extLst>
          </p:cNvPr>
          <p:cNvSpPr>
            <a:spLocks noGrp="1"/>
          </p:cNvSpPr>
          <p:nvPr>
            <p:ph idx="1"/>
          </p:nvPr>
        </p:nvSpPr>
        <p:spPr/>
        <p:txBody>
          <a:bodyPr/>
          <a:lstStyle/>
          <a:p>
            <a:pPr algn="just"/>
            <a:r>
              <a:rPr lang="en-US" sz="2400" dirty="0"/>
              <a:t>T</a:t>
            </a:r>
            <a:r>
              <a:rPr lang="vi-VN" sz="2400" dirty="0"/>
              <a:t>ruyền thuyết kể về một ngôi đền Hindu nơi câu đố kim tự tháp có thể đã được sử dụng cho kỷ luật tinh thần của các linh mục trẻ. Truyền thuyết nói rằng vào đầu thời gian, các linh mục trong đền thờ được trao một chồng 64 đĩa vàng, mỗi đĩa nhỏ hơn một chút so với cái bên dưới nó. Nhiệm vụ của họ là chuyển 64 đĩa từ một trong ba cực sang một cực khác, với một đĩa lớn điều kiện quan trọng không bao giờ có thể được đặt lên trên một đĩa nhỏ hơn. Các linh mục làm việc rất hiệu quả, cả ngày lẫn đêm. </a:t>
            </a:r>
            <a:r>
              <a:rPr lang="en-US" sz="2400" dirty="0"/>
              <a:t>=&gt; </a:t>
            </a:r>
            <a:r>
              <a:rPr lang="en-US" sz="2400" dirty="0" err="1"/>
              <a:t>nguồn</a:t>
            </a:r>
            <a:r>
              <a:rPr lang="en-US" sz="2400" dirty="0"/>
              <a:t> </a:t>
            </a:r>
            <a:r>
              <a:rPr lang="en-US" sz="2400" dirty="0" err="1"/>
              <a:t>cảm</a:t>
            </a:r>
            <a:r>
              <a:rPr lang="en-US" sz="2400" dirty="0"/>
              <a:t> </a:t>
            </a:r>
            <a:r>
              <a:rPr lang="en-US" sz="2400" dirty="0" err="1"/>
              <a:t>hứng</a:t>
            </a:r>
            <a:r>
              <a:rPr lang="en-US" sz="2400" dirty="0"/>
              <a:t> </a:t>
            </a:r>
            <a:r>
              <a:rPr lang="en-US" sz="2400" dirty="0" err="1"/>
              <a:t>cho</a:t>
            </a:r>
            <a:r>
              <a:rPr lang="en-US" sz="2400" dirty="0"/>
              <a:t> </a:t>
            </a:r>
            <a:r>
              <a:rPr lang="vi-VN" sz="2400" dirty="0"/>
              <a:t>nhà toán học người Pháp, Edouard Lucas,</a:t>
            </a:r>
            <a:r>
              <a:rPr lang="en-US" sz="2400" dirty="0"/>
              <a:t> </a:t>
            </a:r>
            <a:r>
              <a:rPr lang="en-US" sz="2400" dirty="0" err="1"/>
              <a:t>phát</a:t>
            </a:r>
            <a:r>
              <a:rPr lang="en-US" sz="2400" dirty="0"/>
              <a:t> </a:t>
            </a:r>
            <a:r>
              <a:rPr lang="en-US" sz="2400" dirty="0" err="1"/>
              <a:t>minh</a:t>
            </a:r>
            <a:r>
              <a:rPr lang="vi-VN" sz="2400" dirty="0"/>
              <a:t> vào năm 1883</a:t>
            </a:r>
            <a:endParaRPr lang="en-US" sz="3600" dirty="0"/>
          </a:p>
        </p:txBody>
      </p:sp>
    </p:spTree>
    <p:extLst>
      <p:ext uri="{BB962C8B-B14F-4D97-AF65-F5344CB8AC3E}">
        <p14:creationId xmlns:p14="http://schemas.microsoft.com/office/powerpoint/2010/main" val="4090534661"/>
      </p:ext>
    </p:extLst>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02A9A399-6794-43C2-BE24-D2343C4A210A}"/>
              </a:ext>
            </a:extLst>
          </p:cNvPr>
          <p:cNvSpPr>
            <a:spLocks noGrp="1" noChangeArrowheads="1"/>
          </p:cNvSpPr>
          <p:nvPr>
            <p:ph type="title"/>
          </p:nvPr>
        </p:nvSpPr>
        <p:spPr/>
        <p:txBody>
          <a:bodyPr/>
          <a:lstStyle/>
          <a:p>
            <a:pPr eaLnBrk="1" hangingPunct="1"/>
            <a:r>
              <a:rPr lang="en-US" altLang="en-US" sz="2800" b="1" dirty="0"/>
              <a:t>c. </a:t>
            </a:r>
            <a:r>
              <a:rPr lang="en-US" altLang="en-US" sz="2800" b="1" dirty="0" err="1"/>
              <a:t>Bài</a:t>
            </a:r>
            <a:r>
              <a:rPr lang="en-US" altLang="en-US" sz="2800" b="1" dirty="0"/>
              <a:t> </a:t>
            </a:r>
            <a:r>
              <a:rPr lang="en-US" altLang="en-US" sz="2800" b="1" dirty="0" err="1"/>
              <a:t>toán</a:t>
            </a:r>
            <a:r>
              <a:rPr lang="en-US" altLang="en-US" sz="2800" b="1" dirty="0"/>
              <a:t> </a:t>
            </a:r>
            <a:r>
              <a:rPr lang="en-US" altLang="en-US" sz="2800" b="1" dirty="0" err="1"/>
              <a:t>tháp</a:t>
            </a:r>
            <a:r>
              <a:rPr lang="en-US" altLang="en-US" sz="2800" b="1" dirty="0"/>
              <a:t> </a:t>
            </a:r>
            <a:r>
              <a:rPr lang="en-US" altLang="en-US" sz="2800" b="1" dirty="0" err="1"/>
              <a:t>Hà</a:t>
            </a:r>
            <a:r>
              <a:rPr lang="en-US" altLang="en-US" sz="2800" b="1" dirty="0"/>
              <a:t> </a:t>
            </a:r>
            <a:r>
              <a:rPr lang="en-US" altLang="en-US" sz="2800" b="1" dirty="0" err="1"/>
              <a:t>Nội</a:t>
            </a:r>
            <a:endParaRPr lang="en-US" altLang="en-US" sz="2800" b="1" dirty="0"/>
          </a:p>
        </p:txBody>
      </p:sp>
      <p:sp>
        <p:nvSpPr>
          <p:cNvPr id="95235" name="Rectangle 3">
            <a:extLst>
              <a:ext uri="{FF2B5EF4-FFF2-40B4-BE49-F238E27FC236}">
                <a16:creationId xmlns:a16="http://schemas.microsoft.com/office/drawing/2014/main" id="{4E6BE598-0C38-4BC3-A1CB-5AF3136B4EE4}"/>
              </a:ext>
            </a:extLst>
          </p:cNvPr>
          <p:cNvSpPr>
            <a:spLocks noGrp="1" noChangeArrowheads="1"/>
          </p:cNvSpPr>
          <p:nvPr>
            <p:ph idx="1"/>
          </p:nvPr>
        </p:nvSpPr>
        <p:spPr>
          <a:xfrm>
            <a:off x="1556013" y="1063210"/>
            <a:ext cx="8486512" cy="4959350"/>
          </a:xfrm>
        </p:spPr>
        <p:txBody>
          <a:bodyPr/>
          <a:lstStyle/>
          <a:p>
            <a:pPr algn="just" eaLnBrk="1" hangingPunct="1"/>
            <a:r>
              <a:rPr lang="en-US" altLang="en-US" dirty="0" err="1"/>
              <a:t>Bài</a:t>
            </a:r>
            <a:r>
              <a:rPr lang="en-US" altLang="en-US" dirty="0"/>
              <a:t> </a:t>
            </a:r>
            <a:r>
              <a:rPr lang="en-US" altLang="en-US" dirty="0" err="1"/>
              <a:t>toán</a:t>
            </a:r>
            <a:r>
              <a:rPr lang="en-US" altLang="en-US" dirty="0"/>
              <a:t> </a:t>
            </a:r>
            <a:r>
              <a:rPr lang="en-US" altLang="en-US" dirty="0" err="1"/>
              <a:t>tháp</a:t>
            </a:r>
            <a:r>
              <a:rPr lang="en-US" altLang="en-US" dirty="0"/>
              <a:t> </a:t>
            </a:r>
            <a:r>
              <a:rPr lang="en-US" altLang="en-US" dirty="0" err="1"/>
              <a:t>Hà</a:t>
            </a:r>
            <a:r>
              <a:rPr lang="en-US" altLang="en-US" dirty="0"/>
              <a:t> </a:t>
            </a:r>
            <a:r>
              <a:rPr lang="en-US" altLang="en-US" dirty="0" err="1"/>
              <a:t>nội</a:t>
            </a:r>
            <a:r>
              <a:rPr lang="en-US" altLang="en-US" dirty="0"/>
              <a:t>: </a:t>
            </a:r>
          </a:p>
          <a:p>
            <a:pPr lvl="1" algn="just" eaLnBrk="1" hangingPunct="1"/>
            <a:r>
              <a:rPr lang="en-US" altLang="en-US" dirty="0" err="1">
                <a:latin typeface="Arial" panose="020B0604020202020204" pitchFamily="34" charset="0"/>
              </a:rPr>
              <a:t>Có</a:t>
            </a:r>
            <a:r>
              <a:rPr lang="en-US" altLang="en-US" dirty="0">
                <a:latin typeface="Arial" panose="020B0604020202020204" pitchFamily="34" charset="0"/>
              </a:rPr>
              <a:t> 3 </a:t>
            </a:r>
            <a:r>
              <a:rPr lang="en-US" altLang="en-US" dirty="0" err="1">
                <a:latin typeface="Arial" panose="020B0604020202020204" pitchFamily="34" charset="0"/>
              </a:rPr>
              <a:t>cọc</a:t>
            </a:r>
            <a:r>
              <a:rPr lang="en-US" altLang="en-US" dirty="0">
                <a:latin typeface="Arial" panose="020B0604020202020204" pitchFamily="34" charset="0"/>
              </a:rPr>
              <a:t> A, B, C </a:t>
            </a:r>
            <a:r>
              <a:rPr lang="en-US" altLang="en-US" dirty="0" err="1">
                <a:latin typeface="Arial" panose="020B0604020202020204" pitchFamily="34" charset="0"/>
              </a:rPr>
              <a:t>và</a:t>
            </a:r>
            <a:r>
              <a:rPr lang="en-US" altLang="en-US" dirty="0">
                <a:latin typeface="Arial" panose="020B0604020202020204" pitchFamily="34" charset="0"/>
              </a:rPr>
              <a:t> </a:t>
            </a:r>
            <a:r>
              <a:rPr lang="en-US" altLang="en-US" dirty="0" err="1">
                <a:latin typeface="Arial" panose="020B0604020202020204" pitchFamily="34" charset="0"/>
              </a:rPr>
              <a:t>bộ</a:t>
            </a:r>
            <a:r>
              <a:rPr lang="en-US" altLang="en-US" dirty="0">
                <a:latin typeface="Arial" panose="020B0604020202020204" pitchFamily="34" charset="0"/>
              </a:rPr>
              <a:t> n </a:t>
            </a:r>
            <a:r>
              <a:rPr lang="en-US" altLang="en-US" dirty="0" err="1">
                <a:latin typeface="Arial" panose="020B0604020202020204" pitchFamily="34" charset="0"/>
              </a:rPr>
              <a:t>đĩa</a:t>
            </a:r>
            <a:r>
              <a:rPr lang="en-US" altLang="en-US" dirty="0">
                <a:latin typeface="Arial" panose="020B0604020202020204" pitchFamily="34" charset="0"/>
              </a:rPr>
              <a:t>, </a:t>
            </a:r>
            <a:r>
              <a:rPr lang="en-US" altLang="en-US" dirty="0" err="1">
                <a:latin typeface="Arial" panose="020B0604020202020204" pitchFamily="34" charset="0"/>
              </a:rPr>
              <a:t>các</a:t>
            </a:r>
            <a:r>
              <a:rPr lang="en-US" altLang="en-US" dirty="0">
                <a:latin typeface="Arial" panose="020B0604020202020204" pitchFamily="34" charset="0"/>
              </a:rPr>
              <a:t> </a:t>
            </a:r>
            <a:r>
              <a:rPr lang="en-US" altLang="en-US" dirty="0" err="1">
                <a:latin typeface="Arial" panose="020B0604020202020204" pitchFamily="34" charset="0"/>
              </a:rPr>
              <a:t>đĩa</a:t>
            </a:r>
            <a:r>
              <a:rPr lang="en-US" altLang="en-US" dirty="0">
                <a:latin typeface="Arial" panose="020B0604020202020204" pitchFamily="34" charset="0"/>
              </a:rPr>
              <a:t> </a:t>
            </a:r>
            <a:r>
              <a:rPr lang="en-US" altLang="en-US" dirty="0" err="1">
                <a:latin typeface="Arial" panose="020B0604020202020204" pitchFamily="34" charset="0"/>
              </a:rPr>
              <a:t>có</a:t>
            </a:r>
            <a:r>
              <a:rPr lang="en-US" altLang="en-US" dirty="0">
                <a:latin typeface="Arial" panose="020B0604020202020204" pitchFamily="34" charset="0"/>
              </a:rPr>
              <a:t> </a:t>
            </a:r>
            <a:r>
              <a:rPr lang="en-US" altLang="en-US" dirty="0" err="1">
                <a:latin typeface="Arial" panose="020B0604020202020204" pitchFamily="34" charset="0"/>
              </a:rPr>
              <a:t>lỗ</a:t>
            </a:r>
            <a:r>
              <a:rPr lang="en-US" altLang="en-US" dirty="0">
                <a:latin typeface="Arial" panose="020B0604020202020204" pitchFamily="34" charset="0"/>
              </a:rPr>
              <a:t> </a:t>
            </a:r>
            <a:r>
              <a:rPr lang="en-US" altLang="en-US" dirty="0" err="1">
                <a:latin typeface="Arial" panose="020B0604020202020204" pitchFamily="34" charset="0"/>
              </a:rPr>
              <a:t>thủng</a:t>
            </a:r>
            <a:r>
              <a:rPr lang="en-US" altLang="en-US" dirty="0">
                <a:latin typeface="Arial" panose="020B0604020202020204" pitchFamily="34" charset="0"/>
              </a:rPr>
              <a:t> ở </a:t>
            </a:r>
            <a:r>
              <a:rPr lang="en-US" altLang="en-US" dirty="0" err="1">
                <a:latin typeface="Arial" panose="020B0604020202020204" pitchFamily="34" charset="0"/>
              </a:rPr>
              <a:t>giữa</a:t>
            </a:r>
            <a:r>
              <a:rPr lang="en-US" altLang="en-US" dirty="0">
                <a:latin typeface="Arial" panose="020B0604020202020204" pitchFamily="34" charset="0"/>
              </a:rPr>
              <a:t> </a:t>
            </a:r>
            <a:r>
              <a:rPr lang="en-US" altLang="en-US" dirty="0" err="1">
                <a:latin typeface="Arial" panose="020B0604020202020204" pitchFamily="34" charset="0"/>
              </a:rPr>
              <a:t>và</a:t>
            </a:r>
            <a:r>
              <a:rPr lang="en-US" altLang="en-US" dirty="0">
                <a:latin typeface="Arial" panose="020B0604020202020204" pitchFamily="34" charset="0"/>
              </a:rPr>
              <a:t> </a:t>
            </a:r>
            <a:r>
              <a:rPr lang="en-US" altLang="en-US" dirty="0" err="1">
                <a:latin typeface="Arial" panose="020B0604020202020204" pitchFamily="34" charset="0"/>
              </a:rPr>
              <a:t>có</a:t>
            </a:r>
            <a:r>
              <a:rPr lang="en-US" altLang="en-US" dirty="0">
                <a:latin typeface="Arial" panose="020B0604020202020204" pitchFamily="34" charset="0"/>
              </a:rPr>
              <a:t> </a:t>
            </a:r>
            <a:r>
              <a:rPr lang="en-US" altLang="en-US" dirty="0" err="1">
                <a:latin typeface="Arial" panose="020B0604020202020204" pitchFamily="34" charset="0"/>
              </a:rPr>
              <a:t>kích</a:t>
            </a:r>
            <a:r>
              <a:rPr lang="en-US" altLang="en-US" dirty="0">
                <a:latin typeface="Arial" panose="020B0604020202020204" pitchFamily="34" charset="0"/>
              </a:rPr>
              <a:t> </a:t>
            </a:r>
            <a:r>
              <a:rPr lang="en-US" altLang="en-US" dirty="0" err="1">
                <a:latin typeface="Arial" panose="020B0604020202020204" pitchFamily="34" charset="0"/>
              </a:rPr>
              <a:t>th</a:t>
            </a:r>
            <a:r>
              <a:rPr lang="vi-VN" altLang="en-US" dirty="0">
                <a:latin typeface="Arial" panose="020B0604020202020204" pitchFamily="34" charset="0"/>
              </a:rPr>
              <a:t>ư</a:t>
            </a:r>
            <a:r>
              <a:rPr lang="en-US" altLang="en-US" dirty="0" err="1">
                <a:latin typeface="Arial" panose="020B0604020202020204" pitchFamily="34" charset="0"/>
              </a:rPr>
              <a:t>ớc</a:t>
            </a:r>
            <a:r>
              <a:rPr lang="en-US" altLang="en-US" dirty="0">
                <a:latin typeface="Arial" panose="020B0604020202020204" pitchFamily="34" charset="0"/>
              </a:rPr>
              <a:t> </a:t>
            </a:r>
            <a:r>
              <a:rPr lang="en-US" altLang="en-US" dirty="0" err="1">
                <a:latin typeface="Arial" panose="020B0604020202020204" pitchFamily="34" charset="0"/>
              </a:rPr>
              <a:t>khác</a:t>
            </a:r>
            <a:r>
              <a:rPr lang="en-US" altLang="en-US" dirty="0">
                <a:latin typeface="Arial" panose="020B0604020202020204" pitchFamily="34" charset="0"/>
              </a:rPr>
              <a:t> </a:t>
            </a:r>
            <a:r>
              <a:rPr lang="en-US" altLang="en-US" dirty="0" err="1">
                <a:latin typeface="Arial" panose="020B0604020202020204" pitchFamily="34" charset="0"/>
              </a:rPr>
              <a:t>nhau</a:t>
            </a:r>
            <a:r>
              <a:rPr lang="en-US" altLang="en-US" dirty="0">
                <a:latin typeface="Arial" panose="020B0604020202020204" pitchFamily="34" charset="0"/>
              </a:rPr>
              <a:t>. Ban </a:t>
            </a:r>
            <a:r>
              <a:rPr lang="en-US" altLang="en-US" dirty="0" err="1">
                <a:latin typeface="Arial" panose="020B0604020202020204" pitchFamily="34" charset="0"/>
              </a:rPr>
              <a:t>đầu</a:t>
            </a:r>
            <a:r>
              <a:rPr lang="en-US" altLang="en-US" dirty="0">
                <a:latin typeface="Arial" panose="020B0604020202020204" pitchFamily="34" charset="0"/>
              </a:rPr>
              <a:t> </a:t>
            </a:r>
            <a:r>
              <a:rPr lang="en-US" altLang="en-US" dirty="0" err="1">
                <a:latin typeface="Arial" panose="020B0604020202020204" pitchFamily="34" charset="0"/>
              </a:rPr>
              <a:t>các</a:t>
            </a:r>
            <a:r>
              <a:rPr lang="en-US" altLang="en-US" dirty="0">
                <a:latin typeface="Arial" panose="020B0604020202020204" pitchFamily="34" charset="0"/>
              </a:rPr>
              <a:t> </a:t>
            </a:r>
            <a:r>
              <a:rPr lang="en-US" altLang="en-US" dirty="0" err="1">
                <a:latin typeface="Arial" panose="020B0604020202020204" pitchFamily="34" charset="0"/>
              </a:rPr>
              <a:t>đĩa</a:t>
            </a:r>
            <a:r>
              <a:rPr lang="en-US" altLang="en-US" dirty="0">
                <a:latin typeface="Arial" panose="020B0604020202020204" pitchFamily="34" charset="0"/>
              </a:rPr>
              <a:t> </a:t>
            </a:r>
            <a:r>
              <a:rPr lang="en-US" altLang="en-US" dirty="0" err="1">
                <a:latin typeface="Arial" panose="020B0604020202020204" pitchFamily="34" charset="0"/>
              </a:rPr>
              <a:t>đều</a:t>
            </a:r>
            <a:r>
              <a:rPr lang="en-US" altLang="en-US" dirty="0">
                <a:latin typeface="Arial" panose="020B0604020202020204" pitchFamily="34" charset="0"/>
              </a:rPr>
              <a:t> </a:t>
            </a:r>
            <a:r>
              <a:rPr lang="en-US" altLang="en-US" dirty="0" err="1">
                <a:latin typeface="Arial" panose="020B0604020202020204" pitchFamily="34" charset="0"/>
              </a:rPr>
              <a:t>nằm</a:t>
            </a:r>
            <a:r>
              <a:rPr lang="en-US" altLang="en-US" dirty="0">
                <a:latin typeface="Arial" panose="020B0604020202020204" pitchFamily="34" charset="0"/>
              </a:rPr>
              <a:t> </a:t>
            </a:r>
            <a:r>
              <a:rPr lang="en-US" altLang="en-US" dirty="0" err="1">
                <a:latin typeface="Arial" panose="020B0604020202020204" pitchFamily="34" charset="0"/>
              </a:rPr>
              <a:t>trên</a:t>
            </a:r>
            <a:r>
              <a:rPr lang="en-US" altLang="en-US" dirty="0">
                <a:latin typeface="Arial" panose="020B0604020202020204" pitchFamily="34" charset="0"/>
              </a:rPr>
              <a:t> </a:t>
            </a:r>
            <a:r>
              <a:rPr lang="en-US" altLang="en-US" dirty="0" err="1">
                <a:latin typeface="Arial" panose="020B0604020202020204" pitchFamily="34" charset="0"/>
              </a:rPr>
              <a:t>một</a:t>
            </a:r>
            <a:r>
              <a:rPr lang="en-US" altLang="en-US" dirty="0">
                <a:latin typeface="Arial" panose="020B0604020202020204" pitchFamily="34" charset="0"/>
              </a:rPr>
              <a:t> </a:t>
            </a:r>
            <a:r>
              <a:rPr lang="en-US" altLang="en-US" dirty="0" err="1">
                <a:latin typeface="Arial" panose="020B0604020202020204" pitchFamily="34" charset="0"/>
              </a:rPr>
              <a:t>cọc</a:t>
            </a:r>
            <a:r>
              <a:rPr lang="en-US" altLang="en-US" dirty="0">
                <a:latin typeface="Arial" panose="020B0604020202020204" pitchFamily="34" charset="0"/>
              </a:rPr>
              <a:t> A (A </a:t>
            </a:r>
            <a:r>
              <a:rPr lang="en-US" altLang="en-US" dirty="0" err="1">
                <a:latin typeface="Arial" panose="020B0604020202020204" pitchFamily="34" charset="0"/>
              </a:rPr>
              <a:t>cọc</a:t>
            </a:r>
            <a:r>
              <a:rPr lang="en-US" altLang="en-US" dirty="0">
                <a:latin typeface="Arial" panose="020B0604020202020204" pitchFamily="34" charset="0"/>
              </a:rPr>
              <a:t> </a:t>
            </a:r>
            <a:r>
              <a:rPr lang="en-US" altLang="en-US" dirty="0" err="1">
                <a:latin typeface="Arial" panose="020B0604020202020204" pitchFamily="34" charset="0"/>
              </a:rPr>
              <a:t>nguồn</a:t>
            </a:r>
            <a:r>
              <a:rPr lang="en-US" altLang="en-US" dirty="0">
                <a:latin typeface="Arial" panose="020B0604020202020204" pitchFamily="34" charset="0"/>
              </a:rPr>
              <a:t>, B </a:t>
            </a:r>
            <a:r>
              <a:rPr lang="en-US" altLang="en-US" dirty="0" err="1">
                <a:latin typeface="Arial" panose="020B0604020202020204" pitchFamily="34" charset="0"/>
              </a:rPr>
              <a:t>trung</a:t>
            </a:r>
            <a:r>
              <a:rPr lang="en-US" altLang="en-US" dirty="0">
                <a:latin typeface="Arial" panose="020B0604020202020204" pitchFamily="34" charset="0"/>
              </a:rPr>
              <a:t> </a:t>
            </a:r>
            <a:r>
              <a:rPr lang="en-US" altLang="en-US" dirty="0" err="1">
                <a:latin typeface="Arial" panose="020B0604020202020204" pitchFamily="34" charset="0"/>
              </a:rPr>
              <a:t>gian</a:t>
            </a:r>
            <a:r>
              <a:rPr lang="en-US" altLang="en-US" dirty="0">
                <a:latin typeface="Arial" panose="020B0604020202020204" pitchFamily="34" charset="0"/>
              </a:rPr>
              <a:t>, C </a:t>
            </a:r>
            <a:r>
              <a:rPr lang="en-US" altLang="en-US" dirty="0" err="1">
                <a:latin typeface="Arial" panose="020B0604020202020204" pitchFamily="34" charset="0"/>
              </a:rPr>
              <a:t>cọc</a:t>
            </a:r>
            <a:r>
              <a:rPr lang="en-US" altLang="en-US" dirty="0">
                <a:latin typeface="Arial" panose="020B0604020202020204" pitchFamily="34" charset="0"/>
              </a:rPr>
              <a:t> </a:t>
            </a:r>
            <a:r>
              <a:rPr lang="en-US" altLang="en-US" dirty="0" err="1">
                <a:latin typeface="Arial" panose="020B0604020202020204" pitchFamily="34" charset="0"/>
              </a:rPr>
              <a:t>đích</a:t>
            </a:r>
            <a:r>
              <a:rPr lang="en-US" altLang="en-US" dirty="0">
                <a:latin typeface="Arial" panose="020B0604020202020204" pitchFamily="34" charset="0"/>
              </a:rPr>
              <a:t>)</a:t>
            </a:r>
          </a:p>
          <a:p>
            <a:pPr lvl="1" algn="just" eaLnBrk="1" hangingPunct="1"/>
            <a:r>
              <a:rPr lang="en-US" altLang="en-US" dirty="0" err="1">
                <a:latin typeface="Arial" panose="020B0604020202020204" pitchFamily="34" charset="0"/>
              </a:rPr>
              <a:t>Yêu</a:t>
            </a:r>
            <a:r>
              <a:rPr lang="en-US" altLang="en-US" dirty="0">
                <a:latin typeface="Arial" panose="020B0604020202020204" pitchFamily="34" charset="0"/>
              </a:rPr>
              <a:t> </a:t>
            </a:r>
            <a:r>
              <a:rPr lang="en-US" altLang="en-US" dirty="0" err="1">
                <a:latin typeface="Arial" panose="020B0604020202020204" pitchFamily="34" charset="0"/>
              </a:rPr>
              <a:t>cầu</a:t>
            </a:r>
            <a:r>
              <a:rPr lang="en-US" altLang="en-US" dirty="0">
                <a:latin typeface="Arial" panose="020B0604020202020204" pitchFamily="34" charset="0"/>
              </a:rPr>
              <a:t>: </a:t>
            </a:r>
            <a:r>
              <a:rPr lang="en-US" altLang="en-US" dirty="0" err="1">
                <a:latin typeface="Arial" panose="020B0604020202020204" pitchFamily="34" charset="0"/>
              </a:rPr>
              <a:t>chuyển</a:t>
            </a:r>
            <a:r>
              <a:rPr lang="en-US" altLang="en-US" dirty="0">
                <a:latin typeface="Arial" panose="020B0604020202020204" pitchFamily="34" charset="0"/>
              </a:rPr>
              <a:t> n </a:t>
            </a:r>
            <a:r>
              <a:rPr lang="en-US" altLang="en-US" dirty="0" err="1">
                <a:latin typeface="Arial" panose="020B0604020202020204" pitchFamily="34" charset="0"/>
              </a:rPr>
              <a:t>đĩa</a:t>
            </a:r>
            <a:r>
              <a:rPr lang="en-US" altLang="en-US" dirty="0">
                <a:latin typeface="Arial" panose="020B0604020202020204" pitchFamily="34" charset="0"/>
              </a:rPr>
              <a:t> </a:t>
            </a:r>
            <a:r>
              <a:rPr lang="en-US" altLang="en-US" dirty="0" err="1">
                <a:latin typeface="Arial" panose="020B0604020202020204" pitchFamily="34" charset="0"/>
              </a:rPr>
              <a:t>từ</a:t>
            </a:r>
            <a:r>
              <a:rPr lang="en-US" altLang="en-US" dirty="0">
                <a:latin typeface="Arial" panose="020B0604020202020204" pitchFamily="34" charset="0"/>
              </a:rPr>
              <a:t> </a:t>
            </a:r>
            <a:r>
              <a:rPr lang="en-US" altLang="en-US" dirty="0" err="1">
                <a:latin typeface="Arial" panose="020B0604020202020204" pitchFamily="34" charset="0"/>
              </a:rPr>
              <a:t>cọc</a:t>
            </a:r>
            <a:r>
              <a:rPr lang="en-US" altLang="en-US" dirty="0">
                <a:latin typeface="Arial" panose="020B0604020202020204" pitchFamily="34" charset="0"/>
              </a:rPr>
              <a:t> A sang </a:t>
            </a:r>
            <a:r>
              <a:rPr lang="en-US" altLang="en-US" dirty="0" err="1">
                <a:latin typeface="Arial" panose="020B0604020202020204" pitchFamily="34" charset="0"/>
              </a:rPr>
              <a:t>cọc</a:t>
            </a:r>
            <a:r>
              <a:rPr lang="en-US" altLang="en-US" dirty="0">
                <a:latin typeface="Arial" panose="020B0604020202020204" pitchFamily="34" charset="0"/>
              </a:rPr>
              <a:t> C </a:t>
            </a:r>
            <a:r>
              <a:rPr lang="en-US" altLang="en-US" dirty="0" err="1">
                <a:latin typeface="Arial" panose="020B0604020202020204" pitchFamily="34" charset="0"/>
              </a:rPr>
              <a:t>mà</a:t>
            </a:r>
            <a:r>
              <a:rPr lang="en-US" altLang="en-US" dirty="0">
                <a:latin typeface="Arial" panose="020B0604020202020204" pitchFamily="34" charset="0"/>
              </a:rPr>
              <a:t> </a:t>
            </a:r>
            <a:r>
              <a:rPr lang="en-US" altLang="en-US" dirty="0" err="1">
                <a:latin typeface="Arial" panose="020B0604020202020204" pitchFamily="34" charset="0"/>
              </a:rPr>
              <a:t>vẫn</a:t>
            </a:r>
            <a:r>
              <a:rPr lang="en-US" altLang="en-US" dirty="0">
                <a:latin typeface="Arial" panose="020B0604020202020204" pitchFamily="34" charset="0"/>
              </a:rPr>
              <a:t> </a:t>
            </a:r>
            <a:r>
              <a:rPr lang="en-US" altLang="en-US" dirty="0" err="1">
                <a:latin typeface="Arial" panose="020B0604020202020204" pitchFamily="34" charset="0"/>
              </a:rPr>
              <a:t>giữ</a:t>
            </a:r>
            <a:r>
              <a:rPr lang="en-US" altLang="en-US" dirty="0">
                <a:latin typeface="Arial" panose="020B0604020202020204" pitchFamily="34" charset="0"/>
              </a:rPr>
              <a:t> </a:t>
            </a:r>
            <a:r>
              <a:rPr lang="en-US" altLang="en-US" dirty="0" err="1">
                <a:latin typeface="Arial" panose="020B0604020202020204" pitchFamily="34" charset="0"/>
              </a:rPr>
              <a:t>nguyên</a:t>
            </a:r>
            <a:r>
              <a:rPr lang="en-US" altLang="en-US" dirty="0">
                <a:latin typeface="Arial" panose="020B0604020202020204" pitchFamily="34" charset="0"/>
              </a:rPr>
              <a:t> </a:t>
            </a:r>
            <a:r>
              <a:rPr lang="en-US" altLang="en-US" dirty="0" err="1">
                <a:latin typeface="Arial" panose="020B0604020202020204" pitchFamily="34" charset="0"/>
              </a:rPr>
              <a:t>thứ</a:t>
            </a:r>
            <a:r>
              <a:rPr lang="en-US" altLang="en-US" dirty="0">
                <a:latin typeface="Arial" panose="020B0604020202020204" pitchFamily="34" charset="0"/>
              </a:rPr>
              <a:t> </a:t>
            </a:r>
            <a:r>
              <a:rPr lang="en-US" altLang="en-US" dirty="0" err="1">
                <a:latin typeface="Arial" panose="020B0604020202020204" pitchFamily="34" charset="0"/>
              </a:rPr>
              <a:t>tự</a:t>
            </a:r>
            <a:r>
              <a:rPr lang="en-US" altLang="en-US" dirty="0">
                <a:latin typeface="Arial" panose="020B0604020202020204" pitchFamily="34" charset="0"/>
              </a:rPr>
              <a:t> </a:t>
            </a:r>
            <a:r>
              <a:rPr lang="en-US" altLang="en-US" dirty="0" err="1">
                <a:latin typeface="Arial" panose="020B0604020202020204" pitchFamily="34" charset="0"/>
              </a:rPr>
              <a:t>sắp</a:t>
            </a:r>
            <a:r>
              <a:rPr lang="en-US" altLang="en-US" dirty="0">
                <a:latin typeface="Arial" panose="020B0604020202020204" pitchFamily="34" charset="0"/>
              </a:rPr>
              <a:t> </a:t>
            </a:r>
            <a:r>
              <a:rPr lang="en-US" altLang="en-US" dirty="0" err="1">
                <a:latin typeface="Arial" panose="020B0604020202020204" pitchFamily="34" charset="0"/>
              </a:rPr>
              <a:t>xếp</a:t>
            </a:r>
            <a:r>
              <a:rPr lang="en-US" altLang="en-US" dirty="0">
                <a:latin typeface="Arial" panose="020B0604020202020204" pitchFamily="34" charset="0"/>
              </a:rPr>
              <a:t> </a:t>
            </a:r>
            <a:r>
              <a:rPr lang="en-US" altLang="en-US" dirty="0" err="1">
                <a:latin typeface="Arial" panose="020B0604020202020204" pitchFamily="34" charset="0"/>
              </a:rPr>
              <a:t>của</a:t>
            </a:r>
            <a:r>
              <a:rPr lang="en-US" altLang="en-US" dirty="0">
                <a:latin typeface="Arial" panose="020B0604020202020204" pitchFamily="34" charset="0"/>
              </a:rPr>
              <a:t> </a:t>
            </a:r>
            <a:r>
              <a:rPr lang="en-US" altLang="en-US" dirty="0" err="1">
                <a:latin typeface="Arial" panose="020B0604020202020204" pitchFamily="34" charset="0"/>
              </a:rPr>
              <a:t>đĩa</a:t>
            </a:r>
            <a:endParaRPr lang="en-US" altLang="en-US" dirty="0">
              <a:latin typeface="Arial" panose="020B0604020202020204" pitchFamily="34" charset="0"/>
            </a:endParaRPr>
          </a:p>
          <a:p>
            <a:pPr algn="just" eaLnBrk="1" hangingPunct="1"/>
            <a:endParaRPr lang="en-US" altLang="en-US" dirty="0"/>
          </a:p>
        </p:txBody>
      </p:sp>
    </p:spTree>
    <p:extLst>
      <p:ext uri="{BB962C8B-B14F-4D97-AF65-F5344CB8AC3E}">
        <p14:creationId xmlns:p14="http://schemas.microsoft.com/office/powerpoint/2010/main" val="412786598"/>
      </p:ext>
    </p:extLst>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02A9A399-6794-43C2-BE24-D2343C4A210A}"/>
              </a:ext>
            </a:extLst>
          </p:cNvPr>
          <p:cNvSpPr>
            <a:spLocks noGrp="1" noChangeArrowheads="1"/>
          </p:cNvSpPr>
          <p:nvPr>
            <p:ph type="title"/>
          </p:nvPr>
        </p:nvSpPr>
        <p:spPr/>
        <p:txBody>
          <a:bodyPr/>
          <a:lstStyle/>
          <a:p>
            <a:pPr eaLnBrk="1" hangingPunct="1"/>
            <a:r>
              <a:rPr lang="en-US" altLang="en-US" sz="2800" b="1" dirty="0"/>
              <a:t>c. </a:t>
            </a:r>
            <a:r>
              <a:rPr lang="en-US" altLang="en-US" sz="2800" b="1" dirty="0" err="1"/>
              <a:t>Bài</a:t>
            </a:r>
            <a:r>
              <a:rPr lang="en-US" altLang="en-US" sz="2800" b="1" dirty="0"/>
              <a:t> </a:t>
            </a:r>
            <a:r>
              <a:rPr lang="en-US" altLang="en-US" sz="2800" b="1" dirty="0" err="1"/>
              <a:t>toán</a:t>
            </a:r>
            <a:r>
              <a:rPr lang="en-US" altLang="en-US" sz="2800" b="1" dirty="0"/>
              <a:t> </a:t>
            </a:r>
            <a:r>
              <a:rPr lang="en-US" altLang="en-US" sz="2800" b="1" dirty="0" err="1"/>
              <a:t>tháp</a:t>
            </a:r>
            <a:r>
              <a:rPr lang="en-US" altLang="en-US" sz="2800" b="1" dirty="0"/>
              <a:t> </a:t>
            </a:r>
            <a:r>
              <a:rPr lang="en-US" altLang="en-US" sz="2800" b="1" dirty="0" err="1"/>
              <a:t>Hà</a:t>
            </a:r>
            <a:r>
              <a:rPr lang="en-US" altLang="en-US" sz="2800" b="1" dirty="0"/>
              <a:t> </a:t>
            </a:r>
            <a:r>
              <a:rPr lang="en-US" altLang="en-US" sz="2800" b="1" dirty="0" err="1"/>
              <a:t>Nội</a:t>
            </a:r>
            <a:endParaRPr lang="en-US" altLang="en-US" sz="2800" b="1" dirty="0"/>
          </a:p>
        </p:txBody>
      </p:sp>
      <p:sp>
        <p:nvSpPr>
          <p:cNvPr id="95235" name="Rectangle 3">
            <a:extLst>
              <a:ext uri="{FF2B5EF4-FFF2-40B4-BE49-F238E27FC236}">
                <a16:creationId xmlns:a16="http://schemas.microsoft.com/office/drawing/2014/main" id="{4E6BE598-0C38-4BC3-A1CB-5AF3136B4EE4}"/>
              </a:ext>
            </a:extLst>
          </p:cNvPr>
          <p:cNvSpPr>
            <a:spLocks noGrp="1" noChangeArrowheads="1"/>
          </p:cNvSpPr>
          <p:nvPr>
            <p:ph idx="1"/>
          </p:nvPr>
        </p:nvSpPr>
        <p:spPr>
          <a:xfrm>
            <a:off x="1556013" y="1063210"/>
            <a:ext cx="8486512" cy="4959350"/>
          </a:xfrm>
        </p:spPr>
        <p:txBody>
          <a:bodyPr/>
          <a:lstStyle/>
          <a:p>
            <a:pPr lvl="1" algn="just" eaLnBrk="1" hangingPunct="1"/>
            <a:r>
              <a:rPr lang="en-US" altLang="en-US" sz="2400" dirty="0" err="1">
                <a:latin typeface="Arial" panose="020B0604020202020204" pitchFamily="34" charset="0"/>
              </a:rPr>
              <a:t>Yêu</a:t>
            </a:r>
            <a:r>
              <a:rPr lang="en-US" altLang="en-US" sz="2400" dirty="0">
                <a:latin typeface="Arial" panose="020B0604020202020204" pitchFamily="34" charset="0"/>
              </a:rPr>
              <a:t> </a:t>
            </a:r>
            <a:r>
              <a:rPr lang="en-US" altLang="en-US" sz="2400" dirty="0" err="1">
                <a:latin typeface="Arial" panose="020B0604020202020204" pitchFamily="34" charset="0"/>
              </a:rPr>
              <a:t>cầu</a:t>
            </a:r>
            <a:r>
              <a:rPr lang="en-US" altLang="en-US" sz="2400" dirty="0">
                <a:latin typeface="Arial" panose="020B0604020202020204" pitchFamily="34" charset="0"/>
              </a:rPr>
              <a:t> </a:t>
            </a:r>
            <a:r>
              <a:rPr lang="en-US" altLang="en-US" sz="2400" dirty="0" err="1">
                <a:latin typeface="Arial" panose="020B0604020202020204" pitchFamily="34" charset="0"/>
              </a:rPr>
              <a:t>đặt</a:t>
            </a:r>
            <a:r>
              <a:rPr lang="en-US" altLang="en-US" sz="2400" dirty="0">
                <a:latin typeface="Arial" panose="020B0604020202020204" pitchFamily="34" charset="0"/>
              </a:rPr>
              <a:t> ra: </a:t>
            </a:r>
          </a:p>
          <a:p>
            <a:pPr lvl="2" algn="just"/>
            <a:r>
              <a:rPr lang="en-US" altLang="en-US" dirty="0" err="1">
                <a:latin typeface="Arial" panose="020B0604020202020204" pitchFamily="34" charset="0"/>
              </a:rPr>
              <a:t>Chuyển</a:t>
            </a:r>
            <a:r>
              <a:rPr lang="en-US" altLang="en-US" dirty="0">
                <a:latin typeface="Arial" panose="020B0604020202020204" pitchFamily="34" charset="0"/>
              </a:rPr>
              <a:t> </a:t>
            </a:r>
            <a:r>
              <a:rPr lang="en-US" altLang="en-US" dirty="0" err="1">
                <a:latin typeface="Arial" panose="020B0604020202020204" pitchFamily="34" charset="0"/>
              </a:rPr>
              <a:t>chồng</a:t>
            </a:r>
            <a:r>
              <a:rPr lang="en-US" altLang="en-US" dirty="0">
                <a:latin typeface="Arial" panose="020B0604020202020204" pitchFamily="34" charset="0"/>
              </a:rPr>
              <a:t> </a:t>
            </a:r>
            <a:r>
              <a:rPr lang="en-US" altLang="en-US" dirty="0" err="1">
                <a:latin typeface="Arial" panose="020B0604020202020204" pitchFamily="34" charset="0"/>
              </a:rPr>
              <a:t>đĩa</a:t>
            </a:r>
            <a:r>
              <a:rPr lang="en-US" altLang="en-US" dirty="0">
                <a:latin typeface="Arial" panose="020B0604020202020204" pitchFamily="34" charset="0"/>
              </a:rPr>
              <a:t> </a:t>
            </a:r>
            <a:r>
              <a:rPr lang="en-US" altLang="en-US" dirty="0" err="1">
                <a:latin typeface="Arial" panose="020B0604020202020204" pitchFamily="34" charset="0"/>
              </a:rPr>
              <a:t>từ</a:t>
            </a:r>
            <a:r>
              <a:rPr lang="en-US" altLang="en-US" dirty="0">
                <a:latin typeface="Arial" panose="020B0604020202020204" pitchFamily="34" charset="0"/>
              </a:rPr>
              <a:t> </a:t>
            </a:r>
            <a:r>
              <a:rPr lang="en-US" altLang="en-US" dirty="0" err="1">
                <a:latin typeface="Arial" panose="020B0604020202020204" pitchFamily="34" charset="0"/>
              </a:rPr>
              <a:t>cọc</a:t>
            </a:r>
            <a:r>
              <a:rPr lang="en-US" altLang="en-US" dirty="0">
                <a:latin typeface="Arial" panose="020B0604020202020204" pitchFamily="34" charset="0"/>
              </a:rPr>
              <a:t> A sang </a:t>
            </a:r>
            <a:r>
              <a:rPr lang="en-US" altLang="en-US" dirty="0" err="1">
                <a:latin typeface="Arial" panose="020B0604020202020204" pitchFamily="34" charset="0"/>
              </a:rPr>
              <a:t>cọc</a:t>
            </a:r>
            <a:r>
              <a:rPr lang="en-US" altLang="en-US" dirty="0">
                <a:latin typeface="Arial" panose="020B0604020202020204" pitchFamily="34" charset="0"/>
              </a:rPr>
              <a:t> C, </a:t>
            </a:r>
            <a:r>
              <a:rPr lang="en-US" altLang="en-US" dirty="0" err="1">
                <a:latin typeface="Arial" panose="020B0604020202020204" pitchFamily="34" charset="0"/>
              </a:rPr>
              <a:t>theo</a:t>
            </a:r>
            <a:r>
              <a:rPr lang="en-US" altLang="en-US" dirty="0">
                <a:latin typeface="Arial" panose="020B0604020202020204" pitchFamily="34" charset="0"/>
              </a:rPr>
              <a:t> </a:t>
            </a:r>
            <a:r>
              <a:rPr lang="en-US" altLang="en-US" dirty="0" err="1">
                <a:latin typeface="Arial" panose="020B0604020202020204" pitchFamily="34" charset="0"/>
              </a:rPr>
              <a:t>những</a:t>
            </a:r>
            <a:r>
              <a:rPr lang="en-US" altLang="en-US" dirty="0">
                <a:latin typeface="Arial" panose="020B0604020202020204" pitchFamily="34" charset="0"/>
              </a:rPr>
              <a:t> </a:t>
            </a:r>
            <a:r>
              <a:rPr lang="en-US" altLang="en-US" dirty="0" err="1">
                <a:latin typeface="Arial" panose="020B0604020202020204" pitchFamily="34" charset="0"/>
              </a:rPr>
              <a:t>điều</a:t>
            </a:r>
            <a:r>
              <a:rPr lang="en-US" altLang="en-US" dirty="0">
                <a:latin typeface="Arial" panose="020B0604020202020204" pitchFamily="34" charset="0"/>
              </a:rPr>
              <a:t> </a:t>
            </a:r>
            <a:r>
              <a:rPr lang="en-US" altLang="en-US" dirty="0" err="1">
                <a:latin typeface="Arial" panose="020B0604020202020204" pitchFamily="34" charset="0"/>
              </a:rPr>
              <a:t>kiên</a:t>
            </a:r>
            <a:r>
              <a:rPr lang="en-US" altLang="en-US" dirty="0">
                <a:latin typeface="Arial" panose="020B0604020202020204" pitchFamily="34" charset="0"/>
              </a:rPr>
              <a:t>:</a:t>
            </a:r>
          </a:p>
          <a:p>
            <a:pPr marL="1257300" lvl="2" indent="-342900" algn="just">
              <a:buAutoNum type="arabicParenR"/>
            </a:pPr>
            <a:r>
              <a:rPr lang="en-US" altLang="en-US" dirty="0" err="1">
                <a:latin typeface="Arial" panose="020B0604020202020204" pitchFamily="34" charset="0"/>
              </a:rPr>
              <a:t>Mỗi</a:t>
            </a:r>
            <a:r>
              <a:rPr lang="en-US" altLang="en-US" dirty="0">
                <a:latin typeface="Arial" panose="020B0604020202020204" pitchFamily="34" charset="0"/>
              </a:rPr>
              <a:t> </a:t>
            </a:r>
            <a:r>
              <a:rPr lang="en-US" altLang="en-US" dirty="0" err="1">
                <a:latin typeface="Arial" panose="020B0604020202020204" pitchFamily="34" charset="0"/>
              </a:rPr>
              <a:t>lân</a:t>
            </a:r>
            <a:r>
              <a:rPr lang="en-US" altLang="en-US" dirty="0">
                <a:latin typeface="Arial" panose="020B0604020202020204" pitchFamily="34" charset="0"/>
              </a:rPr>
              <a:t> </a:t>
            </a:r>
            <a:r>
              <a:rPr lang="en-US" altLang="en-US" dirty="0" err="1">
                <a:latin typeface="Arial" panose="020B0604020202020204" pitchFamily="34" charset="0"/>
              </a:rPr>
              <a:t>chỉ</a:t>
            </a:r>
            <a:r>
              <a:rPr lang="en-US" altLang="en-US" dirty="0">
                <a:latin typeface="Arial" panose="020B0604020202020204" pitchFamily="34" charset="0"/>
              </a:rPr>
              <a:t> đ</a:t>
            </a:r>
            <a:r>
              <a:rPr lang="vi-VN" altLang="en-US" dirty="0">
                <a:latin typeface="Arial" panose="020B0604020202020204" pitchFamily="34" charset="0"/>
              </a:rPr>
              <a:t>ư</a:t>
            </a:r>
            <a:r>
              <a:rPr lang="en-US" altLang="en-US" dirty="0" err="1">
                <a:latin typeface="Arial" panose="020B0604020202020204" pitchFamily="34" charset="0"/>
              </a:rPr>
              <a:t>ợc</a:t>
            </a:r>
            <a:r>
              <a:rPr lang="en-US" altLang="en-US" dirty="0">
                <a:latin typeface="Arial" panose="020B0604020202020204" pitchFamily="34" charset="0"/>
              </a:rPr>
              <a:t> </a:t>
            </a:r>
            <a:r>
              <a:rPr lang="en-US" altLang="en-US" dirty="0" err="1">
                <a:latin typeface="Arial" panose="020B0604020202020204" pitchFamily="34" charset="0"/>
              </a:rPr>
              <a:t>chuyển</a:t>
            </a:r>
            <a:r>
              <a:rPr lang="en-US" altLang="en-US" dirty="0">
                <a:latin typeface="Arial" panose="020B0604020202020204" pitchFamily="34" charset="0"/>
              </a:rPr>
              <a:t> </a:t>
            </a:r>
            <a:r>
              <a:rPr lang="en-US" altLang="en-US" dirty="0" err="1">
                <a:latin typeface="Arial" panose="020B0604020202020204" pitchFamily="34" charset="0"/>
              </a:rPr>
              <a:t>một</a:t>
            </a:r>
            <a:r>
              <a:rPr lang="en-US" altLang="en-US" dirty="0">
                <a:latin typeface="Arial" panose="020B0604020202020204" pitchFamily="34" charset="0"/>
              </a:rPr>
              <a:t> </a:t>
            </a:r>
            <a:r>
              <a:rPr lang="en-US" altLang="en-US" dirty="0" err="1">
                <a:latin typeface="Arial" panose="020B0604020202020204" pitchFamily="34" charset="0"/>
              </a:rPr>
              <a:t>đĩa</a:t>
            </a:r>
            <a:endParaRPr lang="en-US" altLang="en-US" dirty="0">
              <a:latin typeface="Arial" panose="020B0604020202020204" pitchFamily="34" charset="0"/>
            </a:endParaRPr>
          </a:p>
          <a:p>
            <a:pPr marL="1257300" lvl="2" indent="-342900" algn="just">
              <a:buAutoNum type="arabicParenR"/>
            </a:pPr>
            <a:r>
              <a:rPr lang="en-US" altLang="en-US" dirty="0" err="1">
                <a:latin typeface="Arial" panose="020B0604020202020204" pitchFamily="34" charset="0"/>
              </a:rPr>
              <a:t>Đĩa</a:t>
            </a:r>
            <a:r>
              <a:rPr lang="en-US" altLang="en-US" dirty="0">
                <a:latin typeface="Arial" panose="020B0604020202020204" pitchFamily="34" charset="0"/>
              </a:rPr>
              <a:t> to </a:t>
            </a:r>
            <a:r>
              <a:rPr lang="en-US" altLang="en-US" dirty="0" err="1">
                <a:latin typeface="Arial" panose="020B0604020202020204" pitchFamily="34" charset="0"/>
              </a:rPr>
              <a:t>luôn</a:t>
            </a:r>
            <a:r>
              <a:rPr lang="en-US" altLang="en-US" dirty="0">
                <a:latin typeface="Arial" panose="020B0604020202020204" pitchFamily="34" charset="0"/>
              </a:rPr>
              <a:t> ở </a:t>
            </a:r>
            <a:r>
              <a:rPr lang="en-US" altLang="en-US" dirty="0" err="1">
                <a:latin typeface="Arial" panose="020B0604020202020204" pitchFamily="34" charset="0"/>
              </a:rPr>
              <a:t>dưới</a:t>
            </a:r>
            <a:r>
              <a:rPr lang="en-US" altLang="en-US" dirty="0">
                <a:latin typeface="Arial" panose="020B0604020202020204" pitchFamily="34" charset="0"/>
              </a:rPr>
              <a:t>, </a:t>
            </a:r>
            <a:r>
              <a:rPr lang="en-US" altLang="en-US" dirty="0" err="1">
                <a:latin typeface="Arial" panose="020B0604020202020204" pitchFamily="34" charset="0"/>
              </a:rPr>
              <a:t>đĩa</a:t>
            </a:r>
            <a:r>
              <a:rPr lang="en-US" altLang="en-US" dirty="0">
                <a:latin typeface="Arial" panose="020B0604020202020204" pitchFamily="34" charset="0"/>
              </a:rPr>
              <a:t> </a:t>
            </a:r>
            <a:r>
              <a:rPr lang="en-US" altLang="en-US" dirty="0" err="1">
                <a:latin typeface="Arial" panose="020B0604020202020204" pitchFamily="34" charset="0"/>
              </a:rPr>
              <a:t>nhỏ</a:t>
            </a:r>
            <a:r>
              <a:rPr lang="en-US" altLang="en-US" dirty="0">
                <a:latin typeface="Arial" panose="020B0604020202020204" pitchFamily="34" charset="0"/>
              </a:rPr>
              <a:t> ở </a:t>
            </a:r>
            <a:r>
              <a:rPr lang="en-US" altLang="en-US" dirty="0" err="1">
                <a:latin typeface="Arial" panose="020B0604020202020204" pitchFamily="34" charset="0"/>
              </a:rPr>
              <a:t>trên</a:t>
            </a:r>
            <a:endParaRPr lang="en-US" altLang="en-US" dirty="0">
              <a:latin typeface="Arial" panose="020B0604020202020204" pitchFamily="34" charset="0"/>
            </a:endParaRPr>
          </a:p>
          <a:p>
            <a:pPr marL="1257300" lvl="2" indent="-342900" algn="just">
              <a:buAutoNum type="arabicParenR"/>
            </a:pPr>
            <a:r>
              <a:rPr lang="en-US" altLang="en-US" dirty="0" err="1">
                <a:latin typeface="Arial" panose="020B0604020202020204" pitchFamily="34" charset="0"/>
              </a:rPr>
              <a:t>Được</a:t>
            </a:r>
            <a:r>
              <a:rPr lang="en-US" altLang="en-US" dirty="0">
                <a:latin typeface="Arial" panose="020B0604020202020204" pitchFamily="34" charset="0"/>
              </a:rPr>
              <a:t> </a:t>
            </a:r>
            <a:r>
              <a:rPr lang="en-US" altLang="en-US" dirty="0" err="1">
                <a:latin typeface="Arial" panose="020B0604020202020204" pitchFamily="34" charset="0"/>
              </a:rPr>
              <a:t>phép</a:t>
            </a:r>
            <a:r>
              <a:rPr lang="en-US" altLang="en-US" dirty="0">
                <a:latin typeface="Arial" panose="020B0604020202020204" pitchFamily="34" charset="0"/>
              </a:rPr>
              <a:t> </a:t>
            </a:r>
            <a:r>
              <a:rPr lang="en-US" altLang="en-US" dirty="0" err="1">
                <a:latin typeface="Arial" panose="020B0604020202020204" pitchFamily="34" charset="0"/>
              </a:rPr>
              <a:t>sử</a:t>
            </a:r>
            <a:r>
              <a:rPr lang="en-US" altLang="en-US" dirty="0">
                <a:latin typeface="Arial" panose="020B0604020202020204" pitchFamily="34" charset="0"/>
              </a:rPr>
              <a:t> </a:t>
            </a:r>
            <a:r>
              <a:rPr lang="en-US" altLang="en-US" dirty="0" err="1">
                <a:latin typeface="Arial" panose="020B0604020202020204" pitchFamily="34" charset="0"/>
              </a:rPr>
              <a:t>dụng</a:t>
            </a:r>
            <a:r>
              <a:rPr lang="en-US" altLang="en-US" dirty="0">
                <a:latin typeface="Arial" panose="020B0604020202020204" pitchFamily="34" charset="0"/>
              </a:rPr>
              <a:t> </a:t>
            </a:r>
            <a:r>
              <a:rPr lang="en-US" altLang="en-US" dirty="0" err="1">
                <a:latin typeface="Arial" panose="020B0604020202020204" pitchFamily="34" charset="0"/>
              </a:rPr>
              <a:t>một</a:t>
            </a:r>
            <a:r>
              <a:rPr lang="en-US" altLang="en-US" dirty="0">
                <a:latin typeface="Arial" panose="020B0604020202020204" pitchFamily="34" charset="0"/>
              </a:rPr>
              <a:t> </a:t>
            </a:r>
            <a:r>
              <a:rPr lang="en-US" altLang="en-US" dirty="0" err="1">
                <a:latin typeface="Arial" panose="020B0604020202020204" pitchFamily="34" charset="0"/>
              </a:rPr>
              <a:t>cọc</a:t>
            </a:r>
            <a:r>
              <a:rPr lang="en-US" altLang="en-US" dirty="0">
                <a:latin typeface="Arial" panose="020B0604020202020204" pitchFamily="34" charset="0"/>
              </a:rPr>
              <a:t> </a:t>
            </a:r>
            <a:r>
              <a:rPr lang="en-US" altLang="en-US" dirty="0" err="1">
                <a:latin typeface="Arial" panose="020B0604020202020204" pitchFamily="34" charset="0"/>
              </a:rPr>
              <a:t>làm</a:t>
            </a:r>
            <a:r>
              <a:rPr lang="en-US" altLang="en-US" dirty="0">
                <a:latin typeface="Arial" panose="020B0604020202020204" pitchFamily="34" charset="0"/>
              </a:rPr>
              <a:t> </a:t>
            </a:r>
            <a:r>
              <a:rPr lang="en-US" altLang="en-US" dirty="0" err="1">
                <a:latin typeface="Arial" panose="020B0604020202020204" pitchFamily="34" charset="0"/>
              </a:rPr>
              <a:t>cọc</a:t>
            </a:r>
            <a:r>
              <a:rPr lang="en-US" altLang="en-US" dirty="0">
                <a:latin typeface="Arial" panose="020B0604020202020204" pitchFamily="34" charset="0"/>
              </a:rPr>
              <a:t> </a:t>
            </a:r>
            <a:r>
              <a:rPr lang="en-US" altLang="en-US" dirty="0" err="1">
                <a:latin typeface="Arial" panose="020B0604020202020204" pitchFamily="34" charset="0"/>
              </a:rPr>
              <a:t>trung</a:t>
            </a:r>
            <a:r>
              <a:rPr lang="en-US" altLang="en-US" dirty="0">
                <a:latin typeface="Arial" panose="020B0604020202020204" pitchFamily="34" charset="0"/>
              </a:rPr>
              <a:t> </a:t>
            </a:r>
            <a:r>
              <a:rPr lang="en-US" altLang="en-US" dirty="0" err="1">
                <a:latin typeface="Arial" panose="020B0604020202020204" pitchFamily="34" charset="0"/>
              </a:rPr>
              <a:t>chuyển</a:t>
            </a:r>
            <a:r>
              <a:rPr lang="en-US" altLang="en-US" dirty="0">
                <a:latin typeface="Arial" panose="020B0604020202020204" pitchFamily="34" charset="0"/>
              </a:rPr>
              <a:t>, </a:t>
            </a:r>
            <a:r>
              <a:rPr lang="en-US" altLang="en-US" dirty="0" err="1">
                <a:latin typeface="Arial" panose="020B0604020202020204" pitchFamily="34" charset="0"/>
              </a:rPr>
              <a:t>ví</a:t>
            </a:r>
            <a:r>
              <a:rPr lang="en-US" altLang="en-US" dirty="0">
                <a:latin typeface="Arial" panose="020B0604020202020204" pitchFamily="34" charset="0"/>
              </a:rPr>
              <a:t> </a:t>
            </a:r>
            <a:r>
              <a:rPr lang="en-US" altLang="en-US" dirty="0" err="1">
                <a:latin typeface="Arial" panose="020B0604020202020204" pitchFamily="34" charset="0"/>
              </a:rPr>
              <a:t>dụ</a:t>
            </a:r>
            <a:endParaRPr lang="en-US" altLang="en-US" dirty="0">
              <a:latin typeface="Arial" panose="020B0604020202020204" pitchFamily="34" charset="0"/>
            </a:endParaRPr>
          </a:p>
          <a:p>
            <a:pPr marL="914400" lvl="2" indent="0" algn="just">
              <a:buNone/>
            </a:pPr>
            <a:r>
              <a:rPr lang="en-US" altLang="en-US" dirty="0" err="1">
                <a:latin typeface="Arial" panose="020B0604020202020204" pitchFamily="34" charset="0"/>
              </a:rPr>
              <a:t>Khi</a:t>
            </a:r>
            <a:r>
              <a:rPr lang="en-US" altLang="en-US" dirty="0">
                <a:latin typeface="Arial" panose="020B0604020202020204" pitchFamily="34" charset="0"/>
              </a:rPr>
              <a:t> </a:t>
            </a:r>
            <a:r>
              <a:rPr lang="en-US" altLang="en-US" dirty="0" err="1">
                <a:latin typeface="Arial" panose="020B0604020202020204" pitchFamily="34" charset="0"/>
              </a:rPr>
              <a:t>chuyển</a:t>
            </a:r>
            <a:r>
              <a:rPr lang="en-US" altLang="en-US" dirty="0">
                <a:latin typeface="Arial" panose="020B0604020202020204" pitchFamily="34" charset="0"/>
              </a:rPr>
              <a:t> </a:t>
            </a:r>
            <a:r>
              <a:rPr lang="en-US" altLang="en-US" dirty="0" err="1">
                <a:latin typeface="Arial" panose="020B0604020202020204" pitchFamily="34" charset="0"/>
              </a:rPr>
              <a:t>từ</a:t>
            </a:r>
            <a:r>
              <a:rPr lang="en-US" altLang="en-US" dirty="0">
                <a:latin typeface="Arial" panose="020B0604020202020204" pitchFamily="34" charset="0"/>
              </a:rPr>
              <a:t> </a:t>
            </a:r>
            <a:r>
              <a:rPr lang="en-US" altLang="en-US" dirty="0" err="1">
                <a:latin typeface="Arial" panose="020B0604020202020204" pitchFamily="34" charset="0"/>
              </a:rPr>
              <a:t>đĩa</a:t>
            </a:r>
            <a:r>
              <a:rPr lang="en-US" altLang="en-US" dirty="0">
                <a:latin typeface="Arial" panose="020B0604020202020204" pitchFamily="34" charset="0"/>
              </a:rPr>
              <a:t> A sang </a:t>
            </a:r>
            <a:r>
              <a:rPr lang="en-US" altLang="en-US" dirty="0" err="1">
                <a:latin typeface="Arial" panose="020B0604020202020204" pitchFamily="34" charset="0"/>
              </a:rPr>
              <a:t>cọc</a:t>
            </a:r>
            <a:r>
              <a:rPr lang="en-US" altLang="en-US" dirty="0">
                <a:latin typeface="Arial" panose="020B0604020202020204" pitchFamily="34" charset="0"/>
              </a:rPr>
              <a:t> C </a:t>
            </a:r>
            <a:r>
              <a:rPr lang="en-US" altLang="en-US" dirty="0" err="1">
                <a:latin typeface="Arial" panose="020B0604020202020204" pitchFamily="34" charset="0"/>
              </a:rPr>
              <a:t>thì</a:t>
            </a:r>
            <a:r>
              <a:rPr lang="en-US" altLang="en-US" dirty="0">
                <a:latin typeface="Arial" panose="020B0604020202020204" pitchFamily="34" charset="0"/>
              </a:rPr>
              <a:t> B </a:t>
            </a:r>
            <a:r>
              <a:rPr lang="en-US" altLang="en-US" dirty="0" err="1">
                <a:latin typeface="Arial" panose="020B0604020202020204" pitchFamily="34" charset="0"/>
              </a:rPr>
              <a:t>làm</a:t>
            </a:r>
            <a:r>
              <a:rPr lang="en-US" altLang="en-US" dirty="0">
                <a:latin typeface="Arial" panose="020B0604020202020204" pitchFamily="34" charset="0"/>
              </a:rPr>
              <a:t> </a:t>
            </a:r>
            <a:r>
              <a:rPr lang="en-US" altLang="en-US" dirty="0" err="1">
                <a:latin typeface="Arial" panose="020B0604020202020204" pitchFamily="34" charset="0"/>
              </a:rPr>
              <a:t>cọc</a:t>
            </a:r>
            <a:r>
              <a:rPr lang="en-US" altLang="en-US" dirty="0">
                <a:latin typeface="Arial" panose="020B0604020202020204" pitchFamily="34" charset="0"/>
              </a:rPr>
              <a:t> </a:t>
            </a:r>
            <a:r>
              <a:rPr lang="en-US" altLang="en-US" dirty="0" err="1">
                <a:latin typeface="Arial" panose="020B0604020202020204" pitchFamily="34" charset="0"/>
              </a:rPr>
              <a:t>trung</a:t>
            </a:r>
            <a:r>
              <a:rPr lang="en-US" altLang="en-US" dirty="0">
                <a:latin typeface="Arial" panose="020B0604020202020204" pitchFamily="34" charset="0"/>
              </a:rPr>
              <a:t> </a:t>
            </a:r>
            <a:r>
              <a:rPr lang="en-US" altLang="en-US" dirty="0" err="1">
                <a:latin typeface="Arial" panose="020B0604020202020204" pitchFamily="34" charset="0"/>
              </a:rPr>
              <a:t>chuyển</a:t>
            </a:r>
            <a:endParaRPr lang="en-US" altLang="en-US" dirty="0">
              <a:latin typeface="Arial" panose="020B0604020202020204" pitchFamily="34" charset="0"/>
            </a:endParaRPr>
          </a:p>
          <a:p>
            <a:pPr algn="just" eaLnBrk="1" hangingPunct="1"/>
            <a:endParaRPr lang="en-US" altLang="en-US" sz="2400" dirty="0"/>
          </a:p>
        </p:txBody>
      </p:sp>
      <p:grpSp>
        <p:nvGrpSpPr>
          <p:cNvPr id="95236" name="Group 4">
            <a:extLst>
              <a:ext uri="{FF2B5EF4-FFF2-40B4-BE49-F238E27FC236}">
                <a16:creationId xmlns:a16="http://schemas.microsoft.com/office/drawing/2014/main" id="{EF654A69-74D8-4618-95C0-C59C419FBBB6}"/>
              </a:ext>
            </a:extLst>
          </p:cNvPr>
          <p:cNvGrpSpPr>
            <a:grpSpLocks/>
          </p:cNvGrpSpPr>
          <p:nvPr/>
        </p:nvGrpSpPr>
        <p:grpSpPr bwMode="auto">
          <a:xfrm>
            <a:off x="4454014" y="5617456"/>
            <a:ext cx="892175" cy="538162"/>
            <a:chOff x="528" y="2736"/>
            <a:chExt cx="1200" cy="720"/>
          </a:xfrm>
        </p:grpSpPr>
        <p:sp>
          <p:nvSpPr>
            <p:cNvPr id="95249" name="Rectangle 5">
              <a:extLst>
                <a:ext uri="{FF2B5EF4-FFF2-40B4-BE49-F238E27FC236}">
                  <a16:creationId xmlns:a16="http://schemas.microsoft.com/office/drawing/2014/main" id="{742219EE-6B07-478B-9B10-4CE27F00948C}"/>
                </a:ext>
              </a:extLst>
            </p:cNvPr>
            <p:cNvSpPr>
              <a:spLocks noChangeArrowheads="1"/>
            </p:cNvSpPr>
            <p:nvPr/>
          </p:nvSpPr>
          <p:spPr bwMode="auto">
            <a:xfrm>
              <a:off x="528" y="3312"/>
              <a:ext cx="1200" cy="144"/>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95250" name="Rectangle 6">
              <a:extLst>
                <a:ext uri="{FF2B5EF4-FFF2-40B4-BE49-F238E27FC236}">
                  <a16:creationId xmlns:a16="http://schemas.microsoft.com/office/drawing/2014/main" id="{DB85F5FE-4552-460C-A233-9876779D8F4C}"/>
                </a:ext>
              </a:extLst>
            </p:cNvPr>
            <p:cNvSpPr>
              <a:spLocks noChangeArrowheads="1"/>
            </p:cNvSpPr>
            <p:nvPr/>
          </p:nvSpPr>
          <p:spPr bwMode="auto">
            <a:xfrm>
              <a:off x="624" y="3168"/>
              <a:ext cx="1008" cy="144"/>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95251" name="Rectangle 7">
              <a:extLst>
                <a:ext uri="{FF2B5EF4-FFF2-40B4-BE49-F238E27FC236}">
                  <a16:creationId xmlns:a16="http://schemas.microsoft.com/office/drawing/2014/main" id="{0DE8C892-74F1-489D-927B-D5B0C0983BBD}"/>
                </a:ext>
              </a:extLst>
            </p:cNvPr>
            <p:cNvSpPr>
              <a:spLocks noChangeArrowheads="1"/>
            </p:cNvSpPr>
            <p:nvPr/>
          </p:nvSpPr>
          <p:spPr bwMode="auto">
            <a:xfrm>
              <a:off x="720" y="3024"/>
              <a:ext cx="816" cy="144"/>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95252" name="Rectangle 8">
              <a:extLst>
                <a:ext uri="{FF2B5EF4-FFF2-40B4-BE49-F238E27FC236}">
                  <a16:creationId xmlns:a16="http://schemas.microsoft.com/office/drawing/2014/main" id="{EC8CFEB8-FFAC-4BF0-8458-73146A80D967}"/>
                </a:ext>
              </a:extLst>
            </p:cNvPr>
            <p:cNvSpPr>
              <a:spLocks noChangeArrowheads="1"/>
            </p:cNvSpPr>
            <p:nvPr/>
          </p:nvSpPr>
          <p:spPr bwMode="auto">
            <a:xfrm>
              <a:off x="816" y="2880"/>
              <a:ext cx="624" cy="144"/>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95253" name="Rectangle 9">
              <a:extLst>
                <a:ext uri="{FF2B5EF4-FFF2-40B4-BE49-F238E27FC236}">
                  <a16:creationId xmlns:a16="http://schemas.microsoft.com/office/drawing/2014/main" id="{58DD54E7-CF8E-4465-9E9D-910EE39CA59C}"/>
                </a:ext>
              </a:extLst>
            </p:cNvPr>
            <p:cNvSpPr>
              <a:spLocks noChangeArrowheads="1"/>
            </p:cNvSpPr>
            <p:nvPr/>
          </p:nvSpPr>
          <p:spPr bwMode="auto">
            <a:xfrm>
              <a:off x="912" y="2736"/>
              <a:ext cx="432" cy="144"/>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grpSp>
      <p:grpSp>
        <p:nvGrpSpPr>
          <p:cNvPr id="95237" name="Group 10">
            <a:extLst>
              <a:ext uri="{FF2B5EF4-FFF2-40B4-BE49-F238E27FC236}">
                <a16:creationId xmlns:a16="http://schemas.microsoft.com/office/drawing/2014/main" id="{9BD8EC6E-1787-4B86-ACBA-1C6AB9D483CF}"/>
              </a:ext>
            </a:extLst>
          </p:cNvPr>
          <p:cNvGrpSpPr>
            <a:grpSpLocks/>
          </p:cNvGrpSpPr>
          <p:nvPr/>
        </p:nvGrpSpPr>
        <p:grpSpPr bwMode="auto">
          <a:xfrm>
            <a:off x="6096110" y="5067387"/>
            <a:ext cx="1143000" cy="1642774"/>
            <a:chOff x="384" y="1920"/>
            <a:chExt cx="1536" cy="2203"/>
          </a:xfrm>
        </p:grpSpPr>
        <p:sp>
          <p:nvSpPr>
            <p:cNvPr id="95246" name="Line 11">
              <a:extLst>
                <a:ext uri="{FF2B5EF4-FFF2-40B4-BE49-F238E27FC236}">
                  <a16:creationId xmlns:a16="http://schemas.microsoft.com/office/drawing/2014/main" id="{38CD9220-4BCC-4903-B2AA-23B579EA5002}"/>
                </a:ext>
              </a:extLst>
            </p:cNvPr>
            <p:cNvSpPr>
              <a:spLocks noChangeShapeType="1"/>
            </p:cNvSpPr>
            <p:nvPr/>
          </p:nvSpPr>
          <p:spPr bwMode="auto">
            <a:xfrm>
              <a:off x="384" y="3456"/>
              <a:ext cx="1536" cy="0"/>
            </a:xfrm>
            <a:prstGeom prst="line">
              <a:avLst/>
            </a:prstGeom>
            <a:ln>
              <a:headEnd/>
              <a:tailEnd/>
            </a:ln>
            <a:extLst>
              <a:ext uri="{909E8E84-426E-40DD-AFC4-6F175D3DCCD1}">
                <a14:hiddenFill xmlns:a14="http://schemas.microsoft.com/office/drawing/2010/main">
                  <a:noFill/>
                </a14:hiddenFill>
              </a:ext>
            </a:extLst>
          </p:spPr>
          <p:style>
            <a:lnRef idx="3">
              <a:schemeClr val="accent3"/>
            </a:lnRef>
            <a:fillRef idx="0">
              <a:schemeClr val="accent3"/>
            </a:fillRef>
            <a:effectRef idx="2">
              <a:schemeClr val="accent3"/>
            </a:effectRef>
            <a:fontRef idx="minor">
              <a:schemeClr val="tx1"/>
            </a:fontRef>
          </p:style>
          <p:txBody>
            <a:bodyPr/>
            <a:lstStyle/>
            <a:p>
              <a:endParaRPr lang="en-US"/>
            </a:p>
          </p:txBody>
        </p:sp>
        <p:sp>
          <p:nvSpPr>
            <p:cNvPr id="95247" name="Rectangle 12">
              <a:extLst>
                <a:ext uri="{FF2B5EF4-FFF2-40B4-BE49-F238E27FC236}">
                  <a16:creationId xmlns:a16="http://schemas.microsoft.com/office/drawing/2014/main" id="{FF938FC9-EA62-4F72-94CA-6444533A79F1}"/>
                </a:ext>
              </a:extLst>
            </p:cNvPr>
            <p:cNvSpPr>
              <a:spLocks noChangeArrowheads="1"/>
            </p:cNvSpPr>
            <p:nvPr/>
          </p:nvSpPr>
          <p:spPr bwMode="auto">
            <a:xfrm>
              <a:off x="1056" y="1920"/>
              <a:ext cx="144" cy="1536"/>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95248" name="Text Box 13">
              <a:extLst>
                <a:ext uri="{FF2B5EF4-FFF2-40B4-BE49-F238E27FC236}">
                  <a16:creationId xmlns:a16="http://schemas.microsoft.com/office/drawing/2014/main" id="{D9CC7340-CDD4-43EF-90E5-F3B482CC3F00}"/>
                </a:ext>
              </a:extLst>
            </p:cNvPr>
            <p:cNvSpPr txBox="1">
              <a:spLocks noChangeArrowheads="1"/>
            </p:cNvSpPr>
            <p:nvPr/>
          </p:nvSpPr>
          <p:spPr bwMode="auto">
            <a:xfrm>
              <a:off x="998" y="3504"/>
              <a:ext cx="729" cy="619"/>
            </a:xfrm>
            <a:prstGeom prst="rect">
              <a:avLst/>
            </a:prstGeom>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tyle>
            <a:lnRef idx="1">
              <a:schemeClr val="accent4"/>
            </a:lnRef>
            <a:fillRef idx="2">
              <a:schemeClr val="accent4"/>
            </a:fillRef>
            <a:effectRef idx="1">
              <a:schemeClr val="accent4"/>
            </a:effectRef>
            <a:fontRef idx="minor">
              <a:schemeClr val="dk1"/>
            </a:fontRef>
          </p:style>
          <p:txBody>
            <a:bodyPr wrap="squar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r>
                <a:rPr lang="en-US" altLang="en-US" sz="2400" dirty="0">
                  <a:latin typeface="Tahoma" panose="020B0604030504040204" pitchFamily="34" charset="0"/>
                </a:rPr>
                <a:t>B</a:t>
              </a:r>
            </a:p>
          </p:txBody>
        </p:sp>
      </p:grpSp>
      <p:grpSp>
        <p:nvGrpSpPr>
          <p:cNvPr id="95238" name="Group 14">
            <a:extLst>
              <a:ext uri="{FF2B5EF4-FFF2-40B4-BE49-F238E27FC236}">
                <a16:creationId xmlns:a16="http://schemas.microsoft.com/office/drawing/2014/main" id="{249787B6-BE9B-4EAB-AF35-58F14D867F41}"/>
              </a:ext>
            </a:extLst>
          </p:cNvPr>
          <p:cNvGrpSpPr>
            <a:grpSpLocks/>
          </p:cNvGrpSpPr>
          <p:nvPr/>
        </p:nvGrpSpPr>
        <p:grpSpPr bwMode="auto">
          <a:xfrm>
            <a:off x="8452378" y="5067387"/>
            <a:ext cx="1143000" cy="1642774"/>
            <a:chOff x="384" y="1920"/>
            <a:chExt cx="1536" cy="2203"/>
          </a:xfrm>
        </p:grpSpPr>
        <p:sp>
          <p:nvSpPr>
            <p:cNvPr id="95243" name="Line 15">
              <a:extLst>
                <a:ext uri="{FF2B5EF4-FFF2-40B4-BE49-F238E27FC236}">
                  <a16:creationId xmlns:a16="http://schemas.microsoft.com/office/drawing/2014/main" id="{7611E544-B215-4945-B7E8-A77843560728}"/>
                </a:ext>
              </a:extLst>
            </p:cNvPr>
            <p:cNvSpPr>
              <a:spLocks noChangeShapeType="1"/>
            </p:cNvSpPr>
            <p:nvPr/>
          </p:nvSpPr>
          <p:spPr bwMode="auto">
            <a:xfrm>
              <a:off x="384" y="3456"/>
              <a:ext cx="1536" cy="0"/>
            </a:xfrm>
            <a:prstGeom prst="line">
              <a:avLst/>
            </a:prstGeom>
            <a:ln>
              <a:headEnd/>
              <a:tailEnd/>
            </a:ln>
            <a:extLst>
              <a:ext uri="{909E8E84-426E-40DD-AFC4-6F175D3DCCD1}">
                <a14:hiddenFill xmlns:a14="http://schemas.microsoft.com/office/drawing/2010/main">
                  <a:noFill/>
                </a14:hiddenFill>
              </a:ext>
            </a:extLst>
          </p:spPr>
          <p:style>
            <a:lnRef idx="3">
              <a:schemeClr val="accent3"/>
            </a:lnRef>
            <a:fillRef idx="0">
              <a:schemeClr val="accent3"/>
            </a:fillRef>
            <a:effectRef idx="2">
              <a:schemeClr val="accent3"/>
            </a:effectRef>
            <a:fontRef idx="minor">
              <a:schemeClr val="tx1"/>
            </a:fontRef>
          </p:style>
          <p:txBody>
            <a:bodyPr/>
            <a:lstStyle/>
            <a:p>
              <a:endParaRPr lang="en-US"/>
            </a:p>
          </p:txBody>
        </p:sp>
        <p:sp>
          <p:nvSpPr>
            <p:cNvPr id="95244" name="Rectangle 16">
              <a:extLst>
                <a:ext uri="{FF2B5EF4-FFF2-40B4-BE49-F238E27FC236}">
                  <a16:creationId xmlns:a16="http://schemas.microsoft.com/office/drawing/2014/main" id="{D9F3DF2B-2E74-4299-A911-92614E46184E}"/>
                </a:ext>
              </a:extLst>
            </p:cNvPr>
            <p:cNvSpPr>
              <a:spLocks noChangeArrowheads="1"/>
            </p:cNvSpPr>
            <p:nvPr/>
          </p:nvSpPr>
          <p:spPr bwMode="auto">
            <a:xfrm>
              <a:off x="1056" y="1920"/>
              <a:ext cx="144" cy="1536"/>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95245" name="Text Box 17">
              <a:extLst>
                <a:ext uri="{FF2B5EF4-FFF2-40B4-BE49-F238E27FC236}">
                  <a16:creationId xmlns:a16="http://schemas.microsoft.com/office/drawing/2014/main" id="{B1BF8E06-A8F0-4E93-8CB5-D5DE4C802714}"/>
                </a:ext>
              </a:extLst>
            </p:cNvPr>
            <p:cNvSpPr txBox="1">
              <a:spLocks noChangeArrowheads="1"/>
            </p:cNvSpPr>
            <p:nvPr/>
          </p:nvSpPr>
          <p:spPr bwMode="auto">
            <a:xfrm>
              <a:off x="998" y="3504"/>
              <a:ext cx="729" cy="619"/>
            </a:xfrm>
            <a:prstGeom prst="rect">
              <a:avLst/>
            </a:prstGeom>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tyle>
            <a:lnRef idx="1">
              <a:schemeClr val="accent4"/>
            </a:lnRef>
            <a:fillRef idx="2">
              <a:schemeClr val="accent4"/>
            </a:fillRef>
            <a:effectRef idx="1">
              <a:schemeClr val="accent4"/>
            </a:effectRef>
            <a:fontRef idx="minor">
              <a:schemeClr val="dk1"/>
            </a:fontRef>
          </p:style>
          <p:txBody>
            <a:bodyPr wrap="squar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r>
                <a:rPr lang="en-US" altLang="en-US" sz="2400" dirty="0">
                  <a:latin typeface="Tahoma" panose="020B0604030504040204" pitchFamily="34" charset="0"/>
                </a:rPr>
                <a:t>C</a:t>
              </a:r>
            </a:p>
          </p:txBody>
        </p:sp>
      </p:grpSp>
      <p:grpSp>
        <p:nvGrpSpPr>
          <p:cNvPr id="95239" name="Group 18">
            <a:extLst>
              <a:ext uri="{FF2B5EF4-FFF2-40B4-BE49-F238E27FC236}">
                <a16:creationId xmlns:a16="http://schemas.microsoft.com/office/drawing/2014/main" id="{2BCD0699-423D-4BA7-BCB6-D7DCB27BBBC7}"/>
              </a:ext>
            </a:extLst>
          </p:cNvPr>
          <p:cNvGrpSpPr>
            <a:grpSpLocks/>
          </p:cNvGrpSpPr>
          <p:nvPr/>
        </p:nvGrpSpPr>
        <p:grpSpPr bwMode="auto">
          <a:xfrm>
            <a:off x="4346460" y="5031593"/>
            <a:ext cx="1143000" cy="1642774"/>
            <a:chOff x="384" y="1920"/>
            <a:chExt cx="1536" cy="2203"/>
          </a:xfrm>
        </p:grpSpPr>
        <p:sp>
          <p:nvSpPr>
            <p:cNvPr id="95240" name="Line 19">
              <a:extLst>
                <a:ext uri="{FF2B5EF4-FFF2-40B4-BE49-F238E27FC236}">
                  <a16:creationId xmlns:a16="http://schemas.microsoft.com/office/drawing/2014/main" id="{DDDE009D-E693-4B15-9934-C4C4971A57A7}"/>
                </a:ext>
              </a:extLst>
            </p:cNvPr>
            <p:cNvSpPr>
              <a:spLocks noChangeShapeType="1"/>
            </p:cNvSpPr>
            <p:nvPr/>
          </p:nvSpPr>
          <p:spPr bwMode="auto">
            <a:xfrm>
              <a:off x="384" y="3456"/>
              <a:ext cx="1536" cy="0"/>
            </a:xfrm>
            <a:prstGeom prst="line">
              <a:avLst/>
            </a:prstGeom>
            <a:ln>
              <a:headEnd/>
              <a:tailEnd/>
            </a:ln>
            <a:extLst>
              <a:ext uri="{909E8E84-426E-40DD-AFC4-6F175D3DCCD1}">
                <a14:hiddenFill xmlns:a14="http://schemas.microsoft.com/office/drawing/2010/main">
                  <a:noFill/>
                </a14:hiddenFill>
              </a:ext>
            </a:extLst>
          </p:spPr>
          <p:style>
            <a:lnRef idx="1">
              <a:schemeClr val="accent3"/>
            </a:lnRef>
            <a:fillRef idx="2">
              <a:schemeClr val="accent3"/>
            </a:fillRef>
            <a:effectRef idx="1">
              <a:schemeClr val="accent3"/>
            </a:effectRef>
            <a:fontRef idx="minor">
              <a:schemeClr val="dk1"/>
            </a:fontRef>
          </p:style>
          <p:txBody>
            <a:bodyPr/>
            <a:lstStyle/>
            <a:p>
              <a:endParaRPr lang="en-US"/>
            </a:p>
          </p:txBody>
        </p:sp>
        <p:sp>
          <p:nvSpPr>
            <p:cNvPr id="95241" name="Rectangle 20">
              <a:extLst>
                <a:ext uri="{FF2B5EF4-FFF2-40B4-BE49-F238E27FC236}">
                  <a16:creationId xmlns:a16="http://schemas.microsoft.com/office/drawing/2014/main" id="{F14B52EF-877C-44D1-95A0-69CEF041FB71}"/>
                </a:ext>
              </a:extLst>
            </p:cNvPr>
            <p:cNvSpPr>
              <a:spLocks noChangeArrowheads="1"/>
            </p:cNvSpPr>
            <p:nvPr/>
          </p:nvSpPr>
          <p:spPr bwMode="auto">
            <a:xfrm>
              <a:off x="1056" y="1920"/>
              <a:ext cx="144" cy="1536"/>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95242" name="Text Box 21">
              <a:extLst>
                <a:ext uri="{FF2B5EF4-FFF2-40B4-BE49-F238E27FC236}">
                  <a16:creationId xmlns:a16="http://schemas.microsoft.com/office/drawing/2014/main" id="{8657E5C3-D420-4F9D-B023-5172C98C97AC}"/>
                </a:ext>
              </a:extLst>
            </p:cNvPr>
            <p:cNvSpPr txBox="1">
              <a:spLocks noChangeArrowheads="1"/>
            </p:cNvSpPr>
            <p:nvPr/>
          </p:nvSpPr>
          <p:spPr bwMode="auto">
            <a:xfrm>
              <a:off x="998" y="3504"/>
              <a:ext cx="729" cy="619"/>
            </a:xfrm>
            <a:prstGeom prst="rect">
              <a:avLst/>
            </a:prstGeom>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tyle>
            <a:lnRef idx="1">
              <a:schemeClr val="accent3"/>
            </a:lnRef>
            <a:fillRef idx="2">
              <a:schemeClr val="accent3"/>
            </a:fillRef>
            <a:effectRef idx="1">
              <a:schemeClr val="accent3"/>
            </a:effectRef>
            <a:fontRef idx="minor">
              <a:schemeClr val="dk1"/>
            </a:fontRef>
          </p:style>
          <p:txBody>
            <a:bodyPr wrap="squar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r>
                <a:rPr lang="en-US" altLang="en-US" sz="2400" dirty="0">
                  <a:latin typeface="Tahoma" panose="020B0604030504040204" pitchFamily="34" charset="0"/>
                </a:rPr>
                <a:t>A</a:t>
              </a:r>
            </a:p>
          </p:txBody>
        </p:sp>
      </p:grpSp>
    </p:spTree>
    <p:extLst>
      <p:ext uri="{BB962C8B-B14F-4D97-AF65-F5344CB8AC3E}">
        <p14:creationId xmlns:p14="http://schemas.microsoft.com/office/powerpoint/2010/main" val="3509717744"/>
      </p:ext>
    </p:extLst>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BDD1D-8337-48CF-BD54-900710F89B2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640AC1B-A113-47F0-8BA2-B9E91EAFBAAC}"/>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769A2F03-A035-4928-98AF-B09BF8014890}"/>
              </a:ext>
            </a:extLst>
          </p:cNvPr>
          <p:cNvPicPr>
            <a:picLocks noChangeAspect="1"/>
          </p:cNvPicPr>
          <p:nvPr/>
        </p:nvPicPr>
        <p:blipFill rotWithShape="1">
          <a:blip r:embed="rId2"/>
          <a:srcRect l="12292" t="27396" r="43124" b="22208"/>
          <a:stretch/>
        </p:blipFill>
        <p:spPr>
          <a:xfrm>
            <a:off x="2066925" y="430213"/>
            <a:ext cx="8083551" cy="5522912"/>
          </a:xfrm>
          <a:prstGeom prst="rect">
            <a:avLst/>
          </a:prstGeom>
        </p:spPr>
      </p:pic>
    </p:spTree>
    <p:extLst>
      <p:ext uri="{BB962C8B-B14F-4D97-AF65-F5344CB8AC3E}">
        <p14:creationId xmlns:p14="http://schemas.microsoft.com/office/powerpoint/2010/main" val="651266975"/>
      </p:ext>
    </p:extLst>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411D9-30BC-4750-801F-DE98FB280F77}"/>
              </a:ext>
            </a:extLst>
          </p:cNvPr>
          <p:cNvSpPr>
            <a:spLocks noGrp="1"/>
          </p:cNvSpPr>
          <p:nvPr>
            <p:ph type="title"/>
          </p:nvPr>
        </p:nvSpPr>
        <p:spPr/>
        <p:txBody>
          <a:bodyPr/>
          <a:lstStyle/>
          <a:p>
            <a:r>
              <a:rPr lang="en-US" dirty="0"/>
              <a:t>Tr</a:t>
            </a:r>
            <a:r>
              <a:rPr lang="vi-VN" dirty="0"/>
              <a:t>ư</a:t>
            </a:r>
            <a:r>
              <a:rPr lang="en-US" dirty="0" err="1"/>
              <a:t>ờng</a:t>
            </a:r>
            <a:r>
              <a:rPr lang="en-US" dirty="0"/>
              <a:t> </a:t>
            </a:r>
            <a:r>
              <a:rPr lang="en-US" dirty="0" err="1"/>
              <a:t>hợp</a:t>
            </a:r>
            <a:r>
              <a:rPr lang="en-US" dirty="0"/>
              <a:t> 1: </a:t>
            </a:r>
            <a:r>
              <a:rPr lang="en-US" dirty="0" err="1"/>
              <a:t>Cọc</a:t>
            </a:r>
            <a:r>
              <a:rPr lang="en-US" dirty="0"/>
              <a:t> A </a:t>
            </a:r>
            <a:r>
              <a:rPr lang="en-US" dirty="0" err="1"/>
              <a:t>có</a:t>
            </a:r>
            <a:r>
              <a:rPr lang="en-US" dirty="0"/>
              <a:t> 1 </a:t>
            </a:r>
            <a:r>
              <a:rPr lang="en-US" dirty="0" err="1"/>
              <a:t>đĩa</a:t>
            </a:r>
            <a:endParaRPr lang="en-US" dirty="0"/>
          </a:p>
        </p:txBody>
      </p:sp>
      <p:sp>
        <p:nvSpPr>
          <p:cNvPr id="3" name="Content Placeholder 2">
            <a:extLst>
              <a:ext uri="{FF2B5EF4-FFF2-40B4-BE49-F238E27FC236}">
                <a16:creationId xmlns:a16="http://schemas.microsoft.com/office/drawing/2014/main" id="{2D762201-F20E-4C30-BFDE-B363D10EE4FB}"/>
              </a:ext>
            </a:extLst>
          </p:cNvPr>
          <p:cNvSpPr>
            <a:spLocks noGrp="1"/>
          </p:cNvSpPr>
          <p:nvPr>
            <p:ph idx="1"/>
          </p:nvPr>
        </p:nvSpPr>
        <p:spPr/>
        <p:txBody>
          <a:bodyPr/>
          <a:lstStyle/>
          <a:p>
            <a:endParaRPr lang="en-US" dirty="0"/>
          </a:p>
        </p:txBody>
      </p:sp>
      <p:grpSp>
        <p:nvGrpSpPr>
          <p:cNvPr id="4" name="Group 4">
            <a:extLst>
              <a:ext uri="{FF2B5EF4-FFF2-40B4-BE49-F238E27FC236}">
                <a16:creationId xmlns:a16="http://schemas.microsoft.com/office/drawing/2014/main" id="{9B4B9B6C-A63C-4531-A258-3AA2EA0F6DA0}"/>
              </a:ext>
            </a:extLst>
          </p:cNvPr>
          <p:cNvGrpSpPr>
            <a:grpSpLocks/>
          </p:cNvGrpSpPr>
          <p:nvPr/>
        </p:nvGrpSpPr>
        <p:grpSpPr bwMode="auto">
          <a:xfrm>
            <a:off x="2133600" y="2590802"/>
            <a:ext cx="2438400" cy="2978151"/>
            <a:chOff x="384" y="1920"/>
            <a:chExt cx="1536" cy="1876"/>
          </a:xfrm>
        </p:grpSpPr>
        <p:sp>
          <p:nvSpPr>
            <p:cNvPr id="5" name="Line 5">
              <a:extLst>
                <a:ext uri="{FF2B5EF4-FFF2-40B4-BE49-F238E27FC236}">
                  <a16:creationId xmlns:a16="http://schemas.microsoft.com/office/drawing/2014/main" id="{AAAE18BF-B517-4131-9B5D-9CBE19B73116}"/>
                </a:ext>
              </a:extLst>
            </p:cNvPr>
            <p:cNvSpPr>
              <a:spLocks noChangeShapeType="1"/>
            </p:cNvSpPr>
            <p:nvPr/>
          </p:nvSpPr>
          <p:spPr bwMode="auto">
            <a:xfrm>
              <a:off x="384" y="3456"/>
              <a:ext cx="15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 name="Rectangle 6">
              <a:extLst>
                <a:ext uri="{FF2B5EF4-FFF2-40B4-BE49-F238E27FC236}">
                  <a16:creationId xmlns:a16="http://schemas.microsoft.com/office/drawing/2014/main" id="{329BBC15-A3C6-4C49-A135-E0F421AA27F3}"/>
                </a:ext>
              </a:extLst>
            </p:cNvPr>
            <p:cNvSpPr>
              <a:spLocks noChangeArrowheads="1"/>
            </p:cNvSpPr>
            <p:nvPr/>
          </p:nvSpPr>
          <p:spPr bwMode="auto">
            <a:xfrm>
              <a:off x="1056" y="1920"/>
              <a:ext cx="144" cy="1536"/>
            </a:xfrm>
            <a:prstGeom prst="rect">
              <a:avLst/>
            </a:prstGeom>
            <a:solidFill>
              <a:srgbClr val="000080"/>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7" name="Text Box 7">
              <a:extLst>
                <a:ext uri="{FF2B5EF4-FFF2-40B4-BE49-F238E27FC236}">
                  <a16:creationId xmlns:a16="http://schemas.microsoft.com/office/drawing/2014/main" id="{9BC420D2-AB75-4FD3-A4DA-40F5070503C8}"/>
                </a:ext>
              </a:extLst>
            </p:cNvPr>
            <p:cNvSpPr txBox="1">
              <a:spLocks noChangeArrowheads="1"/>
            </p:cNvSpPr>
            <p:nvPr/>
          </p:nvSpPr>
          <p:spPr bwMode="auto">
            <a:xfrm>
              <a:off x="998" y="3505"/>
              <a:ext cx="24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r>
                <a:rPr lang="en-US" altLang="en-US" sz="2400">
                  <a:latin typeface="Tahoma" panose="020B0604030504040204" pitchFamily="34" charset="0"/>
                </a:rPr>
                <a:t>A</a:t>
              </a:r>
            </a:p>
          </p:txBody>
        </p:sp>
      </p:grpSp>
      <p:sp>
        <p:nvSpPr>
          <p:cNvPr id="9" name="Rectangle 9">
            <a:extLst>
              <a:ext uri="{FF2B5EF4-FFF2-40B4-BE49-F238E27FC236}">
                <a16:creationId xmlns:a16="http://schemas.microsoft.com/office/drawing/2014/main" id="{F9D8FA16-B5EA-4867-BCD5-15217ABEC22F}"/>
              </a:ext>
            </a:extLst>
          </p:cNvPr>
          <p:cNvSpPr>
            <a:spLocks noChangeArrowheads="1"/>
          </p:cNvSpPr>
          <p:nvPr/>
        </p:nvSpPr>
        <p:spPr bwMode="auto">
          <a:xfrm>
            <a:off x="2362200" y="4800600"/>
            <a:ext cx="1905000" cy="228600"/>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grpSp>
        <p:nvGrpSpPr>
          <p:cNvPr id="14" name="Group 14">
            <a:extLst>
              <a:ext uri="{FF2B5EF4-FFF2-40B4-BE49-F238E27FC236}">
                <a16:creationId xmlns:a16="http://schemas.microsoft.com/office/drawing/2014/main" id="{166133A8-7A25-436F-BFB0-F618B6CEC7B3}"/>
              </a:ext>
            </a:extLst>
          </p:cNvPr>
          <p:cNvGrpSpPr>
            <a:grpSpLocks/>
          </p:cNvGrpSpPr>
          <p:nvPr/>
        </p:nvGrpSpPr>
        <p:grpSpPr bwMode="auto">
          <a:xfrm>
            <a:off x="4876800" y="2590802"/>
            <a:ext cx="2438400" cy="2976563"/>
            <a:chOff x="2112" y="1920"/>
            <a:chExt cx="1536" cy="1875"/>
          </a:xfrm>
        </p:grpSpPr>
        <p:sp>
          <p:nvSpPr>
            <p:cNvPr id="15" name="Line 15">
              <a:extLst>
                <a:ext uri="{FF2B5EF4-FFF2-40B4-BE49-F238E27FC236}">
                  <a16:creationId xmlns:a16="http://schemas.microsoft.com/office/drawing/2014/main" id="{1A221D7A-3DB4-4401-B1F2-D7AD89A0F7D3}"/>
                </a:ext>
              </a:extLst>
            </p:cNvPr>
            <p:cNvSpPr>
              <a:spLocks noChangeShapeType="1"/>
            </p:cNvSpPr>
            <p:nvPr/>
          </p:nvSpPr>
          <p:spPr bwMode="auto">
            <a:xfrm>
              <a:off x="2112" y="3456"/>
              <a:ext cx="15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 name="Rectangle 16">
              <a:extLst>
                <a:ext uri="{FF2B5EF4-FFF2-40B4-BE49-F238E27FC236}">
                  <a16:creationId xmlns:a16="http://schemas.microsoft.com/office/drawing/2014/main" id="{4CD52937-D1F4-48A6-94DF-D9F5152EA086}"/>
                </a:ext>
              </a:extLst>
            </p:cNvPr>
            <p:cNvSpPr>
              <a:spLocks noChangeArrowheads="1"/>
            </p:cNvSpPr>
            <p:nvPr/>
          </p:nvSpPr>
          <p:spPr bwMode="auto">
            <a:xfrm>
              <a:off x="2832" y="1920"/>
              <a:ext cx="144" cy="1536"/>
            </a:xfrm>
            <a:prstGeom prst="rect">
              <a:avLst/>
            </a:prstGeom>
            <a:solidFill>
              <a:srgbClr val="000080"/>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17" name="Text Box 17">
              <a:extLst>
                <a:ext uri="{FF2B5EF4-FFF2-40B4-BE49-F238E27FC236}">
                  <a16:creationId xmlns:a16="http://schemas.microsoft.com/office/drawing/2014/main" id="{77015521-645F-4143-8C20-3CE763910D44}"/>
                </a:ext>
              </a:extLst>
            </p:cNvPr>
            <p:cNvSpPr txBox="1">
              <a:spLocks noChangeArrowheads="1"/>
            </p:cNvSpPr>
            <p:nvPr/>
          </p:nvSpPr>
          <p:spPr bwMode="auto">
            <a:xfrm>
              <a:off x="2784" y="3504"/>
              <a:ext cx="25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r>
                <a:rPr lang="en-US" altLang="en-US" sz="2400">
                  <a:latin typeface="Tahoma" panose="020B0604030504040204" pitchFamily="34" charset="0"/>
                </a:rPr>
                <a:t>B</a:t>
              </a:r>
            </a:p>
          </p:txBody>
        </p:sp>
      </p:grpSp>
      <p:grpSp>
        <p:nvGrpSpPr>
          <p:cNvPr id="18" name="Group 18">
            <a:extLst>
              <a:ext uri="{FF2B5EF4-FFF2-40B4-BE49-F238E27FC236}">
                <a16:creationId xmlns:a16="http://schemas.microsoft.com/office/drawing/2014/main" id="{193CABAD-2AAE-499D-A66F-3546B0F2013D}"/>
              </a:ext>
            </a:extLst>
          </p:cNvPr>
          <p:cNvGrpSpPr>
            <a:grpSpLocks/>
          </p:cNvGrpSpPr>
          <p:nvPr/>
        </p:nvGrpSpPr>
        <p:grpSpPr bwMode="auto">
          <a:xfrm>
            <a:off x="7620000" y="2590802"/>
            <a:ext cx="2438400" cy="2976563"/>
            <a:chOff x="3840" y="1920"/>
            <a:chExt cx="1536" cy="1875"/>
          </a:xfrm>
        </p:grpSpPr>
        <p:sp>
          <p:nvSpPr>
            <p:cNvPr id="19" name="Line 19">
              <a:extLst>
                <a:ext uri="{FF2B5EF4-FFF2-40B4-BE49-F238E27FC236}">
                  <a16:creationId xmlns:a16="http://schemas.microsoft.com/office/drawing/2014/main" id="{A9E6E9D9-290C-42E5-8B5C-35222879B3BC}"/>
                </a:ext>
              </a:extLst>
            </p:cNvPr>
            <p:cNvSpPr>
              <a:spLocks noChangeShapeType="1"/>
            </p:cNvSpPr>
            <p:nvPr/>
          </p:nvSpPr>
          <p:spPr bwMode="auto">
            <a:xfrm>
              <a:off x="3840" y="3456"/>
              <a:ext cx="15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 name="Rectangle 20">
              <a:extLst>
                <a:ext uri="{FF2B5EF4-FFF2-40B4-BE49-F238E27FC236}">
                  <a16:creationId xmlns:a16="http://schemas.microsoft.com/office/drawing/2014/main" id="{F03CF2F6-0BC9-4E89-B8E5-0957F40EBED4}"/>
                </a:ext>
              </a:extLst>
            </p:cNvPr>
            <p:cNvSpPr>
              <a:spLocks noChangeArrowheads="1"/>
            </p:cNvSpPr>
            <p:nvPr/>
          </p:nvSpPr>
          <p:spPr bwMode="auto">
            <a:xfrm>
              <a:off x="4512" y="1920"/>
              <a:ext cx="144" cy="1536"/>
            </a:xfrm>
            <a:prstGeom prst="rect">
              <a:avLst/>
            </a:prstGeom>
            <a:solidFill>
              <a:srgbClr val="000080"/>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1" name="Text Box 21">
              <a:extLst>
                <a:ext uri="{FF2B5EF4-FFF2-40B4-BE49-F238E27FC236}">
                  <a16:creationId xmlns:a16="http://schemas.microsoft.com/office/drawing/2014/main" id="{D0016C5A-A1F9-4992-BF06-971F7E2BB317}"/>
                </a:ext>
              </a:extLst>
            </p:cNvPr>
            <p:cNvSpPr txBox="1">
              <a:spLocks noChangeArrowheads="1"/>
            </p:cNvSpPr>
            <p:nvPr/>
          </p:nvSpPr>
          <p:spPr bwMode="auto">
            <a:xfrm>
              <a:off x="4473" y="3504"/>
              <a:ext cx="24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r>
                <a:rPr lang="en-US" altLang="en-US" sz="2400">
                  <a:latin typeface="Tahoma" panose="020B0604030504040204" pitchFamily="34" charset="0"/>
                </a:rPr>
                <a:t>C</a:t>
              </a:r>
            </a:p>
          </p:txBody>
        </p:sp>
      </p:grpSp>
      <p:sp>
        <p:nvSpPr>
          <p:cNvPr id="22" name="Rectangle 9">
            <a:extLst>
              <a:ext uri="{FF2B5EF4-FFF2-40B4-BE49-F238E27FC236}">
                <a16:creationId xmlns:a16="http://schemas.microsoft.com/office/drawing/2014/main" id="{FEFE4A38-A974-4C0F-8263-7ADBCC1A8D93}"/>
              </a:ext>
            </a:extLst>
          </p:cNvPr>
          <p:cNvSpPr>
            <a:spLocks noChangeArrowheads="1"/>
          </p:cNvSpPr>
          <p:nvPr/>
        </p:nvSpPr>
        <p:spPr bwMode="auto">
          <a:xfrm>
            <a:off x="7855744" y="4781550"/>
            <a:ext cx="1905000" cy="228600"/>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Tree>
    <p:extLst>
      <p:ext uri="{BB962C8B-B14F-4D97-AF65-F5344CB8AC3E}">
        <p14:creationId xmlns:p14="http://schemas.microsoft.com/office/powerpoint/2010/main" val="1514281588"/>
      </p:ext>
    </p:extLst>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2" presetClass="exit" presetSubtype="4" fill="hold" grpId="0" nodeType="withEffect">
                                  <p:stCondLst>
                                    <p:cond delay="0"/>
                                  </p:stCondLst>
                                  <p:childTnLst>
                                    <p:animEffect transition="out" filter="wipe(down)">
                                      <p:cBhvr>
                                        <p:cTn id="10" dur="500"/>
                                        <p:tgtEl>
                                          <p:spTgt spid="9"/>
                                        </p:tgtEl>
                                      </p:cBhvr>
                                    </p:animEffect>
                                    <p:set>
                                      <p:cBhvr>
                                        <p:cTn id="11"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2"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88088-C46B-429E-B233-84C9D9F6F8E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2B9F3C5-8067-4097-A8B8-BDD0E644E14D}"/>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72F478D9-C6BD-4E55-B483-F58810D143D0}"/>
              </a:ext>
            </a:extLst>
          </p:cNvPr>
          <p:cNvPicPr>
            <a:picLocks noChangeAspect="1"/>
          </p:cNvPicPr>
          <p:nvPr/>
        </p:nvPicPr>
        <p:blipFill rotWithShape="1">
          <a:blip r:embed="rId2"/>
          <a:srcRect l="12083" t="25543" r="44584" b="16280"/>
          <a:stretch/>
        </p:blipFill>
        <p:spPr>
          <a:xfrm>
            <a:off x="1885950" y="430213"/>
            <a:ext cx="8156575" cy="6156648"/>
          </a:xfrm>
          <a:prstGeom prst="rect">
            <a:avLst/>
          </a:prstGeom>
        </p:spPr>
      </p:pic>
    </p:spTree>
    <p:extLst>
      <p:ext uri="{BB962C8B-B14F-4D97-AF65-F5344CB8AC3E}">
        <p14:creationId xmlns:p14="http://schemas.microsoft.com/office/powerpoint/2010/main" val="4250982608"/>
      </p:ext>
    </p:extLst>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1AB30-4AEC-44BB-A443-F2CCFEBCA8AA}"/>
              </a:ext>
            </a:extLst>
          </p:cNvPr>
          <p:cNvSpPr>
            <a:spLocks noGrp="1"/>
          </p:cNvSpPr>
          <p:nvPr>
            <p:ph type="title"/>
          </p:nvPr>
        </p:nvSpPr>
        <p:spPr/>
        <p:txBody>
          <a:bodyPr/>
          <a:lstStyle/>
          <a:p>
            <a:r>
              <a:rPr lang="en-US" dirty="0"/>
              <a:t>Minh </a:t>
            </a:r>
            <a:r>
              <a:rPr lang="en-US" dirty="0" err="1"/>
              <a:t>họa</a:t>
            </a:r>
            <a:r>
              <a:rPr lang="en-US" dirty="0"/>
              <a:t> 2 </a:t>
            </a:r>
            <a:r>
              <a:rPr lang="en-US" dirty="0" err="1"/>
              <a:t>đĩa</a:t>
            </a:r>
            <a:endParaRPr lang="en-US" dirty="0"/>
          </a:p>
        </p:txBody>
      </p:sp>
      <p:sp>
        <p:nvSpPr>
          <p:cNvPr id="3" name="Content Placeholder 2">
            <a:extLst>
              <a:ext uri="{FF2B5EF4-FFF2-40B4-BE49-F238E27FC236}">
                <a16:creationId xmlns:a16="http://schemas.microsoft.com/office/drawing/2014/main" id="{16BD8593-F40B-4D3B-9B9F-204376450CEB}"/>
              </a:ext>
            </a:extLst>
          </p:cNvPr>
          <p:cNvSpPr>
            <a:spLocks noGrp="1"/>
          </p:cNvSpPr>
          <p:nvPr>
            <p:ph idx="1"/>
          </p:nvPr>
        </p:nvSpPr>
        <p:spPr/>
        <p:txBody>
          <a:bodyPr/>
          <a:lstStyle/>
          <a:p>
            <a:endParaRPr lang="en-US"/>
          </a:p>
        </p:txBody>
      </p:sp>
      <p:pic>
        <p:nvPicPr>
          <p:cNvPr id="375810" name="Picture 2" descr="Tháp Hà Nội (Tower of Hanoi)">
            <a:extLst>
              <a:ext uri="{FF2B5EF4-FFF2-40B4-BE49-F238E27FC236}">
                <a16:creationId xmlns:a16="http://schemas.microsoft.com/office/drawing/2014/main" id="{43B33B0A-5A20-45D1-9E0D-6CBAE7AB9B8E}"/>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2066925" y="1126671"/>
            <a:ext cx="8058150" cy="46046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5947003"/>
      </p:ext>
    </p:extLst>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91D9B-233A-4053-8000-6A5EF032BF6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EA3D797-79CF-40E0-9F7A-598CD56F5A73}"/>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0BED8610-3BF8-4C51-8BD8-19F074D4E497}"/>
              </a:ext>
            </a:extLst>
          </p:cNvPr>
          <p:cNvPicPr>
            <a:picLocks noChangeAspect="1"/>
          </p:cNvPicPr>
          <p:nvPr/>
        </p:nvPicPr>
        <p:blipFill rotWithShape="1">
          <a:blip r:embed="rId2"/>
          <a:srcRect l="12500" t="28137" r="45417" b="14798"/>
          <a:stretch/>
        </p:blipFill>
        <p:spPr>
          <a:xfrm>
            <a:off x="2066926" y="719139"/>
            <a:ext cx="7305675" cy="5569675"/>
          </a:xfrm>
          <a:prstGeom prst="rect">
            <a:avLst/>
          </a:prstGeom>
        </p:spPr>
      </p:pic>
    </p:spTree>
    <p:extLst>
      <p:ext uri="{BB962C8B-B14F-4D97-AF65-F5344CB8AC3E}">
        <p14:creationId xmlns:p14="http://schemas.microsoft.com/office/powerpoint/2010/main" val="840997966"/>
      </p:ext>
    </p:extLst>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98084-2C66-4AB4-A7B2-1B46D8D13D5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5A1BE90-E464-4CB1-914B-9ABE2D402536}"/>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7950F624-2954-465A-9A7C-D1406798BBA8}"/>
              </a:ext>
            </a:extLst>
          </p:cNvPr>
          <p:cNvPicPr>
            <a:picLocks noChangeAspect="1"/>
          </p:cNvPicPr>
          <p:nvPr/>
        </p:nvPicPr>
        <p:blipFill rotWithShape="1">
          <a:blip r:embed="rId2"/>
          <a:srcRect l="12500" t="27396" r="43959" b="14056"/>
          <a:stretch/>
        </p:blipFill>
        <p:spPr>
          <a:xfrm>
            <a:off x="2041525" y="430213"/>
            <a:ext cx="8264525" cy="6247825"/>
          </a:xfrm>
          <a:prstGeom prst="rect">
            <a:avLst/>
          </a:prstGeom>
        </p:spPr>
      </p:pic>
    </p:spTree>
    <p:extLst>
      <p:ext uri="{BB962C8B-B14F-4D97-AF65-F5344CB8AC3E}">
        <p14:creationId xmlns:p14="http://schemas.microsoft.com/office/powerpoint/2010/main" val="3323094713"/>
      </p:ext>
    </p:extLst>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B2873-80BE-45A1-A413-8B4EADCAFF2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CAB4166-352F-4839-B08F-A13E4D9AE5B7}"/>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A64DDB06-9362-43E5-B18E-2760C43709EE}"/>
              </a:ext>
            </a:extLst>
          </p:cNvPr>
          <p:cNvPicPr>
            <a:picLocks noChangeAspect="1"/>
          </p:cNvPicPr>
          <p:nvPr/>
        </p:nvPicPr>
        <p:blipFill rotWithShape="1">
          <a:blip r:embed="rId2"/>
          <a:srcRect l="12083" t="26286" r="45417" b="14427"/>
          <a:stretch/>
        </p:blipFill>
        <p:spPr>
          <a:xfrm>
            <a:off x="2041525" y="430213"/>
            <a:ext cx="8001000" cy="6275296"/>
          </a:xfrm>
          <a:prstGeom prst="rect">
            <a:avLst/>
          </a:prstGeom>
        </p:spPr>
      </p:pic>
    </p:spTree>
    <p:extLst>
      <p:ext uri="{BB962C8B-B14F-4D97-AF65-F5344CB8AC3E}">
        <p14:creationId xmlns:p14="http://schemas.microsoft.com/office/powerpoint/2010/main" val="2180220428"/>
      </p:ext>
    </p:extLst>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5445F-7BDF-4499-82D8-EFAC93386B32}"/>
              </a:ext>
            </a:extLst>
          </p:cNvPr>
          <p:cNvSpPr>
            <a:spLocks noGrp="1"/>
          </p:cNvSpPr>
          <p:nvPr>
            <p:ph type="title"/>
          </p:nvPr>
        </p:nvSpPr>
        <p:spPr/>
        <p:txBody>
          <a:bodyPr/>
          <a:lstStyle/>
          <a:p>
            <a:r>
              <a:rPr lang="en-US" dirty="0"/>
              <a:t>Minh </a:t>
            </a:r>
            <a:r>
              <a:rPr lang="en-US" dirty="0" err="1"/>
              <a:t>họa</a:t>
            </a:r>
            <a:r>
              <a:rPr lang="en-US" dirty="0"/>
              <a:t> 3 </a:t>
            </a:r>
            <a:r>
              <a:rPr lang="en-US" dirty="0" err="1"/>
              <a:t>đĩa</a:t>
            </a:r>
            <a:endParaRPr lang="en-US" dirty="0"/>
          </a:p>
        </p:txBody>
      </p:sp>
      <p:sp>
        <p:nvSpPr>
          <p:cNvPr id="3" name="Content Placeholder 2">
            <a:extLst>
              <a:ext uri="{FF2B5EF4-FFF2-40B4-BE49-F238E27FC236}">
                <a16:creationId xmlns:a16="http://schemas.microsoft.com/office/drawing/2014/main" id="{9DE51804-FCDA-464F-9D2E-9D2C587E362C}"/>
              </a:ext>
            </a:extLst>
          </p:cNvPr>
          <p:cNvSpPr>
            <a:spLocks noGrp="1"/>
          </p:cNvSpPr>
          <p:nvPr>
            <p:ph idx="1"/>
          </p:nvPr>
        </p:nvSpPr>
        <p:spPr/>
        <p:txBody>
          <a:bodyPr/>
          <a:lstStyle/>
          <a:p>
            <a:endParaRPr lang="en-US"/>
          </a:p>
        </p:txBody>
      </p:sp>
      <p:pic>
        <p:nvPicPr>
          <p:cNvPr id="370690" name="Picture 2" descr="https://upload.wikimedia.org/wikipedia/commons/4/4f/Tower_of_Hanoi.gif">
            <a:extLst>
              <a:ext uri="{FF2B5EF4-FFF2-40B4-BE49-F238E27FC236}">
                <a16:creationId xmlns:a16="http://schemas.microsoft.com/office/drawing/2014/main" id="{B123194D-C06D-4C5C-9318-90A6B3AC252A}"/>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2041524" y="1012826"/>
            <a:ext cx="8101014" cy="3273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1088449"/>
      </p:ext>
    </p:extLst>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DD3E3-446F-4126-9B35-F3E5A1CF7481}"/>
              </a:ext>
            </a:extLst>
          </p:cNvPr>
          <p:cNvSpPr>
            <a:spLocks noGrp="1"/>
          </p:cNvSpPr>
          <p:nvPr>
            <p:ph type="title"/>
          </p:nvPr>
        </p:nvSpPr>
        <p:spPr/>
        <p:txBody>
          <a:bodyPr/>
          <a:lstStyle/>
          <a:p>
            <a:endParaRPr lang="en-US"/>
          </a:p>
        </p:txBody>
      </p:sp>
      <p:pic>
        <p:nvPicPr>
          <p:cNvPr id="371714" name="Picture 2" descr="https://upload.wikimedia.org/wikipedia/commons/6/60/Tower_of_Hanoi_4.gif">
            <a:extLst>
              <a:ext uri="{FF2B5EF4-FFF2-40B4-BE49-F238E27FC236}">
                <a16:creationId xmlns:a16="http://schemas.microsoft.com/office/drawing/2014/main" id="{3D35AF45-EC27-4AE1-AB95-4202B3E16AF3}"/>
              </a:ext>
            </a:extLst>
          </p:cNvPr>
          <p:cNvPicPr>
            <a:picLocks noGrp="1" noChangeAspect="1" noChangeArrowheads="1" noCro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41526" y="1030288"/>
            <a:ext cx="8237729" cy="39989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269486"/>
      </p:ext>
    </p:extLst>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41D602FC-38E1-4521-9E25-2D0E35FA8C2A}"/>
              </a:ext>
            </a:extLst>
          </p:cNvPr>
          <p:cNvSpPr>
            <a:spLocks noGrp="1" noChangeArrowheads="1"/>
          </p:cNvSpPr>
          <p:nvPr>
            <p:ph type="title"/>
          </p:nvPr>
        </p:nvSpPr>
        <p:spPr/>
        <p:txBody>
          <a:bodyPr/>
          <a:lstStyle/>
          <a:p>
            <a:pPr eaLnBrk="1" hangingPunct="1"/>
            <a:r>
              <a:rPr lang="en-US" altLang="en-US" b="1" dirty="0"/>
              <a:t>Tr</a:t>
            </a:r>
            <a:r>
              <a:rPr lang="vi-VN" altLang="en-US" b="1" dirty="0"/>
              <a:t>ư</a:t>
            </a:r>
            <a:r>
              <a:rPr lang="en-US" altLang="en-US" b="1" dirty="0" err="1"/>
              <a:t>ờng</a:t>
            </a:r>
            <a:r>
              <a:rPr lang="en-US" altLang="en-US" b="1" dirty="0"/>
              <a:t> </a:t>
            </a:r>
            <a:r>
              <a:rPr lang="en-US" altLang="en-US" b="1" dirty="0" err="1"/>
              <a:t>hợp</a:t>
            </a:r>
            <a:r>
              <a:rPr lang="en-US" altLang="en-US" b="1" dirty="0"/>
              <a:t> n&gt;=3</a:t>
            </a:r>
          </a:p>
        </p:txBody>
      </p:sp>
      <p:sp>
        <p:nvSpPr>
          <p:cNvPr id="97283" name="Rectangle 3">
            <a:extLst>
              <a:ext uri="{FF2B5EF4-FFF2-40B4-BE49-F238E27FC236}">
                <a16:creationId xmlns:a16="http://schemas.microsoft.com/office/drawing/2014/main" id="{3B449FEF-C157-4A3F-A6B0-B12794360372}"/>
              </a:ext>
            </a:extLst>
          </p:cNvPr>
          <p:cNvSpPr>
            <a:spLocks noGrp="1" noChangeArrowheads="1"/>
          </p:cNvSpPr>
          <p:nvPr>
            <p:ph idx="1"/>
          </p:nvPr>
        </p:nvSpPr>
        <p:spPr/>
        <p:txBody>
          <a:bodyPr/>
          <a:lstStyle/>
          <a:p>
            <a:pPr eaLnBrk="1" hangingPunct="1"/>
            <a:endParaRPr lang="en-US" altLang="en-US"/>
          </a:p>
        </p:txBody>
      </p:sp>
      <p:grpSp>
        <p:nvGrpSpPr>
          <p:cNvPr id="97284" name="Group 4">
            <a:extLst>
              <a:ext uri="{FF2B5EF4-FFF2-40B4-BE49-F238E27FC236}">
                <a16:creationId xmlns:a16="http://schemas.microsoft.com/office/drawing/2014/main" id="{02B2C658-3F08-43A3-A7AA-80C64FFEBEAE}"/>
              </a:ext>
            </a:extLst>
          </p:cNvPr>
          <p:cNvGrpSpPr>
            <a:grpSpLocks/>
          </p:cNvGrpSpPr>
          <p:nvPr/>
        </p:nvGrpSpPr>
        <p:grpSpPr bwMode="auto">
          <a:xfrm>
            <a:off x="2133600" y="2590802"/>
            <a:ext cx="2438400" cy="2978151"/>
            <a:chOff x="384" y="1920"/>
            <a:chExt cx="1536" cy="1876"/>
          </a:xfrm>
        </p:grpSpPr>
        <p:sp>
          <p:nvSpPr>
            <p:cNvPr id="97299" name="Line 5">
              <a:extLst>
                <a:ext uri="{FF2B5EF4-FFF2-40B4-BE49-F238E27FC236}">
                  <a16:creationId xmlns:a16="http://schemas.microsoft.com/office/drawing/2014/main" id="{BAC28F91-953A-4139-8D13-85F3950E44E5}"/>
                </a:ext>
              </a:extLst>
            </p:cNvPr>
            <p:cNvSpPr>
              <a:spLocks noChangeShapeType="1"/>
            </p:cNvSpPr>
            <p:nvPr/>
          </p:nvSpPr>
          <p:spPr bwMode="auto">
            <a:xfrm>
              <a:off x="384" y="3456"/>
              <a:ext cx="15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00" name="Rectangle 6">
              <a:extLst>
                <a:ext uri="{FF2B5EF4-FFF2-40B4-BE49-F238E27FC236}">
                  <a16:creationId xmlns:a16="http://schemas.microsoft.com/office/drawing/2014/main" id="{694FF1E2-EB1B-41A5-8917-F20E52D9AD43}"/>
                </a:ext>
              </a:extLst>
            </p:cNvPr>
            <p:cNvSpPr>
              <a:spLocks noChangeArrowheads="1"/>
            </p:cNvSpPr>
            <p:nvPr/>
          </p:nvSpPr>
          <p:spPr bwMode="auto">
            <a:xfrm>
              <a:off x="1056" y="1920"/>
              <a:ext cx="144" cy="1536"/>
            </a:xfrm>
            <a:prstGeom prst="rect">
              <a:avLst/>
            </a:prstGeom>
            <a:solidFill>
              <a:srgbClr val="000080"/>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97301" name="Text Box 7">
              <a:extLst>
                <a:ext uri="{FF2B5EF4-FFF2-40B4-BE49-F238E27FC236}">
                  <a16:creationId xmlns:a16="http://schemas.microsoft.com/office/drawing/2014/main" id="{490FC04A-65EA-4702-944E-1FC013845D65}"/>
                </a:ext>
              </a:extLst>
            </p:cNvPr>
            <p:cNvSpPr txBox="1">
              <a:spLocks noChangeArrowheads="1"/>
            </p:cNvSpPr>
            <p:nvPr/>
          </p:nvSpPr>
          <p:spPr bwMode="auto">
            <a:xfrm>
              <a:off x="998" y="3505"/>
              <a:ext cx="24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r>
                <a:rPr lang="en-US" altLang="en-US" sz="2400">
                  <a:latin typeface="Tahoma" panose="020B0604030504040204" pitchFamily="34" charset="0"/>
                </a:rPr>
                <a:t>A</a:t>
              </a:r>
            </a:p>
          </p:txBody>
        </p:sp>
      </p:grpSp>
      <p:grpSp>
        <p:nvGrpSpPr>
          <p:cNvPr id="97285" name="Group 8">
            <a:extLst>
              <a:ext uri="{FF2B5EF4-FFF2-40B4-BE49-F238E27FC236}">
                <a16:creationId xmlns:a16="http://schemas.microsoft.com/office/drawing/2014/main" id="{CC4A7186-68A9-47D1-90AF-1461E2A7F2CC}"/>
              </a:ext>
            </a:extLst>
          </p:cNvPr>
          <p:cNvGrpSpPr>
            <a:grpSpLocks/>
          </p:cNvGrpSpPr>
          <p:nvPr/>
        </p:nvGrpSpPr>
        <p:grpSpPr bwMode="auto">
          <a:xfrm>
            <a:off x="2362200" y="3886200"/>
            <a:ext cx="1905000" cy="1143000"/>
            <a:chOff x="528" y="2736"/>
            <a:chExt cx="1200" cy="720"/>
          </a:xfrm>
        </p:grpSpPr>
        <p:sp>
          <p:nvSpPr>
            <p:cNvPr id="97294" name="Rectangle 9">
              <a:extLst>
                <a:ext uri="{FF2B5EF4-FFF2-40B4-BE49-F238E27FC236}">
                  <a16:creationId xmlns:a16="http://schemas.microsoft.com/office/drawing/2014/main" id="{26B6C65D-D499-4514-97D9-ECC5FCDB7F60}"/>
                </a:ext>
              </a:extLst>
            </p:cNvPr>
            <p:cNvSpPr>
              <a:spLocks noChangeArrowheads="1"/>
            </p:cNvSpPr>
            <p:nvPr/>
          </p:nvSpPr>
          <p:spPr bwMode="auto">
            <a:xfrm>
              <a:off x="528" y="3312"/>
              <a:ext cx="1200" cy="144"/>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97295" name="Rectangle 10">
              <a:extLst>
                <a:ext uri="{FF2B5EF4-FFF2-40B4-BE49-F238E27FC236}">
                  <a16:creationId xmlns:a16="http://schemas.microsoft.com/office/drawing/2014/main" id="{7D63604F-43E2-41B0-B55A-1F0542420147}"/>
                </a:ext>
              </a:extLst>
            </p:cNvPr>
            <p:cNvSpPr>
              <a:spLocks noChangeArrowheads="1"/>
            </p:cNvSpPr>
            <p:nvPr/>
          </p:nvSpPr>
          <p:spPr bwMode="auto">
            <a:xfrm>
              <a:off x="624" y="3168"/>
              <a:ext cx="1008" cy="144"/>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97296" name="Rectangle 11">
              <a:extLst>
                <a:ext uri="{FF2B5EF4-FFF2-40B4-BE49-F238E27FC236}">
                  <a16:creationId xmlns:a16="http://schemas.microsoft.com/office/drawing/2014/main" id="{A14993EC-7160-4DCB-9E75-2556EE4E2690}"/>
                </a:ext>
              </a:extLst>
            </p:cNvPr>
            <p:cNvSpPr>
              <a:spLocks noChangeArrowheads="1"/>
            </p:cNvSpPr>
            <p:nvPr/>
          </p:nvSpPr>
          <p:spPr bwMode="auto">
            <a:xfrm>
              <a:off x="720" y="3024"/>
              <a:ext cx="816" cy="144"/>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97297" name="Rectangle 12">
              <a:extLst>
                <a:ext uri="{FF2B5EF4-FFF2-40B4-BE49-F238E27FC236}">
                  <a16:creationId xmlns:a16="http://schemas.microsoft.com/office/drawing/2014/main" id="{46DE101E-C215-4794-95A3-908C6C6C6737}"/>
                </a:ext>
              </a:extLst>
            </p:cNvPr>
            <p:cNvSpPr>
              <a:spLocks noChangeArrowheads="1"/>
            </p:cNvSpPr>
            <p:nvPr/>
          </p:nvSpPr>
          <p:spPr bwMode="auto">
            <a:xfrm>
              <a:off x="816" y="2880"/>
              <a:ext cx="624" cy="144"/>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97298" name="Rectangle 13">
              <a:extLst>
                <a:ext uri="{FF2B5EF4-FFF2-40B4-BE49-F238E27FC236}">
                  <a16:creationId xmlns:a16="http://schemas.microsoft.com/office/drawing/2014/main" id="{D917BF5A-73CF-440F-B0C9-351C5E33BC9D}"/>
                </a:ext>
              </a:extLst>
            </p:cNvPr>
            <p:cNvSpPr>
              <a:spLocks noChangeArrowheads="1"/>
            </p:cNvSpPr>
            <p:nvPr/>
          </p:nvSpPr>
          <p:spPr bwMode="auto">
            <a:xfrm>
              <a:off x="912" y="2736"/>
              <a:ext cx="432" cy="144"/>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grpSp>
      <p:grpSp>
        <p:nvGrpSpPr>
          <p:cNvPr id="97286" name="Group 14">
            <a:extLst>
              <a:ext uri="{FF2B5EF4-FFF2-40B4-BE49-F238E27FC236}">
                <a16:creationId xmlns:a16="http://schemas.microsoft.com/office/drawing/2014/main" id="{CAFA12A2-C346-4840-A836-68CC28897816}"/>
              </a:ext>
            </a:extLst>
          </p:cNvPr>
          <p:cNvGrpSpPr>
            <a:grpSpLocks/>
          </p:cNvGrpSpPr>
          <p:nvPr/>
        </p:nvGrpSpPr>
        <p:grpSpPr bwMode="auto">
          <a:xfrm>
            <a:off x="4876800" y="2590802"/>
            <a:ext cx="2438400" cy="2976563"/>
            <a:chOff x="2112" y="1920"/>
            <a:chExt cx="1536" cy="1875"/>
          </a:xfrm>
        </p:grpSpPr>
        <p:sp>
          <p:nvSpPr>
            <p:cNvPr id="97291" name="Line 15">
              <a:extLst>
                <a:ext uri="{FF2B5EF4-FFF2-40B4-BE49-F238E27FC236}">
                  <a16:creationId xmlns:a16="http://schemas.microsoft.com/office/drawing/2014/main" id="{30CAAA47-68D5-4586-8432-59C7B38432D6}"/>
                </a:ext>
              </a:extLst>
            </p:cNvPr>
            <p:cNvSpPr>
              <a:spLocks noChangeShapeType="1"/>
            </p:cNvSpPr>
            <p:nvPr/>
          </p:nvSpPr>
          <p:spPr bwMode="auto">
            <a:xfrm>
              <a:off x="2112" y="3456"/>
              <a:ext cx="15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292" name="Rectangle 16">
              <a:extLst>
                <a:ext uri="{FF2B5EF4-FFF2-40B4-BE49-F238E27FC236}">
                  <a16:creationId xmlns:a16="http://schemas.microsoft.com/office/drawing/2014/main" id="{407EBE3A-84E0-4742-A8B7-BD39AA2CD4A0}"/>
                </a:ext>
              </a:extLst>
            </p:cNvPr>
            <p:cNvSpPr>
              <a:spLocks noChangeArrowheads="1"/>
            </p:cNvSpPr>
            <p:nvPr/>
          </p:nvSpPr>
          <p:spPr bwMode="auto">
            <a:xfrm>
              <a:off x="2832" y="1920"/>
              <a:ext cx="144" cy="1536"/>
            </a:xfrm>
            <a:prstGeom prst="rect">
              <a:avLst/>
            </a:prstGeom>
            <a:solidFill>
              <a:srgbClr val="000080"/>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97293" name="Text Box 17">
              <a:extLst>
                <a:ext uri="{FF2B5EF4-FFF2-40B4-BE49-F238E27FC236}">
                  <a16:creationId xmlns:a16="http://schemas.microsoft.com/office/drawing/2014/main" id="{A0B1579B-831E-47F9-B6EF-5981109DABF7}"/>
                </a:ext>
              </a:extLst>
            </p:cNvPr>
            <p:cNvSpPr txBox="1">
              <a:spLocks noChangeArrowheads="1"/>
            </p:cNvSpPr>
            <p:nvPr/>
          </p:nvSpPr>
          <p:spPr bwMode="auto">
            <a:xfrm>
              <a:off x="2784" y="3504"/>
              <a:ext cx="25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r>
                <a:rPr lang="en-US" altLang="en-US" sz="2400">
                  <a:latin typeface="Tahoma" panose="020B0604030504040204" pitchFamily="34" charset="0"/>
                </a:rPr>
                <a:t>B</a:t>
              </a:r>
            </a:p>
          </p:txBody>
        </p:sp>
      </p:grpSp>
      <p:grpSp>
        <p:nvGrpSpPr>
          <p:cNvPr id="97287" name="Group 18">
            <a:extLst>
              <a:ext uri="{FF2B5EF4-FFF2-40B4-BE49-F238E27FC236}">
                <a16:creationId xmlns:a16="http://schemas.microsoft.com/office/drawing/2014/main" id="{088B739F-684E-4DA9-8FC1-479B023FBFA3}"/>
              </a:ext>
            </a:extLst>
          </p:cNvPr>
          <p:cNvGrpSpPr>
            <a:grpSpLocks/>
          </p:cNvGrpSpPr>
          <p:nvPr/>
        </p:nvGrpSpPr>
        <p:grpSpPr bwMode="auto">
          <a:xfrm>
            <a:off x="7620000" y="2590802"/>
            <a:ext cx="2438400" cy="2976563"/>
            <a:chOff x="3840" y="1920"/>
            <a:chExt cx="1536" cy="1875"/>
          </a:xfrm>
        </p:grpSpPr>
        <p:sp>
          <p:nvSpPr>
            <p:cNvPr id="97288" name="Line 19">
              <a:extLst>
                <a:ext uri="{FF2B5EF4-FFF2-40B4-BE49-F238E27FC236}">
                  <a16:creationId xmlns:a16="http://schemas.microsoft.com/office/drawing/2014/main" id="{4FB6E349-59E6-4491-8320-6587AEFDA274}"/>
                </a:ext>
              </a:extLst>
            </p:cNvPr>
            <p:cNvSpPr>
              <a:spLocks noChangeShapeType="1"/>
            </p:cNvSpPr>
            <p:nvPr/>
          </p:nvSpPr>
          <p:spPr bwMode="auto">
            <a:xfrm>
              <a:off x="3840" y="3456"/>
              <a:ext cx="15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289" name="Rectangle 20">
              <a:extLst>
                <a:ext uri="{FF2B5EF4-FFF2-40B4-BE49-F238E27FC236}">
                  <a16:creationId xmlns:a16="http://schemas.microsoft.com/office/drawing/2014/main" id="{7FAB66CD-A9CE-4C98-B45C-77F92931E147}"/>
                </a:ext>
              </a:extLst>
            </p:cNvPr>
            <p:cNvSpPr>
              <a:spLocks noChangeArrowheads="1"/>
            </p:cNvSpPr>
            <p:nvPr/>
          </p:nvSpPr>
          <p:spPr bwMode="auto">
            <a:xfrm>
              <a:off x="4512" y="1920"/>
              <a:ext cx="144" cy="1536"/>
            </a:xfrm>
            <a:prstGeom prst="rect">
              <a:avLst/>
            </a:prstGeom>
            <a:solidFill>
              <a:srgbClr val="000080"/>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97290" name="Text Box 21">
              <a:extLst>
                <a:ext uri="{FF2B5EF4-FFF2-40B4-BE49-F238E27FC236}">
                  <a16:creationId xmlns:a16="http://schemas.microsoft.com/office/drawing/2014/main" id="{B6D0114F-CDBD-4FC9-9884-762B0F87DDA8}"/>
                </a:ext>
              </a:extLst>
            </p:cNvPr>
            <p:cNvSpPr txBox="1">
              <a:spLocks noChangeArrowheads="1"/>
            </p:cNvSpPr>
            <p:nvPr/>
          </p:nvSpPr>
          <p:spPr bwMode="auto">
            <a:xfrm>
              <a:off x="4473" y="3504"/>
              <a:ext cx="24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r>
                <a:rPr lang="en-US" altLang="en-US" sz="2400">
                  <a:latin typeface="Tahoma" panose="020B0604030504040204" pitchFamily="34" charset="0"/>
                </a:rPr>
                <a:t>C</a:t>
              </a:r>
            </a:p>
          </p:txBody>
        </p:sp>
      </p:grpSp>
    </p:spTree>
    <p:extLst>
      <p:ext uri="{BB962C8B-B14F-4D97-AF65-F5344CB8AC3E}">
        <p14:creationId xmlns:p14="http://schemas.microsoft.com/office/powerpoint/2010/main" val="358655422"/>
      </p:ext>
    </p:extLst>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8DE6F95F-B6FA-4B03-B909-62E59285193A}"/>
              </a:ext>
            </a:extLst>
          </p:cNvPr>
          <p:cNvSpPr>
            <a:spLocks noGrp="1" noChangeArrowheads="1"/>
          </p:cNvSpPr>
          <p:nvPr>
            <p:ph type="title"/>
          </p:nvPr>
        </p:nvSpPr>
        <p:spPr/>
        <p:txBody>
          <a:bodyPr/>
          <a:lstStyle/>
          <a:p>
            <a:pPr eaLnBrk="1" hangingPunct="1"/>
            <a:r>
              <a:rPr lang="en-US" altLang="en-US" b="1"/>
              <a:t>Bài toán tháp Hà Nội</a:t>
            </a:r>
          </a:p>
        </p:txBody>
      </p:sp>
      <p:sp>
        <p:nvSpPr>
          <p:cNvPr id="98307" name="Rectangle 3">
            <a:extLst>
              <a:ext uri="{FF2B5EF4-FFF2-40B4-BE49-F238E27FC236}">
                <a16:creationId xmlns:a16="http://schemas.microsoft.com/office/drawing/2014/main" id="{6BCC27CB-0088-4C62-B0B4-A022D96FA122}"/>
              </a:ext>
            </a:extLst>
          </p:cNvPr>
          <p:cNvSpPr>
            <a:spLocks noGrp="1" noChangeArrowheads="1"/>
          </p:cNvSpPr>
          <p:nvPr>
            <p:ph idx="1"/>
          </p:nvPr>
        </p:nvSpPr>
        <p:spPr/>
        <p:txBody>
          <a:bodyPr/>
          <a:lstStyle/>
          <a:p>
            <a:pPr eaLnBrk="1" hangingPunct="1"/>
            <a:r>
              <a:rPr lang="en-US" altLang="en-US"/>
              <a:t>A </a:t>
            </a:r>
            <a:r>
              <a:rPr lang="en-US" altLang="en-US">
                <a:sym typeface="Wingdings 3" panose="05040102010807070707" pitchFamily="18" charset="2"/>
              </a:rPr>
              <a:t> C, B trung gian</a:t>
            </a:r>
          </a:p>
        </p:txBody>
      </p:sp>
      <p:sp>
        <p:nvSpPr>
          <p:cNvPr id="98308" name="Rectangle 4">
            <a:extLst>
              <a:ext uri="{FF2B5EF4-FFF2-40B4-BE49-F238E27FC236}">
                <a16:creationId xmlns:a16="http://schemas.microsoft.com/office/drawing/2014/main" id="{CFCDFF81-CF50-4C7C-9B54-CE21DC119577}"/>
              </a:ext>
            </a:extLst>
          </p:cNvPr>
          <p:cNvSpPr>
            <a:spLocks noChangeArrowheads="1"/>
          </p:cNvSpPr>
          <p:nvPr/>
        </p:nvSpPr>
        <p:spPr bwMode="auto">
          <a:xfrm>
            <a:off x="2362200" y="4648200"/>
            <a:ext cx="1905000" cy="228600"/>
          </a:xfrm>
          <a:prstGeom prst="rect">
            <a:avLst/>
          </a:prstGeom>
          <a:noFill/>
          <a:ln w="9525">
            <a:solidFill>
              <a:schemeClr val="tx1"/>
            </a:solidFill>
            <a:prstDash val="lgDashDot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98309" name="Rectangle 5">
            <a:extLst>
              <a:ext uri="{FF2B5EF4-FFF2-40B4-BE49-F238E27FC236}">
                <a16:creationId xmlns:a16="http://schemas.microsoft.com/office/drawing/2014/main" id="{0C137E81-ED2A-4CE6-8C54-33666AE29714}"/>
              </a:ext>
            </a:extLst>
          </p:cNvPr>
          <p:cNvSpPr>
            <a:spLocks noChangeArrowheads="1"/>
          </p:cNvSpPr>
          <p:nvPr/>
        </p:nvSpPr>
        <p:spPr bwMode="auto">
          <a:xfrm>
            <a:off x="2514600" y="4419600"/>
            <a:ext cx="1600200" cy="228600"/>
          </a:xfrm>
          <a:prstGeom prst="rect">
            <a:avLst/>
          </a:prstGeom>
          <a:noFill/>
          <a:ln w="952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98310" name="Rectangle 6">
            <a:extLst>
              <a:ext uri="{FF2B5EF4-FFF2-40B4-BE49-F238E27FC236}">
                <a16:creationId xmlns:a16="http://schemas.microsoft.com/office/drawing/2014/main" id="{FB61729E-1762-4BEC-A54B-4ADC78048E05}"/>
              </a:ext>
            </a:extLst>
          </p:cNvPr>
          <p:cNvSpPr>
            <a:spLocks noChangeArrowheads="1"/>
          </p:cNvSpPr>
          <p:nvPr/>
        </p:nvSpPr>
        <p:spPr bwMode="auto">
          <a:xfrm>
            <a:off x="2667000" y="4191000"/>
            <a:ext cx="1295400" cy="228600"/>
          </a:xfrm>
          <a:prstGeom prst="rect">
            <a:avLst/>
          </a:prstGeom>
          <a:noFill/>
          <a:ln w="952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98311" name="Rectangle 7">
            <a:extLst>
              <a:ext uri="{FF2B5EF4-FFF2-40B4-BE49-F238E27FC236}">
                <a16:creationId xmlns:a16="http://schemas.microsoft.com/office/drawing/2014/main" id="{F23406C6-82B2-4B4C-9746-8F6D9D5F80EB}"/>
              </a:ext>
            </a:extLst>
          </p:cNvPr>
          <p:cNvSpPr>
            <a:spLocks noChangeArrowheads="1"/>
          </p:cNvSpPr>
          <p:nvPr/>
        </p:nvSpPr>
        <p:spPr bwMode="auto">
          <a:xfrm>
            <a:off x="2819400" y="3962400"/>
            <a:ext cx="990600" cy="228600"/>
          </a:xfrm>
          <a:prstGeom prst="rect">
            <a:avLst/>
          </a:prstGeom>
          <a:noFill/>
          <a:ln w="952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98312" name="Rectangle 8">
            <a:extLst>
              <a:ext uri="{FF2B5EF4-FFF2-40B4-BE49-F238E27FC236}">
                <a16:creationId xmlns:a16="http://schemas.microsoft.com/office/drawing/2014/main" id="{0B905414-F5EC-4FC2-94A9-EA2C3DE1F9A0}"/>
              </a:ext>
            </a:extLst>
          </p:cNvPr>
          <p:cNvSpPr>
            <a:spLocks noChangeArrowheads="1"/>
          </p:cNvSpPr>
          <p:nvPr/>
        </p:nvSpPr>
        <p:spPr bwMode="auto">
          <a:xfrm>
            <a:off x="2971800" y="3733800"/>
            <a:ext cx="685800" cy="228600"/>
          </a:xfrm>
          <a:prstGeom prst="rect">
            <a:avLst/>
          </a:prstGeom>
          <a:noFill/>
          <a:ln w="952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grpSp>
        <p:nvGrpSpPr>
          <p:cNvPr id="98313" name="Group 9">
            <a:extLst>
              <a:ext uri="{FF2B5EF4-FFF2-40B4-BE49-F238E27FC236}">
                <a16:creationId xmlns:a16="http://schemas.microsoft.com/office/drawing/2014/main" id="{5F9F90D6-2DB4-4A79-AF74-67C76A1E2F62}"/>
              </a:ext>
            </a:extLst>
          </p:cNvPr>
          <p:cNvGrpSpPr>
            <a:grpSpLocks/>
          </p:cNvGrpSpPr>
          <p:nvPr/>
        </p:nvGrpSpPr>
        <p:grpSpPr bwMode="auto">
          <a:xfrm>
            <a:off x="2133600" y="2438402"/>
            <a:ext cx="2438400" cy="2978151"/>
            <a:chOff x="384" y="1920"/>
            <a:chExt cx="1536" cy="1876"/>
          </a:xfrm>
        </p:grpSpPr>
        <p:sp>
          <p:nvSpPr>
            <p:cNvPr id="98329" name="Line 10">
              <a:extLst>
                <a:ext uri="{FF2B5EF4-FFF2-40B4-BE49-F238E27FC236}">
                  <a16:creationId xmlns:a16="http://schemas.microsoft.com/office/drawing/2014/main" id="{08FFEDDD-A946-4F41-AC04-547AA02E5956}"/>
                </a:ext>
              </a:extLst>
            </p:cNvPr>
            <p:cNvSpPr>
              <a:spLocks noChangeShapeType="1"/>
            </p:cNvSpPr>
            <p:nvPr/>
          </p:nvSpPr>
          <p:spPr bwMode="auto">
            <a:xfrm>
              <a:off x="384" y="3456"/>
              <a:ext cx="15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330" name="Rectangle 11">
              <a:extLst>
                <a:ext uri="{FF2B5EF4-FFF2-40B4-BE49-F238E27FC236}">
                  <a16:creationId xmlns:a16="http://schemas.microsoft.com/office/drawing/2014/main" id="{BDE63518-2363-49B4-BE1D-08534322B05B}"/>
                </a:ext>
              </a:extLst>
            </p:cNvPr>
            <p:cNvSpPr>
              <a:spLocks noChangeArrowheads="1"/>
            </p:cNvSpPr>
            <p:nvPr/>
          </p:nvSpPr>
          <p:spPr bwMode="auto">
            <a:xfrm>
              <a:off x="1056" y="1920"/>
              <a:ext cx="144" cy="1536"/>
            </a:xfrm>
            <a:prstGeom prst="rect">
              <a:avLst/>
            </a:prstGeom>
            <a:solidFill>
              <a:srgbClr val="000080"/>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98331" name="Text Box 12">
              <a:extLst>
                <a:ext uri="{FF2B5EF4-FFF2-40B4-BE49-F238E27FC236}">
                  <a16:creationId xmlns:a16="http://schemas.microsoft.com/office/drawing/2014/main" id="{3DF73747-5298-448E-AF1C-26CBBA23BCEE}"/>
                </a:ext>
              </a:extLst>
            </p:cNvPr>
            <p:cNvSpPr txBox="1">
              <a:spLocks noChangeArrowheads="1"/>
            </p:cNvSpPr>
            <p:nvPr/>
          </p:nvSpPr>
          <p:spPr bwMode="auto">
            <a:xfrm>
              <a:off x="998" y="3505"/>
              <a:ext cx="60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r>
                <a:rPr lang="en-US" altLang="en-US" sz="2400">
                  <a:latin typeface="Tahoma" panose="020B0604030504040204" pitchFamily="34" charset="0"/>
                </a:rPr>
                <a:t>A (n)</a:t>
              </a:r>
            </a:p>
          </p:txBody>
        </p:sp>
      </p:grpSp>
      <p:grpSp>
        <p:nvGrpSpPr>
          <p:cNvPr id="98314" name="Group 13">
            <a:extLst>
              <a:ext uri="{FF2B5EF4-FFF2-40B4-BE49-F238E27FC236}">
                <a16:creationId xmlns:a16="http://schemas.microsoft.com/office/drawing/2014/main" id="{15A4F3F6-BF06-4E49-A7E3-9E280A0DCBD0}"/>
              </a:ext>
            </a:extLst>
          </p:cNvPr>
          <p:cNvGrpSpPr>
            <a:grpSpLocks/>
          </p:cNvGrpSpPr>
          <p:nvPr/>
        </p:nvGrpSpPr>
        <p:grpSpPr bwMode="auto">
          <a:xfrm>
            <a:off x="4876800" y="2438402"/>
            <a:ext cx="2438400" cy="2976563"/>
            <a:chOff x="2112" y="1920"/>
            <a:chExt cx="1536" cy="1875"/>
          </a:xfrm>
        </p:grpSpPr>
        <p:sp>
          <p:nvSpPr>
            <p:cNvPr id="98326" name="Line 14">
              <a:extLst>
                <a:ext uri="{FF2B5EF4-FFF2-40B4-BE49-F238E27FC236}">
                  <a16:creationId xmlns:a16="http://schemas.microsoft.com/office/drawing/2014/main" id="{846E4597-E302-4109-A7E2-367224F60D19}"/>
                </a:ext>
              </a:extLst>
            </p:cNvPr>
            <p:cNvSpPr>
              <a:spLocks noChangeShapeType="1"/>
            </p:cNvSpPr>
            <p:nvPr/>
          </p:nvSpPr>
          <p:spPr bwMode="auto">
            <a:xfrm>
              <a:off x="2112" y="3456"/>
              <a:ext cx="15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327" name="Rectangle 15">
              <a:extLst>
                <a:ext uri="{FF2B5EF4-FFF2-40B4-BE49-F238E27FC236}">
                  <a16:creationId xmlns:a16="http://schemas.microsoft.com/office/drawing/2014/main" id="{97510F6B-9FBB-4086-95A1-A6BD946D212F}"/>
                </a:ext>
              </a:extLst>
            </p:cNvPr>
            <p:cNvSpPr>
              <a:spLocks noChangeArrowheads="1"/>
            </p:cNvSpPr>
            <p:nvPr/>
          </p:nvSpPr>
          <p:spPr bwMode="auto">
            <a:xfrm>
              <a:off x="2832" y="1920"/>
              <a:ext cx="144" cy="1536"/>
            </a:xfrm>
            <a:prstGeom prst="rect">
              <a:avLst/>
            </a:prstGeom>
            <a:solidFill>
              <a:srgbClr val="000080"/>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98328" name="Text Box 16">
              <a:extLst>
                <a:ext uri="{FF2B5EF4-FFF2-40B4-BE49-F238E27FC236}">
                  <a16:creationId xmlns:a16="http://schemas.microsoft.com/office/drawing/2014/main" id="{32853A40-D1DF-4CCD-9E51-BFF71094D83C}"/>
                </a:ext>
              </a:extLst>
            </p:cNvPr>
            <p:cNvSpPr txBox="1">
              <a:spLocks noChangeArrowheads="1"/>
            </p:cNvSpPr>
            <p:nvPr/>
          </p:nvSpPr>
          <p:spPr bwMode="auto">
            <a:xfrm>
              <a:off x="2784" y="3504"/>
              <a:ext cx="8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r>
                <a:rPr lang="en-US" altLang="en-US" sz="2400">
                  <a:latin typeface="Tahoma" panose="020B0604030504040204" pitchFamily="34" charset="0"/>
                </a:rPr>
                <a:t>B (n-1)</a:t>
              </a:r>
            </a:p>
          </p:txBody>
        </p:sp>
      </p:grpSp>
      <p:grpSp>
        <p:nvGrpSpPr>
          <p:cNvPr id="98315" name="Group 17">
            <a:extLst>
              <a:ext uri="{FF2B5EF4-FFF2-40B4-BE49-F238E27FC236}">
                <a16:creationId xmlns:a16="http://schemas.microsoft.com/office/drawing/2014/main" id="{26E96E81-BD7E-4581-8389-8554E56C5BEC}"/>
              </a:ext>
            </a:extLst>
          </p:cNvPr>
          <p:cNvGrpSpPr>
            <a:grpSpLocks/>
          </p:cNvGrpSpPr>
          <p:nvPr/>
        </p:nvGrpSpPr>
        <p:grpSpPr bwMode="auto">
          <a:xfrm>
            <a:off x="7620000" y="2438402"/>
            <a:ext cx="2438400" cy="2976563"/>
            <a:chOff x="3840" y="1920"/>
            <a:chExt cx="1536" cy="1875"/>
          </a:xfrm>
        </p:grpSpPr>
        <p:sp>
          <p:nvSpPr>
            <p:cNvPr id="98323" name="Line 18">
              <a:extLst>
                <a:ext uri="{FF2B5EF4-FFF2-40B4-BE49-F238E27FC236}">
                  <a16:creationId xmlns:a16="http://schemas.microsoft.com/office/drawing/2014/main" id="{A9C890BC-5213-439D-A06C-4E8299C67D12}"/>
                </a:ext>
              </a:extLst>
            </p:cNvPr>
            <p:cNvSpPr>
              <a:spLocks noChangeShapeType="1"/>
            </p:cNvSpPr>
            <p:nvPr/>
          </p:nvSpPr>
          <p:spPr bwMode="auto">
            <a:xfrm>
              <a:off x="3840" y="3456"/>
              <a:ext cx="15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324" name="Rectangle 19">
              <a:extLst>
                <a:ext uri="{FF2B5EF4-FFF2-40B4-BE49-F238E27FC236}">
                  <a16:creationId xmlns:a16="http://schemas.microsoft.com/office/drawing/2014/main" id="{02759C8C-75A6-43E2-9161-2CA327571FAA}"/>
                </a:ext>
              </a:extLst>
            </p:cNvPr>
            <p:cNvSpPr>
              <a:spLocks noChangeArrowheads="1"/>
            </p:cNvSpPr>
            <p:nvPr/>
          </p:nvSpPr>
          <p:spPr bwMode="auto">
            <a:xfrm>
              <a:off x="4512" y="1920"/>
              <a:ext cx="144" cy="1536"/>
            </a:xfrm>
            <a:prstGeom prst="rect">
              <a:avLst/>
            </a:prstGeom>
            <a:solidFill>
              <a:srgbClr val="000080"/>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98325" name="Text Box 20">
              <a:extLst>
                <a:ext uri="{FF2B5EF4-FFF2-40B4-BE49-F238E27FC236}">
                  <a16:creationId xmlns:a16="http://schemas.microsoft.com/office/drawing/2014/main" id="{A952087E-74CC-4670-AA36-CADBAEC8C681}"/>
                </a:ext>
              </a:extLst>
            </p:cNvPr>
            <p:cNvSpPr txBox="1">
              <a:spLocks noChangeArrowheads="1"/>
            </p:cNvSpPr>
            <p:nvPr/>
          </p:nvSpPr>
          <p:spPr bwMode="auto">
            <a:xfrm>
              <a:off x="4473" y="3504"/>
              <a:ext cx="60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r>
                <a:rPr lang="en-US" altLang="en-US" sz="2400">
                  <a:latin typeface="Tahoma" panose="020B0604030504040204" pitchFamily="34" charset="0"/>
                </a:rPr>
                <a:t>C (1)</a:t>
              </a:r>
            </a:p>
          </p:txBody>
        </p:sp>
      </p:grpSp>
      <p:grpSp>
        <p:nvGrpSpPr>
          <p:cNvPr id="2" name="Group 1">
            <a:extLst>
              <a:ext uri="{FF2B5EF4-FFF2-40B4-BE49-F238E27FC236}">
                <a16:creationId xmlns:a16="http://schemas.microsoft.com/office/drawing/2014/main" id="{2D97F7B1-CF12-4958-B461-83818C5EC46B}"/>
              </a:ext>
            </a:extLst>
          </p:cNvPr>
          <p:cNvGrpSpPr/>
          <p:nvPr/>
        </p:nvGrpSpPr>
        <p:grpSpPr>
          <a:xfrm>
            <a:off x="5400675" y="3943350"/>
            <a:ext cx="1600200" cy="914400"/>
            <a:chOff x="3810000" y="3962400"/>
            <a:chExt cx="1600200" cy="914400"/>
          </a:xfrm>
        </p:grpSpPr>
        <p:sp>
          <p:nvSpPr>
            <p:cNvPr id="98316" name="Rectangle 21">
              <a:extLst>
                <a:ext uri="{FF2B5EF4-FFF2-40B4-BE49-F238E27FC236}">
                  <a16:creationId xmlns:a16="http://schemas.microsoft.com/office/drawing/2014/main" id="{F3F26D69-E6AC-4C39-9E32-D70A9D34D268}"/>
                </a:ext>
              </a:extLst>
            </p:cNvPr>
            <p:cNvSpPr>
              <a:spLocks noChangeArrowheads="1"/>
            </p:cNvSpPr>
            <p:nvPr/>
          </p:nvSpPr>
          <p:spPr bwMode="auto">
            <a:xfrm>
              <a:off x="3810000" y="4648200"/>
              <a:ext cx="1600200" cy="228600"/>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98317" name="Rectangle 22">
              <a:extLst>
                <a:ext uri="{FF2B5EF4-FFF2-40B4-BE49-F238E27FC236}">
                  <a16:creationId xmlns:a16="http://schemas.microsoft.com/office/drawing/2014/main" id="{28039077-A818-4CDE-8EDB-83F3F3636C25}"/>
                </a:ext>
              </a:extLst>
            </p:cNvPr>
            <p:cNvSpPr>
              <a:spLocks noChangeArrowheads="1"/>
            </p:cNvSpPr>
            <p:nvPr/>
          </p:nvSpPr>
          <p:spPr bwMode="auto">
            <a:xfrm>
              <a:off x="3962400" y="4419600"/>
              <a:ext cx="1295400" cy="228600"/>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98318" name="Rectangle 23">
              <a:extLst>
                <a:ext uri="{FF2B5EF4-FFF2-40B4-BE49-F238E27FC236}">
                  <a16:creationId xmlns:a16="http://schemas.microsoft.com/office/drawing/2014/main" id="{5E5EF0F7-2C27-4207-91C2-ED7630C05FC4}"/>
                </a:ext>
              </a:extLst>
            </p:cNvPr>
            <p:cNvSpPr>
              <a:spLocks noChangeArrowheads="1"/>
            </p:cNvSpPr>
            <p:nvPr/>
          </p:nvSpPr>
          <p:spPr bwMode="auto">
            <a:xfrm>
              <a:off x="4114800" y="4191000"/>
              <a:ext cx="990600" cy="228600"/>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98319" name="Rectangle 24">
              <a:extLst>
                <a:ext uri="{FF2B5EF4-FFF2-40B4-BE49-F238E27FC236}">
                  <a16:creationId xmlns:a16="http://schemas.microsoft.com/office/drawing/2014/main" id="{6F685E23-C696-4558-B8BE-F3B531790734}"/>
                </a:ext>
              </a:extLst>
            </p:cNvPr>
            <p:cNvSpPr>
              <a:spLocks noChangeArrowheads="1"/>
            </p:cNvSpPr>
            <p:nvPr/>
          </p:nvSpPr>
          <p:spPr bwMode="auto">
            <a:xfrm>
              <a:off x="4267200" y="3962400"/>
              <a:ext cx="685800" cy="228600"/>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grpSp>
      <p:sp>
        <p:nvSpPr>
          <p:cNvPr id="98320" name="Rectangle 25">
            <a:extLst>
              <a:ext uri="{FF2B5EF4-FFF2-40B4-BE49-F238E27FC236}">
                <a16:creationId xmlns:a16="http://schemas.microsoft.com/office/drawing/2014/main" id="{864010DC-3A2A-4CFB-8314-5C0330C5DEB8}"/>
              </a:ext>
            </a:extLst>
          </p:cNvPr>
          <p:cNvSpPr>
            <a:spLocks noChangeArrowheads="1"/>
          </p:cNvSpPr>
          <p:nvPr/>
        </p:nvSpPr>
        <p:spPr bwMode="auto">
          <a:xfrm>
            <a:off x="7848600" y="4648200"/>
            <a:ext cx="1905000" cy="228600"/>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50202" name="AutoShape 26">
            <a:extLst>
              <a:ext uri="{FF2B5EF4-FFF2-40B4-BE49-F238E27FC236}">
                <a16:creationId xmlns:a16="http://schemas.microsoft.com/office/drawing/2014/main" id="{F875E68D-F02A-4E0A-8E62-7CA61FCB69AF}"/>
              </a:ext>
            </a:extLst>
          </p:cNvPr>
          <p:cNvSpPr>
            <a:spLocks noChangeArrowheads="1"/>
          </p:cNvSpPr>
          <p:nvPr/>
        </p:nvSpPr>
        <p:spPr bwMode="auto">
          <a:xfrm>
            <a:off x="3886200" y="2819400"/>
            <a:ext cx="2133600" cy="990600"/>
          </a:xfrm>
          <a:prstGeom prst="curvedDownArrow">
            <a:avLst>
              <a:gd name="adj1" fmla="val 43077"/>
              <a:gd name="adj2" fmla="val 86154"/>
              <a:gd name="adj3" fmla="val 39421"/>
            </a:avLst>
          </a:prstGeom>
          <a:ln>
            <a:headEnd/>
            <a:tailEnd/>
          </a:ln>
          <a:extLst>
            <a:ext uri="{909E8E84-426E-40DD-AFC4-6F175D3DCCD1}">
              <a14:hiddenFill xmlns:a14="http://schemas.microsoft.com/office/drawing/2010/main">
                <a:solidFill>
                  <a:srgbClr val="FFFFFF"/>
                </a:solidFill>
              </a14:hiddenFill>
            </a:ext>
          </a:extLst>
        </p:spPr>
        <p:style>
          <a:lnRef idx="1">
            <a:schemeClr val="accent5"/>
          </a:lnRef>
          <a:fillRef idx="3">
            <a:schemeClr val="accent5"/>
          </a:fillRef>
          <a:effectRef idx="2">
            <a:schemeClr val="accent5"/>
          </a:effectRef>
          <a:fontRef idx="minor">
            <a:schemeClr val="lt1"/>
          </a:fontRef>
        </p:style>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50203" name="AutoShape 27">
            <a:extLst>
              <a:ext uri="{FF2B5EF4-FFF2-40B4-BE49-F238E27FC236}">
                <a16:creationId xmlns:a16="http://schemas.microsoft.com/office/drawing/2014/main" id="{43B7C576-D49C-4211-923D-0BCA2C91F4B1}"/>
              </a:ext>
            </a:extLst>
          </p:cNvPr>
          <p:cNvSpPr>
            <a:spLocks noChangeArrowheads="1"/>
          </p:cNvSpPr>
          <p:nvPr/>
        </p:nvSpPr>
        <p:spPr bwMode="auto">
          <a:xfrm>
            <a:off x="3962400" y="5181600"/>
            <a:ext cx="4724400" cy="914400"/>
          </a:xfrm>
          <a:prstGeom prst="curvedUpArrow">
            <a:avLst>
              <a:gd name="adj1" fmla="val 93024"/>
              <a:gd name="adj2" fmla="val 196357"/>
              <a:gd name="adj3" fmla="val 74236"/>
            </a:avLst>
          </a:prstGeom>
          <a:ln>
            <a:headEnd/>
            <a:tailEnd/>
          </a:ln>
          <a:extLst>
            <a:ext uri="{909E8E84-426E-40DD-AFC4-6F175D3DCCD1}">
              <a14:hiddenFill xmlns:a14="http://schemas.microsoft.com/office/drawing/2010/main">
                <a:solidFill>
                  <a:srgbClr val="FFFFFF"/>
                </a:solidFill>
              </a14:hiddenFill>
            </a:ext>
          </a:extLst>
        </p:spPr>
        <p:style>
          <a:lnRef idx="1">
            <a:schemeClr val="accent5"/>
          </a:lnRef>
          <a:fillRef idx="3">
            <a:schemeClr val="accent5"/>
          </a:fillRef>
          <a:effectRef idx="2">
            <a:schemeClr val="accent5"/>
          </a:effectRef>
          <a:fontRef idx="minor">
            <a:schemeClr val="lt1"/>
          </a:fontRef>
        </p:style>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grpSp>
        <p:nvGrpSpPr>
          <p:cNvPr id="29" name="Group 28">
            <a:extLst>
              <a:ext uri="{FF2B5EF4-FFF2-40B4-BE49-F238E27FC236}">
                <a16:creationId xmlns:a16="http://schemas.microsoft.com/office/drawing/2014/main" id="{D412B6E4-3802-4E44-9AFD-53F80A9F85B6}"/>
              </a:ext>
            </a:extLst>
          </p:cNvPr>
          <p:cNvGrpSpPr/>
          <p:nvPr/>
        </p:nvGrpSpPr>
        <p:grpSpPr>
          <a:xfrm>
            <a:off x="2514600" y="3672683"/>
            <a:ext cx="1600200" cy="914400"/>
            <a:chOff x="3810000" y="3962400"/>
            <a:chExt cx="1600200" cy="914400"/>
          </a:xfrm>
        </p:grpSpPr>
        <p:sp>
          <p:nvSpPr>
            <p:cNvPr id="30" name="Rectangle 21">
              <a:extLst>
                <a:ext uri="{FF2B5EF4-FFF2-40B4-BE49-F238E27FC236}">
                  <a16:creationId xmlns:a16="http://schemas.microsoft.com/office/drawing/2014/main" id="{5EB588B3-92D6-446E-B82A-06021FEE60C1}"/>
                </a:ext>
              </a:extLst>
            </p:cNvPr>
            <p:cNvSpPr>
              <a:spLocks noChangeArrowheads="1"/>
            </p:cNvSpPr>
            <p:nvPr/>
          </p:nvSpPr>
          <p:spPr bwMode="auto">
            <a:xfrm>
              <a:off x="3810000" y="4648200"/>
              <a:ext cx="1600200" cy="228600"/>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31" name="Rectangle 22">
              <a:extLst>
                <a:ext uri="{FF2B5EF4-FFF2-40B4-BE49-F238E27FC236}">
                  <a16:creationId xmlns:a16="http://schemas.microsoft.com/office/drawing/2014/main" id="{B7D99C4A-9B24-4799-975F-92E4FA85B1C5}"/>
                </a:ext>
              </a:extLst>
            </p:cNvPr>
            <p:cNvSpPr>
              <a:spLocks noChangeArrowheads="1"/>
            </p:cNvSpPr>
            <p:nvPr/>
          </p:nvSpPr>
          <p:spPr bwMode="auto">
            <a:xfrm>
              <a:off x="3962400" y="4419600"/>
              <a:ext cx="1295400" cy="228600"/>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32" name="Rectangle 23">
              <a:extLst>
                <a:ext uri="{FF2B5EF4-FFF2-40B4-BE49-F238E27FC236}">
                  <a16:creationId xmlns:a16="http://schemas.microsoft.com/office/drawing/2014/main" id="{AEA3298E-6978-4F6E-8C3C-CEC1C60183F5}"/>
                </a:ext>
              </a:extLst>
            </p:cNvPr>
            <p:cNvSpPr>
              <a:spLocks noChangeArrowheads="1"/>
            </p:cNvSpPr>
            <p:nvPr/>
          </p:nvSpPr>
          <p:spPr bwMode="auto">
            <a:xfrm>
              <a:off x="4114800" y="4191000"/>
              <a:ext cx="990600" cy="228600"/>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33" name="Rectangle 24">
              <a:extLst>
                <a:ext uri="{FF2B5EF4-FFF2-40B4-BE49-F238E27FC236}">
                  <a16:creationId xmlns:a16="http://schemas.microsoft.com/office/drawing/2014/main" id="{253DB76A-23C5-40D1-8A51-8D7A6CF51635}"/>
                </a:ext>
              </a:extLst>
            </p:cNvPr>
            <p:cNvSpPr>
              <a:spLocks noChangeArrowheads="1"/>
            </p:cNvSpPr>
            <p:nvPr/>
          </p:nvSpPr>
          <p:spPr bwMode="auto">
            <a:xfrm>
              <a:off x="4267200" y="3962400"/>
              <a:ext cx="685800" cy="228600"/>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grpSp>
      <p:sp>
        <p:nvSpPr>
          <p:cNvPr id="34" name="Rectangle 25">
            <a:extLst>
              <a:ext uri="{FF2B5EF4-FFF2-40B4-BE49-F238E27FC236}">
                <a16:creationId xmlns:a16="http://schemas.microsoft.com/office/drawing/2014/main" id="{3C446EB6-2CBE-4EFA-8E74-3739CEDA5100}"/>
              </a:ext>
            </a:extLst>
          </p:cNvPr>
          <p:cNvSpPr>
            <a:spLocks noChangeArrowheads="1"/>
          </p:cNvSpPr>
          <p:nvPr/>
        </p:nvSpPr>
        <p:spPr bwMode="auto">
          <a:xfrm>
            <a:off x="2362200" y="4610100"/>
            <a:ext cx="1905000" cy="228600"/>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Tree>
    <p:extLst>
      <p:ext uri="{BB962C8B-B14F-4D97-AF65-F5344CB8AC3E}">
        <p14:creationId xmlns:p14="http://schemas.microsoft.com/office/powerpoint/2010/main" val="1056257551"/>
      </p:ext>
    </p:extLst>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xit" presetSubtype="1" fill="hold" nodeType="withEffect">
                                  <p:stCondLst>
                                    <p:cond delay="0"/>
                                  </p:stCondLst>
                                  <p:childTnLst>
                                    <p:animEffect transition="out" filter="wheel(1)">
                                      <p:cBhvr>
                                        <p:cTn id="6" dur="2000"/>
                                        <p:tgtEl>
                                          <p:spTgt spid="29"/>
                                        </p:tgtEl>
                                      </p:cBhvr>
                                    </p:animEffect>
                                    <p:set>
                                      <p:cBhvr>
                                        <p:cTn id="7" dur="1" fill="hold">
                                          <p:stCondLst>
                                            <p:cond delay="1999"/>
                                          </p:stCondLst>
                                        </p:cTn>
                                        <p:tgtEl>
                                          <p:spTgt spid="29"/>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50202"/>
                                        </p:tgtEl>
                                        <p:attrNameLst>
                                          <p:attrName>style.visibility</p:attrName>
                                        </p:attrNameLst>
                                      </p:cBhvr>
                                      <p:to>
                                        <p:strVal val="visible"/>
                                      </p:to>
                                    </p:set>
                                    <p:anim calcmode="lin" valueType="num">
                                      <p:cBhvr additive="base">
                                        <p:cTn id="16" dur="500" fill="hold"/>
                                        <p:tgtEl>
                                          <p:spTgt spid="50202"/>
                                        </p:tgtEl>
                                        <p:attrNameLst>
                                          <p:attrName>ppt_x</p:attrName>
                                        </p:attrNameLst>
                                      </p:cBhvr>
                                      <p:tavLst>
                                        <p:tav tm="0">
                                          <p:val>
                                            <p:strVal val="#ppt_x"/>
                                          </p:val>
                                        </p:tav>
                                        <p:tav tm="100000">
                                          <p:val>
                                            <p:strVal val="#ppt_x"/>
                                          </p:val>
                                        </p:tav>
                                      </p:tavLst>
                                    </p:anim>
                                    <p:anim calcmode="lin" valueType="num">
                                      <p:cBhvr additive="base">
                                        <p:cTn id="17" dur="500" fill="hold"/>
                                        <p:tgtEl>
                                          <p:spTgt spid="50202"/>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1" presetClass="exit" presetSubtype="1" fill="hold" grpId="0" nodeType="clickEffect">
                                  <p:stCondLst>
                                    <p:cond delay="0"/>
                                  </p:stCondLst>
                                  <p:childTnLst>
                                    <p:animEffect transition="out" filter="wheel(1)">
                                      <p:cBhvr>
                                        <p:cTn id="21" dur="2000"/>
                                        <p:tgtEl>
                                          <p:spTgt spid="34"/>
                                        </p:tgtEl>
                                      </p:cBhvr>
                                    </p:animEffect>
                                    <p:set>
                                      <p:cBhvr>
                                        <p:cTn id="22" dur="1" fill="hold">
                                          <p:stCondLst>
                                            <p:cond delay="1999"/>
                                          </p:stCondLst>
                                        </p:cTn>
                                        <p:tgtEl>
                                          <p:spTgt spid="34"/>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98320"/>
                                        </p:tgtEl>
                                        <p:attrNameLst>
                                          <p:attrName>style.visibility</p:attrName>
                                        </p:attrNameLst>
                                      </p:cBhvr>
                                      <p:to>
                                        <p:strVal val="visible"/>
                                      </p:to>
                                    </p:set>
                                    <p:animEffect transition="in" filter="fade">
                                      <p:cBhvr>
                                        <p:cTn id="27" dur="1000"/>
                                        <p:tgtEl>
                                          <p:spTgt spid="98320"/>
                                        </p:tgtEl>
                                      </p:cBhvr>
                                    </p:animEffect>
                                    <p:anim calcmode="lin" valueType="num">
                                      <p:cBhvr>
                                        <p:cTn id="28" dur="1000" fill="hold"/>
                                        <p:tgtEl>
                                          <p:spTgt spid="98320"/>
                                        </p:tgtEl>
                                        <p:attrNameLst>
                                          <p:attrName>ppt_x</p:attrName>
                                        </p:attrNameLst>
                                      </p:cBhvr>
                                      <p:tavLst>
                                        <p:tav tm="0">
                                          <p:val>
                                            <p:strVal val="#ppt_x"/>
                                          </p:val>
                                        </p:tav>
                                        <p:tav tm="100000">
                                          <p:val>
                                            <p:strVal val="#ppt_x"/>
                                          </p:val>
                                        </p:tav>
                                      </p:tavLst>
                                    </p:anim>
                                    <p:anim calcmode="lin" valueType="num">
                                      <p:cBhvr>
                                        <p:cTn id="29" dur="1000" fill="hold"/>
                                        <p:tgtEl>
                                          <p:spTgt spid="98320"/>
                                        </p:tgtEl>
                                        <p:attrNameLst>
                                          <p:attrName>ppt_y</p:attrName>
                                        </p:attrNameLst>
                                      </p:cBhvr>
                                      <p:tavLst>
                                        <p:tav tm="0">
                                          <p:val>
                                            <p:strVal val="#ppt_y+.1"/>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50203"/>
                                        </p:tgtEl>
                                        <p:attrNameLst>
                                          <p:attrName>style.visibility</p:attrName>
                                        </p:attrNameLst>
                                      </p:cBhvr>
                                      <p:to>
                                        <p:strVal val="visible"/>
                                      </p:to>
                                    </p:set>
                                    <p:anim calcmode="lin" valueType="num">
                                      <p:cBhvr additive="base">
                                        <p:cTn id="32" dur="500" fill="hold"/>
                                        <p:tgtEl>
                                          <p:spTgt spid="50203"/>
                                        </p:tgtEl>
                                        <p:attrNameLst>
                                          <p:attrName>ppt_x</p:attrName>
                                        </p:attrNameLst>
                                      </p:cBhvr>
                                      <p:tavLst>
                                        <p:tav tm="0">
                                          <p:val>
                                            <p:strVal val="#ppt_x"/>
                                          </p:val>
                                        </p:tav>
                                        <p:tav tm="100000">
                                          <p:val>
                                            <p:strVal val="#ppt_x"/>
                                          </p:val>
                                        </p:tav>
                                      </p:tavLst>
                                    </p:anim>
                                    <p:anim calcmode="lin" valueType="num">
                                      <p:cBhvr additive="base">
                                        <p:cTn id="33" dur="500" fill="hold"/>
                                        <p:tgtEl>
                                          <p:spTgt spid="5020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20" grpId="0" animBg="1"/>
      <p:bldP spid="50202" grpId="0" animBg="1"/>
      <p:bldP spid="50203" grpId="0" animBg="1"/>
      <p:bldP spid="34"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E5AF2663-4B6A-43D1-A9CF-AD1211CEBAAD}"/>
              </a:ext>
            </a:extLst>
          </p:cNvPr>
          <p:cNvSpPr>
            <a:spLocks noGrp="1" noChangeArrowheads="1"/>
          </p:cNvSpPr>
          <p:nvPr>
            <p:ph type="title"/>
          </p:nvPr>
        </p:nvSpPr>
        <p:spPr/>
        <p:txBody>
          <a:bodyPr/>
          <a:lstStyle/>
          <a:p>
            <a:pPr eaLnBrk="1" hangingPunct="1"/>
            <a:r>
              <a:rPr lang="en-US" altLang="en-US" b="1"/>
              <a:t>Bài toán tháp Hà Nội</a:t>
            </a:r>
          </a:p>
        </p:txBody>
      </p:sp>
      <p:sp>
        <p:nvSpPr>
          <p:cNvPr id="99331" name="Rectangle 3">
            <a:extLst>
              <a:ext uri="{FF2B5EF4-FFF2-40B4-BE49-F238E27FC236}">
                <a16:creationId xmlns:a16="http://schemas.microsoft.com/office/drawing/2014/main" id="{694C889D-5B90-487E-91F2-32670CFCE92A}"/>
              </a:ext>
            </a:extLst>
          </p:cNvPr>
          <p:cNvSpPr>
            <a:spLocks noGrp="1" noChangeArrowheads="1"/>
          </p:cNvSpPr>
          <p:nvPr>
            <p:ph idx="1"/>
          </p:nvPr>
        </p:nvSpPr>
        <p:spPr/>
        <p:txBody>
          <a:bodyPr/>
          <a:lstStyle/>
          <a:p>
            <a:pPr eaLnBrk="1" hangingPunct="1"/>
            <a:r>
              <a:rPr lang="en-US" altLang="en-US"/>
              <a:t>B </a:t>
            </a:r>
            <a:r>
              <a:rPr lang="en-US" altLang="en-US">
                <a:sym typeface="Wingdings 3" panose="05040102010807070707" pitchFamily="18" charset="2"/>
              </a:rPr>
              <a:t> C (A trung gian)</a:t>
            </a:r>
          </a:p>
          <a:p>
            <a:pPr eaLnBrk="1" hangingPunct="1">
              <a:buFont typeface="Wingdings" panose="05000000000000000000" pitchFamily="2" charset="2"/>
              <a:buNone/>
            </a:pPr>
            <a:endParaRPr lang="en-US" altLang="en-US"/>
          </a:p>
        </p:txBody>
      </p:sp>
      <p:grpSp>
        <p:nvGrpSpPr>
          <p:cNvPr id="99332" name="Group 4">
            <a:extLst>
              <a:ext uri="{FF2B5EF4-FFF2-40B4-BE49-F238E27FC236}">
                <a16:creationId xmlns:a16="http://schemas.microsoft.com/office/drawing/2014/main" id="{1DBEE863-E566-4BE6-98B1-571D4C49053B}"/>
              </a:ext>
            </a:extLst>
          </p:cNvPr>
          <p:cNvGrpSpPr>
            <a:grpSpLocks/>
          </p:cNvGrpSpPr>
          <p:nvPr/>
        </p:nvGrpSpPr>
        <p:grpSpPr bwMode="auto">
          <a:xfrm>
            <a:off x="7772400" y="2438402"/>
            <a:ext cx="2438400" cy="2976563"/>
            <a:chOff x="3840" y="1920"/>
            <a:chExt cx="1536" cy="1875"/>
          </a:xfrm>
        </p:grpSpPr>
        <p:sp>
          <p:nvSpPr>
            <p:cNvPr id="99352" name="Line 5">
              <a:extLst>
                <a:ext uri="{FF2B5EF4-FFF2-40B4-BE49-F238E27FC236}">
                  <a16:creationId xmlns:a16="http://schemas.microsoft.com/office/drawing/2014/main" id="{F6E35AB1-30C7-4106-B999-92CC0D90377B}"/>
                </a:ext>
              </a:extLst>
            </p:cNvPr>
            <p:cNvSpPr>
              <a:spLocks noChangeShapeType="1"/>
            </p:cNvSpPr>
            <p:nvPr/>
          </p:nvSpPr>
          <p:spPr bwMode="auto">
            <a:xfrm>
              <a:off x="3840" y="3456"/>
              <a:ext cx="15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9353" name="Rectangle 6">
              <a:extLst>
                <a:ext uri="{FF2B5EF4-FFF2-40B4-BE49-F238E27FC236}">
                  <a16:creationId xmlns:a16="http://schemas.microsoft.com/office/drawing/2014/main" id="{7306BAF1-3456-4AE3-8F55-E4C914E51D31}"/>
                </a:ext>
              </a:extLst>
            </p:cNvPr>
            <p:cNvSpPr>
              <a:spLocks noChangeArrowheads="1"/>
            </p:cNvSpPr>
            <p:nvPr/>
          </p:nvSpPr>
          <p:spPr bwMode="auto">
            <a:xfrm>
              <a:off x="4512" y="1920"/>
              <a:ext cx="144" cy="1536"/>
            </a:xfrm>
            <a:prstGeom prst="rect">
              <a:avLst/>
            </a:prstGeom>
            <a:solidFill>
              <a:srgbClr val="000080"/>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99354" name="Text Box 7">
              <a:extLst>
                <a:ext uri="{FF2B5EF4-FFF2-40B4-BE49-F238E27FC236}">
                  <a16:creationId xmlns:a16="http://schemas.microsoft.com/office/drawing/2014/main" id="{494531EB-2CC9-43A5-B199-6550B0772C45}"/>
                </a:ext>
              </a:extLst>
            </p:cNvPr>
            <p:cNvSpPr txBox="1">
              <a:spLocks noChangeArrowheads="1"/>
            </p:cNvSpPr>
            <p:nvPr/>
          </p:nvSpPr>
          <p:spPr bwMode="auto">
            <a:xfrm>
              <a:off x="4473" y="3504"/>
              <a:ext cx="60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r>
                <a:rPr lang="en-US" altLang="en-US" sz="2400">
                  <a:latin typeface="Tahoma" panose="020B0604030504040204" pitchFamily="34" charset="0"/>
                </a:rPr>
                <a:t>C (2)</a:t>
              </a:r>
            </a:p>
          </p:txBody>
        </p:sp>
      </p:grpSp>
      <p:grpSp>
        <p:nvGrpSpPr>
          <p:cNvPr id="99333" name="Group 8">
            <a:extLst>
              <a:ext uri="{FF2B5EF4-FFF2-40B4-BE49-F238E27FC236}">
                <a16:creationId xmlns:a16="http://schemas.microsoft.com/office/drawing/2014/main" id="{5EA9E2A2-3C6F-4956-A477-01946BD2D369}"/>
              </a:ext>
            </a:extLst>
          </p:cNvPr>
          <p:cNvGrpSpPr>
            <a:grpSpLocks/>
          </p:cNvGrpSpPr>
          <p:nvPr/>
        </p:nvGrpSpPr>
        <p:grpSpPr bwMode="auto">
          <a:xfrm>
            <a:off x="2286000" y="2438402"/>
            <a:ext cx="2438400" cy="2978151"/>
            <a:chOff x="384" y="1920"/>
            <a:chExt cx="1536" cy="1876"/>
          </a:xfrm>
        </p:grpSpPr>
        <p:sp>
          <p:nvSpPr>
            <p:cNvPr id="99349" name="Line 9">
              <a:extLst>
                <a:ext uri="{FF2B5EF4-FFF2-40B4-BE49-F238E27FC236}">
                  <a16:creationId xmlns:a16="http://schemas.microsoft.com/office/drawing/2014/main" id="{A6825CD4-23E4-406C-A12F-BE38C4C8895E}"/>
                </a:ext>
              </a:extLst>
            </p:cNvPr>
            <p:cNvSpPr>
              <a:spLocks noChangeShapeType="1"/>
            </p:cNvSpPr>
            <p:nvPr/>
          </p:nvSpPr>
          <p:spPr bwMode="auto">
            <a:xfrm>
              <a:off x="384" y="3456"/>
              <a:ext cx="15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9350" name="Rectangle 10">
              <a:extLst>
                <a:ext uri="{FF2B5EF4-FFF2-40B4-BE49-F238E27FC236}">
                  <a16:creationId xmlns:a16="http://schemas.microsoft.com/office/drawing/2014/main" id="{FAC7D109-C9FB-4F68-AC6D-787631CDCACA}"/>
                </a:ext>
              </a:extLst>
            </p:cNvPr>
            <p:cNvSpPr>
              <a:spLocks noChangeArrowheads="1"/>
            </p:cNvSpPr>
            <p:nvPr/>
          </p:nvSpPr>
          <p:spPr bwMode="auto">
            <a:xfrm>
              <a:off x="1056" y="1920"/>
              <a:ext cx="144" cy="1536"/>
            </a:xfrm>
            <a:prstGeom prst="rect">
              <a:avLst/>
            </a:prstGeom>
            <a:solidFill>
              <a:srgbClr val="000080"/>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99351" name="Text Box 11">
              <a:extLst>
                <a:ext uri="{FF2B5EF4-FFF2-40B4-BE49-F238E27FC236}">
                  <a16:creationId xmlns:a16="http://schemas.microsoft.com/office/drawing/2014/main" id="{02773AAE-3302-4D5A-B06C-1207F69353A8}"/>
                </a:ext>
              </a:extLst>
            </p:cNvPr>
            <p:cNvSpPr txBox="1">
              <a:spLocks noChangeArrowheads="1"/>
            </p:cNvSpPr>
            <p:nvPr/>
          </p:nvSpPr>
          <p:spPr bwMode="auto">
            <a:xfrm>
              <a:off x="998" y="3505"/>
              <a:ext cx="81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r>
                <a:rPr lang="en-US" altLang="en-US" sz="2400">
                  <a:latin typeface="Tahoma" panose="020B0604030504040204" pitchFamily="34" charset="0"/>
                </a:rPr>
                <a:t>A (n-2)</a:t>
              </a:r>
            </a:p>
          </p:txBody>
        </p:sp>
      </p:grpSp>
      <p:sp>
        <p:nvSpPr>
          <p:cNvPr id="99334" name="Rectangle 12">
            <a:extLst>
              <a:ext uri="{FF2B5EF4-FFF2-40B4-BE49-F238E27FC236}">
                <a16:creationId xmlns:a16="http://schemas.microsoft.com/office/drawing/2014/main" id="{E4FAD16D-5205-4DA8-9CD4-3A2235AFB3FC}"/>
              </a:ext>
            </a:extLst>
          </p:cNvPr>
          <p:cNvSpPr>
            <a:spLocks noChangeArrowheads="1"/>
          </p:cNvSpPr>
          <p:nvPr/>
        </p:nvSpPr>
        <p:spPr bwMode="auto">
          <a:xfrm>
            <a:off x="8153400" y="4419600"/>
            <a:ext cx="1600200" cy="228600"/>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grpSp>
        <p:nvGrpSpPr>
          <p:cNvPr id="2" name="Group 1">
            <a:extLst>
              <a:ext uri="{FF2B5EF4-FFF2-40B4-BE49-F238E27FC236}">
                <a16:creationId xmlns:a16="http://schemas.microsoft.com/office/drawing/2014/main" id="{51FD4B9D-E2E1-4AA3-992D-F811AF2D7434}"/>
              </a:ext>
            </a:extLst>
          </p:cNvPr>
          <p:cNvGrpSpPr/>
          <p:nvPr/>
        </p:nvGrpSpPr>
        <p:grpSpPr>
          <a:xfrm>
            <a:off x="2819400" y="4191000"/>
            <a:ext cx="1295400" cy="685800"/>
            <a:chOff x="1295400" y="4191000"/>
            <a:chExt cx="1295400" cy="685800"/>
          </a:xfrm>
        </p:grpSpPr>
        <p:sp>
          <p:nvSpPr>
            <p:cNvPr id="99335" name="Rectangle 13">
              <a:extLst>
                <a:ext uri="{FF2B5EF4-FFF2-40B4-BE49-F238E27FC236}">
                  <a16:creationId xmlns:a16="http://schemas.microsoft.com/office/drawing/2014/main" id="{6283A13B-90AD-4D8F-8A6E-F1FEB8FDB4D7}"/>
                </a:ext>
              </a:extLst>
            </p:cNvPr>
            <p:cNvSpPr>
              <a:spLocks noChangeArrowheads="1"/>
            </p:cNvSpPr>
            <p:nvPr/>
          </p:nvSpPr>
          <p:spPr bwMode="auto">
            <a:xfrm>
              <a:off x="1295400" y="4648200"/>
              <a:ext cx="1295400" cy="228600"/>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99336" name="Rectangle 14">
              <a:extLst>
                <a:ext uri="{FF2B5EF4-FFF2-40B4-BE49-F238E27FC236}">
                  <a16:creationId xmlns:a16="http://schemas.microsoft.com/office/drawing/2014/main" id="{797C3CC2-0BF4-4FD1-9D49-EC4C7E94A2DC}"/>
                </a:ext>
              </a:extLst>
            </p:cNvPr>
            <p:cNvSpPr>
              <a:spLocks noChangeArrowheads="1"/>
            </p:cNvSpPr>
            <p:nvPr/>
          </p:nvSpPr>
          <p:spPr bwMode="auto">
            <a:xfrm>
              <a:off x="1447800" y="4419600"/>
              <a:ext cx="990600" cy="228600"/>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99337" name="Rectangle 15">
              <a:extLst>
                <a:ext uri="{FF2B5EF4-FFF2-40B4-BE49-F238E27FC236}">
                  <a16:creationId xmlns:a16="http://schemas.microsoft.com/office/drawing/2014/main" id="{1A5567B4-E216-4009-941C-E857D1808E66}"/>
                </a:ext>
              </a:extLst>
            </p:cNvPr>
            <p:cNvSpPr>
              <a:spLocks noChangeArrowheads="1"/>
            </p:cNvSpPr>
            <p:nvPr/>
          </p:nvSpPr>
          <p:spPr bwMode="auto">
            <a:xfrm>
              <a:off x="1600200" y="4191000"/>
              <a:ext cx="685800" cy="228600"/>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grpSp>
      <p:grpSp>
        <p:nvGrpSpPr>
          <p:cNvPr id="99338" name="Group 16">
            <a:extLst>
              <a:ext uri="{FF2B5EF4-FFF2-40B4-BE49-F238E27FC236}">
                <a16:creationId xmlns:a16="http://schemas.microsoft.com/office/drawing/2014/main" id="{11FF7CF4-1476-4E4E-8820-9173AB481924}"/>
              </a:ext>
            </a:extLst>
          </p:cNvPr>
          <p:cNvGrpSpPr>
            <a:grpSpLocks/>
          </p:cNvGrpSpPr>
          <p:nvPr/>
        </p:nvGrpSpPr>
        <p:grpSpPr bwMode="auto">
          <a:xfrm>
            <a:off x="5029200" y="2438402"/>
            <a:ext cx="2438400" cy="2976563"/>
            <a:chOff x="2112" y="1920"/>
            <a:chExt cx="1536" cy="1875"/>
          </a:xfrm>
        </p:grpSpPr>
        <p:sp>
          <p:nvSpPr>
            <p:cNvPr id="99346" name="Line 17">
              <a:extLst>
                <a:ext uri="{FF2B5EF4-FFF2-40B4-BE49-F238E27FC236}">
                  <a16:creationId xmlns:a16="http://schemas.microsoft.com/office/drawing/2014/main" id="{B7CDF155-2640-4694-A7D8-BFF04759BA06}"/>
                </a:ext>
              </a:extLst>
            </p:cNvPr>
            <p:cNvSpPr>
              <a:spLocks noChangeShapeType="1"/>
            </p:cNvSpPr>
            <p:nvPr/>
          </p:nvSpPr>
          <p:spPr bwMode="auto">
            <a:xfrm>
              <a:off x="2112" y="3456"/>
              <a:ext cx="15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9347" name="Rectangle 18">
              <a:extLst>
                <a:ext uri="{FF2B5EF4-FFF2-40B4-BE49-F238E27FC236}">
                  <a16:creationId xmlns:a16="http://schemas.microsoft.com/office/drawing/2014/main" id="{C175E55A-E707-4CBA-9A04-7461C9A09653}"/>
                </a:ext>
              </a:extLst>
            </p:cNvPr>
            <p:cNvSpPr>
              <a:spLocks noChangeArrowheads="1"/>
            </p:cNvSpPr>
            <p:nvPr/>
          </p:nvSpPr>
          <p:spPr bwMode="auto">
            <a:xfrm>
              <a:off x="2832" y="1920"/>
              <a:ext cx="144" cy="1536"/>
            </a:xfrm>
            <a:prstGeom prst="rect">
              <a:avLst/>
            </a:prstGeom>
            <a:solidFill>
              <a:srgbClr val="000080"/>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99348" name="Text Box 19">
              <a:extLst>
                <a:ext uri="{FF2B5EF4-FFF2-40B4-BE49-F238E27FC236}">
                  <a16:creationId xmlns:a16="http://schemas.microsoft.com/office/drawing/2014/main" id="{960DD0C6-CB2D-41F0-AD2D-042FC4535B61}"/>
                </a:ext>
              </a:extLst>
            </p:cNvPr>
            <p:cNvSpPr txBox="1">
              <a:spLocks noChangeArrowheads="1"/>
            </p:cNvSpPr>
            <p:nvPr/>
          </p:nvSpPr>
          <p:spPr bwMode="auto">
            <a:xfrm>
              <a:off x="2784" y="3504"/>
              <a:ext cx="8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r>
                <a:rPr lang="en-US" altLang="en-US" sz="2400">
                  <a:latin typeface="Tahoma" panose="020B0604030504040204" pitchFamily="34" charset="0"/>
                </a:rPr>
                <a:t>B (n-1)</a:t>
              </a:r>
            </a:p>
          </p:txBody>
        </p:sp>
      </p:grpSp>
      <p:sp>
        <p:nvSpPr>
          <p:cNvPr id="99339" name="Rectangle 20">
            <a:extLst>
              <a:ext uri="{FF2B5EF4-FFF2-40B4-BE49-F238E27FC236}">
                <a16:creationId xmlns:a16="http://schemas.microsoft.com/office/drawing/2014/main" id="{526568AB-A49E-4C63-9FB7-974AADD1A00B}"/>
              </a:ext>
            </a:extLst>
          </p:cNvPr>
          <p:cNvSpPr>
            <a:spLocks noChangeArrowheads="1"/>
          </p:cNvSpPr>
          <p:nvPr/>
        </p:nvSpPr>
        <p:spPr bwMode="auto">
          <a:xfrm>
            <a:off x="5486400" y="4648200"/>
            <a:ext cx="1600200" cy="228600"/>
          </a:xfrm>
          <a:prstGeom prst="rect">
            <a:avLst/>
          </a:prstGeom>
          <a:noFill/>
          <a:ln w="9525">
            <a:solidFill>
              <a:schemeClr val="tx1"/>
            </a:solidFill>
            <a:prstDash val="lg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99340" name="Rectangle 21">
            <a:extLst>
              <a:ext uri="{FF2B5EF4-FFF2-40B4-BE49-F238E27FC236}">
                <a16:creationId xmlns:a16="http://schemas.microsoft.com/office/drawing/2014/main" id="{8D306980-21E3-4952-993B-1077441135BE}"/>
              </a:ext>
            </a:extLst>
          </p:cNvPr>
          <p:cNvSpPr>
            <a:spLocks noChangeArrowheads="1"/>
          </p:cNvSpPr>
          <p:nvPr/>
        </p:nvSpPr>
        <p:spPr bwMode="auto">
          <a:xfrm>
            <a:off x="5638800" y="4419600"/>
            <a:ext cx="1295400" cy="228600"/>
          </a:xfrm>
          <a:prstGeom prst="rect">
            <a:avLst/>
          </a:prstGeom>
          <a:noFill/>
          <a:ln w="9525">
            <a:solidFill>
              <a:schemeClr val="tx1"/>
            </a:solidFill>
            <a:prstDash val="lg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99341" name="Rectangle 22">
            <a:extLst>
              <a:ext uri="{FF2B5EF4-FFF2-40B4-BE49-F238E27FC236}">
                <a16:creationId xmlns:a16="http://schemas.microsoft.com/office/drawing/2014/main" id="{509A1626-B3E4-4CF8-A944-2B14B4907062}"/>
              </a:ext>
            </a:extLst>
          </p:cNvPr>
          <p:cNvSpPr>
            <a:spLocks noChangeArrowheads="1"/>
          </p:cNvSpPr>
          <p:nvPr/>
        </p:nvSpPr>
        <p:spPr bwMode="auto">
          <a:xfrm>
            <a:off x="5791200" y="4191000"/>
            <a:ext cx="990600" cy="228600"/>
          </a:xfrm>
          <a:prstGeom prst="rect">
            <a:avLst/>
          </a:prstGeom>
          <a:noFill/>
          <a:ln w="9525">
            <a:solidFill>
              <a:schemeClr val="tx1"/>
            </a:solidFill>
            <a:prstDash val="lg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99342" name="Rectangle 23">
            <a:extLst>
              <a:ext uri="{FF2B5EF4-FFF2-40B4-BE49-F238E27FC236}">
                <a16:creationId xmlns:a16="http://schemas.microsoft.com/office/drawing/2014/main" id="{9CD3A079-4EAA-48A9-A20F-9E31739B0FF6}"/>
              </a:ext>
            </a:extLst>
          </p:cNvPr>
          <p:cNvSpPr>
            <a:spLocks noChangeArrowheads="1"/>
          </p:cNvSpPr>
          <p:nvPr/>
        </p:nvSpPr>
        <p:spPr bwMode="auto">
          <a:xfrm>
            <a:off x="5943600" y="3962400"/>
            <a:ext cx="685800" cy="228600"/>
          </a:xfrm>
          <a:prstGeom prst="rect">
            <a:avLst/>
          </a:prstGeom>
          <a:noFill/>
          <a:ln w="9525">
            <a:solidFill>
              <a:schemeClr val="tx1"/>
            </a:solidFill>
            <a:prstDash val="lg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99343" name="Rectangle 24">
            <a:extLst>
              <a:ext uri="{FF2B5EF4-FFF2-40B4-BE49-F238E27FC236}">
                <a16:creationId xmlns:a16="http://schemas.microsoft.com/office/drawing/2014/main" id="{BA9FA968-45F0-4B99-88F9-C456B8244289}"/>
              </a:ext>
            </a:extLst>
          </p:cNvPr>
          <p:cNvSpPr>
            <a:spLocks noChangeArrowheads="1"/>
          </p:cNvSpPr>
          <p:nvPr/>
        </p:nvSpPr>
        <p:spPr bwMode="auto">
          <a:xfrm>
            <a:off x="8001000" y="4648200"/>
            <a:ext cx="1905000" cy="228600"/>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52249" name="AutoShape 25">
            <a:extLst>
              <a:ext uri="{FF2B5EF4-FFF2-40B4-BE49-F238E27FC236}">
                <a16:creationId xmlns:a16="http://schemas.microsoft.com/office/drawing/2014/main" id="{6FFC2094-732C-46AD-9702-8D639C1F0054}"/>
              </a:ext>
            </a:extLst>
          </p:cNvPr>
          <p:cNvSpPr>
            <a:spLocks noChangeArrowheads="1"/>
          </p:cNvSpPr>
          <p:nvPr/>
        </p:nvSpPr>
        <p:spPr bwMode="auto">
          <a:xfrm rot="10800000" flipV="1">
            <a:off x="3810000" y="2286000"/>
            <a:ext cx="2133600" cy="1524000"/>
          </a:xfrm>
          <a:prstGeom prst="curvedDownArrow">
            <a:avLst>
              <a:gd name="adj1" fmla="val 28000"/>
              <a:gd name="adj2" fmla="val 56000"/>
              <a:gd name="adj3" fmla="val 33333"/>
            </a:avLst>
          </a:prstGeom>
          <a:ln>
            <a:headEnd/>
            <a:tailEnd/>
          </a:ln>
          <a:extLst>
            <a:ext uri="{909E8E84-426E-40DD-AFC4-6F175D3DCCD1}">
              <a14:hiddenFill xmlns:a14="http://schemas.microsoft.com/office/drawing/2010/main">
                <a:solidFill>
                  <a:srgbClr val="FFFFFF"/>
                </a:solidFill>
              </a14:hiddenFill>
            </a:ext>
          </a:extLst>
        </p:spPr>
        <p:style>
          <a:lnRef idx="1">
            <a:schemeClr val="accent3"/>
          </a:lnRef>
          <a:fillRef idx="2">
            <a:schemeClr val="accent3"/>
          </a:fillRef>
          <a:effectRef idx="1">
            <a:schemeClr val="accent3"/>
          </a:effectRef>
          <a:fontRef idx="minor">
            <a:schemeClr val="dk1"/>
          </a:fontRef>
        </p:style>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52250" name="AutoShape 26">
            <a:extLst>
              <a:ext uri="{FF2B5EF4-FFF2-40B4-BE49-F238E27FC236}">
                <a16:creationId xmlns:a16="http://schemas.microsoft.com/office/drawing/2014/main" id="{75E0A2CC-5344-4850-A3E1-0DFE788A0AC5}"/>
              </a:ext>
            </a:extLst>
          </p:cNvPr>
          <p:cNvSpPr>
            <a:spLocks noChangeArrowheads="1"/>
          </p:cNvSpPr>
          <p:nvPr/>
        </p:nvSpPr>
        <p:spPr bwMode="auto">
          <a:xfrm>
            <a:off x="7239000" y="5257800"/>
            <a:ext cx="1828800" cy="838200"/>
          </a:xfrm>
          <a:prstGeom prst="curvedUpArrow">
            <a:avLst>
              <a:gd name="adj1" fmla="val 43636"/>
              <a:gd name="adj2" fmla="val 87273"/>
              <a:gd name="adj3" fmla="val 33333"/>
            </a:avLst>
          </a:prstGeom>
          <a:ln>
            <a:headEnd/>
            <a:tailEnd/>
          </a:ln>
          <a:extLst>
            <a:ext uri="{909E8E84-426E-40DD-AFC4-6F175D3DCCD1}">
              <a14:hiddenFill xmlns:a14="http://schemas.microsoft.com/office/drawing/2010/main">
                <a:solidFill>
                  <a:srgbClr val="FFFFFF"/>
                </a:solidFill>
              </a14:hiddenFill>
            </a:ext>
          </a:extLst>
        </p:spPr>
        <p:style>
          <a:lnRef idx="1">
            <a:schemeClr val="accent5"/>
          </a:lnRef>
          <a:fillRef idx="2">
            <a:schemeClr val="accent5"/>
          </a:fillRef>
          <a:effectRef idx="1">
            <a:schemeClr val="accent5"/>
          </a:effectRef>
          <a:fontRef idx="minor">
            <a:schemeClr val="dk1"/>
          </a:fontRef>
        </p:style>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7" name="Rectangle 12">
            <a:extLst>
              <a:ext uri="{FF2B5EF4-FFF2-40B4-BE49-F238E27FC236}">
                <a16:creationId xmlns:a16="http://schemas.microsoft.com/office/drawing/2014/main" id="{FC20523D-B4FC-400A-B3B4-A08E73A7E9BE}"/>
              </a:ext>
            </a:extLst>
          </p:cNvPr>
          <p:cNvSpPr>
            <a:spLocks noChangeArrowheads="1"/>
          </p:cNvSpPr>
          <p:nvPr/>
        </p:nvSpPr>
        <p:spPr bwMode="auto">
          <a:xfrm>
            <a:off x="5486400" y="4675187"/>
            <a:ext cx="1600200" cy="228600"/>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grpSp>
        <p:nvGrpSpPr>
          <p:cNvPr id="29" name="Group 28">
            <a:extLst>
              <a:ext uri="{FF2B5EF4-FFF2-40B4-BE49-F238E27FC236}">
                <a16:creationId xmlns:a16="http://schemas.microsoft.com/office/drawing/2014/main" id="{2376B481-1E66-4D7D-AC1A-C0FD3A2F2C44}"/>
              </a:ext>
            </a:extLst>
          </p:cNvPr>
          <p:cNvGrpSpPr/>
          <p:nvPr/>
        </p:nvGrpSpPr>
        <p:grpSpPr>
          <a:xfrm>
            <a:off x="5630862" y="3962400"/>
            <a:ext cx="1295400" cy="685800"/>
            <a:chOff x="1295400" y="4191000"/>
            <a:chExt cx="1295400" cy="685800"/>
          </a:xfrm>
        </p:grpSpPr>
        <p:sp>
          <p:nvSpPr>
            <p:cNvPr id="30" name="Rectangle 13">
              <a:extLst>
                <a:ext uri="{FF2B5EF4-FFF2-40B4-BE49-F238E27FC236}">
                  <a16:creationId xmlns:a16="http://schemas.microsoft.com/office/drawing/2014/main" id="{C0ADD5DA-3D3C-4B44-8031-60C0FBB46BA4}"/>
                </a:ext>
              </a:extLst>
            </p:cNvPr>
            <p:cNvSpPr>
              <a:spLocks noChangeArrowheads="1"/>
            </p:cNvSpPr>
            <p:nvPr/>
          </p:nvSpPr>
          <p:spPr bwMode="auto">
            <a:xfrm>
              <a:off x="1295400" y="4648200"/>
              <a:ext cx="1295400" cy="228600"/>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31" name="Rectangle 14">
              <a:extLst>
                <a:ext uri="{FF2B5EF4-FFF2-40B4-BE49-F238E27FC236}">
                  <a16:creationId xmlns:a16="http://schemas.microsoft.com/office/drawing/2014/main" id="{5B74B34B-2BF8-4444-96F1-440C1ABCCBE4}"/>
                </a:ext>
              </a:extLst>
            </p:cNvPr>
            <p:cNvSpPr>
              <a:spLocks noChangeArrowheads="1"/>
            </p:cNvSpPr>
            <p:nvPr/>
          </p:nvSpPr>
          <p:spPr bwMode="auto">
            <a:xfrm>
              <a:off x="1447800" y="4419600"/>
              <a:ext cx="990600" cy="228600"/>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32" name="Rectangle 15">
              <a:extLst>
                <a:ext uri="{FF2B5EF4-FFF2-40B4-BE49-F238E27FC236}">
                  <a16:creationId xmlns:a16="http://schemas.microsoft.com/office/drawing/2014/main" id="{041A6CC1-69C4-4107-AE9A-A613D245A24A}"/>
                </a:ext>
              </a:extLst>
            </p:cNvPr>
            <p:cNvSpPr>
              <a:spLocks noChangeArrowheads="1"/>
            </p:cNvSpPr>
            <p:nvPr/>
          </p:nvSpPr>
          <p:spPr bwMode="auto">
            <a:xfrm>
              <a:off x="1600200" y="4191000"/>
              <a:ext cx="685800" cy="228600"/>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grpSp>
    </p:spTree>
    <p:extLst>
      <p:ext uri="{BB962C8B-B14F-4D97-AF65-F5344CB8AC3E}">
        <p14:creationId xmlns:p14="http://schemas.microsoft.com/office/powerpoint/2010/main" val="1324704184"/>
      </p:ext>
    </p:extLst>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xit" presetSubtype="1" fill="hold" nodeType="clickEffect">
                                  <p:stCondLst>
                                    <p:cond delay="0"/>
                                  </p:stCondLst>
                                  <p:childTnLst>
                                    <p:animEffect transition="out" filter="wheel(1)">
                                      <p:cBhvr>
                                        <p:cTn id="6" dur="2000"/>
                                        <p:tgtEl>
                                          <p:spTgt spid="29"/>
                                        </p:tgtEl>
                                      </p:cBhvr>
                                    </p:animEffect>
                                    <p:set>
                                      <p:cBhvr>
                                        <p:cTn id="7" dur="1" fill="hold">
                                          <p:stCondLst>
                                            <p:cond delay="1999"/>
                                          </p:stCondLst>
                                        </p:cTn>
                                        <p:tgtEl>
                                          <p:spTgt spid="29"/>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52249"/>
                                        </p:tgtEl>
                                        <p:attrNameLst>
                                          <p:attrName>style.visibility</p:attrName>
                                        </p:attrNameLst>
                                      </p:cBhvr>
                                      <p:to>
                                        <p:strVal val="visible"/>
                                      </p:to>
                                    </p:set>
                                    <p:animEffect transition="in" filter="fade">
                                      <p:cBhvr>
                                        <p:cTn id="12" dur="1000"/>
                                        <p:tgtEl>
                                          <p:spTgt spid="52249"/>
                                        </p:tgtEl>
                                      </p:cBhvr>
                                    </p:animEffect>
                                    <p:anim calcmode="lin" valueType="num">
                                      <p:cBhvr>
                                        <p:cTn id="13" dur="1000" fill="hold"/>
                                        <p:tgtEl>
                                          <p:spTgt spid="52249"/>
                                        </p:tgtEl>
                                        <p:attrNameLst>
                                          <p:attrName>ppt_x</p:attrName>
                                        </p:attrNameLst>
                                      </p:cBhvr>
                                      <p:tavLst>
                                        <p:tav tm="0">
                                          <p:val>
                                            <p:strVal val="#ppt_x"/>
                                          </p:val>
                                        </p:tav>
                                        <p:tav tm="100000">
                                          <p:val>
                                            <p:strVal val="#ppt_x"/>
                                          </p:val>
                                        </p:tav>
                                      </p:tavLst>
                                    </p:anim>
                                    <p:anim calcmode="lin" valueType="num">
                                      <p:cBhvr>
                                        <p:cTn id="14" dur="1000" fill="hold"/>
                                        <p:tgtEl>
                                          <p:spTgt spid="52249"/>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1" presetClass="exit" presetSubtype="1" fill="hold" grpId="0" nodeType="clickEffect">
                                  <p:stCondLst>
                                    <p:cond delay="0"/>
                                  </p:stCondLst>
                                  <p:childTnLst>
                                    <p:animEffect transition="out" filter="wheel(1)">
                                      <p:cBhvr>
                                        <p:cTn id="25" dur="2000"/>
                                        <p:tgtEl>
                                          <p:spTgt spid="27"/>
                                        </p:tgtEl>
                                      </p:cBhvr>
                                    </p:animEffect>
                                    <p:set>
                                      <p:cBhvr>
                                        <p:cTn id="26" dur="1" fill="hold">
                                          <p:stCondLst>
                                            <p:cond delay="1999"/>
                                          </p:stCondLst>
                                        </p:cTn>
                                        <p:tgtEl>
                                          <p:spTgt spid="27"/>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99334"/>
                                        </p:tgtEl>
                                        <p:attrNameLst>
                                          <p:attrName>style.visibility</p:attrName>
                                        </p:attrNameLst>
                                      </p:cBhvr>
                                      <p:to>
                                        <p:strVal val="visible"/>
                                      </p:to>
                                    </p:set>
                                    <p:animEffect transition="in" filter="fade">
                                      <p:cBhvr>
                                        <p:cTn id="31" dur="1000"/>
                                        <p:tgtEl>
                                          <p:spTgt spid="99334"/>
                                        </p:tgtEl>
                                      </p:cBhvr>
                                    </p:animEffect>
                                    <p:anim calcmode="lin" valueType="num">
                                      <p:cBhvr>
                                        <p:cTn id="32" dur="1000" fill="hold"/>
                                        <p:tgtEl>
                                          <p:spTgt spid="99334"/>
                                        </p:tgtEl>
                                        <p:attrNameLst>
                                          <p:attrName>ppt_x</p:attrName>
                                        </p:attrNameLst>
                                      </p:cBhvr>
                                      <p:tavLst>
                                        <p:tav tm="0">
                                          <p:val>
                                            <p:strVal val="#ppt_x"/>
                                          </p:val>
                                        </p:tav>
                                        <p:tav tm="100000">
                                          <p:val>
                                            <p:strVal val="#ppt_x"/>
                                          </p:val>
                                        </p:tav>
                                      </p:tavLst>
                                    </p:anim>
                                    <p:anim calcmode="lin" valueType="num">
                                      <p:cBhvr>
                                        <p:cTn id="33" dur="1000" fill="hold"/>
                                        <p:tgtEl>
                                          <p:spTgt spid="99334"/>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52250"/>
                                        </p:tgtEl>
                                        <p:attrNameLst>
                                          <p:attrName>style.visibility</p:attrName>
                                        </p:attrNameLst>
                                      </p:cBhvr>
                                      <p:to>
                                        <p:strVal val="visible"/>
                                      </p:to>
                                    </p:set>
                                    <p:animEffect transition="in" filter="fade">
                                      <p:cBhvr>
                                        <p:cTn id="36" dur="1000"/>
                                        <p:tgtEl>
                                          <p:spTgt spid="52250"/>
                                        </p:tgtEl>
                                      </p:cBhvr>
                                    </p:animEffect>
                                    <p:anim calcmode="lin" valueType="num">
                                      <p:cBhvr>
                                        <p:cTn id="37" dur="1000" fill="hold"/>
                                        <p:tgtEl>
                                          <p:spTgt spid="52250"/>
                                        </p:tgtEl>
                                        <p:attrNameLst>
                                          <p:attrName>ppt_x</p:attrName>
                                        </p:attrNameLst>
                                      </p:cBhvr>
                                      <p:tavLst>
                                        <p:tav tm="0">
                                          <p:val>
                                            <p:strVal val="#ppt_x"/>
                                          </p:val>
                                        </p:tav>
                                        <p:tav tm="100000">
                                          <p:val>
                                            <p:strVal val="#ppt_x"/>
                                          </p:val>
                                        </p:tav>
                                      </p:tavLst>
                                    </p:anim>
                                    <p:anim calcmode="lin" valueType="num">
                                      <p:cBhvr>
                                        <p:cTn id="38" dur="1000" fill="hold"/>
                                        <p:tgtEl>
                                          <p:spTgt spid="5225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4" grpId="0" animBg="1"/>
      <p:bldP spid="52249" grpId="0" animBg="1"/>
      <p:bldP spid="52250" grpId="0" animBg="1"/>
      <p:bldP spid="27"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16F0BCC8-D1BB-498A-96D3-065D6B64BCBE}"/>
              </a:ext>
            </a:extLst>
          </p:cNvPr>
          <p:cNvSpPr>
            <a:spLocks noGrp="1" noChangeArrowheads="1"/>
          </p:cNvSpPr>
          <p:nvPr>
            <p:ph type="title"/>
          </p:nvPr>
        </p:nvSpPr>
        <p:spPr/>
        <p:txBody>
          <a:bodyPr/>
          <a:lstStyle/>
          <a:p>
            <a:pPr eaLnBrk="1" hangingPunct="1"/>
            <a:r>
              <a:rPr lang="en-US" altLang="en-US" b="1"/>
              <a:t>Bài toán tháp Hà Nội</a:t>
            </a:r>
          </a:p>
        </p:txBody>
      </p:sp>
      <p:sp>
        <p:nvSpPr>
          <p:cNvPr id="100355" name="Rectangle 3">
            <a:extLst>
              <a:ext uri="{FF2B5EF4-FFF2-40B4-BE49-F238E27FC236}">
                <a16:creationId xmlns:a16="http://schemas.microsoft.com/office/drawing/2014/main" id="{523F5F3E-DA46-4498-99F9-E5A7BA355D18}"/>
              </a:ext>
            </a:extLst>
          </p:cNvPr>
          <p:cNvSpPr>
            <a:spLocks noGrp="1" noChangeArrowheads="1"/>
          </p:cNvSpPr>
          <p:nvPr>
            <p:ph idx="1"/>
          </p:nvPr>
        </p:nvSpPr>
        <p:spPr/>
        <p:txBody>
          <a:bodyPr/>
          <a:lstStyle/>
          <a:p>
            <a:pPr eaLnBrk="1" hangingPunct="1"/>
            <a:r>
              <a:rPr lang="en-US" altLang="en-US"/>
              <a:t>A </a:t>
            </a:r>
            <a:r>
              <a:rPr lang="en-US" altLang="en-US">
                <a:sym typeface="Wingdings 3" panose="05040102010807070707" pitchFamily="18" charset="2"/>
              </a:rPr>
              <a:t> C (B trung gian)</a:t>
            </a:r>
            <a:endParaRPr lang="en-US" altLang="en-US"/>
          </a:p>
        </p:txBody>
      </p:sp>
      <p:grpSp>
        <p:nvGrpSpPr>
          <p:cNvPr id="100356" name="Group 4">
            <a:extLst>
              <a:ext uri="{FF2B5EF4-FFF2-40B4-BE49-F238E27FC236}">
                <a16:creationId xmlns:a16="http://schemas.microsoft.com/office/drawing/2014/main" id="{06A35B79-44F0-44DC-A52F-6FD88C3270B8}"/>
              </a:ext>
            </a:extLst>
          </p:cNvPr>
          <p:cNvGrpSpPr>
            <a:grpSpLocks/>
          </p:cNvGrpSpPr>
          <p:nvPr/>
        </p:nvGrpSpPr>
        <p:grpSpPr bwMode="auto">
          <a:xfrm>
            <a:off x="5029200" y="2362202"/>
            <a:ext cx="2438400" cy="2976563"/>
            <a:chOff x="2112" y="1920"/>
            <a:chExt cx="1536" cy="1875"/>
          </a:xfrm>
        </p:grpSpPr>
        <p:sp>
          <p:nvSpPr>
            <p:cNvPr id="100375" name="Line 5">
              <a:extLst>
                <a:ext uri="{FF2B5EF4-FFF2-40B4-BE49-F238E27FC236}">
                  <a16:creationId xmlns:a16="http://schemas.microsoft.com/office/drawing/2014/main" id="{FA77DE56-0887-429E-9171-41842F75E668}"/>
                </a:ext>
              </a:extLst>
            </p:cNvPr>
            <p:cNvSpPr>
              <a:spLocks noChangeShapeType="1"/>
            </p:cNvSpPr>
            <p:nvPr/>
          </p:nvSpPr>
          <p:spPr bwMode="auto">
            <a:xfrm>
              <a:off x="2112" y="3456"/>
              <a:ext cx="15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376" name="Rectangle 6">
              <a:extLst>
                <a:ext uri="{FF2B5EF4-FFF2-40B4-BE49-F238E27FC236}">
                  <a16:creationId xmlns:a16="http://schemas.microsoft.com/office/drawing/2014/main" id="{F687FF52-0E9A-4B14-AB4E-07467020A91F}"/>
                </a:ext>
              </a:extLst>
            </p:cNvPr>
            <p:cNvSpPr>
              <a:spLocks noChangeArrowheads="1"/>
            </p:cNvSpPr>
            <p:nvPr/>
          </p:nvSpPr>
          <p:spPr bwMode="auto">
            <a:xfrm>
              <a:off x="2832" y="1920"/>
              <a:ext cx="144" cy="1536"/>
            </a:xfrm>
            <a:prstGeom prst="rect">
              <a:avLst/>
            </a:prstGeom>
            <a:solidFill>
              <a:srgbClr val="000080"/>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100377" name="Text Box 7">
              <a:extLst>
                <a:ext uri="{FF2B5EF4-FFF2-40B4-BE49-F238E27FC236}">
                  <a16:creationId xmlns:a16="http://schemas.microsoft.com/office/drawing/2014/main" id="{80C1BB17-B3F1-4BCF-A013-BC588124045F}"/>
                </a:ext>
              </a:extLst>
            </p:cNvPr>
            <p:cNvSpPr txBox="1">
              <a:spLocks noChangeArrowheads="1"/>
            </p:cNvSpPr>
            <p:nvPr/>
          </p:nvSpPr>
          <p:spPr bwMode="auto">
            <a:xfrm>
              <a:off x="2784" y="3504"/>
              <a:ext cx="8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r>
                <a:rPr lang="en-US" altLang="en-US" sz="2400">
                  <a:latin typeface="Tahoma" panose="020B0604030504040204" pitchFamily="34" charset="0"/>
                </a:rPr>
                <a:t>B (n-3)</a:t>
              </a:r>
            </a:p>
          </p:txBody>
        </p:sp>
      </p:grpSp>
      <p:grpSp>
        <p:nvGrpSpPr>
          <p:cNvPr id="100357" name="Group 8">
            <a:extLst>
              <a:ext uri="{FF2B5EF4-FFF2-40B4-BE49-F238E27FC236}">
                <a16:creationId xmlns:a16="http://schemas.microsoft.com/office/drawing/2014/main" id="{6446EB53-A283-43EC-B623-D31BAD546A75}"/>
              </a:ext>
            </a:extLst>
          </p:cNvPr>
          <p:cNvGrpSpPr>
            <a:grpSpLocks/>
          </p:cNvGrpSpPr>
          <p:nvPr/>
        </p:nvGrpSpPr>
        <p:grpSpPr bwMode="auto">
          <a:xfrm>
            <a:off x="7772400" y="2362202"/>
            <a:ext cx="2438400" cy="2976563"/>
            <a:chOff x="3840" y="1920"/>
            <a:chExt cx="1536" cy="1875"/>
          </a:xfrm>
        </p:grpSpPr>
        <p:sp>
          <p:nvSpPr>
            <p:cNvPr id="100372" name="Line 9">
              <a:extLst>
                <a:ext uri="{FF2B5EF4-FFF2-40B4-BE49-F238E27FC236}">
                  <a16:creationId xmlns:a16="http://schemas.microsoft.com/office/drawing/2014/main" id="{BE863342-ED33-4F89-9274-F55648AE2ED6}"/>
                </a:ext>
              </a:extLst>
            </p:cNvPr>
            <p:cNvSpPr>
              <a:spLocks noChangeShapeType="1"/>
            </p:cNvSpPr>
            <p:nvPr/>
          </p:nvSpPr>
          <p:spPr bwMode="auto">
            <a:xfrm>
              <a:off x="3840" y="3456"/>
              <a:ext cx="15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373" name="Rectangle 10">
              <a:extLst>
                <a:ext uri="{FF2B5EF4-FFF2-40B4-BE49-F238E27FC236}">
                  <a16:creationId xmlns:a16="http://schemas.microsoft.com/office/drawing/2014/main" id="{FC2A40BB-8AE8-4263-AB79-13C886D55E3B}"/>
                </a:ext>
              </a:extLst>
            </p:cNvPr>
            <p:cNvSpPr>
              <a:spLocks noChangeArrowheads="1"/>
            </p:cNvSpPr>
            <p:nvPr/>
          </p:nvSpPr>
          <p:spPr bwMode="auto">
            <a:xfrm>
              <a:off x="4512" y="1920"/>
              <a:ext cx="144" cy="1536"/>
            </a:xfrm>
            <a:prstGeom prst="rect">
              <a:avLst/>
            </a:prstGeom>
            <a:solidFill>
              <a:srgbClr val="000080"/>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100374" name="Text Box 11">
              <a:extLst>
                <a:ext uri="{FF2B5EF4-FFF2-40B4-BE49-F238E27FC236}">
                  <a16:creationId xmlns:a16="http://schemas.microsoft.com/office/drawing/2014/main" id="{E4E680E5-FC2B-4E13-97D2-8678D7E14DEE}"/>
                </a:ext>
              </a:extLst>
            </p:cNvPr>
            <p:cNvSpPr txBox="1">
              <a:spLocks noChangeArrowheads="1"/>
            </p:cNvSpPr>
            <p:nvPr/>
          </p:nvSpPr>
          <p:spPr bwMode="auto">
            <a:xfrm>
              <a:off x="4473" y="3504"/>
              <a:ext cx="60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r>
                <a:rPr lang="en-US" altLang="en-US" sz="2400">
                  <a:latin typeface="Tahoma" panose="020B0604030504040204" pitchFamily="34" charset="0"/>
                </a:rPr>
                <a:t>C (3)</a:t>
              </a:r>
            </a:p>
          </p:txBody>
        </p:sp>
      </p:grpSp>
      <p:grpSp>
        <p:nvGrpSpPr>
          <p:cNvPr id="100358" name="Group 12">
            <a:extLst>
              <a:ext uri="{FF2B5EF4-FFF2-40B4-BE49-F238E27FC236}">
                <a16:creationId xmlns:a16="http://schemas.microsoft.com/office/drawing/2014/main" id="{91E12CC6-2046-4B35-92E4-295F1CB29394}"/>
              </a:ext>
            </a:extLst>
          </p:cNvPr>
          <p:cNvGrpSpPr>
            <a:grpSpLocks/>
          </p:cNvGrpSpPr>
          <p:nvPr/>
        </p:nvGrpSpPr>
        <p:grpSpPr bwMode="auto">
          <a:xfrm>
            <a:off x="2286000" y="2362202"/>
            <a:ext cx="2438400" cy="2978151"/>
            <a:chOff x="384" y="1920"/>
            <a:chExt cx="1536" cy="1876"/>
          </a:xfrm>
        </p:grpSpPr>
        <p:sp>
          <p:nvSpPr>
            <p:cNvPr id="100369" name="Line 13">
              <a:extLst>
                <a:ext uri="{FF2B5EF4-FFF2-40B4-BE49-F238E27FC236}">
                  <a16:creationId xmlns:a16="http://schemas.microsoft.com/office/drawing/2014/main" id="{FAC2B67E-A46B-41E8-9653-3715BDFDB72F}"/>
                </a:ext>
              </a:extLst>
            </p:cNvPr>
            <p:cNvSpPr>
              <a:spLocks noChangeShapeType="1"/>
            </p:cNvSpPr>
            <p:nvPr/>
          </p:nvSpPr>
          <p:spPr bwMode="auto">
            <a:xfrm>
              <a:off x="384" y="3456"/>
              <a:ext cx="15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370" name="Rectangle 14">
              <a:extLst>
                <a:ext uri="{FF2B5EF4-FFF2-40B4-BE49-F238E27FC236}">
                  <a16:creationId xmlns:a16="http://schemas.microsoft.com/office/drawing/2014/main" id="{5B3BEC02-AF0B-48F5-8582-752F5D8452FF}"/>
                </a:ext>
              </a:extLst>
            </p:cNvPr>
            <p:cNvSpPr>
              <a:spLocks noChangeArrowheads="1"/>
            </p:cNvSpPr>
            <p:nvPr/>
          </p:nvSpPr>
          <p:spPr bwMode="auto">
            <a:xfrm>
              <a:off x="1056" y="1920"/>
              <a:ext cx="144" cy="1536"/>
            </a:xfrm>
            <a:prstGeom prst="rect">
              <a:avLst/>
            </a:prstGeom>
            <a:solidFill>
              <a:srgbClr val="000080"/>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100371" name="Text Box 15">
              <a:extLst>
                <a:ext uri="{FF2B5EF4-FFF2-40B4-BE49-F238E27FC236}">
                  <a16:creationId xmlns:a16="http://schemas.microsoft.com/office/drawing/2014/main" id="{9F7A202D-C612-45A5-94AA-D835905D5255}"/>
                </a:ext>
              </a:extLst>
            </p:cNvPr>
            <p:cNvSpPr txBox="1">
              <a:spLocks noChangeArrowheads="1"/>
            </p:cNvSpPr>
            <p:nvPr/>
          </p:nvSpPr>
          <p:spPr bwMode="auto">
            <a:xfrm>
              <a:off x="998" y="3505"/>
              <a:ext cx="81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r>
                <a:rPr lang="en-US" altLang="en-US" sz="2400">
                  <a:latin typeface="Tahoma" panose="020B0604030504040204" pitchFamily="34" charset="0"/>
                </a:rPr>
                <a:t>A (n-2)</a:t>
              </a:r>
            </a:p>
          </p:txBody>
        </p:sp>
      </p:grpSp>
      <p:sp>
        <p:nvSpPr>
          <p:cNvPr id="100359" name="Rectangle 16">
            <a:extLst>
              <a:ext uri="{FF2B5EF4-FFF2-40B4-BE49-F238E27FC236}">
                <a16:creationId xmlns:a16="http://schemas.microsoft.com/office/drawing/2014/main" id="{1FE477BB-F7F8-435A-BEBB-5597A79AEEDF}"/>
              </a:ext>
            </a:extLst>
          </p:cNvPr>
          <p:cNvSpPr>
            <a:spLocks noChangeArrowheads="1"/>
          </p:cNvSpPr>
          <p:nvPr/>
        </p:nvSpPr>
        <p:spPr bwMode="auto">
          <a:xfrm>
            <a:off x="8153400" y="4343400"/>
            <a:ext cx="1600200" cy="228600"/>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100360" name="Rectangle 17">
            <a:extLst>
              <a:ext uri="{FF2B5EF4-FFF2-40B4-BE49-F238E27FC236}">
                <a16:creationId xmlns:a16="http://schemas.microsoft.com/office/drawing/2014/main" id="{44D57834-AA3A-41DE-BDF8-46FF69C9253F}"/>
              </a:ext>
            </a:extLst>
          </p:cNvPr>
          <p:cNvSpPr>
            <a:spLocks noChangeArrowheads="1"/>
          </p:cNvSpPr>
          <p:nvPr/>
        </p:nvSpPr>
        <p:spPr bwMode="auto">
          <a:xfrm>
            <a:off x="8305800" y="4114800"/>
            <a:ext cx="1295400" cy="228600"/>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grpSp>
        <p:nvGrpSpPr>
          <p:cNvPr id="2" name="Group 1">
            <a:extLst>
              <a:ext uri="{FF2B5EF4-FFF2-40B4-BE49-F238E27FC236}">
                <a16:creationId xmlns:a16="http://schemas.microsoft.com/office/drawing/2014/main" id="{FC5E644F-7D89-4161-A4DA-F1B3EB4A17B1}"/>
              </a:ext>
            </a:extLst>
          </p:cNvPr>
          <p:cNvGrpSpPr/>
          <p:nvPr/>
        </p:nvGrpSpPr>
        <p:grpSpPr>
          <a:xfrm>
            <a:off x="5791200" y="4343400"/>
            <a:ext cx="990600" cy="457200"/>
            <a:chOff x="4267200" y="4343400"/>
            <a:chExt cx="990600" cy="457200"/>
          </a:xfrm>
        </p:grpSpPr>
        <p:sp>
          <p:nvSpPr>
            <p:cNvPr id="100361" name="Rectangle 18">
              <a:extLst>
                <a:ext uri="{FF2B5EF4-FFF2-40B4-BE49-F238E27FC236}">
                  <a16:creationId xmlns:a16="http://schemas.microsoft.com/office/drawing/2014/main" id="{7C104629-F8D6-4CE3-8828-63031D8904B6}"/>
                </a:ext>
              </a:extLst>
            </p:cNvPr>
            <p:cNvSpPr>
              <a:spLocks noChangeArrowheads="1"/>
            </p:cNvSpPr>
            <p:nvPr/>
          </p:nvSpPr>
          <p:spPr bwMode="auto">
            <a:xfrm>
              <a:off x="4267200" y="4572000"/>
              <a:ext cx="990600" cy="228600"/>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100362" name="Rectangle 19">
              <a:extLst>
                <a:ext uri="{FF2B5EF4-FFF2-40B4-BE49-F238E27FC236}">
                  <a16:creationId xmlns:a16="http://schemas.microsoft.com/office/drawing/2014/main" id="{8D9005FB-A9B4-4BBE-9DEE-6A04652FD025}"/>
                </a:ext>
              </a:extLst>
            </p:cNvPr>
            <p:cNvSpPr>
              <a:spLocks noChangeArrowheads="1"/>
            </p:cNvSpPr>
            <p:nvPr/>
          </p:nvSpPr>
          <p:spPr bwMode="auto">
            <a:xfrm>
              <a:off x="4419600" y="4343400"/>
              <a:ext cx="685800" cy="228600"/>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grpSp>
      <p:sp>
        <p:nvSpPr>
          <p:cNvPr id="100363" name="Rectangle 20">
            <a:extLst>
              <a:ext uri="{FF2B5EF4-FFF2-40B4-BE49-F238E27FC236}">
                <a16:creationId xmlns:a16="http://schemas.microsoft.com/office/drawing/2014/main" id="{82E5A833-9E24-47E7-93E3-FDC572A836A6}"/>
              </a:ext>
            </a:extLst>
          </p:cNvPr>
          <p:cNvSpPr>
            <a:spLocks noChangeArrowheads="1"/>
          </p:cNvSpPr>
          <p:nvPr/>
        </p:nvSpPr>
        <p:spPr bwMode="auto">
          <a:xfrm>
            <a:off x="2819400" y="4572000"/>
            <a:ext cx="1295400" cy="228600"/>
          </a:xfrm>
          <a:prstGeom prst="rect">
            <a:avLst/>
          </a:prstGeom>
          <a:noFill/>
          <a:ln w="9525">
            <a:solidFill>
              <a:schemeClr val="tx1"/>
            </a:solidFill>
            <a:prstDash val="lg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100364" name="Rectangle 21">
            <a:extLst>
              <a:ext uri="{FF2B5EF4-FFF2-40B4-BE49-F238E27FC236}">
                <a16:creationId xmlns:a16="http://schemas.microsoft.com/office/drawing/2014/main" id="{B1F7AEE2-B36C-46C4-83B5-099EB7083B26}"/>
              </a:ext>
            </a:extLst>
          </p:cNvPr>
          <p:cNvSpPr>
            <a:spLocks noChangeArrowheads="1"/>
          </p:cNvSpPr>
          <p:nvPr/>
        </p:nvSpPr>
        <p:spPr bwMode="auto">
          <a:xfrm>
            <a:off x="2971800" y="4343400"/>
            <a:ext cx="990600" cy="228600"/>
          </a:xfrm>
          <a:prstGeom prst="rect">
            <a:avLst/>
          </a:prstGeom>
          <a:noFill/>
          <a:ln w="9525">
            <a:solidFill>
              <a:schemeClr val="tx1"/>
            </a:solidFill>
            <a:prstDash val="lg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100365" name="Rectangle 22">
            <a:extLst>
              <a:ext uri="{FF2B5EF4-FFF2-40B4-BE49-F238E27FC236}">
                <a16:creationId xmlns:a16="http://schemas.microsoft.com/office/drawing/2014/main" id="{A9930BBA-C6E3-465B-810B-9219EB7354FF}"/>
              </a:ext>
            </a:extLst>
          </p:cNvPr>
          <p:cNvSpPr>
            <a:spLocks noChangeArrowheads="1"/>
          </p:cNvSpPr>
          <p:nvPr/>
        </p:nvSpPr>
        <p:spPr bwMode="auto">
          <a:xfrm>
            <a:off x="3124200" y="4114800"/>
            <a:ext cx="685800" cy="228600"/>
          </a:xfrm>
          <a:prstGeom prst="rect">
            <a:avLst/>
          </a:prstGeom>
          <a:noFill/>
          <a:ln w="9525">
            <a:solidFill>
              <a:schemeClr val="tx1"/>
            </a:solidFill>
            <a:prstDash val="lg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100366" name="Rectangle 23">
            <a:extLst>
              <a:ext uri="{FF2B5EF4-FFF2-40B4-BE49-F238E27FC236}">
                <a16:creationId xmlns:a16="http://schemas.microsoft.com/office/drawing/2014/main" id="{9875676F-A1C5-4DC0-85B1-0E353C3761B6}"/>
              </a:ext>
            </a:extLst>
          </p:cNvPr>
          <p:cNvSpPr>
            <a:spLocks noChangeArrowheads="1"/>
          </p:cNvSpPr>
          <p:nvPr/>
        </p:nvSpPr>
        <p:spPr bwMode="auto">
          <a:xfrm>
            <a:off x="8001000" y="4572000"/>
            <a:ext cx="1905000" cy="228600"/>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53272" name="AutoShape 24">
            <a:extLst>
              <a:ext uri="{FF2B5EF4-FFF2-40B4-BE49-F238E27FC236}">
                <a16:creationId xmlns:a16="http://schemas.microsoft.com/office/drawing/2014/main" id="{5B33DFDA-2789-46DF-9396-CFF8EF6E5C83}"/>
              </a:ext>
            </a:extLst>
          </p:cNvPr>
          <p:cNvSpPr>
            <a:spLocks noChangeArrowheads="1"/>
          </p:cNvSpPr>
          <p:nvPr/>
        </p:nvSpPr>
        <p:spPr bwMode="auto">
          <a:xfrm flipV="1">
            <a:off x="4038600" y="5334000"/>
            <a:ext cx="2209800" cy="762000"/>
          </a:xfrm>
          <a:prstGeom prst="curvedDownArrow">
            <a:avLst>
              <a:gd name="adj1" fmla="val 58000"/>
              <a:gd name="adj2" fmla="val 116000"/>
              <a:gd name="adj3" fmla="val 33333"/>
            </a:avLst>
          </a:prstGeom>
          <a:ln>
            <a:headEnd/>
            <a:tailEnd/>
          </a:ln>
          <a:extLst>
            <a:ext uri="{909E8E84-426E-40DD-AFC4-6F175D3DCCD1}">
              <a14:hiddenFill xmlns:a14="http://schemas.microsoft.com/office/drawing/2010/main">
                <a:solidFill>
                  <a:srgbClr val="FFFFFF"/>
                </a:solidFill>
              </a14:hiddenFill>
            </a:ext>
          </a:extLst>
        </p:spPr>
        <p:style>
          <a:lnRef idx="1">
            <a:schemeClr val="accent4"/>
          </a:lnRef>
          <a:fillRef idx="2">
            <a:schemeClr val="accent4"/>
          </a:fillRef>
          <a:effectRef idx="1">
            <a:schemeClr val="accent4"/>
          </a:effectRef>
          <a:fontRef idx="minor">
            <a:schemeClr val="dk1"/>
          </a:fontRef>
        </p:style>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53273" name="AutoShape 25">
            <a:extLst>
              <a:ext uri="{FF2B5EF4-FFF2-40B4-BE49-F238E27FC236}">
                <a16:creationId xmlns:a16="http://schemas.microsoft.com/office/drawing/2014/main" id="{8EA4CF3B-451B-4341-9C9B-24BA1213813F}"/>
              </a:ext>
            </a:extLst>
          </p:cNvPr>
          <p:cNvSpPr>
            <a:spLocks noChangeArrowheads="1"/>
          </p:cNvSpPr>
          <p:nvPr/>
        </p:nvSpPr>
        <p:spPr bwMode="auto">
          <a:xfrm flipV="1">
            <a:off x="3810000" y="2286000"/>
            <a:ext cx="5181600" cy="1066800"/>
          </a:xfrm>
          <a:prstGeom prst="curvedUpArrow">
            <a:avLst>
              <a:gd name="adj1" fmla="val 73060"/>
              <a:gd name="adj2" fmla="val 193319"/>
              <a:gd name="adj3" fmla="val 33333"/>
            </a:avLst>
          </a:prstGeom>
          <a:ln>
            <a:headEnd/>
            <a:tailEnd/>
          </a:ln>
          <a:extLst>
            <a:ext uri="{909E8E84-426E-40DD-AFC4-6F175D3DCCD1}">
              <a14:hiddenFill xmlns:a14="http://schemas.microsoft.com/office/drawing/2010/main">
                <a:solidFill>
                  <a:srgbClr val="FFFFFF"/>
                </a:solidFill>
              </a14:hiddenFill>
            </a:ext>
          </a:extLst>
        </p:spPr>
        <p:style>
          <a:lnRef idx="1">
            <a:schemeClr val="accent4"/>
          </a:lnRef>
          <a:fillRef idx="2">
            <a:schemeClr val="accent4"/>
          </a:fillRef>
          <a:effectRef idx="1">
            <a:schemeClr val="accent4"/>
          </a:effectRef>
          <a:fontRef idx="minor">
            <a:schemeClr val="dk1"/>
          </a:fontRef>
        </p:style>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6" name="Rectangle 17">
            <a:extLst>
              <a:ext uri="{FF2B5EF4-FFF2-40B4-BE49-F238E27FC236}">
                <a16:creationId xmlns:a16="http://schemas.microsoft.com/office/drawing/2014/main" id="{A594B63E-8AB8-454E-9169-299D69064398}"/>
              </a:ext>
            </a:extLst>
          </p:cNvPr>
          <p:cNvSpPr>
            <a:spLocks noChangeArrowheads="1"/>
          </p:cNvSpPr>
          <p:nvPr/>
        </p:nvSpPr>
        <p:spPr bwMode="auto">
          <a:xfrm>
            <a:off x="2819400" y="4514057"/>
            <a:ext cx="1295400" cy="228600"/>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grpSp>
        <p:nvGrpSpPr>
          <p:cNvPr id="28" name="Group 27">
            <a:extLst>
              <a:ext uri="{FF2B5EF4-FFF2-40B4-BE49-F238E27FC236}">
                <a16:creationId xmlns:a16="http://schemas.microsoft.com/office/drawing/2014/main" id="{D9417107-E4BA-48CB-80B8-3637D6A226CA}"/>
              </a:ext>
            </a:extLst>
          </p:cNvPr>
          <p:cNvGrpSpPr/>
          <p:nvPr/>
        </p:nvGrpSpPr>
        <p:grpSpPr>
          <a:xfrm>
            <a:off x="3009900" y="4057651"/>
            <a:ext cx="990600" cy="457200"/>
            <a:chOff x="4267200" y="4343400"/>
            <a:chExt cx="990600" cy="457200"/>
          </a:xfrm>
        </p:grpSpPr>
        <p:sp>
          <p:nvSpPr>
            <p:cNvPr id="29" name="Rectangle 18">
              <a:extLst>
                <a:ext uri="{FF2B5EF4-FFF2-40B4-BE49-F238E27FC236}">
                  <a16:creationId xmlns:a16="http://schemas.microsoft.com/office/drawing/2014/main" id="{952B8D65-F588-4CAB-99BA-E5E7126DE992}"/>
                </a:ext>
              </a:extLst>
            </p:cNvPr>
            <p:cNvSpPr>
              <a:spLocks noChangeArrowheads="1"/>
            </p:cNvSpPr>
            <p:nvPr/>
          </p:nvSpPr>
          <p:spPr bwMode="auto">
            <a:xfrm>
              <a:off x="4267200" y="4572000"/>
              <a:ext cx="990600" cy="228600"/>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30" name="Rectangle 19">
              <a:extLst>
                <a:ext uri="{FF2B5EF4-FFF2-40B4-BE49-F238E27FC236}">
                  <a16:creationId xmlns:a16="http://schemas.microsoft.com/office/drawing/2014/main" id="{6F19166E-841D-4039-B643-F0C4AD1500C0}"/>
                </a:ext>
              </a:extLst>
            </p:cNvPr>
            <p:cNvSpPr>
              <a:spLocks noChangeArrowheads="1"/>
            </p:cNvSpPr>
            <p:nvPr/>
          </p:nvSpPr>
          <p:spPr bwMode="auto">
            <a:xfrm>
              <a:off x="4419600" y="4343400"/>
              <a:ext cx="685800" cy="228600"/>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grpSp>
    </p:spTree>
    <p:extLst>
      <p:ext uri="{BB962C8B-B14F-4D97-AF65-F5344CB8AC3E}">
        <p14:creationId xmlns:p14="http://schemas.microsoft.com/office/powerpoint/2010/main" val="2495939340"/>
      </p:ext>
    </p:extLst>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xit" presetSubtype="1" fill="hold" nodeType="clickEffect">
                                  <p:stCondLst>
                                    <p:cond delay="0"/>
                                  </p:stCondLst>
                                  <p:childTnLst>
                                    <p:animEffect transition="out" filter="wheel(1)">
                                      <p:cBhvr>
                                        <p:cTn id="6" dur="2000"/>
                                        <p:tgtEl>
                                          <p:spTgt spid="28"/>
                                        </p:tgtEl>
                                      </p:cBhvr>
                                    </p:animEffect>
                                    <p:set>
                                      <p:cBhvr>
                                        <p:cTn id="7" dur="1" fill="hold">
                                          <p:stCondLst>
                                            <p:cond delay="1999"/>
                                          </p:stCondLst>
                                        </p:cTn>
                                        <p:tgtEl>
                                          <p:spTgt spid="28"/>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53272"/>
                                        </p:tgtEl>
                                        <p:attrNameLst>
                                          <p:attrName>style.visibility</p:attrName>
                                        </p:attrNameLst>
                                      </p:cBhvr>
                                      <p:to>
                                        <p:strVal val="visible"/>
                                      </p:to>
                                    </p:set>
                                    <p:animEffect transition="in" filter="fade">
                                      <p:cBhvr>
                                        <p:cTn id="12" dur="1000"/>
                                        <p:tgtEl>
                                          <p:spTgt spid="53272"/>
                                        </p:tgtEl>
                                      </p:cBhvr>
                                    </p:animEffect>
                                    <p:anim calcmode="lin" valueType="num">
                                      <p:cBhvr>
                                        <p:cTn id="13" dur="1000" fill="hold"/>
                                        <p:tgtEl>
                                          <p:spTgt spid="53272"/>
                                        </p:tgtEl>
                                        <p:attrNameLst>
                                          <p:attrName>ppt_x</p:attrName>
                                        </p:attrNameLst>
                                      </p:cBhvr>
                                      <p:tavLst>
                                        <p:tav tm="0">
                                          <p:val>
                                            <p:strVal val="#ppt_x"/>
                                          </p:val>
                                        </p:tav>
                                        <p:tav tm="100000">
                                          <p:val>
                                            <p:strVal val="#ppt_x"/>
                                          </p:val>
                                        </p:tav>
                                      </p:tavLst>
                                    </p:anim>
                                    <p:anim calcmode="lin" valueType="num">
                                      <p:cBhvr>
                                        <p:cTn id="14" dur="1000" fill="hold"/>
                                        <p:tgtEl>
                                          <p:spTgt spid="53272"/>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1000"/>
                                        <p:tgtEl>
                                          <p:spTgt spid="2"/>
                                        </p:tgtEl>
                                      </p:cBhvr>
                                    </p:animEffect>
                                    <p:anim calcmode="lin" valueType="num">
                                      <p:cBhvr>
                                        <p:cTn id="18" dur="1000" fill="hold"/>
                                        <p:tgtEl>
                                          <p:spTgt spid="2"/>
                                        </p:tgtEl>
                                        <p:attrNameLst>
                                          <p:attrName>ppt_x</p:attrName>
                                        </p:attrNameLst>
                                      </p:cBhvr>
                                      <p:tavLst>
                                        <p:tav tm="0">
                                          <p:val>
                                            <p:strVal val="#ppt_x"/>
                                          </p:val>
                                        </p:tav>
                                        <p:tav tm="100000">
                                          <p:val>
                                            <p:strVal val="#ppt_x"/>
                                          </p:val>
                                        </p:tav>
                                      </p:tavLst>
                                    </p:anim>
                                    <p:anim calcmode="lin" valueType="num">
                                      <p:cBhvr>
                                        <p:cTn id="1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1" presetClass="exit" presetSubtype="1" fill="hold" grpId="0" nodeType="clickEffect">
                                  <p:stCondLst>
                                    <p:cond delay="0"/>
                                  </p:stCondLst>
                                  <p:childTnLst>
                                    <p:animEffect transition="out" filter="wheel(1)">
                                      <p:cBhvr>
                                        <p:cTn id="23" dur="2000"/>
                                        <p:tgtEl>
                                          <p:spTgt spid="100363"/>
                                        </p:tgtEl>
                                      </p:cBhvr>
                                    </p:animEffect>
                                    <p:set>
                                      <p:cBhvr>
                                        <p:cTn id="24" dur="1" fill="hold">
                                          <p:stCondLst>
                                            <p:cond delay="1999"/>
                                          </p:stCondLst>
                                        </p:cTn>
                                        <p:tgtEl>
                                          <p:spTgt spid="100363"/>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21" presetClass="exit" presetSubtype="1" fill="hold" grpId="0" nodeType="clickEffect">
                                  <p:stCondLst>
                                    <p:cond delay="0"/>
                                  </p:stCondLst>
                                  <p:childTnLst>
                                    <p:animEffect transition="out" filter="wheel(1)">
                                      <p:cBhvr>
                                        <p:cTn id="28" dur="2000"/>
                                        <p:tgtEl>
                                          <p:spTgt spid="26"/>
                                        </p:tgtEl>
                                      </p:cBhvr>
                                    </p:animEffect>
                                    <p:set>
                                      <p:cBhvr>
                                        <p:cTn id="29" dur="1" fill="hold">
                                          <p:stCondLst>
                                            <p:cond delay="1999"/>
                                          </p:stCondLst>
                                        </p:cTn>
                                        <p:tgtEl>
                                          <p:spTgt spid="26"/>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53273"/>
                                        </p:tgtEl>
                                        <p:attrNameLst>
                                          <p:attrName>style.visibility</p:attrName>
                                        </p:attrNameLst>
                                      </p:cBhvr>
                                      <p:to>
                                        <p:strVal val="visible"/>
                                      </p:to>
                                    </p:set>
                                    <p:animEffect transition="in" filter="fade">
                                      <p:cBhvr>
                                        <p:cTn id="34" dur="1000"/>
                                        <p:tgtEl>
                                          <p:spTgt spid="53273"/>
                                        </p:tgtEl>
                                      </p:cBhvr>
                                    </p:animEffect>
                                    <p:anim calcmode="lin" valueType="num">
                                      <p:cBhvr>
                                        <p:cTn id="35" dur="1000" fill="hold"/>
                                        <p:tgtEl>
                                          <p:spTgt spid="53273"/>
                                        </p:tgtEl>
                                        <p:attrNameLst>
                                          <p:attrName>ppt_x</p:attrName>
                                        </p:attrNameLst>
                                      </p:cBhvr>
                                      <p:tavLst>
                                        <p:tav tm="0">
                                          <p:val>
                                            <p:strVal val="#ppt_x"/>
                                          </p:val>
                                        </p:tav>
                                        <p:tav tm="100000">
                                          <p:val>
                                            <p:strVal val="#ppt_x"/>
                                          </p:val>
                                        </p:tav>
                                      </p:tavLst>
                                    </p:anim>
                                    <p:anim calcmode="lin" valueType="num">
                                      <p:cBhvr>
                                        <p:cTn id="36" dur="1000" fill="hold"/>
                                        <p:tgtEl>
                                          <p:spTgt spid="53273"/>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00360"/>
                                        </p:tgtEl>
                                        <p:attrNameLst>
                                          <p:attrName>style.visibility</p:attrName>
                                        </p:attrNameLst>
                                      </p:cBhvr>
                                      <p:to>
                                        <p:strVal val="visible"/>
                                      </p:to>
                                    </p:set>
                                    <p:animEffect transition="in" filter="fade">
                                      <p:cBhvr>
                                        <p:cTn id="39" dur="1000"/>
                                        <p:tgtEl>
                                          <p:spTgt spid="100360"/>
                                        </p:tgtEl>
                                      </p:cBhvr>
                                    </p:animEffect>
                                    <p:anim calcmode="lin" valueType="num">
                                      <p:cBhvr>
                                        <p:cTn id="40" dur="1000" fill="hold"/>
                                        <p:tgtEl>
                                          <p:spTgt spid="100360"/>
                                        </p:tgtEl>
                                        <p:attrNameLst>
                                          <p:attrName>ppt_x</p:attrName>
                                        </p:attrNameLst>
                                      </p:cBhvr>
                                      <p:tavLst>
                                        <p:tav tm="0">
                                          <p:val>
                                            <p:strVal val="#ppt_x"/>
                                          </p:val>
                                        </p:tav>
                                        <p:tav tm="100000">
                                          <p:val>
                                            <p:strVal val="#ppt_x"/>
                                          </p:val>
                                        </p:tav>
                                      </p:tavLst>
                                    </p:anim>
                                    <p:anim calcmode="lin" valueType="num">
                                      <p:cBhvr>
                                        <p:cTn id="41" dur="1000" fill="hold"/>
                                        <p:tgtEl>
                                          <p:spTgt spid="10036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60" grpId="0" animBg="1"/>
      <p:bldP spid="100363" grpId="0" animBg="1"/>
      <p:bldP spid="53272" grpId="0" animBg="1"/>
      <p:bldP spid="53273" grpId="0" animBg="1"/>
      <p:bldP spid="26"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E23ADE69-7540-4B7A-BC47-20D553B5FA0F}"/>
              </a:ext>
            </a:extLst>
          </p:cNvPr>
          <p:cNvSpPr>
            <a:spLocks noGrp="1" noChangeArrowheads="1"/>
          </p:cNvSpPr>
          <p:nvPr>
            <p:ph type="title"/>
          </p:nvPr>
        </p:nvSpPr>
        <p:spPr/>
        <p:txBody>
          <a:bodyPr/>
          <a:lstStyle/>
          <a:p>
            <a:pPr eaLnBrk="1" hangingPunct="1"/>
            <a:r>
              <a:rPr lang="en-US" altLang="en-US"/>
              <a:t>Bài toán tháp Hà Nội</a:t>
            </a:r>
          </a:p>
        </p:txBody>
      </p:sp>
      <p:sp>
        <p:nvSpPr>
          <p:cNvPr id="101379" name="Rectangle 3">
            <a:extLst>
              <a:ext uri="{FF2B5EF4-FFF2-40B4-BE49-F238E27FC236}">
                <a16:creationId xmlns:a16="http://schemas.microsoft.com/office/drawing/2014/main" id="{66941458-0C5A-4D4E-A971-FD6C33B60823}"/>
              </a:ext>
            </a:extLst>
          </p:cNvPr>
          <p:cNvSpPr>
            <a:spLocks noGrp="1" noChangeArrowheads="1"/>
          </p:cNvSpPr>
          <p:nvPr>
            <p:ph idx="1"/>
          </p:nvPr>
        </p:nvSpPr>
        <p:spPr/>
        <p:txBody>
          <a:bodyPr/>
          <a:lstStyle/>
          <a:p>
            <a:pPr eaLnBrk="1" hangingPunct="1"/>
            <a:r>
              <a:rPr lang="en-US" altLang="en-US"/>
              <a:t>B </a:t>
            </a:r>
            <a:r>
              <a:rPr lang="en-US" altLang="en-US">
                <a:sym typeface="Wingdings 3" panose="05040102010807070707" pitchFamily="18" charset="2"/>
              </a:rPr>
              <a:t> C (A trung gian)</a:t>
            </a:r>
            <a:endParaRPr lang="en-US" altLang="en-US"/>
          </a:p>
        </p:txBody>
      </p:sp>
      <p:grpSp>
        <p:nvGrpSpPr>
          <p:cNvPr id="101380" name="Group 4">
            <a:extLst>
              <a:ext uri="{FF2B5EF4-FFF2-40B4-BE49-F238E27FC236}">
                <a16:creationId xmlns:a16="http://schemas.microsoft.com/office/drawing/2014/main" id="{E663D0CE-4ED5-4579-9123-DC028F9F6DFE}"/>
              </a:ext>
            </a:extLst>
          </p:cNvPr>
          <p:cNvGrpSpPr>
            <a:grpSpLocks/>
          </p:cNvGrpSpPr>
          <p:nvPr/>
        </p:nvGrpSpPr>
        <p:grpSpPr bwMode="auto">
          <a:xfrm>
            <a:off x="5029200" y="2362202"/>
            <a:ext cx="2438400" cy="2976563"/>
            <a:chOff x="2112" y="1920"/>
            <a:chExt cx="1536" cy="1875"/>
          </a:xfrm>
        </p:grpSpPr>
        <p:sp>
          <p:nvSpPr>
            <p:cNvPr id="101398" name="Line 5">
              <a:extLst>
                <a:ext uri="{FF2B5EF4-FFF2-40B4-BE49-F238E27FC236}">
                  <a16:creationId xmlns:a16="http://schemas.microsoft.com/office/drawing/2014/main" id="{5E2130C9-D5A3-4110-9C7A-718164E4011D}"/>
                </a:ext>
              </a:extLst>
            </p:cNvPr>
            <p:cNvSpPr>
              <a:spLocks noChangeShapeType="1"/>
            </p:cNvSpPr>
            <p:nvPr/>
          </p:nvSpPr>
          <p:spPr bwMode="auto">
            <a:xfrm>
              <a:off x="2112" y="3456"/>
              <a:ext cx="15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399" name="Rectangle 6">
              <a:extLst>
                <a:ext uri="{FF2B5EF4-FFF2-40B4-BE49-F238E27FC236}">
                  <a16:creationId xmlns:a16="http://schemas.microsoft.com/office/drawing/2014/main" id="{324F7793-1343-46F5-98DF-CA1DB597411B}"/>
                </a:ext>
              </a:extLst>
            </p:cNvPr>
            <p:cNvSpPr>
              <a:spLocks noChangeArrowheads="1"/>
            </p:cNvSpPr>
            <p:nvPr/>
          </p:nvSpPr>
          <p:spPr bwMode="auto">
            <a:xfrm>
              <a:off x="2832" y="1920"/>
              <a:ext cx="144" cy="1536"/>
            </a:xfrm>
            <a:prstGeom prst="rect">
              <a:avLst/>
            </a:prstGeom>
            <a:solidFill>
              <a:srgbClr val="000080"/>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101400" name="Text Box 7">
              <a:extLst>
                <a:ext uri="{FF2B5EF4-FFF2-40B4-BE49-F238E27FC236}">
                  <a16:creationId xmlns:a16="http://schemas.microsoft.com/office/drawing/2014/main" id="{CC0B3527-0780-4F35-ABF6-6BAE5FB139FD}"/>
                </a:ext>
              </a:extLst>
            </p:cNvPr>
            <p:cNvSpPr txBox="1">
              <a:spLocks noChangeArrowheads="1"/>
            </p:cNvSpPr>
            <p:nvPr/>
          </p:nvSpPr>
          <p:spPr bwMode="auto">
            <a:xfrm>
              <a:off x="2784" y="3504"/>
              <a:ext cx="8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r>
                <a:rPr lang="en-US" altLang="en-US" sz="2400">
                  <a:latin typeface="Tahoma" panose="020B0604030504040204" pitchFamily="34" charset="0"/>
                </a:rPr>
                <a:t>B (n-3)</a:t>
              </a:r>
            </a:p>
          </p:txBody>
        </p:sp>
      </p:grpSp>
      <p:grpSp>
        <p:nvGrpSpPr>
          <p:cNvPr id="101381" name="Group 8">
            <a:extLst>
              <a:ext uri="{FF2B5EF4-FFF2-40B4-BE49-F238E27FC236}">
                <a16:creationId xmlns:a16="http://schemas.microsoft.com/office/drawing/2014/main" id="{391F6041-6927-4FAA-ACB0-C33888781FBF}"/>
              </a:ext>
            </a:extLst>
          </p:cNvPr>
          <p:cNvGrpSpPr>
            <a:grpSpLocks/>
          </p:cNvGrpSpPr>
          <p:nvPr/>
        </p:nvGrpSpPr>
        <p:grpSpPr bwMode="auto">
          <a:xfrm>
            <a:off x="7772400" y="2362202"/>
            <a:ext cx="2438400" cy="2976563"/>
            <a:chOff x="3840" y="1920"/>
            <a:chExt cx="1536" cy="1875"/>
          </a:xfrm>
        </p:grpSpPr>
        <p:sp>
          <p:nvSpPr>
            <p:cNvPr id="101395" name="Line 9">
              <a:extLst>
                <a:ext uri="{FF2B5EF4-FFF2-40B4-BE49-F238E27FC236}">
                  <a16:creationId xmlns:a16="http://schemas.microsoft.com/office/drawing/2014/main" id="{55DF0AF6-5582-4972-B32B-33F8B809E5E1}"/>
                </a:ext>
              </a:extLst>
            </p:cNvPr>
            <p:cNvSpPr>
              <a:spLocks noChangeShapeType="1"/>
            </p:cNvSpPr>
            <p:nvPr/>
          </p:nvSpPr>
          <p:spPr bwMode="auto">
            <a:xfrm>
              <a:off x="3840" y="3456"/>
              <a:ext cx="15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396" name="Rectangle 10">
              <a:extLst>
                <a:ext uri="{FF2B5EF4-FFF2-40B4-BE49-F238E27FC236}">
                  <a16:creationId xmlns:a16="http://schemas.microsoft.com/office/drawing/2014/main" id="{4CA69DC4-6C73-4F00-A91D-243F578D5138}"/>
                </a:ext>
              </a:extLst>
            </p:cNvPr>
            <p:cNvSpPr>
              <a:spLocks noChangeArrowheads="1"/>
            </p:cNvSpPr>
            <p:nvPr/>
          </p:nvSpPr>
          <p:spPr bwMode="auto">
            <a:xfrm>
              <a:off x="4512" y="1920"/>
              <a:ext cx="144" cy="1536"/>
            </a:xfrm>
            <a:prstGeom prst="rect">
              <a:avLst/>
            </a:prstGeom>
            <a:solidFill>
              <a:srgbClr val="000080"/>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101397" name="Text Box 11">
              <a:extLst>
                <a:ext uri="{FF2B5EF4-FFF2-40B4-BE49-F238E27FC236}">
                  <a16:creationId xmlns:a16="http://schemas.microsoft.com/office/drawing/2014/main" id="{490058FA-F514-45DC-B01E-8550A3E88963}"/>
                </a:ext>
              </a:extLst>
            </p:cNvPr>
            <p:cNvSpPr txBox="1">
              <a:spLocks noChangeArrowheads="1"/>
            </p:cNvSpPr>
            <p:nvPr/>
          </p:nvSpPr>
          <p:spPr bwMode="auto">
            <a:xfrm>
              <a:off x="4473" y="3504"/>
              <a:ext cx="60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r>
                <a:rPr lang="en-US" altLang="en-US" sz="2400">
                  <a:latin typeface="Tahoma" panose="020B0604030504040204" pitchFamily="34" charset="0"/>
                </a:rPr>
                <a:t>C (4)</a:t>
              </a:r>
            </a:p>
          </p:txBody>
        </p:sp>
      </p:grpSp>
      <p:grpSp>
        <p:nvGrpSpPr>
          <p:cNvPr id="101382" name="Group 12">
            <a:extLst>
              <a:ext uri="{FF2B5EF4-FFF2-40B4-BE49-F238E27FC236}">
                <a16:creationId xmlns:a16="http://schemas.microsoft.com/office/drawing/2014/main" id="{16D3F82B-0BC3-4072-B549-47629DE5D6BC}"/>
              </a:ext>
            </a:extLst>
          </p:cNvPr>
          <p:cNvGrpSpPr>
            <a:grpSpLocks/>
          </p:cNvGrpSpPr>
          <p:nvPr/>
        </p:nvGrpSpPr>
        <p:grpSpPr bwMode="auto">
          <a:xfrm>
            <a:off x="2286000" y="2362202"/>
            <a:ext cx="2438400" cy="2978151"/>
            <a:chOff x="384" y="1920"/>
            <a:chExt cx="1536" cy="1876"/>
          </a:xfrm>
        </p:grpSpPr>
        <p:sp>
          <p:nvSpPr>
            <p:cNvPr id="101392" name="Line 13">
              <a:extLst>
                <a:ext uri="{FF2B5EF4-FFF2-40B4-BE49-F238E27FC236}">
                  <a16:creationId xmlns:a16="http://schemas.microsoft.com/office/drawing/2014/main" id="{AA3D4D5B-01F8-475F-91ED-795A382A17A0}"/>
                </a:ext>
              </a:extLst>
            </p:cNvPr>
            <p:cNvSpPr>
              <a:spLocks noChangeShapeType="1"/>
            </p:cNvSpPr>
            <p:nvPr/>
          </p:nvSpPr>
          <p:spPr bwMode="auto">
            <a:xfrm>
              <a:off x="384" y="3456"/>
              <a:ext cx="15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393" name="Rectangle 14">
              <a:extLst>
                <a:ext uri="{FF2B5EF4-FFF2-40B4-BE49-F238E27FC236}">
                  <a16:creationId xmlns:a16="http://schemas.microsoft.com/office/drawing/2014/main" id="{9302F5A1-1361-4982-A9AE-2A9880719990}"/>
                </a:ext>
              </a:extLst>
            </p:cNvPr>
            <p:cNvSpPr>
              <a:spLocks noChangeArrowheads="1"/>
            </p:cNvSpPr>
            <p:nvPr/>
          </p:nvSpPr>
          <p:spPr bwMode="auto">
            <a:xfrm>
              <a:off x="1056" y="1920"/>
              <a:ext cx="144" cy="1536"/>
            </a:xfrm>
            <a:prstGeom prst="rect">
              <a:avLst/>
            </a:prstGeom>
            <a:solidFill>
              <a:srgbClr val="000080"/>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101394" name="Text Box 15">
              <a:extLst>
                <a:ext uri="{FF2B5EF4-FFF2-40B4-BE49-F238E27FC236}">
                  <a16:creationId xmlns:a16="http://schemas.microsoft.com/office/drawing/2014/main" id="{3923318B-5FFA-4A81-9E3A-FFB312737E12}"/>
                </a:ext>
              </a:extLst>
            </p:cNvPr>
            <p:cNvSpPr txBox="1">
              <a:spLocks noChangeArrowheads="1"/>
            </p:cNvSpPr>
            <p:nvPr/>
          </p:nvSpPr>
          <p:spPr bwMode="auto">
            <a:xfrm>
              <a:off x="998" y="3505"/>
              <a:ext cx="81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r>
                <a:rPr lang="en-US" altLang="en-US" sz="2400">
                  <a:latin typeface="Tahoma" panose="020B0604030504040204" pitchFamily="34" charset="0"/>
                </a:rPr>
                <a:t>A (n-4)</a:t>
              </a:r>
            </a:p>
          </p:txBody>
        </p:sp>
      </p:grpSp>
      <p:sp>
        <p:nvSpPr>
          <p:cNvPr id="101383" name="Rectangle 16">
            <a:extLst>
              <a:ext uri="{FF2B5EF4-FFF2-40B4-BE49-F238E27FC236}">
                <a16:creationId xmlns:a16="http://schemas.microsoft.com/office/drawing/2014/main" id="{D8CF595A-8DCD-4F3A-A0C7-66D9AE0DFBD5}"/>
              </a:ext>
            </a:extLst>
          </p:cNvPr>
          <p:cNvSpPr>
            <a:spLocks noChangeArrowheads="1"/>
          </p:cNvSpPr>
          <p:nvPr/>
        </p:nvSpPr>
        <p:spPr bwMode="auto">
          <a:xfrm>
            <a:off x="8153400" y="4343400"/>
            <a:ext cx="1600200" cy="228600"/>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101384" name="Rectangle 17">
            <a:extLst>
              <a:ext uri="{FF2B5EF4-FFF2-40B4-BE49-F238E27FC236}">
                <a16:creationId xmlns:a16="http://schemas.microsoft.com/office/drawing/2014/main" id="{A02F98B2-0B9A-45F1-9EEF-74316BB59EE3}"/>
              </a:ext>
            </a:extLst>
          </p:cNvPr>
          <p:cNvSpPr>
            <a:spLocks noChangeArrowheads="1"/>
          </p:cNvSpPr>
          <p:nvPr/>
        </p:nvSpPr>
        <p:spPr bwMode="auto">
          <a:xfrm>
            <a:off x="8305800" y="4114800"/>
            <a:ext cx="1295400" cy="228600"/>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101385" name="Rectangle 18">
            <a:extLst>
              <a:ext uri="{FF2B5EF4-FFF2-40B4-BE49-F238E27FC236}">
                <a16:creationId xmlns:a16="http://schemas.microsoft.com/office/drawing/2014/main" id="{A27510CF-E389-4655-8530-B270F8091102}"/>
              </a:ext>
            </a:extLst>
          </p:cNvPr>
          <p:cNvSpPr>
            <a:spLocks noChangeArrowheads="1"/>
          </p:cNvSpPr>
          <p:nvPr/>
        </p:nvSpPr>
        <p:spPr bwMode="auto">
          <a:xfrm>
            <a:off x="8458200" y="3886200"/>
            <a:ext cx="990600" cy="228600"/>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101386" name="Rectangle 19">
            <a:extLst>
              <a:ext uri="{FF2B5EF4-FFF2-40B4-BE49-F238E27FC236}">
                <a16:creationId xmlns:a16="http://schemas.microsoft.com/office/drawing/2014/main" id="{9505B495-4D4A-4756-91EB-98696BCAE753}"/>
              </a:ext>
            </a:extLst>
          </p:cNvPr>
          <p:cNvSpPr>
            <a:spLocks noChangeArrowheads="1"/>
          </p:cNvSpPr>
          <p:nvPr/>
        </p:nvSpPr>
        <p:spPr bwMode="auto">
          <a:xfrm>
            <a:off x="3124200" y="4572000"/>
            <a:ext cx="685800" cy="228600"/>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101387" name="Rectangle 20">
            <a:extLst>
              <a:ext uri="{FF2B5EF4-FFF2-40B4-BE49-F238E27FC236}">
                <a16:creationId xmlns:a16="http://schemas.microsoft.com/office/drawing/2014/main" id="{21056C21-2314-4C35-8E83-84E569DA3EFE}"/>
              </a:ext>
            </a:extLst>
          </p:cNvPr>
          <p:cNvSpPr>
            <a:spLocks noChangeArrowheads="1"/>
          </p:cNvSpPr>
          <p:nvPr/>
        </p:nvSpPr>
        <p:spPr bwMode="auto">
          <a:xfrm>
            <a:off x="5791200" y="4572000"/>
            <a:ext cx="990600" cy="228600"/>
          </a:xfrm>
          <a:prstGeom prst="rect">
            <a:avLst/>
          </a:prstGeom>
          <a:noFill/>
          <a:ln w="9525">
            <a:solidFill>
              <a:schemeClr val="tx1"/>
            </a:solidFill>
            <a:prstDash val="lg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101388" name="Rectangle 21">
            <a:extLst>
              <a:ext uri="{FF2B5EF4-FFF2-40B4-BE49-F238E27FC236}">
                <a16:creationId xmlns:a16="http://schemas.microsoft.com/office/drawing/2014/main" id="{CF81965A-84B3-4956-9942-F4349B175549}"/>
              </a:ext>
            </a:extLst>
          </p:cNvPr>
          <p:cNvSpPr>
            <a:spLocks noChangeArrowheads="1"/>
          </p:cNvSpPr>
          <p:nvPr/>
        </p:nvSpPr>
        <p:spPr bwMode="auto">
          <a:xfrm>
            <a:off x="5943600" y="4343400"/>
            <a:ext cx="685800" cy="228600"/>
          </a:xfrm>
          <a:prstGeom prst="rect">
            <a:avLst/>
          </a:prstGeom>
          <a:noFill/>
          <a:ln w="9525">
            <a:solidFill>
              <a:schemeClr val="tx1"/>
            </a:solidFill>
            <a:prstDash val="lg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a:endParaRPr lang="en-US" altLang="en-US">
              <a:latin typeface="Tahoma" panose="020B0604030504040204" pitchFamily="34" charset="0"/>
            </a:endParaRPr>
          </a:p>
        </p:txBody>
      </p:sp>
      <p:sp>
        <p:nvSpPr>
          <p:cNvPr id="101389" name="Rectangle 22">
            <a:extLst>
              <a:ext uri="{FF2B5EF4-FFF2-40B4-BE49-F238E27FC236}">
                <a16:creationId xmlns:a16="http://schemas.microsoft.com/office/drawing/2014/main" id="{20FC67FA-C126-40E0-B66A-009FF7A0B1B7}"/>
              </a:ext>
            </a:extLst>
          </p:cNvPr>
          <p:cNvSpPr>
            <a:spLocks noChangeArrowheads="1"/>
          </p:cNvSpPr>
          <p:nvPr/>
        </p:nvSpPr>
        <p:spPr bwMode="auto">
          <a:xfrm>
            <a:off x="8001000" y="4572000"/>
            <a:ext cx="1905000" cy="228600"/>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54295" name="AutoShape 23">
            <a:extLst>
              <a:ext uri="{FF2B5EF4-FFF2-40B4-BE49-F238E27FC236}">
                <a16:creationId xmlns:a16="http://schemas.microsoft.com/office/drawing/2014/main" id="{51B79046-7923-4531-A109-B44CA50734C8}"/>
              </a:ext>
            </a:extLst>
          </p:cNvPr>
          <p:cNvSpPr>
            <a:spLocks noChangeArrowheads="1"/>
          </p:cNvSpPr>
          <p:nvPr/>
        </p:nvSpPr>
        <p:spPr bwMode="auto">
          <a:xfrm>
            <a:off x="6858000" y="5334000"/>
            <a:ext cx="2057400" cy="762000"/>
          </a:xfrm>
          <a:prstGeom prst="curvedUpArrow">
            <a:avLst>
              <a:gd name="adj1" fmla="val 54000"/>
              <a:gd name="adj2" fmla="val 108000"/>
              <a:gd name="adj3" fmla="val 33333"/>
            </a:avLst>
          </a:prstGeom>
          <a:ln>
            <a:headEnd/>
            <a:tailEnd/>
          </a:ln>
          <a:extLst>
            <a:ext uri="{909E8E84-426E-40DD-AFC4-6F175D3DCCD1}">
              <a14:hiddenFill xmlns:a14="http://schemas.microsoft.com/office/drawing/2010/main">
                <a:solidFill>
                  <a:srgbClr val="FFFFFF"/>
                </a:solidFill>
              </a14:hiddenFill>
            </a:ext>
          </a:extLst>
        </p:spPr>
        <p:style>
          <a:lnRef idx="2">
            <a:schemeClr val="accent2"/>
          </a:lnRef>
          <a:fillRef idx="1">
            <a:schemeClr val="lt1"/>
          </a:fillRef>
          <a:effectRef idx="0">
            <a:schemeClr val="accent2"/>
          </a:effectRef>
          <a:fontRef idx="minor">
            <a:schemeClr val="dk1"/>
          </a:fontRef>
        </p:style>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54296" name="AutoShape 24">
            <a:extLst>
              <a:ext uri="{FF2B5EF4-FFF2-40B4-BE49-F238E27FC236}">
                <a16:creationId xmlns:a16="http://schemas.microsoft.com/office/drawing/2014/main" id="{5FDD6D36-ACC6-4574-8B57-C0EE9C2BEE24}"/>
              </a:ext>
            </a:extLst>
          </p:cNvPr>
          <p:cNvSpPr>
            <a:spLocks noChangeArrowheads="1"/>
          </p:cNvSpPr>
          <p:nvPr/>
        </p:nvSpPr>
        <p:spPr bwMode="auto">
          <a:xfrm flipH="1">
            <a:off x="3962400" y="3048000"/>
            <a:ext cx="1828800" cy="1066800"/>
          </a:xfrm>
          <a:prstGeom prst="curvedDownArrow">
            <a:avLst>
              <a:gd name="adj1" fmla="val 34286"/>
              <a:gd name="adj2" fmla="val 68571"/>
              <a:gd name="adj3" fmla="val 33333"/>
            </a:avLst>
          </a:prstGeom>
          <a:ln>
            <a:headEnd/>
            <a:tailEnd/>
          </a:ln>
          <a:extLst>
            <a:ext uri="{909E8E84-426E-40DD-AFC4-6F175D3DCCD1}">
              <a14:hiddenFill xmlns:a14="http://schemas.microsoft.com/office/drawing/2010/main">
                <a:solidFill>
                  <a:srgbClr val="FFFFFF"/>
                </a:solidFill>
              </a14:hiddenFill>
            </a:ext>
          </a:extLst>
        </p:spPr>
        <p:style>
          <a:lnRef idx="2">
            <a:schemeClr val="accent2"/>
          </a:lnRef>
          <a:fillRef idx="1">
            <a:schemeClr val="lt1"/>
          </a:fillRef>
          <a:effectRef idx="0">
            <a:schemeClr val="accent2"/>
          </a:effectRef>
          <a:fontRef idx="minor">
            <a:schemeClr val="dk1"/>
          </a:fontRef>
        </p:style>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5" name="Rectangle 18">
            <a:extLst>
              <a:ext uri="{FF2B5EF4-FFF2-40B4-BE49-F238E27FC236}">
                <a16:creationId xmlns:a16="http://schemas.microsoft.com/office/drawing/2014/main" id="{CFAE4C9B-705E-4DD9-B441-7B2BA5175B5D}"/>
              </a:ext>
            </a:extLst>
          </p:cNvPr>
          <p:cNvSpPr>
            <a:spLocks noChangeArrowheads="1"/>
          </p:cNvSpPr>
          <p:nvPr/>
        </p:nvSpPr>
        <p:spPr bwMode="auto">
          <a:xfrm>
            <a:off x="5848350" y="4572000"/>
            <a:ext cx="990600" cy="228600"/>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6" name="Rectangle 19">
            <a:extLst>
              <a:ext uri="{FF2B5EF4-FFF2-40B4-BE49-F238E27FC236}">
                <a16:creationId xmlns:a16="http://schemas.microsoft.com/office/drawing/2014/main" id="{EB98A2DB-AC57-421E-9688-84E63606ED68}"/>
              </a:ext>
            </a:extLst>
          </p:cNvPr>
          <p:cNvSpPr>
            <a:spLocks noChangeArrowheads="1"/>
          </p:cNvSpPr>
          <p:nvPr/>
        </p:nvSpPr>
        <p:spPr bwMode="auto">
          <a:xfrm>
            <a:off x="5980906" y="4358482"/>
            <a:ext cx="685800" cy="228600"/>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Tree>
    <p:extLst>
      <p:ext uri="{BB962C8B-B14F-4D97-AF65-F5344CB8AC3E}">
        <p14:creationId xmlns:p14="http://schemas.microsoft.com/office/powerpoint/2010/main" val="2555481606"/>
      </p:ext>
    </p:extLst>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26"/>
                                        </p:tgtEl>
                                      </p:cBhvr>
                                    </p:animEffect>
                                    <p:set>
                                      <p:cBhvr>
                                        <p:cTn id="7" dur="1" fill="hold">
                                          <p:stCondLst>
                                            <p:cond delay="499"/>
                                          </p:stCondLst>
                                        </p:cTn>
                                        <p:tgtEl>
                                          <p:spTgt spid="26"/>
                                        </p:tgtEl>
                                        <p:attrNameLst>
                                          <p:attrName>style.visibility</p:attrName>
                                        </p:attrNameLst>
                                      </p:cBhvr>
                                      <p:to>
                                        <p:strVal val="hidden"/>
                                      </p:to>
                                    </p:set>
                                  </p:childTnLst>
                                </p:cTn>
                              </p:par>
                              <p:par>
                                <p:cTn id="8" presetID="2" presetClass="entr" presetSubtype="2" fill="hold" grpId="0" nodeType="withEffect">
                                  <p:stCondLst>
                                    <p:cond delay="0"/>
                                  </p:stCondLst>
                                  <p:childTnLst>
                                    <p:set>
                                      <p:cBhvr>
                                        <p:cTn id="9" dur="1" fill="hold">
                                          <p:stCondLst>
                                            <p:cond delay="0"/>
                                          </p:stCondLst>
                                        </p:cTn>
                                        <p:tgtEl>
                                          <p:spTgt spid="101386"/>
                                        </p:tgtEl>
                                        <p:attrNameLst>
                                          <p:attrName>style.visibility</p:attrName>
                                        </p:attrNameLst>
                                      </p:cBhvr>
                                      <p:to>
                                        <p:strVal val="visible"/>
                                      </p:to>
                                    </p:set>
                                    <p:anim calcmode="lin" valueType="num">
                                      <p:cBhvr additive="base">
                                        <p:cTn id="10" dur="500" fill="hold"/>
                                        <p:tgtEl>
                                          <p:spTgt spid="101386"/>
                                        </p:tgtEl>
                                        <p:attrNameLst>
                                          <p:attrName>ppt_x</p:attrName>
                                        </p:attrNameLst>
                                      </p:cBhvr>
                                      <p:tavLst>
                                        <p:tav tm="0">
                                          <p:val>
                                            <p:strVal val="1+#ppt_w/2"/>
                                          </p:val>
                                        </p:tav>
                                        <p:tav tm="100000">
                                          <p:val>
                                            <p:strVal val="#ppt_x"/>
                                          </p:val>
                                        </p:tav>
                                      </p:tavLst>
                                    </p:anim>
                                    <p:anim calcmode="lin" valueType="num">
                                      <p:cBhvr additive="base">
                                        <p:cTn id="11" dur="500" fill="hold"/>
                                        <p:tgtEl>
                                          <p:spTgt spid="101386"/>
                                        </p:tgtEl>
                                        <p:attrNameLst>
                                          <p:attrName>ppt_y</p:attrName>
                                        </p:attrNameLst>
                                      </p:cBhvr>
                                      <p:tavLst>
                                        <p:tav tm="0">
                                          <p:val>
                                            <p:strVal val="#ppt_y"/>
                                          </p:val>
                                        </p:tav>
                                        <p:tav tm="100000">
                                          <p:val>
                                            <p:strVal val="#ppt_y"/>
                                          </p:val>
                                        </p:tav>
                                      </p:tavLst>
                                    </p:anim>
                                  </p:childTnLst>
                                </p:cTn>
                              </p:par>
                              <p:par>
                                <p:cTn id="12" presetID="2" presetClass="entr" presetSubtype="2" fill="hold" grpId="0" nodeType="withEffect">
                                  <p:stCondLst>
                                    <p:cond delay="0"/>
                                  </p:stCondLst>
                                  <p:childTnLst>
                                    <p:set>
                                      <p:cBhvr>
                                        <p:cTn id="13" dur="1" fill="hold">
                                          <p:stCondLst>
                                            <p:cond delay="0"/>
                                          </p:stCondLst>
                                        </p:cTn>
                                        <p:tgtEl>
                                          <p:spTgt spid="54296"/>
                                        </p:tgtEl>
                                        <p:attrNameLst>
                                          <p:attrName>style.visibility</p:attrName>
                                        </p:attrNameLst>
                                      </p:cBhvr>
                                      <p:to>
                                        <p:strVal val="visible"/>
                                      </p:to>
                                    </p:set>
                                    <p:anim calcmode="lin" valueType="num">
                                      <p:cBhvr additive="base">
                                        <p:cTn id="14" dur="500" fill="hold"/>
                                        <p:tgtEl>
                                          <p:spTgt spid="54296"/>
                                        </p:tgtEl>
                                        <p:attrNameLst>
                                          <p:attrName>ppt_x</p:attrName>
                                        </p:attrNameLst>
                                      </p:cBhvr>
                                      <p:tavLst>
                                        <p:tav tm="0">
                                          <p:val>
                                            <p:strVal val="1+#ppt_w/2"/>
                                          </p:val>
                                        </p:tav>
                                        <p:tav tm="100000">
                                          <p:val>
                                            <p:strVal val="#ppt_x"/>
                                          </p:val>
                                        </p:tav>
                                      </p:tavLst>
                                    </p:anim>
                                    <p:anim calcmode="lin" valueType="num">
                                      <p:cBhvr additive="base">
                                        <p:cTn id="15" dur="500" fill="hold"/>
                                        <p:tgtEl>
                                          <p:spTgt spid="54296"/>
                                        </p:tgtEl>
                                        <p:attrNameLst>
                                          <p:attrName>ppt_y</p:attrName>
                                        </p:attrNameLst>
                                      </p:cBhvr>
                                      <p:tavLst>
                                        <p:tav tm="0">
                                          <p:val>
                                            <p:strVal val="#ppt_y"/>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xit" presetSubtype="0" fill="hold" grpId="0" nodeType="clickEffect">
                                  <p:stCondLst>
                                    <p:cond delay="0"/>
                                  </p:stCondLst>
                                  <p:childTnLst>
                                    <p:animEffect transition="out" filter="fade">
                                      <p:cBhvr>
                                        <p:cTn id="19" dur="1000"/>
                                        <p:tgtEl>
                                          <p:spTgt spid="25"/>
                                        </p:tgtEl>
                                      </p:cBhvr>
                                    </p:animEffect>
                                    <p:anim calcmode="lin" valueType="num">
                                      <p:cBhvr>
                                        <p:cTn id="20" dur="1000"/>
                                        <p:tgtEl>
                                          <p:spTgt spid="25"/>
                                        </p:tgtEl>
                                        <p:attrNameLst>
                                          <p:attrName>ppt_x</p:attrName>
                                        </p:attrNameLst>
                                      </p:cBhvr>
                                      <p:tavLst>
                                        <p:tav tm="0">
                                          <p:val>
                                            <p:strVal val="ppt_x"/>
                                          </p:val>
                                        </p:tav>
                                        <p:tav tm="100000">
                                          <p:val>
                                            <p:strVal val="ppt_x"/>
                                          </p:val>
                                        </p:tav>
                                      </p:tavLst>
                                    </p:anim>
                                    <p:anim calcmode="lin" valueType="num">
                                      <p:cBhvr>
                                        <p:cTn id="21" dur="1000"/>
                                        <p:tgtEl>
                                          <p:spTgt spid="25"/>
                                        </p:tgtEl>
                                        <p:attrNameLst>
                                          <p:attrName>ppt_y</p:attrName>
                                        </p:attrNameLst>
                                      </p:cBhvr>
                                      <p:tavLst>
                                        <p:tav tm="0">
                                          <p:val>
                                            <p:strVal val="ppt_y"/>
                                          </p:val>
                                        </p:tav>
                                        <p:tav tm="100000">
                                          <p:val>
                                            <p:strVal val="ppt_y+.1"/>
                                          </p:val>
                                        </p:tav>
                                      </p:tavLst>
                                    </p:anim>
                                    <p:set>
                                      <p:cBhvr>
                                        <p:cTn id="22" dur="1" fill="hold">
                                          <p:stCondLst>
                                            <p:cond delay="999"/>
                                          </p:stCondLst>
                                        </p:cTn>
                                        <p:tgtEl>
                                          <p:spTgt spid="25"/>
                                        </p:tgtEl>
                                        <p:attrNameLst>
                                          <p:attrName>style.visibility</p:attrName>
                                        </p:attrNameLst>
                                      </p:cBhvr>
                                      <p:to>
                                        <p:strVal val="hidden"/>
                                      </p:to>
                                    </p:set>
                                  </p:childTnLst>
                                </p:cTn>
                              </p:par>
                              <p:par>
                                <p:cTn id="23" presetID="2" presetClass="entr" presetSubtype="8" fill="hold" grpId="0" nodeType="withEffect">
                                  <p:stCondLst>
                                    <p:cond delay="0"/>
                                  </p:stCondLst>
                                  <p:childTnLst>
                                    <p:set>
                                      <p:cBhvr>
                                        <p:cTn id="24" dur="1" fill="hold">
                                          <p:stCondLst>
                                            <p:cond delay="0"/>
                                          </p:stCondLst>
                                        </p:cTn>
                                        <p:tgtEl>
                                          <p:spTgt spid="54295"/>
                                        </p:tgtEl>
                                        <p:attrNameLst>
                                          <p:attrName>style.visibility</p:attrName>
                                        </p:attrNameLst>
                                      </p:cBhvr>
                                      <p:to>
                                        <p:strVal val="visible"/>
                                      </p:to>
                                    </p:set>
                                    <p:anim calcmode="lin" valueType="num">
                                      <p:cBhvr additive="base">
                                        <p:cTn id="25" dur="500" fill="hold"/>
                                        <p:tgtEl>
                                          <p:spTgt spid="54295"/>
                                        </p:tgtEl>
                                        <p:attrNameLst>
                                          <p:attrName>ppt_x</p:attrName>
                                        </p:attrNameLst>
                                      </p:cBhvr>
                                      <p:tavLst>
                                        <p:tav tm="0">
                                          <p:val>
                                            <p:strVal val="0-#ppt_w/2"/>
                                          </p:val>
                                        </p:tav>
                                        <p:tav tm="100000">
                                          <p:val>
                                            <p:strVal val="#ppt_x"/>
                                          </p:val>
                                        </p:tav>
                                      </p:tavLst>
                                    </p:anim>
                                    <p:anim calcmode="lin" valueType="num">
                                      <p:cBhvr additive="base">
                                        <p:cTn id="26" dur="500" fill="hold"/>
                                        <p:tgtEl>
                                          <p:spTgt spid="54295"/>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101385"/>
                                        </p:tgtEl>
                                        <p:attrNameLst>
                                          <p:attrName>style.visibility</p:attrName>
                                        </p:attrNameLst>
                                      </p:cBhvr>
                                      <p:to>
                                        <p:strVal val="visible"/>
                                      </p:to>
                                    </p:set>
                                    <p:anim calcmode="lin" valueType="num">
                                      <p:cBhvr additive="base">
                                        <p:cTn id="29" dur="500" fill="hold"/>
                                        <p:tgtEl>
                                          <p:spTgt spid="101385"/>
                                        </p:tgtEl>
                                        <p:attrNameLst>
                                          <p:attrName>ppt_x</p:attrName>
                                        </p:attrNameLst>
                                      </p:cBhvr>
                                      <p:tavLst>
                                        <p:tav tm="0">
                                          <p:val>
                                            <p:strVal val="0-#ppt_w/2"/>
                                          </p:val>
                                        </p:tav>
                                        <p:tav tm="100000">
                                          <p:val>
                                            <p:strVal val="#ppt_x"/>
                                          </p:val>
                                        </p:tav>
                                      </p:tavLst>
                                    </p:anim>
                                    <p:anim calcmode="lin" valueType="num">
                                      <p:cBhvr additive="base">
                                        <p:cTn id="30" dur="500" fill="hold"/>
                                        <p:tgtEl>
                                          <p:spTgt spid="1013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85" grpId="0" animBg="1"/>
      <p:bldP spid="101386" grpId="0" animBg="1"/>
      <p:bldP spid="54295" grpId="0" animBg="1"/>
      <p:bldP spid="54296" grpId="0" animBg="1"/>
      <p:bldP spid="25" grpId="0" animBg="1"/>
      <p:bldP spid="26"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324E11F2-4D16-413E-AC78-AEDA8531958D}"/>
              </a:ext>
            </a:extLst>
          </p:cNvPr>
          <p:cNvSpPr>
            <a:spLocks noGrp="1" noChangeArrowheads="1"/>
          </p:cNvSpPr>
          <p:nvPr>
            <p:ph type="title"/>
          </p:nvPr>
        </p:nvSpPr>
        <p:spPr/>
        <p:txBody>
          <a:bodyPr/>
          <a:lstStyle/>
          <a:p>
            <a:pPr eaLnBrk="1" hangingPunct="1"/>
            <a:r>
              <a:rPr lang="en-US" altLang="en-US" b="1"/>
              <a:t>Bài toán tháp Hà Nội</a:t>
            </a:r>
          </a:p>
        </p:txBody>
      </p:sp>
      <p:sp>
        <p:nvSpPr>
          <p:cNvPr id="102403" name="Rectangle 3">
            <a:extLst>
              <a:ext uri="{FF2B5EF4-FFF2-40B4-BE49-F238E27FC236}">
                <a16:creationId xmlns:a16="http://schemas.microsoft.com/office/drawing/2014/main" id="{6A083C04-3EBD-4DB8-AE17-6E3398362012}"/>
              </a:ext>
            </a:extLst>
          </p:cNvPr>
          <p:cNvSpPr>
            <a:spLocks noGrp="1" noChangeArrowheads="1"/>
          </p:cNvSpPr>
          <p:nvPr>
            <p:ph idx="1"/>
          </p:nvPr>
        </p:nvSpPr>
        <p:spPr/>
        <p:txBody>
          <a:bodyPr/>
          <a:lstStyle/>
          <a:p>
            <a:pPr eaLnBrk="1" hangingPunct="1"/>
            <a:r>
              <a:rPr lang="en-US" altLang="en-US"/>
              <a:t>A </a:t>
            </a:r>
            <a:r>
              <a:rPr lang="en-US" altLang="en-US">
                <a:sym typeface="Wingdings 3" panose="05040102010807070707" pitchFamily="18" charset="2"/>
              </a:rPr>
              <a:t> C</a:t>
            </a:r>
            <a:endParaRPr lang="en-US" altLang="en-US"/>
          </a:p>
        </p:txBody>
      </p:sp>
      <p:grpSp>
        <p:nvGrpSpPr>
          <p:cNvPr id="102404" name="Group 4">
            <a:extLst>
              <a:ext uri="{FF2B5EF4-FFF2-40B4-BE49-F238E27FC236}">
                <a16:creationId xmlns:a16="http://schemas.microsoft.com/office/drawing/2014/main" id="{C24DD4BB-0BD8-4119-8CB6-CF4AAA679E8F}"/>
              </a:ext>
            </a:extLst>
          </p:cNvPr>
          <p:cNvGrpSpPr>
            <a:grpSpLocks/>
          </p:cNvGrpSpPr>
          <p:nvPr/>
        </p:nvGrpSpPr>
        <p:grpSpPr bwMode="auto">
          <a:xfrm>
            <a:off x="4876800" y="2895602"/>
            <a:ext cx="2438400" cy="2976563"/>
            <a:chOff x="2112" y="1920"/>
            <a:chExt cx="1536" cy="1875"/>
          </a:xfrm>
        </p:grpSpPr>
        <p:sp>
          <p:nvSpPr>
            <p:cNvPr id="102420" name="Line 5">
              <a:extLst>
                <a:ext uri="{FF2B5EF4-FFF2-40B4-BE49-F238E27FC236}">
                  <a16:creationId xmlns:a16="http://schemas.microsoft.com/office/drawing/2014/main" id="{14D2BDF4-85FE-405C-A6A8-3DE4A45DAB49}"/>
                </a:ext>
              </a:extLst>
            </p:cNvPr>
            <p:cNvSpPr>
              <a:spLocks noChangeShapeType="1"/>
            </p:cNvSpPr>
            <p:nvPr/>
          </p:nvSpPr>
          <p:spPr bwMode="auto">
            <a:xfrm>
              <a:off x="2112" y="3456"/>
              <a:ext cx="15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21" name="Rectangle 6">
              <a:extLst>
                <a:ext uri="{FF2B5EF4-FFF2-40B4-BE49-F238E27FC236}">
                  <a16:creationId xmlns:a16="http://schemas.microsoft.com/office/drawing/2014/main" id="{023C56D9-5387-4C60-8DC4-346E6E40E420}"/>
                </a:ext>
              </a:extLst>
            </p:cNvPr>
            <p:cNvSpPr>
              <a:spLocks noChangeArrowheads="1"/>
            </p:cNvSpPr>
            <p:nvPr/>
          </p:nvSpPr>
          <p:spPr bwMode="auto">
            <a:xfrm>
              <a:off x="2832" y="1920"/>
              <a:ext cx="144" cy="1536"/>
            </a:xfrm>
            <a:prstGeom prst="rect">
              <a:avLst/>
            </a:prstGeom>
            <a:solidFill>
              <a:srgbClr val="000080"/>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102422" name="Text Box 7">
              <a:extLst>
                <a:ext uri="{FF2B5EF4-FFF2-40B4-BE49-F238E27FC236}">
                  <a16:creationId xmlns:a16="http://schemas.microsoft.com/office/drawing/2014/main" id="{C3C580EB-3F69-4100-9CF1-8DBCC5C7DFBA}"/>
                </a:ext>
              </a:extLst>
            </p:cNvPr>
            <p:cNvSpPr txBox="1">
              <a:spLocks noChangeArrowheads="1"/>
            </p:cNvSpPr>
            <p:nvPr/>
          </p:nvSpPr>
          <p:spPr bwMode="auto">
            <a:xfrm>
              <a:off x="2784" y="3504"/>
              <a:ext cx="60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r>
                <a:rPr lang="en-US" altLang="en-US" sz="2400">
                  <a:latin typeface="Tahoma" panose="020B0604030504040204" pitchFamily="34" charset="0"/>
                </a:rPr>
                <a:t>B (0)</a:t>
              </a:r>
            </a:p>
          </p:txBody>
        </p:sp>
      </p:grpSp>
      <p:grpSp>
        <p:nvGrpSpPr>
          <p:cNvPr id="102405" name="Group 8">
            <a:extLst>
              <a:ext uri="{FF2B5EF4-FFF2-40B4-BE49-F238E27FC236}">
                <a16:creationId xmlns:a16="http://schemas.microsoft.com/office/drawing/2014/main" id="{8F2EE122-A6DD-41A0-BC51-E4E2EBFCF873}"/>
              </a:ext>
            </a:extLst>
          </p:cNvPr>
          <p:cNvGrpSpPr>
            <a:grpSpLocks/>
          </p:cNvGrpSpPr>
          <p:nvPr/>
        </p:nvGrpSpPr>
        <p:grpSpPr bwMode="auto">
          <a:xfrm>
            <a:off x="7620000" y="2895602"/>
            <a:ext cx="2438400" cy="2976563"/>
            <a:chOff x="3840" y="1920"/>
            <a:chExt cx="1536" cy="1875"/>
          </a:xfrm>
        </p:grpSpPr>
        <p:sp>
          <p:nvSpPr>
            <p:cNvPr id="102417" name="Line 9">
              <a:extLst>
                <a:ext uri="{FF2B5EF4-FFF2-40B4-BE49-F238E27FC236}">
                  <a16:creationId xmlns:a16="http://schemas.microsoft.com/office/drawing/2014/main" id="{EE25F541-7F2F-4333-9124-0AF5DCD99F08}"/>
                </a:ext>
              </a:extLst>
            </p:cNvPr>
            <p:cNvSpPr>
              <a:spLocks noChangeShapeType="1"/>
            </p:cNvSpPr>
            <p:nvPr/>
          </p:nvSpPr>
          <p:spPr bwMode="auto">
            <a:xfrm>
              <a:off x="3840" y="3456"/>
              <a:ext cx="15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18" name="Rectangle 10">
              <a:extLst>
                <a:ext uri="{FF2B5EF4-FFF2-40B4-BE49-F238E27FC236}">
                  <a16:creationId xmlns:a16="http://schemas.microsoft.com/office/drawing/2014/main" id="{8775E7B2-6616-4C99-9751-25F1CBCF2F18}"/>
                </a:ext>
              </a:extLst>
            </p:cNvPr>
            <p:cNvSpPr>
              <a:spLocks noChangeArrowheads="1"/>
            </p:cNvSpPr>
            <p:nvPr/>
          </p:nvSpPr>
          <p:spPr bwMode="auto">
            <a:xfrm>
              <a:off x="4512" y="1920"/>
              <a:ext cx="144" cy="1536"/>
            </a:xfrm>
            <a:prstGeom prst="rect">
              <a:avLst/>
            </a:prstGeom>
            <a:solidFill>
              <a:srgbClr val="000080"/>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102419" name="Text Box 11">
              <a:extLst>
                <a:ext uri="{FF2B5EF4-FFF2-40B4-BE49-F238E27FC236}">
                  <a16:creationId xmlns:a16="http://schemas.microsoft.com/office/drawing/2014/main" id="{3994F50D-CDAF-4946-8951-7978A79C78C5}"/>
                </a:ext>
              </a:extLst>
            </p:cNvPr>
            <p:cNvSpPr txBox="1">
              <a:spLocks noChangeArrowheads="1"/>
            </p:cNvSpPr>
            <p:nvPr/>
          </p:nvSpPr>
          <p:spPr bwMode="auto">
            <a:xfrm>
              <a:off x="4473" y="3504"/>
              <a:ext cx="60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r>
                <a:rPr lang="en-US" altLang="en-US" sz="2400">
                  <a:latin typeface="Tahoma" panose="020B0604030504040204" pitchFamily="34" charset="0"/>
                </a:rPr>
                <a:t>C (n)</a:t>
              </a:r>
            </a:p>
          </p:txBody>
        </p:sp>
      </p:grpSp>
      <p:grpSp>
        <p:nvGrpSpPr>
          <p:cNvPr id="102406" name="Group 12">
            <a:extLst>
              <a:ext uri="{FF2B5EF4-FFF2-40B4-BE49-F238E27FC236}">
                <a16:creationId xmlns:a16="http://schemas.microsoft.com/office/drawing/2014/main" id="{0F3E247C-2C4B-4DF8-9B35-2BB3C43C434E}"/>
              </a:ext>
            </a:extLst>
          </p:cNvPr>
          <p:cNvGrpSpPr>
            <a:grpSpLocks/>
          </p:cNvGrpSpPr>
          <p:nvPr/>
        </p:nvGrpSpPr>
        <p:grpSpPr bwMode="auto">
          <a:xfrm>
            <a:off x="2133600" y="2895602"/>
            <a:ext cx="2438400" cy="2978151"/>
            <a:chOff x="384" y="1920"/>
            <a:chExt cx="1536" cy="1876"/>
          </a:xfrm>
        </p:grpSpPr>
        <p:sp>
          <p:nvSpPr>
            <p:cNvPr id="102414" name="Line 13">
              <a:extLst>
                <a:ext uri="{FF2B5EF4-FFF2-40B4-BE49-F238E27FC236}">
                  <a16:creationId xmlns:a16="http://schemas.microsoft.com/office/drawing/2014/main" id="{3CE1E5B5-2142-44D2-BDC8-636191A5D7B7}"/>
                </a:ext>
              </a:extLst>
            </p:cNvPr>
            <p:cNvSpPr>
              <a:spLocks noChangeShapeType="1"/>
            </p:cNvSpPr>
            <p:nvPr/>
          </p:nvSpPr>
          <p:spPr bwMode="auto">
            <a:xfrm>
              <a:off x="384" y="3456"/>
              <a:ext cx="15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15" name="Rectangle 14">
              <a:extLst>
                <a:ext uri="{FF2B5EF4-FFF2-40B4-BE49-F238E27FC236}">
                  <a16:creationId xmlns:a16="http://schemas.microsoft.com/office/drawing/2014/main" id="{6E719BC1-DFC5-4193-9886-EF0DA2034B8E}"/>
                </a:ext>
              </a:extLst>
            </p:cNvPr>
            <p:cNvSpPr>
              <a:spLocks noChangeArrowheads="1"/>
            </p:cNvSpPr>
            <p:nvPr/>
          </p:nvSpPr>
          <p:spPr bwMode="auto">
            <a:xfrm>
              <a:off x="1056" y="1920"/>
              <a:ext cx="144" cy="1536"/>
            </a:xfrm>
            <a:prstGeom prst="rect">
              <a:avLst/>
            </a:prstGeom>
            <a:solidFill>
              <a:srgbClr val="000080"/>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102416" name="Text Box 15">
              <a:extLst>
                <a:ext uri="{FF2B5EF4-FFF2-40B4-BE49-F238E27FC236}">
                  <a16:creationId xmlns:a16="http://schemas.microsoft.com/office/drawing/2014/main" id="{DA669CD5-446A-41D3-8142-B9A2C8413FD8}"/>
                </a:ext>
              </a:extLst>
            </p:cNvPr>
            <p:cNvSpPr txBox="1">
              <a:spLocks noChangeArrowheads="1"/>
            </p:cNvSpPr>
            <p:nvPr/>
          </p:nvSpPr>
          <p:spPr bwMode="auto">
            <a:xfrm>
              <a:off x="998" y="3505"/>
              <a:ext cx="60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r>
                <a:rPr lang="en-US" altLang="en-US" sz="2400">
                  <a:latin typeface="Tahoma" panose="020B0604030504040204" pitchFamily="34" charset="0"/>
                </a:rPr>
                <a:t>A (0)</a:t>
              </a:r>
            </a:p>
          </p:txBody>
        </p:sp>
      </p:grpSp>
      <p:sp>
        <p:nvSpPr>
          <p:cNvPr id="102407" name="Rectangle 16">
            <a:extLst>
              <a:ext uri="{FF2B5EF4-FFF2-40B4-BE49-F238E27FC236}">
                <a16:creationId xmlns:a16="http://schemas.microsoft.com/office/drawing/2014/main" id="{607ED417-E637-457E-8F06-25C043EA0CA6}"/>
              </a:ext>
            </a:extLst>
          </p:cNvPr>
          <p:cNvSpPr>
            <a:spLocks noChangeArrowheads="1"/>
          </p:cNvSpPr>
          <p:nvPr/>
        </p:nvSpPr>
        <p:spPr bwMode="auto">
          <a:xfrm>
            <a:off x="8001000" y="4876800"/>
            <a:ext cx="1600200" cy="228600"/>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102408" name="Rectangle 17">
            <a:extLst>
              <a:ext uri="{FF2B5EF4-FFF2-40B4-BE49-F238E27FC236}">
                <a16:creationId xmlns:a16="http://schemas.microsoft.com/office/drawing/2014/main" id="{F8A78498-6E7A-48A4-8AE1-2F899DE7D097}"/>
              </a:ext>
            </a:extLst>
          </p:cNvPr>
          <p:cNvSpPr>
            <a:spLocks noChangeArrowheads="1"/>
          </p:cNvSpPr>
          <p:nvPr/>
        </p:nvSpPr>
        <p:spPr bwMode="auto">
          <a:xfrm>
            <a:off x="8153400" y="4648200"/>
            <a:ext cx="1295400" cy="228600"/>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102409" name="Rectangle 18">
            <a:extLst>
              <a:ext uri="{FF2B5EF4-FFF2-40B4-BE49-F238E27FC236}">
                <a16:creationId xmlns:a16="http://schemas.microsoft.com/office/drawing/2014/main" id="{08E6CF1F-DE7C-454E-9493-7EED93994301}"/>
              </a:ext>
            </a:extLst>
          </p:cNvPr>
          <p:cNvSpPr>
            <a:spLocks noChangeArrowheads="1"/>
          </p:cNvSpPr>
          <p:nvPr/>
        </p:nvSpPr>
        <p:spPr bwMode="auto">
          <a:xfrm>
            <a:off x="8305800" y="4419600"/>
            <a:ext cx="990600" cy="228600"/>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102410" name="Rectangle 19">
            <a:extLst>
              <a:ext uri="{FF2B5EF4-FFF2-40B4-BE49-F238E27FC236}">
                <a16:creationId xmlns:a16="http://schemas.microsoft.com/office/drawing/2014/main" id="{8A594EDE-2DF3-4F2A-A5E4-36F9974509E4}"/>
              </a:ext>
            </a:extLst>
          </p:cNvPr>
          <p:cNvSpPr>
            <a:spLocks noChangeArrowheads="1"/>
          </p:cNvSpPr>
          <p:nvPr/>
        </p:nvSpPr>
        <p:spPr bwMode="auto">
          <a:xfrm>
            <a:off x="8458200" y="4191000"/>
            <a:ext cx="685800" cy="228600"/>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102411" name="Rectangle 20">
            <a:extLst>
              <a:ext uri="{FF2B5EF4-FFF2-40B4-BE49-F238E27FC236}">
                <a16:creationId xmlns:a16="http://schemas.microsoft.com/office/drawing/2014/main" id="{4409A8B6-F0AF-44A0-903B-392B7A96BBAE}"/>
              </a:ext>
            </a:extLst>
          </p:cNvPr>
          <p:cNvSpPr>
            <a:spLocks noChangeArrowheads="1"/>
          </p:cNvSpPr>
          <p:nvPr/>
        </p:nvSpPr>
        <p:spPr bwMode="auto">
          <a:xfrm>
            <a:off x="7848600" y="5105400"/>
            <a:ext cx="1905000" cy="228600"/>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102412" name="Rectangle 21">
            <a:extLst>
              <a:ext uri="{FF2B5EF4-FFF2-40B4-BE49-F238E27FC236}">
                <a16:creationId xmlns:a16="http://schemas.microsoft.com/office/drawing/2014/main" id="{04368EAA-835F-414D-B73D-3ACCCFFEA60B}"/>
              </a:ext>
            </a:extLst>
          </p:cNvPr>
          <p:cNvSpPr>
            <a:spLocks noChangeArrowheads="1"/>
          </p:cNvSpPr>
          <p:nvPr/>
        </p:nvSpPr>
        <p:spPr bwMode="auto">
          <a:xfrm>
            <a:off x="2971800" y="5105400"/>
            <a:ext cx="685800" cy="228600"/>
          </a:xfrm>
          <a:prstGeom prst="rect">
            <a:avLst/>
          </a:prstGeom>
          <a:noFill/>
          <a:ln w="9525">
            <a:solidFill>
              <a:schemeClr val="tx1"/>
            </a:solidFill>
            <a:prstDash val="lg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55318" name="AutoShape 22">
            <a:extLst>
              <a:ext uri="{FF2B5EF4-FFF2-40B4-BE49-F238E27FC236}">
                <a16:creationId xmlns:a16="http://schemas.microsoft.com/office/drawing/2014/main" id="{AE8C6660-7B03-4004-9B7C-CD54D340A44D}"/>
              </a:ext>
            </a:extLst>
          </p:cNvPr>
          <p:cNvSpPr>
            <a:spLocks noChangeArrowheads="1"/>
          </p:cNvSpPr>
          <p:nvPr/>
        </p:nvSpPr>
        <p:spPr bwMode="auto">
          <a:xfrm>
            <a:off x="3733800" y="2209800"/>
            <a:ext cx="5105400" cy="1524000"/>
          </a:xfrm>
          <a:prstGeom prst="curvedDownArrow">
            <a:avLst>
              <a:gd name="adj1" fmla="val 67000"/>
              <a:gd name="adj2" fmla="val 134000"/>
              <a:gd name="adj3" fmla="val 33333"/>
            </a:avLst>
          </a:prstGeom>
          <a:ln>
            <a:headEnd/>
            <a:tailEnd/>
          </a:ln>
          <a:extLst>
            <a:ext uri="{909E8E84-426E-40DD-AFC4-6F175D3DCCD1}">
              <a14:hiddenFill xmlns:a14="http://schemas.microsoft.com/office/drawing/2010/main">
                <a:solidFill>
                  <a:srgbClr val="FFFFFF"/>
                </a:solidFill>
              </a14:hiddenFill>
            </a:ext>
          </a:extLst>
        </p:spPr>
        <p:style>
          <a:lnRef idx="2">
            <a:schemeClr val="accent2"/>
          </a:lnRef>
          <a:fillRef idx="1">
            <a:schemeClr val="lt1"/>
          </a:fillRef>
          <a:effectRef idx="0">
            <a:schemeClr val="accent2"/>
          </a:effectRef>
          <a:fontRef idx="minor">
            <a:schemeClr val="dk1"/>
          </a:fontRef>
        </p:style>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3" name="Rectangle 19">
            <a:extLst>
              <a:ext uri="{FF2B5EF4-FFF2-40B4-BE49-F238E27FC236}">
                <a16:creationId xmlns:a16="http://schemas.microsoft.com/office/drawing/2014/main" id="{0D518F90-C31A-4CEE-B58E-6024FA48860D}"/>
              </a:ext>
            </a:extLst>
          </p:cNvPr>
          <p:cNvSpPr>
            <a:spLocks noChangeArrowheads="1"/>
          </p:cNvSpPr>
          <p:nvPr/>
        </p:nvSpPr>
        <p:spPr bwMode="auto">
          <a:xfrm>
            <a:off x="2971800" y="5045870"/>
            <a:ext cx="685800" cy="228600"/>
          </a:xfrm>
          <a:prstGeom prst="rect">
            <a:avLst/>
          </a:prstGeom>
          <a:solidFill>
            <a:schemeClr val="accent1"/>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Tree>
    <p:extLst>
      <p:ext uri="{BB962C8B-B14F-4D97-AF65-F5344CB8AC3E}">
        <p14:creationId xmlns:p14="http://schemas.microsoft.com/office/powerpoint/2010/main" val="1482911594"/>
      </p:ext>
    </p:extLst>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23"/>
                                        </p:tgtEl>
                                      </p:cBhvr>
                                    </p:animEffect>
                                    <p:set>
                                      <p:cBhvr>
                                        <p:cTn id="7" dur="1" fill="hold">
                                          <p:stCondLst>
                                            <p:cond delay="499"/>
                                          </p:stCondLst>
                                        </p:cTn>
                                        <p:tgtEl>
                                          <p:spTgt spid="23"/>
                                        </p:tgtEl>
                                        <p:attrNameLst>
                                          <p:attrName>style.visibility</p:attrName>
                                        </p:attrNameLst>
                                      </p:cBhvr>
                                      <p:to>
                                        <p:strVal val="hidden"/>
                                      </p:to>
                                    </p:set>
                                  </p:childTnLst>
                                </p:cTn>
                              </p:par>
                              <p:par>
                                <p:cTn id="8" presetID="2" presetClass="entr" presetSubtype="8" fill="hold" grpId="0" nodeType="withEffect">
                                  <p:stCondLst>
                                    <p:cond delay="0"/>
                                  </p:stCondLst>
                                  <p:childTnLst>
                                    <p:set>
                                      <p:cBhvr>
                                        <p:cTn id="9" dur="1" fill="hold">
                                          <p:stCondLst>
                                            <p:cond delay="0"/>
                                          </p:stCondLst>
                                        </p:cTn>
                                        <p:tgtEl>
                                          <p:spTgt spid="102410"/>
                                        </p:tgtEl>
                                        <p:attrNameLst>
                                          <p:attrName>style.visibility</p:attrName>
                                        </p:attrNameLst>
                                      </p:cBhvr>
                                      <p:to>
                                        <p:strVal val="visible"/>
                                      </p:to>
                                    </p:set>
                                    <p:anim calcmode="lin" valueType="num">
                                      <p:cBhvr additive="base">
                                        <p:cTn id="10" dur="500" fill="hold"/>
                                        <p:tgtEl>
                                          <p:spTgt spid="102410"/>
                                        </p:tgtEl>
                                        <p:attrNameLst>
                                          <p:attrName>ppt_x</p:attrName>
                                        </p:attrNameLst>
                                      </p:cBhvr>
                                      <p:tavLst>
                                        <p:tav tm="0">
                                          <p:val>
                                            <p:strVal val="0-#ppt_w/2"/>
                                          </p:val>
                                        </p:tav>
                                        <p:tav tm="100000">
                                          <p:val>
                                            <p:strVal val="#ppt_x"/>
                                          </p:val>
                                        </p:tav>
                                      </p:tavLst>
                                    </p:anim>
                                    <p:anim calcmode="lin" valueType="num">
                                      <p:cBhvr additive="base">
                                        <p:cTn id="11" dur="500" fill="hold"/>
                                        <p:tgtEl>
                                          <p:spTgt spid="102410"/>
                                        </p:tgtEl>
                                        <p:attrNameLst>
                                          <p:attrName>ppt_y</p:attrName>
                                        </p:attrNameLst>
                                      </p:cBhvr>
                                      <p:tavLst>
                                        <p:tav tm="0">
                                          <p:val>
                                            <p:strVal val="#ppt_y"/>
                                          </p:val>
                                        </p:tav>
                                        <p:tav tm="100000">
                                          <p:val>
                                            <p:strVal val="#ppt_y"/>
                                          </p:val>
                                        </p:tav>
                                      </p:tavLst>
                                    </p:anim>
                                  </p:childTnLst>
                                </p:cTn>
                              </p:par>
                              <p:par>
                                <p:cTn id="12" presetID="2" presetClass="entr" presetSubtype="8" fill="hold" grpId="0" nodeType="withEffect">
                                  <p:stCondLst>
                                    <p:cond delay="0"/>
                                  </p:stCondLst>
                                  <p:childTnLst>
                                    <p:set>
                                      <p:cBhvr>
                                        <p:cTn id="13" dur="1" fill="hold">
                                          <p:stCondLst>
                                            <p:cond delay="0"/>
                                          </p:stCondLst>
                                        </p:cTn>
                                        <p:tgtEl>
                                          <p:spTgt spid="55318"/>
                                        </p:tgtEl>
                                        <p:attrNameLst>
                                          <p:attrName>style.visibility</p:attrName>
                                        </p:attrNameLst>
                                      </p:cBhvr>
                                      <p:to>
                                        <p:strVal val="visible"/>
                                      </p:to>
                                    </p:set>
                                    <p:anim calcmode="lin" valueType="num">
                                      <p:cBhvr additive="base">
                                        <p:cTn id="14" dur="500" fill="hold"/>
                                        <p:tgtEl>
                                          <p:spTgt spid="55318"/>
                                        </p:tgtEl>
                                        <p:attrNameLst>
                                          <p:attrName>ppt_x</p:attrName>
                                        </p:attrNameLst>
                                      </p:cBhvr>
                                      <p:tavLst>
                                        <p:tav tm="0">
                                          <p:val>
                                            <p:strVal val="0-#ppt_w/2"/>
                                          </p:val>
                                        </p:tav>
                                        <p:tav tm="100000">
                                          <p:val>
                                            <p:strVal val="#ppt_x"/>
                                          </p:val>
                                        </p:tav>
                                      </p:tavLst>
                                    </p:anim>
                                    <p:anim calcmode="lin" valueType="num">
                                      <p:cBhvr additive="base">
                                        <p:cTn id="15" dur="500" fill="hold"/>
                                        <p:tgtEl>
                                          <p:spTgt spid="553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10" grpId="0" animBg="1"/>
      <p:bldP spid="55318" grpId="0" animBg="1"/>
      <p:bldP spid="23"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11A58-431C-4F57-A12C-20DFDF963BA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1FF938F-44A4-49B0-AA40-FCC2F326E350}"/>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54FE8E95-11B7-481C-BF70-1CDE1F87F7DB}"/>
              </a:ext>
            </a:extLst>
          </p:cNvPr>
          <p:cNvPicPr>
            <a:picLocks noChangeAspect="1"/>
          </p:cNvPicPr>
          <p:nvPr/>
        </p:nvPicPr>
        <p:blipFill rotWithShape="1">
          <a:blip r:embed="rId2"/>
          <a:srcRect l="12708" t="26285" r="44792" b="24061"/>
          <a:stretch/>
        </p:blipFill>
        <p:spPr>
          <a:xfrm>
            <a:off x="2495550" y="95251"/>
            <a:ext cx="8654524" cy="5684837"/>
          </a:xfrm>
          <a:prstGeom prst="rect">
            <a:avLst/>
          </a:prstGeom>
        </p:spPr>
      </p:pic>
    </p:spTree>
    <p:extLst>
      <p:ext uri="{BB962C8B-B14F-4D97-AF65-F5344CB8AC3E}">
        <p14:creationId xmlns:p14="http://schemas.microsoft.com/office/powerpoint/2010/main" val="2393648026"/>
      </p:ext>
    </p:extLst>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91E80E00-896E-474E-8BBA-B139D06B8E45}"/>
              </a:ext>
            </a:extLst>
          </p:cNvPr>
          <p:cNvSpPr>
            <a:spLocks noGrp="1" noChangeArrowheads="1"/>
          </p:cNvSpPr>
          <p:nvPr>
            <p:ph type="title"/>
          </p:nvPr>
        </p:nvSpPr>
        <p:spPr/>
        <p:txBody>
          <a:bodyPr/>
          <a:lstStyle/>
          <a:p>
            <a:pPr eaLnBrk="1" hangingPunct="1"/>
            <a:r>
              <a:rPr lang="en-US" altLang="en-US" dirty="0" err="1"/>
              <a:t>Như</a:t>
            </a:r>
            <a:r>
              <a:rPr lang="en-US" altLang="en-US" dirty="0"/>
              <a:t> </a:t>
            </a:r>
            <a:r>
              <a:rPr lang="en-US" altLang="en-US" dirty="0" err="1"/>
              <a:t>vậy</a:t>
            </a:r>
            <a:endParaRPr lang="en-US" altLang="en-US" b="1" dirty="0"/>
          </a:p>
        </p:txBody>
      </p:sp>
      <p:sp>
        <p:nvSpPr>
          <p:cNvPr id="96259" name="Rectangle 3">
            <a:extLst>
              <a:ext uri="{FF2B5EF4-FFF2-40B4-BE49-F238E27FC236}">
                <a16:creationId xmlns:a16="http://schemas.microsoft.com/office/drawing/2014/main" id="{3FCFFDA1-F2E4-48F1-9F0A-689FF34C8CC3}"/>
              </a:ext>
            </a:extLst>
          </p:cNvPr>
          <p:cNvSpPr>
            <a:spLocks noGrp="1" noChangeArrowheads="1"/>
          </p:cNvSpPr>
          <p:nvPr>
            <p:ph idx="1"/>
          </p:nvPr>
        </p:nvSpPr>
        <p:spPr/>
        <p:txBody>
          <a:bodyPr/>
          <a:lstStyle/>
          <a:p>
            <a:pPr marL="457200" lvl="1" indent="0">
              <a:buNone/>
            </a:pPr>
            <a:r>
              <a:rPr lang="en-US" altLang="en-US" sz="2400" dirty="0">
                <a:latin typeface="Arial" panose="020B0604020202020204" pitchFamily="34" charset="0"/>
              </a:rPr>
              <a:t>1) </a:t>
            </a:r>
            <a:r>
              <a:rPr lang="en-US" altLang="en-US" sz="2400" dirty="0" err="1">
                <a:latin typeface="Arial" panose="020B0604020202020204" pitchFamily="34" charset="0"/>
              </a:rPr>
              <a:t>Nếu</a:t>
            </a:r>
            <a:r>
              <a:rPr lang="en-US" altLang="en-US" sz="2400" dirty="0">
                <a:latin typeface="Arial" panose="020B0604020202020204" pitchFamily="34" charset="0"/>
              </a:rPr>
              <a:t> </a:t>
            </a:r>
            <a:r>
              <a:rPr lang="en-US" altLang="en-US" sz="2400" dirty="0" err="1">
                <a:latin typeface="Arial" panose="020B0604020202020204" pitchFamily="34" charset="0"/>
              </a:rPr>
              <a:t>cọc</a:t>
            </a:r>
            <a:r>
              <a:rPr lang="en-US" altLang="en-US" sz="2400" dirty="0">
                <a:latin typeface="Arial" panose="020B0604020202020204" pitchFamily="34" charset="0"/>
              </a:rPr>
              <a:t> A </a:t>
            </a:r>
            <a:r>
              <a:rPr lang="en-US" altLang="en-US" sz="2400" dirty="0" err="1">
                <a:latin typeface="Arial" panose="020B0604020202020204" pitchFamily="34" charset="0"/>
              </a:rPr>
              <a:t>có</a:t>
            </a:r>
            <a:r>
              <a:rPr lang="en-US" altLang="en-US" sz="2400" dirty="0">
                <a:latin typeface="Arial" panose="020B0604020202020204" pitchFamily="34" charset="0"/>
              </a:rPr>
              <a:t> 1 </a:t>
            </a:r>
            <a:r>
              <a:rPr lang="en-US" altLang="en-US" sz="2400" dirty="0" err="1">
                <a:latin typeface="Arial" panose="020B0604020202020204" pitchFamily="34" charset="0"/>
              </a:rPr>
              <a:t>đĩa</a:t>
            </a:r>
            <a:endParaRPr lang="en-US" altLang="en-US" sz="2400" dirty="0">
              <a:latin typeface="Arial" panose="020B0604020202020204" pitchFamily="34" charset="0"/>
            </a:endParaRPr>
          </a:p>
          <a:p>
            <a:pPr lvl="2" eaLnBrk="1" hangingPunct="1"/>
            <a:r>
              <a:rPr lang="en-US" altLang="en-US" sz="2000" dirty="0" err="1">
                <a:latin typeface="Arial" panose="020B0604020202020204" pitchFamily="34" charset="0"/>
              </a:rPr>
              <a:t>Chuyển</a:t>
            </a:r>
            <a:r>
              <a:rPr lang="en-US" altLang="en-US" sz="2000" dirty="0">
                <a:latin typeface="Arial" panose="020B0604020202020204" pitchFamily="34" charset="0"/>
              </a:rPr>
              <a:t> </a:t>
            </a:r>
            <a:r>
              <a:rPr lang="en-US" altLang="en-US" sz="2000" dirty="0" err="1">
                <a:latin typeface="Arial" panose="020B0604020202020204" pitchFamily="34" charset="0"/>
              </a:rPr>
              <a:t>từ</a:t>
            </a:r>
            <a:r>
              <a:rPr lang="en-US" altLang="en-US" sz="2000" dirty="0">
                <a:latin typeface="Arial" panose="020B0604020202020204" pitchFamily="34" charset="0"/>
              </a:rPr>
              <a:t> A sang C</a:t>
            </a:r>
          </a:p>
          <a:p>
            <a:pPr marL="457200" lvl="1" indent="0">
              <a:buNone/>
            </a:pPr>
            <a:r>
              <a:rPr lang="en-US" altLang="en-US" sz="2400" dirty="0">
                <a:latin typeface="Arial" panose="020B0604020202020204" pitchFamily="34" charset="0"/>
              </a:rPr>
              <a:t>2) </a:t>
            </a:r>
            <a:r>
              <a:rPr lang="en-US" altLang="en-US" sz="2400" dirty="0" err="1">
                <a:latin typeface="Arial" panose="020B0604020202020204" pitchFamily="34" charset="0"/>
              </a:rPr>
              <a:t>Nếu</a:t>
            </a:r>
            <a:r>
              <a:rPr lang="en-US" altLang="en-US" sz="2400" dirty="0">
                <a:latin typeface="Arial" panose="020B0604020202020204" pitchFamily="34" charset="0"/>
              </a:rPr>
              <a:t> </a:t>
            </a:r>
            <a:r>
              <a:rPr lang="en-US" altLang="en-US" sz="2400" dirty="0" err="1">
                <a:latin typeface="Arial" panose="020B0604020202020204" pitchFamily="34" charset="0"/>
              </a:rPr>
              <a:t>cọc</a:t>
            </a:r>
            <a:r>
              <a:rPr lang="en-US" altLang="en-US" sz="2400" dirty="0">
                <a:latin typeface="Arial" panose="020B0604020202020204" pitchFamily="34" charset="0"/>
              </a:rPr>
              <a:t> A </a:t>
            </a:r>
            <a:r>
              <a:rPr lang="en-US" altLang="en-US" sz="2400" dirty="0" err="1">
                <a:latin typeface="Arial" panose="020B0604020202020204" pitchFamily="34" charset="0"/>
              </a:rPr>
              <a:t>có</a:t>
            </a:r>
            <a:r>
              <a:rPr lang="en-US" altLang="en-US" sz="2400" dirty="0">
                <a:latin typeface="Arial" panose="020B0604020202020204" pitchFamily="34" charset="0"/>
              </a:rPr>
              <a:t> 2 </a:t>
            </a:r>
            <a:r>
              <a:rPr lang="en-US" altLang="en-US" sz="2400" dirty="0" err="1">
                <a:latin typeface="Arial" panose="020B0604020202020204" pitchFamily="34" charset="0"/>
              </a:rPr>
              <a:t>đĩa</a:t>
            </a:r>
            <a:r>
              <a:rPr lang="en-US" altLang="en-US" sz="2400" dirty="0">
                <a:latin typeface="Arial" panose="020B0604020202020204" pitchFamily="34" charset="0"/>
              </a:rPr>
              <a:t> </a:t>
            </a:r>
            <a:r>
              <a:rPr lang="en-US" altLang="en-US" sz="2400" dirty="0" err="1">
                <a:latin typeface="Arial" panose="020B0604020202020204" pitchFamily="34" charset="0"/>
              </a:rPr>
              <a:t>trở</a:t>
            </a:r>
            <a:r>
              <a:rPr lang="en-US" altLang="en-US" sz="2400" dirty="0">
                <a:latin typeface="Arial" panose="020B0604020202020204" pitchFamily="34" charset="0"/>
              </a:rPr>
              <a:t> </a:t>
            </a:r>
            <a:r>
              <a:rPr lang="en-US" altLang="en-US" sz="2400" dirty="0" err="1">
                <a:latin typeface="Arial" panose="020B0604020202020204" pitchFamily="34" charset="0"/>
              </a:rPr>
              <a:t>lên</a:t>
            </a:r>
            <a:r>
              <a:rPr lang="en-US" altLang="en-US" sz="2400" dirty="0">
                <a:latin typeface="Arial" panose="020B0604020202020204" pitchFamily="34" charset="0"/>
              </a:rPr>
              <a:t>: </a:t>
            </a:r>
          </a:p>
          <a:p>
            <a:pPr lvl="2" eaLnBrk="1" hangingPunct="1"/>
            <a:r>
              <a:rPr lang="en-US" altLang="en-US" sz="2000" dirty="0" err="1">
                <a:latin typeface="Arial" panose="020B0604020202020204" pitchFamily="34" charset="0"/>
              </a:rPr>
              <a:t>Chuyển</a:t>
            </a:r>
            <a:r>
              <a:rPr lang="en-US" altLang="en-US" sz="2000" dirty="0">
                <a:latin typeface="Arial" panose="020B0604020202020204" pitchFamily="34" charset="0"/>
              </a:rPr>
              <a:t> (n-1) </a:t>
            </a:r>
            <a:r>
              <a:rPr lang="en-US" altLang="en-US" sz="2000" dirty="0" err="1">
                <a:latin typeface="Arial" panose="020B0604020202020204" pitchFamily="34" charset="0"/>
              </a:rPr>
              <a:t>đĩa</a:t>
            </a:r>
            <a:r>
              <a:rPr lang="en-US" altLang="en-US" sz="2000" dirty="0">
                <a:latin typeface="Arial" panose="020B0604020202020204" pitchFamily="34" charset="0"/>
              </a:rPr>
              <a:t> </a:t>
            </a:r>
            <a:r>
              <a:rPr lang="en-US" altLang="en-US" sz="2000" dirty="0" err="1">
                <a:latin typeface="Arial" panose="020B0604020202020204" pitchFamily="34" charset="0"/>
              </a:rPr>
              <a:t>từ</a:t>
            </a:r>
            <a:r>
              <a:rPr lang="en-US" altLang="en-US" sz="2000" dirty="0">
                <a:latin typeface="Arial" panose="020B0604020202020204" pitchFamily="34" charset="0"/>
              </a:rPr>
              <a:t> A sang B, C </a:t>
            </a:r>
            <a:r>
              <a:rPr lang="en-US" altLang="en-US" sz="2000" dirty="0" err="1">
                <a:latin typeface="Arial" panose="020B0604020202020204" pitchFamily="34" charset="0"/>
              </a:rPr>
              <a:t>trung</a:t>
            </a:r>
            <a:r>
              <a:rPr lang="en-US" altLang="en-US" sz="2000" dirty="0">
                <a:latin typeface="Arial" panose="020B0604020202020204" pitchFamily="34" charset="0"/>
              </a:rPr>
              <a:t> </a:t>
            </a:r>
            <a:r>
              <a:rPr lang="en-US" altLang="en-US" sz="2000" dirty="0" err="1">
                <a:latin typeface="Arial" panose="020B0604020202020204" pitchFamily="34" charset="0"/>
              </a:rPr>
              <a:t>gian</a:t>
            </a:r>
            <a:endParaRPr lang="en-US" altLang="en-US" sz="2000" dirty="0">
              <a:latin typeface="Arial" panose="020B0604020202020204" pitchFamily="34" charset="0"/>
            </a:endParaRPr>
          </a:p>
          <a:p>
            <a:pPr lvl="2" eaLnBrk="1" hangingPunct="1"/>
            <a:r>
              <a:rPr lang="en-US" altLang="en-US" sz="2000" dirty="0" err="1">
                <a:latin typeface="Arial" panose="020B0604020202020204" pitchFamily="34" charset="0"/>
              </a:rPr>
              <a:t>Chuyển</a:t>
            </a:r>
            <a:r>
              <a:rPr lang="en-US" altLang="en-US" sz="2000" dirty="0">
                <a:latin typeface="Arial" panose="020B0604020202020204" pitchFamily="34" charset="0"/>
              </a:rPr>
              <a:t> </a:t>
            </a:r>
            <a:r>
              <a:rPr lang="en-US" altLang="en-US" sz="2000" dirty="0" err="1">
                <a:latin typeface="Arial" panose="020B0604020202020204" pitchFamily="34" charset="0"/>
              </a:rPr>
              <a:t>đĩa</a:t>
            </a:r>
            <a:r>
              <a:rPr lang="en-US" altLang="en-US" sz="2000" dirty="0">
                <a:latin typeface="Arial" panose="020B0604020202020204" pitchFamily="34" charset="0"/>
              </a:rPr>
              <a:t> n </a:t>
            </a:r>
            <a:r>
              <a:rPr lang="en-US" altLang="en-US" sz="2000" dirty="0" err="1">
                <a:latin typeface="Arial" panose="020B0604020202020204" pitchFamily="34" charset="0"/>
              </a:rPr>
              <a:t>từ</a:t>
            </a:r>
            <a:r>
              <a:rPr lang="en-US" altLang="en-US" sz="2000" dirty="0">
                <a:latin typeface="Arial" panose="020B0604020202020204" pitchFamily="34" charset="0"/>
              </a:rPr>
              <a:t> A sang C</a:t>
            </a:r>
          </a:p>
          <a:p>
            <a:pPr lvl="2" eaLnBrk="1" hangingPunct="1"/>
            <a:r>
              <a:rPr lang="en-US" altLang="en-US" sz="2000" dirty="0" err="1">
                <a:latin typeface="Arial" panose="020B0604020202020204" pitchFamily="34" charset="0"/>
              </a:rPr>
              <a:t>Chuyển</a:t>
            </a:r>
            <a:r>
              <a:rPr lang="en-US" altLang="en-US" sz="2000" dirty="0">
                <a:latin typeface="Arial" panose="020B0604020202020204" pitchFamily="34" charset="0"/>
              </a:rPr>
              <a:t> (n-1) </a:t>
            </a:r>
            <a:r>
              <a:rPr lang="en-US" altLang="en-US" sz="2000" dirty="0" err="1">
                <a:latin typeface="Arial" panose="020B0604020202020204" pitchFamily="34" charset="0"/>
              </a:rPr>
              <a:t>đĩa</a:t>
            </a:r>
            <a:r>
              <a:rPr lang="en-US" altLang="en-US" sz="2000" dirty="0">
                <a:latin typeface="Arial" panose="020B0604020202020204" pitchFamily="34" charset="0"/>
              </a:rPr>
              <a:t> </a:t>
            </a:r>
            <a:r>
              <a:rPr lang="en-US" altLang="en-US" sz="2000" dirty="0" err="1">
                <a:latin typeface="Arial" panose="020B0604020202020204" pitchFamily="34" charset="0"/>
              </a:rPr>
              <a:t>từ</a:t>
            </a:r>
            <a:r>
              <a:rPr lang="en-US" altLang="en-US" sz="2000" dirty="0">
                <a:latin typeface="Arial" panose="020B0604020202020204" pitchFamily="34" charset="0"/>
              </a:rPr>
              <a:t> B sang C, A </a:t>
            </a:r>
            <a:r>
              <a:rPr lang="en-US" altLang="en-US" sz="2000" dirty="0" err="1">
                <a:latin typeface="Arial" panose="020B0604020202020204" pitchFamily="34" charset="0"/>
              </a:rPr>
              <a:t>làm</a:t>
            </a:r>
            <a:r>
              <a:rPr lang="en-US" altLang="en-US" sz="2000" dirty="0">
                <a:latin typeface="Arial" panose="020B0604020202020204" pitchFamily="34" charset="0"/>
              </a:rPr>
              <a:t> </a:t>
            </a:r>
            <a:r>
              <a:rPr lang="en-US" altLang="en-US" sz="2000" dirty="0" err="1">
                <a:latin typeface="Arial" panose="020B0604020202020204" pitchFamily="34" charset="0"/>
              </a:rPr>
              <a:t>trung</a:t>
            </a:r>
            <a:r>
              <a:rPr lang="en-US" altLang="en-US" sz="2000" dirty="0">
                <a:latin typeface="Arial" panose="020B0604020202020204" pitchFamily="34" charset="0"/>
              </a:rPr>
              <a:t> </a:t>
            </a:r>
            <a:r>
              <a:rPr lang="en-US" altLang="en-US" sz="2000" dirty="0" err="1">
                <a:latin typeface="Arial" panose="020B0604020202020204" pitchFamily="34" charset="0"/>
              </a:rPr>
              <a:t>gian</a:t>
            </a:r>
            <a:endParaRPr lang="en-US" altLang="en-US" sz="2000" dirty="0">
              <a:latin typeface="Arial" panose="020B0604020202020204" pitchFamily="34" charset="0"/>
            </a:endParaRPr>
          </a:p>
          <a:p>
            <a:pPr eaLnBrk="1" hangingPunct="1"/>
            <a:endParaRPr lang="en-US" altLang="en-US" sz="2400" dirty="0"/>
          </a:p>
        </p:txBody>
      </p:sp>
    </p:spTree>
    <p:extLst>
      <p:ext uri="{BB962C8B-B14F-4D97-AF65-F5344CB8AC3E}">
        <p14:creationId xmlns:p14="http://schemas.microsoft.com/office/powerpoint/2010/main" val="943095108"/>
      </p:ext>
    </p:extLst>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EAC70-2B9C-47BA-A995-B1381C85CC8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C39756C-5B5B-482A-9A6D-F4BB1257EE67}"/>
              </a:ext>
            </a:extLst>
          </p:cNvPr>
          <p:cNvSpPr>
            <a:spLocks noGrp="1"/>
          </p:cNvSpPr>
          <p:nvPr>
            <p:ph idx="1"/>
          </p:nvPr>
        </p:nvSpPr>
        <p:spPr>
          <a:xfrm>
            <a:off x="2041526" y="949325"/>
            <a:ext cx="8075613" cy="4959350"/>
          </a:xfrm>
        </p:spPr>
        <p:txBody>
          <a:bodyPr/>
          <a:lstStyle/>
          <a:p>
            <a:pPr marL="0" indent="0">
              <a:buNone/>
            </a:pPr>
            <a:r>
              <a:rPr lang="en-US" sz="2400" dirty="0"/>
              <a:t>void Move(int N, Char A, char B,  char C) </a:t>
            </a:r>
          </a:p>
          <a:p>
            <a:pPr marL="0" indent="0">
              <a:buNone/>
            </a:pPr>
            <a:r>
              <a:rPr lang="en-US" sz="2400" dirty="0"/>
              <a:t>//n: </a:t>
            </a:r>
            <a:r>
              <a:rPr lang="en-US" sz="2400" dirty="0" err="1"/>
              <a:t>số</a:t>
            </a:r>
            <a:r>
              <a:rPr lang="en-US" sz="2400" dirty="0"/>
              <a:t> </a:t>
            </a:r>
            <a:r>
              <a:rPr lang="en-US" sz="2400" dirty="0" err="1"/>
              <a:t>đĩa</a:t>
            </a:r>
            <a:r>
              <a:rPr lang="en-US" sz="2400" dirty="0"/>
              <a:t>, A,B,C: </a:t>
            </a:r>
            <a:r>
              <a:rPr lang="en-US" sz="2400" dirty="0" err="1"/>
              <a:t>cọc</a:t>
            </a:r>
            <a:r>
              <a:rPr lang="en-US" sz="2400" dirty="0"/>
              <a:t> </a:t>
            </a:r>
            <a:r>
              <a:rPr lang="en-US" sz="2400" dirty="0" err="1"/>
              <a:t>nguồn</a:t>
            </a:r>
            <a:r>
              <a:rPr lang="en-US" sz="2400" dirty="0"/>
              <a:t> , B </a:t>
            </a:r>
            <a:r>
              <a:rPr lang="en-US" sz="2400" dirty="0" err="1"/>
              <a:t>trung</a:t>
            </a:r>
            <a:r>
              <a:rPr lang="en-US" sz="2400" dirty="0"/>
              <a:t> </a:t>
            </a:r>
            <a:r>
              <a:rPr lang="en-US" sz="2400" dirty="0" err="1"/>
              <a:t>gian</a:t>
            </a:r>
            <a:r>
              <a:rPr lang="en-US" sz="2400" dirty="0"/>
              <a:t>, C </a:t>
            </a:r>
            <a:r>
              <a:rPr lang="en-US" sz="2400" dirty="0" err="1"/>
              <a:t>đích</a:t>
            </a:r>
            <a:endParaRPr lang="en-US" sz="2400" dirty="0"/>
          </a:p>
          <a:p>
            <a:pPr marL="0" indent="0">
              <a:buNone/>
            </a:pPr>
            <a:r>
              <a:rPr lang="en-US" sz="2400" dirty="0"/>
              <a:t>{ </a:t>
            </a:r>
          </a:p>
          <a:p>
            <a:pPr marL="0" indent="0">
              <a:buNone/>
            </a:pPr>
            <a:r>
              <a:rPr lang="en-US" sz="2400" dirty="0"/>
              <a:t>  if (n==1) </a:t>
            </a:r>
            <a:r>
              <a:rPr lang="en-US" sz="2400" dirty="0" err="1"/>
              <a:t>printf</a:t>
            </a:r>
            <a:r>
              <a:rPr lang="en-US" sz="2400" dirty="0"/>
              <a:t>(“</a:t>
            </a:r>
            <a:r>
              <a:rPr lang="en-US" sz="2400" dirty="0" err="1"/>
              <a:t>chuyen</a:t>
            </a:r>
            <a:r>
              <a:rPr lang="en-US" sz="2400" dirty="0"/>
              <a:t> 1 </a:t>
            </a:r>
            <a:r>
              <a:rPr lang="en-US" sz="2400" dirty="0" err="1"/>
              <a:t>dia</a:t>
            </a:r>
            <a:r>
              <a:rPr lang="en-US" sz="2400" dirty="0"/>
              <a:t> </a:t>
            </a:r>
            <a:r>
              <a:rPr lang="en-US" sz="2400" dirty="0" err="1"/>
              <a:t>tu</a:t>
            </a:r>
            <a:r>
              <a:rPr lang="en-US" sz="2400" dirty="0"/>
              <a:t>  %c sang %</a:t>
            </a:r>
            <a:r>
              <a:rPr lang="en-US" sz="2400" dirty="0" err="1"/>
              <a:t>c”,A</a:t>
            </a:r>
            <a:r>
              <a:rPr lang="en-US" sz="2400" dirty="0"/>
              <a:t>, C);</a:t>
            </a:r>
          </a:p>
          <a:p>
            <a:pPr marL="0" indent="0">
              <a:buNone/>
            </a:pPr>
            <a:r>
              <a:rPr lang="en-US" sz="2400" dirty="0"/>
              <a:t>else { </a:t>
            </a:r>
          </a:p>
          <a:p>
            <a:pPr marL="0" indent="0">
              <a:buNone/>
            </a:pPr>
            <a:r>
              <a:rPr lang="en-US" sz="2400" dirty="0"/>
              <a:t>  Move(n-1, A,C,B);  </a:t>
            </a:r>
          </a:p>
          <a:p>
            <a:pPr marL="0" indent="0">
              <a:buNone/>
            </a:pPr>
            <a:r>
              <a:rPr lang="en-US" sz="2400" dirty="0"/>
              <a:t>//</a:t>
            </a:r>
            <a:r>
              <a:rPr lang="en-US" sz="2400" dirty="0" err="1"/>
              <a:t>chuyển</a:t>
            </a:r>
            <a:r>
              <a:rPr lang="en-US" sz="2400" dirty="0"/>
              <a:t> n-1 </a:t>
            </a:r>
            <a:r>
              <a:rPr lang="en-US" sz="2400" dirty="0" err="1"/>
              <a:t>đĩa</a:t>
            </a:r>
            <a:r>
              <a:rPr lang="en-US" sz="2400" dirty="0"/>
              <a:t> </a:t>
            </a:r>
            <a:r>
              <a:rPr lang="en-US" sz="2400" dirty="0" err="1"/>
              <a:t>từ</a:t>
            </a:r>
            <a:r>
              <a:rPr lang="en-US" sz="2400" dirty="0"/>
              <a:t> </a:t>
            </a:r>
            <a:r>
              <a:rPr lang="en-US" sz="2400" dirty="0" err="1"/>
              <a:t>cọc</a:t>
            </a:r>
            <a:r>
              <a:rPr lang="en-US" sz="2400" dirty="0"/>
              <a:t> </a:t>
            </a:r>
            <a:r>
              <a:rPr lang="en-US" sz="2400" dirty="0" err="1"/>
              <a:t>nguồn</a:t>
            </a:r>
            <a:r>
              <a:rPr lang="en-US" sz="2400" dirty="0"/>
              <a:t> sang </a:t>
            </a:r>
            <a:r>
              <a:rPr lang="en-US" sz="2400" dirty="0" err="1"/>
              <a:t>cọc</a:t>
            </a:r>
            <a:r>
              <a:rPr lang="en-US" sz="2400" dirty="0"/>
              <a:t> </a:t>
            </a:r>
            <a:r>
              <a:rPr lang="en-US" sz="2400" dirty="0" err="1"/>
              <a:t>trung</a:t>
            </a:r>
            <a:r>
              <a:rPr lang="en-US" sz="2400" dirty="0"/>
              <a:t> </a:t>
            </a:r>
            <a:r>
              <a:rPr lang="en-US" sz="2400" dirty="0" err="1"/>
              <a:t>gian</a:t>
            </a:r>
            <a:r>
              <a:rPr lang="en-US" sz="2400" dirty="0"/>
              <a:t> </a:t>
            </a:r>
          </a:p>
          <a:p>
            <a:pPr marL="0" indent="0">
              <a:buNone/>
            </a:pPr>
            <a:r>
              <a:rPr lang="en-US" sz="2400" dirty="0"/>
              <a:t> Move(1,A,B,C); </a:t>
            </a:r>
          </a:p>
          <a:p>
            <a:pPr marL="0" indent="0">
              <a:buNone/>
            </a:pPr>
            <a:r>
              <a:rPr lang="en-US" sz="2400" dirty="0"/>
              <a:t>//</a:t>
            </a:r>
            <a:r>
              <a:rPr lang="en-US" sz="2400" dirty="0" err="1"/>
              <a:t>chuyển</a:t>
            </a:r>
            <a:r>
              <a:rPr lang="en-US" sz="2400" dirty="0"/>
              <a:t> 1 </a:t>
            </a:r>
            <a:r>
              <a:rPr lang="en-US" sz="2400" dirty="0" err="1"/>
              <a:t>đĩa</a:t>
            </a:r>
            <a:r>
              <a:rPr lang="en-US" sz="2400" dirty="0"/>
              <a:t> </a:t>
            </a:r>
            <a:r>
              <a:rPr lang="en-US" sz="2400" dirty="0" err="1"/>
              <a:t>từ</a:t>
            </a:r>
            <a:r>
              <a:rPr lang="en-US" sz="2400" dirty="0"/>
              <a:t> </a:t>
            </a:r>
            <a:r>
              <a:rPr lang="en-US" sz="2400" dirty="0" err="1"/>
              <a:t>cọc</a:t>
            </a:r>
            <a:r>
              <a:rPr lang="en-US" sz="2400" dirty="0"/>
              <a:t> </a:t>
            </a:r>
            <a:r>
              <a:rPr lang="en-US" sz="2400" dirty="0" err="1"/>
              <a:t>nguồn</a:t>
            </a:r>
            <a:r>
              <a:rPr lang="en-US" sz="2400" dirty="0"/>
              <a:t> sang </a:t>
            </a:r>
            <a:r>
              <a:rPr lang="en-US" sz="2400" dirty="0" err="1"/>
              <a:t>cọc</a:t>
            </a:r>
            <a:r>
              <a:rPr lang="en-US" sz="2400" dirty="0"/>
              <a:t> </a:t>
            </a:r>
            <a:r>
              <a:rPr lang="en-US" sz="2400" dirty="0" err="1"/>
              <a:t>đích</a:t>
            </a:r>
            <a:r>
              <a:rPr lang="en-US" sz="2400" dirty="0"/>
              <a:t> </a:t>
            </a:r>
          </a:p>
          <a:p>
            <a:pPr marL="0" indent="0">
              <a:buNone/>
            </a:pPr>
            <a:r>
              <a:rPr lang="en-US" sz="2400" dirty="0"/>
              <a:t> Move(n-1,B,A,C); </a:t>
            </a:r>
          </a:p>
          <a:p>
            <a:pPr marL="0" indent="0">
              <a:buNone/>
            </a:pPr>
            <a:r>
              <a:rPr lang="en-US" sz="2400" dirty="0"/>
              <a:t>//</a:t>
            </a:r>
            <a:r>
              <a:rPr lang="en-US" sz="2400" dirty="0" err="1"/>
              <a:t>chuyển</a:t>
            </a:r>
            <a:r>
              <a:rPr lang="en-US" sz="2400" dirty="0"/>
              <a:t> n-1 </a:t>
            </a:r>
            <a:r>
              <a:rPr lang="en-US" sz="2400" dirty="0" err="1"/>
              <a:t>đĩa</a:t>
            </a:r>
            <a:r>
              <a:rPr lang="en-US" sz="2400" dirty="0"/>
              <a:t> </a:t>
            </a:r>
            <a:r>
              <a:rPr lang="en-US" sz="2400" dirty="0" err="1"/>
              <a:t>từ</a:t>
            </a:r>
            <a:r>
              <a:rPr lang="en-US" sz="2400" dirty="0"/>
              <a:t> </a:t>
            </a:r>
            <a:r>
              <a:rPr lang="en-US" sz="2400" dirty="0" err="1"/>
              <a:t>cọc</a:t>
            </a:r>
            <a:r>
              <a:rPr lang="en-US" sz="2400" dirty="0"/>
              <a:t> </a:t>
            </a:r>
            <a:r>
              <a:rPr lang="en-US" sz="2400" dirty="0" err="1"/>
              <a:t>trung</a:t>
            </a:r>
            <a:r>
              <a:rPr lang="en-US" sz="2400" dirty="0"/>
              <a:t> </a:t>
            </a:r>
            <a:r>
              <a:rPr lang="en-US" sz="2400" dirty="0" err="1"/>
              <a:t>gian</a:t>
            </a:r>
            <a:r>
              <a:rPr lang="en-US" sz="2400" dirty="0"/>
              <a:t> sang </a:t>
            </a:r>
            <a:r>
              <a:rPr lang="en-US" sz="2400" dirty="0" err="1"/>
              <a:t>cọc</a:t>
            </a:r>
            <a:r>
              <a:rPr lang="en-US" sz="2400" dirty="0"/>
              <a:t> </a:t>
            </a:r>
            <a:r>
              <a:rPr lang="en-US" sz="2400" dirty="0" err="1"/>
              <a:t>đích</a:t>
            </a:r>
            <a:r>
              <a:rPr lang="en-US" sz="2400" dirty="0"/>
              <a:t> </a:t>
            </a:r>
          </a:p>
          <a:p>
            <a:pPr marL="0" indent="0">
              <a:buNone/>
            </a:pPr>
            <a:r>
              <a:rPr lang="en-US" sz="2400" dirty="0"/>
              <a:t>}  </a:t>
            </a:r>
          </a:p>
          <a:p>
            <a:pPr marL="0" indent="0">
              <a:buNone/>
            </a:pPr>
            <a:r>
              <a:rPr lang="en-US" sz="2400" dirty="0"/>
              <a:t>   } </a:t>
            </a:r>
          </a:p>
        </p:txBody>
      </p:sp>
    </p:spTree>
    <p:extLst>
      <p:ext uri="{BB962C8B-B14F-4D97-AF65-F5344CB8AC3E}">
        <p14:creationId xmlns:p14="http://schemas.microsoft.com/office/powerpoint/2010/main" val="906016487"/>
      </p:ext>
    </p:extLst>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Title 1">
            <a:extLst>
              <a:ext uri="{FF2B5EF4-FFF2-40B4-BE49-F238E27FC236}">
                <a16:creationId xmlns:a16="http://schemas.microsoft.com/office/drawing/2014/main" id="{AE19D485-2521-44FB-BED8-B9CFC76E8607}"/>
              </a:ext>
            </a:extLst>
          </p:cNvPr>
          <p:cNvSpPr>
            <a:spLocks noGrp="1" noChangeArrowheads="1"/>
          </p:cNvSpPr>
          <p:nvPr>
            <p:ph type="title"/>
          </p:nvPr>
        </p:nvSpPr>
        <p:spPr/>
        <p:txBody>
          <a:bodyPr/>
          <a:lstStyle/>
          <a:p>
            <a:r>
              <a:rPr lang="en-US" altLang="en-US"/>
              <a:t>b. CÁc thao tác trên queue</a:t>
            </a:r>
          </a:p>
        </p:txBody>
      </p:sp>
      <p:sp>
        <p:nvSpPr>
          <p:cNvPr id="114691" name="Content Placeholder 2">
            <a:extLst>
              <a:ext uri="{FF2B5EF4-FFF2-40B4-BE49-F238E27FC236}">
                <a16:creationId xmlns:a16="http://schemas.microsoft.com/office/drawing/2014/main" id="{B4439DA7-D9FE-4FEE-BB86-DDD56D12E8CE}"/>
              </a:ext>
            </a:extLst>
          </p:cNvPr>
          <p:cNvSpPr>
            <a:spLocks noGrp="1" noChangeArrowheads="1"/>
          </p:cNvSpPr>
          <p:nvPr>
            <p:ph idx="1"/>
          </p:nvPr>
        </p:nvSpPr>
        <p:spPr/>
        <p:txBody>
          <a:bodyPr/>
          <a:lstStyle/>
          <a:p>
            <a:r>
              <a:rPr lang="en-US" altLang="en-US"/>
              <a:t>// khai báo cấu trúc của 1 cái node trong queue</a:t>
            </a:r>
          </a:p>
          <a:p>
            <a:r>
              <a:rPr lang="en-US" altLang="en-US"/>
              <a:t>struct node</a:t>
            </a:r>
          </a:p>
          <a:p>
            <a:r>
              <a:rPr lang="en-US" altLang="en-US"/>
              <a:t>{</a:t>
            </a:r>
          </a:p>
          <a:p>
            <a:r>
              <a:rPr lang="en-US" altLang="en-US"/>
              <a:t>int data; // queue đang chứa các số nguyên</a:t>
            </a:r>
          </a:p>
          <a:p>
            <a:r>
              <a:rPr lang="en-US" altLang="en-US"/>
              <a:t>struct node *pNext; // con trỏ liên kết giữa các node với nhau</a:t>
            </a:r>
          </a:p>
          <a:p>
            <a:r>
              <a:rPr lang="en-US" altLang="en-US"/>
              <a:t>};</a:t>
            </a: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itle 1">
            <a:extLst>
              <a:ext uri="{FF2B5EF4-FFF2-40B4-BE49-F238E27FC236}">
                <a16:creationId xmlns:a16="http://schemas.microsoft.com/office/drawing/2014/main" id="{C91E36EE-79E4-4447-AD58-DB841D4B9DD0}"/>
              </a:ext>
            </a:extLst>
          </p:cNvPr>
          <p:cNvSpPr>
            <a:spLocks noGrp="1" noChangeArrowheads="1"/>
          </p:cNvSpPr>
          <p:nvPr>
            <p:ph type="title"/>
          </p:nvPr>
        </p:nvSpPr>
        <p:spPr/>
        <p:txBody>
          <a:bodyPr/>
          <a:lstStyle/>
          <a:p>
            <a:endParaRPr lang="en-US" altLang="en-US"/>
          </a:p>
        </p:txBody>
      </p:sp>
      <p:sp>
        <p:nvSpPr>
          <p:cNvPr id="115715" name="Content Placeholder 2">
            <a:extLst>
              <a:ext uri="{FF2B5EF4-FFF2-40B4-BE49-F238E27FC236}">
                <a16:creationId xmlns:a16="http://schemas.microsoft.com/office/drawing/2014/main" id="{1FAC67DC-82D6-4B18-BF9B-135CC88BF480}"/>
              </a:ext>
            </a:extLst>
          </p:cNvPr>
          <p:cNvSpPr>
            <a:spLocks noGrp="1" noChangeArrowheads="1"/>
          </p:cNvSpPr>
          <p:nvPr>
            <p:ph idx="1"/>
          </p:nvPr>
        </p:nvSpPr>
        <p:spPr/>
        <p:txBody>
          <a:bodyPr/>
          <a:lstStyle/>
          <a:p>
            <a:r>
              <a:rPr lang="en-US" altLang="en-US"/>
              <a:t>// khai báo cấu trúc của queue</a:t>
            </a:r>
          </a:p>
          <a:p>
            <a:r>
              <a:rPr lang="en-US" altLang="en-US"/>
              <a:t>struct queue</a:t>
            </a:r>
          </a:p>
          <a:p>
            <a:r>
              <a:rPr lang="en-US" altLang="en-US"/>
              <a:t>{</a:t>
            </a:r>
          </a:p>
          <a:p>
            <a:r>
              <a:rPr lang="en-US" altLang="en-US"/>
              <a:t>node *pHead; //  con trỏ đầu</a:t>
            </a:r>
          </a:p>
          <a:p>
            <a:r>
              <a:rPr lang="it-IT" altLang="en-US"/>
              <a:t>node *pTail; // con trỏ cuối </a:t>
            </a:r>
          </a:p>
          <a:p>
            <a:r>
              <a:rPr lang="en-US" altLang="en-US"/>
              <a:t>};</a:t>
            </a: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Title 1">
            <a:extLst>
              <a:ext uri="{FF2B5EF4-FFF2-40B4-BE49-F238E27FC236}">
                <a16:creationId xmlns:a16="http://schemas.microsoft.com/office/drawing/2014/main" id="{9CECD51C-95FC-4F81-AACD-21572BD66640}"/>
              </a:ext>
            </a:extLst>
          </p:cNvPr>
          <p:cNvSpPr>
            <a:spLocks noGrp="1" noChangeArrowheads="1"/>
          </p:cNvSpPr>
          <p:nvPr>
            <p:ph type="title"/>
          </p:nvPr>
        </p:nvSpPr>
        <p:spPr/>
        <p:txBody>
          <a:bodyPr/>
          <a:lstStyle/>
          <a:p>
            <a:endParaRPr lang="en-US" altLang="en-US"/>
          </a:p>
        </p:txBody>
      </p:sp>
      <p:sp>
        <p:nvSpPr>
          <p:cNvPr id="116739" name="Content Placeholder 2">
            <a:extLst>
              <a:ext uri="{FF2B5EF4-FFF2-40B4-BE49-F238E27FC236}">
                <a16:creationId xmlns:a16="http://schemas.microsoft.com/office/drawing/2014/main" id="{87281BBD-9BBD-42B7-A216-C92B4D2C6DA8}"/>
              </a:ext>
            </a:extLst>
          </p:cNvPr>
          <p:cNvSpPr>
            <a:spLocks noGrp="1" noChangeArrowheads="1"/>
          </p:cNvSpPr>
          <p:nvPr>
            <p:ph idx="1"/>
          </p:nvPr>
        </p:nvSpPr>
        <p:spPr/>
        <p:txBody>
          <a:bodyPr/>
          <a:lstStyle/>
          <a:p>
            <a:r>
              <a:rPr lang="en-US" altLang="en-US"/>
              <a:t>// hàm khởi tạo queue</a:t>
            </a:r>
          </a:p>
          <a:p>
            <a:r>
              <a:rPr lang="en-US" altLang="en-US"/>
              <a:t>void KhoiTaoQueue(QUEUE &amp;q)</a:t>
            </a:r>
          </a:p>
          <a:p>
            <a:r>
              <a:rPr lang="en-US" altLang="en-US"/>
              <a:t>{</a:t>
            </a:r>
          </a:p>
          <a:p>
            <a:r>
              <a:rPr lang="en-US" altLang="en-US"/>
              <a:t>q.pHead = NULL;</a:t>
            </a:r>
          </a:p>
          <a:p>
            <a:r>
              <a:rPr lang="en-US" altLang="en-US"/>
              <a:t>q.pTail = NULL;</a:t>
            </a:r>
          </a:p>
          <a:p>
            <a:r>
              <a:rPr lang="en-US" altLang="en-US"/>
              <a:t>}</a:t>
            </a: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Title 1">
            <a:extLst>
              <a:ext uri="{FF2B5EF4-FFF2-40B4-BE49-F238E27FC236}">
                <a16:creationId xmlns:a16="http://schemas.microsoft.com/office/drawing/2014/main" id="{BE2096D7-690F-4C65-9592-D2EFEAEA74E0}"/>
              </a:ext>
            </a:extLst>
          </p:cNvPr>
          <p:cNvSpPr>
            <a:spLocks noGrp="1" noChangeArrowheads="1"/>
          </p:cNvSpPr>
          <p:nvPr>
            <p:ph type="title"/>
          </p:nvPr>
        </p:nvSpPr>
        <p:spPr/>
        <p:txBody>
          <a:bodyPr/>
          <a:lstStyle/>
          <a:p>
            <a:endParaRPr lang="en-US" altLang="en-US"/>
          </a:p>
        </p:txBody>
      </p:sp>
      <p:sp>
        <p:nvSpPr>
          <p:cNvPr id="117763" name="Content Placeholder 2">
            <a:extLst>
              <a:ext uri="{FF2B5EF4-FFF2-40B4-BE49-F238E27FC236}">
                <a16:creationId xmlns:a16="http://schemas.microsoft.com/office/drawing/2014/main" id="{1B945BBB-3594-452A-A474-5595A110F590}"/>
              </a:ext>
            </a:extLst>
          </p:cNvPr>
          <p:cNvSpPr>
            <a:spLocks noGrp="1" noChangeArrowheads="1"/>
          </p:cNvSpPr>
          <p:nvPr>
            <p:ph idx="1"/>
          </p:nvPr>
        </p:nvSpPr>
        <p:spPr/>
        <p:txBody>
          <a:bodyPr/>
          <a:lstStyle/>
          <a:p>
            <a:r>
              <a:rPr lang="en-US" altLang="en-US" sz="2400"/>
              <a:t>node *KhoiTaoNode(int x)</a:t>
            </a:r>
          </a:p>
          <a:p>
            <a:r>
              <a:rPr lang="en-US" altLang="en-US" sz="2400"/>
              <a:t>{</a:t>
            </a:r>
          </a:p>
          <a:p>
            <a:r>
              <a:rPr lang="en-US" altLang="en-US" sz="2400"/>
              <a:t>node *p = new node;</a:t>
            </a:r>
          </a:p>
          <a:p>
            <a:r>
              <a:rPr lang="en-US" altLang="en-US" sz="2400"/>
              <a:t>if (p == NULL)</a:t>
            </a:r>
          </a:p>
          <a:p>
            <a:r>
              <a:rPr lang="en-US" altLang="en-US" sz="2400"/>
              <a:t>{</a:t>
            </a:r>
          </a:p>
          <a:p>
            <a:r>
              <a:rPr lang="fr-FR" altLang="en-US" sz="2400"/>
              <a:t>cout &lt;&lt; "\nKhong du bo nho de cap phat !!!";</a:t>
            </a:r>
          </a:p>
          <a:p>
            <a:r>
              <a:rPr lang="en-US" altLang="en-US" sz="2400"/>
              <a:t>return NULL;</a:t>
            </a:r>
          </a:p>
          <a:p>
            <a:r>
              <a:rPr lang="en-US" altLang="en-US" sz="2400"/>
              <a:t>}</a:t>
            </a:r>
          </a:p>
          <a:p>
            <a:r>
              <a:rPr lang="en-US" altLang="en-US" sz="2400"/>
              <a:t>p-&gt;data = x; // thêm giá trị của biến x vào trong data của cái node</a:t>
            </a:r>
          </a:p>
          <a:p>
            <a:r>
              <a:rPr lang="en-US" altLang="en-US" sz="2400"/>
              <a:t>p-&gt;pNext = NULL;</a:t>
            </a:r>
          </a:p>
          <a:p>
            <a:r>
              <a:rPr lang="en-US" altLang="en-US" sz="2400"/>
              <a:t>return p;</a:t>
            </a:r>
          </a:p>
          <a:p>
            <a:r>
              <a:rPr lang="en-US" altLang="en-US" sz="2400"/>
              <a:t>}</a:t>
            </a:r>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Title 1">
            <a:extLst>
              <a:ext uri="{FF2B5EF4-FFF2-40B4-BE49-F238E27FC236}">
                <a16:creationId xmlns:a16="http://schemas.microsoft.com/office/drawing/2014/main" id="{E9CBD522-E171-4907-BFC2-50CC5801BB8F}"/>
              </a:ext>
            </a:extLst>
          </p:cNvPr>
          <p:cNvSpPr>
            <a:spLocks noGrp="1" noChangeArrowheads="1"/>
          </p:cNvSpPr>
          <p:nvPr>
            <p:ph type="title"/>
          </p:nvPr>
        </p:nvSpPr>
        <p:spPr/>
        <p:txBody>
          <a:bodyPr/>
          <a:lstStyle/>
          <a:p>
            <a:endParaRPr lang="en-US" altLang="en-US"/>
          </a:p>
        </p:txBody>
      </p:sp>
      <p:sp>
        <p:nvSpPr>
          <p:cNvPr id="118787" name="Content Placeholder 2">
            <a:extLst>
              <a:ext uri="{FF2B5EF4-FFF2-40B4-BE49-F238E27FC236}">
                <a16:creationId xmlns:a16="http://schemas.microsoft.com/office/drawing/2014/main" id="{C959ACDD-8A54-4F8C-B0CE-6A3B0881995F}"/>
              </a:ext>
            </a:extLst>
          </p:cNvPr>
          <p:cNvSpPr>
            <a:spLocks noGrp="1" noChangeArrowheads="1"/>
          </p:cNvSpPr>
          <p:nvPr>
            <p:ph idx="1"/>
          </p:nvPr>
        </p:nvSpPr>
        <p:spPr/>
        <p:txBody>
          <a:bodyPr/>
          <a:lstStyle/>
          <a:p>
            <a:r>
              <a:rPr lang="en-US" altLang="en-US" sz="2400"/>
              <a:t>bool IsEmpty(QUEUE q)</a:t>
            </a:r>
          </a:p>
          <a:p>
            <a:r>
              <a:rPr lang="en-US" altLang="en-US" sz="2400"/>
              <a:t>{</a:t>
            </a:r>
          </a:p>
          <a:p>
            <a:r>
              <a:rPr lang="en-US" altLang="en-US" sz="2400"/>
              <a:t>// nếu danh sách rỗng</a:t>
            </a:r>
          </a:p>
          <a:p>
            <a:r>
              <a:rPr lang="en-US" altLang="en-US" sz="2400"/>
              <a:t>if (q.pHead == NULL)</a:t>
            </a:r>
          </a:p>
          <a:p>
            <a:r>
              <a:rPr lang="en-US" altLang="en-US" sz="2400"/>
              <a:t>{</a:t>
            </a:r>
          </a:p>
          <a:p>
            <a:r>
              <a:rPr lang="en-US" altLang="en-US" sz="2400"/>
              <a:t>return true;</a:t>
            </a:r>
          </a:p>
          <a:p>
            <a:r>
              <a:rPr lang="en-US" altLang="en-US" sz="2400"/>
              <a:t>}</a:t>
            </a:r>
          </a:p>
          <a:p>
            <a:r>
              <a:rPr lang="en-US" altLang="en-US" sz="2400"/>
              <a:t>return false;// danh sách có phần tử</a:t>
            </a:r>
          </a:p>
          <a:p>
            <a:r>
              <a:rPr lang="en-US" altLang="en-US" sz="2400"/>
              <a:t>}</a:t>
            </a:r>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Title 1">
            <a:extLst>
              <a:ext uri="{FF2B5EF4-FFF2-40B4-BE49-F238E27FC236}">
                <a16:creationId xmlns:a16="http://schemas.microsoft.com/office/drawing/2014/main" id="{D270A336-F80C-4941-9E5D-1658F42DCEA6}"/>
              </a:ext>
            </a:extLst>
          </p:cNvPr>
          <p:cNvSpPr>
            <a:spLocks noGrp="1" noChangeArrowheads="1"/>
          </p:cNvSpPr>
          <p:nvPr>
            <p:ph type="title"/>
          </p:nvPr>
        </p:nvSpPr>
        <p:spPr/>
        <p:txBody>
          <a:bodyPr/>
          <a:lstStyle/>
          <a:p>
            <a:endParaRPr lang="en-US" altLang="en-US"/>
          </a:p>
        </p:txBody>
      </p:sp>
      <p:sp>
        <p:nvSpPr>
          <p:cNvPr id="119811" name="Content Placeholder 2">
            <a:extLst>
              <a:ext uri="{FF2B5EF4-FFF2-40B4-BE49-F238E27FC236}">
                <a16:creationId xmlns:a16="http://schemas.microsoft.com/office/drawing/2014/main" id="{AFC588A3-50B3-4D96-BC46-C3FDBFFF2311}"/>
              </a:ext>
            </a:extLst>
          </p:cNvPr>
          <p:cNvSpPr>
            <a:spLocks noGrp="1" noChangeArrowheads="1"/>
          </p:cNvSpPr>
          <p:nvPr>
            <p:ph idx="1"/>
          </p:nvPr>
        </p:nvSpPr>
        <p:spPr/>
        <p:txBody>
          <a:bodyPr/>
          <a:lstStyle/>
          <a:p>
            <a:r>
              <a:rPr lang="en-US" altLang="en-US" sz="1600"/>
              <a:t>bool Push(QUEUE &amp;q, NODE *p)</a:t>
            </a:r>
          </a:p>
          <a:p>
            <a:r>
              <a:rPr lang="en-US" altLang="en-US" sz="1600"/>
              <a:t>{</a:t>
            </a:r>
          </a:p>
          <a:p>
            <a:r>
              <a:rPr lang="en-US" altLang="en-US" sz="1600"/>
              <a:t>if (p == NULL)</a:t>
            </a:r>
          </a:p>
          <a:p>
            <a:r>
              <a:rPr lang="en-US" altLang="en-US" sz="1600"/>
              <a:t>{</a:t>
            </a:r>
          </a:p>
          <a:p>
            <a:r>
              <a:rPr lang="en-US" altLang="en-US" sz="1600"/>
              <a:t>return false;</a:t>
            </a:r>
          </a:p>
          <a:p>
            <a:r>
              <a:rPr lang="en-US" altLang="en-US" sz="1600"/>
              <a:t>}</a:t>
            </a:r>
          </a:p>
          <a:p>
            <a:r>
              <a:rPr lang="en-US" altLang="en-US" sz="1600"/>
              <a:t>// nếu danh sách rỗng</a:t>
            </a:r>
          </a:p>
          <a:p>
            <a:r>
              <a:rPr lang="en-US" altLang="en-US" sz="1600"/>
              <a:t>if (IsEmpty(q) == true)</a:t>
            </a:r>
          </a:p>
          <a:p>
            <a:r>
              <a:rPr lang="en-US" altLang="en-US" sz="1600"/>
              <a:t>{</a:t>
            </a:r>
          </a:p>
          <a:p>
            <a:r>
              <a:rPr lang="en-US" altLang="en-US" sz="1600"/>
              <a:t>q.pHead = q.pTail = p; // node p chính là node đầu và node cuối</a:t>
            </a:r>
          </a:p>
          <a:p>
            <a:r>
              <a:rPr lang="en-US" altLang="en-US" sz="1600"/>
              <a:t>}</a:t>
            </a:r>
          </a:p>
          <a:p>
            <a:r>
              <a:rPr lang="en-US" altLang="en-US" sz="1600"/>
              <a:t>else // danh sách đã có phần tử</a:t>
            </a:r>
          </a:p>
          <a:p>
            <a:r>
              <a:rPr lang="en-US" altLang="en-US" sz="1600"/>
              <a:t>{</a:t>
            </a:r>
          </a:p>
          <a:p>
            <a:r>
              <a:rPr lang="en-US" altLang="en-US" sz="1600"/>
              <a:t>q.pTail-&gt;pNext = p; // liên kết con trỏ cuối của danh sách với phần tử p cần thêm vào</a:t>
            </a:r>
          </a:p>
          <a:p>
            <a:r>
              <a:rPr lang="en-US" altLang="en-US" sz="1600"/>
              <a:t>q.pTail = p; // cập nhật lại con trỏ cuối là node p</a:t>
            </a:r>
          </a:p>
          <a:p>
            <a:r>
              <a:rPr lang="en-US" altLang="en-US" sz="1600"/>
              <a:t>}</a:t>
            </a:r>
          </a:p>
          <a:p>
            <a:r>
              <a:rPr lang="en-US" altLang="en-US" sz="1600"/>
              <a:t>return true;</a:t>
            </a:r>
          </a:p>
          <a:p>
            <a:r>
              <a:rPr lang="en-US" altLang="en-US" sz="1600"/>
              <a:t>}</a:t>
            </a:r>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Title 1">
            <a:extLst>
              <a:ext uri="{FF2B5EF4-FFF2-40B4-BE49-F238E27FC236}">
                <a16:creationId xmlns:a16="http://schemas.microsoft.com/office/drawing/2014/main" id="{E82B186C-6BE3-45E4-B1EF-D4390EE3039D}"/>
              </a:ext>
            </a:extLst>
          </p:cNvPr>
          <p:cNvSpPr>
            <a:spLocks noGrp="1" noChangeArrowheads="1"/>
          </p:cNvSpPr>
          <p:nvPr>
            <p:ph type="title"/>
          </p:nvPr>
        </p:nvSpPr>
        <p:spPr/>
        <p:txBody>
          <a:bodyPr/>
          <a:lstStyle/>
          <a:p>
            <a:endParaRPr lang="en-US" altLang="en-US"/>
          </a:p>
        </p:txBody>
      </p:sp>
      <p:sp>
        <p:nvSpPr>
          <p:cNvPr id="120835" name="Content Placeholder 2">
            <a:extLst>
              <a:ext uri="{FF2B5EF4-FFF2-40B4-BE49-F238E27FC236}">
                <a16:creationId xmlns:a16="http://schemas.microsoft.com/office/drawing/2014/main" id="{D2194E86-94BD-43B5-8C63-6014F56E8D43}"/>
              </a:ext>
            </a:extLst>
          </p:cNvPr>
          <p:cNvSpPr>
            <a:spLocks noGrp="1" noChangeArrowheads="1"/>
          </p:cNvSpPr>
          <p:nvPr>
            <p:ph idx="1"/>
          </p:nvPr>
        </p:nvSpPr>
        <p:spPr/>
        <p:txBody>
          <a:bodyPr/>
          <a:lstStyle/>
          <a:p>
            <a:r>
              <a:rPr lang="en-US" altLang="en-US" sz="1600"/>
              <a:t>bool Pop(QUEUE &amp;q, int &amp;x) // x chính là giá trị cần lấy trong node</a:t>
            </a:r>
          </a:p>
          <a:p>
            <a:r>
              <a:rPr lang="en-US" altLang="en-US" sz="1600"/>
              <a:t>{</a:t>
            </a:r>
          </a:p>
          <a:p>
            <a:r>
              <a:rPr lang="en-US" altLang="en-US" sz="1600"/>
              <a:t>// nếu danh sách rỗng</a:t>
            </a:r>
          </a:p>
          <a:p>
            <a:r>
              <a:rPr lang="en-US" altLang="en-US" sz="1600"/>
              <a:t>if (IsEmpty(q) == true)</a:t>
            </a:r>
          </a:p>
          <a:p>
            <a:r>
              <a:rPr lang="en-US" altLang="en-US" sz="1600"/>
              <a:t>{</a:t>
            </a:r>
          </a:p>
          <a:p>
            <a:r>
              <a:rPr lang="en-US" altLang="en-US" sz="1600"/>
              <a:t>return false;</a:t>
            </a:r>
          </a:p>
          <a:p>
            <a:r>
              <a:rPr lang="en-US" altLang="en-US" sz="1600"/>
              <a:t>}</a:t>
            </a:r>
          </a:p>
          <a:p>
            <a:r>
              <a:rPr lang="en-US" altLang="en-US" sz="1600"/>
              <a:t>else</a:t>
            </a:r>
          </a:p>
          <a:p>
            <a:r>
              <a:rPr lang="en-US" altLang="en-US" sz="1600"/>
              <a:t>{</a:t>
            </a:r>
          </a:p>
          <a:p>
            <a:r>
              <a:rPr lang="en-US" altLang="en-US" sz="1600"/>
              <a:t>NODE *p = q.pHead; // node p chính là node thế mạng để tí nữa chúng ta xóa nó đi</a:t>
            </a:r>
          </a:p>
          <a:p>
            <a:r>
              <a:rPr lang="en-US" altLang="en-US" sz="1600"/>
              <a:t>x = p-&gt;data; // gán giá trị của node đầu stack vào biến x</a:t>
            </a:r>
          </a:p>
          <a:p>
            <a:r>
              <a:rPr lang="en-US" altLang="en-US" sz="1600"/>
              <a:t>q.pHead = q.pHead-&gt;pNext; // cập nhật node đầu queue là node tiếp theo</a:t>
            </a:r>
          </a:p>
          <a:p>
            <a:r>
              <a:rPr lang="en-US" altLang="en-US" sz="1600"/>
              <a:t>delete p; // xóa node đầu queue vừa lấy </a:t>
            </a:r>
          </a:p>
          <a:p>
            <a:r>
              <a:rPr lang="en-US" altLang="en-US" sz="1600"/>
              <a:t>}</a:t>
            </a:r>
          </a:p>
          <a:p>
            <a:r>
              <a:rPr lang="en-US" altLang="en-US" sz="1600"/>
              <a:t>return true;// lấy phần tử đầu queue thành công</a:t>
            </a:r>
          </a:p>
          <a:p>
            <a:r>
              <a:rPr lang="en-US" altLang="en-US" sz="1600"/>
              <a:t>}</a:t>
            </a:r>
          </a:p>
          <a:p>
            <a:endParaRPr lang="en-US" altLang="en-US" sz="1600"/>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itle 1">
            <a:extLst>
              <a:ext uri="{FF2B5EF4-FFF2-40B4-BE49-F238E27FC236}">
                <a16:creationId xmlns:a16="http://schemas.microsoft.com/office/drawing/2014/main" id="{34042081-A4C4-4A2A-932F-FDEB43F3D3FF}"/>
              </a:ext>
            </a:extLst>
          </p:cNvPr>
          <p:cNvSpPr>
            <a:spLocks noGrp="1" noChangeArrowheads="1"/>
          </p:cNvSpPr>
          <p:nvPr>
            <p:ph type="title"/>
          </p:nvPr>
        </p:nvSpPr>
        <p:spPr/>
        <p:txBody>
          <a:bodyPr/>
          <a:lstStyle/>
          <a:p>
            <a:endParaRPr lang="en-US" altLang="en-US"/>
          </a:p>
        </p:txBody>
      </p:sp>
      <p:sp>
        <p:nvSpPr>
          <p:cNvPr id="121859" name="Content Placeholder 2">
            <a:extLst>
              <a:ext uri="{FF2B5EF4-FFF2-40B4-BE49-F238E27FC236}">
                <a16:creationId xmlns:a16="http://schemas.microsoft.com/office/drawing/2014/main" id="{72B4F4A9-FE23-45FE-B0F8-853D93C1450C}"/>
              </a:ext>
            </a:extLst>
          </p:cNvPr>
          <p:cNvSpPr>
            <a:spLocks noGrp="1" noChangeArrowheads="1"/>
          </p:cNvSpPr>
          <p:nvPr>
            <p:ph idx="1"/>
          </p:nvPr>
        </p:nvSpPr>
        <p:spPr/>
        <p:txBody>
          <a:bodyPr/>
          <a:lstStyle/>
          <a:p>
            <a:r>
              <a:rPr lang="en-US" altLang="en-US" sz="2000"/>
              <a:t>bool Top(QUEUE &amp;q, int &amp;x) // x chính là giá trị cần lấy ra để xem</a:t>
            </a:r>
          </a:p>
          <a:p>
            <a:r>
              <a:rPr lang="en-US" altLang="en-US" sz="2000"/>
              <a:t>{</a:t>
            </a:r>
          </a:p>
          <a:p>
            <a:r>
              <a:rPr lang="en-US" altLang="en-US" sz="2000"/>
              <a:t>if (IsEmpty(q) == true)</a:t>
            </a:r>
          </a:p>
          <a:p>
            <a:r>
              <a:rPr lang="en-US" altLang="en-US" sz="2000"/>
              <a:t>{</a:t>
            </a:r>
          </a:p>
          <a:p>
            <a:r>
              <a:rPr lang="en-US" altLang="en-US" sz="2000"/>
              <a:t>return false;</a:t>
            </a:r>
          </a:p>
          <a:p>
            <a:r>
              <a:rPr lang="en-US" altLang="en-US" sz="2000"/>
              <a:t>}</a:t>
            </a:r>
          </a:p>
          <a:p>
            <a:r>
              <a:rPr lang="en-US" altLang="en-US" sz="2000"/>
              <a:t>x = q.pHead-&gt;data; // lấy giá trị của phần tử đầu queue ra để xem</a:t>
            </a:r>
          </a:p>
          <a:p>
            <a:r>
              <a:rPr lang="en-US" altLang="en-US" sz="2000"/>
              <a:t>return true;</a:t>
            </a:r>
          </a:p>
          <a:p>
            <a:r>
              <a:rPr lang="en-US" altLang="en-US" sz="2000"/>
              <a:t>}</a:t>
            </a:r>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Title 1">
            <a:extLst>
              <a:ext uri="{FF2B5EF4-FFF2-40B4-BE49-F238E27FC236}">
                <a16:creationId xmlns:a16="http://schemas.microsoft.com/office/drawing/2014/main" id="{1AB04EFC-8098-4530-A022-2EE703B2D952}"/>
              </a:ext>
            </a:extLst>
          </p:cNvPr>
          <p:cNvSpPr>
            <a:spLocks noGrp="1" noChangeArrowheads="1"/>
          </p:cNvSpPr>
          <p:nvPr>
            <p:ph type="title"/>
          </p:nvPr>
        </p:nvSpPr>
        <p:spPr/>
        <p:txBody>
          <a:bodyPr/>
          <a:lstStyle/>
          <a:p>
            <a:endParaRPr lang="en-US" altLang="en-US"/>
          </a:p>
        </p:txBody>
      </p:sp>
      <p:sp>
        <p:nvSpPr>
          <p:cNvPr id="122883" name="Content Placeholder 2">
            <a:extLst>
              <a:ext uri="{FF2B5EF4-FFF2-40B4-BE49-F238E27FC236}">
                <a16:creationId xmlns:a16="http://schemas.microsoft.com/office/drawing/2014/main" id="{9293A2EB-B2DC-4260-B62C-B6423E4FF14A}"/>
              </a:ext>
            </a:extLst>
          </p:cNvPr>
          <p:cNvSpPr>
            <a:spLocks noGrp="1" noChangeArrowheads="1"/>
          </p:cNvSpPr>
          <p:nvPr>
            <p:ph idx="1"/>
          </p:nvPr>
        </p:nvSpPr>
        <p:spPr/>
        <p:txBody>
          <a:bodyPr/>
          <a:lstStyle/>
          <a:p>
            <a:r>
              <a:rPr lang="en-US" altLang="en-US" sz="1800"/>
              <a:t>// hàm xuất danh sách queue</a:t>
            </a:r>
          </a:p>
          <a:p>
            <a:r>
              <a:rPr lang="en-US" altLang="en-US" sz="1800"/>
              <a:t>void XuatQueue(QUEUE q)</a:t>
            </a:r>
          </a:p>
          <a:p>
            <a:r>
              <a:rPr lang="en-US" altLang="en-US" sz="1800"/>
              <a:t>{</a:t>
            </a:r>
          </a:p>
          <a:p>
            <a:r>
              <a:rPr lang="en-US" altLang="en-US" sz="1800"/>
              <a:t>while (IsEmpty(q) == false)</a:t>
            </a:r>
          </a:p>
          <a:p>
            <a:r>
              <a:rPr lang="en-US" altLang="en-US" sz="1800"/>
              <a:t>{</a:t>
            </a:r>
          </a:p>
          <a:p>
            <a:r>
              <a:rPr lang="en-US" altLang="en-US" sz="1800"/>
              <a:t>int x;</a:t>
            </a:r>
          </a:p>
          <a:p>
            <a:r>
              <a:rPr lang="en-US" altLang="en-US" sz="1800"/>
              <a:t>Pop(q, x);</a:t>
            </a:r>
          </a:p>
          <a:p>
            <a:r>
              <a:rPr lang="en-US" altLang="en-US" sz="1800"/>
              <a:t>cout &lt;&lt; x &lt;&lt; " ";</a:t>
            </a:r>
          </a:p>
          <a:p>
            <a:r>
              <a:rPr lang="en-US" altLang="en-US" sz="1800"/>
              <a:t>}</a:t>
            </a:r>
          </a:p>
          <a:p>
            <a:r>
              <a:rPr lang="en-US" altLang="en-US" sz="1800"/>
              <a:t>f (IsEmpty(q) == true)</a:t>
            </a:r>
          </a:p>
          <a:p>
            <a:r>
              <a:rPr lang="en-US" altLang="en-US" sz="1800"/>
              <a:t>{</a:t>
            </a:r>
          </a:p>
          <a:p>
            <a:r>
              <a:rPr lang="en-US" altLang="en-US" sz="1800"/>
              <a:t>cout &lt;&lt; "\nDANH SACH DANG RONG KIA";</a:t>
            </a:r>
          </a:p>
          <a:p>
            <a:r>
              <a:rPr lang="en-US" altLang="en-US" sz="1800"/>
              <a:t>}</a:t>
            </a:r>
          </a:p>
          <a:p>
            <a:r>
              <a:rPr lang="en-US" altLang="en-US" sz="1800"/>
              <a:t>else</a:t>
            </a:r>
          </a:p>
          <a:p>
            <a:r>
              <a:rPr lang="en-US" altLang="en-US" sz="1800"/>
              <a:t>{</a:t>
            </a:r>
          </a:p>
          <a:p>
            <a:r>
              <a:rPr lang="fr-FR" altLang="en-US" sz="1800"/>
              <a:t>cout &lt;&lt; "\nDANH SACH DANG TON TAI PHAN TU";</a:t>
            </a:r>
          </a:p>
          <a:p>
            <a:r>
              <a:rPr lang="en-US" altLang="en-US" sz="1800"/>
              <a:t>}</a:t>
            </a:r>
          </a:p>
          <a:p>
            <a:r>
              <a:rPr lang="en-US" altLang="en-US" sz="1800"/>
              <a:t>}</a:t>
            </a:r>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Title 1">
            <a:extLst>
              <a:ext uri="{FF2B5EF4-FFF2-40B4-BE49-F238E27FC236}">
                <a16:creationId xmlns:a16="http://schemas.microsoft.com/office/drawing/2014/main" id="{A25F4215-3763-45EC-8B22-43A8748609BE}"/>
              </a:ext>
            </a:extLst>
          </p:cNvPr>
          <p:cNvSpPr>
            <a:spLocks noGrp="1" noChangeArrowheads="1"/>
          </p:cNvSpPr>
          <p:nvPr>
            <p:ph type="title"/>
          </p:nvPr>
        </p:nvSpPr>
        <p:spPr/>
        <p:txBody>
          <a:bodyPr/>
          <a:lstStyle/>
          <a:p>
            <a:endParaRPr lang="en-US" altLang="en-US"/>
          </a:p>
        </p:txBody>
      </p:sp>
      <p:sp>
        <p:nvSpPr>
          <p:cNvPr id="123907" name="Content Placeholder 2">
            <a:extLst>
              <a:ext uri="{FF2B5EF4-FFF2-40B4-BE49-F238E27FC236}">
                <a16:creationId xmlns:a16="http://schemas.microsoft.com/office/drawing/2014/main" id="{3721DD29-0607-4F91-ADD0-168BE3B5F4CF}"/>
              </a:ext>
            </a:extLst>
          </p:cNvPr>
          <p:cNvSpPr>
            <a:spLocks noGrp="1" noChangeArrowheads="1"/>
          </p:cNvSpPr>
          <p:nvPr>
            <p:ph idx="1"/>
          </p:nvPr>
        </p:nvSpPr>
        <p:spPr/>
        <p:txBody>
          <a:bodyPr/>
          <a:lstStyle/>
          <a:p>
            <a:r>
              <a:rPr lang="en-US" altLang="en-US" sz="2400"/>
              <a:t>// hàm nhập danh sách các số nguyên trong queue</a:t>
            </a:r>
          </a:p>
          <a:p>
            <a:r>
              <a:rPr lang="en-US" altLang="en-US" sz="2400"/>
              <a:t>void NhapQueue(QUEUE &amp;q)</a:t>
            </a:r>
          </a:p>
          <a:p>
            <a:r>
              <a:rPr lang="en-US" altLang="en-US" sz="2400"/>
              <a:t>{</a:t>
            </a:r>
          </a:p>
          <a:p>
            <a:r>
              <a:rPr lang="en-US" altLang="en-US" sz="2400"/>
              <a:t>int luachon;</a:t>
            </a:r>
          </a:p>
          <a:p>
            <a:r>
              <a:rPr lang="en-US" altLang="en-US" sz="2400"/>
              <a:t>while (true)</a:t>
            </a:r>
          </a:p>
          <a:p>
            <a:r>
              <a:rPr lang="en-US" altLang="en-US" sz="2400"/>
              <a:t>{</a:t>
            </a:r>
          </a:p>
          <a:p>
            <a:r>
              <a:rPr lang="en-US" altLang="en-US" sz="2400"/>
              <a:t>system("cls");</a:t>
            </a:r>
          </a:p>
          <a:p>
            <a:r>
              <a:rPr lang="fr-FR" altLang="en-US" sz="2400"/>
              <a:t>cout &lt;&lt; "\n\n\t\t ============== Menu ==============";</a:t>
            </a:r>
          </a:p>
          <a:p>
            <a:r>
              <a:rPr lang="fr-FR" altLang="en-US" sz="2400"/>
              <a:t>cout &lt;&lt; "\n\t1. Them phan tu vao queue - Push";</a:t>
            </a:r>
          </a:p>
          <a:p>
            <a:endParaRPr lang="en-US" altLang="en-US" sz="2400"/>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itle 1">
            <a:extLst>
              <a:ext uri="{FF2B5EF4-FFF2-40B4-BE49-F238E27FC236}">
                <a16:creationId xmlns:a16="http://schemas.microsoft.com/office/drawing/2014/main" id="{844622DD-DE0A-4D0D-BDA0-DDDC59323BF0}"/>
              </a:ext>
            </a:extLst>
          </p:cNvPr>
          <p:cNvSpPr>
            <a:spLocks noGrp="1" noChangeArrowheads="1"/>
          </p:cNvSpPr>
          <p:nvPr>
            <p:ph type="title"/>
          </p:nvPr>
        </p:nvSpPr>
        <p:spPr/>
        <p:txBody>
          <a:bodyPr/>
          <a:lstStyle/>
          <a:p>
            <a:endParaRPr lang="en-US" altLang="en-US"/>
          </a:p>
        </p:txBody>
      </p:sp>
      <p:sp>
        <p:nvSpPr>
          <p:cNvPr id="124931" name="Content Placeholder 2">
            <a:extLst>
              <a:ext uri="{FF2B5EF4-FFF2-40B4-BE49-F238E27FC236}">
                <a16:creationId xmlns:a16="http://schemas.microsoft.com/office/drawing/2014/main" id="{66342BA5-AEC7-4F79-859B-C846541FC678}"/>
              </a:ext>
            </a:extLst>
          </p:cNvPr>
          <p:cNvSpPr>
            <a:spLocks noGrp="1" noChangeArrowheads="1"/>
          </p:cNvSpPr>
          <p:nvPr>
            <p:ph idx="1"/>
          </p:nvPr>
        </p:nvSpPr>
        <p:spPr/>
        <p:txBody>
          <a:bodyPr/>
          <a:lstStyle/>
          <a:p>
            <a:r>
              <a:rPr lang="en-US" altLang="en-US"/>
              <a:t>cout &lt;&lt; "\n\t2. Xuat danh sach queue ra man hinh - Pop";</a:t>
            </a:r>
          </a:p>
          <a:p>
            <a:r>
              <a:rPr lang="fr-FR" altLang="en-US"/>
              <a:t>cout &lt;&lt; "\n\t3. Xem thong tin phan tu dau queue - Top";</a:t>
            </a:r>
          </a:p>
          <a:p>
            <a:r>
              <a:rPr lang="fr-FR" altLang="en-US"/>
              <a:t>cout &lt;&lt; "\n\t0. Ket thuc";</a:t>
            </a:r>
          </a:p>
          <a:p>
            <a:r>
              <a:rPr lang="fr-FR" altLang="en-US"/>
              <a:t>cout &lt;&lt; "\n\n\t\t ============== End ==============";</a:t>
            </a:r>
          </a:p>
          <a:p>
            <a:endParaRPr lang="en-US" altLang="en-US"/>
          </a:p>
          <a:p>
            <a:r>
              <a:rPr lang="en-US" altLang="en-US"/>
              <a:t>cout &lt;&lt; "\nNhap lua chon: ";</a:t>
            </a:r>
          </a:p>
          <a:p>
            <a:r>
              <a:rPr lang="en-US" altLang="en-US"/>
              <a:t>cin &gt;&gt; luachon;</a:t>
            </a:r>
          </a:p>
          <a:p>
            <a:endParaRPr lang="en-US" altLang="en-US"/>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Title 1">
            <a:extLst>
              <a:ext uri="{FF2B5EF4-FFF2-40B4-BE49-F238E27FC236}">
                <a16:creationId xmlns:a16="http://schemas.microsoft.com/office/drawing/2014/main" id="{524AC6F3-E314-4F7F-A4E7-68C1FD5C1EE4}"/>
              </a:ext>
            </a:extLst>
          </p:cNvPr>
          <p:cNvSpPr>
            <a:spLocks noGrp="1" noChangeArrowheads="1"/>
          </p:cNvSpPr>
          <p:nvPr>
            <p:ph type="title"/>
          </p:nvPr>
        </p:nvSpPr>
        <p:spPr/>
        <p:txBody>
          <a:bodyPr/>
          <a:lstStyle/>
          <a:p>
            <a:endParaRPr lang="en-US" altLang="en-US"/>
          </a:p>
        </p:txBody>
      </p:sp>
      <p:sp>
        <p:nvSpPr>
          <p:cNvPr id="125955" name="Content Placeholder 2">
            <a:extLst>
              <a:ext uri="{FF2B5EF4-FFF2-40B4-BE49-F238E27FC236}">
                <a16:creationId xmlns:a16="http://schemas.microsoft.com/office/drawing/2014/main" id="{73C365DC-E7E5-46E9-A93F-3ED64518C4D1}"/>
              </a:ext>
            </a:extLst>
          </p:cNvPr>
          <p:cNvSpPr>
            <a:spLocks noGrp="1" noChangeArrowheads="1"/>
          </p:cNvSpPr>
          <p:nvPr>
            <p:ph idx="1"/>
          </p:nvPr>
        </p:nvSpPr>
        <p:spPr/>
        <p:txBody>
          <a:bodyPr/>
          <a:lstStyle/>
          <a:p>
            <a:r>
              <a:rPr lang="en-US" altLang="en-US" sz="2400"/>
              <a:t>if (luachon == 1)</a:t>
            </a:r>
          </a:p>
          <a:p>
            <a:r>
              <a:rPr lang="en-US" altLang="en-US" sz="2400"/>
              <a:t>{</a:t>
            </a:r>
          </a:p>
          <a:p>
            <a:r>
              <a:rPr lang="en-US" altLang="en-US" sz="2400"/>
              <a:t>int x;</a:t>
            </a:r>
          </a:p>
          <a:p>
            <a:r>
              <a:rPr lang="en-US" altLang="en-US" sz="2400"/>
              <a:t>cout &lt;&lt; "\nNhap phan tu can them: ";</a:t>
            </a:r>
          </a:p>
          <a:p>
            <a:r>
              <a:rPr lang="en-US" altLang="en-US" sz="2400"/>
              <a:t>cin &gt;&gt; x;</a:t>
            </a:r>
          </a:p>
          <a:p>
            <a:r>
              <a:rPr lang="en-US" altLang="en-US" sz="2400"/>
              <a:t>NODE *p = KhoiTaoNode(x);</a:t>
            </a:r>
          </a:p>
          <a:p>
            <a:r>
              <a:rPr lang="en-US" altLang="en-US" sz="2400"/>
              <a:t>Push(q, p);</a:t>
            </a:r>
          </a:p>
          <a:p>
            <a:r>
              <a:rPr lang="en-US" altLang="en-US" sz="2400"/>
              <a:t>}</a:t>
            </a:r>
          </a:p>
          <a:p>
            <a:r>
              <a:rPr lang="en-US" altLang="en-US" sz="2400"/>
              <a:t>else if (luachon == 2)</a:t>
            </a:r>
          </a:p>
          <a:p>
            <a:r>
              <a:rPr lang="en-US" altLang="en-US" sz="2400"/>
              <a:t>{</a:t>
            </a:r>
          </a:p>
          <a:p>
            <a:r>
              <a:rPr lang="en-US" altLang="en-US" sz="2400"/>
              <a:t>XuatQueue(q);</a:t>
            </a:r>
          </a:p>
          <a:p>
            <a:r>
              <a:rPr lang="en-US" altLang="en-US" sz="2400"/>
              <a:t>system("pause");</a:t>
            </a:r>
          </a:p>
          <a:p>
            <a:r>
              <a:rPr lang="en-US" altLang="en-US" sz="2400"/>
              <a:t>}</a:t>
            </a:r>
          </a:p>
          <a:p>
            <a:endParaRPr lang="en-US" altLang="en-US" sz="2400"/>
          </a:p>
          <a:p>
            <a:endParaRPr lang="en-US" altLang="en-US" sz="2400"/>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1B0BE7A-8D0A-4644-97C7-26C328FFB06B}"/>
              </a:ext>
            </a:extLst>
          </p:cNvPr>
          <p:cNvSpPr>
            <a:spLocks noGrp="1"/>
          </p:cNvSpPr>
          <p:nvPr>
            <p:ph type="title"/>
          </p:nvPr>
        </p:nvSpPr>
        <p:spPr/>
        <p:txBody>
          <a:bodyPr/>
          <a:lstStyle/>
          <a:p>
            <a:endParaRPr lang="en-US"/>
          </a:p>
        </p:txBody>
      </p:sp>
      <p:sp>
        <p:nvSpPr>
          <p:cNvPr id="126979" name="Content Placeholder 2">
            <a:extLst>
              <a:ext uri="{FF2B5EF4-FFF2-40B4-BE49-F238E27FC236}">
                <a16:creationId xmlns:a16="http://schemas.microsoft.com/office/drawing/2014/main" id="{D93108DB-34A9-4E6B-9967-190474E11C3D}"/>
              </a:ext>
            </a:extLst>
          </p:cNvPr>
          <p:cNvSpPr>
            <a:spLocks noGrp="1" noChangeArrowheads="1"/>
          </p:cNvSpPr>
          <p:nvPr>
            <p:ph idx="1"/>
          </p:nvPr>
        </p:nvSpPr>
        <p:spPr/>
        <p:txBody>
          <a:bodyPr>
            <a:normAutofit fontScale="92500" lnSpcReduction="20000"/>
          </a:bodyPr>
          <a:lstStyle/>
          <a:p>
            <a:r>
              <a:rPr lang="en-US" altLang="en-US"/>
              <a:t>else if (luachon == 3)</a:t>
            </a:r>
          </a:p>
          <a:p>
            <a:r>
              <a:rPr lang="en-US" altLang="en-US"/>
              <a:t>{</a:t>
            </a:r>
          </a:p>
          <a:p>
            <a:r>
              <a:rPr lang="en-US" altLang="en-US"/>
              <a:t>int x;</a:t>
            </a:r>
          </a:p>
          <a:p>
            <a:r>
              <a:rPr lang="en-US" altLang="en-US"/>
              <a:t>Top(q, x);</a:t>
            </a:r>
          </a:p>
          <a:p>
            <a:r>
              <a:rPr lang="fr-FR" altLang="en-US"/>
              <a:t>cout &lt;&lt; "\nPhan tu dau queue la: " &lt;&lt; x;</a:t>
            </a:r>
          </a:p>
          <a:p>
            <a:r>
              <a:rPr lang="en-US" altLang="en-US"/>
              <a:t>system("pause");</a:t>
            </a:r>
          </a:p>
          <a:p>
            <a:r>
              <a:rPr lang="en-US" altLang="en-US"/>
              <a:t>}</a:t>
            </a:r>
          </a:p>
          <a:p>
            <a:r>
              <a:rPr lang="en-US" altLang="en-US"/>
              <a:t>else</a:t>
            </a:r>
          </a:p>
          <a:p>
            <a:r>
              <a:rPr lang="en-US" altLang="en-US"/>
              <a:t>{</a:t>
            </a:r>
          </a:p>
          <a:p>
            <a:r>
              <a:rPr lang="en-US" altLang="en-US"/>
              <a:t>break;</a:t>
            </a:r>
          </a:p>
          <a:p>
            <a:r>
              <a:rPr lang="en-US" altLang="en-US"/>
              <a:t>}</a:t>
            </a:r>
          </a:p>
          <a:p>
            <a:r>
              <a:rPr lang="en-US" altLang="en-US"/>
              <a:t>}}</a:t>
            </a:r>
          </a:p>
          <a:p>
            <a:endParaRPr lang="en-US" alt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template">
  <a:themeElements>
    <a:clrScheme name="sample 3">
      <a:dk1>
        <a:srgbClr val="1A1A70"/>
      </a:dk1>
      <a:lt1>
        <a:srgbClr val="FFFFFF"/>
      </a:lt1>
      <a:dk2>
        <a:srgbClr val="243D8C"/>
      </a:dk2>
      <a:lt2>
        <a:srgbClr val="DDDDDD"/>
      </a:lt2>
      <a:accent1>
        <a:srgbClr val="3E78C6"/>
      </a:accent1>
      <a:accent2>
        <a:srgbClr val="84A1E8"/>
      </a:accent2>
      <a:accent3>
        <a:srgbClr val="FFFFFF"/>
      </a:accent3>
      <a:accent4>
        <a:srgbClr val="14145F"/>
      </a:accent4>
      <a:accent5>
        <a:srgbClr val="AFBEDF"/>
      </a:accent5>
      <a:accent6>
        <a:srgbClr val="7791D2"/>
      </a:accent6>
      <a:hlink>
        <a:srgbClr val="90B54D"/>
      </a:hlink>
      <a:folHlink>
        <a:srgbClr val="F3C43F"/>
      </a:folHlink>
    </a:clrScheme>
    <a:fontScheme name="samp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mple 1">
        <a:dk1>
          <a:srgbClr val="1D4940"/>
        </a:dk1>
        <a:lt1>
          <a:srgbClr val="FFFFFF"/>
        </a:lt1>
        <a:dk2>
          <a:srgbClr val="3F716F"/>
        </a:dk2>
        <a:lt2>
          <a:srgbClr val="DDDDDD"/>
        </a:lt2>
        <a:accent1>
          <a:srgbClr val="669E86"/>
        </a:accent1>
        <a:accent2>
          <a:srgbClr val="A2CAB4"/>
        </a:accent2>
        <a:accent3>
          <a:srgbClr val="FFFFFF"/>
        </a:accent3>
        <a:accent4>
          <a:srgbClr val="173D35"/>
        </a:accent4>
        <a:accent5>
          <a:srgbClr val="B8CCC3"/>
        </a:accent5>
        <a:accent6>
          <a:srgbClr val="92B7A3"/>
        </a:accent6>
        <a:hlink>
          <a:srgbClr val="8CA35F"/>
        </a:hlink>
        <a:folHlink>
          <a:srgbClr val="C1B05D"/>
        </a:folHlink>
      </a:clrScheme>
      <a:clrMap bg1="lt1" tx1="dk1" bg2="lt2" tx2="dk2" accent1="accent1" accent2="accent2" accent3="accent3" accent4="accent4" accent5="accent5" accent6="accent6" hlink="hlink" folHlink="folHlink"/>
    </a:extraClrScheme>
    <a:extraClrScheme>
      <a:clrScheme name="sample 2">
        <a:dk1>
          <a:srgbClr val="2D4473"/>
        </a:dk1>
        <a:lt1>
          <a:srgbClr val="FFFFFF"/>
        </a:lt1>
        <a:dk2>
          <a:srgbClr val="2B6185"/>
        </a:dk2>
        <a:lt2>
          <a:srgbClr val="D3D9DD"/>
        </a:lt2>
        <a:accent1>
          <a:srgbClr val="638AA1"/>
        </a:accent1>
        <a:accent2>
          <a:srgbClr val="8CA8B5"/>
        </a:accent2>
        <a:accent3>
          <a:srgbClr val="FFFFFF"/>
        </a:accent3>
        <a:accent4>
          <a:srgbClr val="253961"/>
        </a:accent4>
        <a:accent5>
          <a:srgbClr val="B7C4CD"/>
        </a:accent5>
        <a:accent6>
          <a:srgbClr val="7E98A4"/>
        </a:accent6>
        <a:hlink>
          <a:srgbClr val="6FA2E7"/>
        </a:hlink>
        <a:folHlink>
          <a:srgbClr val="99C25C"/>
        </a:folHlink>
      </a:clrScheme>
      <a:clrMap bg1="lt1" tx1="dk1" bg2="lt2" tx2="dk2" accent1="accent1" accent2="accent2" accent3="accent3" accent4="accent4" accent5="accent5" accent6="accent6" hlink="hlink" folHlink="folHlink"/>
    </a:extraClrScheme>
    <a:extraClrScheme>
      <a:clrScheme name="sample 3">
        <a:dk1>
          <a:srgbClr val="1A1A70"/>
        </a:dk1>
        <a:lt1>
          <a:srgbClr val="FFFFFF"/>
        </a:lt1>
        <a:dk2>
          <a:srgbClr val="243D8C"/>
        </a:dk2>
        <a:lt2>
          <a:srgbClr val="DDDDDD"/>
        </a:lt2>
        <a:accent1>
          <a:srgbClr val="3E78C6"/>
        </a:accent1>
        <a:accent2>
          <a:srgbClr val="84A1E8"/>
        </a:accent2>
        <a:accent3>
          <a:srgbClr val="FFFFFF"/>
        </a:accent3>
        <a:accent4>
          <a:srgbClr val="14145F"/>
        </a:accent4>
        <a:accent5>
          <a:srgbClr val="AFBEDF"/>
        </a:accent5>
        <a:accent6>
          <a:srgbClr val="7791D2"/>
        </a:accent6>
        <a:hlink>
          <a:srgbClr val="90B54D"/>
        </a:hlink>
        <a:folHlink>
          <a:srgbClr val="F3C43F"/>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pptDF80.tmp</Template>
  <TotalTime>1151</TotalTime>
  <Words>5338</Words>
  <Application>Microsoft Office PowerPoint</Application>
  <PresentationFormat>Widescreen</PresentationFormat>
  <Paragraphs>871</Paragraphs>
  <Slides>106</Slides>
  <Notes>24</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106</vt:i4>
      </vt:variant>
    </vt:vector>
  </HeadingPairs>
  <TitlesOfParts>
    <vt:vector size="119" baseType="lpstr">
      <vt:lpstr>Arial</vt:lpstr>
      <vt:lpstr>Calibri</vt:lpstr>
      <vt:lpstr>Consolas</vt:lpstr>
      <vt:lpstr>Monaco</vt:lpstr>
      <vt:lpstr>PMingLiU</vt:lpstr>
      <vt:lpstr>Tahoma</vt:lpstr>
      <vt:lpstr>Times New Roman</vt:lpstr>
      <vt:lpstr>Verdana</vt:lpstr>
      <vt:lpstr>VNI-Avo</vt:lpstr>
      <vt:lpstr>Wingdings</vt:lpstr>
      <vt:lpstr>Wingdings 3</vt:lpstr>
      <vt:lpstr>template</vt:lpstr>
      <vt:lpstr>Image</vt:lpstr>
      <vt:lpstr>DANH SÁCH LIÊN KẾT, STACK , QUEUE</vt:lpstr>
      <vt:lpstr>MẢNG </vt:lpstr>
      <vt:lpstr>ĐẶT VẤN ĐỀ</vt:lpstr>
      <vt:lpstr>b. Danh sách </vt:lpstr>
      <vt:lpstr>PowerPoint Presentation</vt:lpstr>
      <vt:lpstr>Ví dụ</vt:lpstr>
      <vt:lpstr>Danh sách liên kết thuận</vt:lpstr>
      <vt:lpstr>PowerPoint Presentation</vt:lpstr>
      <vt:lpstr>1.2.2. Danh sách liên kết đơn</vt:lpstr>
      <vt:lpstr>1.2.3. Các thao tác trên dslk đơn</vt:lpstr>
      <vt:lpstr>a. Khai báo 1 node</vt:lpstr>
      <vt:lpstr>b. Khai báo 1 danh sách lk đơn</vt:lpstr>
      <vt:lpstr>Ví dụ</vt:lpstr>
      <vt:lpstr>c. Tạo lập danh sách rỗng</vt:lpstr>
      <vt:lpstr>Ví dụ</vt:lpstr>
      <vt:lpstr>PowerPoint Presentation</vt:lpstr>
      <vt:lpstr>PowerPoint Presentation</vt:lpstr>
      <vt:lpstr>d. Kiểm tra danh sách rỗng</vt:lpstr>
      <vt:lpstr>e. Tạo node trong danh sách</vt:lpstr>
      <vt:lpstr>f. Thêm một node</vt:lpstr>
      <vt:lpstr>Thêm vào đầu danh sách</vt:lpstr>
      <vt:lpstr>Thêm vào đầu danh sách</vt:lpstr>
      <vt:lpstr>PowerPoint Presentation</vt:lpstr>
      <vt:lpstr>Thêm vào cuối danh sách</vt:lpstr>
      <vt:lpstr>Thêm vào cuối danh sách</vt:lpstr>
      <vt:lpstr>Thêm vào cuối danh sách</vt:lpstr>
      <vt:lpstr>Thêm một nút p  vào vào sau nút q</vt:lpstr>
      <vt:lpstr>)</vt:lpstr>
      <vt:lpstr>Xóa một node khỏi danh sách</vt:lpstr>
      <vt:lpstr>Xóa đầu danh sách</vt:lpstr>
      <vt:lpstr>PowerPoint Presentation</vt:lpstr>
      <vt:lpstr>Xóa cuối danh sách</vt:lpstr>
      <vt:lpstr>Xóa 1 node p đứng sau node q</vt:lpstr>
      <vt:lpstr>PowerPoint Presentation</vt:lpstr>
      <vt:lpstr>Xóa một node có khóa k</vt:lpstr>
      <vt:lpstr>PowerPoint Presentation</vt:lpstr>
      <vt:lpstr>Giải phóng danh sách</vt:lpstr>
      <vt:lpstr>Tìm kiếm một node</vt:lpstr>
      <vt:lpstr>Duyệt danh sách</vt:lpstr>
      <vt:lpstr>So sánh mảng và danh sách liên kết</vt:lpstr>
      <vt:lpstr>PowerPoint Presentation</vt:lpstr>
      <vt:lpstr>Bài tập</vt:lpstr>
      <vt:lpstr>Danh sách liên kết vòng</vt:lpstr>
      <vt:lpstr>Danh sách liên kết kép</vt:lpstr>
      <vt:lpstr>Danh sách liên kết kép</vt:lpstr>
      <vt:lpstr>2.2. Stack</vt:lpstr>
      <vt:lpstr>2.2. Stack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 Ứng dụng stack</vt:lpstr>
      <vt:lpstr>2.3. Queue</vt:lpstr>
      <vt:lpstr>PowerPoint Presentation</vt:lpstr>
      <vt:lpstr>PowerPoint Presentation</vt:lpstr>
      <vt:lpstr>1.3. Đệ qui và giải thuật đệ qui</vt:lpstr>
      <vt:lpstr>PowerPoint Presentation</vt:lpstr>
      <vt:lpstr>c.  Cấu trúc một chương trình đệ quy</vt:lpstr>
      <vt:lpstr>d. Ưu và nhược điểm của đệ quy</vt:lpstr>
      <vt:lpstr>1.3.3. Một số bài toán đệ quy</vt:lpstr>
      <vt:lpstr>b. Dãy Fibonacci</vt:lpstr>
      <vt:lpstr>PowerPoint Presentation</vt:lpstr>
      <vt:lpstr>Minh họa dãy Fibonacci</vt:lpstr>
      <vt:lpstr>PowerPoint Presentation</vt:lpstr>
      <vt:lpstr>c. Bài toán Tower of HaNoi (Tháp Brahma hay Lucas' Tháp )</vt:lpstr>
      <vt:lpstr>PowerPoint Presentation</vt:lpstr>
      <vt:lpstr>c. Bài toán tháp Hà Nội</vt:lpstr>
      <vt:lpstr>c. Bài toán tháp Hà Nội</vt:lpstr>
      <vt:lpstr>PowerPoint Presentation</vt:lpstr>
      <vt:lpstr>Trường hợp 1: Cọc A có 1 đĩa</vt:lpstr>
      <vt:lpstr>PowerPoint Presentation</vt:lpstr>
      <vt:lpstr>Minh họa 2 đĩa</vt:lpstr>
      <vt:lpstr>PowerPoint Presentation</vt:lpstr>
      <vt:lpstr>PowerPoint Presentation</vt:lpstr>
      <vt:lpstr>PowerPoint Presentation</vt:lpstr>
      <vt:lpstr>Minh họa 3 đĩa</vt:lpstr>
      <vt:lpstr>PowerPoint Presentation</vt:lpstr>
      <vt:lpstr>Trường hợp n&gt;=3</vt:lpstr>
      <vt:lpstr>Bài toán tháp Hà Nội</vt:lpstr>
      <vt:lpstr>Bài toán tháp Hà Nội</vt:lpstr>
      <vt:lpstr>Bài toán tháp Hà Nội</vt:lpstr>
      <vt:lpstr>Bài toán tháp Hà Nội</vt:lpstr>
      <vt:lpstr>Bài toán tháp Hà Nội</vt:lpstr>
      <vt:lpstr>PowerPoint Presentation</vt:lpstr>
      <vt:lpstr>Như vậy</vt:lpstr>
      <vt:lpstr>PowerPoint Presentation</vt:lpstr>
      <vt:lpstr>b. CÁc thao tác trên queue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DANH SÁCH LIÊN KẾT, STACK , QUEUE</dc:title>
  <dc:creator>Win 8.1 Version 2</dc:creator>
  <cp:lastModifiedBy>E5470</cp:lastModifiedBy>
  <cp:revision>28</cp:revision>
  <dcterms:created xsi:type="dcterms:W3CDTF">2019-04-25T07:37:31Z</dcterms:created>
  <dcterms:modified xsi:type="dcterms:W3CDTF">2020-08-05T04:24:55Z</dcterms:modified>
</cp:coreProperties>
</file>