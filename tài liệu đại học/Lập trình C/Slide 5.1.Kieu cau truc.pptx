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96" r:id="rId3"/>
    <p:sldId id="321" r:id="rId4"/>
    <p:sldId id="322" r:id="rId5"/>
    <p:sldId id="348" r:id="rId6"/>
    <p:sldId id="351" r:id="rId7"/>
    <p:sldId id="347" r:id="rId8"/>
    <p:sldId id="364" r:id="rId9"/>
    <p:sldId id="349" r:id="rId10"/>
    <p:sldId id="357" r:id="rId11"/>
    <p:sldId id="366" r:id="rId12"/>
    <p:sldId id="358" r:id="rId13"/>
    <p:sldId id="356" r:id="rId14"/>
    <p:sldId id="318" r:id="rId15"/>
    <p:sldId id="353" r:id="rId16"/>
    <p:sldId id="342" r:id="rId17"/>
    <p:sldId id="305" r:id="rId18"/>
    <p:sldId id="319" r:id="rId19"/>
    <p:sldId id="320" r:id="rId20"/>
    <p:sldId id="311" r:id="rId21"/>
    <p:sldId id="314" r:id="rId22"/>
    <p:sldId id="344" r:id="rId23"/>
    <p:sldId id="345" r:id="rId24"/>
    <p:sldId id="331" r:id="rId25"/>
    <p:sldId id="354" r:id="rId26"/>
    <p:sldId id="333" r:id="rId27"/>
    <p:sldId id="334" r:id="rId28"/>
    <p:sldId id="339" r:id="rId29"/>
    <p:sldId id="359" r:id="rId30"/>
    <p:sldId id="360" r:id="rId31"/>
    <p:sldId id="362" r:id="rId32"/>
    <p:sldId id="361" r:id="rId33"/>
    <p:sldId id="304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C2C06"/>
    <a:srgbClr val="FFFFFF"/>
    <a:srgbClr val="6FB9D7"/>
    <a:srgbClr val="808080"/>
    <a:srgbClr val="969696"/>
    <a:srgbClr val="FF7F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4" autoAdjust="0"/>
    <p:restoredTop sz="93198" autoAdjust="0"/>
  </p:normalViewPr>
  <p:slideViewPr>
    <p:cSldViewPr>
      <p:cViewPr varScale="1">
        <p:scale>
          <a:sx n="63" d="100"/>
          <a:sy n="63" d="100"/>
        </p:scale>
        <p:origin x="143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0EF85-4A41-45D6-A549-9AEC42253074}" type="datetimeFigureOut">
              <a:rPr lang="en-US" smtClean="0"/>
              <a:t>30/09/2021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F200B-8160-4A3D-ABF0-2A267F00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42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1-27T01:37:56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8574 6146 0,'0'29'187,"30"-29"-140,-1 29-31,88-29-1,-29 29 1,29-29-16,88 30 16,-88 28-1,58-58 1,118 29-1,-176-29 1,-29 0 0,0 0-1,29 0-15,-30 0 16,30 30 0,88 28 15,-146-28-16,87-1 1,-29 0 0,-58-29-1,29 29 1,-30-29 0,59 0-1,29 30 1,-87-30-1,87 29 1,-87-29 0,-1 29-1,59-29 1,-58 0 0,87-29 15,-29-30-16,30 30 1,-89-29 0,1 58-1,58-59 1,-59 30 0,-58-1-1,59 30 1,-30-29 15,0 0 63,88-30-79,-87 30 1,-1 29 0,59-29-16,-59 29 15,0-29 17,-58 29 421,0 0-297,-1 0-47,30 29 1,-29-29 124,0 0 16</inkml:trace>
  <inkml:trace contextRef="#ctx0" brushRef="#br0" timeOffset="6837.41">1376 12613 0,'-29'29'172,"29"29"-157,0 1-15,0 29 16,-30 0-1,30-30 1,0 1 0,0-1-16,0-29 15,0 1 1,0 28 46,30-29-62,-1 30 16,29-30 0,1 1-1,-1-1-15,1-29 16,87 29 0,-58-29-1,146 29 16,-146-29-31,88 0 32,-59 0-17,-30 0 1,147 88 0,-146-59-1,117 30 1,-117-30-1,29-29 1,0 0 0,0 29-16,29 1 15,-87-1 1,87-29 0,-87 0 15,28 58-31,1-58 15,59 0 1,28 30 0,-58-1-1,-29-29 1,175 29 0,-175-29-1,176 29 1,-206 1-1,1-1 1,-1 0 0,118 1-1,-89-1 1,31 0 0,-60-29-1,-29 0 16,1 0-15,321 0 281,58 0-297,1 0 16,0 0-1,58 0-15,-58 0 16,-59 59-1,-29-30 1,-30 29 0,177-28-1,-265 57 1,-28-87 0,58 30-1,-88-1 1,30 0 15,-59 0-15,-29-29-1,87 30 1,-58-30 0,-87 0-1,28 0-15,-29 0 31,59 0-15,-29-30 0,87 1-1,59-88-15,-59 0 16,-58 59 0,58-89 15,-116 147-16,28-117 1,30 0 0,-30 29-1,118-87 1,-147 116 0,1 1-1,-1 29 1,-29-147 15,0 147-15,0-59-1,-59-58 1,59 87 0,-29 1-1,0 28 1,-1-28-16,1 58 31,-146-147-15,58 89-1,-30-59 1,30 88 0,29-1-1,-116-57 1,57 28 15,1 0-15,58 59-1,-117-58 1,30 58 0,58 0-1,-59-29 1,118 29 15,-30-30-15,29 30-16,-29 0 15,-58 30 1,88-1 0,-30 0-1,-58-29 1,58 29-1,-234 1 1,205-30 0,29 29-1,30-29 1,-177 0 0,89 29 15,-147-29-31,147 59 31,-146-59-15,145 0-1,59 0 1,1 0 0,-147 29-1,146 0 1,-117-29-1,117 0 1,-87 0 0,57 0-1,31 0 1,-89 30 0,118-1-1,-147-29 16,88 29-15,-30-29 0,-204 0-1,176 0 1,-30-29 0,-117-59-1,176 59 1,-323 29-1,352 0 1,0 0 0,-29 0-1,117 0 1,-147 0 0,88 29-1,-29 0 1,-58 30 15,146-59-15,-89 58 15,-28 30-15,-293 0-1,264-88 1,87 0-1,-117 29 1,117 30 0,-87-1-1,-294 118 1,294-147 0,29-29-16,87 0 15,30 29 16,-1-29-15,1 30 0,-29-1-1,-59 0 1,87-29 15</inkml:trace>
  <inkml:trace contextRef="#ctx0" brushRef="#br0" timeOffset="9790.52">2956 11910 0,'59'0'172,"87"0"-172,59-58 16,58-30-1,-29 88-15,0-29 16,30 29 0,-30 0-1,58 58 1,89 1 0,-235-59-1,-58 0 1,0 0-1,-1 0 1,-28 0 0,-30 0-1,30 0 1</inkml:trace>
  <inkml:trace contextRef="#ctx0" brushRef="#br0" timeOffset="12187.19">1990 16973 0,'0'-29'156,"30"29"-109,57-118-47,30 31 16,88-89-1,0 59 1,146 29-16,30-58 16,28 87-1,-57 30 1,57 29-1,-58 0-15,30 0 16,-147 59 0,0-30-1,0 0 1,-117 1 0,0-1-1,-29 0 16,-29 0-15,-59 1 0,29-30-1,0 0 17,0 0-17,1 0-15,28 0 16,1 0-1,-30 0 17,0 0-17,0 0 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EF2EDDF-53BD-43A0-BA3A-2C1DA5B1E4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201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Freeform 12"/>
          <p:cNvSpPr>
            <a:spLocks/>
          </p:cNvSpPr>
          <p:nvPr/>
        </p:nvSpPr>
        <p:spPr bwMode="gray">
          <a:xfrm>
            <a:off x="-9525" y="2997200"/>
            <a:ext cx="2205038" cy="2663825"/>
          </a:xfrm>
          <a:custGeom>
            <a:avLst/>
            <a:gdLst/>
            <a:ahLst/>
            <a:cxnLst>
              <a:cxn ang="0">
                <a:pos x="0" y="1678"/>
              </a:cxn>
              <a:cxn ang="0">
                <a:pos x="0" y="1134"/>
              </a:cxn>
              <a:cxn ang="0">
                <a:pos x="1406" y="0"/>
              </a:cxn>
              <a:cxn ang="0">
                <a:pos x="1406" y="91"/>
              </a:cxn>
              <a:cxn ang="0">
                <a:pos x="0" y="1678"/>
              </a:cxn>
            </a:cxnLst>
            <a:rect l="0" t="0" r="r" b="b"/>
            <a:pathLst>
              <a:path w="1406" h="1678">
                <a:moveTo>
                  <a:pt x="0" y="1678"/>
                </a:moveTo>
                <a:lnTo>
                  <a:pt x="0" y="1134"/>
                </a:lnTo>
                <a:lnTo>
                  <a:pt x="1406" y="0"/>
                </a:lnTo>
                <a:lnTo>
                  <a:pt x="1406" y="91"/>
                </a:lnTo>
                <a:lnTo>
                  <a:pt x="0" y="1678"/>
                </a:lnTo>
                <a:close/>
              </a:path>
            </a:pathLst>
          </a:custGeom>
          <a:solidFill>
            <a:srgbClr val="E0E0E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4103" name="Picture 7" descr="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1447800" y="1782763"/>
            <a:ext cx="7359650" cy="1609725"/>
          </a:xfrm>
          <a:prstGeom prst="rect">
            <a:avLst/>
          </a:prstGeom>
          <a:noFill/>
        </p:spPr>
      </p:pic>
      <p:sp>
        <p:nvSpPr>
          <p:cNvPr id="4104" name="Freeform 8"/>
          <p:cNvSpPr>
            <a:spLocks/>
          </p:cNvSpPr>
          <p:nvPr/>
        </p:nvSpPr>
        <p:spPr bwMode="gray">
          <a:xfrm>
            <a:off x="568325" y="-9525"/>
            <a:ext cx="1784350" cy="6875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90" y="2"/>
              </a:cxn>
              <a:cxn ang="0">
                <a:pos x="1124" y="1373"/>
              </a:cxn>
              <a:cxn ang="0">
                <a:pos x="1124" y="2036"/>
              </a:cxn>
              <a:cxn ang="0">
                <a:pos x="889" y="4343"/>
              </a:cxn>
              <a:cxn ang="0">
                <a:pos x="526" y="4343"/>
              </a:cxn>
              <a:cxn ang="0">
                <a:pos x="1079" y="2031"/>
              </a:cxn>
              <a:cxn ang="0">
                <a:pos x="1079" y="1383"/>
              </a:cxn>
              <a:cxn ang="0">
                <a:pos x="0" y="0"/>
              </a:cxn>
            </a:cxnLst>
            <a:rect l="0" t="0" r="r" b="b"/>
            <a:pathLst>
              <a:path w="1124" h="4343">
                <a:moveTo>
                  <a:pt x="0" y="0"/>
                </a:moveTo>
                <a:lnTo>
                  <a:pt x="490" y="2"/>
                </a:lnTo>
                <a:lnTo>
                  <a:pt x="1124" y="1373"/>
                </a:lnTo>
                <a:lnTo>
                  <a:pt x="1124" y="2036"/>
                </a:lnTo>
                <a:lnTo>
                  <a:pt x="889" y="4343"/>
                </a:lnTo>
                <a:lnTo>
                  <a:pt x="526" y="4343"/>
                </a:lnTo>
                <a:lnTo>
                  <a:pt x="1079" y="2031"/>
                </a:lnTo>
                <a:lnTo>
                  <a:pt x="1079" y="13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5" name="Freeform 9"/>
          <p:cNvSpPr>
            <a:spLocks/>
          </p:cNvSpPr>
          <p:nvPr/>
        </p:nvSpPr>
        <p:spPr bwMode="gray">
          <a:xfrm>
            <a:off x="-12700" y="-9525"/>
            <a:ext cx="2392363" cy="6880225"/>
          </a:xfrm>
          <a:custGeom>
            <a:avLst/>
            <a:gdLst/>
            <a:ahLst/>
            <a:cxnLst>
              <a:cxn ang="0">
                <a:pos x="181" y="0"/>
              </a:cxn>
              <a:cxn ang="0">
                <a:pos x="1507" y="1379"/>
              </a:cxn>
              <a:cxn ang="0">
                <a:pos x="1507" y="2036"/>
              </a:cxn>
              <a:cxn ang="0">
                <a:pos x="727" y="4334"/>
              </a:cxn>
              <a:cxn ang="0">
                <a:pos x="2" y="4334"/>
              </a:cxn>
              <a:cxn ang="0">
                <a:pos x="2" y="4162"/>
              </a:cxn>
              <a:cxn ang="0">
                <a:pos x="1441" y="1936"/>
              </a:cxn>
              <a:cxn ang="0">
                <a:pos x="1441" y="1447"/>
              </a:cxn>
              <a:cxn ang="0">
                <a:pos x="8" y="434"/>
              </a:cxn>
              <a:cxn ang="0">
                <a:pos x="0" y="6"/>
              </a:cxn>
              <a:cxn ang="0">
                <a:pos x="181" y="0"/>
              </a:cxn>
            </a:cxnLst>
            <a:rect l="0" t="0" r="r" b="b"/>
            <a:pathLst>
              <a:path w="1507" h="4334">
                <a:moveTo>
                  <a:pt x="181" y="0"/>
                </a:moveTo>
                <a:lnTo>
                  <a:pt x="1507" y="1379"/>
                </a:lnTo>
                <a:lnTo>
                  <a:pt x="1507" y="2036"/>
                </a:lnTo>
                <a:lnTo>
                  <a:pt x="727" y="4334"/>
                </a:lnTo>
                <a:lnTo>
                  <a:pt x="2" y="4334"/>
                </a:lnTo>
                <a:lnTo>
                  <a:pt x="2" y="4162"/>
                </a:lnTo>
                <a:lnTo>
                  <a:pt x="1441" y="1936"/>
                </a:lnTo>
                <a:lnTo>
                  <a:pt x="1441" y="1447"/>
                </a:lnTo>
                <a:lnTo>
                  <a:pt x="8" y="434"/>
                </a:lnTo>
                <a:lnTo>
                  <a:pt x="0" y="6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6" name="Freeform 10"/>
          <p:cNvSpPr>
            <a:spLocks/>
          </p:cNvSpPr>
          <p:nvPr/>
        </p:nvSpPr>
        <p:spPr bwMode="gray">
          <a:xfrm>
            <a:off x="2557463" y="0"/>
            <a:ext cx="3022600" cy="6858000"/>
          </a:xfrm>
          <a:custGeom>
            <a:avLst/>
            <a:gdLst/>
            <a:ahLst/>
            <a:cxnLst>
              <a:cxn ang="0">
                <a:pos x="1904" y="0"/>
              </a:cxn>
              <a:cxn ang="0">
                <a:pos x="1178" y="0"/>
              </a:cxn>
              <a:cxn ang="0">
                <a:pos x="0" y="1342"/>
              </a:cxn>
              <a:cxn ang="0">
                <a:pos x="0" y="1950"/>
              </a:cxn>
              <a:cxn ang="0">
                <a:pos x="498" y="4354"/>
              </a:cxn>
              <a:cxn ang="0">
                <a:pos x="1088" y="4354"/>
              </a:cxn>
              <a:cxn ang="0">
                <a:pos x="44" y="1985"/>
              </a:cxn>
              <a:cxn ang="0">
                <a:pos x="44" y="1361"/>
              </a:cxn>
              <a:cxn ang="0">
                <a:pos x="1904" y="0"/>
              </a:cxn>
            </a:cxnLst>
            <a:rect l="0" t="0" r="r" b="b"/>
            <a:pathLst>
              <a:path w="1904" h="4354">
                <a:moveTo>
                  <a:pt x="1904" y="0"/>
                </a:moveTo>
                <a:lnTo>
                  <a:pt x="1178" y="0"/>
                </a:lnTo>
                <a:lnTo>
                  <a:pt x="0" y="1342"/>
                </a:lnTo>
                <a:lnTo>
                  <a:pt x="0" y="1950"/>
                </a:lnTo>
                <a:lnTo>
                  <a:pt x="498" y="4354"/>
                </a:lnTo>
                <a:lnTo>
                  <a:pt x="1088" y="4354"/>
                </a:lnTo>
                <a:lnTo>
                  <a:pt x="44" y="1985"/>
                </a:lnTo>
                <a:lnTo>
                  <a:pt x="44" y="1361"/>
                </a:lnTo>
                <a:lnTo>
                  <a:pt x="1904" y="0"/>
                </a:lnTo>
                <a:close/>
              </a:path>
            </a:pathLst>
          </a:custGeom>
          <a:solidFill>
            <a:srgbClr val="D3D3D3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7" name="Freeform 11"/>
          <p:cNvSpPr>
            <a:spLocks/>
          </p:cNvSpPr>
          <p:nvPr/>
        </p:nvSpPr>
        <p:spPr bwMode="gray">
          <a:xfrm>
            <a:off x="2959100" y="-14288"/>
            <a:ext cx="2711450" cy="1887538"/>
          </a:xfrm>
          <a:custGeom>
            <a:avLst/>
            <a:gdLst/>
            <a:ahLst/>
            <a:cxnLst>
              <a:cxn ang="0">
                <a:pos x="1708" y="1"/>
              </a:cxn>
              <a:cxn ang="0">
                <a:pos x="1379" y="0"/>
              </a:cxn>
              <a:cxn ang="0">
                <a:pos x="0" y="1189"/>
              </a:cxn>
              <a:cxn ang="0">
                <a:pos x="1708" y="1"/>
              </a:cxn>
            </a:cxnLst>
            <a:rect l="0" t="0" r="r" b="b"/>
            <a:pathLst>
              <a:path w="1708" h="1189">
                <a:moveTo>
                  <a:pt x="1708" y="1"/>
                </a:moveTo>
                <a:lnTo>
                  <a:pt x="1379" y="0"/>
                </a:lnTo>
                <a:lnTo>
                  <a:pt x="0" y="1189"/>
                </a:lnTo>
                <a:lnTo>
                  <a:pt x="1708" y="1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9" name="Freeform 13"/>
          <p:cNvSpPr>
            <a:spLocks/>
          </p:cNvSpPr>
          <p:nvPr/>
        </p:nvSpPr>
        <p:spPr bwMode="gray">
          <a:xfrm>
            <a:off x="2498725" y="-9525"/>
            <a:ext cx="6105525" cy="6867525"/>
          </a:xfrm>
          <a:custGeom>
            <a:avLst/>
            <a:gdLst/>
            <a:ahLst/>
            <a:cxnLst>
              <a:cxn ang="0">
                <a:pos x="3665" y="0"/>
              </a:cxn>
              <a:cxn ang="0">
                <a:pos x="2122" y="0"/>
              </a:cxn>
              <a:cxn ang="0">
                <a:pos x="0" y="1339"/>
              </a:cxn>
              <a:cxn ang="0">
                <a:pos x="0" y="1950"/>
              </a:cxn>
              <a:cxn ang="0">
                <a:pos x="1215" y="4354"/>
              </a:cxn>
              <a:cxn ang="0">
                <a:pos x="1941" y="4354"/>
              </a:cxn>
              <a:cxn ang="0">
                <a:pos x="72" y="1877"/>
              </a:cxn>
              <a:cxn ang="0">
                <a:pos x="72" y="1361"/>
              </a:cxn>
              <a:cxn ang="0">
                <a:pos x="3846" y="0"/>
              </a:cxn>
              <a:cxn ang="0">
                <a:pos x="2122" y="0"/>
              </a:cxn>
            </a:cxnLst>
            <a:rect l="0" t="0" r="r" b="b"/>
            <a:pathLst>
              <a:path w="3846" h="4354">
                <a:moveTo>
                  <a:pt x="3665" y="0"/>
                </a:moveTo>
                <a:lnTo>
                  <a:pt x="2122" y="0"/>
                </a:lnTo>
                <a:lnTo>
                  <a:pt x="0" y="1339"/>
                </a:lnTo>
                <a:lnTo>
                  <a:pt x="0" y="1950"/>
                </a:lnTo>
                <a:lnTo>
                  <a:pt x="1215" y="4354"/>
                </a:lnTo>
                <a:lnTo>
                  <a:pt x="1941" y="4354"/>
                </a:lnTo>
                <a:lnTo>
                  <a:pt x="72" y="1877"/>
                </a:lnTo>
                <a:lnTo>
                  <a:pt x="72" y="1361"/>
                </a:lnTo>
                <a:lnTo>
                  <a:pt x="3846" y="0"/>
                </a:lnTo>
                <a:lnTo>
                  <a:pt x="2122" y="0"/>
                </a:lnTo>
              </a:path>
            </a:pathLst>
          </a:cu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0" name="Freeform 14"/>
          <p:cNvSpPr>
            <a:spLocks/>
          </p:cNvSpPr>
          <p:nvPr/>
        </p:nvSpPr>
        <p:spPr bwMode="gray">
          <a:xfrm>
            <a:off x="-9525" y="185738"/>
            <a:ext cx="2246313" cy="59848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5" y="1197"/>
              </a:cxn>
              <a:cxn ang="0">
                <a:pos x="1415" y="1862"/>
              </a:cxn>
              <a:cxn ang="0">
                <a:pos x="0" y="3770"/>
              </a:cxn>
              <a:cxn ang="0">
                <a:pos x="0" y="3272"/>
              </a:cxn>
              <a:cxn ang="0">
                <a:pos x="1376" y="1801"/>
              </a:cxn>
              <a:cxn ang="0">
                <a:pos x="1376" y="1272"/>
              </a:cxn>
              <a:cxn ang="0">
                <a:pos x="6" y="962"/>
              </a:cxn>
              <a:cxn ang="0">
                <a:pos x="0" y="0"/>
              </a:cxn>
            </a:cxnLst>
            <a:rect l="0" t="0" r="r" b="b"/>
            <a:pathLst>
              <a:path w="1415" h="3770">
                <a:moveTo>
                  <a:pt x="0" y="0"/>
                </a:moveTo>
                <a:lnTo>
                  <a:pt x="1415" y="1197"/>
                </a:lnTo>
                <a:lnTo>
                  <a:pt x="1415" y="1862"/>
                </a:lnTo>
                <a:lnTo>
                  <a:pt x="0" y="3770"/>
                </a:lnTo>
                <a:lnTo>
                  <a:pt x="0" y="3272"/>
                </a:lnTo>
                <a:lnTo>
                  <a:pt x="1376" y="1801"/>
                </a:lnTo>
                <a:lnTo>
                  <a:pt x="1376" y="1272"/>
                </a:lnTo>
                <a:lnTo>
                  <a:pt x="6" y="9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1" name="Freeform 15"/>
          <p:cNvSpPr>
            <a:spLocks/>
          </p:cNvSpPr>
          <p:nvPr/>
        </p:nvSpPr>
        <p:spPr bwMode="gray">
          <a:xfrm>
            <a:off x="2608263" y="642938"/>
            <a:ext cx="6540500" cy="6215062"/>
          </a:xfrm>
          <a:custGeom>
            <a:avLst/>
            <a:gdLst/>
            <a:ahLst/>
            <a:cxnLst>
              <a:cxn ang="0">
                <a:pos x="4115" y="0"/>
              </a:cxn>
              <a:cxn ang="0">
                <a:pos x="4120" y="500"/>
              </a:cxn>
              <a:cxn ang="0">
                <a:pos x="61" y="1059"/>
              </a:cxn>
              <a:cxn ang="0">
                <a:pos x="61" y="1466"/>
              </a:cxn>
              <a:cxn ang="0">
                <a:pos x="2419" y="3915"/>
              </a:cxn>
              <a:cxn ang="0">
                <a:pos x="1830" y="3915"/>
              </a:cxn>
              <a:cxn ang="0">
                <a:pos x="0" y="1449"/>
              </a:cxn>
              <a:cxn ang="0">
                <a:pos x="0" y="967"/>
              </a:cxn>
              <a:cxn ang="0">
                <a:pos x="4115" y="0"/>
              </a:cxn>
            </a:cxnLst>
            <a:rect l="0" t="0" r="r" b="b"/>
            <a:pathLst>
              <a:path w="4120" h="3915">
                <a:moveTo>
                  <a:pt x="4115" y="0"/>
                </a:moveTo>
                <a:lnTo>
                  <a:pt x="4120" y="500"/>
                </a:lnTo>
                <a:lnTo>
                  <a:pt x="61" y="1059"/>
                </a:lnTo>
                <a:lnTo>
                  <a:pt x="61" y="1466"/>
                </a:lnTo>
                <a:lnTo>
                  <a:pt x="2419" y="3915"/>
                </a:lnTo>
                <a:lnTo>
                  <a:pt x="1830" y="3915"/>
                </a:lnTo>
                <a:lnTo>
                  <a:pt x="0" y="1449"/>
                </a:lnTo>
                <a:lnTo>
                  <a:pt x="0" y="967"/>
                </a:lnTo>
                <a:lnTo>
                  <a:pt x="4115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2" name="Freeform 16"/>
          <p:cNvSpPr>
            <a:spLocks/>
          </p:cNvSpPr>
          <p:nvPr/>
        </p:nvSpPr>
        <p:spPr bwMode="gray">
          <a:xfrm>
            <a:off x="2586038" y="-17463"/>
            <a:ext cx="6557962" cy="6875463"/>
          </a:xfrm>
          <a:custGeom>
            <a:avLst/>
            <a:gdLst/>
            <a:ahLst/>
            <a:cxnLst>
              <a:cxn ang="0">
                <a:pos x="4131" y="0"/>
              </a:cxn>
              <a:cxn ang="0">
                <a:pos x="4126" y="494"/>
              </a:cxn>
              <a:cxn ang="0">
                <a:pos x="55" y="1404"/>
              </a:cxn>
              <a:cxn ang="0">
                <a:pos x="55" y="1853"/>
              </a:cxn>
              <a:cxn ang="0">
                <a:pos x="3156" y="4348"/>
              </a:cxn>
              <a:cxn ang="0">
                <a:pos x="2067" y="4348"/>
              </a:cxn>
              <a:cxn ang="0">
                <a:pos x="0" y="1882"/>
              </a:cxn>
              <a:cxn ang="0">
                <a:pos x="0" y="1355"/>
              </a:cxn>
              <a:cxn ang="0">
                <a:pos x="3615" y="0"/>
              </a:cxn>
              <a:cxn ang="0">
                <a:pos x="4131" y="0"/>
              </a:cxn>
            </a:cxnLst>
            <a:rect l="0" t="0" r="r" b="b"/>
            <a:pathLst>
              <a:path w="4131" h="4348">
                <a:moveTo>
                  <a:pt x="4131" y="0"/>
                </a:moveTo>
                <a:lnTo>
                  <a:pt x="4126" y="494"/>
                </a:lnTo>
                <a:lnTo>
                  <a:pt x="55" y="1404"/>
                </a:lnTo>
                <a:lnTo>
                  <a:pt x="55" y="1853"/>
                </a:lnTo>
                <a:lnTo>
                  <a:pt x="3156" y="4348"/>
                </a:lnTo>
                <a:lnTo>
                  <a:pt x="2067" y="4348"/>
                </a:lnTo>
                <a:lnTo>
                  <a:pt x="0" y="1882"/>
                </a:lnTo>
                <a:lnTo>
                  <a:pt x="0" y="1355"/>
                </a:lnTo>
                <a:lnTo>
                  <a:pt x="3615" y="0"/>
                </a:lnTo>
                <a:lnTo>
                  <a:pt x="4131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3" name="Freeform 17"/>
          <p:cNvSpPr>
            <a:spLocks/>
          </p:cNvSpPr>
          <p:nvPr/>
        </p:nvSpPr>
        <p:spPr bwMode="gray">
          <a:xfrm>
            <a:off x="2771775" y="-26988"/>
            <a:ext cx="5761038" cy="2087563"/>
          </a:xfrm>
          <a:custGeom>
            <a:avLst/>
            <a:gdLst/>
            <a:ahLst/>
            <a:cxnLst>
              <a:cxn ang="0">
                <a:pos x="0" y="1315"/>
              </a:cxn>
              <a:cxn ang="0">
                <a:pos x="2858" y="0"/>
              </a:cxn>
              <a:cxn ang="0">
                <a:pos x="3629" y="0"/>
              </a:cxn>
              <a:cxn ang="0">
                <a:pos x="0" y="1315"/>
              </a:cxn>
            </a:cxnLst>
            <a:rect l="0" t="0" r="r" b="b"/>
            <a:pathLst>
              <a:path w="3629" h="1315">
                <a:moveTo>
                  <a:pt x="0" y="1315"/>
                </a:moveTo>
                <a:lnTo>
                  <a:pt x="2858" y="0"/>
                </a:lnTo>
                <a:lnTo>
                  <a:pt x="3629" y="0"/>
                </a:lnTo>
                <a:lnTo>
                  <a:pt x="0" y="1315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4" name="Freeform 18"/>
          <p:cNvSpPr>
            <a:spLocks/>
          </p:cNvSpPr>
          <p:nvPr/>
        </p:nvSpPr>
        <p:spPr bwMode="gray">
          <a:xfrm>
            <a:off x="2555875" y="2924175"/>
            <a:ext cx="3384550" cy="39449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32" y="2495"/>
              </a:cxn>
              <a:cxn ang="0">
                <a:pos x="1814" y="2495"/>
              </a:cxn>
              <a:cxn ang="0">
                <a:pos x="0" y="0"/>
              </a:cxn>
            </a:cxnLst>
            <a:rect l="0" t="0" r="r" b="b"/>
            <a:pathLst>
              <a:path w="2132" h="2495">
                <a:moveTo>
                  <a:pt x="0" y="0"/>
                </a:moveTo>
                <a:lnTo>
                  <a:pt x="2132" y="2495"/>
                </a:lnTo>
                <a:lnTo>
                  <a:pt x="1814" y="2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0" name="Freeform 24"/>
          <p:cNvSpPr>
            <a:spLocks/>
          </p:cNvSpPr>
          <p:nvPr/>
        </p:nvSpPr>
        <p:spPr bwMode="gray">
          <a:xfrm>
            <a:off x="-19050" y="180975"/>
            <a:ext cx="2262188" cy="1914525"/>
          </a:xfrm>
          <a:custGeom>
            <a:avLst/>
            <a:gdLst/>
            <a:ahLst/>
            <a:cxnLst>
              <a:cxn ang="0">
                <a:pos x="1425" y="1206"/>
              </a:cxn>
              <a:cxn ang="0">
                <a:pos x="0" y="0"/>
              </a:cxn>
              <a:cxn ang="0">
                <a:pos x="0" y="186"/>
              </a:cxn>
              <a:cxn ang="0">
                <a:pos x="1425" y="1206"/>
              </a:cxn>
            </a:cxnLst>
            <a:rect l="0" t="0" r="r" b="b"/>
            <a:pathLst>
              <a:path w="1425" h="1206">
                <a:moveTo>
                  <a:pt x="1425" y="1206"/>
                </a:moveTo>
                <a:lnTo>
                  <a:pt x="0" y="0"/>
                </a:lnTo>
                <a:lnTo>
                  <a:pt x="0" y="186"/>
                </a:lnTo>
                <a:lnTo>
                  <a:pt x="1425" y="1206"/>
                </a:lnTo>
                <a:close/>
              </a:path>
            </a:pathLst>
          </a:custGeom>
          <a:solidFill>
            <a:srgbClr val="333333">
              <a:alpha val="39999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1" name="Freeform 25"/>
          <p:cNvSpPr>
            <a:spLocks/>
          </p:cNvSpPr>
          <p:nvPr/>
        </p:nvSpPr>
        <p:spPr bwMode="gray">
          <a:xfrm>
            <a:off x="-12700" y="3105150"/>
            <a:ext cx="2327275" cy="3762375"/>
          </a:xfrm>
          <a:custGeom>
            <a:avLst/>
            <a:gdLst/>
            <a:ahLst/>
            <a:cxnLst>
              <a:cxn ang="0">
                <a:pos x="0" y="2248"/>
              </a:cxn>
              <a:cxn ang="0">
                <a:pos x="1466" y="0"/>
              </a:cxn>
              <a:cxn ang="0">
                <a:pos x="194" y="2370"/>
              </a:cxn>
              <a:cxn ang="0">
                <a:pos x="4" y="2364"/>
              </a:cxn>
              <a:cxn ang="0">
                <a:pos x="0" y="2248"/>
              </a:cxn>
            </a:cxnLst>
            <a:rect l="0" t="0" r="r" b="b"/>
            <a:pathLst>
              <a:path w="1466" h="2370">
                <a:moveTo>
                  <a:pt x="0" y="2248"/>
                </a:moveTo>
                <a:lnTo>
                  <a:pt x="1466" y="0"/>
                </a:lnTo>
                <a:lnTo>
                  <a:pt x="194" y="2370"/>
                </a:lnTo>
                <a:lnTo>
                  <a:pt x="4" y="2364"/>
                </a:lnTo>
                <a:lnTo>
                  <a:pt x="0" y="2248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2" name="Freeform 26"/>
          <p:cNvSpPr>
            <a:spLocks/>
          </p:cNvSpPr>
          <p:nvPr/>
        </p:nvSpPr>
        <p:spPr bwMode="gray">
          <a:xfrm>
            <a:off x="-9525" y="1403350"/>
            <a:ext cx="2317750" cy="5265738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6" y="643"/>
              </a:cxn>
              <a:cxn ang="0">
                <a:pos x="1410" y="564"/>
              </a:cxn>
              <a:cxn ang="0">
                <a:pos x="1410" y="1049"/>
              </a:cxn>
              <a:cxn ang="0">
                <a:pos x="0" y="2852"/>
              </a:cxn>
              <a:cxn ang="0">
                <a:pos x="0" y="3317"/>
              </a:cxn>
              <a:cxn ang="0">
                <a:pos x="1460" y="1062"/>
              </a:cxn>
              <a:cxn ang="0">
                <a:pos x="1460" y="505"/>
              </a:cxn>
              <a:cxn ang="0">
                <a:pos x="6" y="0"/>
              </a:cxn>
            </a:cxnLst>
            <a:rect l="0" t="0" r="r" b="b"/>
            <a:pathLst>
              <a:path w="1460" h="3317">
                <a:moveTo>
                  <a:pt x="6" y="0"/>
                </a:moveTo>
                <a:lnTo>
                  <a:pt x="6" y="643"/>
                </a:lnTo>
                <a:lnTo>
                  <a:pt x="1410" y="564"/>
                </a:lnTo>
                <a:lnTo>
                  <a:pt x="1410" y="1049"/>
                </a:lnTo>
                <a:lnTo>
                  <a:pt x="0" y="2852"/>
                </a:lnTo>
                <a:lnTo>
                  <a:pt x="0" y="3317"/>
                </a:lnTo>
                <a:lnTo>
                  <a:pt x="1460" y="1062"/>
                </a:lnTo>
                <a:lnTo>
                  <a:pt x="1460" y="505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32" name="Group 36"/>
          <p:cNvGrpSpPr>
            <a:grpSpLocks/>
          </p:cNvGrpSpPr>
          <p:nvPr userDrawn="1"/>
        </p:nvGrpSpPr>
        <p:grpSpPr bwMode="auto">
          <a:xfrm>
            <a:off x="0" y="0"/>
            <a:ext cx="9153525" cy="6886575"/>
            <a:chOff x="0" y="0"/>
            <a:chExt cx="5760" cy="4326"/>
          </a:xfrm>
        </p:grpSpPr>
        <p:pic>
          <p:nvPicPr>
            <p:cNvPr id="4131" name="Picture 35" descr="11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gray">
            <a:xfrm>
              <a:off x="0" y="0"/>
              <a:ext cx="5760" cy="4326"/>
            </a:xfrm>
            <a:prstGeom prst="rect">
              <a:avLst/>
            </a:prstGeom>
            <a:noFill/>
          </p:spPr>
        </p:pic>
        <p:sp>
          <p:nvSpPr>
            <p:cNvPr id="4123" name="Rectangle 27"/>
            <p:cNvSpPr>
              <a:spLocks noChangeArrowheads="1"/>
            </p:cNvSpPr>
            <p:nvPr userDrawn="1"/>
          </p:nvSpPr>
          <p:spPr bwMode="gray">
            <a:xfrm>
              <a:off x="212" y="462"/>
              <a:ext cx="5334" cy="3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076575"/>
            <a:ext cx="7772400" cy="8858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46" name="Rectangle 50"/>
          <p:cNvSpPr>
            <a:spLocks noChangeArrowheads="1"/>
          </p:cNvSpPr>
          <p:nvPr/>
        </p:nvSpPr>
        <p:spPr bwMode="gray">
          <a:xfrm>
            <a:off x="341313" y="722313"/>
            <a:ext cx="8478837" cy="541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76200"/>
            <a:ext cx="8326437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8288" y="6593392"/>
            <a:ext cx="505760" cy="304800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B8312829-49E3-4E17-B3A1-69417714C48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60" y="6583878"/>
            <a:ext cx="408640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4453330E-6C32-4BFE-8810-01D51B7355A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14440" y="6576950"/>
            <a:ext cx="429560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87B6DCF0-D2CB-4FE5-BA28-8D3CBF35D1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54160" y="6283325"/>
            <a:ext cx="2133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702CAFE-1915-4C47-8B69-5B6D3A95C5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98438"/>
            <a:ext cx="6302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83325"/>
            <a:ext cx="2133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E79F10D-A928-4C9A-BDF9-033C4E4BA2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Freeform 9"/>
          <p:cNvSpPr>
            <a:spLocks/>
          </p:cNvSpPr>
          <p:nvPr/>
        </p:nvSpPr>
        <p:spPr bwMode="gray">
          <a:xfrm>
            <a:off x="7658100" y="0"/>
            <a:ext cx="1104900" cy="6848475"/>
          </a:xfrm>
          <a:custGeom>
            <a:avLst/>
            <a:gdLst/>
            <a:ahLst/>
            <a:cxnLst>
              <a:cxn ang="0">
                <a:pos x="312" y="0"/>
              </a:cxn>
              <a:cxn ang="0">
                <a:pos x="528" y="444"/>
              </a:cxn>
              <a:cxn ang="0">
                <a:pos x="696" y="960"/>
              </a:cxn>
              <a:cxn ang="0">
                <a:pos x="426" y="4314"/>
              </a:cxn>
              <a:cxn ang="0">
                <a:pos x="108" y="4314"/>
              </a:cxn>
              <a:cxn ang="0">
                <a:pos x="648" y="960"/>
              </a:cxn>
              <a:cxn ang="0">
                <a:pos x="456" y="432"/>
              </a:cxn>
              <a:cxn ang="0">
                <a:pos x="0" y="0"/>
              </a:cxn>
              <a:cxn ang="0">
                <a:pos x="312" y="0"/>
              </a:cxn>
            </a:cxnLst>
            <a:rect l="0" t="0" r="r" b="b"/>
            <a:pathLst>
              <a:path w="696" h="4314">
                <a:moveTo>
                  <a:pt x="312" y="0"/>
                </a:moveTo>
                <a:lnTo>
                  <a:pt x="528" y="444"/>
                </a:lnTo>
                <a:lnTo>
                  <a:pt x="696" y="960"/>
                </a:lnTo>
                <a:lnTo>
                  <a:pt x="426" y="4314"/>
                </a:lnTo>
                <a:lnTo>
                  <a:pt x="108" y="4314"/>
                </a:lnTo>
                <a:lnTo>
                  <a:pt x="648" y="960"/>
                </a:lnTo>
                <a:lnTo>
                  <a:pt x="456" y="432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4" name="Freeform 10"/>
          <p:cNvSpPr>
            <a:spLocks/>
          </p:cNvSpPr>
          <p:nvPr/>
        </p:nvSpPr>
        <p:spPr bwMode="gray">
          <a:xfrm>
            <a:off x="1066800" y="0"/>
            <a:ext cx="7543800" cy="685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36" y="0"/>
              </a:cxn>
              <a:cxn ang="0">
                <a:pos x="4590" y="450"/>
              </a:cxn>
              <a:cxn ang="0">
                <a:pos x="4752" y="972"/>
              </a:cxn>
              <a:cxn ang="0">
                <a:pos x="3600" y="4320"/>
              </a:cxn>
              <a:cxn ang="0">
                <a:pos x="3312" y="4320"/>
              </a:cxn>
              <a:cxn ang="0">
                <a:pos x="4712" y="994"/>
              </a:cxn>
              <a:cxn ang="0">
                <a:pos x="4518" y="524"/>
              </a:cxn>
              <a:cxn ang="0">
                <a:pos x="0" y="0"/>
              </a:cxn>
            </a:cxnLst>
            <a:rect l="0" t="0" r="r" b="b"/>
            <a:pathLst>
              <a:path w="4752" h="4320">
                <a:moveTo>
                  <a:pt x="0" y="0"/>
                </a:moveTo>
                <a:lnTo>
                  <a:pt x="1536" y="0"/>
                </a:lnTo>
                <a:lnTo>
                  <a:pt x="4590" y="450"/>
                </a:lnTo>
                <a:lnTo>
                  <a:pt x="4752" y="972"/>
                </a:lnTo>
                <a:lnTo>
                  <a:pt x="3600" y="4320"/>
                </a:lnTo>
                <a:lnTo>
                  <a:pt x="3312" y="4320"/>
                </a:lnTo>
                <a:lnTo>
                  <a:pt x="4712" y="994"/>
                </a:lnTo>
                <a:lnTo>
                  <a:pt x="4518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5" name="Freeform 11"/>
          <p:cNvSpPr>
            <a:spLocks/>
          </p:cNvSpPr>
          <p:nvPr/>
        </p:nvSpPr>
        <p:spPr bwMode="gray">
          <a:xfrm>
            <a:off x="5486400" y="1657350"/>
            <a:ext cx="2990850" cy="5200650"/>
          </a:xfrm>
          <a:custGeom>
            <a:avLst/>
            <a:gdLst/>
            <a:ahLst/>
            <a:cxnLst>
              <a:cxn ang="0">
                <a:pos x="384" y="3276"/>
              </a:cxn>
              <a:cxn ang="0">
                <a:pos x="1884" y="0"/>
              </a:cxn>
              <a:cxn ang="0">
                <a:pos x="0" y="3276"/>
              </a:cxn>
              <a:cxn ang="0">
                <a:pos x="384" y="3276"/>
              </a:cxn>
            </a:cxnLst>
            <a:rect l="0" t="0" r="r" b="b"/>
            <a:pathLst>
              <a:path w="1884" h="3276">
                <a:moveTo>
                  <a:pt x="384" y="3276"/>
                </a:moveTo>
                <a:lnTo>
                  <a:pt x="1884" y="0"/>
                </a:lnTo>
                <a:lnTo>
                  <a:pt x="0" y="3276"/>
                </a:lnTo>
                <a:lnTo>
                  <a:pt x="384" y="3276"/>
                </a:lnTo>
                <a:close/>
              </a:path>
            </a:pathLst>
          </a:custGeom>
          <a:solidFill>
            <a:srgbClr val="E0E0E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6" name="Freeform 12"/>
          <p:cNvSpPr>
            <a:spLocks/>
          </p:cNvSpPr>
          <p:nvPr/>
        </p:nvSpPr>
        <p:spPr bwMode="gray">
          <a:xfrm>
            <a:off x="3429000" y="0"/>
            <a:ext cx="5172075" cy="685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82" y="475"/>
              </a:cxn>
              <a:cxn ang="0">
                <a:pos x="3210" y="936"/>
              </a:cxn>
              <a:cxn ang="0">
                <a:pos x="1728" y="4320"/>
              </a:cxn>
              <a:cxn ang="0">
                <a:pos x="1872" y="4320"/>
              </a:cxn>
              <a:cxn ang="0">
                <a:pos x="3258" y="912"/>
              </a:cxn>
              <a:cxn ang="0">
                <a:pos x="3120" y="432"/>
              </a:cxn>
              <a:cxn ang="0">
                <a:pos x="1296" y="0"/>
              </a:cxn>
              <a:cxn ang="0">
                <a:pos x="0" y="0"/>
              </a:cxn>
            </a:cxnLst>
            <a:rect l="0" t="0" r="r" b="b"/>
            <a:pathLst>
              <a:path w="3258" h="4320">
                <a:moveTo>
                  <a:pt x="0" y="0"/>
                </a:moveTo>
                <a:lnTo>
                  <a:pt x="3082" y="475"/>
                </a:lnTo>
                <a:lnTo>
                  <a:pt x="3210" y="936"/>
                </a:lnTo>
                <a:lnTo>
                  <a:pt x="1728" y="4320"/>
                </a:lnTo>
                <a:lnTo>
                  <a:pt x="1872" y="4320"/>
                </a:lnTo>
                <a:lnTo>
                  <a:pt x="3258" y="912"/>
                </a:lnTo>
                <a:lnTo>
                  <a:pt x="3120" y="432"/>
                </a:lnTo>
                <a:lnTo>
                  <a:pt x="1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8" name="Freeform 14"/>
          <p:cNvSpPr>
            <a:spLocks/>
          </p:cNvSpPr>
          <p:nvPr/>
        </p:nvSpPr>
        <p:spPr bwMode="gray">
          <a:xfrm>
            <a:off x="8382000" y="0"/>
            <a:ext cx="762000" cy="11430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96"/>
              </a:cxn>
              <a:cxn ang="0">
                <a:pos x="354" y="690"/>
              </a:cxn>
              <a:cxn ang="0">
                <a:pos x="480" y="720"/>
              </a:cxn>
              <a:cxn ang="0">
                <a:pos x="480" y="576"/>
              </a:cxn>
              <a:cxn ang="0">
                <a:pos x="48" y="96"/>
              </a:cxn>
              <a:cxn ang="0">
                <a:pos x="89" y="0"/>
              </a:cxn>
              <a:cxn ang="0">
                <a:pos x="48" y="0"/>
              </a:cxn>
            </a:cxnLst>
            <a:rect l="0" t="0" r="r" b="b"/>
            <a:pathLst>
              <a:path w="480" h="720">
                <a:moveTo>
                  <a:pt x="48" y="0"/>
                </a:moveTo>
                <a:lnTo>
                  <a:pt x="0" y="96"/>
                </a:lnTo>
                <a:lnTo>
                  <a:pt x="354" y="690"/>
                </a:lnTo>
                <a:lnTo>
                  <a:pt x="480" y="720"/>
                </a:lnTo>
                <a:lnTo>
                  <a:pt x="480" y="576"/>
                </a:lnTo>
                <a:lnTo>
                  <a:pt x="48" y="96"/>
                </a:lnTo>
                <a:lnTo>
                  <a:pt x="89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9" name="Freeform 15"/>
          <p:cNvSpPr>
            <a:spLocks/>
          </p:cNvSpPr>
          <p:nvPr/>
        </p:nvSpPr>
        <p:spPr bwMode="gray">
          <a:xfrm>
            <a:off x="8610600" y="228600"/>
            <a:ext cx="533400" cy="533400"/>
          </a:xfrm>
          <a:custGeom>
            <a:avLst/>
            <a:gdLst/>
            <a:ahLst/>
            <a:cxnLst>
              <a:cxn ang="0">
                <a:pos x="336" y="336"/>
              </a:cxn>
              <a:cxn ang="0">
                <a:pos x="0" y="0"/>
              </a:cxn>
              <a:cxn ang="0">
                <a:pos x="336" y="240"/>
              </a:cxn>
              <a:cxn ang="0">
                <a:pos x="336" y="336"/>
              </a:cxn>
            </a:cxnLst>
            <a:rect l="0" t="0" r="r" b="b"/>
            <a:pathLst>
              <a:path w="336" h="336">
                <a:moveTo>
                  <a:pt x="336" y="336"/>
                </a:moveTo>
                <a:lnTo>
                  <a:pt x="0" y="0"/>
                </a:lnTo>
                <a:lnTo>
                  <a:pt x="336" y="240"/>
                </a:lnTo>
                <a:lnTo>
                  <a:pt x="336" y="336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073" name="Group 49"/>
          <p:cNvGrpSpPr>
            <a:grpSpLocks/>
          </p:cNvGrpSpPr>
          <p:nvPr/>
        </p:nvGrpSpPr>
        <p:grpSpPr bwMode="auto">
          <a:xfrm>
            <a:off x="5562600" y="0"/>
            <a:ext cx="3267075" cy="6858000"/>
            <a:chOff x="3504" y="0"/>
            <a:chExt cx="2058" cy="4320"/>
          </a:xfrm>
        </p:grpSpPr>
        <p:sp>
          <p:nvSpPr>
            <p:cNvPr id="1037" name="Freeform 13"/>
            <p:cNvSpPr>
              <a:spLocks/>
            </p:cNvSpPr>
            <p:nvPr userDrawn="1"/>
          </p:nvSpPr>
          <p:spPr bwMode="gray">
            <a:xfrm>
              <a:off x="3504" y="0"/>
              <a:ext cx="2058" cy="43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6" y="0"/>
                </a:cxn>
                <a:cxn ang="0">
                  <a:pos x="1854" y="402"/>
                </a:cxn>
                <a:cxn ang="0">
                  <a:pos x="2058" y="972"/>
                </a:cxn>
                <a:cxn ang="0">
                  <a:pos x="1296" y="4320"/>
                </a:cxn>
                <a:cxn ang="0">
                  <a:pos x="720" y="4320"/>
                </a:cxn>
                <a:cxn ang="0">
                  <a:pos x="1920" y="912"/>
                </a:cxn>
                <a:cxn ang="0">
                  <a:pos x="1776" y="432"/>
                </a:cxn>
                <a:cxn ang="0">
                  <a:pos x="0" y="0"/>
                </a:cxn>
              </a:cxnLst>
              <a:rect l="0" t="0" r="r" b="b"/>
              <a:pathLst>
                <a:path w="2058" h="4320">
                  <a:moveTo>
                    <a:pt x="0" y="0"/>
                  </a:moveTo>
                  <a:lnTo>
                    <a:pt x="1056" y="0"/>
                  </a:lnTo>
                  <a:lnTo>
                    <a:pt x="1854" y="402"/>
                  </a:lnTo>
                  <a:lnTo>
                    <a:pt x="2058" y="972"/>
                  </a:lnTo>
                  <a:lnTo>
                    <a:pt x="1296" y="4320"/>
                  </a:lnTo>
                  <a:lnTo>
                    <a:pt x="720" y="4320"/>
                  </a:lnTo>
                  <a:lnTo>
                    <a:pt x="1920" y="912"/>
                  </a:lnTo>
                  <a:lnTo>
                    <a:pt x="1776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 userDrawn="1"/>
          </p:nvSpPr>
          <p:spPr bwMode="gray">
            <a:xfrm>
              <a:off x="4217" y="1056"/>
              <a:ext cx="1152" cy="3264"/>
            </a:xfrm>
            <a:custGeom>
              <a:avLst/>
              <a:gdLst/>
              <a:ahLst/>
              <a:cxnLst>
                <a:cxn ang="0">
                  <a:pos x="0" y="3264"/>
                </a:cxn>
                <a:cxn ang="0">
                  <a:pos x="1152" y="0"/>
                </a:cxn>
                <a:cxn ang="0">
                  <a:pos x="96" y="3264"/>
                </a:cxn>
                <a:cxn ang="0">
                  <a:pos x="0" y="3264"/>
                </a:cxn>
              </a:cxnLst>
              <a:rect l="0" t="0" r="r" b="b"/>
              <a:pathLst>
                <a:path w="1152" h="3264">
                  <a:moveTo>
                    <a:pt x="0" y="3264"/>
                  </a:moveTo>
                  <a:lnTo>
                    <a:pt x="1152" y="0"/>
                  </a:lnTo>
                  <a:lnTo>
                    <a:pt x="96" y="3264"/>
                  </a:lnTo>
                  <a:lnTo>
                    <a:pt x="0" y="32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6" name="Group 22"/>
          <p:cNvGrpSpPr>
            <a:grpSpLocks/>
          </p:cNvGrpSpPr>
          <p:nvPr userDrawn="1"/>
        </p:nvGrpSpPr>
        <p:grpSpPr bwMode="auto">
          <a:xfrm>
            <a:off x="142875" y="685800"/>
            <a:ext cx="8858250" cy="5943600"/>
            <a:chOff x="90" y="480"/>
            <a:chExt cx="5580" cy="3744"/>
          </a:xfrm>
        </p:grpSpPr>
        <p:sp>
          <p:nvSpPr>
            <p:cNvPr id="1040" name="Rectangle 16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Rectangle 17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2" name="Rectangle 18"/>
          <p:cNvSpPr>
            <a:spLocks noChangeArrowheads="1"/>
          </p:cNvSpPr>
          <p:nvPr/>
        </p:nvSpPr>
        <p:spPr bwMode="gray">
          <a:xfrm>
            <a:off x="381000" y="676275"/>
            <a:ext cx="6248400" cy="152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43" name="Picture 19" descr="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gray">
          <a:xfrm>
            <a:off x="261939" y="218570"/>
            <a:ext cx="371475" cy="371475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65163" y="76200"/>
            <a:ext cx="8097837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04800" y="803872"/>
            <a:ext cx="8572500" cy="574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60" r:id="rId6"/>
  </p:sldLayoutIdLst>
  <p:transition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73030" y="3505200"/>
            <a:ext cx="584237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KIỂU DỮ LIỆU CẤU TRÚC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36461" y="2971800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CH</a:t>
            </a:r>
            <a:r>
              <a:rPr lang="vi-VN" b="1" dirty="0">
                <a:solidFill>
                  <a:schemeClr val="accent2">
                    <a:lumMod val="75000"/>
                  </a:schemeClr>
                </a:solidFill>
              </a:rPr>
              <a:t>Ư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ƠNG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b="1" dirty="0" err="1">
                <a:solidFill>
                  <a:srgbClr val="0070C0"/>
                </a:solidFill>
              </a:rPr>
              <a:t>Tình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huống</a:t>
            </a:r>
            <a:r>
              <a:rPr lang="en-US" dirty="0"/>
              <a:t>: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ABC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cuốn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, </a:t>
            </a:r>
            <a:r>
              <a:rPr lang="en-US" dirty="0" err="1"/>
              <a:t>nhan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,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 lvl="1" algn="just"/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cuốn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?</a:t>
            </a:r>
          </a:p>
          <a:p>
            <a:pPr lvl="1" algn="just"/>
            <a:r>
              <a:rPr lang="vi-VN" dirty="0"/>
              <a:t> </a:t>
            </a:r>
            <a:r>
              <a:rPr lang="en-US" dirty="0" err="1"/>
              <a:t>Kiểu</a:t>
            </a:r>
            <a:r>
              <a:rPr lang="vi-VN" dirty="0"/>
              <a:t> mảng trong C/C++ cho phép bạn định nghĩa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vi-VN" dirty="0"/>
              <a:t>cùng kiểu dữ liêu</a:t>
            </a:r>
            <a:r>
              <a:rPr lang="en-US" dirty="0"/>
              <a:t>.</a:t>
            </a:r>
          </a:p>
          <a:p>
            <a:pPr lvl="1" algn="just"/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cuốn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</a:t>
            </a:r>
            <a:r>
              <a:rPr lang="en-US" dirty="0" err="1"/>
              <a:t>chuỗi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)</a:t>
            </a:r>
          </a:p>
          <a:p>
            <a:pPr algn="just"/>
            <a:r>
              <a:rPr lang="en-US" dirty="0"/>
              <a:t>Đ</a:t>
            </a:r>
            <a:r>
              <a:rPr lang="vi-VN" dirty="0"/>
              <a:t>ể giải quyết vấn đề này ta dùng kiểu dữ liệu có </a:t>
            </a:r>
            <a:r>
              <a:rPr lang="vi-VN" dirty="0">
                <a:solidFill>
                  <a:srgbClr val="FF0000"/>
                </a:solidFill>
              </a:rPr>
              <a:t>Cấu Trúc</a:t>
            </a:r>
            <a:r>
              <a:rPr lang="en-US" dirty="0">
                <a:solidFill>
                  <a:srgbClr val="FF0000"/>
                </a:solidFill>
              </a:rPr>
              <a:t> - 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endParaRPr lang="vi-VN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  <a:p>
            <a:pPr algn="just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53003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Định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nghĩa</a:t>
            </a:r>
            <a:r>
              <a:rPr lang="en-US" dirty="0">
                <a:solidFill>
                  <a:srgbClr val="000000"/>
                </a:solidFill>
              </a:rPr>
              <a:t> struct: struct </a:t>
            </a:r>
            <a:r>
              <a:rPr lang="en-US" dirty="0" err="1">
                <a:solidFill>
                  <a:srgbClr val="000000"/>
                </a:solidFill>
              </a:rPr>
              <a:t>là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trúc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đối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tượng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gồm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có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nhiều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thành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phần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mỗi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thành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phần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có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thể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có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kiểu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khác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nhau</a:t>
            </a:r>
            <a:r>
              <a:rPr lang="en-US" dirty="0">
                <a:solidFill>
                  <a:srgbClr val="000000"/>
                </a:solidFill>
              </a:rPr>
              <a:t>). </a:t>
            </a:r>
            <a:r>
              <a:rPr lang="en-US" dirty="0" err="1">
                <a:solidFill>
                  <a:srgbClr val="000000"/>
                </a:solidFill>
              </a:rPr>
              <a:t>Ví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dụ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en-US" dirty="0" err="1">
                <a:solidFill>
                  <a:srgbClr val="000000"/>
                </a:solidFill>
              </a:rPr>
              <a:t>sinh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phân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số</a:t>
            </a:r>
            <a:r>
              <a:rPr lang="en-US">
                <a:solidFill>
                  <a:srgbClr val="000000"/>
                </a:solidFill>
              </a:rPr>
              <a:t>….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829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Cách</a:t>
            </a:r>
            <a:r>
              <a:rPr lang="en-US" dirty="0">
                <a:solidFill>
                  <a:srgbClr val="000000"/>
                </a:solidFill>
              </a:rPr>
              <a:t> 1: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4" y="1371600"/>
            <a:ext cx="8005915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  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trúc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1&gt;;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2&gt;;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.. 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51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0000"/>
                </a:solidFill>
              </a:rPr>
              <a:t>Một nhân viên được mô tả bằng 3 thành phần thông tin, còn gọi là trường (field): mã số (int), họ tên (tối đa 29 ký tự), lương (float) có thể khai báo như sau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7200" y="2209800"/>
            <a:ext cx="3962400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Tenhanvien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{     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int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maso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char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hoten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[30];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float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luong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};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5463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5" y="1371600"/>
            <a:ext cx="3962400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struct </a:t>
            </a:r>
            <a:r>
              <a:rPr lang="en-US" dirty="0" err="1">
                <a:solidFill>
                  <a:srgbClr val="000000"/>
                </a:solidFill>
              </a:rPr>
              <a:t>SinhVien</a:t>
            </a:r>
            <a:endParaRPr lang="en-US" dirty="0">
              <a:solidFill>
                <a:srgbClr val="000000"/>
              </a:solidFill>
            </a:endParaRP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{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	char </a:t>
            </a:r>
            <a:r>
              <a:rPr lang="en-US" dirty="0" err="1">
                <a:solidFill>
                  <a:srgbClr val="000000"/>
                </a:solidFill>
              </a:rPr>
              <a:t>MaSV</a:t>
            </a:r>
            <a:r>
              <a:rPr lang="en-US" dirty="0">
                <a:solidFill>
                  <a:srgbClr val="000000"/>
                </a:solidFill>
              </a:rPr>
              <a:t>[10];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	char </a:t>
            </a:r>
            <a:r>
              <a:rPr lang="en-US" dirty="0" err="1">
                <a:solidFill>
                  <a:srgbClr val="000000"/>
                </a:solidFill>
              </a:rPr>
              <a:t>HoTen</a:t>
            </a:r>
            <a:r>
              <a:rPr lang="en-US" dirty="0">
                <a:solidFill>
                  <a:srgbClr val="000000"/>
                </a:solidFill>
              </a:rPr>
              <a:t>[30];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	char </a:t>
            </a:r>
            <a:r>
              <a:rPr lang="en-US" dirty="0" err="1">
                <a:solidFill>
                  <a:srgbClr val="000000"/>
                </a:solidFill>
              </a:rPr>
              <a:t>DiaChi</a:t>
            </a:r>
            <a:r>
              <a:rPr lang="en-US" dirty="0">
                <a:solidFill>
                  <a:srgbClr val="000000"/>
                </a:solidFill>
              </a:rPr>
              <a:t>[100];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	int </a:t>
            </a:r>
            <a:r>
              <a:rPr lang="en-US" dirty="0" err="1">
                <a:solidFill>
                  <a:srgbClr val="000000"/>
                </a:solidFill>
              </a:rPr>
              <a:t>NamSinh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  <a:r>
              <a:rPr lang="en-US" dirty="0">
                <a:solidFill>
                  <a:srgbClr val="FF0000"/>
                </a:solidFill>
              </a:rPr>
              <a:t>sv1,sv2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06636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typedef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Cách</a:t>
            </a:r>
            <a:r>
              <a:rPr lang="en-US" dirty="0">
                <a:solidFill>
                  <a:srgbClr val="000000"/>
                </a:solidFill>
              </a:rPr>
              <a:t> 2: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4" y="1371600"/>
            <a:ext cx="7624915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typedef  struct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trúc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1&gt;;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2&gt;;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…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}&lt;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trúc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553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typedef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Cách</a:t>
            </a:r>
            <a:r>
              <a:rPr lang="en-US" dirty="0">
                <a:solidFill>
                  <a:srgbClr val="000000"/>
                </a:solidFill>
              </a:rPr>
              <a:t> 3: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4" y="1371600"/>
            <a:ext cx="7624915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typedef  struct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1&gt;;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kiểu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 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2&gt;;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… </a:t>
            </a:r>
          </a:p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}&lt;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trúc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&gt;;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8561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Ví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dụ</a:t>
            </a:r>
            <a:r>
              <a:rPr lang="en-US" dirty="0">
                <a:solidFill>
                  <a:srgbClr val="000000"/>
                </a:solidFill>
              </a:rPr>
              <a:t>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4" y="1371600"/>
            <a:ext cx="8234515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Kiểu nhân viên có thể được khai báo như sau :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typedef  struct Tenhanvien 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{   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int maso;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       char ten[30];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       float luong; </a:t>
            </a:r>
          </a:p>
          <a:p>
            <a:pPr marL="457200" lvl="1" indent="0" algn="just">
              <a:buFontTx/>
              <a:buNone/>
            </a:pPr>
            <a:r>
              <a:rPr lang="vi-VN" dirty="0">
                <a:solidFill>
                  <a:srgbClr val="000000"/>
                </a:solidFill>
              </a:rPr>
              <a:t>}TENNV;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642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3564-4CCC-4B85-95A5-51C53ABC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Khai</a:t>
            </a:r>
            <a:r>
              <a:rPr lang="en-US" sz="3200" dirty="0"/>
              <a:t> </a:t>
            </a:r>
            <a:r>
              <a:rPr lang="en-US" sz="3200" dirty="0" err="1"/>
              <a:t>báo</a:t>
            </a:r>
            <a:r>
              <a:rPr lang="en-US" sz="3200" dirty="0"/>
              <a:t> </a:t>
            </a:r>
            <a:r>
              <a:rPr lang="en-US" sz="3200" dirty="0" err="1"/>
              <a:t>biến</a:t>
            </a:r>
            <a:r>
              <a:rPr lang="en-US" sz="3200" dirty="0"/>
              <a:t> </a:t>
            </a:r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7C3E-A443-4F56-8F94-610620EF1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/>
              <a:t>Cú pháp :   &lt;Tên cấu trúc&gt;   &lt;tên biến&gt; ; 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3A8CD-0054-488F-9A32-5570BEC1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z="1400" smtClean="0"/>
              <a:pPr/>
              <a:t>10</a:t>
            </a:fld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7C4F3A-249F-4ACB-A687-8F378BF2C970}"/>
              </a:ext>
            </a:extLst>
          </p:cNvPr>
          <p:cNvSpPr/>
          <p:nvPr/>
        </p:nvSpPr>
        <p:spPr>
          <a:xfrm>
            <a:off x="152400" y="1667747"/>
            <a:ext cx="5867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n-US" sz="2800" dirty="0">
                <a:solidFill>
                  <a:srgbClr val="000000"/>
                </a:solidFill>
              </a:rPr>
              <a:t>t</a:t>
            </a:r>
            <a:r>
              <a:rPr lang="vi-VN" sz="2800" dirty="0">
                <a:solidFill>
                  <a:srgbClr val="000000"/>
                </a:solidFill>
              </a:rPr>
              <a:t>ypedef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vi-VN" sz="2800" dirty="0">
                <a:solidFill>
                  <a:srgbClr val="000000"/>
                </a:solidFill>
              </a:rPr>
              <a:t>struct</a:t>
            </a:r>
          </a:p>
          <a:p>
            <a:pPr lvl="1" algn="just"/>
            <a:r>
              <a:rPr lang="vi-VN" sz="2800" dirty="0">
                <a:solidFill>
                  <a:srgbClr val="000000"/>
                </a:solidFill>
              </a:rPr>
              <a:t>{    </a:t>
            </a:r>
          </a:p>
          <a:p>
            <a:pPr lvl="1" algn="just"/>
            <a:r>
              <a:rPr lang="vi-VN" sz="2800" dirty="0">
                <a:solidFill>
                  <a:srgbClr val="000000"/>
                </a:solidFill>
              </a:rPr>
              <a:t>int maso; </a:t>
            </a:r>
          </a:p>
          <a:p>
            <a:pPr lvl="1" algn="just"/>
            <a:r>
              <a:rPr lang="vi-VN" sz="2800" dirty="0">
                <a:solidFill>
                  <a:srgbClr val="000000"/>
                </a:solidFill>
              </a:rPr>
              <a:t>       char ten[30]; </a:t>
            </a:r>
          </a:p>
          <a:p>
            <a:pPr lvl="1" algn="just"/>
            <a:r>
              <a:rPr lang="vi-VN" sz="2800" dirty="0">
                <a:solidFill>
                  <a:srgbClr val="000000"/>
                </a:solidFill>
              </a:rPr>
              <a:t>       float luong; </a:t>
            </a:r>
          </a:p>
          <a:p>
            <a:pPr lvl="1" algn="just"/>
            <a:r>
              <a:rPr lang="vi-VN" sz="2800" dirty="0">
                <a:solidFill>
                  <a:srgbClr val="000000"/>
                </a:solidFill>
              </a:rPr>
              <a:t>}TENNV; 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A8DEC4-1B59-4814-8FBD-FCCDA276D5D7}"/>
              </a:ext>
            </a:extLst>
          </p:cNvPr>
          <p:cNvSpPr/>
          <p:nvPr/>
        </p:nvSpPr>
        <p:spPr>
          <a:xfrm>
            <a:off x="562840" y="4373112"/>
            <a:ext cx="56855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TENNV a;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47D709-7CA5-46E6-97D8-253B44D37B89}"/>
                  </a:ext>
                </a:extLst>
              </p14:cNvPr>
              <p14:cNvContentPartPr/>
              <p14:nvPr/>
            </p14:nvContentPartPr>
            <p14:xfrm>
              <a:off x="316080" y="2212560"/>
              <a:ext cx="4361760" cy="3898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47D709-7CA5-46E6-97D8-253B44D37B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720" y="2203200"/>
                <a:ext cx="4380480" cy="391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082536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Ví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dụ</a:t>
            </a:r>
            <a:r>
              <a:rPr lang="en-US" dirty="0">
                <a:solidFill>
                  <a:srgbClr val="000000"/>
                </a:solidFill>
              </a:rPr>
              <a:t> 2: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4" y="1371600"/>
            <a:ext cx="8005915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struct Tenhanvien 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{   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int maso;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       char ten[30];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       float luong;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}; 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000000"/>
                </a:solidFill>
              </a:rPr>
              <a:t>struct Tenhanvien nv1;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221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1CBB-A3A9-4F56-B140-3C66C214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BC9D2-FDFC-4EFF-96C6-B81A2DE0F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just">
              <a:buNone/>
            </a:pPr>
            <a:r>
              <a:rPr lang="en-US" sz="2800" dirty="0">
                <a:solidFill>
                  <a:srgbClr val="000000"/>
                </a:solidFill>
              </a:rPr>
              <a:t>t</a:t>
            </a:r>
            <a:r>
              <a:rPr lang="vi-VN" sz="2800" dirty="0">
                <a:solidFill>
                  <a:srgbClr val="000000"/>
                </a:solidFill>
              </a:rPr>
              <a:t>ypedef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vi-VN" sz="2800" dirty="0">
                <a:solidFill>
                  <a:srgbClr val="000000"/>
                </a:solidFill>
              </a:rPr>
              <a:t>struct</a:t>
            </a:r>
          </a:p>
          <a:p>
            <a:pPr marL="457200" lvl="1" indent="0" algn="just">
              <a:buNone/>
            </a:pPr>
            <a:r>
              <a:rPr lang="vi-VN" sz="2800" dirty="0">
                <a:solidFill>
                  <a:srgbClr val="000000"/>
                </a:solidFill>
              </a:rPr>
              <a:t>{    </a:t>
            </a:r>
          </a:p>
          <a:p>
            <a:pPr marL="457200" lvl="1" indent="0" algn="just">
              <a:buNone/>
            </a:pPr>
            <a:r>
              <a:rPr lang="vi-VN" sz="2800" dirty="0">
                <a:solidFill>
                  <a:srgbClr val="000000"/>
                </a:solidFill>
              </a:rPr>
              <a:t>int maso; </a:t>
            </a:r>
          </a:p>
          <a:p>
            <a:pPr marL="457200" lvl="1" indent="0" algn="just">
              <a:buNone/>
            </a:pPr>
            <a:r>
              <a:rPr lang="vi-VN" sz="2800" dirty="0">
                <a:solidFill>
                  <a:srgbClr val="000000"/>
                </a:solidFill>
              </a:rPr>
              <a:t>       char ten[30]; </a:t>
            </a:r>
          </a:p>
          <a:p>
            <a:pPr marL="457200" lvl="1" indent="0" algn="just">
              <a:buNone/>
            </a:pPr>
            <a:r>
              <a:rPr lang="vi-VN" sz="2800" dirty="0">
                <a:solidFill>
                  <a:srgbClr val="000000"/>
                </a:solidFill>
              </a:rPr>
              <a:t>       float luong; </a:t>
            </a:r>
          </a:p>
          <a:p>
            <a:pPr marL="457200" lvl="1" indent="0" algn="just">
              <a:buNone/>
            </a:pPr>
            <a:r>
              <a:rPr lang="vi-VN" sz="2800" dirty="0">
                <a:solidFill>
                  <a:srgbClr val="000000"/>
                </a:solidFill>
              </a:rPr>
              <a:t>}TENNV; </a:t>
            </a:r>
            <a:r>
              <a:rPr lang="en-US" sz="2800" dirty="0">
                <a:solidFill>
                  <a:srgbClr val="000000"/>
                </a:solidFill>
              </a:rPr>
              <a:t>	</a:t>
            </a:r>
          </a:p>
          <a:p>
            <a:pPr marL="457200" lvl="1" indent="0" algn="just">
              <a:buNone/>
            </a:pPr>
            <a:r>
              <a:rPr lang="en-US" sz="2800" dirty="0">
                <a:solidFill>
                  <a:srgbClr val="000000"/>
                </a:solidFill>
              </a:rPr>
              <a:t>TENNV nv1, nv2;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71B22-4470-4A23-A212-1F852FBA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629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Ví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dụ</a:t>
            </a:r>
            <a:r>
              <a:rPr lang="en-US" dirty="0">
                <a:solidFill>
                  <a:srgbClr val="000000"/>
                </a:solidFill>
              </a:rPr>
              <a:t>: </a:t>
            </a:r>
            <a:endParaRPr lang="vi-VN" dirty="0">
              <a:solidFill>
                <a:srgbClr val="000000"/>
              </a:solidFill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2285" y="1371600"/>
            <a:ext cx="3962400" cy="4114800"/>
          </a:xfrm>
          <a:prstGeom prst="rect">
            <a:avLst/>
          </a:prstGeom>
          <a:ln cmpd="dbl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typedef struct </a:t>
            </a:r>
            <a:r>
              <a:rPr lang="en-US" dirty="0" err="1">
                <a:solidFill>
                  <a:srgbClr val="000000"/>
                </a:solidFill>
              </a:rPr>
              <a:t>sinhvien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{</a:t>
            </a: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    char MSV[20]; // ma </a:t>
            </a:r>
            <a:r>
              <a:rPr lang="en-US" dirty="0" err="1">
                <a:solidFill>
                  <a:srgbClr val="000000"/>
                </a:solidFill>
              </a:rPr>
              <a:t>sinh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vien</a:t>
            </a:r>
            <a:endParaRPr lang="en-US" dirty="0">
              <a:solidFill>
                <a:srgbClr val="000000"/>
              </a:solidFill>
            </a:endParaRP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    char </a:t>
            </a:r>
            <a:r>
              <a:rPr lang="en-US" dirty="0" err="1">
                <a:solidFill>
                  <a:srgbClr val="000000"/>
                </a:solidFill>
              </a:rPr>
              <a:t>hoten</a:t>
            </a:r>
            <a:r>
              <a:rPr lang="en-US" dirty="0">
                <a:solidFill>
                  <a:srgbClr val="000000"/>
                </a:solidFill>
              </a:rPr>
              <a:t>[30]; // ho ten </a:t>
            </a:r>
            <a:r>
              <a:rPr lang="en-US" dirty="0" err="1">
                <a:solidFill>
                  <a:srgbClr val="000000"/>
                </a:solidFill>
              </a:rPr>
              <a:t>sinh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vien</a:t>
            </a:r>
            <a:endParaRPr lang="en-US" dirty="0">
              <a:solidFill>
                <a:srgbClr val="000000"/>
              </a:solidFill>
            </a:endParaRP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    double </a:t>
            </a:r>
            <a:r>
              <a:rPr lang="en-US" dirty="0" err="1">
                <a:solidFill>
                  <a:srgbClr val="000000"/>
                </a:solidFill>
              </a:rPr>
              <a:t>toan</a:t>
            </a:r>
            <a:r>
              <a:rPr lang="en-US" dirty="0">
                <a:solidFill>
                  <a:srgbClr val="000000"/>
                </a:solidFill>
              </a:rPr>
              <a:t>, tin, </a:t>
            </a:r>
            <a:r>
              <a:rPr lang="en-US" dirty="0" err="1">
                <a:solidFill>
                  <a:srgbClr val="000000"/>
                </a:solidFill>
              </a:rPr>
              <a:t>anh</a:t>
            </a:r>
            <a:r>
              <a:rPr lang="en-US" dirty="0">
                <a:solidFill>
                  <a:srgbClr val="000000"/>
                </a:solidFill>
              </a:rPr>
              <a:t>; // </a:t>
            </a:r>
            <a:r>
              <a:rPr lang="en-US" dirty="0" err="1">
                <a:solidFill>
                  <a:srgbClr val="000000"/>
                </a:solidFill>
              </a:rPr>
              <a:t>cac</a:t>
            </a:r>
            <a:r>
              <a:rPr lang="en-US" dirty="0">
                <a:solidFill>
                  <a:srgbClr val="000000"/>
                </a:solidFill>
              </a:rPr>
              <a:t> diem </a:t>
            </a:r>
            <a:r>
              <a:rPr lang="en-US" dirty="0" err="1">
                <a:solidFill>
                  <a:srgbClr val="000000"/>
                </a:solidFill>
              </a:rPr>
              <a:t>toan</a:t>
            </a:r>
            <a:r>
              <a:rPr lang="en-US" dirty="0">
                <a:solidFill>
                  <a:srgbClr val="000000"/>
                </a:solidFill>
              </a:rPr>
              <a:t>, tin, </a:t>
            </a:r>
            <a:r>
              <a:rPr lang="en-US" dirty="0" err="1">
                <a:solidFill>
                  <a:srgbClr val="000000"/>
                </a:solidFill>
              </a:rPr>
              <a:t>anh</a:t>
            </a:r>
            <a:endParaRPr lang="en-US" dirty="0">
              <a:solidFill>
                <a:srgbClr val="000000"/>
              </a:solidFill>
            </a:endParaRPr>
          </a:p>
          <a:p>
            <a:pPr marL="457200" lvl="1" indent="0" algn="just">
              <a:buFontTx/>
              <a:buNone/>
            </a:pPr>
            <a:r>
              <a:rPr lang="en-US" dirty="0">
                <a:solidFill>
                  <a:srgbClr val="000000"/>
                </a:solidFill>
              </a:rPr>
              <a:t>} </a:t>
            </a:r>
            <a:r>
              <a:rPr lang="en-US" dirty="0" err="1">
                <a:solidFill>
                  <a:srgbClr val="000000"/>
                </a:solidFill>
              </a:rPr>
              <a:t>kieuSinhVien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4414685" y="1371600"/>
            <a:ext cx="3904488" cy="4114800"/>
          </a:xfrm>
          <a:prstGeom prst="rect">
            <a:avLst/>
          </a:prstGeom>
          <a:ln cmpd="thickThin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 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sinhvien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(kiểu cấu trúc được đặt sau từ khóa struct) thì khi khai báo struct sinhvien svA; -&gt; đúng)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E581A3-4C9A-446D-825E-FA172B0B874C}"/>
              </a:ext>
            </a:extLst>
          </p:cNvPr>
          <p:cNvSpPr txBox="1">
            <a:spLocks/>
          </p:cNvSpPr>
          <p:nvPr/>
        </p:nvSpPr>
        <p:spPr>
          <a:xfrm>
            <a:off x="4414685" y="1336964"/>
            <a:ext cx="3904488" cy="4114800"/>
          </a:xfrm>
          <a:prstGeom prst="rect">
            <a:avLst/>
          </a:prstGeom>
          <a:ln cmpd="thickThin">
            <a:solidFill>
              <a:schemeClr val="tx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2800" dirty="0"/>
              <a:t>Với </a:t>
            </a:r>
            <a:r>
              <a:rPr lang="vi-VN" sz="2800" b="1" dirty="0"/>
              <a:t>kieuSinhVIen</a:t>
            </a:r>
            <a:r>
              <a:rPr lang="vi-VN" sz="2800" dirty="0"/>
              <a:t> thì khi khai báo biến kieuSinhVIen svA; -&gt; đúng).</a:t>
            </a:r>
          </a:p>
          <a:p>
            <a:pPr marL="0" indent="0" algn="just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117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/>
              <a:t>- Nếu biến cấu trúc là biến thông thường (không phải là con trỏ) thì truy xuất thành  cấu trúc bằng dấu chấm “.” </a:t>
            </a:r>
          </a:p>
          <a:p>
            <a:pPr marL="0" indent="0" algn="just">
              <a:buNone/>
            </a:pPr>
            <a:r>
              <a:rPr lang="vi-VN" dirty="0"/>
              <a:t>&lt;Tên biến cấu trúc&gt; . &lt;Tên thành phần&gt; </a:t>
            </a:r>
          </a:p>
          <a:p>
            <a:pPr marL="0" indent="0" algn="just">
              <a:buNone/>
            </a:pPr>
            <a:r>
              <a:rPr lang="vi-VN" dirty="0"/>
              <a:t>- Nếu biến cấu trúc là biến con trỏ thì truy xuất thành phần bằng dấu mũi tên “ -&gt;” (dấu trừ và dấu lớn). </a:t>
            </a:r>
          </a:p>
          <a:p>
            <a:r>
              <a:rPr lang="en-US" dirty="0" err="1"/>
              <a:t>Cách</a:t>
            </a:r>
            <a:r>
              <a:rPr lang="en-US" dirty="0"/>
              <a:t> 1: </a:t>
            </a:r>
            <a:r>
              <a:rPr lang="en-US" dirty="0" err="1"/>
              <a:t>tên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-&gt;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</a:p>
          <a:p>
            <a:r>
              <a:rPr lang="en-US" dirty="0" err="1"/>
              <a:t>Cách</a:t>
            </a:r>
            <a:r>
              <a:rPr lang="en-US" dirty="0"/>
              <a:t> 2: (*</a:t>
            </a:r>
            <a:r>
              <a:rPr lang="en-US" dirty="0" err="1"/>
              <a:t>tên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).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</a:t>
            </a:r>
            <a:endParaRPr lang="vi-VN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76927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C393-2A10-4EBF-9AF5-9226B62F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619F-82F7-4B1B-9116-526BD8A51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D487-1164-4C63-A76E-AA90CD76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700F6-0C66-4B6D-BC24-F25666845897}"/>
              </a:ext>
            </a:extLst>
          </p:cNvPr>
          <p:cNvSpPr/>
          <p:nvPr/>
        </p:nvSpPr>
        <p:spPr>
          <a:xfrm>
            <a:off x="467591" y="1230868"/>
            <a:ext cx="3505200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just"/>
            <a:r>
              <a:rPr lang="en-US" sz="2400" dirty="0">
                <a:solidFill>
                  <a:srgbClr val="000000"/>
                </a:solidFill>
              </a:rPr>
              <a:t>struct </a:t>
            </a:r>
            <a:r>
              <a:rPr lang="en-US" sz="2400" dirty="0" err="1">
                <a:solidFill>
                  <a:srgbClr val="000000"/>
                </a:solidFill>
              </a:rPr>
              <a:t>SinhVien</a:t>
            </a:r>
            <a:endParaRPr lang="en-US" sz="2400" dirty="0">
              <a:solidFill>
                <a:srgbClr val="000000"/>
              </a:solidFill>
            </a:endParaRP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{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	char </a:t>
            </a:r>
            <a:r>
              <a:rPr lang="en-US" sz="2400" dirty="0" err="1">
                <a:solidFill>
                  <a:srgbClr val="000000"/>
                </a:solidFill>
              </a:rPr>
              <a:t>MaSV</a:t>
            </a:r>
            <a:r>
              <a:rPr lang="en-US" sz="2400" dirty="0">
                <a:solidFill>
                  <a:srgbClr val="000000"/>
                </a:solidFill>
              </a:rPr>
              <a:t>[10];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	char </a:t>
            </a:r>
            <a:r>
              <a:rPr lang="en-US" sz="2400" dirty="0" err="1">
                <a:solidFill>
                  <a:srgbClr val="000000"/>
                </a:solidFill>
              </a:rPr>
              <a:t>HoTen</a:t>
            </a:r>
            <a:r>
              <a:rPr lang="en-US" sz="2400" dirty="0">
                <a:solidFill>
                  <a:srgbClr val="000000"/>
                </a:solidFill>
              </a:rPr>
              <a:t>[30];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	char </a:t>
            </a:r>
            <a:r>
              <a:rPr lang="en-US" sz="2400" dirty="0" err="1">
                <a:solidFill>
                  <a:srgbClr val="000000"/>
                </a:solidFill>
              </a:rPr>
              <a:t>DiaChi</a:t>
            </a:r>
            <a:r>
              <a:rPr lang="en-US" sz="2400" dirty="0">
                <a:solidFill>
                  <a:srgbClr val="000000"/>
                </a:solidFill>
              </a:rPr>
              <a:t>[100];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	int </a:t>
            </a:r>
            <a:r>
              <a:rPr lang="en-US" sz="2400" dirty="0" err="1">
                <a:solidFill>
                  <a:srgbClr val="000000"/>
                </a:solidFill>
              </a:rPr>
              <a:t>NamSinh</a:t>
            </a:r>
            <a:r>
              <a:rPr lang="en-US" sz="2400" dirty="0">
                <a:solidFill>
                  <a:srgbClr val="000000"/>
                </a:solidFill>
              </a:rPr>
              <a:t>;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};</a:t>
            </a:r>
          </a:p>
          <a:p>
            <a:pPr lvl="1" algn="just"/>
            <a:r>
              <a:rPr lang="en-US" sz="2400" dirty="0">
                <a:solidFill>
                  <a:srgbClr val="000000"/>
                </a:solidFill>
              </a:rPr>
              <a:t>struct </a:t>
            </a:r>
            <a:r>
              <a:rPr lang="en-US" sz="2400" dirty="0" err="1">
                <a:solidFill>
                  <a:srgbClr val="000000"/>
                </a:solidFill>
              </a:rPr>
              <a:t>sinhvien</a:t>
            </a:r>
            <a:r>
              <a:rPr lang="en-US" sz="2400" dirty="0">
                <a:solidFill>
                  <a:srgbClr val="000000"/>
                </a:solidFill>
              </a:rPr>
              <a:t> *</a:t>
            </a:r>
            <a:r>
              <a:rPr lang="en-US" sz="2400" dirty="0" err="1">
                <a:solidFill>
                  <a:srgbClr val="000000"/>
                </a:solidFill>
              </a:rPr>
              <a:t>sv</a:t>
            </a:r>
            <a:r>
              <a:rPr lang="en-US" sz="24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2C464-FD01-4167-984A-76C68C78B740}"/>
              </a:ext>
            </a:extLst>
          </p:cNvPr>
          <p:cNvSpPr/>
          <p:nvPr/>
        </p:nvSpPr>
        <p:spPr>
          <a:xfrm>
            <a:off x="4506190" y="1600200"/>
            <a:ext cx="4343401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66688" lvl="1" algn="just">
              <a:tabLst>
                <a:tab pos="166688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Truy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cập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đến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biến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thành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phần</a:t>
            </a:r>
            <a:r>
              <a:rPr lang="en-US" sz="2400" dirty="0">
                <a:solidFill>
                  <a:srgbClr val="000000"/>
                </a:solidFill>
              </a:rPr>
              <a:t>:</a:t>
            </a:r>
          </a:p>
          <a:p>
            <a:pPr marL="166688" lvl="1" algn="just">
              <a:tabLst>
                <a:tab pos="166688" algn="l"/>
              </a:tabLst>
            </a:pPr>
            <a:r>
              <a:rPr lang="en-US" sz="2400" dirty="0">
                <a:solidFill>
                  <a:srgbClr val="000000"/>
                </a:solidFill>
              </a:rPr>
              <a:t>&lt;</a:t>
            </a:r>
            <a:r>
              <a:rPr lang="en-US" sz="2400" dirty="0" err="1">
                <a:solidFill>
                  <a:srgbClr val="000000"/>
                </a:solidFill>
              </a:rPr>
              <a:t>tên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biến</a:t>
            </a:r>
            <a:r>
              <a:rPr lang="en-US" sz="2400" dirty="0">
                <a:solidFill>
                  <a:srgbClr val="000000"/>
                </a:solidFill>
              </a:rPr>
              <a:t> con </a:t>
            </a:r>
            <a:r>
              <a:rPr lang="en-US" sz="2400" dirty="0" err="1">
                <a:solidFill>
                  <a:srgbClr val="000000"/>
                </a:solidFill>
              </a:rPr>
              <a:t>trỏ</a:t>
            </a:r>
            <a:r>
              <a:rPr lang="en-US" sz="2400" dirty="0">
                <a:solidFill>
                  <a:srgbClr val="000000"/>
                </a:solidFill>
              </a:rPr>
              <a:t>&gt; -&gt; &lt;</a:t>
            </a:r>
            <a:r>
              <a:rPr lang="en-US" sz="2400" dirty="0" err="1">
                <a:solidFill>
                  <a:srgbClr val="000000"/>
                </a:solidFill>
              </a:rPr>
              <a:t>tên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biến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thành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phần</a:t>
            </a:r>
            <a:r>
              <a:rPr lang="en-US" sz="2400" dirty="0">
                <a:solidFill>
                  <a:srgbClr val="000000"/>
                </a:solidFill>
              </a:rPr>
              <a:t>&gt;</a:t>
            </a:r>
          </a:p>
          <a:p>
            <a:pPr marL="166688" lvl="1" algn="just">
              <a:tabLst>
                <a:tab pos="166688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Ví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dụ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</a:p>
          <a:p>
            <a:pPr marL="166688" lvl="1" algn="just">
              <a:tabLst>
                <a:tab pos="166688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Sv</a:t>
            </a:r>
            <a:r>
              <a:rPr lang="en-US" sz="2400" dirty="0">
                <a:solidFill>
                  <a:srgbClr val="000000"/>
                </a:solidFill>
              </a:rPr>
              <a:t> -&gt; </a:t>
            </a:r>
            <a:r>
              <a:rPr lang="en-US" sz="2400" dirty="0" err="1">
                <a:solidFill>
                  <a:srgbClr val="000000"/>
                </a:solidFill>
              </a:rPr>
              <a:t>masv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626EE51-152E-46FD-890A-CF0749A4EABE}"/>
              </a:ext>
            </a:extLst>
          </p:cNvPr>
          <p:cNvSpPr/>
          <p:nvPr/>
        </p:nvSpPr>
        <p:spPr>
          <a:xfrm>
            <a:off x="3972791" y="2351038"/>
            <a:ext cx="533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439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33800" y="3276600"/>
            <a:ext cx="502920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CẤU TRÚC LỒNG NHAU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36461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>
                <a:solidFill>
                  <a:schemeClr val="accent2">
                    <a:lumMod val="75000"/>
                  </a:schemeClr>
                </a:solidFill>
              </a:rPr>
              <a:t>Bài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 82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Cho </a:t>
            </a:r>
            <a:r>
              <a:rPr lang="en-US" b="1" dirty="0" err="1">
                <a:solidFill>
                  <a:srgbClr val="0070C0"/>
                </a:solidFill>
              </a:rPr>
              <a:t>cấu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trúc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sinh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viên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như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sau</a:t>
            </a:r>
            <a:r>
              <a:rPr lang="en-US" b="1" dirty="0">
                <a:solidFill>
                  <a:srgbClr val="0070C0"/>
                </a:solidFill>
              </a:rPr>
              <a:t>: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, </a:t>
            </a:r>
            <a:r>
              <a:rPr lang="en-US" dirty="0" err="1"/>
              <a:t>tháng</a:t>
            </a:r>
            <a:r>
              <a:rPr lang="en-US" dirty="0"/>
              <a:t>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?</a:t>
            </a:r>
          </a:p>
          <a:p>
            <a:pPr algn="just"/>
            <a:endParaRPr lang="en-US" dirty="0"/>
          </a:p>
          <a:p>
            <a:pPr algn="just"/>
            <a:endParaRPr lang="vi-VN" dirty="0"/>
          </a:p>
        </p:txBody>
      </p:sp>
      <p:sp>
        <p:nvSpPr>
          <p:cNvPr id="4" name="Rectangle 3"/>
          <p:cNvSpPr/>
          <p:nvPr/>
        </p:nvSpPr>
        <p:spPr>
          <a:xfrm>
            <a:off x="1600200" y="13716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3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SinhVien</a:t>
            </a:r>
            <a:endParaRPr lang="en-US" dirty="0">
              <a:solidFill>
                <a:srgbClr val="FF0000"/>
              </a:solidFill>
            </a:endParaRP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char MSSV[10];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float Diem;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NamSinh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4114800"/>
            <a:ext cx="594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3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SinhVien</a:t>
            </a:r>
            <a:endParaRPr lang="en-US" dirty="0">
              <a:solidFill>
                <a:srgbClr val="FF0000"/>
              </a:solidFill>
            </a:endParaRP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char MSSV[10];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float Diem;</a:t>
            </a:r>
          </a:p>
          <a:p>
            <a:pPr marL="1771650" lvl="4" algn="just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NgaySinh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1771650" lvl="4" algn="just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ThangSinh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NamSinh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3131826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b="1" dirty="0" err="1">
                <a:solidFill>
                  <a:srgbClr val="0070C0"/>
                </a:solidFill>
              </a:rPr>
              <a:t>Hoặc</a:t>
            </a:r>
            <a:r>
              <a:rPr lang="en-US" b="1" dirty="0">
                <a:solidFill>
                  <a:srgbClr val="0070C0"/>
                </a:solidFill>
              </a:rPr>
              <a:t> ta </a:t>
            </a:r>
            <a:r>
              <a:rPr lang="en-US" b="1" dirty="0" err="1">
                <a:solidFill>
                  <a:srgbClr val="0070C0"/>
                </a:solidFill>
              </a:rPr>
              <a:t>có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thể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định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nghĩa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một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cấu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trúc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ngày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sinh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như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sau</a:t>
            </a:r>
            <a:r>
              <a:rPr lang="en-US" b="1" dirty="0">
                <a:solidFill>
                  <a:srgbClr val="0070C0"/>
                </a:solidFill>
              </a:rPr>
              <a:t>: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SinhVien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NgaySinh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vi-VN" dirty="0">
                <a:solidFill>
                  <a:srgbClr val="000000"/>
                </a:solidFill>
              </a:rPr>
              <a:t>ấu trúc </a:t>
            </a:r>
            <a:r>
              <a:rPr lang="en-US" dirty="0" err="1">
                <a:solidFill>
                  <a:srgbClr val="000000"/>
                </a:solidFill>
              </a:rPr>
              <a:t>lồng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nhau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kiểu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khai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báo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trúc</a:t>
            </a:r>
            <a:r>
              <a:rPr lang="en-US" dirty="0">
                <a:solidFill>
                  <a:srgbClr val="000000"/>
                </a:solidFill>
              </a:rPr>
              <a:t> con </a:t>
            </a:r>
            <a:r>
              <a:rPr lang="en-US" dirty="0" err="1">
                <a:solidFill>
                  <a:srgbClr val="000000"/>
                </a:solidFill>
              </a:rPr>
              <a:t>nằm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trong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trúc</a:t>
            </a:r>
            <a:r>
              <a:rPr lang="en-US" dirty="0">
                <a:solidFill>
                  <a:srgbClr val="000000"/>
                </a:solidFill>
              </a:rPr>
              <a:t> cha</a:t>
            </a:r>
            <a:endParaRPr lang="vi-VN" dirty="0">
              <a:solidFill>
                <a:srgbClr val="000000"/>
              </a:solidFill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vi-VN" dirty="0"/>
          </a:p>
        </p:txBody>
      </p:sp>
      <p:sp>
        <p:nvSpPr>
          <p:cNvPr id="4" name="Rectangle 3"/>
          <p:cNvSpPr/>
          <p:nvPr/>
        </p:nvSpPr>
        <p:spPr>
          <a:xfrm>
            <a:off x="1600200" y="13716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3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typedef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NgaySinh</a:t>
            </a:r>
            <a:endParaRPr lang="en-US" dirty="0">
              <a:solidFill>
                <a:srgbClr val="FF0000"/>
              </a:solidFill>
            </a:endParaRP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1771650" lvl="4" algn="just"/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Ng;</a:t>
            </a:r>
          </a:p>
          <a:p>
            <a:pPr marL="1771650" lvl="4" algn="just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1771650" lvl="4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Na;</a:t>
            </a:r>
          </a:p>
          <a:p>
            <a:pPr marL="1257300" lvl="3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} </a:t>
            </a:r>
            <a:r>
              <a:rPr lang="en-US" dirty="0" err="1">
                <a:solidFill>
                  <a:srgbClr val="FF0000"/>
                </a:solidFill>
              </a:rPr>
              <a:t>ngaysinh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005942"/>
            <a:ext cx="3048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14300" algn="just"/>
            <a:r>
              <a:rPr lang="en-US" dirty="0" err="1">
                <a:solidFill>
                  <a:srgbClr val="FF0000"/>
                </a:solidFill>
              </a:rPr>
              <a:t>typedef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SinhVien</a:t>
            </a:r>
            <a:endParaRPr lang="en-US" dirty="0">
              <a:solidFill>
                <a:srgbClr val="FF0000"/>
              </a:solidFill>
            </a:endParaRPr>
          </a:p>
          <a:p>
            <a:pPr indent="-114300" algn="just"/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indent="-57150" algn="just"/>
            <a:r>
              <a:rPr lang="en-US" dirty="0">
                <a:solidFill>
                  <a:srgbClr val="FF0000"/>
                </a:solidFill>
              </a:rPr>
              <a:t>     char MSSV[10];</a:t>
            </a:r>
          </a:p>
          <a:p>
            <a:pPr indent="-57150" algn="just"/>
            <a:r>
              <a:rPr lang="en-US" dirty="0">
                <a:solidFill>
                  <a:srgbClr val="FF0000"/>
                </a:solidFill>
              </a:rPr>
              <a:t>     float Diem;</a:t>
            </a:r>
          </a:p>
          <a:p>
            <a:pPr indent="-57150" algn="just"/>
            <a:r>
              <a:rPr lang="en-US" dirty="0">
                <a:solidFill>
                  <a:srgbClr val="FF0000"/>
                </a:solidFill>
              </a:rPr>
              <a:t>     </a:t>
            </a:r>
            <a:r>
              <a:rPr lang="en-US" dirty="0" err="1">
                <a:solidFill>
                  <a:srgbClr val="FF0000"/>
                </a:solidFill>
              </a:rPr>
              <a:t>ngaysinh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sinhngay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indent="-114300" algn="just"/>
            <a:r>
              <a:rPr lang="en-US" dirty="0">
                <a:solidFill>
                  <a:srgbClr val="FF000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4766206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1066800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114300" algn="just"/>
            <a:r>
              <a:rPr lang="en-US" sz="2400" dirty="0" err="1">
                <a:solidFill>
                  <a:srgbClr val="FF0000"/>
                </a:solidFill>
              </a:rPr>
              <a:t>typedef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struct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SinhVien</a:t>
            </a:r>
            <a:endParaRPr lang="en-US" sz="2400" dirty="0">
              <a:solidFill>
                <a:srgbClr val="FF0000"/>
              </a:solidFill>
            </a:endParaRPr>
          </a:p>
          <a:p>
            <a:pPr indent="-114300" algn="just"/>
            <a:r>
              <a:rPr lang="en-US" sz="2400" dirty="0">
                <a:solidFill>
                  <a:srgbClr val="FF0000"/>
                </a:solidFill>
              </a:rPr>
              <a:t>{</a:t>
            </a:r>
          </a:p>
          <a:p>
            <a:pPr indent="-57150" algn="just"/>
            <a:r>
              <a:rPr lang="en-US" sz="2400" dirty="0">
                <a:solidFill>
                  <a:srgbClr val="FF0000"/>
                </a:solidFill>
              </a:rPr>
              <a:t>     char MSSV[10];</a:t>
            </a:r>
          </a:p>
          <a:p>
            <a:pPr indent="-57150" algn="just"/>
            <a:r>
              <a:rPr lang="en-US" sz="2400" dirty="0">
                <a:solidFill>
                  <a:srgbClr val="FF0000"/>
                </a:solidFill>
              </a:rPr>
              <a:t>     float Diem;</a:t>
            </a:r>
          </a:p>
          <a:p>
            <a:pPr indent="-114300" algn="just"/>
            <a:r>
              <a:rPr lang="en-US" sz="2400" dirty="0">
                <a:solidFill>
                  <a:srgbClr val="FF0000"/>
                </a:solidFill>
              </a:rPr>
              <a:t>     </a:t>
            </a:r>
            <a:r>
              <a:rPr lang="en-US" sz="2400" dirty="0" err="1">
                <a:solidFill>
                  <a:srgbClr val="0070C0"/>
                </a:solidFill>
              </a:rPr>
              <a:t>typedef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struct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NgaySinh</a:t>
            </a:r>
            <a:endParaRPr lang="en-US" sz="2400" dirty="0">
              <a:solidFill>
                <a:srgbClr val="0070C0"/>
              </a:solidFill>
            </a:endParaRPr>
          </a:p>
          <a:p>
            <a:pPr lvl="1" indent="-114300" algn="just"/>
            <a:r>
              <a:rPr lang="en-US" sz="2400" dirty="0">
                <a:solidFill>
                  <a:srgbClr val="0070C0"/>
                </a:solidFill>
              </a:rPr>
              <a:t>{</a:t>
            </a:r>
          </a:p>
          <a:p>
            <a:pPr marL="857250" lvl="2" algn="just"/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Ng;</a:t>
            </a:r>
          </a:p>
          <a:p>
            <a:pPr marL="857250" lvl="2" algn="just"/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Th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857250" lvl="2" algn="just"/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Na;</a:t>
            </a:r>
          </a:p>
          <a:p>
            <a:pPr lvl="1" indent="-114300" algn="just"/>
            <a:r>
              <a:rPr lang="en-US" sz="2400" dirty="0">
                <a:solidFill>
                  <a:srgbClr val="0070C0"/>
                </a:solidFill>
              </a:rPr>
              <a:t>};</a:t>
            </a:r>
          </a:p>
          <a:p>
            <a:pPr lvl="1" indent="-114300" algn="just"/>
            <a:r>
              <a:rPr lang="en-US" sz="2400" dirty="0">
                <a:solidFill>
                  <a:srgbClr val="FF0000"/>
                </a:solidFill>
              </a:rPr>
              <a:t>struct </a:t>
            </a:r>
            <a:r>
              <a:rPr lang="en-US" sz="2400" dirty="0" err="1">
                <a:solidFill>
                  <a:srgbClr val="FF0000"/>
                </a:solidFill>
              </a:rPr>
              <a:t>NgaySinh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sinhngay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pPr indent="-114300" algn="just"/>
            <a:r>
              <a:rPr lang="en-US" sz="2400" dirty="0">
                <a:solidFill>
                  <a:srgbClr val="FF000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313890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: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SinhVien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sv1, sv2;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 	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sv1.Diem 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= 9.0;   		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	</a:t>
            </a:r>
            <a:r>
              <a:rPr lang="en-US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sv1.sinhngay.Ng 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= 1;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 		</a:t>
            </a:r>
            <a:r>
              <a:rPr lang="en-US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sv1.sinhngay.Th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= 10;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 		</a:t>
            </a:r>
            <a:r>
              <a:rPr lang="en-US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sv1.sinhngay.Na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= 2000;</a:t>
            </a:r>
          </a:p>
          <a:p>
            <a:pPr marL="457200" lvl="1" indent="0" algn="just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		</a:t>
            </a:r>
            <a:r>
              <a:rPr lang="en-US" dirty="0">
                <a:solidFill>
                  <a:srgbClr val="0070C0"/>
                </a:solidFill>
                <a:cs typeface="Times New Roman" pitchFamily="18" charset="0"/>
              </a:rPr>
              <a:t>sv1.sinhngay.Na = sv2.sinhngay.Na;</a:t>
            </a:r>
            <a:endParaRPr lang="vi-VN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31511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/>
              <a:t>Cài đặt các hàm:</a:t>
            </a:r>
          </a:p>
          <a:p>
            <a:pPr lvl="1" algn="just"/>
            <a:r>
              <a:rPr lang="vi-VN" dirty="0"/>
              <a:t>Nhập vào </a:t>
            </a:r>
            <a:r>
              <a:rPr lang="en-US" dirty="0" err="1"/>
              <a:t>thông</a:t>
            </a:r>
            <a:r>
              <a:rPr lang="en-US" dirty="0"/>
              <a:t> tin SV</a:t>
            </a:r>
            <a:endParaRPr lang="vi-VN" dirty="0"/>
          </a:p>
          <a:p>
            <a:pPr lvl="1" algn="just"/>
            <a:r>
              <a:rPr lang="vi-VN" dirty="0">
                <a:solidFill>
                  <a:srgbClr val="0070C0"/>
                </a:solidFill>
              </a:rPr>
              <a:t>void Nhap ();</a:t>
            </a:r>
          </a:p>
          <a:p>
            <a:pPr lvl="1" algn="just"/>
            <a:r>
              <a:rPr lang="vi-VN" dirty="0"/>
              <a:t>Xuất </a:t>
            </a:r>
            <a:r>
              <a:rPr lang="en-US" dirty="0" err="1"/>
              <a:t>thông</a:t>
            </a:r>
            <a:r>
              <a:rPr lang="en-US" dirty="0"/>
              <a:t> tin SV</a:t>
            </a:r>
            <a:endParaRPr lang="vi-VN" dirty="0"/>
          </a:p>
          <a:p>
            <a:pPr lvl="1" algn="just"/>
            <a:r>
              <a:rPr lang="vi-VN" dirty="0">
                <a:solidFill>
                  <a:srgbClr val="0070C0"/>
                </a:solidFill>
              </a:rPr>
              <a:t>void Xuat ();</a:t>
            </a:r>
            <a:endParaRPr lang="vi-VN" dirty="0">
              <a:ea typeface="+mn-ea"/>
              <a:cs typeface="+mn-cs"/>
            </a:endParaRPr>
          </a:p>
          <a:p>
            <a:pPr marL="457200" lvl="1" indent="0" algn="just">
              <a:buNone/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2796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void NhapMang(SinhVien sv[],int n)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	int i;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for(i=0;i&lt;n;i++)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{	printf("\n Nhap thong tin cua sinh vien thu %d: ",i+1);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printf("\nNhap Masv: ");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fflush(stdin);//xóa bo nho dem , thuong dung cho gets 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gets(sv[i].maSV);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printf("\nNhap hoTen: ");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fflush(stdin);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gets(sv[i].hoTen 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printf("\nNhap dt,dl,dh: ");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scanf("%f%f%f",&amp;sv[i].dt,&amp;sv[i].dl ,&amp;sv[i].dh  );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}</a:t>
            </a:r>
          </a:p>
          <a:p>
            <a:pPr marL="0" indent="0" algn="just">
              <a:buNone/>
            </a:pPr>
            <a:r>
              <a:rPr lang="vi-VN" sz="2000" dirty="0">
                <a:solidFill>
                  <a:srgbClr val="0070C0"/>
                </a:solidFill>
              </a:rPr>
              <a:t>	}</a:t>
            </a: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729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void xuatMang(SinhVien sv[],int n)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printf("\n%7s|%30s|%|%5s|%5s\n","Masv","Hoten","Dt","DL","Dh");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int i;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for(i=0;i&lt;n;i++)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printf("\n%7s|%30s|%5.1f|%5.1f|%5.1f",sv[i].maSV ,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sv[i].hoTen ,sv[i].dt ,sv[i].dl ,sv[i].dh);</a:t>
            </a:r>
          </a:p>
          <a:p>
            <a:pPr marL="0" indent="0" algn="just">
              <a:buNone/>
            </a:pPr>
            <a:r>
              <a:rPr lang="vi-VN" dirty="0">
                <a:solidFill>
                  <a:srgbClr val="0070C0"/>
                </a:solidFill>
              </a:rPr>
              <a:t>	}</a:t>
            </a:r>
            <a:endParaRPr lang="en-US" dirty="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6215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33800" y="3276600"/>
            <a:ext cx="502920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MẢNG CẤU TRÚC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36461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Bài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81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4820-E9E5-41AF-B926-6A72FB6E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68D7-F3EF-4B20-8E6E-B97414B39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5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, </a:t>
            </a:r>
            <a:r>
              <a:rPr lang="en-US" dirty="0" err="1"/>
              <a:t>quê</a:t>
            </a:r>
            <a:r>
              <a:rPr lang="en-US" dirty="0"/>
              <a:t>,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53CB5-7D97-4948-A438-30746277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8752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Mảng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trúc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mảng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mỗi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phần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một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biến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kiểu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trúc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vi-VN" dirty="0">
                <a:solidFill>
                  <a:srgbClr val="000000"/>
                </a:solidFill>
              </a:rPr>
              <a:t>&lt;tên cấu trúc&gt;    &lt;tên mảng&gt; [ &lt;kích thước&gt;]; </a:t>
            </a:r>
            <a:endParaRPr lang="en-US" dirty="0">
              <a:solidFill>
                <a:srgbClr val="000000"/>
              </a:solidFill>
            </a:endParaRPr>
          </a:p>
          <a:p>
            <a:pPr algn="just"/>
            <a:r>
              <a:rPr lang="en-US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Ví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dụ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: </a:t>
            </a:r>
          </a:p>
          <a:p>
            <a:pPr lvl="1" algn="just">
              <a:buFont typeface="Arial" pitchFamily="34" charset="0"/>
              <a:buNone/>
            </a:pP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typedef  struct</a:t>
            </a: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{ 	</a:t>
            </a:r>
          </a:p>
          <a:p>
            <a:pPr marL="914400" lvl="2" indent="-236538" algn="just">
              <a:buFont typeface="Arial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char</a:t>
            </a:r>
            <a:r>
              <a:rPr lang="en-US" sz="24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hoten</a:t>
            </a:r>
            <a:r>
              <a:rPr lang="en-US" sz="24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[25];</a:t>
            </a:r>
          </a:p>
          <a:p>
            <a:pPr marL="914400" lvl="2" indent="-236538" algn="just">
              <a:buFont typeface="Arial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float</a:t>
            </a:r>
            <a:r>
              <a:rPr lang="en-US" sz="24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toan,ly,hoa</a:t>
            </a:r>
            <a:r>
              <a:rPr lang="en-US" sz="24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;</a:t>
            </a:r>
          </a:p>
          <a:p>
            <a:pPr lvl="1" algn="just">
              <a:buNone/>
            </a:pPr>
            <a:r>
              <a:rPr lang="en-US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}</a:t>
            </a:r>
            <a:r>
              <a:rPr lang="en-US" sz="2000" b="1" dirty="0">
                <a:solidFill>
                  <a:prstClr val="black"/>
                </a:solidFill>
                <a:cs typeface="Times New Roman" pitchFamily="18" charset="0"/>
              </a:rPr>
              <a:t> DANHSACH;</a:t>
            </a:r>
            <a:endParaRPr lang="en-US" sz="2000" b="1" dirty="0">
              <a:solidFill>
                <a:prstClr val="black"/>
              </a:solidFill>
              <a:latin typeface="+mj-lt"/>
              <a:cs typeface="Times New Roman" pitchFamily="18" charset="0"/>
            </a:endParaRPr>
          </a:p>
          <a:p>
            <a:pPr lvl="1" algn="just">
              <a:buFont typeface="Arial" pitchFamily="34" charset="0"/>
              <a:buNone/>
            </a:pPr>
            <a:endParaRPr lang="en-US" sz="2000" dirty="0">
              <a:solidFill>
                <a:prstClr val="black"/>
              </a:solidFill>
              <a:latin typeface="+mj-lt"/>
              <a:cs typeface="Times New Roman" pitchFamily="18" charset="0"/>
            </a:endParaRPr>
          </a:p>
          <a:p>
            <a:pPr lvl="1" algn="just">
              <a:buFont typeface="Arial" pitchFamily="34" charset="0"/>
              <a:buNone/>
            </a:pPr>
            <a:r>
              <a:rPr lang="en-US" sz="2000" dirty="0">
                <a:solidFill>
                  <a:prstClr val="black"/>
                </a:solidFill>
                <a:cs typeface="Times New Roman" pitchFamily="18" charset="0"/>
              </a:rPr>
              <a:t>DANHSACH  </a:t>
            </a:r>
            <a:r>
              <a:rPr lang="en-US" sz="2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bangdiem</a:t>
            </a:r>
            <a:r>
              <a:rPr lang="en-US" sz="2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[50];//</a:t>
            </a:r>
            <a:r>
              <a:rPr lang="en-US" sz="2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mảng</a:t>
            </a:r>
            <a:r>
              <a:rPr lang="en-US" sz="2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50 </a:t>
            </a:r>
            <a:r>
              <a:rPr lang="en-US" sz="2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phần</a:t>
            </a:r>
            <a:r>
              <a:rPr lang="en-US" sz="2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tử</a:t>
            </a:r>
            <a:r>
              <a:rPr lang="en-US" sz="2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kiểu</a:t>
            </a:r>
            <a:r>
              <a:rPr lang="en-US" sz="2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Times New Roman" pitchFamily="18" charset="0"/>
              </a:rPr>
              <a:t>DANHSACH</a:t>
            </a:r>
            <a:endParaRPr lang="en-US" sz="2000" dirty="0">
              <a:solidFill>
                <a:prstClr val="black"/>
              </a:solidFill>
              <a:latin typeface="+mj-lt"/>
              <a:cs typeface="Times New Roman" pitchFamily="18" charset="0"/>
            </a:endParaRPr>
          </a:p>
          <a:p>
            <a:pPr algn="just"/>
            <a:endParaRPr lang="en-US" dirty="0"/>
          </a:p>
          <a:p>
            <a:pPr algn="just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0667098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Để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truy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cập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đến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từng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thành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của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từng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phần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của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mảng</a:t>
            </a:r>
            <a:r>
              <a:rPr lang="en-US" dirty="0">
                <a:solidFill>
                  <a:srgbClr val="000000"/>
                </a:solidFill>
              </a:rPr>
              <a:t>, ta </a:t>
            </a:r>
            <a:r>
              <a:rPr lang="en-US" dirty="0" err="1">
                <a:solidFill>
                  <a:srgbClr val="000000"/>
                </a:solidFill>
              </a:rPr>
              <a:t>dùng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chỉ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mục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của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phần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toán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thành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endParaRPr lang="en-US" dirty="0">
              <a:solidFill>
                <a:srgbClr val="000000"/>
              </a:solidFill>
            </a:endParaRPr>
          </a:p>
          <a:p>
            <a:pPr algn="just"/>
            <a:r>
              <a:rPr lang="en-US" dirty="0" err="1">
                <a:solidFill>
                  <a:srgbClr val="000000"/>
                </a:solidFill>
              </a:rPr>
              <a:t>Ví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dụ</a:t>
            </a:r>
            <a:r>
              <a:rPr lang="en-US" dirty="0">
                <a:solidFill>
                  <a:srgbClr val="000000"/>
                </a:solidFill>
              </a:rPr>
              <a:t>:</a:t>
            </a:r>
          </a:p>
          <a:p>
            <a:pPr marL="0" indent="0" algn="just">
              <a:buNone/>
            </a:pPr>
            <a:r>
              <a:rPr lang="vi-VN" sz="1600" dirty="0"/>
              <a:t>void NhapMang(SinhVien sv[],int n)</a:t>
            </a:r>
          </a:p>
          <a:p>
            <a:pPr marL="0" indent="0" algn="just">
              <a:buNone/>
            </a:pPr>
            <a:r>
              <a:rPr lang="vi-VN" sz="1600" dirty="0"/>
              <a:t>{</a:t>
            </a:r>
          </a:p>
          <a:p>
            <a:pPr marL="0" indent="0" algn="just">
              <a:buNone/>
            </a:pPr>
            <a:r>
              <a:rPr lang="vi-VN" sz="1600" dirty="0"/>
              <a:t>		int i;</a:t>
            </a:r>
          </a:p>
          <a:p>
            <a:pPr marL="0" indent="0" algn="just">
              <a:buNone/>
            </a:pPr>
            <a:r>
              <a:rPr lang="vi-VN" sz="1600" dirty="0"/>
              <a:t>	for(i=0;i&lt;n;i++)</a:t>
            </a:r>
          </a:p>
          <a:p>
            <a:pPr marL="0" indent="0" algn="just">
              <a:buNone/>
            </a:pPr>
            <a:r>
              <a:rPr lang="vi-VN" sz="1600" dirty="0"/>
              <a:t>	{	printf("\n Nhap thong tin cua sinh vien thu %d: ",i+1);</a:t>
            </a:r>
          </a:p>
          <a:p>
            <a:pPr marL="0" indent="0" algn="just">
              <a:buNone/>
            </a:pPr>
            <a:r>
              <a:rPr lang="vi-VN" sz="1600" dirty="0"/>
              <a:t>	printf("\nNhap Masv: ");</a:t>
            </a:r>
          </a:p>
          <a:p>
            <a:pPr marL="0" indent="0" algn="just">
              <a:buNone/>
            </a:pPr>
            <a:r>
              <a:rPr lang="vi-VN" sz="1600" dirty="0"/>
              <a:t>	fflush(stdin);//xóa bo nho dem , thuong dung cho gets </a:t>
            </a:r>
          </a:p>
          <a:p>
            <a:pPr marL="0" indent="0" algn="just">
              <a:buNone/>
            </a:pPr>
            <a:r>
              <a:rPr lang="vi-VN" sz="1600" dirty="0"/>
              <a:t>	gets(sv[i].maSV);</a:t>
            </a:r>
          </a:p>
          <a:p>
            <a:pPr marL="0" indent="0" algn="just">
              <a:buNone/>
            </a:pPr>
            <a:r>
              <a:rPr lang="vi-VN" sz="1600" dirty="0"/>
              <a:t>	printf("\nNhap hoTen: ");</a:t>
            </a:r>
          </a:p>
          <a:p>
            <a:pPr marL="0" indent="0" algn="just">
              <a:buNone/>
            </a:pPr>
            <a:r>
              <a:rPr lang="vi-VN" sz="1600" dirty="0"/>
              <a:t>	fflush(stdin);</a:t>
            </a:r>
          </a:p>
          <a:p>
            <a:pPr marL="0" indent="0" algn="just">
              <a:buNone/>
            </a:pPr>
            <a:r>
              <a:rPr lang="vi-VN" sz="1600" dirty="0"/>
              <a:t>	gets(sv[i].hoTen );</a:t>
            </a:r>
          </a:p>
          <a:p>
            <a:pPr marL="0" indent="0" algn="just">
              <a:buNone/>
            </a:pPr>
            <a:r>
              <a:rPr lang="vi-VN" sz="1600" dirty="0"/>
              <a:t>	printf("\nNhap dt,dl,dh: ");</a:t>
            </a:r>
          </a:p>
          <a:p>
            <a:pPr marL="0" indent="0" algn="just">
              <a:buNone/>
            </a:pPr>
            <a:r>
              <a:rPr lang="vi-VN" sz="1600" dirty="0"/>
              <a:t>	scanf("%f%f%f",&amp;sv[i].dt,&amp;sv[i].dl ,&amp;sv[i].dh  );</a:t>
            </a:r>
          </a:p>
          <a:p>
            <a:pPr marL="0" indent="0" algn="just">
              <a:buNone/>
            </a:pPr>
            <a:r>
              <a:rPr lang="vi-VN" sz="1600" dirty="0"/>
              <a:t>	}</a:t>
            </a:r>
          </a:p>
          <a:p>
            <a:pPr marL="0" indent="0" algn="just">
              <a:buNone/>
            </a:pPr>
            <a:r>
              <a:rPr lang="vi-VN" sz="16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6579041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0000"/>
                </a:solidFill>
              </a:rPr>
              <a:t>Một biến con trỏ có thể trỏ đến một biến kiểu cấu trúc.</a:t>
            </a:r>
          </a:p>
          <a:p>
            <a:pPr algn="just"/>
            <a:r>
              <a:rPr lang="vi-VN" dirty="0">
                <a:solidFill>
                  <a:srgbClr val="000000"/>
                </a:solidFill>
              </a:rPr>
              <a:t>Cú pháp khai báo một con trỏ cấu trúc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vi-VN" dirty="0">
                <a:solidFill>
                  <a:srgbClr val="FF0000"/>
                </a:solidFill>
              </a:rPr>
              <a:t>struct  &lt;tên cấu trúc&gt;   * &lt;tên pointer&gt;; 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Ví</a:t>
            </a:r>
            <a:r>
              <a:rPr lang="en-US" sz="3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dụ</a:t>
            </a:r>
            <a:r>
              <a:rPr lang="en-US" sz="3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: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typedef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struct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diem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{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	</a:t>
            </a:r>
            <a:r>
              <a:rPr lang="en-US" sz="2800" dirty="0" err="1">
                <a:solidFill>
                  <a:srgbClr val="0070C0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x;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	</a:t>
            </a:r>
            <a:r>
              <a:rPr lang="en-US" sz="2800" dirty="0" err="1">
                <a:solidFill>
                  <a:srgbClr val="0070C0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y;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};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diem *p;//p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là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con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trỏ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cấu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trúc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4718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F52D-B40F-4236-80F6-16F32A3E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VÍ DỤ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F433-AF8D-4480-878A-5C148220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typedef struct SINHVIEN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char </a:t>
            </a:r>
            <a:r>
              <a:rPr lang="en-US" dirty="0" err="1"/>
              <a:t>ht</a:t>
            </a:r>
            <a:r>
              <a:rPr lang="en-US" dirty="0"/>
              <a:t>[30];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tuoi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float </a:t>
            </a:r>
            <a:r>
              <a:rPr lang="en-US" dirty="0" err="1"/>
              <a:t>dtb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r>
              <a:rPr lang="en-US" dirty="0" err="1"/>
              <a:t>sv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sv</a:t>
            </a:r>
            <a:r>
              <a:rPr lang="en-US" dirty="0"/>
              <a:t> </a:t>
            </a:r>
            <a:r>
              <a:rPr lang="en-US" dirty="0" err="1"/>
              <a:t>nhap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sv</a:t>
            </a:r>
            <a:r>
              <a:rPr lang="en-US" dirty="0"/>
              <a:t> sv1;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fflush</a:t>
            </a:r>
            <a:r>
              <a:rPr lang="en-US" dirty="0"/>
              <a:t>(stdin);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hoten</a:t>
            </a:r>
            <a:r>
              <a:rPr lang="en-US" dirty="0"/>
              <a:t>: ");gets(sv1.ht);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tuoi</a:t>
            </a:r>
            <a:r>
              <a:rPr lang="en-US" dirty="0"/>
              <a:t>: "); </a:t>
            </a:r>
            <a:r>
              <a:rPr lang="en-US" dirty="0" err="1"/>
              <a:t>scanf</a:t>
            </a:r>
            <a:r>
              <a:rPr lang="en-US" dirty="0"/>
              <a:t>("%d",&amp;sv1.tuoi);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dib: ");</a:t>
            </a:r>
            <a:r>
              <a:rPr lang="en-US" dirty="0" err="1"/>
              <a:t>scanf</a:t>
            </a:r>
            <a:r>
              <a:rPr lang="en-US" dirty="0"/>
              <a:t>("%f",&amp;sv1.dtb);</a:t>
            </a:r>
          </a:p>
          <a:p>
            <a:pPr marL="0" indent="0">
              <a:buNone/>
            </a:pPr>
            <a:r>
              <a:rPr lang="en-US" dirty="0"/>
              <a:t>    return sv1;}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6398D-5EF6-40DD-8F8B-E788AC13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4546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289F-F8F1-4783-898E-208CAE91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5885-7D50-444B-8627-DC93CA531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sv</a:t>
            </a:r>
            <a:r>
              <a:rPr lang="en-US" dirty="0"/>
              <a:t>* </a:t>
            </a:r>
            <a:r>
              <a:rPr lang="en-US" dirty="0" err="1"/>
              <a:t>Nhap</a:t>
            </a:r>
            <a:r>
              <a:rPr lang="en-US" dirty="0"/>
              <a:t>(unsigned int 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sv</a:t>
            </a:r>
            <a:r>
              <a:rPr lang="en-US" dirty="0"/>
              <a:t> *p=(</a:t>
            </a:r>
            <a:r>
              <a:rPr lang="en-US" dirty="0" err="1"/>
              <a:t>sv</a:t>
            </a:r>
            <a:r>
              <a:rPr lang="en-US" dirty="0"/>
              <a:t>*)malloc(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));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r>
              <a:rPr lang="en-US" dirty="0"/>
              <a:t>  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sv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%d: ",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    p[</a:t>
            </a:r>
            <a:r>
              <a:rPr lang="en-US" dirty="0" err="1"/>
              <a:t>i</a:t>
            </a:r>
            <a:r>
              <a:rPr lang="en-US" dirty="0"/>
              <a:t>]=</a:t>
            </a:r>
            <a:r>
              <a:rPr lang="en-US" dirty="0" err="1"/>
              <a:t>nhap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p;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0C34A-717C-48ED-8285-4C208878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7097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70E1-70E4-4A9F-A4E3-C34FAAB9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9787-C700-483D-80AA-522FBB82E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	unsigned int n;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sv</a:t>
            </a:r>
            <a:r>
              <a:rPr lang="en-US" dirty="0"/>
              <a:t> *sv1;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vao</a:t>
            </a:r>
            <a:r>
              <a:rPr lang="en-US" dirty="0"/>
              <a:t> so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vien</a:t>
            </a:r>
            <a:r>
              <a:rPr lang="en-US" dirty="0"/>
              <a:t>:");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sv1 = </a:t>
            </a:r>
            <a:r>
              <a:rPr lang="en-US" dirty="0" err="1"/>
              <a:t>Nhap</a:t>
            </a:r>
            <a:r>
              <a:rPr lang="en-US" dirty="0"/>
              <a:t>(n);</a:t>
            </a:r>
          </a:p>
          <a:p>
            <a:pPr marL="0" indent="0">
              <a:buNone/>
            </a:pPr>
            <a:r>
              <a:rPr lang="en-US" dirty="0"/>
              <a:t>	//</a:t>
            </a:r>
            <a:r>
              <a:rPr lang="en-US" dirty="0" err="1"/>
              <a:t>sv</a:t>
            </a:r>
            <a:r>
              <a:rPr lang="en-US" dirty="0"/>
              <a:t> *sv2;</a:t>
            </a:r>
          </a:p>
          <a:p>
            <a:pPr marL="0" indent="0">
              <a:buNone/>
            </a:pPr>
            <a:r>
              <a:rPr lang="en-US" dirty="0"/>
              <a:t>	//sv2 = sv1;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xuat</a:t>
            </a:r>
            <a:r>
              <a:rPr lang="en-US" dirty="0"/>
              <a:t>(sv1,n);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97BA-EB42-4FF5-82A1-36FBC56D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905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9E48-EAB3-4E28-8DB7-C4451F78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24D64-A688-4669-8FED-8275A11C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Xuat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 sv1)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("%s\</a:t>
            </a:r>
            <a:r>
              <a:rPr lang="en-US" dirty="0" err="1"/>
              <a:t>t%d</a:t>
            </a:r>
            <a:r>
              <a:rPr lang="en-US" dirty="0"/>
              <a:t>\t%f",sv1.ht,sv1.tuoi,sv1.dtb);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void </a:t>
            </a:r>
            <a:r>
              <a:rPr lang="en-US" dirty="0" err="1"/>
              <a:t>xuat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 *sv1, unsigned int n) {</a:t>
            </a:r>
          </a:p>
          <a:p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nHo</a:t>
            </a:r>
            <a:r>
              <a:rPr lang="en-US" dirty="0"/>
              <a:t> ten\</a:t>
            </a:r>
            <a:r>
              <a:rPr lang="en-US" dirty="0" err="1"/>
              <a:t>ttuoi</a:t>
            </a:r>
            <a:r>
              <a:rPr lang="en-US" dirty="0"/>
              <a:t>\</a:t>
            </a:r>
            <a:r>
              <a:rPr lang="en-US" dirty="0" err="1"/>
              <a:t>tdiemtb</a:t>
            </a:r>
            <a:r>
              <a:rPr lang="en-US" dirty="0"/>
              <a:t>\n");</a:t>
            </a:r>
          </a:p>
          <a:p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 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Xuat</a:t>
            </a:r>
            <a:r>
              <a:rPr lang="en-US" dirty="0"/>
              <a:t>(sv1[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E2E2C-BBB8-4C5A-84D2-8FEE9101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588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352800"/>
            <a:ext cx="2662518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023520"/>
      </p:ext>
    </p:extLst>
  </p:cSld>
  <p:clrMapOvr>
    <a:masterClrMapping/>
  </p:clrMapOvr>
</p:sld>
</file>

<file path=ppt/theme/theme1.xml><?xml version="1.0" encoding="utf-8"?>
<a:theme xmlns:a="http://schemas.openxmlformats.org/drawingml/2006/main" name="OK1">
  <a:themeElements>
    <a:clrScheme name="Default Design 1">
      <a:dk1>
        <a:srgbClr val="000000"/>
      </a:dk1>
      <a:lt1>
        <a:srgbClr val="B4E3EE"/>
      </a:lt1>
      <a:dk2>
        <a:srgbClr val="189180"/>
      </a:dk2>
      <a:lt2>
        <a:srgbClr val="808080"/>
      </a:lt2>
      <a:accent1>
        <a:srgbClr val="FF7F00"/>
      </a:accent1>
      <a:accent2>
        <a:srgbClr val="B3DC27"/>
      </a:accent2>
      <a:accent3>
        <a:srgbClr val="D6EFF5"/>
      </a:accent3>
      <a:accent4>
        <a:srgbClr val="000000"/>
      </a:accent4>
      <a:accent5>
        <a:srgbClr val="FFC0AA"/>
      </a:accent5>
      <a:accent6>
        <a:srgbClr val="A2C722"/>
      </a:accent6>
      <a:hlink>
        <a:srgbClr val="6FB9D7"/>
      </a:hlink>
      <a:folHlink>
        <a:srgbClr val="F93D1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B4E3EE"/>
        </a:lt1>
        <a:dk2>
          <a:srgbClr val="189180"/>
        </a:dk2>
        <a:lt2>
          <a:srgbClr val="808080"/>
        </a:lt2>
        <a:accent1>
          <a:srgbClr val="FF7F00"/>
        </a:accent1>
        <a:accent2>
          <a:srgbClr val="B3DC27"/>
        </a:accent2>
        <a:accent3>
          <a:srgbClr val="D6EFF5"/>
        </a:accent3>
        <a:accent4>
          <a:srgbClr val="000000"/>
        </a:accent4>
        <a:accent5>
          <a:srgbClr val="FFC0AA"/>
        </a:accent5>
        <a:accent6>
          <a:srgbClr val="A2C722"/>
        </a:accent6>
        <a:hlink>
          <a:srgbClr val="6FB9D7"/>
        </a:hlink>
        <a:folHlink>
          <a:srgbClr val="F93D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EE384"/>
        </a:lt1>
        <a:dk2>
          <a:srgbClr val="FD8334"/>
        </a:dk2>
        <a:lt2>
          <a:srgbClr val="808080"/>
        </a:lt2>
        <a:accent1>
          <a:srgbClr val="F98EB2"/>
        </a:accent1>
        <a:accent2>
          <a:srgbClr val="FCB43E"/>
        </a:accent2>
        <a:accent3>
          <a:srgbClr val="FEEFC2"/>
        </a:accent3>
        <a:accent4>
          <a:srgbClr val="000000"/>
        </a:accent4>
        <a:accent5>
          <a:srgbClr val="FBC6D5"/>
        </a:accent5>
        <a:accent6>
          <a:srgbClr val="E4A337"/>
        </a:accent6>
        <a:hlink>
          <a:srgbClr val="FA6D73"/>
        </a:hlink>
        <a:folHlink>
          <a:srgbClr val="D264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4E1EE"/>
        </a:lt1>
        <a:dk2>
          <a:srgbClr val="2F84AF"/>
        </a:dk2>
        <a:lt2>
          <a:srgbClr val="808080"/>
        </a:lt2>
        <a:accent1>
          <a:srgbClr val="9899C1"/>
        </a:accent1>
        <a:accent2>
          <a:srgbClr val="4BBAC3"/>
        </a:accent2>
        <a:accent3>
          <a:srgbClr val="E6EEF5"/>
        </a:accent3>
        <a:accent4>
          <a:srgbClr val="000000"/>
        </a:accent4>
        <a:accent5>
          <a:srgbClr val="CACADD"/>
        </a:accent5>
        <a:accent6>
          <a:srgbClr val="43A8B0"/>
        </a:accent6>
        <a:hlink>
          <a:srgbClr val="7AC5B9"/>
        </a:hlink>
        <a:folHlink>
          <a:srgbClr val="719F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576TGp_report_light.potx" id="{C8DDBDDC-8998-4E3F-9E4D-3D82DF4B4CED}" vid="{C64A7254-B87B-4511-A5A4-0D81C86FF10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OK1</Template>
  <TotalTime>2812</TotalTime>
  <Words>2036</Words>
  <Application>Microsoft Office PowerPoint</Application>
  <PresentationFormat>On-screen Show (4:3)</PresentationFormat>
  <Paragraphs>318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Tahoma</vt:lpstr>
      <vt:lpstr>Times New Roman</vt:lpstr>
      <vt:lpstr>Wingdings</vt:lpstr>
      <vt:lpstr>OK1</vt:lpstr>
      <vt:lpstr>KIỂU DỮ LIỆU CẤU TRÚC</vt:lpstr>
      <vt:lpstr>Khái niệm kiểu cấu trúc</vt:lpstr>
      <vt:lpstr>Khái niệm kiểu cấu trúc</vt:lpstr>
      <vt:lpstr>Khai báo kiểu cấu trúc</vt:lpstr>
      <vt:lpstr>Ví dụ</vt:lpstr>
      <vt:lpstr>Ví dụ 2</vt:lpstr>
      <vt:lpstr>Dùng từ khóa typedef định nghĩa kiểu mới</vt:lpstr>
      <vt:lpstr>Dùng từ khóa typedef định nghĩa kiểu mới</vt:lpstr>
      <vt:lpstr>Khai báo kiểu cấu trúc</vt:lpstr>
      <vt:lpstr>Khai báo biến cấu trúc</vt:lpstr>
      <vt:lpstr>PowerPoint Presentation</vt:lpstr>
      <vt:lpstr>Ví dụ 2</vt:lpstr>
      <vt:lpstr>Khai báo biến cấu trúc</vt:lpstr>
      <vt:lpstr>Truy nhập tới các thành phần của cấu trúc</vt:lpstr>
      <vt:lpstr>PowerPoint Presentation</vt:lpstr>
      <vt:lpstr>CẤU TRÚC LỒNG NHAU</vt:lpstr>
      <vt:lpstr>Khái niệm cấu trúc lồng nhau</vt:lpstr>
      <vt:lpstr>Khái niệm cấu trúc lồng nhau</vt:lpstr>
      <vt:lpstr>Khai báo kiểu cấu trúc lồng nhau</vt:lpstr>
      <vt:lpstr>Thao tác trên cấu trúc lồng nhau</vt:lpstr>
      <vt:lpstr>Ví dụ</vt:lpstr>
      <vt:lpstr>Ví dụ</vt:lpstr>
      <vt:lpstr>Ví dụ</vt:lpstr>
      <vt:lpstr>MẢNG CẤU TRÚC</vt:lpstr>
      <vt:lpstr>Đặt vấn đề </vt:lpstr>
      <vt:lpstr>Khái niệm mảng cấu trúc</vt:lpstr>
      <vt:lpstr>Khái niệm mảng cấu trúc</vt:lpstr>
      <vt:lpstr>Con trỏ đến cấu trúc</vt:lpstr>
      <vt:lpstr>VÍ DỤ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PowerTemplate</dc:title>
  <dc:creator>dtdat</dc:creator>
  <cp:lastModifiedBy>Phạm Sa Thuận</cp:lastModifiedBy>
  <cp:revision>171</cp:revision>
  <dcterms:created xsi:type="dcterms:W3CDTF">2016-11-10T08:19:54Z</dcterms:created>
  <dcterms:modified xsi:type="dcterms:W3CDTF">2021-09-30T04:07:11Z</dcterms:modified>
</cp:coreProperties>
</file>