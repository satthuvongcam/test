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 id="2147483673" r:id="rId2"/>
  </p:sldMasterIdLst>
  <p:notesMasterIdLst>
    <p:notesMasterId r:id="rId39"/>
  </p:notesMasterIdLst>
  <p:sldIdLst>
    <p:sldId id="256" r:id="rId3"/>
    <p:sldId id="257" r:id="rId4"/>
    <p:sldId id="258" r:id="rId5"/>
    <p:sldId id="261" r:id="rId6"/>
    <p:sldId id="262" r:id="rId7"/>
    <p:sldId id="324" r:id="rId8"/>
    <p:sldId id="263" r:id="rId9"/>
    <p:sldId id="326" r:id="rId10"/>
    <p:sldId id="319" r:id="rId11"/>
    <p:sldId id="327" r:id="rId12"/>
    <p:sldId id="320" r:id="rId13"/>
    <p:sldId id="328" r:id="rId14"/>
    <p:sldId id="301" r:id="rId15"/>
    <p:sldId id="302" r:id="rId16"/>
    <p:sldId id="279" r:id="rId17"/>
    <p:sldId id="303" r:id="rId18"/>
    <p:sldId id="276" r:id="rId19"/>
    <p:sldId id="329" r:id="rId20"/>
    <p:sldId id="275" r:id="rId21"/>
    <p:sldId id="305" r:id="rId22"/>
    <p:sldId id="304" r:id="rId23"/>
    <p:sldId id="306" r:id="rId24"/>
    <p:sldId id="307" r:id="rId25"/>
    <p:sldId id="311" r:id="rId26"/>
    <p:sldId id="308" r:id="rId27"/>
    <p:sldId id="309" r:id="rId28"/>
    <p:sldId id="310" r:id="rId29"/>
    <p:sldId id="323" r:id="rId30"/>
    <p:sldId id="312" r:id="rId31"/>
    <p:sldId id="315" r:id="rId32"/>
    <p:sldId id="321" r:id="rId33"/>
    <p:sldId id="313" r:id="rId34"/>
    <p:sldId id="317" r:id="rId35"/>
    <p:sldId id="322" r:id="rId36"/>
    <p:sldId id="325" r:id="rId37"/>
    <p:sldId id="300" r:id="rId38"/>
  </p:sldIdLst>
  <p:sldSz cx="9144000" cy="5143500" type="screen16x9"/>
  <p:notesSz cx="6858000" cy="9144000"/>
  <p:embeddedFontLst>
    <p:embeddedFont>
      <p:font typeface="Anaheim" panose="020B0604020202020204" charset="0"/>
      <p:regular r:id="rId40"/>
    </p:embeddedFont>
    <p:embeddedFont>
      <p:font typeface="Barlow Condensed ExtraBold" panose="00000906000000000000" pitchFamily="2" charset="0"/>
      <p:bold r:id="rId41"/>
      <p:boldItalic r:id="rId42"/>
    </p:embeddedFont>
    <p:embeddedFont>
      <p:font typeface="Calibri" panose="020F0502020204030204" pitchFamily="34" charset="0"/>
      <p:regular r:id="rId43"/>
      <p:bold r:id="rId44"/>
      <p:italic r:id="rId45"/>
      <p:boldItalic r:id="rId46"/>
    </p:embeddedFont>
    <p:embeddedFont>
      <p:font typeface="Lucida Sans" panose="020B0602030504020204" pitchFamily="34" charset="0"/>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Overpass Mono" panose="020B0604020202020204" charset="0"/>
      <p:regular r:id="rId55"/>
      <p:bold r:id="rId56"/>
    </p:embeddedFont>
    <p:embeddedFont>
      <p:font typeface="Proxima Nova" panose="020B0604020202020204" charset="0"/>
      <p:regular r:id="rId57"/>
      <p:bold r:id="rId58"/>
      <p:italic r:id="rId59"/>
      <p:boldItalic r:id="rId60"/>
    </p:embeddedFont>
    <p:embeddedFont>
      <p:font typeface="Proxima Nova Semibold" panose="020B0604020202020204" charset="0"/>
      <p:regular r:id="rId61"/>
      <p:bold r:id="rId62"/>
      <p:boldItalic r:id="rId63"/>
    </p:embeddedFont>
    <p:embeddedFont>
      <p:font typeface="Roboto" panose="02000000000000000000" pitchFamily="2" charset="0"/>
      <p:regular r:id="rId64"/>
      <p:bold r:id="rId65"/>
      <p:italic r:id="rId66"/>
      <p:boldItalic r:id="rId67"/>
    </p:embeddedFont>
    <p:embeddedFont>
      <p:font typeface="Roboto Condensed Light" panose="02000000000000000000" pitchFamily="2" charset="0"/>
      <p:regular r:id="rId68"/>
      <p:italic r:id="rId69"/>
    </p:embeddedFont>
    <p:embeddedFont>
      <p:font typeface="Segoe UI Historic" panose="020B0502040204020203" pitchFamily="34" charset="0"/>
      <p:regular r:id="rId70"/>
    </p:embeddedFont>
    <p:embeddedFont>
      <p:font typeface="Verdana" panose="020B060403050404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815D3AEC-4580-42F9-B60E-678ED6BD5C45}">
          <p14:sldIdLst>
            <p14:sldId id="256"/>
            <p14:sldId id="257"/>
            <p14:sldId id="258"/>
            <p14:sldId id="261"/>
            <p14:sldId id="262"/>
            <p14:sldId id="324"/>
            <p14:sldId id="263"/>
            <p14:sldId id="326"/>
            <p14:sldId id="319"/>
            <p14:sldId id="327"/>
            <p14:sldId id="320"/>
            <p14:sldId id="328"/>
            <p14:sldId id="301"/>
            <p14:sldId id="302"/>
            <p14:sldId id="279"/>
            <p14:sldId id="303"/>
            <p14:sldId id="276"/>
            <p14:sldId id="329"/>
            <p14:sldId id="275"/>
            <p14:sldId id="305"/>
            <p14:sldId id="304"/>
            <p14:sldId id="306"/>
            <p14:sldId id="307"/>
            <p14:sldId id="311"/>
            <p14:sldId id="308"/>
            <p14:sldId id="309"/>
            <p14:sldId id="310"/>
            <p14:sldId id="323"/>
            <p14:sldId id="312"/>
            <p14:sldId id="315"/>
            <p14:sldId id="321"/>
            <p14:sldId id="313"/>
            <p14:sldId id="317"/>
            <p14:sldId id="322"/>
            <p14:sldId id="325"/>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6E9C4D-D617-4CE0-ADBF-DC570B7701C7}">
  <a:tblStyle styleId="{7C6E9C4D-D617-4CE0-ADBF-DC570B7701C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A8C63E-9E8D-4DF3-95A0-BD82EECA27C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font" Target="fonts/font24.fntdata"/><Relationship Id="rId68" Type="http://schemas.openxmlformats.org/officeDocument/2006/relationships/font" Target="fonts/font29.fntdata"/><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32.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66" Type="http://schemas.openxmlformats.org/officeDocument/2006/relationships/font" Target="fonts/font27.fntdata"/><Relationship Id="rId74" Type="http://schemas.openxmlformats.org/officeDocument/2006/relationships/font" Target="fonts/font3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0.fntdata"/><Relationship Id="rId57" Type="http://schemas.openxmlformats.org/officeDocument/2006/relationships/font" Target="fonts/font18.fntdata"/><Relationship Id="rId61" Type="http://schemas.openxmlformats.org/officeDocument/2006/relationships/font" Target="fonts/font2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font" Target="fonts/font26.fntdata"/><Relationship Id="rId73" Type="http://schemas.openxmlformats.org/officeDocument/2006/relationships/font" Target="fonts/font34.fnt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font" Target="fonts/font25.fntdata"/><Relationship Id="rId69" Type="http://schemas.openxmlformats.org/officeDocument/2006/relationships/font" Target="fonts/font30.fntdata"/><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12.fntdata"/><Relationship Id="rId72" Type="http://schemas.openxmlformats.org/officeDocument/2006/relationships/font" Target="fonts/font3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59" Type="http://schemas.openxmlformats.org/officeDocument/2006/relationships/font" Target="fonts/font20.fntdata"/><Relationship Id="rId67" Type="http://schemas.openxmlformats.org/officeDocument/2006/relationships/font" Target="fonts/font28.fntdata"/><Relationship Id="rId20" Type="http://schemas.openxmlformats.org/officeDocument/2006/relationships/slide" Target="slides/slide18.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font" Target="fonts/font23.fntdata"/><Relationship Id="rId70" Type="http://schemas.openxmlformats.org/officeDocument/2006/relationships/font" Target="fonts/font31.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8b3994a781_0_25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8b3994a781_0_25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8b872573b1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8b872573b1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822dda0a4d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822dda0a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3891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822dda0a4d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822dda0a4d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0768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4530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3575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8b3994a781_0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8b3994a781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8b3994a781_0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8b3994a781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423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8de203a35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8de203a35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8b3994a781_0_9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8b3994a781_0_9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822dda0a4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822dda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5228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574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b872573b1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8b872573b1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7293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8b3994a781_0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8b3994a781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9309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8b3994a781_0_10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8b3994a781_0_10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2321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8de203a35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8de203a35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496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8de203a35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8de203a35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2404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8de203a35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8de203a35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63648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2"/>
        <p:cNvGrpSpPr/>
        <p:nvPr/>
      </p:nvGrpSpPr>
      <p:grpSpPr>
        <a:xfrm>
          <a:off x="0" y="0"/>
          <a:ext cx="0" cy="0"/>
          <a:chOff x="0" y="0"/>
          <a:chExt cx="0" cy="0"/>
        </a:xfrm>
      </p:grpSpPr>
      <p:sp>
        <p:nvSpPr>
          <p:cNvPr id="16363" name="Google Shape;16363;g8d4cbd36da_4_30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64" name="Google Shape;16364;g8d4cbd36da_4_30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7362284" y="1723643"/>
            <a:ext cx="1781706" cy="3419867"/>
            <a:chOff x="7397009" y="1731193"/>
            <a:chExt cx="1781706" cy="3419867"/>
          </a:xfrm>
        </p:grpSpPr>
        <p:sp>
          <p:nvSpPr>
            <p:cNvPr id="10" name="Google Shape;10;p2"/>
            <p:cNvSpPr/>
            <p:nvPr/>
          </p:nvSpPr>
          <p:spPr>
            <a:xfrm>
              <a:off x="7858529" y="1731193"/>
              <a:ext cx="1320185" cy="132176"/>
            </a:xfrm>
            <a:custGeom>
              <a:avLst/>
              <a:gdLst/>
              <a:ahLst/>
              <a:cxnLst/>
              <a:rect l="l" t="t" r="r" b="b"/>
              <a:pathLst>
                <a:path w="19277" h="1930" extrusionOk="0">
                  <a:moveTo>
                    <a:pt x="1" y="1"/>
                  </a:moveTo>
                  <a:lnTo>
                    <a:pt x="1" y="1930"/>
                  </a:lnTo>
                  <a:lnTo>
                    <a:pt x="19277" y="1930"/>
                  </a:lnTo>
                  <a:lnTo>
                    <a:pt x="1927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784360" y="1950550"/>
              <a:ext cx="865993" cy="132176"/>
            </a:xfrm>
            <a:custGeom>
              <a:avLst/>
              <a:gdLst/>
              <a:ahLst/>
              <a:cxnLst/>
              <a:rect l="l" t="t" r="r" b="b"/>
              <a:pathLst>
                <a:path w="12645" h="1930" extrusionOk="0">
                  <a:moveTo>
                    <a:pt x="0" y="1"/>
                  </a:moveTo>
                  <a:lnTo>
                    <a:pt x="0" y="1929"/>
                  </a:lnTo>
                  <a:lnTo>
                    <a:pt x="12645" y="1929"/>
                  </a:lnTo>
                  <a:lnTo>
                    <a:pt x="1264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855808" y="1950550"/>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445651" y="2169086"/>
              <a:ext cx="733063" cy="132998"/>
            </a:xfrm>
            <a:custGeom>
              <a:avLst/>
              <a:gdLst/>
              <a:ahLst/>
              <a:cxnLst/>
              <a:rect l="l" t="t" r="r" b="b"/>
              <a:pathLst>
                <a:path w="10704" h="1942" extrusionOk="0">
                  <a:moveTo>
                    <a:pt x="0" y="0"/>
                  </a:moveTo>
                  <a:lnTo>
                    <a:pt x="0" y="1941"/>
                  </a:lnTo>
                  <a:lnTo>
                    <a:pt x="10704" y="1941"/>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38356" y="2388443"/>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990637" y="2388443"/>
              <a:ext cx="597737" cy="132929"/>
            </a:xfrm>
            <a:custGeom>
              <a:avLst/>
              <a:gdLst/>
              <a:ahLst/>
              <a:cxnLst/>
              <a:rect l="l" t="t" r="r" b="b"/>
              <a:pathLst>
                <a:path w="8728" h="1941" extrusionOk="0">
                  <a:moveTo>
                    <a:pt x="1" y="0"/>
                  </a:moveTo>
                  <a:lnTo>
                    <a:pt x="1" y="1941"/>
                  </a:lnTo>
                  <a:lnTo>
                    <a:pt x="8728" y="1941"/>
                  </a:lnTo>
                  <a:lnTo>
                    <a:pt x="8728"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683208" y="2607801"/>
              <a:ext cx="1495507" cy="132108"/>
            </a:xfrm>
            <a:custGeom>
              <a:avLst/>
              <a:gdLst/>
              <a:ahLst/>
              <a:cxnLst/>
              <a:rect l="l" t="t" r="r" b="b"/>
              <a:pathLst>
                <a:path w="21837" h="1929"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298888" y="2827090"/>
              <a:ext cx="879827" cy="132176"/>
            </a:xfrm>
            <a:custGeom>
              <a:avLst/>
              <a:gdLst/>
              <a:ahLst/>
              <a:cxnLst/>
              <a:rect l="l" t="t" r="r" b="b"/>
              <a:pathLst>
                <a:path w="12847" h="1930" extrusionOk="0">
                  <a:moveTo>
                    <a:pt x="0" y="1"/>
                  </a:moveTo>
                  <a:lnTo>
                    <a:pt x="0" y="1930"/>
                  </a:lnTo>
                  <a:lnTo>
                    <a:pt x="12847" y="1930"/>
                  </a:lnTo>
                  <a:lnTo>
                    <a:pt x="128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855808" y="3046447"/>
              <a:ext cx="322907" cy="132176"/>
            </a:xfrm>
            <a:custGeom>
              <a:avLst/>
              <a:gdLst/>
              <a:ahLst/>
              <a:cxnLst/>
              <a:rect l="l" t="t" r="r" b="b"/>
              <a:pathLst>
                <a:path w="4715"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784360" y="2169086"/>
              <a:ext cx="499050" cy="132998"/>
            </a:xfrm>
            <a:custGeom>
              <a:avLst/>
              <a:gdLst/>
              <a:ahLst/>
              <a:cxnLst/>
              <a:rect l="l" t="t" r="r" b="b"/>
              <a:pathLst>
                <a:path w="7287" h="1942" extrusionOk="0">
                  <a:moveTo>
                    <a:pt x="0" y="0"/>
                  </a:moveTo>
                  <a:lnTo>
                    <a:pt x="0" y="1941"/>
                  </a:lnTo>
                  <a:lnTo>
                    <a:pt x="7287" y="1941"/>
                  </a:lnTo>
                  <a:lnTo>
                    <a:pt x="72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20017" y="4142344"/>
              <a:ext cx="322975" cy="132176"/>
            </a:xfrm>
            <a:custGeom>
              <a:avLst/>
              <a:gdLst/>
              <a:ahLst/>
              <a:cxnLst/>
              <a:rect l="l" t="t" r="r" b="b"/>
              <a:pathLst>
                <a:path w="4716" h="1930" extrusionOk="0">
                  <a:moveTo>
                    <a:pt x="0" y="1"/>
                  </a:moveTo>
                  <a:lnTo>
                    <a:pt x="0" y="1929"/>
                  </a:lnTo>
                  <a:lnTo>
                    <a:pt x="4715" y="1929"/>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521789" y="4142344"/>
              <a:ext cx="322153" cy="132176"/>
            </a:xfrm>
            <a:custGeom>
              <a:avLst/>
              <a:gdLst/>
              <a:ahLst/>
              <a:cxnLst/>
              <a:rect l="l" t="t" r="r" b="b"/>
              <a:pathLst>
                <a:path w="4704" h="1930" extrusionOk="0">
                  <a:moveTo>
                    <a:pt x="0" y="1"/>
                  </a:moveTo>
                  <a:lnTo>
                    <a:pt x="0" y="1929"/>
                  </a:lnTo>
                  <a:lnTo>
                    <a:pt x="4703" y="1929"/>
                  </a:lnTo>
                  <a:lnTo>
                    <a:pt x="4703"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152056" y="3264983"/>
              <a:ext cx="1026659" cy="132998"/>
            </a:xfrm>
            <a:custGeom>
              <a:avLst/>
              <a:gdLst/>
              <a:ahLst/>
              <a:cxnLst/>
              <a:rect l="l" t="t" r="r" b="b"/>
              <a:pathLst>
                <a:path w="14991" h="1942" extrusionOk="0">
                  <a:moveTo>
                    <a:pt x="1" y="0"/>
                  </a:moveTo>
                  <a:lnTo>
                    <a:pt x="1" y="1941"/>
                  </a:lnTo>
                  <a:lnTo>
                    <a:pt x="14991" y="1941"/>
                  </a:lnTo>
                  <a:lnTo>
                    <a:pt x="1499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784360" y="3484340"/>
              <a:ext cx="807301" cy="132929"/>
            </a:xfrm>
            <a:custGeom>
              <a:avLst/>
              <a:gdLst/>
              <a:ahLst/>
              <a:cxnLst/>
              <a:rect l="l" t="t" r="r" b="b"/>
              <a:pathLst>
                <a:path w="11788" h="1941" extrusionOk="0">
                  <a:moveTo>
                    <a:pt x="0" y="0"/>
                  </a:moveTo>
                  <a:lnTo>
                    <a:pt x="0" y="1941"/>
                  </a:lnTo>
                  <a:lnTo>
                    <a:pt x="11787" y="1941"/>
                  </a:lnTo>
                  <a:lnTo>
                    <a:pt x="1178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38356" y="3484340"/>
              <a:ext cx="440359" cy="132929"/>
            </a:xfrm>
            <a:custGeom>
              <a:avLst/>
              <a:gdLst/>
              <a:ahLst/>
              <a:cxnLst/>
              <a:rect l="l" t="t" r="r" b="b"/>
              <a:pathLst>
                <a:path w="6430" h="1941" extrusionOk="0">
                  <a:moveTo>
                    <a:pt x="1" y="0"/>
                  </a:moveTo>
                  <a:lnTo>
                    <a:pt x="1" y="1941"/>
                  </a:lnTo>
                  <a:lnTo>
                    <a:pt x="6430" y="1941"/>
                  </a:lnTo>
                  <a:lnTo>
                    <a:pt x="643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7931945" y="3046447"/>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445651" y="3703698"/>
              <a:ext cx="733063" cy="132108"/>
            </a:xfrm>
            <a:custGeom>
              <a:avLst/>
              <a:gdLst/>
              <a:ahLst/>
              <a:cxnLst/>
              <a:rect l="l" t="t" r="r" b="b"/>
              <a:pathLst>
                <a:path w="10704" h="1929" extrusionOk="0">
                  <a:moveTo>
                    <a:pt x="0" y="0"/>
                  </a:moveTo>
                  <a:lnTo>
                    <a:pt x="0" y="1929"/>
                  </a:lnTo>
                  <a:lnTo>
                    <a:pt x="10704" y="1929"/>
                  </a:lnTo>
                  <a:lnTo>
                    <a:pt x="10704"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855808" y="3922987"/>
              <a:ext cx="322907" cy="132176"/>
            </a:xfrm>
            <a:custGeom>
              <a:avLst/>
              <a:gdLst/>
              <a:ahLst/>
              <a:cxnLst/>
              <a:rect l="l" t="t" r="r" b="b"/>
              <a:pathLst>
                <a:path w="4715" h="1930" extrusionOk="0">
                  <a:moveTo>
                    <a:pt x="0" y="1"/>
                  </a:moveTo>
                  <a:lnTo>
                    <a:pt x="0" y="1930"/>
                  </a:lnTo>
                  <a:lnTo>
                    <a:pt x="4715" y="1930"/>
                  </a:lnTo>
                  <a:lnTo>
                    <a:pt x="4715"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990637" y="3703698"/>
              <a:ext cx="322975" cy="132108"/>
            </a:xfrm>
            <a:custGeom>
              <a:avLst/>
              <a:gdLst/>
              <a:ahLst/>
              <a:cxnLst/>
              <a:rect l="l" t="t" r="r" b="b"/>
              <a:pathLst>
                <a:path w="4716" h="1929" extrusionOk="0">
                  <a:moveTo>
                    <a:pt x="1" y="0"/>
                  </a:moveTo>
                  <a:lnTo>
                    <a:pt x="1" y="1929"/>
                  </a:lnTo>
                  <a:lnTo>
                    <a:pt x="4715" y="1929"/>
                  </a:lnTo>
                  <a:lnTo>
                    <a:pt x="471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8445651" y="4142344"/>
              <a:ext cx="733063" cy="132176"/>
            </a:xfrm>
            <a:custGeom>
              <a:avLst/>
              <a:gdLst/>
              <a:ahLst/>
              <a:cxnLst/>
              <a:rect l="l" t="t" r="r" b="b"/>
              <a:pathLst>
                <a:path w="10704" h="1930" extrusionOk="0">
                  <a:moveTo>
                    <a:pt x="0" y="1"/>
                  </a:moveTo>
                  <a:lnTo>
                    <a:pt x="0" y="1929"/>
                  </a:lnTo>
                  <a:lnTo>
                    <a:pt x="10704" y="1929"/>
                  </a:lnTo>
                  <a:lnTo>
                    <a:pt x="107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7858529" y="3922987"/>
              <a:ext cx="862774" cy="132176"/>
            </a:xfrm>
            <a:custGeom>
              <a:avLst/>
              <a:gdLst/>
              <a:ahLst/>
              <a:cxnLst/>
              <a:rect l="l" t="t" r="r" b="b"/>
              <a:pathLst>
                <a:path w="12598" h="1930" extrusionOk="0">
                  <a:moveTo>
                    <a:pt x="1" y="1"/>
                  </a:moveTo>
                  <a:lnTo>
                    <a:pt x="1" y="1930"/>
                  </a:lnTo>
                  <a:lnTo>
                    <a:pt x="12598" y="1930"/>
                  </a:lnTo>
                  <a:lnTo>
                    <a:pt x="12598"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683208" y="4361702"/>
              <a:ext cx="1495507" cy="132176"/>
            </a:xfrm>
            <a:custGeom>
              <a:avLst/>
              <a:gdLst/>
              <a:ahLst/>
              <a:cxnLst/>
              <a:rect l="l" t="t" r="r" b="b"/>
              <a:pathLst>
                <a:path w="21837" h="1930" extrusionOk="0">
                  <a:moveTo>
                    <a:pt x="1" y="0"/>
                  </a:moveTo>
                  <a:lnTo>
                    <a:pt x="1" y="1929"/>
                  </a:lnTo>
                  <a:lnTo>
                    <a:pt x="21837" y="1929"/>
                  </a:lnTo>
                  <a:lnTo>
                    <a:pt x="21837"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767736" y="4580237"/>
              <a:ext cx="410978" cy="132929"/>
            </a:xfrm>
            <a:custGeom>
              <a:avLst/>
              <a:gdLst/>
              <a:ahLst/>
              <a:cxnLst/>
              <a:rect l="l" t="t" r="r" b="b"/>
              <a:pathLst>
                <a:path w="6001" h="1941" extrusionOk="0">
                  <a:moveTo>
                    <a:pt x="0" y="0"/>
                  </a:moveTo>
                  <a:lnTo>
                    <a:pt x="0" y="1941"/>
                  </a:lnTo>
                  <a:lnTo>
                    <a:pt x="6001" y="1941"/>
                  </a:lnTo>
                  <a:lnTo>
                    <a:pt x="6001"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7814494" y="4580237"/>
              <a:ext cx="773880" cy="132929"/>
            </a:xfrm>
            <a:custGeom>
              <a:avLst/>
              <a:gdLst/>
              <a:ahLst/>
              <a:cxnLst/>
              <a:rect l="l" t="t" r="r" b="b"/>
              <a:pathLst>
                <a:path w="11300" h="1941" extrusionOk="0">
                  <a:moveTo>
                    <a:pt x="1" y="0"/>
                  </a:moveTo>
                  <a:lnTo>
                    <a:pt x="1" y="1941"/>
                  </a:lnTo>
                  <a:lnTo>
                    <a:pt x="11300" y="1941"/>
                  </a:lnTo>
                  <a:lnTo>
                    <a:pt x="11300"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7397009" y="4799526"/>
              <a:ext cx="833394" cy="132998"/>
            </a:xfrm>
            <a:custGeom>
              <a:avLst/>
              <a:gdLst/>
              <a:ahLst/>
              <a:cxnLst/>
              <a:rect l="l" t="t" r="r" b="b"/>
              <a:pathLst>
                <a:path w="12169" h="1942" extrusionOk="0">
                  <a:moveTo>
                    <a:pt x="1" y="1"/>
                  </a:moveTo>
                  <a:lnTo>
                    <a:pt x="1" y="1942"/>
                  </a:lnTo>
                  <a:lnTo>
                    <a:pt x="12169" y="1942"/>
                  </a:lnTo>
                  <a:lnTo>
                    <a:pt x="1216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8382851" y="4799526"/>
              <a:ext cx="795864" cy="132998"/>
            </a:xfrm>
            <a:custGeom>
              <a:avLst/>
              <a:gdLst/>
              <a:ahLst/>
              <a:cxnLst/>
              <a:rect l="l" t="t" r="r" b="b"/>
              <a:pathLst>
                <a:path w="11621" h="1942" extrusionOk="0">
                  <a:moveTo>
                    <a:pt x="0" y="1"/>
                  </a:moveTo>
                  <a:lnTo>
                    <a:pt x="0" y="1942"/>
                  </a:lnTo>
                  <a:lnTo>
                    <a:pt x="11621" y="1942"/>
                  </a:lnTo>
                  <a:lnTo>
                    <a:pt x="1162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064053" y="5018884"/>
              <a:ext cx="1114662" cy="132176"/>
            </a:xfrm>
            <a:custGeom>
              <a:avLst/>
              <a:gdLst/>
              <a:ahLst/>
              <a:cxnLst/>
              <a:rect l="l" t="t" r="r" b="b"/>
              <a:pathLst>
                <a:path w="16276" h="1930" extrusionOk="0">
                  <a:moveTo>
                    <a:pt x="0" y="1"/>
                  </a:moveTo>
                  <a:lnTo>
                    <a:pt x="0" y="1930"/>
                  </a:lnTo>
                  <a:lnTo>
                    <a:pt x="16276" y="1930"/>
                  </a:lnTo>
                  <a:lnTo>
                    <a:pt x="1627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p:nvPr/>
        </p:nvSpPr>
        <p:spPr>
          <a:xfrm>
            <a:off x="1962382" y="0"/>
            <a:ext cx="2721868" cy="387420"/>
          </a:xfrm>
          <a:custGeom>
            <a:avLst/>
            <a:gdLst/>
            <a:ahLst/>
            <a:cxnLst/>
            <a:rect l="l" t="t" r="r" b="b"/>
            <a:pathLst>
              <a:path w="39744" h="5657" extrusionOk="0">
                <a:moveTo>
                  <a:pt x="1" y="1"/>
                </a:moveTo>
                <a:lnTo>
                  <a:pt x="1" y="5656"/>
                </a:lnTo>
                <a:lnTo>
                  <a:pt x="39744" y="5656"/>
                </a:lnTo>
                <a:lnTo>
                  <a:pt x="397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73813" y="0"/>
            <a:ext cx="664647" cy="387420"/>
          </a:xfrm>
          <a:custGeom>
            <a:avLst/>
            <a:gdLst/>
            <a:ahLst/>
            <a:cxnLst/>
            <a:rect l="l" t="t" r="r" b="b"/>
            <a:pathLst>
              <a:path w="9705" h="5657" extrusionOk="0">
                <a:moveTo>
                  <a:pt x="1" y="1"/>
                </a:moveTo>
                <a:lnTo>
                  <a:pt x="1" y="5656"/>
                </a:lnTo>
                <a:lnTo>
                  <a:pt x="9704" y="5656"/>
                </a:lnTo>
                <a:lnTo>
                  <a:pt x="97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49134" y="938616"/>
            <a:ext cx="212098" cy="385776"/>
          </a:xfrm>
          <a:custGeom>
            <a:avLst/>
            <a:gdLst/>
            <a:ahLst/>
            <a:cxnLst/>
            <a:rect l="l" t="t" r="r" b="b"/>
            <a:pathLst>
              <a:path w="3097" h="5633" extrusionOk="0">
                <a:moveTo>
                  <a:pt x="2239" y="1"/>
                </a:moveTo>
                <a:lnTo>
                  <a:pt x="1" y="5275"/>
                </a:lnTo>
                <a:lnTo>
                  <a:pt x="846" y="5633"/>
                </a:lnTo>
                <a:lnTo>
                  <a:pt x="3096" y="370"/>
                </a:lnTo>
                <a:lnTo>
                  <a:pt x="223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73813" y="1008745"/>
            <a:ext cx="167240" cy="245519"/>
          </a:xfrm>
          <a:custGeom>
            <a:avLst/>
            <a:gdLst/>
            <a:ahLst/>
            <a:cxnLst/>
            <a:rect l="l" t="t" r="r" b="b"/>
            <a:pathLst>
              <a:path w="2442" h="3585" extrusionOk="0">
                <a:moveTo>
                  <a:pt x="1787" y="1"/>
                </a:moveTo>
                <a:lnTo>
                  <a:pt x="1" y="1787"/>
                </a:lnTo>
                <a:lnTo>
                  <a:pt x="1787" y="3585"/>
                </a:lnTo>
                <a:lnTo>
                  <a:pt x="2442" y="2930"/>
                </a:lnTo>
                <a:lnTo>
                  <a:pt x="1299" y="1787"/>
                </a:lnTo>
                <a:lnTo>
                  <a:pt x="2442" y="656"/>
                </a:lnTo>
                <a:lnTo>
                  <a:pt x="17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268492" y="1008745"/>
            <a:ext cx="168062" cy="245519"/>
          </a:xfrm>
          <a:custGeom>
            <a:avLst/>
            <a:gdLst/>
            <a:ahLst/>
            <a:cxnLst/>
            <a:rect l="l" t="t" r="r" b="b"/>
            <a:pathLst>
              <a:path w="2454" h="3585" extrusionOk="0">
                <a:moveTo>
                  <a:pt x="655" y="1"/>
                </a:moveTo>
                <a:lnTo>
                  <a:pt x="0" y="656"/>
                </a:lnTo>
                <a:lnTo>
                  <a:pt x="1143" y="1787"/>
                </a:lnTo>
                <a:lnTo>
                  <a:pt x="0" y="2930"/>
                </a:lnTo>
                <a:lnTo>
                  <a:pt x="655" y="3585"/>
                </a:lnTo>
                <a:lnTo>
                  <a:pt x="2453" y="1787"/>
                </a:lnTo>
                <a:lnTo>
                  <a:pt x="65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3516020" y="4983597"/>
            <a:ext cx="1054395" cy="159912"/>
          </a:xfrm>
          <a:custGeom>
            <a:avLst/>
            <a:gdLst/>
            <a:ahLst/>
            <a:cxnLst/>
            <a:rect l="l" t="t" r="r" b="b"/>
            <a:pathLst>
              <a:path w="15396" h="2335" extrusionOk="0">
                <a:moveTo>
                  <a:pt x="1" y="1"/>
                </a:moveTo>
                <a:lnTo>
                  <a:pt x="1" y="2335"/>
                </a:lnTo>
                <a:lnTo>
                  <a:pt x="15395" y="2335"/>
                </a:lnTo>
                <a:lnTo>
                  <a:pt x="153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160341" y="4983597"/>
            <a:ext cx="2152689" cy="159912"/>
          </a:xfrm>
          <a:custGeom>
            <a:avLst/>
            <a:gdLst/>
            <a:ahLst/>
            <a:cxnLst/>
            <a:rect l="l" t="t" r="r" b="b"/>
            <a:pathLst>
              <a:path w="31433" h="2335" extrusionOk="0">
                <a:moveTo>
                  <a:pt x="0" y="1"/>
                </a:moveTo>
                <a:lnTo>
                  <a:pt x="0" y="2335"/>
                </a:lnTo>
                <a:lnTo>
                  <a:pt x="31433" y="2335"/>
                </a:lnTo>
                <a:lnTo>
                  <a:pt x="314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805333" y="4452017"/>
            <a:ext cx="3750923" cy="160666"/>
          </a:xfrm>
          <a:custGeom>
            <a:avLst/>
            <a:gdLst/>
            <a:ahLst/>
            <a:cxnLst/>
            <a:rect l="l" t="t" r="r" b="b"/>
            <a:pathLst>
              <a:path w="54770" h="2346" extrusionOk="0">
                <a:moveTo>
                  <a:pt x="0" y="0"/>
                </a:moveTo>
                <a:lnTo>
                  <a:pt x="0" y="2346"/>
                </a:lnTo>
                <a:lnTo>
                  <a:pt x="54769" y="2346"/>
                </a:lnTo>
                <a:lnTo>
                  <a:pt x="54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0" y="4452017"/>
            <a:ext cx="1490645" cy="160666"/>
          </a:xfrm>
          <a:custGeom>
            <a:avLst/>
            <a:gdLst/>
            <a:ahLst/>
            <a:cxnLst/>
            <a:rect l="l" t="t" r="r" b="b"/>
            <a:pathLst>
              <a:path w="21766" h="2346" extrusionOk="0">
                <a:moveTo>
                  <a:pt x="1" y="0"/>
                </a:moveTo>
                <a:lnTo>
                  <a:pt x="1" y="2346"/>
                </a:lnTo>
                <a:lnTo>
                  <a:pt x="21765" y="2346"/>
                </a:lnTo>
                <a:lnTo>
                  <a:pt x="217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96093" y="4717807"/>
            <a:ext cx="3218453" cy="160734"/>
          </a:xfrm>
          <a:custGeom>
            <a:avLst/>
            <a:gdLst/>
            <a:ahLst/>
            <a:cxnLst/>
            <a:rect l="l" t="t" r="r" b="b"/>
            <a:pathLst>
              <a:path w="46995" h="2347" extrusionOk="0">
                <a:moveTo>
                  <a:pt x="0" y="1"/>
                </a:moveTo>
                <a:lnTo>
                  <a:pt x="0" y="2346"/>
                </a:lnTo>
                <a:lnTo>
                  <a:pt x="46994" y="2346"/>
                </a:lnTo>
                <a:lnTo>
                  <a:pt x="4699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0" y="4717807"/>
            <a:ext cx="364546" cy="160734"/>
          </a:xfrm>
          <a:custGeom>
            <a:avLst/>
            <a:gdLst/>
            <a:ahLst/>
            <a:cxnLst/>
            <a:rect l="l" t="t" r="r" b="b"/>
            <a:pathLst>
              <a:path w="5323" h="2347" extrusionOk="0">
                <a:moveTo>
                  <a:pt x="1" y="1"/>
                </a:moveTo>
                <a:lnTo>
                  <a:pt x="1" y="2346"/>
                </a:lnTo>
                <a:lnTo>
                  <a:pt x="5323" y="2346"/>
                </a:lnTo>
                <a:lnTo>
                  <a:pt x="53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0" y="4983597"/>
            <a:ext cx="828532" cy="159912"/>
          </a:xfrm>
          <a:custGeom>
            <a:avLst/>
            <a:gdLst/>
            <a:ahLst/>
            <a:cxnLst/>
            <a:rect l="l" t="t" r="r" b="b"/>
            <a:pathLst>
              <a:path w="12098" h="2335" extrusionOk="0">
                <a:moveTo>
                  <a:pt x="1" y="1"/>
                </a:moveTo>
                <a:lnTo>
                  <a:pt x="1" y="2335"/>
                </a:lnTo>
                <a:lnTo>
                  <a:pt x="12098" y="2335"/>
                </a:lnTo>
                <a:lnTo>
                  <a:pt x="120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lvl1pPr lvl="0" rtl="0">
              <a:lnSpc>
                <a:spcPct val="80000"/>
              </a:lnSpc>
              <a:spcBef>
                <a:spcPts val="0"/>
              </a:spcBef>
              <a:spcAft>
                <a:spcPts val="0"/>
              </a:spcAft>
              <a:buSzPts val="7400"/>
              <a:buNone/>
              <a:defRPr sz="7400"/>
            </a:lvl1pPr>
            <a:lvl2pPr lvl="1" algn="ctr" rtl="0">
              <a:spcBef>
                <a:spcPts val="0"/>
              </a:spcBef>
              <a:spcAft>
                <a:spcPts val="0"/>
              </a:spcAft>
              <a:buSzPts val="6100"/>
              <a:buNone/>
              <a:defRPr sz="6100"/>
            </a:lvl2pPr>
            <a:lvl3pPr lvl="2" algn="ctr" rtl="0">
              <a:spcBef>
                <a:spcPts val="0"/>
              </a:spcBef>
              <a:spcAft>
                <a:spcPts val="0"/>
              </a:spcAft>
              <a:buSzPts val="6100"/>
              <a:buNone/>
              <a:defRPr sz="6100"/>
            </a:lvl3pPr>
            <a:lvl4pPr lvl="3" algn="ctr" rtl="0">
              <a:spcBef>
                <a:spcPts val="0"/>
              </a:spcBef>
              <a:spcAft>
                <a:spcPts val="0"/>
              </a:spcAft>
              <a:buSzPts val="6100"/>
              <a:buNone/>
              <a:defRPr sz="6100"/>
            </a:lvl4pPr>
            <a:lvl5pPr lvl="4" algn="ctr" rtl="0">
              <a:spcBef>
                <a:spcPts val="0"/>
              </a:spcBef>
              <a:spcAft>
                <a:spcPts val="0"/>
              </a:spcAft>
              <a:buSzPts val="6100"/>
              <a:buNone/>
              <a:defRPr sz="6100"/>
            </a:lvl5pPr>
            <a:lvl6pPr lvl="5" algn="ctr" rtl="0">
              <a:spcBef>
                <a:spcPts val="0"/>
              </a:spcBef>
              <a:spcAft>
                <a:spcPts val="0"/>
              </a:spcAft>
              <a:buSzPts val="6100"/>
              <a:buNone/>
              <a:defRPr sz="6100"/>
            </a:lvl6pPr>
            <a:lvl7pPr lvl="6" algn="ctr" rtl="0">
              <a:spcBef>
                <a:spcPts val="0"/>
              </a:spcBef>
              <a:spcAft>
                <a:spcPts val="0"/>
              </a:spcAft>
              <a:buSzPts val="6100"/>
              <a:buNone/>
              <a:defRPr sz="6100"/>
            </a:lvl7pPr>
            <a:lvl8pPr lvl="7" algn="ctr" rtl="0">
              <a:spcBef>
                <a:spcPts val="0"/>
              </a:spcBef>
              <a:spcAft>
                <a:spcPts val="0"/>
              </a:spcAft>
              <a:buSzPts val="6100"/>
              <a:buNone/>
              <a:defRPr sz="6100"/>
            </a:lvl8pPr>
            <a:lvl9pPr lvl="8" algn="ctr" rtl="0">
              <a:spcBef>
                <a:spcPts val="0"/>
              </a:spcBef>
              <a:spcAft>
                <a:spcPts val="0"/>
              </a:spcAft>
              <a:buSzPts val="6100"/>
              <a:buNone/>
              <a:defRPr sz="6100"/>
            </a:lvl9pPr>
          </a:lstStyle>
          <a:p>
            <a:endParaRPr/>
          </a:p>
        </p:txBody>
      </p:sp>
      <p:sp>
        <p:nvSpPr>
          <p:cNvPr id="50" name="Google Shape;50;p2"/>
          <p:cNvSpPr txBox="1">
            <a:spLocks noGrp="1"/>
          </p:cNvSpPr>
          <p:nvPr>
            <p:ph type="subTitle" idx="1"/>
          </p:nvPr>
        </p:nvSpPr>
        <p:spPr>
          <a:xfrm>
            <a:off x="769050" y="3396100"/>
            <a:ext cx="8520600" cy="7926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2100"/>
              <a:buNone/>
              <a:defRPr sz="2100"/>
            </a:lvl1pPr>
            <a:lvl2pPr lvl="1" algn="ctr" rtl="0">
              <a:lnSpc>
                <a:spcPct val="100000"/>
              </a:lnSpc>
              <a:spcBef>
                <a:spcPts val="0"/>
              </a:spcBef>
              <a:spcAft>
                <a:spcPts val="0"/>
              </a:spcAft>
              <a:buSzPts val="2900"/>
              <a:buNone/>
              <a:defRPr sz="2900"/>
            </a:lvl2pPr>
            <a:lvl3pPr lvl="2" algn="ctr" rtl="0">
              <a:lnSpc>
                <a:spcPct val="100000"/>
              </a:lnSpc>
              <a:spcBef>
                <a:spcPts val="0"/>
              </a:spcBef>
              <a:spcAft>
                <a:spcPts val="0"/>
              </a:spcAft>
              <a:buSzPts val="2900"/>
              <a:buNone/>
              <a:defRPr sz="2900"/>
            </a:lvl3pPr>
            <a:lvl4pPr lvl="3" algn="ctr" rtl="0">
              <a:lnSpc>
                <a:spcPct val="100000"/>
              </a:lnSpc>
              <a:spcBef>
                <a:spcPts val="0"/>
              </a:spcBef>
              <a:spcAft>
                <a:spcPts val="0"/>
              </a:spcAft>
              <a:buSzPts val="2900"/>
              <a:buNone/>
              <a:defRPr sz="2900"/>
            </a:lvl4pPr>
            <a:lvl5pPr lvl="4" algn="ctr" rtl="0">
              <a:lnSpc>
                <a:spcPct val="100000"/>
              </a:lnSpc>
              <a:spcBef>
                <a:spcPts val="0"/>
              </a:spcBef>
              <a:spcAft>
                <a:spcPts val="0"/>
              </a:spcAft>
              <a:buSzPts val="2900"/>
              <a:buNone/>
              <a:defRPr sz="2900"/>
            </a:lvl5pPr>
            <a:lvl6pPr lvl="5" algn="ctr" rtl="0">
              <a:lnSpc>
                <a:spcPct val="100000"/>
              </a:lnSpc>
              <a:spcBef>
                <a:spcPts val="0"/>
              </a:spcBef>
              <a:spcAft>
                <a:spcPts val="0"/>
              </a:spcAft>
              <a:buSzPts val="2900"/>
              <a:buNone/>
              <a:defRPr sz="2900"/>
            </a:lvl6pPr>
            <a:lvl7pPr lvl="6" algn="ctr" rtl="0">
              <a:lnSpc>
                <a:spcPct val="100000"/>
              </a:lnSpc>
              <a:spcBef>
                <a:spcPts val="0"/>
              </a:spcBef>
              <a:spcAft>
                <a:spcPts val="0"/>
              </a:spcAft>
              <a:buSzPts val="2900"/>
              <a:buNone/>
              <a:defRPr sz="2900"/>
            </a:lvl7pPr>
            <a:lvl8pPr lvl="7" algn="ctr" rtl="0">
              <a:lnSpc>
                <a:spcPct val="100000"/>
              </a:lnSpc>
              <a:spcBef>
                <a:spcPts val="0"/>
              </a:spcBef>
              <a:spcAft>
                <a:spcPts val="0"/>
              </a:spcAft>
              <a:buSzPts val="2900"/>
              <a:buNone/>
              <a:defRPr sz="2900"/>
            </a:lvl8pPr>
            <a:lvl9pPr lvl="8" algn="ctr" rtl="0">
              <a:lnSpc>
                <a:spcPct val="100000"/>
              </a:lnSpc>
              <a:spcBef>
                <a:spcPts val="0"/>
              </a:spcBef>
              <a:spcAft>
                <a:spcPts val="0"/>
              </a:spcAft>
              <a:buSzPts val="2900"/>
              <a:buNone/>
              <a:defRPr sz="29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4"/>
          <p:cNvSpPr/>
          <p:nvPr/>
        </p:nvSpPr>
        <p:spPr>
          <a:xfrm>
            <a:off x="0" y="3268775"/>
            <a:ext cx="667651" cy="355450"/>
          </a:xfrm>
          <a:custGeom>
            <a:avLst/>
            <a:gdLst/>
            <a:ahLst/>
            <a:cxnLst/>
            <a:rect l="l" t="t" r="r" b="b"/>
            <a:pathLst>
              <a:path w="2882" h="2764" extrusionOk="0">
                <a:moveTo>
                  <a:pt x="0" y="1"/>
                </a:moveTo>
                <a:lnTo>
                  <a:pt x="0" y="2763"/>
                </a:lnTo>
                <a:lnTo>
                  <a:pt x="2881" y="2763"/>
                </a:lnTo>
                <a:lnTo>
                  <a:pt x="28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7960123" y="323033"/>
            <a:ext cx="1183740" cy="355315"/>
          </a:xfrm>
          <a:custGeom>
            <a:avLst/>
            <a:gdLst/>
            <a:ahLst/>
            <a:cxnLst/>
            <a:rect l="l" t="t" r="r" b="b"/>
            <a:pathLst>
              <a:path w="9205" h="2763" extrusionOk="0">
                <a:moveTo>
                  <a:pt x="1" y="0"/>
                </a:moveTo>
                <a:lnTo>
                  <a:pt x="1" y="2762"/>
                </a:lnTo>
                <a:lnTo>
                  <a:pt x="9204" y="2762"/>
                </a:lnTo>
                <a:lnTo>
                  <a:pt x="92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7173125" y="912516"/>
            <a:ext cx="1970757" cy="355315"/>
          </a:xfrm>
          <a:custGeom>
            <a:avLst/>
            <a:gdLst/>
            <a:ahLst/>
            <a:cxnLst/>
            <a:rect l="l" t="t" r="r" b="b"/>
            <a:pathLst>
              <a:path w="15325" h="2763" extrusionOk="0">
                <a:moveTo>
                  <a:pt x="1" y="0"/>
                </a:moveTo>
                <a:lnTo>
                  <a:pt x="1" y="2762"/>
                </a:lnTo>
                <a:lnTo>
                  <a:pt x="15324" y="2762"/>
                </a:lnTo>
                <a:lnTo>
                  <a:pt x="15324"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7173125" y="2089940"/>
            <a:ext cx="1970757" cy="356858"/>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a:off x="0" y="2089940"/>
            <a:ext cx="552969" cy="356858"/>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4"/>
          <p:cNvSpPr/>
          <p:nvPr/>
        </p:nvSpPr>
        <p:spPr>
          <a:xfrm>
            <a:off x="8773245" y="1500456"/>
            <a:ext cx="370618" cy="356858"/>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8039723" y="3268778"/>
            <a:ext cx="1104138" cy="355443"/>
          </a:xfrm>
          <a:custGeom>
            <a:avLst/>
            <a:gdLst/>
            <a:ahLst/>
            <a:cxnLst/>
            <a:rect l="l" t="t" r="r" b="b"/>
            <a:pathLst>
              <a:path w="8586" h="2764" extrusionOk="0">
                <a:moveTo>
                  <a:pt x="1" y="1"/>
                </a:moveTo>
                <a:lnTo>
                  <a:pt x="1" y="2763"/>
                </a:lnTo>
                <a:lnTo>
                  <a:pt x="8585" y="2763"/>
                </a:lnTo>
                <a:lnTo>
                  <a:pt x="85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7555951" y="3858262"/>
            <a:ext cx="1587922" cy="355315"/>
          </a:xfrm>
          <a:custGeom>
            <a:avLst/>
            <a:gdLst/>
            <a:ahLst/>
            <a:cxnLst/>
            <a:rect l="l" t="t" r="r" b="b"/>
            <a:pathLst>
              <a:path w="12348" h="2763" extrusionOk="0">
                <a:moveTo>
                  <a:pt x="0" y="1"/>
                </a:moveTo>
                <a:lnTo>
                  <a:pt x="0" y="2763"/>
                </a:lnTo>
                <a:lnTo>
                  <a:pt x="12347" y="2763"/>
                </a:lnTo>
                <a:lnTo>
                  <a:pt x="12347"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4"/>
          <p:cNvSpPr/>
          <p:nvPr/>
        </p:nvSpPr>
        <p:spPr>
          <a:xfrm>
            <a:off x="0" y="4446202"/>
            <a:ext cx="1183740" cy="356858"/>
          </a:xfrm>
          <a:custGeom>
            <a:avLst/>
            <a:gdLst/>
            <a:ahLst/>
            <a:cxnLst/>
            <a:rect l="l" t="t" r="r" b="b"/>
            <a:pathLst>
              <a:path w="9205" h="2775" extrusionOk="0">
                <a:moveTo>
                  <a:pt x="1" y="1"/>
                </a:moveTo>
                <a:lnTo>
                  <a:pt x="1" y="2775"/>
                </a:lnTo>
                <a:lnTo>
                  <a:pt x="9204" y="2775"/>
                </a:lnTo>
                <a:lnTo>
                  <a:pt x="9204"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4"/>
          <p:cNvSpPr/>
          <p:nvPr/>
        </p:nvSpPr>
        <p:spPr>
          <a:xfrm>
            <a:off x="0" y="3858262"/>
            <a:ext cx="1970757" cy="355315"/>
          </a:xfrm>
          <a:custGeom>
            <a:avLst/>
            <a:gdLst/>
            <a:ahLst/>
            <a:cxnLst/>
            <a:rect l="l" t="t" r="r" b="b"/>
            <a:pathLst>
              <a:path w="15325" h="2763" extrusionOk="0">
                <a:moveTo>
                  <a:pt x="1" y="1"/>
                </a:moveTo>
                <a:lnTo>
                  <a:pt x="1" y="2763"/>
                </a:lnTo>
                <a:lnTo>
                  <a:pt x="15324" y="2763"/>
                </a:lnTo>
                <a:lnTo>
                  <a:pt x="15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2325759" y="3858262"/>
            <a:ext cx="866747" cy="355315"/>
          </a:xfrm>
          <a:custGeom>
            <a:avLst/>
            <a:gdLst/>
            <a:ahLst/>
            <a:cxnLst/>
            <a:rect l="l" t="t" r="r" b="b"/>
            <a:pathLst>
              <a:path w="6740" h="2763" extrusionOk="0">
                <a:moveTo>
                  <a:pt x="1" y="1"/>
                </a:moveTo>
                <a:lnTo>
                  <a:pt x="1" y="2763"/>
                </a:lnTo>
                <a:lnTo>
                  <a:pt x="6739" y="2763"/>
                </a:lnTo>
                <a:lnTo>
                  <a:pt x="6739"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0" y="2679300"/>
            <a:ext cx="1485912" cy="355450"/>
          </a:xfrm>
          <a:custGeom>
            <a:avLst/>
            <a:gdLst/>
            <a:ahLst/>
            <a:cxnLst/>
            <a:rect l="l" t="t" r="r" b="b"/>
            <a:pathLst>
              <a:path w="15325" h="2764" extrusionOk="0">
                <a:moveTo>
                  <a:pt x="1" y="1"/>
                </a:moveTo>
                <a:lnTo>
                  <a:pt x="1" y="2763"/>
                </a:lnTo>
                <a:lnTo>
                  <a:pt x="15324" y="2763"/>
                </a:lnTo>
                <a:lnTo>
                  <a:pt x="15324" y="1"/>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896262" y="3268778"/>
            <a:ext cx="370618" cy="355443"/>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p:nvPr/>
        </p:nvSpPr>
        <p:spPr>
          <a:xfrm>
            <a:off x="0"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4"/>
          <p:cNvSpPr/>
          <p:nvPr/>
        </p:nvSpPr>
        <p:spPr>
          <a:xfrm>
            <a:off x="359324" y="912525"/>
            <a:ext cx="1228595" cy="355301"/>
          </a:xfrm>
          <a:custGeom>
            <a:avLst/>
            <a:gdLst/>
            <a:ahLst/>
            <a:cxnLst/>
            <a:rect l="l" t="t" r="r" b="b"/>
            <a:pathLst>
              <a:path w="12348" h="2763" extrusionOk="0">
                <a:moveTo>
                  <a:pt x="1" y="0"/>
                </a:moveTo>
                <a:lnTo>
                  <a:pt x="1" y="2762"/>
                </a:lnTo>
                <a:lnTo>
                  <a:pt x="12348" y="2762"/>
                </a:lnTo>
                <a:lnTo>
                  <a:pt x="123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5395565" y="323033"/>
            <a:ext cx="2171240" cy="355315"/>
          </a:xfrm>
          <a:custGeom>
            <a:avLst/>
            <a:gdLst/>
            <a:ahLst/>
            <a:cxnLst/>
            <a:rect l="l" t="t" r="r" b="b"/>
            <a:pathLst>
              <a:path w="16884" h="2763" extrusionOk="0">
                <a:moveTo>
                  <a:pt x="1" y="0"/>
                </a:moveTo>
                <a:lnTo>
                  <a:pt x="1" y="2762"/>
                </a:lnTo>
                <a:lnTo>
                  <a:pt x="16884" y="2762"/>
                </a:lnTo>
                <a:lnTo>
                  <a:pt x="168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5729396" y="3858262"/>
            <a:ext cx="1600139" cy="355315"/>
          </a:xfrm>
          <a:custGeom>
            <a:avLst/>
            <a:gdLst/>
            <a:ahLst/>
            <a:cxnLst/>
            <a:rect l="l" t="t" r="r" b="b"/>
            <a:pathLst>
              <a:path w="12443" h="2763" extrusionOk="0">
                <a:moveTo>
                  <a:pt x="0" y="1"/>
                </a:moveTo>
                <a:lnTo>
                  <a:pt x="0" y="2763"/>
                </a:lnTo>
                <a:lnTo>
                  <a:pt x="12442" y="2763"/>
                </a:lnTo>
                <a:lnTo>
                  <a:pt x="124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1577072" y="4446200"/>
            <a:ext cx="3118770" cy="356851"/>
          </a:xfrm>
          <a:custGeom>
            <a:avLst/>
            <a:gdLst/>
            <a:ahLst/>
            <a:cxnLst/>
            <a:rect l="l" t="t" r="r" b="b"/>
            <a:pathLst>
              <a:path w="16884" h="2775" extrusionOk="0">
                <a:moveTo>
                  <a:pt x="0" y="1"/>
                </a:moveTo>
                <a:lnTo>
                  <a:pt x="0" y="2775"/>
                </a:lnTo>
                <a:lnTo>
                  <a:pt x="16883" y="2775"/>
                </a:lnTo>
                <a:lnTo>
                  <a:pt x="16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4"/>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7" name="Google Shape;87;p4"/>
          <p:cNvSpPr txBox="1">
            <a:spLocks noGrp="1"/>
          </p:cNvSpPr>
          <p:nvPr>
            <p:ph type="title" idx="2" hasCustomPrompt="1"/>
          </p:nvPr>
        </p:nvSpPr>
        <p:spPr>
          <a:xfrm>
            <a:off x="454800" y="2150850"/>
            <a:ext cx="8425200" cy="489600"/>
          </a:xfrm>
          <a:prstGeom prst="rect">
            <a:avLst/>
          </a:prstGeom>
        </p:spPr>
        <p:txBody>
          <a:bodyPr spcFirstLastPara="1" wrap="square" lIns="91425" tIns="0" rIns="91425" bIns="0" anchor="b" anchorCtr="0">
            <a:noAutofit/>
          </a:bodyPr>
          <a:lstStyle>
            <a:lvl1pPr lvl="0" algn="ctr" rtl="0">
              <a:spcBef>
                <a:spcPts val="0"/>
              </a:spcBef>
              <a:spcAft>
                <a:spcPts val="0"/>
              </a:spcAft>
              <a:buClr>
                <a:schemeClr val="dk2"/>
              </a:buClr>
              <a:buSzPts val="8000"/>
              <a:buNone/>
              <a:defRPr sz="8000">
                <a:solidFill>
                  <a:schemeClr val="dk2"/>
                </a:solidFill>
              </a:defRPr>
            </a:lvl1pPr>
            <a:lvl2pPr lvl="1" algn="ctr" rtl="0">
              <a:spcBef>
                <a:spcPts val="0"/>
              </a:spcBef>
              <a:spcAft>
                <a:spcPts val="0"/>
              </a:spcAft>
              <a:buSzPts val="12500"/>
              <a:buFont typeface="Overpass Mono"/>
              <a:buNone/>
              <a:defRPr sz="12500" b="1">
                <a:latin typeface="Overpass Mono"/>
                <a:ea typeface="Overpass Mono"/>
                <a:cs typeface="Overpass Mono"/>
                <a:sym typeface="Overpass Mono"/>
              </a:defRPr>
            </a:lvl2pPr>
            <a:lvl3pPr lvl="2" algn="ctr" rtl="0">
              <a:spcBef>
                <a:spcPts val="0"/>
              </a:spcBef>
              <a:spcAft>
                <a:spcPts val="0"/>
              </a:spcAft>
              <a:buSzPts val="12500"/>
              <a:buFont typeface="Overpass Mono"/>
              <a:buNone/>
              <a:defRPr sz="12500" b="1">
                <a:latin typeface="Overpass Mono"/>
                <a:ea typeface="Overpass Mono"/>
                <a:cs typeface="Overpass Mono"/>
                <a:sym typeface="Overpass Mono"/>
              </a:defRPr>
            </a:lvl3pPr>
            <a:lvl4pPr lvl="3" algn="ctr" rtl="0">
              <a:spcBef>
                <a:spcPts val="0"/>
              </a:spcBef>
              <a:spcAft>
                <a:spcPts val="0"/>
              </a:spcAft>
              <a:buSzPts val="12500"/>
              <a:buFont typeface="Overpass Mono"/>
              <a:buNone/>
              <a:defRPr sz="12500" b="1">
                <a:latin typeface="Overpass Mono"/>
                <a:ea typeface="Overpass Mono"/>
                <a:cs typeface="Overpass Mono"/>
                <a:sym typeface="Overpass Mono"/>
              </a:defRPr>
            </a:lvl4pPr>
            <a:lvl5pPr lvl="4" algn="ctr" rtl="0">
              <a:spcBef>
                <a:spcPts val="0"/>
              </a:spcBef>
              <a:spcAft>
                <a:spcPts val="0"/>
              </a:spcAft>
              <a:buSzPts val="12500"/>
              <a:buFont typeface="Overpass Mono"/>
              <a:buNone/>
              <a:defRPr sz="12500" b="1">
                <a:latin typeface="Overpass Mono"/>
                <a:ea typeface="Overpass Mono"/>
                <a:cs typeface="Overpass Mono"/>
                <a:sym typeface="Overpass Mono"/>
              </a:defRPr>
            </a:lvl5pPr>
            <a:lvl6pPr lvl="5" algn="ctr" rtl="0">
              <a:spcBef>
                <a:spcPts val="0"/>
              </a:spcBef>
              <a:spcAft>
                <a:spcPts val="0"/>
              </a:spcAft>
              <a:buSzPts val="12500"/>
              <a:buFont typeface="Overpass Mono"/>
              <a:buNone/>
              <a:defRPr sz="12500" b="1">
                <a:latin typeface="Overpass Mono"/>
                <a:ea typeface="Overpass Mono"/>
                <a:cs typeface="Overpass Mono"/>
                <a:sym typeface="Overpass Mono"/>
              </a:defRPr>
            </a:lvl6pPr>
            <a:lvl7pPr lvl="6" algn="ctr" rtl="0">
              <a:spcBef>
                <a:spcPts val="0"/>
              </a:spcBef>
              <a:spcAft>
                <a:spcPts val="0"/>
              </a:spcAft>
              <a:buSzPts val="12500"/>
              <a:buFont typeface="Overpass Mono"/>
              <a:buNone/>
              <a:defRPr sz="12500" b="1">
                <a:latin typeface="Overpass Mono"/>
                <a:ea typeface="Overpass Mono"/>
                <a:cs typeface="Overpass Mono"/>
                <a:sym typeface="Overpass Mono"/>
              </a:defRPr>
            </a:lvl7pPr>
            <a:lvl8pPr lvl="7" algn="ctr" rtl="0">
              <a:spcBef>
                <a:spcPts val="0"/>
              </a:spcBef>
              <a:spcAft>
                <a:spcPts val="0"/>
              </a:spcAft>
              <a:buSzPts val="12500"/>
              <a:buFont typeface="Overpass Mono"/>
              <a:buNone/>
              <a:defRPr sz="12500" b="1">
                <a:latin typeface="Overpass Mono"/>
                <a:ea typeface="Overpass Mono"/>
                <a:cs typeface="Overpass Mono"/>
                <a:sym typeface="Overpass Mono"/>
              </a:defRPr>
            </a:lvl8pPr>
            <a:lvl9pPr lvl="8" algn="ctr" rtl="0">
              <a:spcBef>
                <a:spcPts val="0"/>
              </a:spcBef>
              <a:spcAft>
                <a:spcPts val="0"/>
              </a:spcAft>
              <a:buSzPts val="12500"/>
              <a:buFont typeface="Overpass Mono"/>
              <a:buNone/>
              <a:defRPr sz="12500" b="1">
                <a:latin typeface="Overpass Mono"/>
                <a:ea typeface="Overpass Mono"/>
                <a:cs typeface="Overpass Mono"/>
                <a:sym typeface="Overpass Mono"/>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2"/>
        <p:cNvGrpSpPr/>
        <p:nvPr/>
      </p:nvGrpSpPr>
      <p:grpSpPr>
        <a:xfrm>
          <a:off x="0" y="0"/>
          <a:ext cx="0" cy="0"/>
          <a:chOff x="0" y="0"/>
          <a:chExt cx="0" cy="0"/>
        </a:xfrm>
      </p:grpSpPr>
      <p:sp>
        <p:nvSpPr>
          <p:cNvPr id="93" name="Google Shape;93;p6"/>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94" name="Google Shape;94;p6"/>
          <p:cNvSpPr txBox="1">
            <a:spLocks noGrp="1"/>
          </p:cNvSpPr>
          <p:nvPr>
            <p:ph type="subTitle" idx="1"/>
          </p:nvPr>
        </p:nvSpPr>
        <p:spPr>
          <a:xfrm>
            <a:off x="2773575" y="3109000"/>
            <a:ext cx="2226600" cy="84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95" name="Google Shape;95;p6"/>
          <p:cNvSpPr txBox="1">
            <a:spLocks noGrp="1"/>
          </p:cNvSpPr>
          <p:nvPr>
            <p:ph type="title" idx="2"/>
          </p:nvPr>
        </p:nvSpPr>
        <p:spPr>
          <a:xfrm>
            <a:off x="2646050" y="2523698"/>
            <a:ext cx="2481300" cy="5244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Clr>
                <a:schemeClr val="dk1"/>
              </a:buClr>
              <a:buSzPts val="2200"/>
              <a:buNone/>
              <a:defRPr sz="2200">
                <a:solidFill>
                  <a:schemeClr val="dk1"/>
                </a:solidFill>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96" name="Google Shape;96;p6"/>
          <p:cNvSpPr txBox="1">
            <a:spLocks noGrp="1"/>
          </p:cNvSpPr>
          <p:nvPr>
            <p:ph type="subTitle" idx="3"/>
          </p:nvPr>
        </p:nvSpPr>
        <p:spPr>
          <a:xfrm>
            <a:off x="6070225" y="3109000"/>
            <a:ext cx="2226600" cy="84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97" name="Google Shape;97;p6"/>
          <p:cNvSpPr txBox="1">
            <a:spLocks noGrp="1"/>
          </p:cNvSpPr>
          <p:nvPr>
            <p:ph type="title" idx="4"/>
          </p:nvPr>
        </p:nvSpPr>
        <p:spPr>
          <a:xfrm>
            <a:off x="5942650" y="2523676"/>
            <a:ext cx="2481300" cy="524400"/>
          </a:xfrm>
          <a:prstGeom prst="rect">
            <a:avLst/>
          </a:prstGeom>
          <a:solidFill>
            <a:schemeClr val="lt2"/>
          </a:solidFill>
        </p:spPr>
        <p:txBody>
          <a:bodyPr spcFirstLastPara="1" wrap="square" lIns="91425" tIns="91425" rIns="91425" bIns="91425" anchor="b" anchorCtr="0">
            <a:noAutofit/>
          </a:bodyPr>
          <a:lstStyle>
            <a:lvl1pPr lvl="0" algn="ctr" rtl="0">
              <a:spcBef>
                <a:spcPts val="0"/>
              </a:spcBef>
              <a:spcAft>
                <a:spcPts val="0"/>
              </a:spcAft>
              <a:buClr>
                <a:schemeClr val="lt1"/>
              </a:buClr>
              <a:buSzPts val="2200"/>
              <a:buNone/>
              <a:defRPr sz="2200">
                <a:solidFill>
                  <a:schemeClr val="lt1"/>
                </a:solidFill>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98" name="Google Shape;98;p6"/>
          <p:cNvSpPr/>
          <p:nvPr/>
        </p:nvSpPr>
        <p:spPr>
          <a:xfrm flipH="1">
            <a:off x="7772389" y="0"/>
            <a:ext cx="1371614" cy="356851"/>
          </a:xfrm>
          <a:custGeom>
            <a:avLst/>
            <a:gdLst/>
            <a:ahLst/>
            <a:cxnLst/>
            <a:rect l="l" t="t" r="r" b="b"/>
            <a:pathLst>
              <a:path w="16884" h="2775" extrusionOk="0">
                <a:moveTo>
                  <a:pt x="0" y="1"/>
                </a:moveTo>
                <a:lnTo>
                  <a:pt x="0" y="2775"/>
                </a:lnTo>
                <a:lnTo>
                  <a:pt x="16883" y="2775"/>
                </a:lnTo>
                <a:lnTo>
                  <a:pt x="16883"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7"/>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4"/>
        <p:cNvGrpSpPr/>
        <p:nvPr/>
      </p:nvGrpSpPr>
      <p:grpSpPr>
        <a:xfrm>
          <a:off x="0" y="0"/>
          <a:ext cx="0" cy="0"/>
          <a:chOff x="0" y="0"/>
          <a:chExt cx="0" cy="0"/>
        </a:xfrm>
      </p:grpSpPr>
      <p:sp>
        <p:nvSpPr>
          <p:cNvPr id="135" name="Google Shape;135;p10"/>
          <p:cNvSpPr txBox="1">
            <a:spLocks noGrp="1"/>
          </p:cNvSpPr>
          <p:nvPr>
            <p:ph type="subTitle" idx="1"/>
          </p:nvPr>
        </p:nvSpPr>
        <p:spPr>
          <a:xfrm flipH="1">
            <a:off x="5247750" y="2169550"/>
            <a:ext cx="2467500" cy="145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136" name="Google Shape;136;p10"/>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
        <p:nvSpPr>
          <p:cNvPr id="137" name="Google Shape;137;p10"/>
          <p:cNvSpPr/>
          <p:nvPr/>
        </p:nvSpPr>
        <p:spPr>
          <a:xfrm>
            <a:off x="6419025" y="1575200"/>
            <a:ext cx="2725105"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a:off x="0" y="4700673"/>
            <a:ext cx="1675636" cy="442823"/>
          </a:xfrm>
          <a:custGeom>
            <a:avLst/>
            <a:gdLst/>
            <a:ahLst/>
            <a:cxnLst/>
            <a:rect l="l" t="t" r="r" b="b"/>
            <a:pathLst>
              <a:path w="106491" h="5847" extrusionOk="0">
                <a:moveTo>
                  <a:pt x="1" y="0"/>
                </a:moveTo>
                <a:lnTo>
                  <a:pt x="1" y="5846"/>
                </a:lnTo>
                <a:lnTo>
                  <a:pt x="106490" y="5846"/>
                </a:lnTo>
                <a:lnTo>
                  <a:pt x="1064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1"/>
        <p:cNvGrpSpPr/>
        <p:nvPr/>
      </p:nvGrpSpPr>
      <p:grpSpPr>
        <a:xfrm>
          <a:off x="0" y="0"/>
          <a:ext cx="0" cy="0"/>
          <a:chOff x="0" y="0"/>
          <a:chExt cx="0" cy="0"/>
        </a:xfrm>
      </p:grpSpPr>
      <p:sp>
        <p:nvSpPr>
          <p:cNvPr id="192" name="Google Shape;192;p15"/>
          <p:cNvSpPr/>
          <p:nvPr/>
        </p:nvSpPr>
        <p:spPr>
          <a:xfrm>
            <a:off x="0" y="1584850"/>
            <a:ext cx="4361919"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6076300" y="1584850"/>
            <a:ext cx="1243658" cy="241393"/>
          </a:xfrm>
          <a:custGeom>
            <a:avLst/>
            <a:gdLst/>
            <a:ahLst/>
            <a:cxnLst/>
            <a:rect l="l" t="t" r="r" b="b"/>
            <a:pathLst>
              <a:path w="19503" h="5847" extrusionOk="0">
                <a:moveTo>
                  <a:pt x="0" y="1"/>
                </a:moveTo>
                <a:lnTo>
                  <a:pt x="0" y="5847"/>
                </a:lnTo>
                <a:lnTo>
                  <a:pt x="19503" y="5847"/>
                </a:lnTo>
                <a:lnTo>
                  <a:pt x="195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2172024" y="3002644"/>
            <a:ext cx="1243656" cy="240911"/>
          </a:xfrm>
          <a:custGeom>
            <a:avLst/>
            <a:gdLst/>
            <a:ahLst/>
            <a:cxnLst/>
            <a:rect l="l" t="t" r="r" b="b"/>
            <a:pathLst>
              <a:path w="30184" h="5847" extrusionOk="0">
                <a:moveTo>
                  <a:pt x="1" y="0"/>
                </a:moveTo>
                <a:lnTo>
                  <a:pt x="1" y="5846"/>
                </a:lnTo>
                <a:lnTo>
                  <a:pt x="30183" y="5846"/>
                </a:lnTo>
                <a:lnTo>
                  <a:pt x="301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4667250" y="3002650"/>
            <a:ext cx="4476882" cy="240896"/>
          </a:xfrm>
          <a:custGeom>
            <a:avLst/>
            <a:gdLst/>
            <a:ahLst/>
            <a:cxnLst/>
            <a:rect l="l" t="t" r="r" b="b"/>
            <a:pathLst>
              <a:path w="106491" h="5847" extrusionOk="0">
                <a:moveTo>
                  <a:pt x="1" y="0"/>
                </a:moveTo>
                <a:lnTo>
                  <a:pt x="1" y="5846"/>
                </a:lnTo>
                <a:lnTo>
                  <a:pt x="106490" y="5846"/>
                </a:lnTo>
                <a:lnTo>
                  <a:pt x="1064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4552950" y="1584850"/>
            <a:ext cx="1342466" cy="241405"/>
          </a:xfrm>
          <a:custGeom>
            <a:avLst/>
            <a:gdLst/>
            <a:ahLst/>
            <a:cxnLst/>
            <a:rect l="l" t="t" r="r" b="b"/>
            <a:pathLst>
              <a:path w="146079" h="5859" extrusionOk="0">
                <a:moveTo>
                  <a:pt x="1" y="1"/>
                </a:moveTo>
                <a:lnTo>
                  <a:pt x="1" y="5858"/>
                </a:lnTo>
                <a:lnTo>
                  <a:pt x="146079" y="5858"/>
                </a:lnTo>
                <a:lnTo>
                  <a:pt x="14607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198" name="Google Shape;198;p15"/>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199" name="Google Shape;199;p15"/>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0" name="Google Shape;200;p15"/>
          <p:cNvSpPr txBox="1">
            <a:spLocks noGrp="1"/>
          </p:cNvSpPr>
          <p:nvPr>
            <p:ph type="subTitle" idx="3"/>
          </p:nvPr>
        </p:nvSpPr>
        <p:spPr>
          <a:xfrm flipH="1">
            <a:off x="4811675" y="2163531"/>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1" name="Google Shape;201;p15"/>
          <p:cNvSpPr txBox="1">
            <a:spLocks noGrp="1"/>
          </p:cNvSpPr>
          <p:nvPr>
            <p:ph type="ctrTitle" idx="4"/>
          </p:nvPr>
        </p:nvSpPr>
        <p:spPr>
          <a:xfrm flipH="1">
            <a:off x="2189796" y="3103412"/>
            <a:ext cx="2163900" cy="5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Clr>
                <a:srgbClr val="434343"/>
              </a:buClr>
              <a:buSzPts val="1800"/>
              <a:buNone/>
              <a:defRPr sz="1800">
                <a:solidFill>
                  <a:srgbClr val="434343"/>
                </a:solidFill>
              </a:defRPr>
            </a:lvl2pPr>
            <a:lvl3pPr lvl="2" algn="ctr" rtl="0">
              <a:spcBef>
                <a:spcPts val="0"/>
              </a:spcBef>
              <a:spcAft>
                <a:spcPts val="0"/>
              </a:spcAft>
              <a:buClr>
                <a:srgbClr val="434343"/>
              </a:buClr>
              <a:buSzPts val="1800"/>
              <a:buNone/>
              <a:defRPr sz="1800">
                <a:solidFill>
                  <a:srgbClr val="434343"/>
                </a:solidFill>
              </a:defRPr>
            </a:lvl3pPr>
            <a:lvl4pPr lvl="3" algn="ctr" rtl="0">
              <a:spcBef>
                <a:spcPts val="0"/>
              </a:spcBef>
              <a:spcAft>
                <a:spcPts val="0"/>
              </a:spcAft>
              <a:buClr>
                <a:srgbClr val="434343"/>
              </a:buClr>
              <a:buSzPts val="1800"/>
              <a:buNone/>
              <a:defRPr sz="1800">
                <a:solidFill>
                  <a:srgbClr val="434343"/>
                </a:solidFill>
              </a:defRPr>
            </a:lvl4pPr>
            <a:lvl5pPr lvl="4" algn="ctr" rtl="0">
              <a:spcBef>
                <a:spcPts val="0"/>
              </a:spcBef>
              <a:spcAft>
                <a:spcPts val="0"/>
              </a:spcAft>
              <a:buClr>
                <a:srgbClr val="434343"/>
              </a:buClr>
              <a:buSzPts val="1800"/>
              <a:buNone/>
              <a:defRPr sz="1800">
                <a:solidFill>
                  <a:srgbClr val="434343"/>
                </a:solidFill>
              </a:defRPr>
            </a:lvl5pPr>
            <a:lvl6pPr lvl="5" algn="ctr" rtl="0">
              <a:spcBef>
                <a:spcPts val="0"/>
              </a:spcBef>
              <a:spcAft>
                <a:spcPts val="0"/>
              </a:spcAft>
              <a:buClr>
                <a:srgbClr val="434343"/>
              </a:buClr>
              <a:buSzPts val="1800"/>
              <a:buNone/>
              <a:defRPr sz="1800">
                <a:solidFill>
                  <a:srgbClr val="434343"/>
                </a:solidFill>
              </a:defRPr>
            </a:lvl6pPr>
            <a:lvl7pPr lvl="6" algn="ctr" rtl="0">
              <a:spcBef>
                <a:spcPts val="0"/>
              </a:spcBef>
              <a:spcAft>
                <a:spcPts val="0"/>
              </a:spcAft>
              <a:buClr>
                <a:srgbClr val="434343"/>
              </a:buClr>
              <a:buSzPts val="1800"/>
              <a:buNone/>
              <a:defRPr sz="1800">
                <a:solidFill>
                  <a:srgbClr val="434343"/>
                </a:solidFill>
              </a:defRPr>
            </a:lvl7pPr>
            <a:lvl8pPr lvl="7" algn="ctr" rtl="0">
              <a:spcBef>
                <a:spcPts val="0"/>
              </a:spcBef>
              <a:spcAft>
                <a:spcPts val="0"/>
              </a:spcAft>
              <a:buClr>
                <a:srgbClr val="434343"/>
              </a:buClr>
              <a:buSzPts val="1800"/>
              <a:buNone/>
              <a:defRPr sz="1800">
                <a:solidFill>
                  <a:srgbClr val="434343"/>
                </a:solidFill>
              </a:defRPr>
            </a:lvl8pPr>
            <a:lvl9pPr lvl="8" algn="ctr" rtl="0">
              <a:spcBef>
                <a:spcPts val="0"/>
              </a:spcBef>
              <a:spcAft>
                <a:spcPts val="0"/>
              </a:spcAft>
              <a:buClr>
                <a:srgbClr val="434343"/>
              </a:buClr>
              <a:buSzPts val="1800"/>
              <a:buNone/>
              <a:defRPr sz="1800">
                <a:solidFill>
                  <a:srgbClr val="434343"/>
                </a:solidFill>
              </a:defRPr>
            </a:lvl9pPr>
          </a:lstStyle>
          <a:p>
            <a:endParaRPr/>
          </a:p>
        </p:txBody>
      </p:sp>
      <p:sp>
        <p:nvSpPr>
          <p:cNvPr id="202" name="Google Shape;202;p15"/>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03" name="Google Shape;203;p15"/>
          <p:cNvSpPr txBox="1">
            <a:spLocks noGrp="1"/>
          </p:cNvSpPr>
          <p:nvPr>
            <p:ph type="ctrTitle" idx="6"/>
          </p:nvPr>
        </p:nvSpPr>
        <p:spPr>
          <a:xfrm flipH="1">
            <a:off x="2189800" y="3258286"/>
            <a:ext cx="2163900" cy="240900"/>
          </a:xfrm>
          <a:prstGeom prst="rect">
            <a:avLst/>
          </a:prstGeom>
        </p:spPr>
        <p:txBody>
          <a:bodyPr spcFirstLastPara="1" wrap="square" lIns="91425" tIns="0" rIns="91425" bIns="0" anchor="b" anchorCtr="0">
            <a:noAutofit/>
          </a:bodyPr>
          <a:lstStyle>
            <a:lvl1pPr lvl="0" rtl="0">
              <a:spcBef>
                <a:spcPts val="0"/>
              </a:spcBef>
              <a:spcAft>
                <a:spcPts val="0"/>
              </a:spcAft>
              <a:buSzPts val="3500"/>
              <a:buNone/>
              <a:defRPr sz="3500"/>
            </a:lvl1pPr>
            <a:lvl2pPr lvl="1" algn="ctr" rtl="0">
              <a:spcBef>
                <a:spcPts val="0"/>
              </a:spcBef>
              <a:spcAft>
                <a:spcPts val="0"/>
              </a:spcAft>
              <a:buClr>
                <a:srgbClr val="434343"/>
              </a:buClr>
              <a:buSzPts val="3500"/>
              <a:buNone/>
              <a:defRPr sz="3500" b="1">
                <a:solidFill>
                  <a:srgbClr val="434343"/>
                </a:solidFill>
              </a:defRPr>
            </a:lvl2pPr>
            <a:lvl3pPr lvl="2" algn="ctr" rtl="0">
              <a:spcBef>
                <a:spcPts val="0"/>
              </a:spcBef>
              <a:spcAft>
                <a:spcPts val="0"/>
              </a:spcAft>
              <a:buClr>
                <a:srgbClr val="434343"/>
              </a:buClr>
              <a:buSzPts val="3500"/>
              <a:buNone/>
              <a:defRPr sz="3500" b="1">
                <a:solidFill>
                  <a:srgbClr val="434343"/>
                </a:solidFill>
              </a:defRPr>
            </a:lvl3pPr>
            <a:lvl4pPr lvl="3" algn="ctr" rtl="0">
              <a:spcBef>
                <a:spcPts val="0"/>
              </a:spcBef>
              <a:spcAft>
                <a:spcPts val="0"/>
              </a:spcAft>
              <a:buClr>
                <a:srgbClr val="434343"/>
              </a:buClr>
              <a:buSzPts val="3500"/>
              <a:buNone/>
              <a:defRPr sz="3500" b="1">
                <a:solidFill>
                  <a:srgbClr val="434343"/>
                </a:solidFill>
              </a:defRPr>
            </a:lvl4pPr>
            <a:lvl5pPr lvl="4" algn="ctr" rtl="0">
              <a:spcBef>
                <a:spcPts val="0"/>
              </a:spcBef>
              <a:spcAft>
                <a:spcPts val="0"/>
              </a:spcAft>
              <a:buClr>
                <a:srgbClr val="434343"/>
              </a:buClr>
              <a:buSzPts val="3500"/>
              <a:buNone/>
              <a:defRPr sz="3500" b="1">
                <a:solidFill>
                  <a:srgbClr val="434343"/>
                </a:solidFill>
              </a:defRPr>
            </a:lvl5pPr>
            <a:lvl6pPr lvl="5" algn="ctr" rtl="0">
              <a:spcBef>
                <a:spcPts val="0"/>
              </a:spcBef>
              <a:spcAft>
                <a:spcPts val="0"/>
              </a:spcAft>
              <a:buClr>
                <a:srgbClr val="434343"/>
              </a:buClr>
              <a:buSzPts val="3500"/>
              <a:buNone/>
              <a:defRPr sz="3500" b="1">
                <a:solidFill>
                  <a:srgbClr val="434343"/>
                </a:solidFill>
              </a:defRPr>
            </a:lvl6pPr>
            <a:lvl7pPr lvl="6" algn="ctr" rtl="0">
              <a:spcBef>
                <a:spcPts val="0"/>
              </a:spcBef>
              <a:spcAft>
                <a:spcPts val="0"/>
              </a:spcAft>
              <a:buClr>
                <a:srgbClr val="434343"/>
              </a:buClr>
              <a:buSzPts val="3500"/>
              <a:buNone/>
              <a:defRPr sz="3500" b="1">
                <a:solidFill>
                  <a:srgbClr val="434343"/>
                </a:solidFill>
              </a:defRPr>
            </a:lvl7pPr>
            <a:lvl8pPr lvl="7" algn="ctr" rtl="0">
              <a:spcBef>
                <a:spcPts val="0"/>
              </a:spcBef>
              <a:spcAft>
                <a:spcPts val="0"/>
              </a:spcAft>
              <a:buClr>
                <a:srgbClr val="434343"/>
              </a:buClr>
              <a:buSzPts val="3500"/>
              <a:buNone/>
              <a:defRPr sz="3500" b="1">
                <a:solidFill>
                  <a:srgbClr val="434343"/>
                </a:solidFill>
              </a:defRPr>
            </a:lvl8pPr>
            <a:lvl9pPr lvl="8" algn="ctr" rtl="0">
              <a:spcBef>
                <a:spcPts val="0"/>
              </a:spcBef>
              <a:spcAft>
                <a:spcPts val="0"/>
              </a:spcAft>
              <a:buClr>
                <a:srgbClr val="434343"/>
              </a:buClr>
              <a:buSzPts val="3500"/>
              <a:buNone/>
              <a:defRPr sz="3500" b="1">
                <a:solidFill>
                  <a:srgbClr val="434343"/>
                </a:solidFill>
              </a:defRPr>
            </a:lvl9pPr>
          </a:lstStyle>
          <a:p>
            <a:endParaRPr/>
          </a:p>
        </p:txBody>
      </p:sp>
      <p:sp>
        <p:nvSpPr>
          <p:cNvPr id="204" name="Google Shape;204;p15"/>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lvl1pPr lvl="0"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ct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
        <p:nvSpPr>
          <p:cNvPr id="205" name="Google Shape;205;p15"/>
          <p:cNvSpPr txBox="1">
            <a:spLocks noGrp="1"/>
          </p:cNvSpPr>
          <p:nvPr>
            <p:ph type="ctrTitle" idx="8"/>
          </p:nvPr>
        </p:nvSpPr>
        <p:spPr>
          <a:xfrm flipH="1">
            <a:off x="4811675" y="3258338"/>
            <a:ext cx="2163900" cy="240900"/>
          </a:xfrm>
          <a:prstGeom prst="rect">
            <a:avLst/>
          </a:prstGeom>
        </p:spPr>
        <p:txBody>
          <a:bodyPr spcFirstLastPara="1" wrap="square" lIns="91425" tIns="0" rIns="91425" bIns="0" anchor="b" anchorCtr="0">
            <a:noAutofit/>
          </a:bodyPr>
          <a:lstStyle>
            <a:lvl1pPr lvl="0" algn="r" rtl="0">
              <a:spcBef>
                <a:spcPts val="0"/>
              </a:spcBef>
              <a:spcAft>
                <a:spcPts val="0"/>
              </a:spcAft>
              <a:buSzPts val="3500"/>
              <a:buNone/>
              <a:defRPr sz="3500"/>
            </a:lvl1pPr>
            <a:lvl2pPr lvl="1" algn="r" rtl="0">
              <a:spcBef>
                <a:spcPts val="0"/>
              </a:spcBef>
              <a:spcAft>
                <a:spcPts val="0"/>
              </a:spcAft>
              <a:buClr>
                <a:srgbClr val="434343"/>
              </a:buClr>
              <a:buSzPts val="3500"/>
              <a:buNone/>
              <a:defRPr sz="3500" b="1">
                <a:solidFill>
                  <a:srgbClr val="434343"/>
                </a:solidFill>
              </a:defRPr>
            </a:lvl2pPr>
            <a:lvl3pPr lvl="2" algn="r" rtl="0">
              <a:spcBef>
                <a:spcPts val="0"/>
              </a:spcBef>
              <a:spcAft>
                <a:spcPts val="0"/>
              </a:spcAft>
              <a:buClr>
                <a:srgbClr val="434343"/>
              </a:buClr>
              <a:buSzPts val="3500"/>
              <a:buNone/>
              <a:defRPr sz="3500" b="1">
                <a:solidFill>
                  <a:srgbClr val="434343"/>
                </a:solidFill>
              </a:defRPr>
            </a:lvl3pPr>
            <a:lvl4pPr lvl="3" algn="r" rtl="0">
              <a:spcBef>
                <a:spcPts val="0"/>
              </a:spcBef>
              <a:spcAft>
                <a:spcPts val="0"/>
              </a:spcAft>
              <a:buClr>
                <a:srgbClr val="434343"/>
              </a:buClr>
              <a:buSzPts val="3500"/>
              <a:buNone/>
              <a:defRPr sz="3500" b="1">
                <a:solidFill>
                  <a:srgbClr val="434343"/>
                </a:solidFill>
              </a:defRPr>
            </a:lvl4pPr>
            <a:lvl5pPr lvl="4" algn="r" rtl="0">
              <a:spcBef>
                <a:spcPts val="0"/>
              </a:spcBef>
              <a:spcAft>
                <a:spcPts val="0"/>
              </a:spcAft>
              <a:buClr>
                <a:srgbClr val="434343"/>
              </a:buClr>
              <a:buSzPts val="3500"/>
              <a:buNone/>
              <a:defRPr sz="3500" b="1">
                <a:solidFill>
                  <a:srgbClr val="434343"/>
                </a:solidFill>
              </a:defRPr>
            </a:lvl5pPr>
            <a:lvl6pPr lvl="5" algn="r" rtl="0">
              <a:spcBef>
                <a:spcPts val="0"/>
              </a:spcBef>
              <a:spcAft>
                <a:spcPts val="0"/>
              </a:spcAft>
              <a:buClr>
                <a:srgbClr val="434343"/>
              </a:buClr>
              <a:buSzPts val="3500"/>
              <a:buNone/>
              <a:defRPr sz="3500" b="1">
                <a:solidFill>
                  <a:srgbClr val="434343"/>
                </a:solidFill>
              </a:defRPr>
            </a:lvl6pPr>
            <a:lvl7pPr lvl="6" algn="r" rtl="0">
              <a:spcBef>
                <a:spcPts val="0"/>
              </a:spcBef>
              <a:spcAft>
                <a:spcPts val="0"/>
              </a:spcAft>
              <a:buClr>
                <a:srgbClr val="434343"/>
              </a:buClr>
              <a:buSzPts val="3500"/>
              <a:buNone/>
              <a:defRPr sz="3500" b="1">
                <a:solidFill>
                  <a:srgbClr val="434343"/>
                </a:solidFill>
              </a:defRPr>
            </a:lvl7pPr>
            <a:lvl8pPr lvl="7" algn="r" rtl="0">
              <a:spcBef>
                <a:spcPts val="0"/>
              </a:spcBef>
              <a:spcAft>
                <a:spcPts val="0"/>
              </a:spcAft>
              <a:buClr>
                <a:srgbClr val="434343"/>
              </a:buClr>
              <a:buSzPts val="3500"/>
              <a:buNone/>
              <a:defRPr sz="3500" b="1">
                <a:solidFill>
                  <a:srgbClr val="434343"/>
                </a:solidFill>
              </a:defRPr>
            </a:lvl8pPr>
            <a:lvl9pPr lvl="8" algn="r" rtl="0">
              <a:spcBef>
                <a:spcPts val="0"/>
              </a:spcBef>
              <a:spcAft>
                <a:spcPts val="0"/>
              </a:spcAft>
              <a:buClr>
                <a:srgbClr val="434343"/>
              </a:buClr>
              <a:buSzPts val="3500"/>
              <a:buNone/>
              <a:defRPr sz="3500" b="1">
                <a:solidFill>
                  <a:srgbClr val="434343"/>
                </a:solidFill>
              </a:defRPr>
            </a:lvl9pPr>
          </a:lstStyle>
          <a:p>
            <a:endParaRPr/>
          </a:p>
        </p:txBody>
      </p:sp>
      <p:sp>
        <p:nvSpPr>
          <p:cNvPr id="206" name="Google Shape;206;p15"/>
          <p:cNvSpPr txBox="1">
            <a:spLocks noGrp="1"/>
          </p:cNvSpPr>
          <p:nvPr>
            <p:ph type="subTitle" idx="9"/>
          </p:nvPr>
        </p:nvSpPr>
        <p:spPr>
          <a:xfrm flipH="1">
            <a:off x="4811675" y="3573468"/>
            <a:ext cx="2163900" cy="426600"/>
          </a:xfrm>
          <a:prstGeom prst="rect">
            <a:avLst/>
          </a:prstGeom>
        </p:spPr>
        <p:txBody>
          <a:bodyPr spcFirstLastPara="1" wrap="square" lIns="91425" tIns="0" rIns="91425" bIns="0" anchor="t" anchorCtr="0">
            <a:noAutofit/>
          </a:bodyPr>
          <a:lstStyle>
            <a:lvl1pPr lvl="0"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1pPr>
            <a:lvl2pPr lvl="1"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2pPr>
            <a:lvl3pPr lvl="2"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3pPr>
            <a:lvl4pPr lvl="3"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4pPr>
            <a:lvl5pPr lvl="4"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5pPr>
            <a:lvl6pPr lvl="5"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6pPr>
            <a:lvl7pPr lvl="6"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7pPr>
            <a:lvl8pPr lvl="7"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8pPr>
            <a:lvl9pPr lvl="8" algn="r" rtl="0">
              <a:lnSpc>
                <a:spcPct val="100000"/>
              </a:lnSpc>
              <a:spcBef>
                <a:spcPts val="0"/>
              </a:spcBef>
              <a:spcAft>
                <a:spcPts val="0"/>
              </a:spcAft>
              <a:buSzPts val="2200"/>
              <a:buFont typeface="Overpass Mono"/>
              <a:buNone/>
              <a:defRPr sz="2200" b="1">
                <a:latin typeface="Overpass Mono"/>
                <a:ea typeface="Overpass Mono"/>
                <a:cs typeface="Overpass Mono"/>
                <a:sym typeface="Overpass Mono"/>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Four Columns">
  <p:cSld name="CUSTOM_6">
    <p:spTree>
      <p:nvGrpSpPr>
        <p:cNvPr id="1" name="Shape 207"/>
        <p:cNvGrpSpPr/>
        <p:nvPr/>
      </p:nvGrpSpPr>
      <p:grpSpPr>
        <a:xfrm>
          <a:off x="0" y="0"/>
          <a:ext cx="0" cy="0"/>
          <a:chOff x="0" y="0"/>
          <a:chExt cx="0" cy="0"/>
        </a:xfrm>
      </p:grpSpPr>
      <p:sp>
        <p:nvSpPr>
          <p:cNvPr id="208" name="Google Shape;208;p16"/>
          <p:cNvSpPr txBox="1">
            <a:spLocks noGrp="1"/>
          </p:cNvSpPr>
          <p:nvPr>
            <p:ph type="ctrTitle"/>
          </p:nvPr>
        </p:nvSpPr>
        <p:spPr>
          <a:xfrm flipH="1">
            <a:off x="2266008" y="1775350"/>
            <a:ext cx="2163900" cy="356700"/>
          </a:xfrm>
          <a:prstGeom prst="rect">
            <a:avLst/>
          </a:prstGeom>
        </p:spPr>
        <p:txBody>
          <a:bodyPr spcFirstLastPara="1" wrap="square" lIns="91425" tIns="0" rIns="91425" bIns="0" anchor="b" anchorCtr="0">
            <a:noAutofit/>
          </a:bodyPr>
          <a:lstStyle>
            <a:lvl1pPr lvl="0"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09" name="Google Shape;209;p16"/>
          <p:cNvSpPr txBox="1">
            <a:spLocks noGrp="1"/>
          </p:cNvSpPr>
          <p:nvPr>
            <p:ph type="ctrTitle" idx="2"/>
          </p:nvPr>
        </p:nvSpPr>
        <p:spPr>
          <a:xfrm flipH="1">
            <a:off x="4714188" y="1775427"/>
            <a:ext cx="2163900" cy="356700"/>
          </a:xfrm>
          <a:prstGeom prst="rect">
            <a:avLst/>
          </a:prstGeom>
        </p:spPr>
        <p:txBody>
          <a:bodyPr spcFirstLastPara="1" wrap="square" lIns="91425" tIns="0" rIns="91425" bIns="0" anchor="b" anchorCtr="0">
            <a:noAutofit/>
          </a:bodyPr>
          <a:lstStyle>
            <a:lvl1pPr lvl="0" algn="r"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0" name="Google Shape;210;p16"/>
          <p:cNvSpPr txBox="1">
            <a:spLocks noGrp="1"/>
          </p:cNvSpPr>
          <p:nvPr>
            <p:ph type="subTitle" idx="1"/>
          </p:nvPr>
        </p:nvSpPr>
        <p:spPr>
          <a:xfrm flipH="1">
            <a:off x="4714175" y="2208199"/>
            <a:ext cx="2163900" cy="4131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1" name="Google Shape;211;p16"/>
          <p:cNvSpPr txBox="1">
            <a:spLocks noGrp="1"/>
          </p:cNvSpPr>
          <p:nvPr>
            <p:ph type="ctrTitle" idx="3"/>
          </p:nvPr>
        </p:nvSpPr>
        <p:spPr>
          <a:xfrm flipH="1">
            <a:off x="2266001" y="3155675"/>
            <a:ext cx="2163900" cy="356700"/>
          </a:xfrm>
          <a:prstGeom prst="rect">
            <a:avLst/>
          </a:prstGeom>
        </p:spPr>
        <p:txBody>
          <a:bodyPr spcFirstLastPara="1" wrap="square" lIns="91425" tIns="0" rIns="91425" bIns="0" anchor="b" anchorCtr="0">
            <a:noAutofit/>
          </a:bodyPr>
          <a:lstStyle>
            <a:lvl1pPr lvl="0"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2" name="Google Shape;212;p16"/>
          <p:cNvSpPr txBox="1">
            <a:spLocks noGrp="1"/>
          </p:cNvSpPr>
          <p:nvPr>
            <p:ph type="subTitle" idx="4"/>
          </p:nvPr>
        </p:nvSpPr>
        <p:spPr>
          <a:xfrm flipH="1">
            <a:off x="2266000" y="3585925"/>
            <a:ext cx="2163900" cy="4131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3" name="Google Shape;213;p16"/>
          <p:cNvSpPr txBox="1">
            <a:spLocks noGrp="1"/>
          </p:cNvSpPr>
          <p:nvPr>
            <p:ph type="ctrTitle" idx="5"/>
          </p:nvPr>
        </p:nvSpPr>
        <p:spPr>
          <a:xfrm flipH="1">
            <a:off x="4714200" y="3155754"/>
            <a:ext cx="2163900" cy="356700"/>
          </a:xfrm>
          <a:prstGeom prst="rect">
            <a:avLst/>
          </a:prstGeom>
        </p:spPr>
        <p:txBody>
          <a:bodyPr spcFirstLastPara="1" wrap="square" lIns="91425" tIns="0" rIns="91425" bIns="0" anchor="b" anchorCtr="0">
            <a:noAutofit/>
          </a:bodyPr>
          <a:lstStyle>
            <a:lvl1pPr lvl="0" algn="r" rtl="0">
              <a:spcBef>
                <a:spcPts val="0"/>
              </a:spcBef>
              <a:spcAft>
                <a:spcPts val="0"/>
              </a:spcAft>
              <a:buSzPts val="2400"/>
              <a:buNone/>
              <a:defRPr sz="2200"/>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
        <p:nvSpPr>
          <p:cNvPr id="214" name="Google Shape;214;p16"/>
          <p:cNvSpPr txBox="1">
            <a:spLocks noGrp="1"/>
          </p:cNvSpPr>
          <p:nvPr>
            <p:ph type="subTitle" idx="6"/>
          </p:nvPr>
        </p:nvSpPr>
        <p:spPr>
          <a:xfrm flipH="1">
            <a:off x="4714175" y="3585925"/>
            <a:ext cx="2163900" cy="413100"/>
          </a:xfrm>
          <a:prstGeom prst="rect">
            <a:avLst/>
          </a:prstGeom>
        </p:spPr>
        <p:txBody>
          <a:bodyPr spcFirstLastPara="1" wrap="square" lIns="91425" tIns="0"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5" name="Google Shape;215;p16"/>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
        <p:nvSpPr>
          <p:cNvPr id="216" name="Google Shape;216;p16"/>
          <p:cNvSpPr txBox="1">
            <a:spLocks noGrp="1"/>
          </p:cNvSpPr>
          <p:nvPr>
            <p:ph type="subTitle" idx="8"/>
          </p:nvPr>
        </p:nvSpPr>
        <p:spPr>
          <a:xfrm flipH="1">
            <a:off x="2266008" y="2208197"/>
            <a:ext cx="2163900" cy="413100"/>
          </a:xfrm>
          <a:prstGeom prst="rect">
            <a:avLst/>
          </a:prstGeom>
        </p:spPr>
        <p:txBody>
          <a:bodyPr spcFirstLastPara="1" wrap="square" lIns="91425" tIns="0"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text 2">
  <p:cSld name="CUSTOM_4_1">
    <p:spTree>
      <p:nvGrpSpPr>
        <p:cNvPr id="1" name="Shape 225"/>
        <p:cNvGrpSpPr/>
        <p:nvPr/>
      </p:nvGrpSpPr>
      <p:grpSpPr>
        <a:xfrm>
          <a:off x="0" y="0"/>
          <a:ext cx="0" cy="0"/>
          <a:chOff x="0" y="0"/>
          <a:chExt cx="0" cy="0"/>
        </a:xfrm>
      </p:grpSpPr>
      <p:sp>
        <p:nvSpPr>
          <p:cNvPr id="226" name="Google Shape;226;p18"/>
          <p:cNvSpPr/>
          <p:nvPr/>
        </p:nvSpPr>
        <p:spPr>
          <a:xfrm flipH="1">
            <a:off x="-4" y="2089950"/>
            <a:ext cx="1766704" cy="356851"/>
          </a:xfrm>
          <a:custGeom>
            <a:avLst/>
            <a:gdLst/>
            <a:ahLst/>
            <a:cxnLst/>
            <a:rect l="l" t="t" r="r" b="b"/>
            <a:pathLst>
              <a:path w="15325" h="2775" extrusionOk="0">
                <a:moveTo>
                  <a:pt x="1" y="0"/>
                </a:moveTo>
                <a:lnTo>
                  <a:pt x="1" y="2774"/>
                </a:lnTo>
                <a:lnTo>
                  <a:pt x="15324" y="2774"/>
                </a:lnTo>
                <a:lnTo>
                  <a:pt x="15324"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8"/>
          <p:cNvSpPr/>
          <p:nvPr/>
        </p:nvSpPr>
        <p:spPr>
          <a:xfrm flipH="1">
            <a:off x="6715125" y="2089950"/>
            <a:ext cx="2071751" cy="356851"/>
          </a:xfrm>
          <a:custGeom>
            <a:avLst/>
            <a:gdLst/>
            <a:ahLst/>
            <a:cxnLst/>
            <a:rect l="l" t="t" r="r" b="b"/>
            <a:pathLst>
              <a:path w="4300" h="2775" extrusionOk="0">
                <a:moveTo>
                  <a:pt x="1" y="0"/>
                </a:moveTo>
                <a:lnTo>
                  <a:pt x="1" y="2774"/>
                </a:lnTo>
                <a:lnTo>
                  <a:pt x="4299" y="2774"/>
                </a:lnTo>
                <a:lnTo>
                  <a:pt x="4299" y="0"/>
                </a:lnTo>
                <a:close/>
              </a:path>
            </a:pathLst>
          </a:custGeom>
          <a:solidFill>
            <a:srgbClr val="FFFFFF">
              <a:alpha val="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8"/>
          <p:cNvSpPr/>
          <p:nvPr/>
        </p:nvSpPr>
        <p:spPr>
          <a:xfrm flipH="1">
            <a:off x="1229469" y="1500450"/>
            <a:ext cx="1104154" cy="356872"/>
          </a:xfrm>
          <a:custGeom>
            <a:avLst/>
            <a:gdLst/>
            <a:ahLst/>
            <a:cxnLst/>
            <a:rect l="l" t="t" r="r" b="b"/>
            <a:pathLst>
              <a:path w="18027" h="2775" extrusionOk="0">
                <a:moveTo>
                  <a:pt x="0" y="0"/>
                </a:moveTo>
                <a:lnTo>
                  <a:pt x="0" y="2774"/>
                </a:lnTo>
                <a:lnTo>
                  <a:pt x="18026" y="2774"/>
                </a:lnTo>
                <a:lnTo>
                  <a:pt x="1802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8"/>
          <p:cNvSpPr/>
          <p:nvPr/>
        </p:nvSpPr>
        <p:spPr>
          <a:xfrm flipH="1">
            <a:off x="66" y="2679300"/>
            <a:ext cx="2247805" cy="355450"/>
          </a:xfrm>
          <a:custGeom>
            <a:avLst/>
            <a:gdLst/>
            <a:ahLst/>
            <a:cxnLst/>
            <a:rect l="l" t="t" r="r" b="b"/>
            <a:pathLst>
              <a:path w="12872" h="2764" extrusionOk="0">
                <a:moveTo>
                  <a:pt x="1" y="1"/>
                </a:moveTo>
                <a:lnTo>
                  <a:pt x="1" y="2763"/>
                </a:lnTo>
                <a:lnTo>
                  <a:pt x="12871" y="2763"/>
                </a:lnTo>
                <a:lnTo>
                  <a:pt x="12871"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8"/>
          <p:cNvSpPr/>
          <p:nvPr/>
        </p:nvSpPr>
        <p:spPr>
          <a:xfrm flipH="1">
            <a:off x="23" y="1500450"/>
            <a:ext cx="1038298" cy="356872"/>
          </a:xfrm>
          <a:custGeom>
            <a:avLst/>
            <a:gdLst/>
            <a:ahLst/>
            <a:cxnLst/>
            <a:rect l="l" t="t" r="r" b="b"/>
            <a:pathLst>
              <a:path w="2882" h="2775" extrusionOk="0">
                <a:moveTo>
                  <a:pt x="1" y="0"/>
                </a:moveTo>
                <a:lnTo>
                  <a:pt x="1" y="2774"/>
                </a:lnTo>
                <a:lnTo>
                  <a:pt x="2882" y="2774"/>
                </a:lnTo>
                <a:lnTo>
                  <a:pt x="28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8"/>
          <p:cNvSpPr/>
          <p:nvPr/>
        </p:nvSpPr>
        <p:spPr>
          <a:xfrm flipH="1">
            <a:off x="1299983" y="3268775"/>
            <a:ext cx="1104128" cy="355450"/>
          </a:xfrm>
          <a:custGeom>
            <a:avLst/>
            <a:gdLst/>
            <a:ahLst/>
            <a:cxnLst/>
            <a:rect l="l" t="t" r="r" b="b"/>
            <a:pathLst>
              <a:path w="18396" h="2764" extrusionOk="0">
                <a:moveTo>
                  <a:pt x="1" y="1"/>
                </a:moveTo>
                <a:lnTo>
                  <a:pt x="1" y="2763"/>
                </a:lnTo>
                <a:lnTo>
                  <a:pt x="18396" y="2763"/>
                </a:lnTo>
                <a:lnTo>
                  <a:pt x="18396" y="1"/>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8"/>
          <p:cNvSpPr/>
          <p:nvPr/>
        </p:nvSpPr>
        <p:spPr>
          <a:xfrm flipH="1">
            <a:off x="8105584" y="3268775"/>
            <a:ext cx="1038298" cy="355450"/>
          </a:xfrm>
          <a:custGeom>
            <a:avLst/>
            <a:gdLst/>
            <a:ahLst/>
            <a:cxnLst/>
            <a:rect l="l" t="t" r="r" b="b"/>
            <a:pathLst>
              <a:path w="2882" h="2764" extrusionOk="0">
                <a:moveTo>
                  <a:pt x="0" y="1"/>
                </a:moveTo>
                <a:lnTo>
                  <a:pt x="0" y="2763"/>
                </a:lnTo>
                <a:lnTo>
                  <a:pt x="2881" y="2763"/>
                </a:lnTo>
                <a:lnTo>
                  <a:pt x="28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8"/>
          <p:cNvSpPr/>
          <p:nvPr/>
        </p:nvSpPr>
        <p:spPr>
          <a:xfrm flipH="1">
            <a:off x="8039752" y="1500456"/>
            <a:ext cx="1104138" cy="356858"/>
          </a:xfrm>
          <a:custGeom>
            <a:avLst/>
            <a:gdLst/>
            <a:ahLst/>
            <a:cxnLst/>
            <a:rect l="l" t="t" r="r" b="b"/>
            <a:pathLst>
              <a:path w="8586" h="2775" extrusionOk="0">
                <a:moveTo>
                  <a:pt x="1" y="0"/>
                </a:moveTo>
                <a:lnTo>
                  <a:pt x="1" y="2774"/>
                </a:lnTo>
                <a:lnTo>
                  <a:pt x="8585" y="2774"/>
                </a:lnTo>
                <a:lnTo>
                  <a:pt x="8585"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8"/>
          <p:cNvSpPr/>
          <p:nvPr/>
        </p:nvSpPr>
        <p:spPr>
          <a:xfrm flipH="1">
            <a:off x="5478250" y="1500456"/>
            <a:ext cx="2365680" cy="356858"/>
          </a:xfrm>
          <a:custGeom>
            <a:avLst/>
            <a:gdLst/>
            <a:ahLst/>
            <a:cxnLst/>
            <a:rect l="l" t="t" r="r" b="b"/>
            <a:pathLst>
              <a:path w="18396" h="2775" extrusionOk="0">
                <a:moveTo>
                  <a:pt x="0" y="0"/>
                </a:moveTo>
                <a:lnTo>
                  <a:pt x="0" y="2774"/>
                </a:lnTo>
                <a:lnTo>
                  <a:pt x="18396" y="2774"/>
                </a:lnTo>
                <a:lnTo>
                  <a:pt x="18396" y="0"/>
                </a:ln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8"/>
          <p:cNvSpPr/>
          <p:nvPr/>
        </p:nvSpPr>
        <p:spPr>
          <a:xfrm flipH="1">
            <a:off x="6896105" y="912525"/>
            <a:ext cx="2247799" cy="355301"/>
          </a:xfrm>
          <a:custGeom>
            <a:avLst/>
            <a:gdLst/>
            <a:ahLst/>
            <a:cxnLst/>
            <a:rect l="l" t="t" r="r" b="b"/>
            <a:pathLst>
              <a:path w="12348" h="2763" extrusionOk="0">
                <a:moveTo>
                  <a:pt x="1" y="0"/>
                </a:moveTo>
                <a:lnTo>
                  <a:pt x="1" y="2762"/>
                </a:lnTo>
                <a:lnTo>
                  <a:pt x="12348" y="2762"/>
                </a:lnTo>
                <a:lnTo>
                  <a:pt x="12348"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8"/>
          <p:cNvSpPr/>
          <p:nvPr/>
        </p:nvSpPr>
        <p:spPr>
          <a:xfrm>
            <a:off x="2094075" y="1123150"/>
            <a:ext cx="4955589" cy="4020450"/>
          </a:xfrm>
          <a:custGeom>
            <a:avLst/>
            <a:gdLst/>
            <a:ahLst/>
            <a:cxnLst/>
            <a:rect l="l" t="t" r="r" b="b"/>
            <a:pathLst>
              <a:path w="151663" h="92191" extrusionOk="0">
                <a:moveTo>
                  <a:pt x="0" y="0"/>
                </a:moveTo>
                <a:lnTo>
                  <a:pt x="0" y="92190"/>
                </a:lnTo>
                <a:lnTo>
                  <a:pt x="151662" y="92190"/>
                </a:lnTo>
                <a:lnTo>
                  <a:pt x="1516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8"/>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solidFill>
                  <a:schemeClr val="dk2"/>
                </a:solidFill>
              </a:defRPr>
            </a:lvl2pPr>
            <a:lvl3pPr lvl="2" algn="ctr" rtl="0">
              <a:spcBef>
                <a:spcPts val="0"/>
              </a:spcBef>
              <a:spcAft>
                <a:spcPts val="0"/>
              </a:spcAft>
              <a:buNone/>
              <a:defRPr sz="3000">
                <a:solidFill>
                  <a:schemeClr val="dk2"/>
                </a:solidFill>
              </a:defRPr>
            </a:lvl3pPr>
            <a:lvl4pPr lvl="3" algn="ctr" rtl="0">
              <a:spcBef>
                <a:spcPts val="0"/>
              </a:spcBef>
              <a:spcAft>
                <a:spcPts val="0"/>
              </a:spcAft>
              <a:buNone/>
              <a:defRPr sz="3000">
                <a:solidFill>
                  <a:schemeClr val="dk2"/>
                </a:solidFill>
              </a:defRPr>
            </a:lvl4pPr>
            <a:lvl5pPr lvl="4" algn="ctr" rtl="0">
              <a:spcBef>
                <a:spcPts val="0"/>
              </a:spcBef>
              <a:spcAft>
                <a:spcPts val="0"/>
              </a:spcAft>
              <a:buNone/>
              <a:defRPr sz="3000">
                <a:solidFill>
                  <a:schemeClr val="dk2"/>
                </a:solidFill>
              </a:defRPr>
            </a:lvl5pPr>
            <a:lvl6pPr lvl="5" algn="ctr" rtl="0">
              <a:spcBef>
                <a:spcPts val="0"/>
              </a:spcBef>
              <a:spcAft>
                <a:spcPts val="0"/>
              </a:spcAft>
              <a:buNone/>
              <a:defRPr sz="3000">
                <a:solidFill>
                  <a:schemeClr val="dk2"/>
                </a:solidFill>
              </a:defRPr>
            </a:lvl6pPr>
            <a:lvl7pPr lvl="6" algn="ctr" rtl="0">
              <a:spcBef>
                <a:spcPts val="0"/>
              </a:spcBef>
              <a:spcAft>
                <a:spcPts val="0"/>
              </a:spcAft>
              <a:buNone/>
              <a:defRPr sz="3000">
                <a:solidFill>
                  <a:schemeClr val="dk2"/>
                </a:solidFill>
              </a:defRPr>
            </a:lvl7pPr>
            <a:lvl8pPr lvl="7" algn="ctr" rtl="0">
              <a:spcBef>
                <a:spcPts val="0"/>
              </a:spcBef>
              <a:spcAft>
                <a:spcPts val="0"/>
              </a:spcAft>
              <a:buNone/>
              <a:defRPr sz="3000">
                <a:solidFill>
                  <a:schemeClr val="dk2"/>
                </a:solidFill>
              </a:defRPr>
            </a:lvl8pPr>
            <a:lvl9pPr lvl="8" algn="ctr" rtl="0">
              <a:spcBef>
                <a:spcPts val="0"/>
              </a:spcBef>
              <a:spcAft>
                <a:spcPts val="0"/>
              </a:spcAft>
              <a:buNone/>
              <a:defRPr sz="3000">
                <a:solidFill>
                  <a:schemeClr val="dk2"/>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text 3">
  <p:cSld name="CUSTOM_5">
    <p:spTree>
      <p:nvGrpSpPr>
        <p:cNvPr id="1" name="Shape 238"/>
        <p:cNvGrpSpPr/>
        <p:nvPr/>
      </p:nvGrpSpPr>
      <p:grpSpPr>
        <a:xfrm>
          <a:off x="0" y="0"/>
          <a:ext cx="0" cy="0"/>
          <a:chOff x="0" y="0"/>
          <a:chExt cx="0" cy="0"/>
        </a:xfrm>
      </p:grpSpPr>
      <p:sp>
        <p:nvSpPr>
          <p:cNvPr id="239" name="Google Shape;239;p19"/>
          <p:cNvSpPr/>
          <p:nvPr/>
        </p:nvSpPr>
        <p:spPr>
          <a:xfrm>
            <a:off x="1817725" y="0"/>
            <a:ext cx="7326300" cy="390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9"/>
          <p:cNvSpPr txBox="1">
            <a:spLocks noGrp="1"/>
          </p:cNvSpPr>
          <p:nvPr>
            <p:ph type="body" idx="1"/>
          </p:nvPr>
        </p:nvSpPr>
        <p:spPr>
          <a:xfrm>
            <a:off x="4579525" y="2388200"/>
            <a:ext cx="3932700" cy="2130900"/>
          </a:xfrm>
          <a:prstGeom prst="rect">
            <a:avLst/>
          </a:prstGeom>
        </p:spPr>
        <p:txBody>
          <a:bodyPr spcFirstLastPara="1" wrap="square" lIns="91425" tIns="91425" rIns="91425" bIns="91425" anchor="t" anchorCtr="0">
            <a:noAutofit/>
          </a:bodyPr>
          <a:lstStyle>
            <a:lvl1pPr marL="457200" lvl="0" indent="-330200" algn="r" rtl="0">
              <a:lnSpc>
                <a:spcPct val="100000"/>
              </a:lnSpc>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23850" rtl="0">
              <a:spcBef>
                <a:spcPts val="1600"/>
              </a:spcBef>
              <a:spcAft>
                <a:spcPts val="0"/>
              </a:spcAft>
              <a:buSzPts val="1500"/>
              <a:buChar char="■"/>
              <a:defRPr/>
            </a:lvl3pPr>
            <a:lvl4pPr marL="1828800" lvl="3" indent="-323850" rtl="0">
              <a:spcBef>
                <a:spcPts val="1600"/>
              </a:spcBef>
              <a:spcAft>
                <a:spcPts val="0"/>
              </a:spcAft>
              <a:buSzPts val="15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1150" rtl="0">
              <a:spcBef>
                <a:spcPts val="1600"/>
              </a:spcBef>
              <a:spcAft>
                <a:spcPts val="0"/>
              </a:spcAft>
              <a:buSzPts val="1300"/>
              <a:buChar char="●"/>
              <a:defRPr/>
            </a:lvl7pPr>
            <a:lvl8pPr marL="3657600" lvl="7" indent="-311150" rtl="0">
              <a:spcBef>
                <a:spcPts val="1600"/>
              </a:spcBef>
              <a:spcAft>
                <a:spcPts val="0"/>
              </a:spcAft>
              <a:buSzPts val="1300"/>
              <a:buChar char="○"/>
              <a:defRPr/>
            </a:lvl8pPr>
            <a:lvl9pPr marL="4114800" lvl="8" indent="-317500" rtl="0">
              <a:spcBef>
                <a:spcPts val="1600"/>
              </a:spcBef>
              <a:spcAft>
                <a:spcPts val="1600"/>
              </a:spcAft>
              <a:buSzPts val="1400"/>
              <a:buChar char="■"/>
              <a:defRPr/>
            </a:lvl9pPr>
          </a:lstStyle>
          <a:p>
            <a:endParaRPr/>
          </a:p>
        </p:txBody>
      </p:sp>
      <p:sp>
        <p:nvSpPr>
          <p:cNvPr id="241" name="Google Shape;241;p19"/>
          <p:cNvSpPr txBox="1">
            <a:spLocks noGrp="1"/>
          </p:cNvSpPr>
          <p:nvPr>
            <p:ph type="title"/>
          </p:nvPr>
        </p:nvSpPr>
        <p:spPr>
          <a:xfrm>
            <a:off x="4579531" y="1714800"/>
            <a:ext cx="3963300" cy="669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3000">
                <a:solidFill>
                  <a:schemeClr val="dk2"/>
                </a:solidFill>
              </a:defRPr>
            </a:lvl1pPr>
            <a:lvl2pPr lvl="1" algn="r" rtl="0">
              <a:spcBef>
                <a:spcPts val="0"/>
              </a:spcBef>
              <a:spcAft>
                <a:spcPts val="0"/>
              </a:spcAft>
              <a:buNone/>
              <a:defRPr sz="3000"/>
            </a:lvl2pPr>
            <a:lvl3pPr lvl="2" algn="r" rtl="0">
              <a:spcBef>
                <a:spcPts val="0"/>
              </a:spcBef>
              <a:spcAft>
                <a:spcPts val="0"/>
              </a:spcAft>
              <a:buNone/>
              <a:defRPr sz="3000"/>
            </a:lvl3pPr>
            <a:lvl4pPr lvl="3" algn="r" rtl="0">
              <a:spcBef>
                <a:spcPts val="0"/>
              </a:spcBef>
              <a:spcAft>
                <a:spcPts val="0"/>
              </a:spcAft>
              <a:buNone/>
              <a:defRPr sz="3000"/>
            </a:lvl4pPr>
            <a:lvl5pPr lvl="4" algn="r" rtl="0">
              <a:spcBef>
                <a:spcPts val="0"/>
              </a:spcBef>
              <a:spcAft>
                <a:spcPts val="0"/>
              </a:spcAft>
              <a:buNone/>
              <a:defRPr sz="3000"/>
            </a:lvl5pPr>
            <a:lvl6pPr lvl="5" algn="r" rtl="0">
              <a:spcBef>
                <a:spcPts val="0"/>
              </a:spcBef>
              <a:spcAft>
                <a:spcPts val="0"/>
              </a:spcAft>
              <a:buNone/>
              <a:defRPr sz="3000"/>
            </a:lvl6pPr>
            <a:lvl7pPr lvl="6" algn="r" rtl="0">
              <a:spcBef>
                <a:spcPts val="0"/>
              </a:spcBef>
              <a:spcAft>
                <a:spcPts val="0"/>
              </a:spcAft>
              <a:buNone/>
              <a:defRPr sz="3000"/>
            </a:lvl7pPr>
            <a:lvl8pPr lvl="7" algn="r" rtl="0">
              <a:spcBef>
                <a:spcPts val="0"/>
              </a:spcBef>
              <a:spcAft>
                <a:spcPts val="0"/>
              </a:spcAft>
              <a:buNone/>
              <a:defRPr sz="3000"/>
            </a:lvl8pPr>
            <a:lvl9pPr lvl="8" algn="r" rtl="0">
              <a:spcBef>
                <a:spcPts val="0"/>
              </a:spcBef>
              <a:spcAft>
                <a:spcPts val="0"/>
              </a:spcAft>
              <a:buNone/>
              <a:defRPr sz="3000"/>
            </a:lvl9pPr>
          </a:lstStyle>
          <a:p>
            <a:endParaRPr/>
          </a:p>
        </p:txBody>
      </p:sp>
      <p:sp>
        <p:nvSpPr>
          <p:cNvPr id="242" name="Google Shape;242;p19"/>
          <p:cNvSpPr/>
          <p:nvPr/>
        </p:nvSpPr>
        <p:spPr>
          <a:xfrm>
            <a:off x="0" y="2156637"/>
            <a:ext cx="2107897" cy="128764"/>
          </a:xfrm>
          <a:custGeom>
            <a:avLst/>
            <a:gdLst/>
            <a:ahLst/>
            <a:cxnLst/>
            <a:rect l="l" t="t" r="r" b="b"/>
            <a:pathLst>
              <a:path w="135840" h="8298" extrusionOk="0">
                <a:moveTo>
                  <a:pt x="1" y="1"/>
                </a:moveTo>
                <a:lnTo>
                  <a:pt x="1" y="8298"/>
                </a:lnTo>
                <a:lnTo>
                  <a:pt x="135840" y="8298"/>
                </a:lnTo>
                <a:lnTo>
                  <a:pt x="1358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9"/>
          <p:cNvSpPr/>
          <p:nvPr/>
        </p:nvSpPr>
        <p:spPr>
          <a:xfrm>
            <a:off x="2107970" y="2156637"/>
            <a:ext cx="1115538" cy="128764"/>
          </a:xfrm>
          <a:custGeom>
            <a:avLst/>
            <a:gdLst/>
            <a:ahLst/>
            <a:cxnLst/>
            <a:rect l="l" t="t" r="r" b="b"/>
            <a:pathLst>
              <a:path w="71889" h="8298" extrusionOk="0">
                <a:moveTo>
                  <a:pt x="1" y="1"/>
                </a:moveTo>
                <a:lnTo>
                  <a:pt x="1" y="8298"/>
                </a:lnTo>
                <a:lnTo>
                  <a:pt x="71889" y="8298"/>
                </a:lnTo>
                <a:lnTo>
                  <a:pt x="71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9"/>
          <p:cNvSpPr/>
          <p:nvPr/>
        </p:nvSpPr>
        <p:spPr>
          <a:xfrm>
            <a:off x="430892" y="2369856"/>
            <a:ext cx="1645026" cy="128764"/>
          </a:xfrm>
          <a:custGeom>
            <a:avLst/>
            <a:gdLst/>
            <a:ahLst/>
            <a:cxnLst/>
            <a:rect l="l" t="t" r="r" b="b"/>
            <a:pathLst>
              <a:path w="106011" h="8298" extrusionOk="0">
                <a:moveTo>
                  <a:pt x="1" y="1"/>
                </a:moveTo>
                <a:lnTo>
                  <a:pt x="1" y="8297"/>
                </a:lnTo>
                <a:lnTo>
                  <a:pt x="106011" y="8297"/>
                </a:lnTo>
                <a:lnTo>
                  <a:pt x="1060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9"/>
          <p:cNvSpPr/>
          <p:nvPr/>
        </p:nvSpPr>
        <p:spPr>
          <a:xfrm>
            <a:off x="1597826" y="2369856"/>
            <a:ext cx="478141" cy="128764"/>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9"/>
          <p:cNvSpPr/>
          <p:nvPr/>
        </p:nvSpPr>
        <p:spPr>
          <a:xfrm>
            <a:off x="2665754" y="2369856"/>
            <a:ext cx="557777" cy="128764"/>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9"/>
          <p:cNvSpPr/>
          <p:nvPr/>
        </p:nvSpPr>
        <p:spPr>
          <a:xfrm>
            <a:off x="0" y="3222713"/>
            <a:ext cx="1472750" cy="128392"/>
          </a:xfrm>
          <a:custGeom>
            <a:avLst/>
            <a:gdLst/>
            <a:ahLst/>
            <a:cxnLst/>
            <a:rect l="l" t="t" r="r" b="b"/>
            <a:pathLst>
              <a:path w="94909" h="8274" extrusionOk="0">
                <a:moveTo>
                  <a:pt x="1" y="1"/>
                </a:moveTo>
                <a:lnTo>
                  <a:pt x="1" y="8274"/>
                </a:lnTo>
                <a:lnTo>
                  <a:pt x="94908" y="8274"/>
                </a:lnTo>
                <a:lnTo>
                  <a:pt x="949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9"/>
          <p:cNvSpPr/>
          <p:nvPr/>
        </p:nvSpPr>
        <p:spPr>
          <a:xfrm>
            <a:off x="2202118" y="2369856"/>
            <a:ext cx="128764" cy="128764"/>
          </a:xfrm>
          <a:custGeom>
            <a:avLst/>
            <a:gdLst/>
            <a:ahLst/>
            <a:cxnLst/>
            <a:rect l="l" t="t" r="r" b="b"/>
            <a:pathLst>
              <a:path w="8298"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9"/>
          <p:cNvSpPr/>
          <p:nvPr/>
        </p:nvSpPr>
        <p:spPr>
          <a:xfrm>
            <a:off x="2406772"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9"/>
          <p:cNvSpPr/>
          <p:nvPr/>
        </p:nvSpPr>
        <p:spPr>
          <a:xfrm>
            <a:off x="2061089" y="2796292"/>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9"/>
          <p:cNvSpPr/>
          <p:nvPr/>
        </p:nvSpPr>
        <p:spPr>
          <a:xfrm>
            <a:off x="1856436" y="2796292"/>
            <a:ext cx="128376" cy="128749"/>
          </a:xfrm>
          <a:custGeom>
            <a:avLst/>
            <a:gdLst/>
            <a:ahLst/>
            <a:cxnLst/>
            <a:rect l="l" t="t" r="r" b="b"/>
            <a:pathLst>
              <a:path w="8273" h="8297" extrusionOk="0">
                <a:moveTo>
                  <a:pt x="0" y="0"/>
                </a:moveTo>
                <a:lnTo>
                  <a:pt x="0" y="8297"/>
                </a:lnTo>
                <a:lnTo>
                  <a:pt x="8273" y="8297"/>
                </a:lnTo>
                <a:lnTo>
                  <a:pt x="82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9"/>
          <p:cNvSpPr/>
          <p:nvPr/>
        </p:nvSpPr>
        <p:spPr>
          <a:xfrm>
            <a:off x="641505" y="2796292"/>
            <a:ext cx="128764" cy="128749"/>
          </a:xfrm>
          <a:custGeom>
            <a:avLst/>
            <a:gdLst/>
            <a:ahLst/>
            <a:cxnLst/>
            <a:rect l="l" t="t" r="r" b="b"/>
            <a:pathLst>
              <a:path w="8298" h="8297" extrusionOk="0">
                <a:moveTo>
                  <a:pt x="1" y="0"/>
                </a:moveTo>
                <a:lnTo>
                  <a:pt x="1"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9"/>
          <p:cNvSpPr/>
          <p:nvPr/>
        </p:nvSpPr>
        <p:spPr>
          <a:xfrm>
            <a:off x="3094800" y="2583074"/>
            <a:ext cx="128749" cy="128764"/>
          </a:xfrm>
          <a:custGeom>
            <a:avLst/>
            <a:gdLst/>
            <a:ahLst/>
            <a:cxnLst/>
            <a:rect l="l" t="t" r="r" b="b"/>
            <a:pathLst>
              <a:path w="8297" h="8298"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9"/>
          <p:cNvSpPr/>
          <p:nvPr/>
        </p:nvSpPr>
        <p:spPr>
          <a:xfrm>
            <a:off x="191634" y="2369856"/>
            <a:ext cx="128764" cy="128764"/>
          </a:xfrm>
          <a:custGeom>
            <a:avLst/>
            <a:gdLst/>
            <a:ahLst/>
            <a:cxnLst/>
            <a:rect l="l" t="t" r="r" b="b"/>
            <a:pathLst>
              <a:path w="8298" h="8298" extrusionOk="0">
                <a:moveTo>
                  <a:pt x="1" y="1"/>
                </a:moveTo>
                <a:lnTo>
                  <a:pt x="1"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9"/>
          <p:cNvSpPr/>
          <p:nvPr/>
        </p:nvSpPr>
        <p:spPr>
          <a:xfrm>
            <a:off x="1339573" y="3009138"/>
            <a:ext cx="1644653" cy="128749"/>
          </a:xfrm>
          <a:custGeom>
            <a:avLst/>
            <a:gdLst/>
            <a:ahLst/>
            <a:cxnLst/>
            <a:rect l="l" t="t" r="r" b="b"/>
            <a:pathLst>
              <a:path w="105987" h="8297" extrusionOk="0">
                <a:moveTo>
                  <a:pt x="1" y="0"/>
                </a:moveTo>
                <a:lnTo>
                  <a:pt x="1" y="8297"/>
                </a:lnTo>
                <a:lnTo>
                  <a:pt x="105987" y="8297"/>
                </a:lnTo>
                <a:lnTo>
                  <a:pt x="1059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9"/>
          <p:cNvSpPr/>
          <p:nvPr/>
        </p:nvSpPr>
        <p:spPr>
          <a:xfrm>
            <a:off x="1339573" y="3009138"/>
            <a:ext cx="478156" cy="128749"/>
          </a:xfrm>
          <a:custGeom>
            <a:avLst/>
            <a:gdLst/>
            <a:ahLst/>
            <a:cxnLst/>
            <a:rect l="l" t="t" r="r" b="b"/>
            <a:pathLst>
              <a:path w="30814" h="8297" extrusionOk="0">
                <a:moveTo>
                  <a:pt x="1" y="0"/>
                </a:moveTo>
                <a:lnTo>
                  <a:pt x="1" y="8297"/>
                </a:lnTo>
                <a:lnTo>
                  <a:pt x="30813" y="8297"/>
                </a:lnTo>
                <a:lnTo>
                  <a:pt x="308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9"/>
          <p:cNvSpPr/>
          <p:nvPr/>
        </p:nvSpPr>
        <p:spPr>
          <a:xfrm>
            <a:off x="0" y="3009510"/>
            <a:ext cx="749775" cy="128376"/>
          </a:xfrm>
          <a:custGeom>
            <a:avLst/>
            <a:gdLst/>
            <a:ahLst/>
            <a:cxnLst/>
            <a:rect l="l" t="t" r="r" b="b"/>
            <a:pathLst>
              <a:path w="48318" h="8273" extrusionOk="0">
                <a:moveTo>
                  <a:pt x="1" y="0"/>
                </a:moveTo>
                <a:lnTo>
                  <a:pt x="1" y="8273"/>
                </a:lnTo>
                <a:lnTo>
                  <a:pt x="48318" y="8273"/>
                </a:lnTo>
                <a:lnTo>
                  <a:pt x="483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9"/>
          <p:cNvSpPr/>
          <p:nvPr/>
        </p:nvSpPr>
        <p:spPr>
          <a:xfrm>
            <a:off x="1084687" y="3009138"/>
            <a:ext cx="128764" cy="128749"/>
          </a:xfrm>
          <a:custGeom>
            <a:avLst/>
            <a:gdLst/>
            <a:ahLst/>
            <a:cxnLst/>
            <a:rect l="l" t="t" r="r" b="b"/>
            <a:pathLst>
              <a:path w="8298"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879662"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9"/>
          <p:cNvSpPr/>
          <p:nvPr/>
        </p:nvSpPr>
        <p:spPr>
          <a:xfrm>
            <a:off x="533979"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9"/>
          <p:cNvSpPr/>
          <p:nvPr/>
        </p:nvSpPr>
        <p:spPr>
          <a:xfrm>
            <a:off x="338622" y="3435558"/>
            <a:ext cx="128749" cy="128764"/>
          </a:xfrm>
          <a:custGeom>
            <a:avLst/>
            <a:gdLst/>
            <a:ahLst/>
            <a:cxnLst/>
            <a:rect l="l" t="t" r="r" b="b"/>
            <a:pathLst>
              <a:path w="8297" h="8298" extrusionOk="0">
                <a:moveTo>
                  <a:pt x="0" y="1"/>
                </a:moveTo>
                <a:lnTo>
                  <a:pt x="0" y="8297"/>
                </a:lnTo>
                <a:lnTo>
                  <a:pt x="8297" y="8297"/>
                </a:lnTo>
                <a:lnTo>
                  <a:pt x="82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9"/>
          <p:cNvSpPr/>
          <p:nvPr/>
        </p:nvSpPr>
        <p:spPr>
          <a:xfrm>
            <a:off x="142891" y="3435558"/>
            <a:ext cx="128764" cy="128764"/>
          </a:xfrm>
          <a:custGeom>
            <a:avLst/>
            <a:gdLst/>
            <a:ahLst/>
            <a:cxnLst/>
            <a:rect l="l" t="t" r="r" b="b"/>
            <a:pathLst>
              <a:path w="8298" h="8298" extrusionOk="0">
                <a:moveTo>
                  <a:pt x="0" y="1"/>
                </a:moveTo>
                <a:lnTo>
                  <a:pt x="0"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9"/>
          <p:cNvSpPr/>
          <p:nvPr/>
        </p:nvSpPr>
        <p:spPr>
          <a:xfrm>
            <a:off x="3094800" y="3009138"/>
            <a:ext cx="128749" cy="128749"/>
          </a:xfrm>
          <a:custGeom>
            <a:avLst/>
            <a:gdLst/>
            <a:ahLst/>
            <a:cxnLst/>
            <a:rect l="l" t="t" r="r" b="b"/>
            <a:pathLst>
              <a:path w="8297" h="8297" extrusionOk="0">
                <a:moveTo>
                  <a:pt x="0" y="0"/>
                </a:moveTo>
                <a:lnTo>
                  <a:pt x="0" y="8297"/>
                </a:lnTo>
                <a:lnTo>
                  <a:pt x="8297" y="8297"/>
                </a:lnTo>
                <a:lnTo>
                  <a:pt x="8297"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9"/>
          <p:cNvSpPr/>
          <p:nvPr/>
        </p:nvSpPr>
        <p:spPr>
          <a:xfrm>
            <a:off x="1676332" y="2583074"/>
            <a:ext cx="1314984" cy="128764"/>
          </a:xfrm>
          <a:custGeom>
            <a:avLst/>
            <a:gdLst/>
            <a:ahLst/>
            <a:cxnLst/>
            <a:rect l="l" t="t" r="r" b="b"/>
            <a:pathLst>
              <a:path w="84742" h="8298" extrusionOk="0">
                <a:moveTo>
                  <a:pt x="1" y="0"/>
                </a:moveTo>
                <a:lnTo>
                  <a:pt x="1" y="8297"/>
                </a:lnTo>
                <a:lnTo>
                  <a:pt x="84741" y="8297"/>
                </a:lnTo>
                <a:lnTo>
                  <a:pt x="84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9"/>
          <p:cNvSpPr/>
          <p:nvPr/>
        </p:nvSpPr>
        <p:spPr>
          <a:xfrm>
            <a:off x="2267232" y="2796292"/>
            <a:ext cx="956281" cy="128749"/>
          </a:xfrm>
          <a:custGeom>
            <a:avLst/>
            <a:gdLst/>
            <a:ahLst/>
            <a:cxnLst/>
            <a:rect l="l" t="t" r="r" b="b"/>
            <a:pathLst>
              <a:path w="61626" h="8297" extrusionOk="0">
                <a:moveTo>
                  <a:pt x="1" y="0"/>
                </a:moveTo>
                <a:lnTo>
                  <a:pt x="1" y="8297"/>
                </a:lnTo>
                <a:lnTo>
                  <a:pt x="61626" y="8297"/>
                </a:lnTo>
                <a:lnTo>
                  <a:pt x="61626" y="0"/>
                </a:lnTo>
                <a:close/>
              </a:path>
            </a:pathLst>
          </a:custGeom>
          <a:solidFill>
            <a:srgbClr val="FFFFFF">
              <a:alpha val="1254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9"/>
          <p:cNvSpPr/>
          <p:nvPr/>
        </p:nvSpPr>
        <p:spPr>
          <a:xfrm>
            <a:off x="641505" y="2796292"/>
            <a:ext cx="896384" cy="128749"/>
          </a:xfrm>
          <a:custGeom>
            <a:avLst/>
            <a:gdLst/>
            <a:ahLst/>
            <a:cxnLst/>
            <a:rect l="l" t="t" r="r" b="b"/>
            <a:pathLst>
              <a:path w="57766" h="8297" extrusionOk="0">
                <a:moveTo>
                  <a:pt x="1" y="0"/>
                </a:moveTo>
                <a:lnTo>
                  <a:pt x="1" y="8297"/>
                </a:lnTo>
                <a:lnTo>
                  <a:pt x="57765" y="8297"/>
                </a:lnTo>
                <a:lnTo>
                  <a:pt x="57765" y="0"/>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9"/>
          <p:cNvSpPr/>
          <p:nvPr/>
        </p:nvSpPr>
        <p:spPr>
          <a:xfrm>
            <a:off x="0" y="2796292"/>
            <a:ext cx="449495" cy="128749"/>
          </a:xfrm>
          <a:custGeom>
            <a:avLst/>
            <a:gdLst/>
            <a:ahLst/>
            <a:cxnLst/>
            <a:rect l="l" t="t" r="r" b="b"/>
            <a:pathLst>
              <a:path w="28967" h="8297" extrusionOk="0">
                <a:moveTo>
                  <a:pt x="1" y="0"/>
                </a:moveTo>
                <a:lnTo>
                  <a:pt x="1" y="8297"/>
                </a:lnTo>
                <a:lnTo>
                  <a:pt x="28967" y="8297"/>
                </a:lnTo>
                <a:lnTo>
                  <a:pt x="289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9"/>
          <p:cNvSpPr/>
          <p:nvPr/>
        </p:nvSpPr>
        <p:spPr>
          <a:xfrm>
            <a:off x="1676332" y="3222340"/>
            <a:ext cx="1547157" cy="128764"/>
          </a:xfrm>
          <a:custGeom>
            <a:avLst/>
            <a:gdLst/>
            <a:ahLst/>
            <a:cxnLst/>
            <a:rect l="l" t="t" r="r" b="b"/>
            <a:pathLst>
              <a:path w="99704" h="8298" extrusionOk="0">
                <a:moveTo>
                  <a:pt x="1" y="1"/>
                </a:moveTo>
                <a:lnTo>
                  <a:pt x="1" y="8298"/>
                </a:lnTo>
                <a:lnTo>
                  <a:pt x="99704" y="8298"/>
                </a:lnTo>
                <a:lnTo>
                  <a:pt x="99704"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9"/>
          <p:cNvSpPr/>
          <p:nvPr/>
        </p:nvSpPr>
        <p:spPr>
          <a:xfrm>
            <a:off x="2522506" y="3435558"/>
            <a:ext cx="701019" cy="128764"/>
          </a:xfrm>
          <a:custGeom>
            <a:avLst/>
            <a:gdLst/>
            <a:ahLst/>
            <a:cxnLst/>
            <a:rect l="l" t="t" r="r" b="b"/>
            <a:pathLst>
              <a:path w="45176" h="8298" extrusionOk="0">
                <a:moveTo>
                  <a:pt x="0" y="1"/>
                </a:moveTo>
                <a:lnTo>
                  <a:pt x="0" y="8297"/>
                </a:lnTo>
                <a:lnTo>
                  <a:pt x="45176" y="8297"/>
                </a:lnTo>
                <a:lnTo>
                  <a:pt x="451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9"/>
          <p:cNvSpPr/>
          <p:nvPr/>
        </p:nvSpPr>
        <p:spPr>
          <a:xfrm>
            <a:off x="0" y="2583074"/>
            <a:ext cx="1277773" cy="128764"/>
          </a:xfrm>
          <a:custGeom>
            <a:avLst/>
            <a:gdLst/>
            <a:ahLst/>
            <a:cxnLst/>
            <a:rect l="l" t="t" r="r" b="b"/>
            <a:pathLst>
              <a:path w="82344" h="8298" extrusionOk="0">
                <a:moveTo>
                  <a:pt x="1" y="0"/>
                </a:moveTo>
                <a:lnTo>
                  <a:pt x="1" y="8297"/>
                </a:lnTo>
                <a:lnTo>
                  <a:pt x="82343" y="8297"/>
                </a:lnTo>
                <a:lnTo>
                  <a:pt x="823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9"/>
          <p:cNvSpPr/>
          <p:nvPr/>
        </p:nvSpPr>
        <p:spPr>
          <a:xfrm>
            <a:off x="812313" y="3435558"/>
            <a:ext cx="1562783" cy="128764"/>
          </a:xfrm>
          <a:custGeom>
            <a:avLst/>
            <a:gdLst/>
            <a:ahLst/>
            <a:cxnLst/>
            <a:rect l="l" t="t" r="r" b="b"/>
            <a:pathLst>
              <a:path w="100711" h="8298" extrusionOk="0">
                <a:moveTo>
                  <a:pt x="0" y="1"/>
                </a:moveTo>
                <a:lnTo>
                  <a:pt x="0" y="8297"/>
                </a:lnTo>
                <a:lnTo>
                  <a:pt x="100710" y="8297"/>
                </a:lnTo>
                <a:lnTo>
                  <a:pt x="100710"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9"/>
          <p:cNvSpPr/>
          <p:nvPr/>
        </p:nvSpPr>
        <p:spPr>
          <a:xfrm>
            <a:off x="3223538" y="1474200"/>
            <a:ext cx="1086520" cy="2772465"/>
          </a:xfrm>
          <a:custGeom>
            <a:avLst/>
            <a:gdLst/>
            <a:ahLst/>
            <a:cxnLst/>
            <a:rect l="l" t="t" r="r" b="b"/>
            <a:pathLst>
              <a:path w="70019" h="178667" extrusionOk="0">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62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9"/>
          <p:cNvSpPr/>
          <p:nvPr/>
        </p:nvSpPr>
        <p:spPr>
          <a:xfrm>
            <a:off x="-12" y="4446900"/>
            <a:ext cx="1086600" cy="696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s">
  <p:cSld name="CUSTOM_10">
    <p:spTree>
      <p:nvGrpSpPr>
        <p:cNvPr id="1" name="Shape 284"/>
        <p:cNvGrpSpPr/>
        <p:nvPr/>
      </p:nvGrpSpPr>
      <p:grpSpPr>
        <a:xfrm>
          <a:off x="0" y="0"/>
          <a:ext cx="0" cy="0"/>
          <a:chOff x="0" y="0"/>
          <a:chExt cx="0" cy="0"/>
        </a:xfrm>
      </p:grpSpPr>
      <p:sp>
        <p:nvSpPr>
          <p:cNvPr id="285" name="Google Shape;285;p21"/>
          <p:cNvSpPr txBox="1">
            <a:spLocks noGrp="1"/>
          </p:cNvSpPr>
          <p:nvPr>
            <p:ph type="subTitle" idx="1"/>
          </p:nvPr>
        </p:nvSpPr>
        <p:spPr>
          <a:xfrm flipH="1">
            <a:off x="720000" y="1132375"/>
            <a:ext cx="7704000" cy="329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Font typeface="Roboto"/>
              <a:buAutoNum type="arabicPeriod"/>
              <a:defRPr sz="1200"/>
            </a:lvl1pPr>
            <a:lvl2pPr lvl="1" algn="ctr" rtl="0">
              <a:lnSpc>
                <a:spcPct val="100000"/>
              </a:lnSpc>
              <a:spcBef>
                <a:spcPts val="0"/>
              </a:spcBef>
              <a:spcAft>
                <a:spcPts val="0"/>
              </a:spcAft>
              <a:buSzPts val="1200"/>
              <a:buFont typeface="Roboto Condensed Light"/>
              <a:buAutoNum type="alphaLcPeriod"/>
              <a:defRPr sz="1200"/>
            </a:lvl2pPr>
            <a:lvl3pPr lvl="2" algn="ctr" rtl="0">
              <a:lnSpc>
                <a:spcPct val="100000"/>
              </a:lnSpc>
              <a:spcBef>
                <a:spcPts val="0"/>
              </a:spcBef>
              <a:spcAft>
                <a:spcPts val="0"/>
              </a:spcAft>
              <a:buSzPts val="1200"/>
              <a:buFont typeface="Roboto Condensed Light"/>
              <a:buAutoNum type="romanLcPeriod"/>
              <a:defRPr sz="1200"/>
            </a:lvl3pPr>
            <a:lvl4pPr lvl="3" algn="ctr" rtl="0">
              <a:lnSpc>
                <a:spcPct val="100000"/>
              </a:lnSpc>
              <a:spcBef>
                <a:spcPts val="0"/>
              </a:spcBef>
              <a:spcAft>
                <a:spcPts val="0"/>
              </a:spcAft>
              <a:buSzPts val="1200"/>
              <a:buFont typeface="Roboto Condensed Light"/>
              <a:buAutoNum type="arabicPeriod"/>
              <a:defRPr sz="1200"/>
            </a:lvl4pPr>
            <a:lvl5pPr lvl="4" algn="ctr" rtl="0">
              <a:lnSpc>
                <a:spcPct val="100000"/>
              </a:lnSpc>
              <a:spcBef>
                <a:spcPts val="0"/>
              </a:spcBef>
              <a:spcAft>
                <a:spcPts val="0"/>
              </a:spcAft>
              <a:buSzPts val="1200"/>
              <a:buFont typeface="Roboto Condensed Light"/>
              <a:buAutoNum type="alphaLcPeriod"/>
              <a:defRPr sz="1200"/>
            </a:lvl5pPr>
            <a:lvl6pPr lvl="5" algn="ctr" rtl="0">
              <a:lnSpc>
                <a:spcPct val="100000"/>
              </a:lnSpc>
              <a:spcBef>
                <a:spcPts val="0"/>
              </a:spcBef>
              <a:spcAft>
                <a:spcPts val="0"/>
              </a:spcAft>
              <a:buSzPts val="1200"/>
              <a:buFont typeface="Roboto Condensed Light"/>
              <a:buAutoNum type="romanLcPeriod"/>
              <a:defRPr sz="1200"/>
            </a:lvl6pPr>
            <a:lvl7pPr lvl="6" algn="ctr" rtl="0">
              <a:lnSpc>
                <a:spcPct val="100000"/>
              </a:lnSpc>
              <a:spcBef>
                <a:spcPts val="0"/>
              </a:spcBef>
              <a:spcAft>
                <a:spcPts val="0"/>
              </a:spcAft>
              <a:buSzPts val="1200"/>
              <a:buFont typeface="Roboto Condensed Light"/>
              <a:buAutoNum type="arabicPeriod"/>
              <a:defRPr sz="1200"/>
            </a:lvl7pPr>
            <a:lvl8pPr lvl="7" algn="ctr" rtl="0">
              <a:lnSpc>
                <a:spcPct val="100000"/>
              </a:lnSpc>
              <a:spcBef>
                <a:spcPts val="0"/>
              </a:spcBef>
              <a:spcAft>
                <a:spcPts val="0"/>
              </a:spcAft>
              <a:buSzPts val="1200"/>
              <a:buFont typeface="Roboto Condensed Light"/>
              <a:buAutoNum type="alphaLcPeriod"/>
              <a:defRPr sz="1200"/>
            </a:lvl8pPr>
            <a:lvl9pPr lvl="8" algn="ctr" rtl="0">
              <a:lnSpc>
                <a:spcPct val="100000"/>
              </a:lnSpc>
              <a:spcBef>
                <a:spcPts val="0"/>
              </a:spcBef>
              <a:spcAft>
                <a:spcPts val="0"/>
              </a:spcAft>
              <a:buSzPts val="1200"/>
              <a:buFont typeface="Roboto Condensed Light"/>
              <a:buAutoNum type="romanLcPeriod"/>
              <a:defRPr sz="1200"/>
            </a:lvl9pPr>
          </a:lstStyle>
          <a:p>
            <a:endParaRPr/>
          </a:p>
        </p:txBody>
      </p:sp>
      <p:sp>
        <p:nvSpPr>
          <p:cNvPr id="286" name="Google Shape;286;p21"/>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3000">
                <a:solidFill>
                  <a:schemeClr val="dk2"/>
                </a:solidFill>
              </a:defRPr>
            </a:lvl1pPr>
            <a:lvl2pPr lvl="1" algn="ctr" rtl="0">
              <a:spcBef>
                <a:spcPts val="0"/>
              </a:spcBef>
              <a:spcAft>
                <a:spcPts val="0"/>
              </a:spcAft>
              <a:buNone/>
              <a:defRPr sz="3000"/>
            </a:lvl2pPr>
            <a:lvl3pPr lvl="2" algn="ctr" rtl="0">
              <a:spcBef>
                <a:spcPts val="0"/>
              </a:spcBef>
              <a:spcAft>
                <a:spcPts val="0"/>
              </a:spcAft>
              <a:buNone/>
              <a:defRPr sz="3000"/>
            </a:lvl3pPr>
            <a:lvl4pPr lvl="3" algn="ctr" rtl="0">
              <a:spcBef>
                <a:spcPts val="0"/>
              </a:spcBef>
              <a:spcAft>
                <a:spcPts val="0"/>
              </a:spcAft>
              <a:buNone/>
              <a:defRPr sz="3000"/>
            </a:lvl4pPr>
            <a:lvl5pPr lvl="4" algn="ctr" rtl="0">
              <a:spcBef>
                <a:spcPts val="0"/>
              </a:spcBef>
              <a:spcAft>
                <a:spcPts val="0"/>
              </a:spcAft>
              <a:buNone/>
              <a:defRPr sz="3000"/>
            </a:lvl5pPr>
            <a:lvl6pPr lvl="5" algn="ctr" rtl="0">
              <a:spcBef>
                <a:spcPts val="0"/>
              </a:spcBef>
              <a:spcAft>
                <a:spcPts val="0"/>
              </a:spcAft>
              <a:buNone/>
              <a:defRPr sz="3000"/>
            </a:lvl6pPr>
            <a:lvl7pPr lvl="6" algn="ctr" rtl="0">
              <a:spcBef>
                <a:spcPts val="0"/>
              </a:spcBef>
              <a:spcAft>
                <a:spcPts val="0"/>
              </a:spcAft>
              <a:buNone/>
              <a:defRPr sz="3000"/>
            </a:lvl7pPr>
            <a:lvl8pPr lvl="7" algn="ctr" rtl="0">
              <a:spcBef>
                <a:spcPts val="0"/>
              </a:spcBef>
              <a:spcAft>
                <a:spcPts val="0"/>
              </a:spcAft>
              <a:buNone/>
              <a:defRPr sz="3000"/>
            </a:lvl8pPr>
            <a:lvl9pPr lvl="8" algn="ctr" rtl="0">
              <a:spcBef>
                <a:spcPts val="0"/>
              </a:spcBef>
              <a:spcAft>
                <a:spcPts val="0"/>
              </a:spcAft>
              <a:buNone/>
              <a:defRPr sz="30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Overpass Mono"/>
              <a:buNone/>
              <a:defRPr sz="2800" b="1">
                <a:solidFill>
                  <a:schemeClr val="lt1"/>
                </a:solidFill>
                <a:latin typeface="Overpass Mono"/>
                <a:ea typeface="Overpass Mono"/>
                <a:cs typeface="Overpass Mono"/>
                <a:sym typeface="Overpass Mon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Anaheim"/>
              <a:buChar char="●"/>
              <a:defRPr sz="1800">
                <a:solidFill>
                  <a:schemeClr val="lt1"/>
                </a:solidFill>
                <a:latin typeface="Anaheim"/>
                <a:ea typeface="Anaheim"/>
                <a:cs typeface="Anaheim"/>
                <a:sym typeface="Anaheim"/>
              </a:defRPr>
            </a:lvl1pPr>
            <a:lvl2pPr marL="914400" lvl="1"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marL="1371600" lvl="2"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marL="1828800" lvl="3"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marL="2286000" lvl="4"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marL="2743200" lvl="5"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marL="3200400" lvl="6"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marL="3657600" lvl="7" indent="-3175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marL="4114800" lvl="8" indent="-3175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6" r:id="rId5"/>
    <p:sldLayoutId id="2147483659" r:id="rId6"/>
    <p:sldLayoutId id="2147483661" r:id="rId7"/>
    <p:sldLayoutId id="2147483662" r:id="rId8"/>
    <p:sldLayoutId id="2147483664" r:id="rId9"/>
    <p:sldLayoutId id="2147483665" r:id="rId10"/>
    <p:sldLayoutId id="214748366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26"/>
        <p:cNvGrpSpPr/>
        <p:nvPr/>
      </p:nvGrpSpPr>
      <p:grpSpPr>
        <a:xfrm>
          <a:off x="0" y="0"/>
          <a:ext cx="0" cy="0"/>
          <a:chOff x="0" y="0"/>
          <a:chExt cx="0" cy="0"/>
        </a:xfrm>
      </p:grpSpPr>
      <p:sp>
        <p:nvSpPr>
          <p:cNvPr id="327" name="Google Shape;327;p25"/>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328" name="Google Shape;328;p25"/>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7"/>
          <p:cNvSpPr txBox="1">
            <a:spLocks noGrp="1"/>
          </p:cNvSpPr>
          <p:nvPr>
            <p:ph type="ctrTitle"/>
          </p:nvPr>
        </p:nvSpPr>
        <p:spPr>
          <a:xfrm>
            <a:off x="718575" y="1369045"/>
            <a:ext cx="8520600" cy="1910400"/>
          </a:xfrm>
          <a:prstGeom prst="rect">
            <a:avLst/>
          </a:prstGeom>
        </p:spPr>
        <p:txBody>
          <a:bodyPr spcFirstLastPara="1" wrap="square" lIns="91425" tIns="91425" rIns="91425" bIns="0" anchor="b" anchorCtr="0">
            <a:noAutofit/>
          </a:bodyPr>
          <a:lstStyle/>
          <a:p>
            <a:pPr marL="0" lvl="0" indent="0" algn="l" rtl="0">
              <a:spcBef>
                <a:spcPts val="0"/>
              </a:spcBef>
              <a:spcAft>
                <a:spcPts val="0"/>
              </a:spcAft>
              <a:buNone/>
            </a:pP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C</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circle(in)">
                                      <p:cBhvr>
                                        <p:cTn id="7" dur="20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8"/>
          <p:cNvSpPr txBox="1">
            <a:spLocks noGrp="1"/>
          </p:cNvSpPr>
          <p:nvPr>
            <p:ph type="title"/>
          </p:nvPr>
        </p:nvSpPr>
        <p:spPr>
          <a:xfrm>
            <a:off x="1278000" y="725972"/>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Thành</a:t>
            </a:r>
            <a:r>
              <a:rPr lang="en-US" dirty="0"/>
              <a:t> </a:t>
            </a:r>
            <a:r>
              <a:rPr lang="en-US" dirty="0" err="1"/>
              <a:t>viên</a:t>
            </a:r>
            <a:r>
              <a:rPr lang="en-US" dirty="0"/>
              <a:t> </a:t>
            </a:r>
            <a:r>
              <a:rPr lang="en-US" dirty="0" err="1"/>
              <a:t>trong</a:t>
            </a:r>
            <a:r>
              <a:rPr lang="en-US" dirty="0"/>
              <a:t> </a:t>
            </a:r>
            <a:r>
              <a:rPr lang="en-US" dirty="0" err="1"/>
              <a:t>nhóm</a:t>
            </a:r>
            <a:endParaRPr dirty="0"/>
          </a:p>
        </p:txBody>
      </p:sp>
      <p:grpSp>
        <p:nvGrpSpPr>
          <p:cNvPr id="2" name="Group 1">
            <a:extLst>
              <a:ext uri="{FF2B5EF4-FFF2-40B4-BE49-F238E27FC236}">
                <a16:creationId xmlns:a16="http://schemas.microsoft.com/office/drawing/2014/main" id="{B3AFBE72-E63F-4485-A133-E48759238161}"/>
              </a:ext>
            </a:extLst>
          </p:cNvPr>
          <p:cNvGrpSpPr/>
          <p:nvPr/>
        </p:nvGrpSpPr>
        <p:grpSpPr>
          <a:xfrm>
            <a:off x="1052624" y="1541718"/>
            <a:ext cx="5932967" cy="1796327"/>
            <a:chOff x="1052624" y="1541718"/>
            <a:chExt cx="5932967" cy="1796327"/>
          </a:xfrm>
        </p:grpSpPr>
        <p:sp>
          <p:nvSpPr>
            <p:cNvPr id="5" name="Rectangle: Rounded Corners 4">
              <a:extLst>
                <a:ext uri="{FF2B5EF4-FFF2-40B4-BE49-F238E27FC236}">
                  <a16:creationId xmlns:a16="http://schemas.microsoft.com/office/drawing/2014/main" id="{22A4523D-65E9-4599-9A3A-E87D9914130B}"/>
                </a:ext>
              </a:extLst>
            </p:cNvPr>
            <p:cNvSpPr/>
            <p:nvPr/>
          </p:nvSpPr>
          <p:spPr>
            <a:xfrm>
              <a:off x="1945758" y="1541718"/>
              <a:ext cx="5039833" cy="1796327"/>
            </a:xfrm>
            <a:prstGeom prst="round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dirty="0">
                <a:solidFill>
                  <a:schemeClr val="bg1"/>
                </a:solidFill>
              </a:endParaRPr>
            </a:p>
          </p:txBody>
        </p:sp>
        <p:sp>
          <p:nvSpPr>
            <p:cNvPr id="6" name="TextBox 5">
              <a:extLst>
                <a:ext uri="{FF2B5EF4-FFF2-40B4-BE49-F238E27FC236}">
                  <a16:creationId xmlns:a16="http://schemas.microsoft.com/office/drawing/2014/main" id="{24F38284-B591-4AB6-AA68-14AB6B8518A9}"/>
                </a:ext>
              </a:extLst>
            </p:cNvPr>
            <p:cNvSpPr txBox="1"/>
            <p:nvPr/>
          </p:nvSpPr>
          <p:spPr>
            <a:xfrm>
              <a:off x="1052624" y="1839716"/>
              <a:ext cx="5592726" cy="1200329"/>
            </a:xfrm>
            <a:prstGeom prst="rect">
              <a:avLst/>
            </a:prstGeom>
            <a:noFill/>
          </p:spPr>
          <p:txBody>
            <a:bodyPr wrap="square" rtlCol="0">
              <a:spAutoFit/>
            </a:bodyPr>
            <a:lstStyle/>
            <a:p>
              <a:r>
                <a:rPr lang="en-US" dirty="0">
                  <a:solidFill>
                    <a:schemeClr val="bg1"/>
                  </a:solidFill>
                </a:rPr>
                <a:t>		</a:t>
              </a:r>
              <a:r>
                <a:rPr lang="en-US" sz="1800" dirty="0">
                  <a:solidFill>
                    <a:schemeClr val="bg1"/>
                  </a:solidFill>
                  <a:latin typeface="Lucida Sans" panose="020B0602030504020204" pitchFamily="34" charset="0"/>
                </a:rPr>
                <a:t>Lại Huy Trường ( </a:t>
              </a:r>
              <a:r>
                <a:rPr lang="en-US" sz="1800" dirty="0" err="1">
                  <a:solidFill>
                    <a:schemeClr val="bg1"/>
                  </a:solidFill>
                  <a:latin typeface="Lucida Sans" panose="020B0602030504020204" pitchFamily="34" charset="0"/>
                </a:rPr>
                <a:t>nhóm</a:t>
              </a:r>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trưởng</a:t>
              </a:r>
              <a:r>
                <a:rPr lang="en-US" sz="1800" dirty="0">
                  <a:solidFill>
                    <a:schemeClr val="bg1"/>
                  </a:solidFill>
                  <a:latin typeface="Lucida Sans" panose="020B0602030504020204" pitchFamily="34" charset="0"/>
                </a:rPr>
                <a:t> )</a:t>
              </a:r>
            </a:p>
            <a:p>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Nguyễn</a:t>
              </a:r>
              <a:r>
                <a:rPr lang="en-US" sz="1800" dirty="0">
                  <a:solidFill>
                    <a:schemeClr val="bg1"/>
                  </a:solidFill>
                  <a:latin typeface="Lucida Sans" panose="020B0602030504020204" pitchFamily="34" charset="0"/>
                </a:rPr>
                <a:t> Quang </a:t>
              </a:r>
              <a:r>
                <a:rPr lang="en-US" sz="1800" dirty="0" err="1">
                  <a:solidFill>
                    <a:schemeClr val="bg1"/>
                  </a:solidFill>
                  <a:latin typeface="Lucida Sans" panose="020B0602030504020204" pitchFamily="34" charset="0"/>
                </a:rPr>
                <a:t>Hưng</a:t>
              </a:r>
              <a:endParaRPr lang="en-US" sz="1800" dirty="0">
                <a:solidFill>
                  <a:schemeClr val="bg1"/>
                </a:solidFill>
                <a:latin typeface="Lucida Sans" panose="020B0602030504020204" pitchFamily="34" charset="0"/>
              </a:endParaRPr>
            </a:p>
            <a:p>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Trịnh</a:t>
              </a:r>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Ngọc</a:t>
              </a:r>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Trâm</a:t>
              </a:r>
              <a:endParaRPr lang="en-US" sz="1800" dirty="0">
                <a:solidFill>
                  <a:schemeClr val="bg1"/>
                </a:solidFill>
                <a:latin typeface="Lucida Sans" panose="020B0602030504020204" pitchFamily="34" charset="0"/>
              </a:endParaRPr>
            </a:p>
            <a:p>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Bùi</a:t>
              </a:r>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Hồng</a:t>
              </a:r>
              <a:r>
                <a:rPr lang="en-US" sz="1800" dirty="0">
                  <a:solidFill>
                    <a:schemeClr val="bg1"/>
                  </a:solidFill>
                  <a:latin typeface="Lucida Sans" panose="020B0602030504020204" pitchFamily="34" charset="0"/>
                </a:rPr>
                <a:t> </a:t>
              </a:r>
              <a:r>
                <a:rPr lang="en-US" sz="1800" dirty="0" err="1">
                  <a:solidFill>
                    <a:schemeClr val="bg1"/>
                  </a:solidFill>
                  <a:latin typeface="Lucida Sans" panose="020B0602030504020204" pitchFamily="34" charset="0"/>
                </a:rPr>
                <a:t>Khanh</a:t>
              </a:r>
              <a:endParaRPr lang="vi-VN" sz="1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circle(in)">
                                      <p:cBhvr>
                                        <p:cTn id="7" dur="2000"/>
                                        <p:tgtEl>
                                          <p:spTgt spid="3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9"/>
          <p:cNvSpPr txBox="1">
            <a:spLocks noGrp="1"/>
          </p:cNvSpPr>
          <p:nvPr>
            <p:ph type="title" idx="5"/>
          </p:nvPr>
        </p:nvSpPr>
        <p:spPr>
          <a:xfrm>
            <a:off x="1278000" y="3420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Nội</a:t>
            </a:r>
            <a:r>
              <a:rPr lang="en-US" dirty="0"/>
              <a:t> dung</a:t>
            </a:r>
            <a:endParaRPr dirty="0"/>
          </a:p>
        </p:txBody>
      </p:sp>
      <p:sp>
        <p:nvSpPr>
          <p:cNvPr id="348" name="Google Shape;348;p29"/>
          <p:cNvSpPr txBox="1">
            <a:spLocks noGrp="1"/>
          </p:cNvSpPr>
          <p:nvPr>
            <p:ph type="ctrTitle"/>
          </p:nvPr>
        </p:nvSpPr>
        <p:spPr>
          <a:xfrm flipH="1">
            <a:off x="2189800" y="1848349"/>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sz="3500" b="1" dirty="0"/>
              <a:t>01</a:t>
            </a:r>
            <a:endParaRPr sz="3500" b="1" dirty="0"/>
          </a:p>
        </p:txBody>
      </p:sp>
      <p:sp>
        <p:nvSpPr>
          <p:cNvPr id="349" name="Google Shape;349;p29"/>
          <p:cNvSpPr txBox="1">
            <a:spLocks noGrp="1"/>
          </p:cNvSpPr>
          <p:nvPr>
            <p:ph type="subTitle" idx="1"/>
          </p:nvPr>
        </p:nvSpPr>
        <p:spPr>
          <a:xfrm flipH="1">
            <a:off x="2189801" y="2162325"/>
            <a:ext cx="2163900"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US" dirty="0"/>
              <a:t>i</a:t>
            </a:r>
            <a:r>
              <a:rPr lang="en-US" sz="2200" b="1" dirty="0">
                <a:latin typeface="Overpass Mono"/>
                <a:ea typeface="Overpass Mono"/>
                <a:cs typeface="Overpass Mono"/>
                <a:sym typeface="Overpass Mono"/>
              </a:rPr>
              <a:t>f else</a:t>
            </a:r>
            <a:endParaRPr sz="2200" b="1" dirty="0">
              <a:latin typeface="Overpass Mono"/>
              <a:ea typeface="Overpass Mono"/>
              <a:cs typeface="Overpass Mono"/>
              <a:sym typeface="Overpass Mono"/>
            </a:endParaRPr>
          </a:p>
        </p:txBody>
      </p:sp>
      <p:sp>
        <p:nvSpPr>
          <p:cNvPr id="350" name="Google Shape;350;p29"/>
          <p:cNvSpPr txBox="1">
            <a:spLocks noGrp="1"/>
          </p:cNvSpPr>
          <p:nvPr>
            <p:ph type="ctrTitle" idx="2"/>
          </p:nvPr>
        </p:nvSpPr>
        <p:spPr>
          <a:xfrm flipH="1">
            <a:off x="4811675" y="1848401"/>
            <a:ext cx="2163900" cy="240900"/>
          </a:xfrm>
          <a:prstGeom prst="rect">
            <a:avLst/>
          </a:prstGeom>
        </p:spPr>
        <p:txBody>
          <a:bodyPr spcFirstLastPara="1" wrap="square" lIns="91425" tIns="0" rIns="91425" bIns="0" anchor="b" anchorCtr="0">
            <a:noAutofit/>
          </a:bodyPr>
          <a:lstStyle/>
          <a:p>
            <a:pPr marL="0" lvl="0" indent="0" algn="r" rtl="0">
              <a:spcBef>
                <a:spcPts val="0"/>
              </a:spcBef>
              <a:spcAft>
                <a:spcPts val="0"/>
              </a:spcAft>
              <a:buNone/>
            </a:pPr>
            <a:r>
              <a:rPr lang="en" sz="3500" b="1" dirty="0"/>
              <a:t>03</a:t>
            </a:r>
            <a:endParaRPr sz="3500" b="1" dirty="0"/>
          </a:p>
        </p:txBody>
      </p:sp>
      <p:sp>
        <p:nvSpPr>
          <p:cNvPr id="351" name="Google Shape;351;p29"/>
          <p:cNvSpPr txBox="1">
            <a:spLocks noGrp="1"/>
          </p:cNvSpPr>
          <p:nvPr>
            <p:ph type="subTitle" idx="3"/>
          </p:nvPr>
        </p:nvSpPr>
        <p:spPr>
          <a:xfrm flipH="1">
            <a:off x="4790300" y="2163065"/>
            <a:ext cx="3484441" cy="6690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US" sz="2200" b="1" dirty="0">
                <a:latin typeface="Overpass Mono"/>
                <a:ea typeface="Overpass Mono"/>
                <a:cs typeface="Overpass Mono"/>
                <a:sym typeface="Overpass Mono"/>
              </a:rPr>
              <a:t>So </a:t>
            </a:r>
            <a:r>
              <a:rPr lang="en-US" sz="2200" b="1" dirty="0" err="1">
                <a:latin typeface="Overpass Mono"/>
                <a:ea typeface="Overpass Mono"/>
                <a:cs typeface="Overpass Mono"/>
                <a:sym typeface="Overpass Mono"/>
              </a:rPr>
              <a:t>sánh</a:t>
            </a:r>
            <a:r>
              <a:rPr lang="en-US" sz="2200" b="1" dirty="0">
                <a:latin typeface="Overpass Mono"/>
                <a:ea typeface="Overpass Mono"/>
                <a:cs typeface="Overpass Mono"/>
                <a:sym typeface="Overpass Mono"/>
              </a:rPr>
              <a:t> if else &amp; switch case</a:t>
            </a:r>
            <a:endParaRPr sz="2200" b="1" dirty="0">
              <a:latin typeface="Overpass Mono"/>
              <a:ea typeface="Overpass Mono"/>
              <a:cs typeface="Overpass Mono"/>
              <a:sym typeface="Overpass Mono"/>
            </a:endParaRPr>
          </a:p>
        </p:txBody>
      </p:sp>
      <p:sp>
        <p:nvSpPr>
          <p:cNvPr id="352" name="Google Shape;352;p29"/>
          <p:cNvSpPr txBox="1">
            <a:spLocks noGrp="1"/>
          </p:cNvSpPr>
          <p:nvPr>
            <p:ph type="ctrTitle" idx="6"/>
          </p:nvPr>
        </p:nvSpPr>
        <p:spPr>
          <a:xfrm flipH="1">
            <a:off x="2189800" y="3331362"/>
            <a:ext cx="2163900" cy="240900"/>
          </a:xfrm>
          <a:prstGeom prst="rect">
            <a:avLst/>
          </a:prstGeom>
        </p:spPr>
        <p:txBody>
          <a:bodyPr spcFirstLastPara="1" wrap="square" lIns="91425" tIns="0" rIns="91425" bIns="0" anchor="b" anchorCtr="0">
            <a:noAutofit/>
          </a:bodyPr>
          <a:lstStyle/>
          <a:p>
            <a:pPr marL="0" lvl="0" indent="0" algn="l" rtl="0">
              <a:spcBef>
                <a:spcPts val="0"/>
              </a:spcBef>
              <a:spcAft>
                <a:spcPts val="0"/>
              </a:spcAft>
              <a:buNone/>
            </a:pPr>
            <a:r>
              <a:rPr lang="en" dirty="0"/>
              <a:t>02</a:t>
            </a:r>
          </a:p>
        </p:txBody>
      </p:sp>
      <p:sp>
        <p:nvSpPr>
          <p:cNvPr id="353" name="Google Shape;353;p29"/>
          <p:cNvSpPr txBox="1">
            <a:spLocks noGrp="1"/>
          </p:cNvSpPr>
          <p:nvPr>
            <p:ph type="subTitle" idx="7"/>
          </p:nvPr>
        </p:nvSpPr>
        <p:spPr>
          <a:xfrm flipH="1">
            <a:off x="2189801" y="3572262"/>
            <a:ext cx="2163900" cy="4266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US" dirty="0"/>
              <a:t>switch case</a:t>
            </a:r>
            <a:endParaRPr dirty="0"/>
          </a:p>
        </p:txBody>
      </p:sp>
      <p:grpSp>
        <p:nvGrpSpPr>
          <p:cNvPr id="2" name="Group 1">
            <a:extLst>
              <a:ext uri="{FF2B5EF4-FFF2-40B4-BE49-F238E27FC236}">
                <a16:creationId xmlns:a16="http://schemas.microsoft.com/office/drawing/2014/main" id="{53735EE6-C042-4BCD-8D1A-59A4FAD5C984}"/>
              </a:ext>
            </a:extLst>
          </p:cNvPr>
          <p:cNvGrpSpPr/>
          <p:nvPr/>
        </p:nvGrpSpPr>
        <p:grpSpPr>
          <a:xfrm>
            <a:off x="4790299" y="3295695"/>
            <a:ext cx="3832705" cy="703167"/>
            <a:chOff x="4790299" y="3295695"/>
            <a:chExt cx="3832705" cy="703167"/>
          </a:xfrm>
        </p:grpSpPr>
        <p:sp>
          <p:nvSpPr>
            <p:cNvPr id="15" name="Google Shape;352;p29">
              <a:extLst>
                <a:ext uri="{FF2B5EF4-FFF2-40B4-BE49-F238E27FC236}">
                  <a16:creationId xmlns:a16="http://schemas.microsoft.com/office/drawing/2014/main" id="{508FC75A-F42A-4B7A-A150-2E91DC74A4FC}"/>
                </a:ext>
              </a:extLst>
            </p:cNvPr>
            <p:cNvSpPr txBox="1">
              <a:spLocks/>
            </p:cNvSpPr>
            <p:nvPr/>
          </p:nvSpPr>
          <p:spPr>
            <a:xfrm flipH="1">
              <a:off x="6286879" y="3295695"/>
              <a:ext cx="2163900" cy="240900"/>
            </a:xfrm>
            <a:prstGeom prst="rect">
              <a:avLst/>
            </a:prstGeom>
            <a:noFill/>
            <a:ln>
              <a:noFill/>
            </a:ln>
          </p:spPr>
          <p:txBody>
            <a:bodyPr spcFirstLastPara="1" wrap="square" lIns="91425" tIns="0" rIns="91425"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500"/>
                <a:buFont typeface="Overpass Mono"/>
                <a:buNone/>
                <a:defRPr sz="3500" b="1" i="0" u="none" strike="noStrike" cap="none">
                  <a:solidFill>
                    <a:schemeClr val="lt1"/>
                  </a:solidFill>
                  <a:latin typeface="Overpass Mono"/>
                  <a:ea typeface="Overpass Mono"/>
                  <a:cs typeface="Overpass Mono"/>
                  <a:sym typeface="Overpass Mono"/>
                </a:defRPr>
              </a:lvl1pPr>
              <a:lvl2pPr marR="0" lvl="1"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2pPr>
              <a:lvl3pPr marR="0" lvl="2"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3pPr>
              <a:lvl4pPr marR="0" lvl="3"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4pPr>
              <a:lvl5pPr marR="0" lvl="4"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5pPr>
              <a:lvl6pPr marR="0" lvl="5"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6pPr>
              <a:lvl7pPr marR="0" lvl="6"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7pPr>
              <a:lvl8pPr marR="0" lvl="7"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8pPr>
              <a:lvl9pPr marR="0" lvl="8" algn="ctr" rtl="0">
                <a:lnSpc>
                  <a:spcPct val="100000"/>
                </a:lnSpc>
                <a:spcBef>
                  <a:spcPts val="0"/>
                </a:spcBef>
                <a:spcAft>
                  <a:spcPts val="0"/>
                </a:spcAft>
                <a:buClr>
                  <a:srgbClr val="434343"/>
                </a:buClr>
                <a:buSzPts val="3500"/>
                <a:buFont typeface="Arial"/>
                <a:buNone/>
                <a:defRPr sz="3500" b="1" i="0" u="none" strike="noStrike" cap="none">
                  <a:solidFill>
                    <a:srgbClr val="434343"/>
                  </a:solidFill>
                  <a:latin typeface="Arial"/>
                  <a:ea typeface="Arial"/>
                  <a:cs typeface="Arial"/>
                  <a:sym typeface="Arial"/>
                </a:defRPr>
              </a:lvl9pPr>
            </a:lstStyle>
            <a:p>
              <a:r>
                <a:rPr lang="en" dirty="0"/>
                <a:t>04</a:t>
              </a:r>
            </a:p>
          </p:txBody>
        </p:sp>
        <p:sp>
          <p:nvSpPr>
            <p:cNvPr id="17" name="Google Shape;353;p29">
              <a:extLst>
                <a:ext uri="{FF2B5EF4-FFF2-40B4-BE49-F238E27FC236}">
                  <a16:creationId xmlns:a16="http://schemas.microsoft.com/office/drawing/2014/main" id="{7D63CB93-19EC-4CF5-B2C8-8E8D6A0E2AD3}"/>
                </a:ext>
              </a:extLst>
            </p:cNvPr>
            <p:cNvSpPr txBox="1">
              <a:spLocks/>
            </p:cNvSpPr>
            <p:nvPr/>
          </p:nvSpPr>
          <p:spPr>
            <a:xfrm flipH="1">
              <a:off x="4790299" y="3572262"/>
              <a:ext cx="3832705" cy="426600"/>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1pPr>
              <a:lvl2pPr marL="914400" marR="0" lvl="1"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2pPr>
              <a:lvl3pPr marL="1371600" marR="0" lvl="2"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3pPr>
              <a:lvl4pPr marL="1828800" marR="0" lvl="3"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4pPr>
              <a:lvl5pPr marL="2286000" marR="0" lvl="4"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5pPr>
              <a:lvl6pPr marL="2743200" marR="0" lvl="5"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6pPr>
              <a:lvl7pPr marL="3200400" marR="0" lvl="6"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7pPr>
              <a:lvl8pPr marL="3657600" marR="0" lvl="7"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8pPr>
              <a:lvl9pPr marL="4114800" marR="0" lvl="8" indent="-317500" algn="ctr" rtl="0">
                <a:lnSpc>
                  <a:spcPct val="100000"/>
                </a:lnSpc>
                <a:spcBef>
                  <a:spcPts val="0"/>
                </a:spcBef>
                <a:spcAft>
                  <a:spcPts val="0"/>
                </a:spcAft>
                <a:buClr>
                  <a:schemeClr val="lt1"/>
                </a:buClr>
                <a:buSzPts val="2200"/>
                <a:buFont typeface="Overpass Mono"/>
                <a:buNone/>
                <a:defRPr sz="2200" b="1" i="0" u="none" strike="noStrike" cap="none">
                  <a:solidFill>
                    <a:schemeClr val="lt1"/>
                  </a:solidFill>
                  <a:latin typeface="Overpass Mono"/>
                  <a:ea typeface="Overpass Mono"/>
                  <a:cs typeface="Overpass Mono"/>
                  <a:sym typeface="Overpass Mono"/>
                </a:defRPr>
              </a:lvl9pPr>
            </a:lstStyle>
            <a:p>
              <a:pPr marL="0" indent="0"/>
              <a:r>
                <a:rPr lang="en-US" dirty="0" err="1"/>
                <a:t>for,while</a:t>
              </a:r>
              <a:r>
                <a:rPr lang="en-US" dirty="0"/>
                <a:t> &amp; do while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47"/>
                                        </p:tgtEl>
                                        <p:attrNameLst>
                                          <p:attrName>style.visibility</p:attrName>
                                        </p:attrNameLst>
                                      </p:cBhvr>
                                      <p:to>
                                        <p:strVal val="visible"/>
                                      </p:to>
                                    </p:set>
                                    <p:animEffect transition="in" filter="circle(in)">
                                      <p:cBhvr>
                                        <p:cTn id="7" dur="2000"/>
                                        <p:tgtEl>
                                          <p:spTgt spid="3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9">
                                            <p:txEl>
                                              <p:pRg st="0" end="0"/>
                                            </p:txEl>
                                          </p:spTgt>
                                        </p:tgtEl>
                                        <p:attrNameLst>
                                          <p:attrName>style.visibility</p:attrName>
                                        </p:attrNameLst>
                                      </p:cBhvr>
                                      <p:to>
                                        <p:strVal val="visible"/>
                                      </p:to>
                                    </p:set>
                                    <p:animEffect transition="in" filter="wipe(down)">
                                      <p:cBhvr>
                                        <p:cTn id="12" dur="500"/>
                                        <p:tgtEl>
                                          <p:spTgt spid="349">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48"/>
                                        </p:tgtEl>
                                        <p:attrNameLst>
                                          <p:attrName>style.visibility</p:attrName>
                                        </p:attrNameLst>
                                      </p:cBhvr>
                                      <p:to>
                                        <p:strVal val="visible"/>
                                      </p:to>
                                    </p:set>
                                    <p:animEffect transition="in" filter="wipe(down)">
                                      <p:cBhvr>
                                        <p:cTn id="15" dur="500"/>
                                        <p:tgtEl>
                                          <p:spTgt spid="3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52"/>
                                        </p:tgtEl>
                                        <p:attrNameLst>
                                          <p:attrName>style.visibility</p:attrName>
                                        </p:attrNameLst>
                                      </p:cBhvr>
                                      <p:to>
                                        <p:strVal val="visible"/>
                                      </p:to>
                                    </p:set>
                                    <p:animEffect transition="in" filter="wipe(down)">
                                      <p:cBhvr>
                                        <p:cTn id="20" dur="500"/>
                                        <p:tgtEl>
                                          <p:spTgt spid="35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53">
                                            <p:txEl>
                                              <p:pRg st="0" end="0"/>
                                            </p:txEl>
                                          </p:spTgt>
                                        </p:tgtEl>
                                        <p:attrNameLst>
                                          <p:attrName>style.visibility</p:attrName>
                                        </p:attrNameLst>
                                      </p:cBhvr>
                                      <p:to>
                                        <p:strVal val="visible"/>
                                      </p:to>
                                    </p:set>
                                    <p:animEffect transition="in" filter="wipe(down)">
                                      <p:cBhvr>
                                        <p:cTn id="23" dur="500"/>
                                        <p:tgtEl>
                                          <p:spTgt spid="35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50"/>
                                        </p:tgtEl>
                                        <p:attrNameLst>
                                          <p:attrName>style.visibility</p:attrName>
                                        </p:attrNameLst>
                                      </p:cBhvr>
                                      <p:to>
                                        <p:strVal val="visible"/>
                                      </p:to>
                                    </p:set>
                                    <p:animEffect transition="in" filter="wipe(down)">
                                      <p:cBhvr>
                                        <p:cTn id="28" dur="500"/>
                                        <p:tgtEl>
                                          <p:spTgt spid="35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51">
                                            <p:txEl>
                                              <p:pRg st="0" end="0"/>
                                            </p:txEl>
                                          </p:spTgt>
                                        </p:tgtEl>
                                        <p:attrNameLst>
                                          <p:attrName>style.visibility</p:attrName>
                                        </p:attrNameLst>
                                      </p:cBhvr>
                                      <p:to>
                                        <p:strVal val="visible"/>
                                      </p:to>
                                    </p:set>
                                    <p:animEffect transition="in" filter="wipe(down)">
                                      <p:cBhvr>
                                        <p:cTn id="31" dur="500"/>
                                        <p:tgtEl>
                                          <p:spTgt spid="351">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down)">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 grpId="0"/>
      <p:bldP spid="348" grpId="0"/>
      <p:bldP spid="349" grpId="0" build="p"/>
      <p:bldP spid="350" grpId="0"/>
      <p:bldP spid="351" grpId="0" build="p"/>
      <p:bldP spid="352" grpId="0"/>
      <p:bldP spid="35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US" dirty="0"/>
              <a:t>if else</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01</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wipe(down)">
                                      <p:cBhvr>
                                        <p:cTn id="7" dur="5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74"/>
                                        </p:tgtEl>
                                        <p:attrNameLst>
                                          <p:attrName>style.visibility</p:attrName>
                                        </p:attrNameLst>
                                      </p:cBhvr>
                                      <p:to>
                                        <p:strVal val="visible"/>
                                      </p:to>
                                    </p:set>
                                    <p:anim calcmode="lin" valueType="num">
                                      <p:cBhvr additive="base">
                                        <p:cTn id="12" dur="500" fill="hold"/>
                                        <p:tgtEl>
                                          <p:spTgt spid="374"/>
                                        </p:tgtEl>
                                        <p:attrNameLst>
                                          <p:attrName>ppt_x</p:attrName>
                                        </p:attrNameLst>
                                      </p:cBhvr>
                                      <p:tavLst>
                                        <p:tav tm="0">
                                          <p:val>
                                            <p:strVal val="#ppt_x"/>
                                          </p:val>
                                        </p:tav>
                                        <p:tav tm="100000">
                                          <p:val>
                                            <p:strVal val="#ppt_x"/>
                                          </p:val>
                                        </p:tav>
                                      </p:tavLst>
                                    </p:anim>
                                    <p:anim calcmode="lin" valueType="num">
                                      <p:cBhvr additive="base">
                                        <p:cTn id="13" dur="500" fill="hold"/>
                                        <p:tgtEl>
                                          <p:spTgt spid="3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2" name="Text Placeholder 1">
            <a:extLst>
              <a:ext uri="{FF2B5EF4-FFF2-40B4-BE49-F238E27FC236}">
                <a16:creationId xmlns:a16="http://schemas.microsoft.com/office/drawing/2014/main" id="{74D9A651-E301-41D6-BE94-E73D045C460E}"/>
              </a:ext>
            </a:extLst>
          </p:cNvPr>
          <p:cNvSpPr>
            <a:spLocks noGrp="1"/>
          </p:cNvSpPr>
          <p:nvPr>
            <p:ph type="body" idx="1"/>
          </p:nvPr>
        </p:nvSpPr>
        <p:spPr>
          <a:xfrm>
            <a:off x="3232297" y="1562987"/>
            <a:ext cx="4971583" cy="3498112"/>
          </a:xfrm>
        </p:spPr>
        <p:txBody>
          <a:bodyPr/>
          <a:lstStyle/>
          <a:p>
            <a:pPr marL="127000" indent="0" algn="ctr">
              <a:buNone/>
            </a:pPr>
            <a:r>
              <a:rPr lang="vi-VN" sz="3200" dirty="0"/>
              <a:t>Cú pháp</a:t>
            </a:r>
          </a:p>
          <a:p>
            <a:pPr marL="0" indent="0" algn="l" rtl="0" fontAlgn="base">
              <a:spcBef>
                <a:spcPts val="0"/>
              </a:spcBef>
              <a:spcAft>
                <a:spcPts val="0"/>
              </a:spcAft>
              <a:buNone/>
            </a:pPr>
            <a:r>
              <a:rPr lang="vi-VN" sz="1800" b="0" i="0" u="none" strike="noStrike" dirty="0">
                <a:solidFill>
                  <a:schemeClr val="bg1"/>
                </a:solidFill>
                <a:effectLst/>
                <a:latin typeface="Calibri" panose="020F0502020204030204" pitchFamily="34" charset="0"/>
              </a:rPr>
              <a:t>If (biểu thức điều kiện)</a:t>
            </a:r>
            <a:endParaRPr lang="vi-VN" sz="1800" b="0" i="0" u="none" strike="noStrike" dirty="0">
              <a:solidFill>
                <a:schemeClr val="bg1"/>
              </a:solidFill>
              <a:effectLst/>
              <a:latin typeface="Noto Sans Symbols"/>
            </a:endParaRP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Lệnh 1;</a:t>
            </a:r>
            <a:endParaRPr lang="vi-VN" sz="2000" b="0" dirty="0">
              <a:solidFill>
                <a:schemeClr val="bg1"/>
              </a:solidFill>
              <a:effectLst/>
            </a:endParaRPr>
          </a:p>
          <a:p>
            <a:pPr marL="0" indent="0" algn="l" rtl="0" fontAlgn="base">
              <a:spcBef>
                <a:spcPts val="0"/>
              </a:spcBef>
              <a:spcAft>
                <a:spcPts val="0"/>
              </a:spcAft>
              <a:buNone/>
            </a:pPr>
            <a:r>
              <a:rPr lang="vi-VN" sz="1800" b="0" i="0" u="none" strike="noStrike" dirty="0">
                <a:solidFill>
                  <a:schemeClr val="bg1"/>
                </a:solidFill>
                <a:effectLst/>
                <a:latin typeface="Calibri" panose="020F0502020204030204" pitchFamily="34" charset="0"/>
              </a:rPr>
              <a:t>If (biểu thức điều kiện)</a:t>
            </a:r>
            <a:endParaRPr lang="vi-VN" sz="1800" b="0" i="0" u="none" strike="noStrike" dirty="0">
              <a:solidFill>
                <a:schemeClr val="bg1"/>
              </a:solidFill>
              <a:effectLst/>
              <a:latin typeface="Noto Sans Symbols"/>
            </a:endParaRPr>
          </a:p>
          <a:p>
            <a:pPr marL="45085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       Lệnh 1;</a:t>
            </a:r>
            <a:endParaRPr lang="vi-VN" sz="2000" b="0" dirty="0">
              <a:solidFill>
                <a:schemeClr val="bg1"/>
              </a:solidFill>
              <a:effectLst/>
            </a:endParaRPr>
          </a:p>
          <a:p>
            <a:pPr marL="45085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Lệnh 2;</a:t>
            </a:r>
            <a:endParaRPr lang="vi-VN" sz="2000" b="0" dirty="0">
              <a:solidFill>
                <a:schemeClr val="bg1"/>
              </a:solidFill>
              <a:effectLst/>
            </a:endParaRPr>
          </a:p>
          <a:p>
            <a:pPr marL="45085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a:t>
            </a:r>
            <a:endParaRPr lang="vi-VN" sz="2000" b="0" dirty="0">
              <a:solidFill>
                <a:schemeClr val="bg1"/>
              </a:solidFill>
              <a:effectLst/>
            </a:endParaRPr>
          </a:p>
          <a:p>
            <a:pPr marL="450850" indent="0" algn="l" rtl="0">
              <a:spcBef>
                <a:spcPts val="0"/>
              </a:spcBef>
              <a:spcAft>
                <a:spcPts val="800"/>
              </a:spcAft>
              <a:buNone/>
            </a:pPr>
            <a:r>
              <a:rPr lang="vi-VN" sz="1800" b="0" i="0" u="none" strike="noStrike" dirty="0">
                <a:solidFill>
                  <a:schemeClr val="bg1"/>
                </a:solidFill>
                <a:effectLst/>
                <a:latin typeface="Calibri" panose="020F0502020204030204" pitchFamily="34" charset="0"/>
              </a:rPr>
              <a:t>      }</a:t>
            </a:r>
            <a:endParaRPr lang="vi-VN" sz="2000" b="0" dirty="0">
              <a:solidFill>
                <a:schemeClr val="bg1"/>
              </a:solidFill>
              <a:effectLst/>
            </a:endParaRPr>
          </a:p>
          <a:p>
            <a:pPr marL="127000" indent="0" algn="l">
              <a:buNone/>
            </a:pPr>
            <a:r>
              <a:rPr lang="vi-VN" sz="1800" b="0" i="0" u="none" strike="noStrike" dirty="0">
                <a:solidFill>
                  <a:schemeClr val="bg1"/>
                </a:solidFill>
                <a:effectLst/>
                <a:latin typeface="Calibri" panose="020F0502020204030204" pitchFamily="34" charset="0"/>
              </a:rPr>
              <a:t>Nếu biểu thức điều kiện đúng thì lệnh được thực hiện, nếu sai thì bỏ qua lệnh.</a:t>
            </a:r>
            <a:endParaRPr lang="vi-VN" sz="4000" b="0" dirty="0">
              <a:solidFill>
                <a:schemeClr val="bg1"/>
              </a:solidFill>
              <a:effectLst/>
            </a:endParaRPr>
          </a:p>
          <a:p>
            <a:br>
              <a:rPr lang="vi-VN" sz="4000" dirty="0"/>
            </a:br>
            <a:endParaRPr lang="vi-VN" sz="3600" b="0" dirty="0">
              <a:solidFill>
                <a:schemeClr val="bg1"/>
              </a:solidFill>
              <a:effectLst/>
            </a:endParaRPr>
          </a:p>
          <a:p>
            <a:br>
              <a:rPr lang="vi-VN" sz="3600" dirty="0"/>
            </a:br>
            <a:endParaRPr lang="vi-VN" sz="3200" dirty="0"/>
          </a:p>
        </p:txBody>
      </p:sp>
      <p:sp>
        <p:nvSpPr>
          <p:cNvPr id="381" name="Google Shape;381;p33"/>
          <p:cNvSpPr txBox="1">
            <a:spLocks noGrp="1"/>
          </p:cNvSpPr>
          <p:nvPr>
            <p:ph type="title"/>
          </p:nvPr>
        </p:nvSpPr>
        <p:spPr>
          <a:xfrm>
            <a:off x="381635" y="438893"/>
            <a:ext cx="4477444"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Toán tử if</a:t>
            </a:r>
            <a:endParaRPr dirty="0"/>
          </a:p>
        </p:txBody>
      </p:sp>
      <p:sp>
        <p:nvSpPr>
          <p:cNvPr id="6" name="TextBox 5">
            <a:extLst>
              <a:ext uri="{FF2B5EF4-FFF2-40B4-BE49-F238E27FC236}">
                <a16:creationId xmlns:a16="http://schemas.microsoft.com/office/drawing/2014/main" id="{4DAB416C-D0CF-4849-9BDB-8866AA82B6E9}"/>
              </a:ext>
            </a:extLst>
          </p:cNvPr>
          <p:cNvSpPr txBox="1"/>
          <p:nvPr/>
        </p:nvSpPr>
        <p:spPr>
          <a:xfrm>
            <a:off x="381634" y="1027662"/>
            <a:ext cx="2669909" cy="400110"/>
          </a:xfrm>
          <a:prstGeom prst="rect">
            <a:avLst/>
          </a:prstGeom>
          <a:noFill/>
        </p:spPr>
        <p:txBody>
          <a:bodyPr wrap="square">
            <a:spAutoFit/>
          </a:bodyPr>
          <a:lstStyle/>
          <a:p>
            <a:pPr marL="127000" indent="0">
              <a:buNone/>
            </a:pPr>
            <a:r>
              <a:rPr lang="vi-VN" sz="2000" dirty="0">
                <a:solidFill>
                  <a:schemeClr val="bg1"/>
                </a:solidFill>
              </a:rPr>
              <a:t>Câu lệnh if thiếu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barn(inVertical)">
                                      <p:cBhvr>
                                        <p:cTn id="7" dur="5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down)">
                                      <p:cBhvr>
                                        <p:cTn id="17" dur="5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
                                            <p:txEl>
                                              <p:pRg st="1" end="1"/>
                                            </p:txEl>
                                          </p:spTgt>
                                        </p:tgtEl>
                                        <p:attrNameLst>
                                          <p:attrName>style.visibility</p:attrName>
                                        </p:attrNameLst>
                                      </p:cBhvr>
                                      <p:to>
                                        <p:strVal val="visible"/>
                                      </p:to>
                                    </p:set>
                                    <p:animEffect transition="in" filter="wipe(down)">
                                      <p:cBhvr>
                                        <p:cTn id="22" dur="500"/>
                                        <p:tgtEl>
                                          <p:spTgt spid="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
                                            <p:txEl>
                                              <p:pRg st="2" end="2"/>
                                            </p:txEl>
                                          </p:spTgt>
                                        </p:tgtEl>
                                        <p:attrNameLst>
                                          <p:attrName>style.visibility</p:attrName>
                                        </p:attrNameLst>
                                      </p:cBhvr>
                                      <p:to>
                                        <p:strVal val="visible"/>
                                      </p:to>
                                    </p:set>
                                    <p:animEffect transition="in" filter="wipe(down)">
                                      <p:cBhvr>
                                        <p:cTn id="27" dur="500"/>
                                        <p:tgtEl>
                                          <p:spTgt spid="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
                                            <p:txEl>
                                              <p:pRg st="3" end="3"/>
                                            </p:txEl>
                                          </p:spTgt>
                                        </p:tgtEl>
                                        <p:attrNameLst>
                                          <p:attrName>style.visibility</p:attrName>
                                        </p:attrNameLst>
                                      </p:cBhvr>
                                      <p:to>
                                        <p:strVal val="visible"/>
                                      </p:to>
                                    </p:set>
                                    <p:animEffect transition="in" filter="wipe(down)">
                                      <p:cBhvr>
                                        <p:cTn id="32" dur="500"/>
                                        <p:tgtEl>
                                          <p:spTgt spid="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Effect transition="in" filter="wipe(down)">
                                      <p:cBhvr>
                                        <p:cTn id="37" dur="500"/>
                                        <p:tgtEl>
                                          <p:spTgt spid="2">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wipe(down)">
                                      <p:cBhvr>
                                        <p:cTn id="42" dur="500"/>
                                        <p:tgtEl>
                                          <p:spTgt spid="2">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wipe(down)">
                                      <p:cBhvr>
                                        <p:cTn id="47" dur="500"/>
                                        <p:tgtEl>
                                          <p:spTgt spid="2">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
                                            <p:txEl>
                                              <p:pRg st="7" end="7"/>
                                            </p:txEl>
                                          </p:spTgt>
                                        </p:tgtEl>
                                        <p:attrNameLst>
                                          <p:attrName>style.visibility</p:attrName>
                                        </p:attrNameLst>
                                      </p:cBhvr>
                                      <p:to>
                                        <p:strVal val="visible"/>
                                      </p:to>
                                    </p:set>
                                    <p:animEffect transition="in" filter="wipe(down)">
                                      <p:cBhvr>
                                        <p:cTn id="52" dur="500"/>
                                        <p:tgtEl>
                                          <p:spTgt spid="2">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
                                            <p:txEl>
                                              <p:pRg st="8" end="8"/>
                                            </p:txEl>
                                          </p:spTgt>
                                        </p:tgtEl>
                                        <p:attrNameLst>
                                          <p:attrName>style.visibility</p:attrName>
                                        </p:attrNameLst>
                                      </p:cBhvr>
                                      <p:to>
                                        <p:strVal val="visible"/>
                                      </p:to>
                                    </p:set>
                                    <p:animEffect transition="in" filter="barn(inVertical)">
                                      <p:cBhvr>
                                        <p:cTn id="57" dur="500"/>
                                        <p:tgtEl>
                                          <p:spTgt spid="2">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
                                            <p:txEl>
                                              <p:pRg st="9" end="9"/>
                                            </p:txEl>
                                          </p:spTgt>
                                        </p:tgtEl>
                                        <p:attrNameLst>
                                          <p:attrName>style.visibility</p:attrName>
                                        </p:attrNameLst>
                                      </p:cBhvr>
                                      <p:to>
                                        <p:strVal val="visible"/>
                                      </p:to>
                                    </p:set>
                                    <p:animEffect transition="in" filter="wipe(down)">
                                      <p:cBhvr>
                                        <p:cTn id="62" dur="500"/>
                                        <p:tgtEl>
                                          <p:spTgt spid="2">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
                                            <p:txEl>
                                              <p:pRg st="10" end="10"/>
                                            </p:txEl>
                                          </p:spTgt>
                                        </p:tgtEl>
                                        <p:attrNameLst>
                                          <p:attrName>style.visibility</p:attrName>
                                        </p:attrNameLst>
                                      </p:cBhvr>
                                      <p:to>
                                        <p:strVal val="visible"/>
                                      </p:to>
                                    </p:set>
                                    <p:animEffect transition="in" filter="wipe(down)">
                                      <p:cBhvr>
                                        <p:cTn id="6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81"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4BEF09-EA66-414A-82C5-0B549B5EC5CE}"/>
              </a:ext>
            </a:extLst>
          </p:cNvPr>
          <p:cNvSpPr>
            <a:spLocks noGrp="1"/>
          </p:cNvSpPr>
          <p:nvPr>
            <p:ph type="title"/>
          </p:nvPr>
        </p:nvSpPr>
        <p:spPr/>
        <p:txBody>
          <a:bodyPr/>
          <a:lstStyle/>
          <a:p>
            <a:r>
              <a:rPr lang="en-US" dirty="0" err="1"/>
              <a:t>Ví</a:t>
            </a:r>
            <a:r>
              <a:rPr lang="en-US" dirty="0"/>
              <a:t> </a:t>
            </a:r>
            <a:r>
              <a:rPr lang="en-US" dirty="0" err="1"/>
              <a:t>dụ</a:t>
            </a:r>
            <a:endParaRPr lang="vi-VN" dirty="0"/>
          </a:p>
        </p:txBody>
      </p:sp>
      <p:pic>
        <p:nvPicPr>
          <p:cNvPr id="7" name="Picture 6">
            <a:extLst>
              <a:ext uri="{FF2B5EF4-FFF2-40B4-BE49-F238E27FC236}">
                <a16:creationId xmlns:a16="http://schemas.microsoft.com/office/drawing/2014/main" id="{CCD2D49D-9F30-4E6D-9584-0EB8D19DE4E7}"/>
              </a:ext>
            </a:extLst>
          </p:cNvPr>
          <p:cNvPicPr>
            <a:picLocks noChangeAspect="1"/>
          </p:cNvPicPr>
          <p:nvPr/>
        </p:nvPicPr>
        <p:blipFill>
          <a:blip r:embed="rId2"/>
          <a:stretch>
            <a:fillRect/>
          </a:stretch>
        </p:blipFill>
        <p:spPr>
          <a:xfrm>
            <a:off x="2349794" y="1499191"/>
            <a:ext cx="4433777" cy="2488018"/>
          </a:xfrm>
          <a:prstGeom prst="rect">
            <a:avLst/>
          </a:prstGeom>
        </p:spPr>
      </p:pic>
    </p:spTree>
    <p:extLst>
      <p:ext uri="{BB962C8B-B14F-4D97-AF65-F5344CB8AC3E}">
        <p14:creationId xmlns:p14="http://schemas.microsoft.com/office/powerpoint/2010/main" val="1191936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4"/>
          <p:cNvSpPr txBox="1">
            <a:spLocks noGrp="1"/>
          </p:cNvSpPr>
          <p:nvPr>
            <p:ph type="title" idx="7"/>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Câu lệnh if đủ: if…else</a:t>
            </a:r>
            <a:endParaRPr dirty="0"/>
          </a:p>
        </p:txBody>
      </p:sp>
      <p:sp>
        <p:nvSpPr>
          <p:cNvPr id="399" name="Google Shape;399;p34"/>
          <p:cNvSpPr txBox="1">
            <a:spLocks noGrp="1"/>
          </p:cNvSpPr>
          <p:nvPr>
            <p:ph type="ctrTitle" idx="5"/>
          </p:nvPr>
        </p:nvSpPr>
        <p:spPr>
          <a:xfrm flipH="1">
            <a:off x="3143909" y="1012200"/>
            <a:ext cx="2856182" cy="356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vi-VN" dirty="0"/>
              <a:t>Cú pháp</a:t>
            </a:r>
            <a:endParaRPr dirty="0"/>
          </a:p>
        </p:txBody>
      </p:sp>
      <p:sp>
        <p:nvSpPr>
          <p:cNvPr id="400" name="Google Shape;400;p34"/>
          <p:cNvSpPr txBox="1">
            <a:spLocks noGrp="1"/>
          </p:cNvSpPr>
          <p:nvPr>
            <p:ph type="subTitle" idx="6"/>
          </p:nvPr>
        </p:nvSpPr>
        <p:spPr>
          <a:xfrm flipH="1">
            <a:off x="2665442" y="1507737"/>
            <a:ext cx="4068293" cy="3292563"/>
          </a:xfrm>
          <a:prstGeom prst="rect">
            <a:avLst/>
          </a:prstGeom>
        </p:spPr>
        <p:txBody>
          <a:bodyPr spcFirstLastPara="1" wrap="square" lIns="91425" tIns="0" rIns="91425" bIns="91425" anchor="t" anchorCtr="0">
            <a:noAutofit/>
          </a:bodyPr>
          <a:lstStyle/>
          <a:p>
            <a:pPr marL="0" indent="0" algn="l" rtl="0" fontAlgn="base">
              <a:spcBef>
                <a:spcPts val="0"/>
              </a:spcBef>
              <a:spcAft>
                <a:spcPts val="0"/>
              </a:spcAft>
            </a:pPr>
            <a:r>
              <a:rPr lang="vi-VN" sz="1800" b="0" i="0" u="none" strike="noStrike" dirty="0">
                <a:solidFill>
                  <a:schemeClr val="bg1"/>
                </a:solidFill>
                <a:effectLst/>
                <a:latin typeface="Calibri" panose="020F0502020204030204" pitchFamily="34" charset="0"/>
              </a:rPr>
              <a:t>If (biểu thức điều kiện)</a:t>
            </a:r>
            <a:endParaRPr lang="vi-VN" sz="1800" b="0" i="0" u="none" strike="noStrike" dirty="0">
              <a:solidFill>
                <a:schemeClr val="bg1"/>
              </a:solidFill>
              <a:effectLst/>
              <a:latin typeface="Noto Sans Symbols"/>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       Lệnh 1;</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Else</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        Lệnh 2;</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a:t>
            </a:r>
            <a:endParaRPr lang="vi-VN" b="0" dirty="0">
              <a:solidFill>
                <a:schemeClr val="bg1"/>
              </a:solidFill>
              <a:effectLst/>
            </a:endParaRPr>
          </a:p>
          <a:p>
            <a:pPr marL="0" indent="0" algn="l" rtl="0" fontAlgn="base">
              <a:spcBef>
                <a:spcPts val="0"/>
              </a:spcBef>
              <a:spcAft>
                <a:spcPts val="0"/>
              </a:spcAft>
            </a:pPr>
            <a:r>
              <a:rPr lang="vi-VN" sz="1800" b="0" i="0" u="none" strike="noStrike" dirty="0">
                <a:solidFill>
                  <a:schemeClr val="bg1"/>
                </a:solidFill>
                <a:effectLst/>
                <a:latin typeface="Calibri" panose="020F0502020204030204" pitchFamily="34" charset="0"/>
              </a:rPr>
              <a:t>If (biểu thức điều kiện)</a:t>
            </a:r>
            <a:endParaRPr lang="vi-VN" sz="1800" b="0" i="0" u="none" strike="noStrike" dirty="0">
              <a:solidFill>
                <a:schemeClr val="bg1"/>
              </a:solidFill>
              <a:effectLst/>
              <a:latin typeface="Noto Sans Symbols"/>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        Khối lệnh 1;</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Else</a:t>
            </a:r>
            <a:endParaRPr lang="vi-VN" b="0" dirty="0">
              <a:solidFill>
                <a:schemeClr val="bg1"/>
              </a:solidFill>
              <a:effectLst/>
            </a:endParaRPr>
          </a:p>
          <a:p>
            <a:pPr marL="781050" algn="l" rtl="0">
              <a:spcBef>
                <a:spcPts val="0"/>
              </a:spcBef>
              <a:spcAft>
                <a:spcPts val="0"/>
              </a:spcAft>
            </a:pPr>
            <a:r>
              <a:rPr lang="vi-VN" sz="1800" b="0" i="0" u="none" strike="noStrike" dirty="0">
                <a:solidFill>
                  <a:schemeClr val="bg1"/>
                </a:solidFill>
                <a:effectLst/>
                <a:latin typeface="Calibri" panose="020F0502020204030204" pitchFamily="34" charset="0"/>
              </a:rPr>
              <a:t>{        Khối lệnh 2;</a:t>
            </a:r>
            <a:endParaRPr lang="vi-VN" b="0" dirty="0">
              <a:solidFill>
                <a:schemeClr val="bg1"/>
              </a:solidFill>
              <a:effectLst/>
            </a:endParaRPr>
          </a:p>
          <a:p>
            <a:pPr marL="781050" algn="l" rtl="0">
              <a:spcBef>
                <a:spcPts val="0"/>
              </a:spcBef>
              <a:spcAft>
                <a:spcPts val="800"/>
              </a:spcAft>
            </a:pPr>
            <a:r>
              <a:rPr lang="vi-VN" sz="1800" b="0" i="0" u="none" strike="noStrike" dirty="0">
                <a:solidFill>
                  <a:schemeClr val="bg1"/>
                </a:solidFill>
                <a:effectLst/>
                <a:latin typeface="Calibri" panose="020F0502020204030204" pitchFamily="34" charset="0"/>
              </a:rPr>
              <a:t>}</a:t>
            </a:r>
            <a:endParaRPr lang="vi-VN" b="0" dirty="0">
              <a:solidFill>
                <a:schemeClr val="bg1"/>
              </a:solidFill>
              <a:effectLst/>
            </a:endParaRPr>
          </a:p>
          <a:p>
            <a:br>
              <a:rPr lang="vi-VN"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barn(inVertical)">
                                      <p:cBhvr>
                                        <p:cTn id="7" dur="500"/>
                                        <p:tgtEl>
                                          <p:spTgt spid="38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99"/>
                                        </p:tgtEl>
                                        <p:attrNameLst>
                                          <p:attrName>style.visibility</p:attrName>
                                        </p:attrNameLst>
                                      </p:cBhvr>
                                      <p:to>
                                        <p:strVal val="visible"/>
                                      </p:to>
                                    </p:set>
                                    <p:animEffect transition="in" filter="barn(inVertical)">
                                      <p:cBhvr>
                                        <p:cTn id="12" dur="500"/>
                                        <p:tgtEl>
                                          <p:spTgt spid="39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00">
                                            <p:txEl>
                                              <p:pRg st="0" end="0"/>
                                            </p:txEl>
                                          </p:spTgt>
                                        </p:tgtEl>
                                        <p:attrNameLst>
                                          <p:attrName>style.visibility</p:attrName>
                                        </p:attrNameLst>
                                      </p:cBhvr>
                                      <p:to>
                                        <p:strVal val="visible"/>
                                      </p:to>
                                    </p:set>
                                    <p:animEffect transition="in" filter="barn(inVertical)">
                                      <p:cBhvr>
                                        <p:cTn id="17" dur="500"/>
                                        <p:tgtEl>
                                          <p:spTgt spid="400">
                                            <p:txEl>
                                              <p:pRg st="0" end="0"/>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400">
                                            <p:txEl>
                                              <p:pRg st="1" end="1"/>
                                            </p:txEl>
                                          </p:spTgt>
                                        </p:tgtEl>
                                        <p:attrNameLst>
                                          <p:attrName>style.visibility</p:attrName>
                                        </p:attrNameLst>
                                      </p:cBhvr>
                                      <p:to>
                                        <p:strVal val="visible"/>
                                      </p:to>
                                    </p:set>
                                    <p:animEffect transition="in" filter="barn(inVertical)">
                                      <p:cBhvr>
                                        <p:cTn id="20" dur="500"/>
                                        <p:tgtEl>
                                          <p:spTgt spid="400">
                                            <p:txEl>
                                              <p:pRg st="1" end="1"/>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400">
                                            <p:txEl>
                                              <p:pRg st="2" end="2"/>
                                            </p:txEl>
                                          </p:spTgt>
                                        </p:tgtEl>
                                        <p:attrNameLst>
                                          <p:attrName>style.visibility</p:attrName>
                                        </p:attrNameLst>
                                      </p:cBhvr>
                                      <p:to>
                                        <p:strVal val="visible"/>
                                      </p:to>
                                    </p:set>
                                    <p:animEffect transition="in" filter="barn(inVertical)">
                                      <p:cBhvr>
                                        <p:cTn id="23" dur="500"/>
                                        <p:tgtEl>
                                          <p:spTgt spid="400">
                                            <p:txEl>
                                              <p:pRg st="2" end="2"/>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400">
                                            <p:txEl>
                                              <p:pRg st="3" end="3"/>
                                            </p:txEl>
                                          </p:spTgt>
                                        </p:tgtEl>
                                        <p:attrNameLst>
                                          <p:attrName>style.visibility</p:attrName>
                                        </p:attrNameLst>
                                      </p:cBhvr>
                                      <p:to>
                                        <p:strVal val="visible"/>
                                      </p:to>
                                    </p:set>
                                    <p:animEffect transition="in" filter="barn(inVertical)">
                                      <p:cBhvr>
                                        <p:cTn id="26" dur="500"/>
                                        <p:tgtEl>
                                          <p:spTgt spid="400">
                                            <p:txEl>
                                              <p:pRg st="3" end="3"/>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400">
                                            <p:txEl>
                                              <p:pRg st="4" end="4"/>
                                            </p:txEl>
                                          </p:spTgt>
                                        </p:tgtEl>
                                        <p:attrNameLst>
                                          <p:attrName>style.visibility</p:attrName>
                                        </p:attrNameLst>
                                      </p:cBhvr>
                                      <p:to>
                                        <p:strVal val="visible"/>
                                      </p:to>
                                    </p:set>
                                    <p:animEffect transition="in" filter="barn(inVertical)">
                                      <p:cBhvr>
                                        <p:cTn id="29" dur="500"/>
                                        <p:tgtEl>
                                          <p:spTgt spid="400">
                                            <p:txEl>
                                              <p:pRg st="4" end="4"/>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400">
                                            <p:txEl>
                                              <p:pRg st="5" end="5"/>
                                            </p:txEl>
                                          </p:spTgt>
                                        </p:tgtEl>
                                        <p:attrNameLst>
                                          <p:attrName>style.visibility</p:attrName>
                                        </p:attrNameLst>
                                      </p:cBhvr>
                                      <p:to>
                                        <p:strVal val="visible"/>
                                      </p:to>
                                    </p:set>
                                    <p:animEffect transition="in" filter="barn(inVertical)">
                                      <p:cBhvr>
                                        <p:cTn id="32" dur="500"/>
                                        <p:tgtEl>
                                          <p:spTgt spid="400">
                                            <p:txEl>
                                              <p:pRg st="5" end="5"/>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400">
                                            <p:txEl>
                                              <p:pRg st="6" end="6"/>
                                            </p:txEl>
                                          </p:spTgt>
                                        </p:tgtEl>
                                        <p:attrNameLst>
                                          <p:attrName>style.visibility</p:attrName>
                                        </p:attrNameLst>
                                      </p:cBhvr>
                                      <p:to>
                                        <p:strVal val="visible"/>
                                      </p:to>
                                    </p:set>
                                    <p:animEffect transition="in" filter="barn(inVertical)">
                                      <p:cBhvr>
                                        <p:cTn id="35" dur="500"/>
                                        <p:tgtEl>
                                          <p:spTgt spid="400">
                                            <p:txEl>
                                              <p:pRg st="6" end="6"/>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400">
                                            <p:txEl>
                                              <p:pRg st="7" end="7"/>
                                            </p:txEl>
                                          </p:spTgt>
                                        </p:tgtEl>
                                        <p:attrNameLst>
                                          <p:attrName>style.visibility</p:attrName>
                                        </p:attrNameLst>
                                      </p:cBhvr>
                                      <p:to>
                                        <p:strVal val="visible"/>
                                      </p:to>
                                    </p:set>
                                    <p:animEffect transition="in" filter="barn(inVertical)">
                                      <p:cBhvr>
                                        <p:cTn id="38" dur="500"/>
                                        <p:tgtEl>
                                          <p:spTgt spid="400">
                                            <p:txEl>
                                              <p:pRg st="7" end="7"/>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400">
                                            <p:txEl>
                                              <p:pRg st="8" end="8"/>
                                            </p:txEl>
                                          </p:spTgt>
                                        </p:tgtEl>
                                        <p:attrNameLst>
                                          <p:attrName>style.visibility</p:attrName>
                                        </p:attrNameLst>
                                      </p:cBhvr>
                                      <p:to>
                                        <p:strVal val="visible"/>
                                      </p:to>
                                    </p:set>
                                    <p:animEffect transition="in" filter="barn(inVertical)">
                                      <p:cBhvr>
                                        <p:cTn id="41" dur="500"/>
                                        <p:tgtEl>
                                          <p:spTgt spid="400">
                                            <p:txEl>
                                              <p:pRg st="8" end="8"/>
                                            </p:txEl>
                                          </p:spTgt>
                                        </p:tgtEl>
                                      </p:cBhvr>
                                    </p:animEffect>
                                  </p:childTnLst>
                                </p:cTn>
                              </p:par>
                              <p:par>
                                <p:cTn id="42" presetID="16" presetClass="entr" presetSubtype="21" fill="hold" nodeType="withEffect">
                                  <p:stCondLst>
                                    <p:cond delay="0"/>
                                  </p:stCondLst>
                                  <p:childTnLst>
                                    <p:set>
                                      <p:cBhvr>
                                        <p:cTn id="43" dur="1" fill="hold">
                                          <p:stCondLst>
                                            <p:cond delay="0"/>
                                          </p:stCondLst>
                                        </p:cTn>
                                        <p:tgtEl>
                                          <p:spTgt spid="400">
                                            <p:txEl>
                                              <p:pRg st="9" end="9"/>
                                            </p:txEl>
                                          </p:spTgt>
                                        </p:tgtEl>
                                        <p:attrNameLst>
                                          <p:attrName>style.visibility</p:attrName>
                                        </p:attrNameLst>
                                      </p:cBhvr>
                                      <p:to>
                                        <p:strVal val="visible"/>
                                      </p:to>
                                    </p:set>
                                    <p:animEffect transition="in" filter="barn(inVertical)">
                                      <p:cBhvr>
                                        <p:cTn id="44" dur="500"/>
                                        <p:tgtEl>
                                          <p:spTgt spid="400">
                                            <p:txEl>
                                              <p:pRg st="9" end="9"/>
                                            </p:txEl>
                                          </p:spTgt>
                                        </p:tgtEl>
                                      </p:cBhvr>
                                    </p:animEffect>
                                  </p:childTnLst>
                                </p:cTn>
                              </p:par>
                              <p:par>
                                <p:cTn id="45" presetID="16" presetClass="entr" presetSubtype="21" fill="hold" nodeType="withEffect">
                                  <p:stCondLst>
                                    <p:cond delay="0"/>
                                  </p:stCondLst>
                                  <p:childTnLst>
                                    <p:set>
                                      <p:cBhvr>
                                        <p:cTn id="46" dur="1" fill="hold">
                                          <p:stCondLst>
                                            <p:cond delay="0"/>
                                          </p:stCondLst>
                                        </p:cTn>
                                        <p:tgtEl>
                                          <p:spTgt spid="400">
                                            <p:txEl>
                                              <p:pRg st="10" end="10"/>
                                            </p:txEl>
                                          </p:spTgt>
                                        </p:tgtEl>
                                        <p:attrNameLst>
                                          <p:attrName>style.visibility</p:attrName>
                                        </p:attrNameLst>
                                      </p:cBhvr>
                                      <p:to>
                                        <p:strVal val="visible"/>
                                      </p:to>
                                    </p:set>
                                    <p:animEffect transition="in" filter="barn(inVertical)">
                                      <p:cBhvr>
                                        <p:cTn id="47" dur="500"/>
                                        <p:tgtEl>
                                          <p:spTgt spid="400">
                                            <p:txEl>
                                              <p:pRg st="10" end="10"/>
                                            </p:txEl>
                                          </p:spTgt>
                                        </p:tgtEl>
                                      </p:cBhvr>
                                    </p:animEffect>
                                  </p:childTnLst>
                                </p:cTn>
                              </p:par>
                              <p:par>
                                <p:cTn id="48" presetID="16" presetClass="entr" presetSubtype="21" fill="hold" nodeType="withEffect">
                                  <p:stCondLst>
                                    <p:cond delay="0"/>
                                  </p:stCondLst>
                                  <p:childTnLst>
                                    <p:set>
                                      <p:cBhvr>
                                        <p:cTn id="49" dur="1" fill="hold">
                                          <p:stCondLst>
                                            <p:cond delay="0"/>
                                          </p:stCondLst>
                                        </p:cTn>
                                        <p:tgtEl>
                                          <p:spTgt spid="400">
                                            <p:txEl>
                                              <p:pRg st="11" end="11"/>
                                            </p:txEl>
                                          </p:spTgt>
                                        </p:tgtEl>
                                        <p:attrNameLst>
                                          <p:attrName>style.visibility</p:attrName>
                                        </p:attrNameLst>
                                      </p:cBhvr>
                                      <p:to>
                                        <p:strVal val="visible"/>
                                      </p:to>
                                    </p:set>
                                    <p:animEffect transition="in" filter="barn(inVertical)">
                                      <p:cBhvr>
                                        <p:cTn id="50" dur="500"/>
                                        <p:tgtEl>
                                          <p:spTgt spid="40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 grpId="0"/>
      <p:bldP spid="39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4BEF09-EA66-414A-82C5-0B549B5EC5CE}"/>
              </a:ext>
            </a:extLst>
          </p:cNvPr>
          <p:cNvSpPr>
            <a:spLocks noGrp="1"/>
          </p:cNvSpPr>
          <p:nvPr>
            <p:ph type="title"/>
          </p:nvPr>
        </p:nvSpPr>
        <p:spPr/>
        <p:txBody>
          <a:bodyPr/>
          <a:lstStyle/>
          <a:p>
            <a:r>
              <a:rPr lang="en-US" dirty="0" err="1"/>
              <a:t>Ví</a:t>
            </a:r>
            <a:r>
              <a:rPr lang="en-US" dirty="0"/>
              <a:t> </a:t>
            </a:r>
            <a:r>
              <a:rPr lang="en-US" dirty="0" err="1"/>
              <a:t>dụ</a:t>
            </a:r>
            <a:endParaRPr lang="vi-VN" dirty="0"/>
          </a:p>
        </p:txBody>
      </p:sp>
      <p:pic>
        <p:nvPicPr>
          <p:cNvPr id="3" name="Picture 2">
            <a:extLst>
              <a:ext uri="{FF2B5EF4-FFF2-40B4-BE49-F238E27FC236}">
                <a16:creationId xmlns:a16="http://schemas.microsoft.com/office/drawing/2014/main" id="{F5D27AF1-BE71-4205-84AC-036409C82308}"/>
              </a:ext>
            </a:extLst>
          </p:cNvPr>
          <p:cNvPicPr>
            <a:picLocks noChangeAspect="1"/>
          </p:cNvPicPr>
          <p:nvPr/>
        </p:nvPicPr>
        <p:blipFill>
          <a:blip r:embed="rId2"/>
          <a:stretch>
            <a:fillRect/>
          </a:stretch>
        </p:blipFill>
        <p:spPr>
          <a:xfrm>
            <a:off x="2307266" y="1390484"/>
            <a:ext cx="4657060" cy="2798743"/>
          </a:xfrm>
          <a:prstGeom prst="rect">
            <a:avLst/>
          </a:prstGeom>
        </p:spPr>
      </p:pic>
    </p:spTree>
    <p:extLst>
      <p:ext uri="{BB962C8B-B14F-4D97-AF65-F5344CB8AC3E}">
        <p14:creationId xmlns:p14="http://schemas.microsoft.com/office/powerpoint/2010/main" val="1508692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2" name="Text Placeholder 1">
            <a:extLst>
              <a:ext uri="{FF2B5EF4-FFF2-40B4-BE49-F238E27FC236}">
                <a16:creationId xmlns:a16="http://schemas.microsoft.com/office/drawing/2014/main" id="{74D9A651-E301-41D6-BE94-E73D045C460E}"/>
              </a:ext>
            </a:extLst>
          </p:cNvPr>
          <p:cNvSpPr>
            <a:spLocks noGrp="1"/>
          </p:cNvSpPr>
          <p:nvPr>
            <p:ph type="body" idx="1"/>
          </p:nvPr>
        </p:nvSpPr>
        <p:spPr>
          <a:xfrm>
            <a:off x="3306725" y="1373708"/>
            <a:ext cx="4971583" cy="3498112"/>
          </a:xfrm>
        </p:spPr>
        <p:txBody>
          <a:bodyPr/>
          <a:lstStyle/>
          <a:p>
            <a:pPr marL="127000" indent="0" algn="ctr">
              <a:buNone/>
            </a:pPr>
            <a:r>
              <a:rPr lang="vi-VN" sz="3200" dirty="0"/>
              <a:t>Cú pháp</a:t>
            </a: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If ( biểu thức điều kiện 1)</a:t>
            </a:r>
            <a:endParaRPr lang="vi-VN" sz="2000" b="0" dirty="0">
              <a:solidFill>
                <a:schemeClr val="bg1"/>
              </a:solidFill>
              <a:effectLst/>
            </a:endParaRP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a:t>
            </a:r>
            <a:endParaRPr lang="vi-VN" sz="2000" b="0" dirty="0">
              <a:solidFill>
                <a:schemeClr val="bg1"/>
              </a:solidFill>
              <a:effectLst/>
            </a:endParaRP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If (biểu thức điều kiện 2)</a:t>
            </a:r>
            <a:endParaRPr lang="vi-VN" sz="2000" b="0" dirty="0">
              <a:solidFill>
                <a:schemeClr val="bg1"/>
              </a:solidFill>
              <a:effectLst/>
            </a:endParaRP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      lệnh;</a:t>
            </a:r>
            <a:endParaRPr lang="vi-VN" sz="2000" b="0" dirty="0">
              <a:solidFill>
                <a:schemeClr val="bg1"/>
              </a:solidFill>
              <a:effectLst/>
            </a:endParaRPr>
          </a:p>
          <a:p>
            <a:pPr marL="0" indent="0" algn="l" rtl="0">
              <a:spcBef>
                <a:spcPts val="0"/>
              </a:spcBef>
              <a:spcAft>
                <a:spcPts val="0"/>
              </a:spcAft>
              <a:buNone/>
            </a:pPr>
            <a:r>
              <a:rPr lang="vi-VN" sz="1800" b="0" i="0" u="none" strike="noStrike" dirty="0">
                <a:solidFill>
                  <a:schemeClr val="bg1"/>
                </a:solidFill>
                <a:effectLst/>
                <a:latin typeface="Calibri" panose="020F0502020204030204" pitchFamily="34" charset="0"/>
              </a:rPr>
              <a:t>                }</a:t>
            </a:r>
            <a:endParaRPr lang="vi-VN" sz="2000" b="0" dirty="0">
              <a:solidFill>
                <a:schemeClr val="bg1"/>
              </a:solidFill>
              <a:effectLst/>
            </a:endParaRPr>
          </a:p>
          <a:p>
            <a:pPr marL="0" indent="0" algn="l" rtl="0">
              <a:spcBef>
                <a:spcPts val="0"/>
              </a:spcBef>
              <a:spcAft>
                <a:spcPts val="800"/>
              </a:spcAft>
              <a:buNone/>
            </a:pPr>
            <a:r>
              <a:rPr lang="vi-VN" sz="1800" b="0" i="0" u="none" strike="noStrike" dirty="0">
                <a:solidFill>
                  <a:schemeClr val="bg1"/>
                </a:solidFill>
                <a:effectLst/>
                <a:latin typeface="Calibri" panose="020F0502020204030204" pitchFamily="34" charset="0"/>
              </a:rPr>
              <a:t>}</a:t>
            </a:r>
            <a:endParaRPr lang="vi-VN" sz="2000" b="0" dirty="0">
              <a:solidFill>
                <a:schemeClr val="bg1"/>
              </a:solidFill>
              <a:effectLst/>
            </a:endParaRPr>
          </a:p>
          <a:p>
            <a:pPr marL="127000" indent="0">
              <a:buNone/>
            </a:pPr>
            <a:br>
              <a:rPr lang="vi-VN" sz="2000" dirty="0"/>
            </a:br>
            <a:br>
              <a:rPr lang="vi-VN" sz="4000" dirty="0"/>
            </a:br>
            <a:endParaRPr lang="vi-VN" sz="3600" b="0" dirty="0">
              <a:solidFill>
                <a:schemeClr val="bg1"/>
              </a:solidFill>
              <a:effectLst/>
            </a:endParaRPr>
          </a:p>
          <a:p>
            <a:br>
              <a:rPr lang="vi-VN" sz="3600" dirty="0"/>
            </a:br>
            <a:endParaRPr lang="vi-VN" sz="3200" dirty="0"/>
          </a:p>
        </p:txBody>
      </p:sp>
      <p:sp>
        <p:nvSpPr>
          <p:cNvPr id="381" name="Google Shape;381;p33"/>
          <p:cNvSpPr txBox="1">
            <a:spLocks noGrp="1"/>
          </p:cNvSpPr>
          <p:nvPr>
            <p:ph type="title"/>
          </p:nvPr>
        </p:nvSpPr>
        <p:spPr>
          <a:xfrm>
            <a:off x="2019049" y="704708"/>
            <a:ext cx="5274885" cy="66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Câu lệnh if lồng nhau</a:t>
            </a:r>
            <a:endParaRPr dirty="0"/>
          </a:p>
        </p:txBody>
      </p:sp>
    </p:spTree>
    <p:extLst>
      <p:ext uri="{BB962C8B-B14F-4D97-AF65-F5344CB8AC3E}">
        <p14:creationId xmlns:p14="http://schemas.microsoft.com/office/powerpoint/2010/main" val="334216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barn(inVertical)">
                                      <p:cBhvr>
                                        <p:cTn id="7" dur="5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barn(inVertical)">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barn(inVertical)">
                                      <p:cBhvr>
                                        <p:cTn id="17" dur="500"/>
                                        <p:tgtEl>
                                          <p:spTgt spid="2">
                                            <p:txEl>
                                              <p:pRg st="1" end="1"/>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barn(inVertical)">
                                      <p:cBhvr>
                                        <p:cTn id="20" dur="500"/>
                                        <p:tgtEl>
                                          <p:spTgt spid="2">
                                            <p:txEl>
                                              <p:pRg st="2" end="2"/>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Effect transition="in" filter="barn(inVertical)">
                                      <p:cBhvr>
                                        <p:cTn id="23" dur="500"/>
                                        <p:tgtEl>
                                          <p:spTgt spid="2">
                                            <p:txEl>
                                              <p:pRg st="3" end="3"/>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2">
                                            <p:txEl>
                                              <p:pRg st="4" end="4"/>
                                            </p:txEl>
                                          </p:spTgt>
                                        </p:tgtEl>
                                        <p:attrNameLst>
                                          <p:attrName>style.visibility</p:attrName>
                                        </p:attrNameLst>
                                      </p:cBhvr>
                                      <p:to>
                                        <p:strVal val="visible"/>
                                      </p:to>
                                    </p:set>
                                    <p:animEffect transition="in" filter="barn(inVertical)">
                                      <p:cBhvr>
                                        <p:cTn id="26" dur="500"/>
                                        <p:tgtEl>
                                          <p:spTgt spid="2">
                                            <p:txEl>
                                              <p:pRg st="4" end="4"/>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Effect transition="in" filter="barn(inVertical)">
                                      <p:cBhvr>
                                        <p:cTn id="29" dur="500"/>
                                        <p:tgtEl>
                                          <p:spTgt spid="2">
                                            <p:txEl>
                                              <p:pRg st="5" end="5"/>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barn(inVertical)">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4BEF09-EA66-414A-82C5-0B549B5EC5CE}"/>
              </a:ext>
            </a:extLst>
          </p:cNvPr>
          <p:cNvSpPr>
            <a:spLocks noGrp="1"/>
          </p:cNvSpPr>
          <p:nvPr>
            <p:ph type="title"/>
          </p:nvPr>
        </p:nvSpPr>
        <p:spPr/>
        <p:txBody>
          <a:bodyPr/>
          <a:lstStyle/>
          <a:p>
            <a:r>
              <a:rPr lang="en-US" dirty="0" err="1"/>
              <a:t>Ví</a:t>
            </a:r>
            <a:r>
              <a:rPr lang="en-US" dirty="0"/>
              <a:t> </a:t>
            </a:r>
            <a:r>
              <a:rPr lang="en-US" dirty="0" err="1"/>
              <a:t>dụ</a:t>
            </a:r>
            <a:endParaRPr lang="vi-VN" dirty="0"/>
          </a:p>
        </p:txBody>
      </p:sp>
      <p:pic>
        <p:nvPicPr>
          <p:cNvPr id="5" name="Picture 4">
            <a:extLst>
              <a:ext uri="{FF2B5EF4-FFF2-40B4-BE49-F238E27FC236}">
                <a16:creationId xmlns:a16="http://schemas.microsoft.com/office/drawing/2014/main" id="{AC763D1D-F6CA-46B7-8A8F-B1E23B94189D}"/>
              </a:ext>
            </a:extLst>
          </p:cNvPr>
          <p:cNvPicPr>
            <a:picLocks noChangeAspect="1"/>
          </p:cNvPicPr>
          <p:nvPr/>
        </p:nvPicPr>
        <p:blipFill>
          <a:blip r:embed="rId2"/>
          <a:stretch>
            <a:fillRect/>
          </a:stretch>
        </p:blipFill>
        <p:spPr>
          <a:xfrm>
            <a:off x="2238153" y="1364984"/>
            <a:ext cx="4667693" cy="3435316"/>
          </a:xfrm>
          <a:prstGeom prst="rect">
            <a:avLst/>
          </a:prstGeom>
        </p:spPr>
      </p:pic>
    </p:spTree>
    <p:extLst>
      <p:ext uri="{BB962C8B-B14F-4D97-AF65-F5344CB8AC3E}">
        <p14:creationId xmlns:p14="http://schemas.microsoft.com/office/powerpoint/2010/main" val="241306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F095031-863D-4832-8461-71E04E8DA4A7}"/>
              </a:ext>
            </a:extLst>
          </p:cNvPr>
          <p:cNvSpPr/>
          <p:nvPr/>
        </p:nvSpPr>
        <p:spPr>
          <a:xfrm>
            <a:off x="2156823" y="723086"/>
            <a:ext cx="3294000" cy="44204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86" name="Google Shape;386;p34"/>
          <p:cNvSpPr txBox="1">
            <a:spLocks noGrp="1"/>
          </p:cNvSpPr>
          <p:nvPr>
            <p:ph type="title" idx="7"/>
          </p:nvPr>
        </p:nvSpPr>
        <p:spPr>
          <a:xfrm>
            <a:off x="-1137177" y="210236"/>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Toán tử else if</a:t>
            </a:r>
            <a:endParaRPr dirty="0"/>
          </a:p>
        </p:txBody>
      </p:sp>
      <p:sp>
        <p:nvSpPr>
          <p:cNvPr id="399" name="Google Shape;399;p34"/>
          <p:cNvSpPr txBox="1">
            <a:spLocks noGrp="1"/>
          </p:cNvSpPr>
          <p:nvPr>
            <p:ph type="ctrTitle" idx="5"/>
          </p:nvPr>
        </p:nvSpPr>
        <p:spPr>
          <a:xfrm flipH="1">
            <a:off x="3381153" y="366386"/>
            <a:ext cx="4926201" cy="3567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vi-VN" dirty="0"/>
              <a:t>Có dạng if…else if</a:t>
            </a:r>
            <a:endParaRPr dirty="0"/>
          </a:p>
        </p:txBody>
      </p:sp>
      <p:sp>
        <p:nvSpPr>
          <p:cNvPr id="400" name="Google Shape;400;p34"/>
          <p:cNvSpPr txBox="1">
            <a:spLocks noGrp="1"/>
          </p:cNvSpPr>
          <p:nvPr>
            <p:ph type="subTitle" idx="6"/>
          </p:nvPr>
        </p:nvSpPr>
        <p:spPr>
          <a:xfrm flipH="1">
            <a:off x="2156819" y="879236"/>
            <a:ext cx="3294001" cy="3897878"/>
          </a:xfrm>
          <a:prstGeom prst="rect">
            <a:avLst/>
          </a:prstGeom>
        </p:spPr>
        <p:txBody>
          <a:bodyPr spcFirstLastPara="1" wrap="square" lIns="91425" tIns="0" rIns="91425" bIns="91425" anchor="t" anchorCtr="0">
            <a:noAutofit/>
          </a:bodyPr>
          <a:lstStyle/>
          <a:p>
            <a:pPr algn="l" rtl="0">
              <a:spcBef>
                <a:spcPts val="0"/>
              </a:spcBef>
              <a:spcAft>
                <a:spcPts val="800"/>
              </a:spcAft>
            </a:pPr>
            <a:r>
              <a:rPr lang="vi-VN" sz="1600" b="0" i="0" u="none" strike="noStrike" dirty="0">
                <a:solidFill>
                  <a:schemeClr val="bg1"/>
                </a:solidFill>
                <a:effectLst/>
                <a:latin typeface="Calibri" panose="020F0502020204030204" pitchFamily="34" charset="0"/>
              </a:rPr>
              <a:t>If (Biểu thức điều kiện 1) </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Lệnh 1;</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else if (Biểu thức điều kiện 2) </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     Lệnh 2;</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else if (Biểu thức điều kiện n-1) </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lệnh n-1;</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Else</a:t>
            </a:r>
            <a:endParaRPr lang="vi-VN" sz="2000" b="0" dirty="0">
              <a:solidFill>
                <a:schemeClr val="bg1"/>
              </a:solidFill>
              <a:effectLst/>
            </a:endParaRPr>
          </a:p>
          <a:p>
            <a:pPr algn="l" rtl="0">
              <a:spcBef>
                <a:spcPts val="0"/>
              </a:spcBef>
              <a:spcAft>
                <a:spcPts val="800"/>
              </a:spcAft>
            </a:pPr>
            <a:r>
              <a:rPr lang="vi-VN" sz="1600" b="0" i="0" u="none" strike="noStrike" dirty="0">
                <a:solidFill>
                  <a:schemeClr val="bg1"/>
                </a:solidFill>
                <a:effectLst/>
                <a:latin typeface="Calibri" panose="020F0502020204030204" pitchFamily="34" charset="0"/>
              </a:rPr>
              <a:t>{       Lệnh n;</a:t>
            </a:r>
            <a:endParaRPr lang="vi-VN" sz="2000" b="0" dirty="0">
              <a:solidFill>
                <a:schemeClr val="bg1"/>
              </a:solidFill>
              <a:effectLst/>
            </a:endParaRPr>
          </a:p>
          <a:p>
            <a:pPr algn="l" rtl="0">
              <a:spcBef>
                <a:spcPts val="0"/>
              </a:spcBef>
              <a:spcAft>
                <a:spcPts val="800"/>
              </a:spcAft>
            </a:pPr>
            <a:r>
              <a:rPr lang="vi-VN" sz="1800" b="0" i="0" u="none" strike="noStrike" dirty="0">
                <a:solidFill>
                  <a:schemeClr val="bg1"/>
                </a:solidFill>
                <a:effectLst/>
                <a:latin typeface="Calibri" panose="020F0502020204030204" pitchFamily="34" charset="0"/>
              </a:rPr>
              <a:t>}</a:t>
            </a:r>
            <a:endParaRPr lang="vi-VN" sz="2400" b="0" dirty="0">
              <a:solidFill>
                <a:schemeClr val="bg1"/>
              </a:solidFill>
              <a:effectLst/>
            </a:endParaRPr>
          </a:p>
          <a:p>
            <a:br>
              <a:rPr lang="vi-VN" sz="2400" dirty="0"/>
            </a:br>
            <a:br>
              <a:rPr lang="vi-VN" dirty="0"/>
            </a:br>
            <a:endParaRPr dirty="0"/>
          </a:p>
        </p:txBody>
      </p:sp>
      <p:sp>
        <p:nvSpPr>
          <p:cNvPr id="2" name="Rectangle: Rounded Corners 1">
            <a:extLst>
              <a:ext uri="{FF2B5EF4-FFF2-40B4-BE49-F238E27FC236}">
                <a16:creationId xmlns:a16="http://schemas.microsoft.com/office/drawing/2014/main" id="{51C23303-1B33-4D4F-A212-4D4A3BF03AA8}"/>
              </a:ext>
            </a:extLst>
          </p:cNvPr>
          <p:cNvSpPr/>
          <p:nvPr/>
        </p:nvSpPr>
        <p:spPr>
          <a:xfrm>
            <a:off x="399277" y="2295303"/>
            <a:ext cx="1757546" cy="103268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2800" dirty="0">
                <a:solidFill>
                  <a:schemeClr val="bg1"/>
                </a:solidFill>
              </a:rPr>
              <a:t>Cú pháp</a:t>
            </a:r>
          </a:p>
        </p:txBody>
      </p:sp>
      <p:sp>
        <p:nvSpPr>
          <p:cNvPr id="3" name="Rectangle: Rounded Corners 2">
            <a:extLst>
              <a:ext uri="{FF2B5EF4-FFF2-40B4-BE49-F238E27FC236}">
                <a16:creationId xmlns:a16="http://schemas.microsoft.com/office/drawing/2014/main" id="{CBAE41A1-C9BB-4009-BB94-97CAD631A93E}"/>
              </a:ext>
            </a:extLst>
          </p:cNvPr>
          <p:cNvSpPr/>
          <p:nvPr/>
        </p:nvSpPr>
        <p:spPr>
          <a:xfrm>
            <a:off x="6225116" y="1041991"/>
            <a:ext cx="2519607" cy="34662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800" dirty="0"/>
              <a:t>Hoạt động</a:t>
            </a:r>
          </a:p>
          <a:p>
            <a:pPr rtl="0">
              <a:spcBef>
                <a:spcPts val="0"/>
              </a:spcBef>
              <a:spcAft>
                <a:spcPts val="800"/>
              </a:spcAft>
            </a:pPr>
            <a:r>
              <a:rPr lang="vi-VN" sz="1800" b="0" i="0" u="none" strike="noStrike" dirty="0">
                <a:solidFill>
                  <a:schemeClr val="bg1"/>
                </a:solidFill>
                <a:effectLst/>
                <a:latin typeface="Calibri" panose="020F0502020204030204" pitchFamily="34" charset="0"/>
              </a:rPr>
              <a:t>Nếu biểu thức điều kiện I đúng thì thực hiện lệnh thứ i (i=1..n-1)</a:t>
            </a:r>
            <a:endParaRPr lang="vi-VN" sz="2400" b="0" dirty="0">
              <a:solidFill>
                <a:schemeClr val="bg1"/>
              </a:solidFill>
              <a:effectLst/>
            </a:endParaRPr>
          </a:p>
          <a:p>
            <a:pPr rtl="0">
              <a:spcBef>
                <a:spcPts val="0"/>
              </a:spcBef>
              <a:spcAft>
                <a:spcPts val="800"/>
              </a:spcAft>
            </a:pPr>
            <a:r>
              <a:rPr lang="vi-VN" sz="1800" b="0" i="0" u="none" strike="noStrike" dirty="0">
                <a:solidFill>
                  <a:schemeClr val="bg1"/>
                </a:solidFill>
                <a:effectLst/>
                <a:latin typeface="Calibri" panose="020F0502020204030204" pitchFamily="34" charset="0"/>
              </a:rPr>
              <a:t>Nếu xét đến biểu thức điều kiện n -1 sai thì thực hiện lệnh n</a:t>
            </a:r>
            <a:endParaRPr lang="vi-VN" sz="2400" b="0" dirty="0">
              <a:solidFill>
                <a:schemeClr val="bg1"/>
              </a:solidFill>
              <a:effectLst/>
            </a:endParaRPr>
          </a:p>
          <a:p>
            <a:br>
              <a:rPr lang="vi-VN" sz="2400" dirty="0"/>
            </a:br>
            <a:endParaRPr lang="vi-VN" sz="1800" dirty="0"/>
          </a:p>
        </p:txBody>
      </p:sp>
    </p:spTree>
    <p:extLst>
      <p:ext uri="{BB962C8B-B14F-4D97-AF65-F5344CB8AC3E}">
        <p14:creationId xmlns:p14="http://schemas.microsoft.com/office/powerpoint/2010/main" val="54908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6"/>
                                        </p:tgtEl>
                                        <p:attrNameLst>
                                          <p:attrName>style.visibility</p:attrName>
                                        </p:attrNameLst>
                                      </p:cBhvr>
                                      <p:to>
                                        <p:strVal val="visible"/>
                                      </p:to>
                                    </p:set>
                                    <p:animEffect transition="in" filter="barn(inVertical)">
                                      <p:cBhvr>
                                        <p:cTn id="7" dur="500"/>
                                        <p:tgtEl>
                                          <p:spTgt spid="38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99"/>
                                        </p:tgtEl>
                                        <p:attrNameLst>
                                          <p:attrName>style.visibility</p:attrName>
                                        </p:attrNameLst>
                                      </p:cBhvr>
                                      <p:to>
                                        <p:strVal val="visible"/>
                                      </p:to>
                                    </p:set>
                                    <p:animEffect transition="in" filter="barn(inVertical)">
                                      <p:cBhvr>
                                        <p:cTn id="12" dur="500"/>
                                        <p:tgtEl>
                                          <p:spTgt spid="39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00">
                                            <p:txEl>
                                              <p:pRg st="0" end="0"/>
                                            </p:txEl>
                                          </p:spTgt>
                                        </p:tgtEl>
                                        <p:attrNameLst>
                                          <p:attrName>style.visibility</p:attrName>
                                        </p:attrNameLst>
                                      </p:cBhvr>
                                      <p:to>
                                        <p:strVal val="visible"/>
                                      </p:to>
                                    </p:set>
                                    <p:animEffect transition="in" filter="barn(inVertical)">
                                      <p:cBhvr>
                                        <p:cTn id="22" dur="500"/>
                                        <p:tgtEl>
                                          <p:spTgt spid="40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00">
                                            <p:txEl>
                                              <p:pRg st="1" end="1"/>
                                            </p:txEl>
                                          </p:spTgt>
                                        </p:tgtEl>
                                        <p:attrNameLst>
                                          <p:attrName>style.visibility</p:attrName>
                                        </p:attrNameLst>
                                      </p:cBhvr>
                                      <p:to>
                                        <p:strVal val="visible"/>
                                      </p:to>
                                    </p:set>
                                    <p:animEffect transition="in" filter="barn(inVertical)">
                                      <p:cBhvr>
                                        <p:cTn id="27" dur="500"/>
                                        <p:tgtEl>
                                          <p:spTgt spid="40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00">
                                            <p:txEl>
                                              <p:pRg st="2" end="2"/>
                                            </p:txEl>
                                          </p:spTgt>
                                        </p:tgtEl>
                                        <p:attrNameLst>
                                          <p:attrName>style.visibility</p:attrName>
                                        </p:attrNameLst>
                                      </p:cBhvr>
                                      <p:to>
                                        <p:strVal val="visible"/>
                                      </p:to>
                                    </p:set>
                                    <p:animEffect transition="in" filter="barn(inVertical)">
                                      <p:cBhvr>
                                        <p:cTn id="32" dur="500"/>
                                        <p:tgtEl>
                                          <p:spTgt spid="40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400">
                                            <p:txEl>
                                              <p:pRg st="3" end="3"/>
                                            </p:txEl>
                                          </p:spTgt>
                                        </p:tgtEl>
                                        <p:attrNameLst>
                                          <p:attrName>style.visibility</p:attrName>
                                        </p:attrNameLst>
                                      </p:cBhvr>
                                      <p:to>
                                        <p:strVal val="visible"/>
                                      </p:to>
                                    </p:set>
                                    <p:animEffect transition="in" filter="barn(inVertical)">
                                      <p:cBhvr>
                                        <p:cTn id="37" dur="500"/>
                                        <p:tgtEl>
                                          <p:spTgt spid="400">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400">
                                            <p:txEl>
                                              <p:pRg st="4" end="4"/>
                                            </p:txEl>
                                          </p:spTgt>
                                        </p:tgtEl>
                                        <p:attrNameLst>
                                          <p:attrName>style.visibility</p:attrName>
                                        </p:attrNameLst>
                                      </p:cBhvr>
                                      <p:to>
                                        <p:strVal val="visible"/>
                                      </p:to>
                                    </p:set>
                                    <p:animEffect transition="in" filter="barn(inVertical)">
                                      <p:cBhvr>
                                        <p:cTn id="42" dur="500"/>
                                        <p:tgtEl>
                                          <p:spTgt spid="400">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400">
                                            <p:txEl>
                                              <p:pRg st="5" end="5"/>
                                            </p:txEl>
                                          </p:spTgt>
                                        </p:tgtEl>
                                        <p:attrNameLst>
                                          <p:attrName>style.visibility</p:attrName>
                                        </p:attrNameLst>
                                      </p:cBhvr>
                                      <p:to>
                                        <p:strVal val="visible"/>
                                      </p:to>
                                    </p:set>
                                    <p:animEffect transition="in" filter="barn(inVertical)">
                                      <p:cBhvr>
                                        <p:cTn id="47" dur="500"/>
                                        <p:tgtEl>
                                          <p:spTgt spid="400">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400">
                                            <p:txEl>
                                              <p:pRg st="6" end="6"/>
                                            </p:txEl>
                                          </p:spTgt>
                                        </p:tgtEl>
                                        <p:attrNameLst>
                                          <p:attrName>style.visibility</p:attrName>
                                        </p:attrNameLst>
                                      </p:cBhvr>
                                      <p:to>
                                        <p:strVal val="visible"/>
                                      </p:to>
                                    </p:set>
                                    <p:animEffect transition="in" filter="barn(inVertical)">
                                      <p:cBhvr>
                                        <p:cTn id="52" dur="500"/>
                                        <p:tgtEl>
                                          <p:spTgt spid="400">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400">
                                            <p:txEl>
                                              <p:pRg st="7" end="7"/>
                                            </p:txEl>
                                          </p:spTgt>
                                        </p:tgtEl>
                                        <p:attrNameLst>
                                          <p:attrName>style.visibility</p:attrName>
                                        </p:attrNameLst>
                                      </p:cBhvr>
                                      <p:to>
                                        <p:strVal val="visible"/>
                                      </p:to>
                                    </p:set>
                                    <p:animEffect transition="in" filter="barn(inVertical)">
                                      <p:cBhvr>
                                        <p:cTn id="57" dur="500"/>
                                        <p:tgtEl>
                                          <p:spTgt spid="400">
                                            <p:txEl>
                                              <p:pRg st="7" end="7"/>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grpId="0" nodeType="clickEffect">
                                  <p:stCondLst>
                                    <p:cond delay="0"/>
                                  </p:stCondLst>
                                  <p:childTnLst>
                                    <p:set>
                                      <p:cBhvr>
                                        <p:cTn id="61" dur="1" fill="hold">
                                          <p:stCondLst>
                                            <p:cond delay="0"/>
                                          </p:stCondLst>
                                        </p:cTn>
                                        <p:tgtEl>
                                          <p:spTgt spid="400">
                                            <p:txEl>
                                              <p:pRg st="8" end="8"/>
                                            </p:txEl>
                                          </p:spTgt>
                                        </p:tgtEl>
                                        <p:attrNameLst>
                                          <p:attrName>style.visibility</p:attrName>
                                        </p:attrNameLst>
                                      </p:cBhvr>
                                      <p:to>
                                        <p:strVal val="visible"/>
                                      </p:to>
                                    </p:set>
                                    <p:animEffect transition="in" filter="barn(inVertical)">
                                      <p:cBhvr>
                                        <p:cTn id="62" dur="500"/>
                                        <p:tgtEl>
                                          <p:spTgt spid="400">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400">
                                            <p:txEl>
                                              <p:pRg st="9" end="9"/>
                                            </p:txEl>
                                          </p:spTgt>
                                        </p:tgtEl>
                                        <p:attrNameLst>
                                          <p:attrName>style.visibility</p:attrName>
                                        </p:attrNameLst>
                                      </p:cBhvr>
                                      <p:to>
                                        <p:strVal val="visible"/>
                                      </p:to>
                                    </p:set>
                                    <p:animEffect transition="in" filter="barn(inVertical)">
                                      <p:cBhvr>
                                        <p:cTn id="67" dur="500"/>
                                        <p:tgtEl>
                                          <p:spTgt spid="400">
                                            <p:txEl>
                                              <p:pRg st="9" end="9"/>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400">
                                            <p:txEl>
                                              <p:pRg st="10" end="10"/>
                                            </p:txEl>
                                          </p:spTgt>
                                        </p:tgtEl>
                                        <p:attrNameLst>
                                          <p:attrName>style.visibility</p:attrName>
                                        </p:attrNameLst>
                                      </p:cBhvr>
                                      <p:to>
                                        <p:strVal val="visible"/>
                                      </p:to>
                                    </p:set>
                                    <p:animEffect transition="in" filter="barn(inVertical)">
                                      <p:cBhvr>
                                        <p:cTn id="72" dur="500"/>
                                        <p:tgtEl>
                                          <p:spTgt spid="400">
                                            <p:txEl>
                                              <p:pRg st="10" end="1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400">
                                            <p:txEl>
                                              <p:pRg st="11" end="11"/>
                                            </p:txEl>
                                          </p:spTgt>
                                        </p:tgtEl>
                                        <p:attrNameLst>
                                          <p:attrName>style.visibility</p:attrName>
                                        </p:attrNameLst>
                                      </p:cBhvr>
                                      <p:to>
                                        <p:strVal val="visible"/>
                                      </p:to>
                                    </p:set>
                                    <p:animEffect transition="in" filter="barn(inVertical)">
                                      <p:cBhvr>
                                        <p:cTn id="77" dur="500"/>
                                        <p:tgtEl>
                                          <p:spTgt spid="400">
                                            <p:txEl>
                                              <p:pRg st="11" end="1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400">
                                            <p:txEl>
                                              <p:pRg st="12" end="12"/>
                                            </p:txEl>
                                          </p:spTgt>
                                        </p:tgtEl>
                                        <p:attrNameLst>
                                          <p:attrName>style.visibility</p:attrName>
                                        </p:attrNameLst>
                                      </p:cBhvr>
                                      <p:to>
                                        <p:strVal val="visible"/>
                                      </p:to>
                                    </p:set>
                                    <p:animEffect transition="in" filter="barn(inVertical)">
                                      <p:cBhvr>
                                        <p:cTn id="82" dur="500"/>
                                        <p:tgtEl>
                                          <p:spTgt spid="400">
                                            <p:txEl>
                                              <p:pRg st="12" end="12"/>
                                            </p:txEl>
                                          </p:spTgt>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barn(inVertical)">
                                      <p:cBhvr>
                                        <p:cTn id="85" dur="500"/>
                                        <p:tgtEl>
                                          <p:spTgt spid="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3"/>
                                        </p:tgtEl>
                                        <p:attrNameLst>
                                          <p:attrName>style.visibility</p:attrName>
                                        </p:attrNameLst>
                                      </p:cBhvr>
                                      <p:to>
                                        <p:strVal val="visible"/>
                                      </p:to>
                                    </p:set>
                                    <p:animEffect transition="in" filter="wipe(down)">
                                      <p:cBhvr>
                                        <p:cTn id="9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86" grpId="0"/>
      <p:bldP spid="399" grpId="0"/>
      <p:bldP spid="400" grpId="0" build="p"/>
      <p:bldP spid="2"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4BEF09-EA66-414A-82C5-0B549B5EC5CE}"/>
              </a:ext>
            </a:extLst>
          </p:cNvPr>
          <p:cNvSpPr>
            <a:spLocks noGrp="1"/>
          </p:cNvSpPr>
          <p:nvPr>
            <p:ph type="title"/>
          </p:nvPr>
        </p:nvSpPr>
        <p:spPr/>
        <p:txBody>
          <a:bodyPr/>
          <a:lstStyle/>
          <a:p>
            <a:r>
              <a:rPr lang="en-US" dirty="0" err="1"/>
              <a:t>Ví</a:t>
            </a:r>
            <a:r>
              <a:rPr lang="en-US" dirty="0"/>
              <a:t> </a:t>
            </a:r>
            <a:r>
              <a:rPr lang="en-US" dirty="0" err="1"/>
              <a:t>dụ</a:t>
            </a:r>
            <a:endParaRPr lang="vi-VN" dirty="0"/>
          </a:p>
        </p:txBody>
      </p:sp>
      <p:pic>
        <p:nvPicPr>
          <p:cNvPr id="3" name="Picture 2">
            <a:extLst>
              <a:ext uri="{FF2B5EF4-FFF2-40B4-BE49-F238E27FC236}">
                <a16:creationId xmlns:a16="http://schemas.microsoft.com/office/drawing/2014/main" id="{880E8341-FBB8-4E55-8C01-67BA7B4B93BF}"/>
              </a:ext>
            </a:extLst>
          </p:cNvPr>
          <p:cNvPicPr>
            <a:picLocks noChangeAspect="1"/>
          </p:cNvPicPr>
          <p:nvPr/>
        </p:nvPicPr>
        <p:blipFill>
          <a:blip r:embed="rId2"/>
          <a:stretch>
            <a:fillRect/>
          </a:stretch>
        </p:blipFill>
        <p:spPr>
          <a:xfrm>
            <a:off x="2264735" y="1469181"/>
            <a:ext cx="4614529" cy="3241041"/>
          </a:xfrm>
          <a:prstGeom prst="rect">
            <a:avLst/>
          </a:prstGeom>
        </p:spPr>
      </p:pic>
    </p:spTree>
    <p:extLst>
      <p:ext uri="{BB962C8B-B14F-4D97-AF65-F5344CB8AC3E}">
        <p14:creationId xmlns:p14="http://schemas.microsoft.com/office/powerpoint/2010/main" val="1011410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454800" y="2714625"/>
            <a:ext cx="8425200" cy="447900"/>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US" dirty="0"/>
              <a:t>switch case</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1119965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barn(inVertical)">
                                      <p:cBhvr>
                                        <p:cTn id="7" dur="5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74"/>
                                        </p:tgtEl>
                                        <p:attrNameLst>
                                          <p:attrName>style.visibility</p:attrName>
                                        </p:attrNameLst>
                                      </p:cBhvr>
                                      <p:to>
                                        <p:strVal val="visible"/>
                                      </p:to>
                                    </p:set>
                                    <p:anim calcmode="lin" valueType="num">
                                      <p:cBhvr additive="base">
                                        <p:cTn id="12" dur="500" fill="hold"/>
                                        <p:tgtEl>
                                          <p:spTgt spid="374"/>
                                        </p:tgtEl>
                                        <p:attrNameLst>
                                          <p:attrName>ppt_x</p:attrName>
                                        </p:attrNameLst>
                                      </p:cBhvr>
                                      <p:tavLst>
                                        <p:tav tm="0">
                                          <p:val>
                                            <p:strVal val="#ppt_x"/>
                                          </p:val>
                                        </p:tav>
                                        <p:tav tm="100000">
                                          <p:val>
                                            <p:strVal val="#ppt_x"/>
                                          </p:val>
                                        </p:tav>
                                      </p:tavLst>
                                    </p:anim>
                                    <p:anim calcmode="lin" valueType="num">
                                      <p:cBhvr additive="base">
                                        <p:cTn id="13" dur="500" fill="hold"/>
                                        <p:tgtEl>
                                          <p:spTgt spid="3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33"/>
          <p:cNvSpPr txBox="1">
            <a:spLocks noGrp="1"/>
          </p:cNvSpPr>
          <p:nvPr>
            <p:ph type="body" idx="1"/>
          </p:nvPr>
        </p:nvSpPr>
        <p:spPr>
          <a:xfrm>
            <a:off x="4579531" y="2383800"/>
            <a:ext cx="3745762" cy="2130900"/>
          </a:xfrm>
          <a:prstGeom prst="rect">
            <a:avLst/>
          </a:prstGeom>
        </p:spPr>
        <p:txBody>
          <a:bodyPr spcFirstLastPara="1" wrap="square" lIns="91425" tIns="91425" rIns="91425" bIns="91425" anchor="t" anchorCtr="0">
            <a:noAutofit/>
          </a:bodyPr>
          <a:lstStyle/>
          <a:p>
            <a:pPr marL="0" indent="0" algn="just">
              <a:buNone/>
            </a:pPr>
            <a:r>
              <a:rPr lang="en-US"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switch case</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một</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cấu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trúc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điều</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khiển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rẽ</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nhánh</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hoàn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toàn</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thể</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thay</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thế</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được</a:t>
            </a:r>
            <a:r>
              <a:rPr lang="en-US" sz="18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u="sng"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cấu</a:t>
            </a:r>
            <a:r>
              <a:rPr lang="en-US" sz="1800" u="sng"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u="sng"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trúc</a:t>
            </a:r>
            <a:r>
              <a:rPr lang="en-US" sz="1800" u="sng"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if else</a:t>
            </a:r>
            <a:endParaRPr lang="vi-VN"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r" rtl="0">
              <a:spcBef>
                <a:spcPts val="0"/>
              </a:spcBef>
              <a:spcAft>
                <a:spcPts val="0"/>
              </a:spcAft>
              <a:buNone/>
            </a:pPr>
            <a:endParaRPr dirty="0"/>
          </a:p>
        </p:txBody>
      </p:sp>
      <p:sp>
        <p:nvSpPr>
          <p:cNvPr id="381" name="Google Shape;381;p33"/>
          <p:cNvSpPr txBox="1">
            <a:spLocks noGrp="1"/>
          </p:cNvSpPr>
          <p:nvPr>
            <p:ph type="title"/>
          </p:nvPr>
        </p:nvSpPr>
        <p:spPr>
          <a:xfrm>
            <a:off x="4361993" y="1714800"/>
            <a:ext cx="39633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Định</a:t>
            </a:r>
            <a:r>
              <a:rPr lang="en-US" dirty="0"/>
              <a:t> </a:t>
            </a:r>
            <a:r>
              <a:rPr lang="en-US" dirty="0" err="1"/>
              <a:t>nghĩa</a:t>
            </a:r>
            <a:endParaRPr dirty="0"/>
          </a:p>
        </p:txBody>
      </p:sp>
    </p:spTree>
    <p:extLst>
      <p:ext uri="{BB962C8B-B14F-4D97-AF65-F5344CB8AC3E}">
        <p14:creationId xmlns:p14="http://schemas.microsoft.com/office/powerpoint/2010/main" val="376232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barn(inVertical)">
                                      <p:cBhvr>
                                        <p:cTn id="7" dur="5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80">
                                            <p:txEl>
                                              <p:pRg st="0" end="0"/>
                                            </p:txEl>
                                          </p:spTgt>
                                        </p:tgtEl>
                                        <p:attrNameLst>
                                          <p:attrName>style.visibility</p:attrName>
                                        </p:attrNameLst>
                                      </p:cBhvr>
                                      <p:to>
                                        <p:strVal val="visible"/>
                                      </p:to>
                                    </p:set>
                                    <p:animEffect transition="in" filter="barn(inVertical)">
                                      <p:cBhvr>
                                        <p:cTn id="12" dur="500"/>
                                        <p:tgtEl>
                                          <p:spTgt spid="3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0"/>
          <p:cNvSpPr txBox="1"/>
          <p:nvPr/>
        </p:nvSpPr>
        <p:spPr>
          <a:xfrm>
            <a:off x="2562855" y="1012200"/>
            <a:ext cx="4273881" cy="4550735"/>
          </a:xfrm>
          <a:prstGeom prst="rect">
            <a:avLst/>
          </a:prstGeom>
          <a:noFill/>
          <a:ln>
            <a:noFill/>
          </a:ln>
        </p:spPr>
        <p:txBody>
          <a:bodyPr spcFirstLastPara="1" wrap="square" lIns="91425" tIns="91425" rIns="91425" bIns="91425" anchor="t" anchorCtr="0">
            <a:noAutofit/>
          </a:bodyPr>
          <a:lstStyle/>
          <a:p>
            <a:pPr algn="l">
              <a:lnSpc>
                <a:spcPct val="150000"/>
              </a:lnSpc>
            </a:pP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switch (</a:t>
            </a:r>
            <a:r>
              <a:rPr lang="vi-VN" sz="1800" b="1" dirty="0">
                <a:solidFill>
                  <a:schemeClr val="tx1">
                    <a:lumMod val="50000"/>
                  </a:schemeClr>
                </a:solidFill>
                <a:latin typeface="+mj-lt"/>
                <a:ea typeface="Times New Roman" panose="02020603050405020304" pitchFamily="18" charset="0"/>
                <a:cs typeface="Times New Roman" panose="02020603050405020304" pitchFamily="18" charset="0"/>
              </a:rPr>
              <a:t>biến/biểu thức</a:t>
            </a: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endParaRPr lang="vi-VN" sz="18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case </a:t>
            </a:r>
            <a:r>
              <a:rPr lang="en-US" sz="1600" b="1" dirty="0" err="1">
                <a:solidFill>
                  <a:schemeClr val="tx1">
                    <a:lumMod val="50000"/>
                  </a:schemeClr>
                </a:solidFill>
                <a:effectLst/>
                <a:latin typeface="+mj-lt"/>
                <a:ea typeface="Times New Roman" panose="02020603050405020304" pitchFamily="18" charset="0"/>
                <a:cs typeface="Times New Roman" panose="02020603050405020304" pitchFamily="18" charset="0"/>
              </a:rPr>
              <a:t>gi</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á</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trị</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1</a:t>
            </a: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câu</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lệnh</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1</a:t>
            </a:r>
            <a:r>
              <a:rPr lang="en-US"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endParaRPr lang="vi-VN" sz="16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    break;</a:t>
            </a:r>
            <a:endParaRPr lang="vi-VN" sz="16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   </a:t>
            </a: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case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giá</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trị</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2: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câu</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lệnh</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2</a:t>
            </a:r>
            <a:r>
              <a:rPr lang="en-US"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endParaRPr lang="vi-VN" sz="16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    break;</a:t>
            </a:r>
            <a:endParaRPr lang="vi-VN" sz="16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a:t>
            </a:r>
            <a:endParaRPr lang="vi-VN" sz="18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en-US"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   case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giá</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trị</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n: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câu</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lệnh</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n</a:t>
            </a: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endParaRPr lang="vi-VN" sz="18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break;</a:t>
            </a:r>
            <a:endParaRPr lang="vi-VN" sz="1800" b="1" dirty="0">
              <a:solidFill>
                <a:schemeClr val="tx1">
                  <a:lumMod val="50000"/>
                </a:schemeClr>
              </a:solidFill>
              <a:effectLst/>
              <a:latin typeface="+mj-lt"/>
              <a:ea typeface="Calibri" panose="020F0502020204030204" pitchFamily="34" charset="0"/>
              <a:cs typeface="Times New Roman" panose="02020603050405020304" pitchFamily="18" charset="0"/>
            </a:endParaRPr>
          </a:p>
          <a:p>
            <a:pPr algn="l">
              <a:lnSpc>
                <a:spcPct val="150000"/>
              </a:lnSpc>
            </a:pP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a:t>
            </a: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r>
              <a:rPr lang="vi-VN"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default</a:t>
            </a: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câu</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a:t>
            </a:r>
            <a:r>
              <a:rPr lang="en-US" sz="1600" b="1" dirty="0" err="1">
                <a:solidFill>
                  <a:schemeClr val="tx1">
                    <a:lumMod val="50000"/>
                  </a:schemeClr>
                </a:solidFill>
                <a:latin typeface="+mj-lt"/>
                <a:ea typeface="Times New Roman" panose="02020603050405020304" pitchFamily="18" charset="0"/>
                <a:cs typeface="Times New Roman" panose="02020603050405020304" pitchFamily="18" charset="0"/>
              </a:rPr>
              <a:t>lệnh</a:t>
            </a:r>
            <a:r>
              <a:rPr lang="en-US" sz="1600" b="1" dirty="0">
                <a:solidFill>
                  <a:schemeClr val="tx1">
                    <a:lumMod val="50000"/>
                  </a:schemeClr>
                </a:solidFill>
                <a:latin typeface="+mj-lt"/>
                <a:ea typeface="Times New Roman" panose="02020603050405020304" pitchFamily="18" charset="0"/>
                <a:cs typeface="Times New Roman" panose="02020603050405020304" pitchFamily="18" charset="0"/>
              </a:rPr>
              <a:t> n</a:t>
            </a:r>
            <a:r>
              <a:rPr lang="en-US" sz="18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r>
              <a:rPr lang="en-US" sz="1600" b="1" dirty="0">
                <a:solidFill>
                  <a:schemeClr val="tx1">
                    <a:lumMod val="50000"/>
                  </a:schemeClr>
                </a:solidFill>
                <a:effectLst/>
                <a:latin typeface="+mj-lt"/>
                <a:ea typeface="Times New Roman" panose="02020603050405020304" pitchFamily="18" charset="0"/>
                <a:cs typeface="Times New Roman" panose="02020603050405020304" pitchFamily="18" charset="0"/>
              </a:rPr>
              <a:t>]</a:t>
            </a:r>
            <a:endParaRPr lang="en-US" sz="2800" b="1" dirty="0">
              <a:solidFill>
                <a:schemeClr val="tx1">
                  <a:lumMod val="50000"/>
                </a:schemeClr>
              </a:solidFill>
              <a:latin typeface="+mj-lt"/>
              <a:ea typeface="Times New Roman" panose="02020603050405020304" pitchFamily="18" charset="0"/>
              <a:cs typeface="Times New Roman" panose="02020603050405020304" pitchFamily="18" charset="0"/>
            </a:endParaRPr>
          </a:p>
          <a:p>
            <a:pPr algn="l">
              <a:lnSpc>
                <a:spcPct val="150000"/>
              </a:lnSpc>
            </a:pPr>
            <a:r>
              <a:rPr lang="en-US" sz="1800" b="1" dirty="0">
                <a:solidFill>
                  <a:schemeClr val="tx1">
                    <a:lumMod val="50000"/>
                  </a:schemeClr>
                </a:solidFill>
                <a:latin typeface="Times New Roman" panose="02020603050405020304" pitchFamily="18" charset="0"/>
                <a:ea typeface="Calibri" panose="020F0502020204030204" pitchFamily="34" charset="0"/>
                <a:cs typeface="Times New Roman" panose="02020603050405020304" pitchFamily="18" charset="0"/>
              </a:rPr>
              <a:t>}</a:t>
            </a:r>
            <a:endParaRPr lang="vi-VN" sz="1100" b="1"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56" name="Google Shape;856;p50"/>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Cú pháp</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56"/>
                                        </p:tgtEl>
                                        <p:attrNameLst>
                                          <p:attrName>style.visibility</p:attrName>
                                        </p:attrNameLst>
                                      </p:cBhvr>
                                      <p:to>
                                        <p:strVal val="visible"/>
                                      </p:to>
                                    </p:set>
                                    <p:animEffect transition="in" filter="barn(inVertical)">
                                      <p:cBhvr>
                                        <p:cTn id="7" dur="500"/>
                                        <p:tgtEl>
                                          <p:spTgt spid="8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55">
                                            <p:txEl>
                                              <p:pRg st="0" end="0"/>
                                            </p:txEl>
                                          </p:spTgt>
                                        </p:tgtEl>
                                        <p:attrNameLst>
                                          <p:attrName>style.visibility</p:attrName>
                                        </p:attrNameLst>
                                      </p:cBhvr>
                                      <p:to>
                                        <p:strVal val="visible"/>
                                      </p:to>
                                    </p:set>
                                    <p:animEffect transition="in" filter="wipe(down)">
                                      <p:cBhvr>
                                        <p:cTn id="12" dur="500"/>
                                        <p:tgtEl>
                                          <p:spTgt spid="855">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55">
                                            <p:txEl>
                                              <p:pRg st="1" end="1"/>
                                            </p:txEl>
                                          </p:spTgt>
                                        </p:tgtEl>
                                        <p:attrNameLst>
                                          <p:attrName>style.visibility</p:attrName>
                                        </p:attrNameLst>
                                      </p:cBhvr>
                                      <p:to>
                                        <p:strVal val="visible"/>
                                      </p:to>
                                    </p:set>
                                    <p:animEffect transition="in" filter="wipe(down)">
                                      <p:cBhvr>
                                        <p:cTn id="15" dur="500"/>
                                        <p:tgtEl>
                                          <p:spTgt spid="855">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855">
                                            <p:txEl>
                                              <p:pRg st="2" end="2"/>
                                            </p:txEl>
                                          </p:spTgt>
                                        </p:tgtEl>
                                        <p:attrNameLst>
                                          <p:attrName>style.visibility</p:attrName>
                                        </p:attrNameLst>
                                      </p:cBhvr>
                                      <p:to>
                                        <p:strVal val="visible"/>
                                      </p:to>
                                    </p:set>
                                    <p:animEffect transition="in" filter="wipe(down)">
                                      <p:cBhvr>
                                        <p:cTn id="18" dur="500"/>
                                        <p:tgtEl>
                                          <p:spTgt spid="855">
                                            <p:txEl>
                                              <p:pRg st="2" end="2"/>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855">
                                            <p:txEl>
                                              <p:pRg st="3" end="3"/>
                                            </p:txEl>
                                          </p:spTgt>
                                        </p:tgtEl>
                                        <p:attrNameLst>
                                          <p:attrName>style.visibility</p:attrName>
                                        </p:attrNameLst>
                                      </p:cBhvr>
                                      <p:to>
                                        <p:strVal val="visible"/>
                                      </p:to>
                                    </p:set>
                                    <p:animEffect transition="in" filter="wipe(down)">
                                      <p:cBhvr>
                                        <p:cTn id="21" dur="500"/>
                                        <p:tgtEl>
                                          <p:spTgt spid="855">
                                            <p:txEl>
                                              <p:pRg st="3" end="3"/>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855">
                                            <p:txEl>
                                              <p:pRg st="4" end="4"/>
                                            </p:txEl>
                                          </p:spTgt>
                                        </p:tgtEl>
                                        <p:attrNameLst>
                                          <p:attrName>style.visibility</p:attrName>
                                        </p:attrNameLst>
                                      </p:cBhvr>
                                      <p:to>
                                        <p:strVal val="visible"/>
                                      </p:to>
                                    </p:set>
                                    <p:animEffect transition="in" filter="wipe(down)">
                                      <p:cBhvr>
                                        <p:cTn id="24" dur="500"/>
                                        <p:tgtEl>
                                          <p:spTgt spid="855">
                                            <p:txEl>
                                              <p:pRg st="4" end="4"/>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855">
                                            <p:txEl>
                                              <p:pRg st="5" end="5"/>
                                            </p:txEl>
                                          </p:spTgt>
                                        </p:tgtEl>
                                        <p:attrNameLst>
                                          <p:attrName>style.visibility</p:attrName>
                                        </p:attrNameLst>
                                      </p:cBhvr>
                                      <p:to>
                                        <p:strVal val="visible"/>
                                      </p:to>
                                    </p:set>
                                    <p:animEffect transition="in" filter="wipe(down)">
                                      <p:cBhvr>
                                        <p:cTn id="27" dur="500"/>
                                        <p:tgtEl>
                                          <p:spTgt spid="855">
                                            <p:txEl>
                                              <p:pRg st="5" end="5"/>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855">
                                            <p:txEl>
                                              <p:pRg st="6" end="6"/>
                                            </p:txEl>
                                          </p:spTgt>
                                        </p:tgtEl>
                                        <p:attrNameLst>
                                          <p:attrName>style.visibility</p:attrName>
                                        </p:attrNameLst>
                                      </p:cBhvr>
                                      <p:to>
                                        <p:strVal val="visible"/>
                                      </p:to>
                                    </p:set>
                                    <p:animEffect transition="in" filter="wipe(down)">
                                      <p:cBhvr>
                                        <p:cTn id="30" dur="500"/>
                                        <p:tgtEl>
                                          <p:spTgt spid="855">
                                            <p:txEl>
                                              <p:pRg st="6" end="6"/>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855">
                                            <p:txEl>
                                              <p:pRg st="7" end="7"/>
                                            </p:txEl>
                                          </p:spTgt>
                                        </p:tgtEl>
                                        <p:attrNameLst>
                                          <p:attrName>style.visibility</p:attrName>
                                        </p:attrNameLst>
                                      </p:cBhvr>
                                      <p:to>
                                        <p:strVal val="visible"/>
                                      </p:to>
                                    </p:set>
                                    <p:animEffect transition="in" filter="wipe(down)">
                                      <p:cBhvr>
                                        <p:cTn id="33" dur="500"/>
                                        <p:tgtEl>
                                          <p:spTgt spid="855">
                                            <p:txEl>
                                              <p:pRg st="7" end="7"/>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855">
                                            <p:txEl>
                                              <p:pRg st="8" end="8"/>
                                            </p:txEl>
                                          </p:spTgt>
                                        </p:tgtEl>
                                        <p:attrNameLst>
                                          <p:attrName>style.visibility</p:attrName>
                                        </p:attrNameLst>
                                      </p:cBhvr>
                                      <p:to>
                                        <p:strVal val="visible"/>
                                      </p:to>
                                    </p:set>
                                    <p:animEffect transition="in" filter="wipe(down)">
                                      <p:cBhvr>
                                        <p:cTn id="36" dur="500"/>
                                        <p:tgtEl>
                                          <p:spTgt spid="855">
                                            <p:txEl>
                                              <p:pRg st="8" end="8"/>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855">
                                            <p:txEl>
                                              <p:pRg st="9" end="9"/>
                                            </p:txEl>
                                          </p:spTgt>
                                        </p:tgtEl>
                                        <p:attrNameLst>
                                          <p:attrName>style.visibility</p:attrName>
                                        </p:attrNameLst>
                                      </p:cBhvr>
                                      <p:to>
                                        <p:strVal val="visible"/>
                                      </p:to>
                                    </p:set>
                                    <p:animEffect transition="in" filter="wipe(down)">
                                      <p:cBhvr>
                                        <p:cTn id="39" dur="500"/>
                                        <p:tgtEl>
                                          <p:spTgt spid="85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0"/>
          <p:cNvSpPr txBox="1"/>
          <p:nvPr/>
        </p:nvSpPr>
        <p:spPr>
          <a:xfrm>
            <a:off x="2849933" y="1297172"/>
            <a:ext cx="4273881" cy="4550735"/>
          </a:xfrm>
          <a:prstGeom prst="rect">
            <a:avLst/>
          </a:prstGeom>
          <a:noFill/>
          <a:ln>
            <a:noFill/>
          </a:ln>
        </p:spPr>
        <p:txBody>
          <a:bodyPr spcFirstLastPara="1" wrap="square" lIns="91425" tIns="91425" rIns="91425" bIns="91425" anchor="t" anchorCtr="0">
            <a:noAutofit/>
          </a:bodyPr>
          <a:lstStyle/>
          <a:p>
            <a:pPr algn="l">
              <a:lnSpc>
                <a:spcPct val="150000"/>
              </a:lnSpc>
            </a:pPr>
            <a:endParaRPr lang="vi-VN" sz="1050" b="1" dirty="0">
              <a:solidFill>
                <a:schemeClr val="tx1">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856" name="Google Shape;856;p50"/>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Sơ đồ khối</a:t>
            </a:r>
            <a:endParaRPr dirty="0"/>
          </a:p>
        </p:txBody>
      </p:sp>
      <p:grpSp>
        <p:nvGrpSpPr>
          <p:cNvPr id="4" name="Group 3">
            <a:extLst>
              <a:ext uri="{FF2B5EF4-FFF2-40B4-BE49-F238E27FC236}">
                <a16:creationId xmlns:a16="http://schemas.microsoft.com/office/drawing/2014/main" id="{7D92653F-8947-491D-BBA7-5B70BACB1DFB}"/>
              </a:ext>
            </a:extLst>
          </p:cNvPr>
          <p:cNvGrpSpPr>
            <a:grpSpLocks/>
          </p:cNvGrpSpPr>
          <p:nvPr/>
        </p:nvGrpSpPr>
        <p:grpSpPr bwMode="auto">
          <a:xfrm>
            <a:off x="2429521" y="1359435"/>
            <a:ext cx="4273881" cy="3525652"/>
            <a:chOff x="304800" y="1189039"/>
            <a:chExt cx="4268787" cy="5521324"/>
          </a:xfrm>
        </p:grpSpPr>
        <p:cxnSp>
          <p:nvCxnSpPr>
            <p:cNvPr id="5" name="Straight Arrow Connector 4">
              <a:extLst>
                <a:ext uri="{FF2B5EF4-FFF2-40B4-BE49-F238E27FC236}">
                  <a16:creationId xmlns:a16="http://schemas.microsoft.com/office/drawing/2014/main" id="{B13541AE-01D5-4F7F-A91D-10EC782D4094}"/>
                </a:ext>
              </a:extLst>
            </p:cNvPr>
            <p:cNvCxnSpPr/>
            <p:nvPr/>
          </p:nvCxnSpPr>
          <p:spPr>
            <a:xfrm rot="16200000" flipH="1">
              <a:off x="1079217" y="1715296"/>
              <a:ext cx="53498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5384C1DF-AC77-420A-853C-98ABACBD6174}"/>
                </a:ext>
              </a:extLst>
            </p:cNvPr>
            <p:cNvSpPr/>
            <p:nvPr/>
          </p:nvSpPr>
          <p:spPr>
            <a:xfrm>
              <a:off x="2818874" y="2133602"/>
              <a:ext cx="1372626" cy="527050"/>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r>
                <a:rPr lang="en-US" sz="1200" dirty="0">
                  <a:solidFill>
                    <a:srgbClr val="FF66FF"/>
                  </a:solidFill>
                  <a:latin typeface="Verdana"/>
                </a:rPr>
                <a:t>&lt;</a:t>
              </a:r>
              <a:r>
                <a:rPr lang="en-US" sz="1200" dirty="0" err="1">
                  <a:solidFill>
                    <a:srgbClr val="FF66FF"/>
                  </a:solidFill>
                  <a:latin typeface="Verdana"/>
                </a:rPr>
                <a:t>Lệnh</a:t>
              </a:r>
              <a:r>
                <a:rPr lang="en-US" sz="1200" dirty="0">
                  <a:solidFill>
                    <a:srgbClr val="FF66FF"/>
                  </a:solidFill>
                  <a:latin typeface="Verdana"/>
                </a:rPr>
                <a:t> 1&gt;</a:t>
              </a:r>
            </a:p>
            <a:p>
              <a:pPr algn="ctr" fontAlgn="base">
                <a:spcBef>
                  <a:spcPct val="0"/>
                </a:spcBef>
                <a:spcAft>
                  <a:spcPct val="0"/>
                </a:spcAft>
                <a:defRPr/>
              </a:pPr>
              <a:r>
                <a:rPr lang="en-US" sz="1200" dirty="0">
                  <a:solidFill>
                    <a:srgbClr val="FF66FF"/>
                  </a:solidFill>
                  <a:latin typeface="Verdana"/>
                </a:rPr>
                <a:t>Break;</a:t>
              </a:r>
            </a:p>
          </p:txBody>
        </p:sp>
        <p:cxnSp>
          <p:nvCxnSpPr>
            <p:cNvPr id="7" name="Straight Arrow Connector 6">
              <a:extLst>
                <a:ext uri="{FF2B5EF4-FFF2-40B4-BE49-F238E27FC236}">
                  <a16:creationId xmlns:a16="http://schemas.microsoft.com/office/drawing/2014/main" id="{64C26FE1-FB9B-45FC-9C2D-D87C18B18FB1}"/>
                </a:ext>
              </a:extLst>
            </p:cNvPr>
            <p:cNvCxnSpPr/>
            <p:nvPr/>
          </p:nvCxnSpPr>
          <p:spPr>
            <a:xfrm>
              <a:off x="2380596" y="2360614"/>
              <a:ext cx="45754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A37E722-8C75-42AD-BB96-26CD9ED84A94}"/>
                </a:ext>
              </a:extLst>
            </p:cNvPr>
            <p:cNvCxnSpPr/>
            <p:nvPr/>
          </p:nvCxnSpPr>
          <p:spPr>
            <a:xfrm rot="10800000">
              <a:off x="1372398" y="5942013"/>
              <a:ext cx="3199585"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BACCAA-063A-4A5E-B459-00D444FD02C1}"/>
                </a:ext>
              </a:extLst>
            </p:cNvPr>
            <p:cNvCxnSpPr/>
            <p:nvPr/>
          </p:nvCxnSpPr>
          <p:spPr>
            <a:xfrm rot="5400000">
              <a:off x="2782879" y="4152893"/>
              <a:ext cx="3579812" cy="160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448CE2E-85ED-453D-9BA9-82279286F931}"/>
                </a:ext>
              </a:extLst>
            </p:cNvPr>
            <p:cNvSpPr txBox="1"/>
            <p:nvPr/>
          </p:nvSpPr>
          <p:spPr>
            <a:xfrm>
              <a:off x="2362936" y="1981202"/>
              <a:ext cx="353377" cy="433792"/>
            </a:xfrm>
            <a:prstGeom prst="rect">
              <a:avLst/>
            </a:prstGeom>
            <a:noFill/>
          </p:spPr>
          <p:txBody>
            <a:bodyPr wrap="none">
              <a:spAutoFit/>
            </a:bodyPr>
            <a:lstStyle/>
            <a:p>
              <a:pPr fontAlgn="base">
                <a:spcBef>
                  <a:spcPct val="0"/>
                </a:spcBef>
                <a:spcAft>
                  <a:spcPct val="0"/>
                </a:spcAft>
                <a:defRPr/>
              </a:pPr>
              <a:r>
                <a:rPr lang="en-US" sz="1200" b="1">
                  <a:solidFill>
                    <a:srgbClr val="003366"/>
                  </a:solidFill>
                  <a:latin typeface="Verdana"/>
                  <a:cs typeface="Arial" panose="020B0604020202020204" pitchFamily="34" charset="0"/>
                </a:rPr>
                <a:t>Đ</a:t>
              </a:r>
            </a:p>
          </p:txBody>
        </p:sp>
        <p:sp>
          <p:nvSpPr>
            <p:cNvPr id="11" name="TextBox 10">
              <a:extLst>
                <a:ext uri="{FF2B5EF4-FFF2-40B4-BE49-F238E27FC236}">
                  <a16:creationId xmlns:a16="http://schemas.microsoft.com/office/drawing/2014/main" id="{51D3469C-FD93-49CB-AC15-B66501FD9042}"/>
                </a:ext>
              </a:extLst>
            </p:cNvPr>
            <p:cNvSpPr txBox="1"/>
            <p:nvPr/>
          </p:nvSpPr>
          <p:spPr>
            <a:xfrm>
              <a:off x="990310" y="2743202"/>
              <a:ext cx="331653" cy="433792"/>
            </a:xfrm>
            <a:prstGeom prst="rect">
              <a:avLst/>
            </a:prstGeom>
            <a:noFill/>
          </p:spPr>
          <p:txBody>
            <a:bodyPr wrap="none">
              <a:spAutoFit/>
            </a:bodyPr>
            <a:lstStyle/>
            <a:p>
              <a:pPr fontAlgn="base">
                <a:spcBef>
                  <a:spcPct val="0"/>
                </a:spcBef>
                <a:spcAft>
                  <a:spcPct val="0"/>
                </a:spcAft>
                <a:defRPr/>
              </a:pPr>
              <a:r>
                <a:rPr lang="en-US" sz="1200" b="1">
                  <a:solidFill>
                    <a:srgbClr val="003366"/>
                  </a:solidFill>
                  <a:latin typeface="Verdana"/>
                  <a:cs typeface="Arial" panose="020B0604020202020204" pitchFamily="34" charset="0"/>
                </a:rPr>
                <a:t>S</a:t>
              </a:r>
            </a:p>
          </p:txBody>
        </p:sp>
        <p:grpSp>
          <p:nvGrpSpPr>
            <p:cNvPr id="12" name="Group 32">
              <a:extLst>
                <a:ext uri="{FF2B5EF4-FFF2-40B4-BE49-F238E27FC236}">
                  <a16:creationId xmlns:a16="http://schemas.microsoft.com/office/drawing/2014/main" id="{CAF41BCB-741E-4B66-8ACB-871CC6FC0D6F}"/>
                </a:ext>
              </a:extLst>
            </p:cNvPr>
            <p:cNvGrpSpPr>
              <a:grpSpLocks/>
            </p:cNvGrpSpPr>
            <p:nvPr/>
          </p:nvGrpSpPr>
          <p:grpSpPr bwMode="auto">
            <a:xfrm>
              <a:off x="304800" y="1981200"/>
              <a:ext cx="2068513" cy="762000"/>
              <a:chOff x="324394" y="1981200"/>
              <a:chExt cx="2068286" cy="762000"/>
            </a:xfrm>
          </p:grpSpPr>
          <p:sp>
            <p:nvSpPr>
              <p:cNvPr id="30" name="Diamond 29">
                <a:extLst>
                  <a:ext uri="{FF2B5EF4-FFF2-40B4-BE49-F238E27FC236}">
                    <a16:creationId xmlns:a16="http://schemas.microsoft.com/office/drawing/2014/main" id="{A094EB6B-672D-41A7-AD6F-1CFB235D5E74}"/>
                  </a:ext>
                </a:extLst>
              </p:cNvPr>
              <p:cNvSpPr/>
              <p:nvPr/>
            </p:nvSpPr>
            <p:spPr>
              <a:xfrm>
                <a:off x="324394" y="1981202"/>
                <a:ext cx="2067543" cy="762000"/>
              </a:xfrm>
              <a:prstGeom prst="diamond">
                <a:avLst/>
              </a:prstGeom>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endParaRPr lang="en-US" sz="1200">
                  <a:solidFill>
                    <a:srgbClr val="003366"/>
                  </a:solidFill>
                  <a:latin typeface="Verdana"/>
                </a:endParaRPr>
              </a:p>
            </p:txBody>
          </p:sp>
          <p:sp>
            <p:nvSpPr>
              <p:cNvPr id="31" name="Rectangle 30">
                <a:extLst>
                  <a:ext uri="{FF2B5EF4-FFF2-40B4-BE49-F238E27FC236}">
                    <a16:creationId xmlns:a16="http://schemas.microsoft.com/office/drawing/2014/main" id="{325F20B1-F07E-4555-BC10-38F5DFCE8F83}"/>
                  </a:ext>
                </a:extLst>
              </p:cNvPr>
              <p:cNvSpPr/>
              <p:nvPr/>
            </p:nvSpPr>
            <p:spPr>
              <a:xfrm>
                <a:off x="610126" y="2182814"/>
                <a:ext cx="1523368" cy="381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r>
                  <a:rPr lang="en-US" dirty="0">
                    <a:solidFill>
                      <a:srgbClr val="FF0000"/>
                    </a:solidFill>
                    <a:latin typeface="Verdana"/>
                  </a:rPr>
                  <a:t>&lt;</a:t>
                </a:r>
                <a:r>
                  <a:rPr lang="en-US" dirty="0" err="1">
                    <a:solidFill>
                      <a:srgbClr val="FF0000"/>
                    </a:solidFill>
                    <a:latin typeface="Verdana"/>
                  </a:rPr>
                  <a:t>Biến</a:t>
                </a:r>
                <a:r>
                  <a:rPr lang="en-US" dirty="0">
                    <a:solidFill>
                      <a:srgbClr val="FF0000"/>
                    </a:solidFill>
                    <a:latin typeface="Verdana"/>
                  </a:rPr>
                  <a:t>/BT&gt;</a:t>
                </a:r>
              </a:p>
              <a:p>
                <a:pPr algn="ctr" fontAlgn="base">
                  <a:spcBef>
                    <a:spcPct val="0"/>
                  </a:spcBef>
                  <a:spcAft>
                    <a:spcPct val="0"/>
                  </a:spcAft>
                  <a:defRPr/>
                </a:pPr>
                <a:r>
                  <a:rPr lang="en-US" dirty="0">
                    <a:solidFill>
                      <a:srgbClr val="FF66FF"/>
                    </a:solidFill>
                    <a:latin typeface="Verdana"/>
                  </a:rPr>
                  <a:t>= &lt;GT1&gt;</a:t>
                </a:r>
              </a:p>
            </p:txBody>
          </p:sp>
        </p:grpSp>
        <p:grpSp>
          <p:nvGrpSpPr>
            <p:cNvPr id="13" name="Group 33">
              <a:extLst>
                <a:ext uri="{FF2B5EF4-FFF2-40B4-BE49-F238E27FC236}">
                  <a16:creationId xmlns:a16="http://schemas.microsoft.com/office/drawing/2014/main" id="{7643A6D5-9E01-4A43-B8B4-6368CB0B37F5}"/>
                </a:ext>
              </a:extLst>
            </p:cNvPr>
            <p:cNvGrpSpPr>
              <a:grpSpLocks/>
            </p:cNvGrpSpPr>
            <p:nvPr/>
          </p:nvGrpSpPr>
          <p:grpSpPr bwMode="auto">
            <a:xfrm>
              <a:off x="304800" y="3124200"/>
              <a:ext cx="2068513" cy="762000"/>
              <a:chOff x="324394" y="1981200"/>
              <a:chExt cx="2068286" cy="762000"/>
            </a:xfrm>
          </p:grpSpPr>
          <p:sp>
            <p:nvSpPr>
              <p:cNvPr id="28" name="Diamond 27">
                <a:extLst>
                  <a:ext uri="{FF2B5EF4-FFF2-40B4-BE49-F238E27FC236}">
                    <a16:creationId xmlns:a16="http://schemas.microsoft.com/office/drawing/2014/main" id="{35896F54-6511-4AE5-8EB3-3D36C85BA576}"/>
                  </a:ext>
                </a:extLst>
              </p:cNvPr>
              <p:cNvSpPr/>
              <p:nvPr/>
            </p:nvSpPr>
            <p:spPr>
              <a:xfrm>
                <a:off x="324394" y="1981202"/>
                <a:ext cx="2067543" cy="762000"/>
              </a:xfrm>
              <a:prstGeom prst="diamond">
                <a:avLst/>
              </a:prstGeom>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endParaRPr lang="en-US" sz="1200">
                  <a:solidFill>
                    <a:srgbClr val="003366"/>
                  </a:solidFill>
                  <a:latin typeface="Verdana"/>
                </a:endParaRPr>
              </a:p>
            </p:txBody>
          </p:sp>
          <p:sp>
            <p:nvSpPr>
              <p:cNvPr id="29" name="Rectangle 28">
                <a:extLst>
                  <a:ext uri="{FF2B5EF4-FFF2-40B4-BE49-F238E27FC236}">
                    <a16:creationId xmlns:a16="http://schemas.microsoft.com/office/drawing/2014/main" id="{8FF04F8D-F4B6-47CE-9D2B-7264772D3BBF}"/>
                  </a:ext>
                </a:extLst>
              </p:cNvPr>
              <p:cNvSpPr/>
              <p:nvPr/>
            </p:nvSpPr>
            <p:spPr>
              <a:xfrm>
                <a:off x="610126" y="2182814"/>
                <a:ext cx="1523368" cy="3810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r>
                  <a:rPr lang="en-US" dirty="0">
                    <a:solidFill>
                      <a:srgbClr val="FF0000"/>
                    </a:solidFill>
                    <a:latin typeface="Verdana"/>
                  </a:rPr>
                  <a:t>&lt;</a:t>
                </a:r>
                <a:r>
                  <a:rPr lang="en-US" dirty="0" err="1">
                    <a:solidFill>
                      <a:srgbClr val="FF0000"/>
                    </a:solidFill>
                    <a:latin typeface="Verdana"/>
                  </a:rPr>
                  <a:t>Biến</a:t>
                </a:r>
                <a:r>
                  <a:rPr lang="en-US" dirty="0">
                    <a:solidFill>
                      <a:srgbClr val="FF0000"/>
                    </a:solidFill>
                    <a:latin typeface="Verdana"/>
                  </a:rPr>
                  <a:t>/BT&gt;</a:t>
                </a:r>
              </a:p>
              <a:p>
                <a:pPr algn="ctr" fontAlgn="base">
                  <a:spcBef>
                    <a:spcPct val="0"/>
                  </a:spcBef>
                  <a:spcAft>
                    <a:spcPct val="0"/>
                  </a:spcAft>
                  <a:defRPr/>
                </a:pPr>
                <a:r>
                  <a:rPr lang="en-US" dirty="0">
                    <a:solidFill>
                      <a:srgbClr val="003366">
                        <a:lumMod val="60000"/>
                        <a:lumOff val="40000"/>
                      </a:srgbClr>
                    </a:solidFill>
                    <a:latin typeface="Verdana"/>
                  </a:rPr>
                  <a:t>= &lt;GT2&gt;</a:t>
                </a:r>
              </a:p>
            </p:txBody>
          </p:sp>
        </p:grpSp>
        <p:cxnSp>
          <p:nvCxnSpPr>
            <p:cNvPr id="14" name="Straight Arrow Connector 13">
              <a:extLst>
                <a:ext uri="{FF2B5EF4-FFF2-40B4-BE49-F238E27FC236}">
                  <a16:creationId xmlns:a16="http://schemas.microsoft.com/office/drawing/2014/main" id="{95D0AC75-BCCB-4770-9B11-F13B49DC178E}"/>
                </a:ext>
              </a:extLst>
            </p:cNvPr>
            <p:cNvCxnSpPr/>
            <p:nvPr/>
          </p:nvCxnSpPr>
          <p:spPr>
            <a:xfrm rot="16200000" flipH="1">
              <a:off x="1163354" y="2940846"/>
              <a:ext cx="36671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AE213C2-92BC-4B3E-923F-1DA2A8E0117B}"/>
                </a:ext>
              </a:extLst>
            </p:cNvPr>
            <p:cNvCxnSpPr/>
            <p:nvPr/>
          </p:nvCxnSpPr>
          <p:spPr>
            <a:xfrm rot="5400000">
              <a:off x="928414" y="4304498"/>
              <a:ext cx="838200" cy="1606"/>
            </a:xfrm>
            <a:prstGeom prst="straightConnector1">
              <a:avLst/>
            </a:prstGeom>
            <a:ln w="38100">
              <a:prstDash val="dash"/>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2850F9-99F1-4CEB-8292-36FA1C6B0D08}"/>
                </a:ext>
              </a:extLst>
            </p:cNvPr>
            <p:cNvCxnSpPr/>
            <p:nvPr/>
          </p:nvCxnSpPr>
          <p:spPr>
            <a:xfrm>
              <a:off x="4191500" y="2362202"/>
              <a:ext cx="380483" cy="158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5982694-B28B-462E-A3D1-0D06A91D4E52}"/>
                </a:ext>
              </a:extLst>
            </p:cNvPr>
            <p:cNvSpPr/>
            <p:nvPr/>
          </p:nvSpPr>
          <p:spPr>
            <a:xfrm>
              <a:off x="2818874" y="3276602"/>
              <a:ext cx="1372626" cy="523875"/>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r>
                <a:rPr lang="en-US" sz="1200" dirty="0">
                  <a:solidFill>
                    <a:srgbClr val="003366">
                      <a:lumMod val="60000"/>
                      <a:lumOff val="40000"/>
                    </a:srgbClr>
                  </a:solidFill>
                  <a:latin typeface="Verdana"/>
                </a:rPr>
                <a:t>&lt;</a:t>
              </a:r>
              <a:r>
                <a:rPr lang="en-US" sz="1200" dirty="0" err="1">
                  <a:solidFill>
                    <a:srgbClr val="003366">
                      <a:lumMod val="60000"/>
                      <a:lumOff val="40000"/>
                    </a:srgbClr>
                  </a:solidFill>
                  <a:latin typeface="Verdana"/>
                </a:rPr>
                <a:t>Lệnh</a:t>
              </a:r>
              <a:r>
                <a:rPr lang="en-US" sz="1200" dirty="0">
                  <a:solidFill>
                    <a:srgbClr val="003366">
                      <a:lumMod val="60000"/>
                      <a:lumOff val="40000"/>
                    </a:srgbClr>
                  </a:solidFill>
                  <a:latin typeface="Verdana"/>
                </a:rPr>
                <a:t> 2&gt;</a:t>
              </a:r>
            </a:p>
            <a:p>
              <a:pPr algn="ctr" fontAlgn="base">
                <a:spcBef>
                  <a:spcPct val="0"/>
                </a:spcBef>
                <a:spcAft>
                  <a:spcPct val="0"/>
                </a:spcAft>
                <a:defRPr/>
              </a:pPr>
              <a:r>
                <a:rPr lang="en-US" sz="1200" dirty="0">
                  <a:solidFill>
                    <a:srgbClr val="003366">
                      <a:lumMod val="60000"/>
                      <a:lumOff val="40000"/>
                    </a:srgbClr>
                  </a:solidFill>
                  <a:latin typeface="Verdana"/>
                </a:rPr>
                <a:t>Break;</a:t>
              </a:r>
            </a:p>
          </p:txBody>
        </p:sp>
        <p:cxnSp>
          <p:nvCxnSpPr>
            <p:cNvPr id="18" name="Straight Arrow Connector 17">
              <a:extLst>
                <a:ext uri="{FF2B5EF4-FFF2-40B4-BE49-F238E27FC236}">
                  <a16:creationId xmlns:a16="http://schemas.microsoft.com/office/drawing/2014/main" id="{BD48D821-78DB-415C-AE8B-86D15AA7BBE6}"/>
                </a:ext>
              </a:extLst>
            </p:cNvPr>
            <p:cNvCxnSpPr/>
            <p:nvPr/>
          </p:nvCxnSpPr>
          <p:spPr>
            <a:xfrm>
              <a:off x="2380596" y="3503614"/>
              <a:ext cx="45754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7112894-25B8-47D7-9808-435024BD836C}"/>
                </a:ext>
              </a:extLst>
            </p:cNvPr>
            <p:cNvCxnSpPr/>
            <p:nvPr/>
          </p:nvCxnSpPr>
          <p:spPr>
            <a:xfrm>
              <a:off x="4191500" y="3505202"/>
              <a:ext cx="227968" cy="158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3AACC08-E5A5-4974-8C9C-FF698BAF1911}"/>
                </a:ext>
              </a:extLst>
            </p:cNvPr>
            <p:cNvCxnSpPr/>
            <p:nvPr/>
          </p:nvCxnSpPr>
          <p:spPr>
            <a:xfrm rot="5400000">
              <a:off x="3467772" y="4456898"/>
              <a:ext cx="1905000" cy="160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BB9DB1F-FED8-4E3C-9BB4-EDEC4CCB6DE1}"/>
                </a:ext>
              </a:extLst>
            </p:cNvPr>
            <p:cNvCxnSpPr/>
            <p:nvPr/>
          </p:nvCxnSpPr>
          <p:spPr>
            <a:xfrm rot="10800000">
              <a:off x="1372398" y="5408613"/>
              <a:ext cx="3047071"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3E90F5E-3D80-471C-A514-957DF1CA490C}"/>
                </a:ext>
              </a:extLst>
            </p:cNvPr>
            <p:cNvSpPr txBox="1"/>
            <p:nvPr/>
          </p:nvSpPr>
          <p:spPr>
            <a:xfrm>
              <a:off x="2362936" y="3124202"/>
              <a:ext cx="353377" cy="433792"/>
            </a:xfrm>
            <a:prstGeom prst="rect">
              <a:avLst/>
            </a:prstGeom>
            <a:noFill/>
          </p:spPr>
          <p:txBody>
            <a:bodyPr wrap="none">
              <a:spAutoFit/>
            </a:bodyPr>
            <a:lstStyle/>
            <a:p>
              <a:pPr fontAlgn="base">
                <a:spcBef>
                  <a:spcPct val="0"/>
                </a:spcBef>
                <a:spcAft>
                  <a:spcPct val="0"/>
                </a:spcAft>
                <a:defRPr/>
              </a:pPr>
              <a:r>
                <a:rPr lang="en-US" sz="1200" b="1">
                  <a:solidFill>
                    <a:srgbClr val="003366"/>
                  </a:solidFill>
                  <a:latin typeface="Verdana"/>
                  <a:cs typeface="Arial" panose="020B0604020202020204" pitchFamily="34" charset="0"/>
                </a:rPr>
                <a:t>Đ</a:t>
              </a:r>
            </a:p>
          </p:txBody>
        </p:sp>
        <p:sp>
          <p:nvSpPr>
            <p:cNvPr id="23" name="TextBox 22">
              <a:extLst>
                <a:ext uri="{FF2B5EF4-FFF2-40B4-BE49-F238E27FC236}">
                  <a16:creationId xmlns:a16="http://schemas.microsoft.com/office/drawing/2014/main" id="{14E1DD61-BAC9-47ED-AE86-A411E28AEA39}"/>
                </a:ext>
              </a:extLst>
            </p:cNvPr>
            <p:cNvSpPr txBox="1"/>
            <p:nvPr/>
          </p:nvSpPr>
          <p:spPr>
            <a:xfrm>
              <a:off x="990310" y="3886203"/>
              <a:ext cx="331653" cy="433792"/>
            </a:xfrm>
            <a:prstGeom prst="rect">
              <a:avLst/>
            </a:prstGeom>
            <a:noFill/>
          </p:spPr>
          <p:txBody>
            <a:bodyPr wrap="none">
              <a:spAutoFit/>
            </a:bodyPr>
            <a:lstStyle/>
            <a:p>
              <a:pPr fontAlgn="base">
                <a:spcBef>
                  <a:spcPct val="0"/>
                </a:spcBef>
                <a:spcAft>
                  <a:spcPct val="0"/>
                </a:spcAft>
                <a:defRPr/>
              </a:pPr>
              <a:r>
                <a:rPr lang="en-US" sz="1200" b="1">
                  <a:solidFill>
                    <a:srgbClr val="003366"/>
                  </a:solidFill>
                  <a:latin typeface="Verdana"/>
                  <a:cs typeface="Arial" panose="020B0604020202020204" pitchFamily="34" charset="0"/>
                </a:rPr>
                <a:t>S</a:t>
              </a:r>
            </a:p>
          </p:txBody>
        </p:sp>
        <p:sp>
          <p:nvSpPr>
            <p:cNvPr id="24" name="Rectangle 23">
              <a:extLst>
                <a:ext uri="{FF2B5EF4-FFF2-40B4-BE49-F238E27FC236}">
                  <a16:creationId xmlns:a16="http://schemas.microsoft.com/office/drawing/2014/main" id="{1690AE6C-63C5-497F-95FF-DE6E1375EA72}"/>
                </a:ext>
              </a:extLst>
            </p:cNvPr>
            <p:cNvSpPr/>
            <p:nvPr/>
          </p:nvSpPr>
          <p:spPr>
            <a:xfrm>
              <a:off x="685282" y="4724401"/>
              <a:ext cx="1372627" cy="427037"/>
            </a:xfrm>
            <a:prstGeom prst="rect">
              <a:avLst/>
            </a:prstGeom>
          </p:spPr>
          <p:style>
            <a:lnRef idx="2">
              <a:schemeClr val="accent6"/>
            </a:lnRef>
            <a:fillRef idx="1">
              <a:schemeClr val="lt1"/>
            </a:fillRef>
            <a:effectRef idx="0">
              <a:schemeClr val="accent6"/>
            </a:effectRef>
            <a:fontRef idx="minor">
              <a:schemeClr val="dk1"/>
            </a:fontRef>
          </p:style>
          <p:txBody>
            <a:bodyPr anchor="ctr"/>
            <a:lstStyle/>
            <a:p>
              <a:pPr algn="ctr" fontAlgn="base">
                <a:spcBef>
                  <a:spcPct val="0"/>
                </a:spcBef>
                <a:spcAft>
                  <a:spcPct val="0"/>
                </a:spcAft>
                <a:defRPr/>
              </a:pPr>
              <a:r>
                <a:rPr lang="en-US" sz="1200">
                  <a:solidFill>
                    <a:srgbClr val="78A84B"/>
                  </a:solidFill>
                  <a:latin typeface="Verdana"/>
                </a:rPr>
                <a:t>&lt;Lệnh n&gt;</a:t>
              </a:r>
            </a:p>
          </p:txBody>
        </p:sp>
        <p:cxnSp>
          <p:nvCxnSpPr>
            <p:cNvPr id="25" name="Straight Arrow Connector 24">
              <a:extLst>
                <a:ext uri="{FF2B5EF4-FFF2-40B4-BE49-F238E27FC236}">
                  <a16:creationId xmlns:a16="http://schemas.microsoft.com/office/drawing/2014/main" id="{4C098E0E-434C-4D25-9F12-0A292D89080E}"/>
                </a:ext>
              </a:extLst>
            </p:cNvPr>
            <p:cNvCxnSpPr/>
            <p:nvPr/>
          </p:nvCxnSpPr>
          <p:spPr>
            <a:xfrm rot="5400000">
              <a:off x="763386" y="5739527"/>
              <a:ext cx="1181100" cy="14449"/>
            </a:xfrm>
            <a:prstGeom prst="straightConnector1">
              <a:avLst/>
            </a:prstGeom>
            <a:ln w="38100">
              <a:prstDash val="solid"/>
              <a:tailEnd type="arrow"/>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22DC00AB-70FA-4B50-9A7B-BCCC55E432DE}"/>
                </a:ext>
              </a:extLst>
            </p:cNvPr>
            <p:cNvSpPr/>
            <p:nvPr/>
          </p:nvSpPr>
          <p:spPr>
            <a:xfrm>
              <a:off x="762342" y="1189039"/>
              <a:ext cx="1218508"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sz="1200" dirty="0">
                  <a:solidFill>
                    <a:srgbClr val="FFFFFF"/>
                  </a:solidFill>
                  <a:latin typeface="Verdana"/>
                </a:rPr>
                <a:t>begin</a:t>
              </a:r>
            </a:p>
          </p:txBody>
        </p:sp>
        <p:sp>
          <p:nvSpPr>
            <p:cNvPr id="27" name="Oval 26">
              <a:extLst>
                <a:ext uri="{FF2B5EF4-FFF2-40B4-BE49-F238E27FC236}">
                  <a16:creationId xmlns:a16="http://schemas.microsoft.com/office/drawing/2014/main" id="{D4DE8928-6D3D-4335-BD3E-62AD2DE3A30F}"/>
                </a:ext>
              </a:extLst>
            </p:cNvPr>
            <p:cNvSpPr/>
            <p:nvPr/>
          </p:nvSpPr>
          <p:spPr>
            <a:xfrm>
              <a:off x="799267" y="6345238"/>
              <a:ext cx="1218507" cy="3651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sz="1200" dirty="0">
                  <a:solidFill>
                    <a:srgbClr val="FFFFFF"/>
                  </a:solidFill>
                  <a:latin typeface="Verdana"/>
                </a:rPr>
                <a:t>end</a:t>
              </a:r>
            </a:p>
          </p:txBody>
        </p:sp>
      </p:grpSp>
    </p:spTree>
    <p:extLst>
      <p:ext uri="{BB962C8B-B14F-4D97-AF65-F5344CB8AC3E}">
        <p14:creationId xmlns:p14="http://schemas.microsoft.com/office/powerpoint/2010/main" val="3502768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56"/>
                                        </p:tgtEl>
                                        <p:attrNameLst>
                                          <p:attrName>style.visibility</p:attrName>
                                        </p:attrNameLst>
                                      </p:cBhvr>
                                      <p:to>
                                        <p:strVal val="visible"/>
                                      </p:to>
                                    </p:set>
                                    <p:animEffect transition="in" filter="barn(inVertical)">
                                      <p:cBhvr>
                                        <p:cTn id="12" dur="500"/>
                                        <p:tgtEl>
                                          <p:spTgt spid="85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nodePh="1">
                                  <p:stCondLst>
                                    <p:cond delay="0"/>
                                  </p:stCondLst>
                                  <p:endCondLst>
                                    <p:cond evt="begin" delay="0">
                                      <p:tn val="15"/>
                                    </p:cond>
                                  </p:endCondLst>
                                  <p:childTnLst>
                                    <p:set>
                                      <p:cBhvr>
                                        <p:cTn id="16" dur="1" fill="hold">
                                          <p:stCondLst>
                                            <p:cond delay="0"/>
                                          </p:stCondLst>
                                        </p:cTn>
                                        <p:tgtEl>
                                          <p:spTgt spid="855"/>
                                        </p:tgtEl>
                                        <p:attrNameLst>
                                          <p:attrName>style.visibility</p:attrName>
                                        </p:attrNameLst>
                                      </p:cBhvr>
                                      <p:to>
                                        <p:strVal val="visible"/>
                                      </p:to>
                                    </p:set>
                                    <p:animEffect transition="in" filter="barn(inVertical)">
                                      <p:cBhvr>
                                        <p:cTn id="17" dur="500"/>
                                        <p:tgtEl>
                                          <p:spTgt spid="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 grpId="0"/>
      <p:bldP spid="85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47"/>
          <p:cNvSpPr txBox="1">
            <a:spLocks noGrp="1"/>
          </p:cNvSpPr>
          <p:nvPr>
            <p:ph type="title"/>
          </p:nvPr>
        </p:nvSpPr>
        <p:spPr>
          <a:xfrm>
            <a:off x="1784982" y="18911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Hoạt động</a:t>
            </a:r>
            <a:endParaRPr dirty="0"/>
          </a:p>
        </p:txBody>
      </p:sp>
      <p:sp>
        <p:nvSpPr>
          <p:cNvPr id="725" name="Google Shape;725;p47"/>
          <p:cNvSpPr txBox="1">
            <a:spLocks noGrp="1"/>
          </p:cNvSpPr>
          <p:nvPr>
            <p:ph type="subTitle" idx="3"/>
          </p:nvPr>
        </p:nvSpPr>
        <p:spPr>
          <a:xfrm>
            <a:off x="2374551" y="735923"/>
            <a:ext cx="5593691" cy="4218467"/>
          </a:xfrm>
          <a:prstGeom prst="rect">
            <a:avLst/>
          </a:prstGeom>
        </p:spPr>
        <p:txBody>
          <a:bodyPr spcFirstLastPara="1" wrap="square" lIns="91425" tIns="91425" rIns="91425" bIns="91425" anchor="t" anchorCtr="0">
            <a:noAutofit/>
          </a:bodyPr>
          <a:lstStyle/>
          <a:p>
            <a:pPr algn="just">
              <a:lnSpc>
                <a:spcPct val="150000"/>
              </a:lnSpc>
            </a:pP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Đầu tiên,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máy</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sẽ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tra</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biến</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biểu</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thức</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giá</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trị</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1.</a:t>
            </a:r>
            <a:endParaRPr lang="vi-V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Nếu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đúng</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thì</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thực hiện các lệnh nằm trong case đó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và</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gặp</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lệnh </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break </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thì thoát ngay khỏi switch, bỏ qua các case còn lại.</a:t>
            </a:r>
            <a:endParaRPr lang="vi-V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Nếu</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sai</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thì</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kiểm</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tra</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biến</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biểu</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thức</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2…</a:t>
            </a:r>
            <a:endParaRPr lang="vi-V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Tương</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tự</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cho</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đến</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giá</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trị</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 </a:t>
            </a:r>
            <a:endParaRPr lang="vi-V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Nếu</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biến</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biểu</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thức</a:t>
            </a:r>
            <a:r>
              <a:rPr lang="en-US" sz="1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không</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bằng với bất kỳ giá trị nào trong giá trị 1, giá trị 2,…,giá trị n thì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câu</a:t>
            </a:r>
            <a:r>
              <a:rPr lang="en-US" sz="1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lệnh</a:t>
            </a: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n</a:t>
            </a:r>
            <a:r>
              <a:rPr lang="vi-VN"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sẽ được thực hiện nếu có thành phần default.</a:t>
            </a:r>
            <a:endParaRPr lang="vi-V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lvl="0" indent="0" algn="just" rtl="0">
              <a:spcBef>
                <a:spcPts val="0"/>
              </a:spcBef>
              <a:spcAft>
                <a:spcPts val="0"/>
              </a:spcAft>
              <a:buNone/>
            </a:pPr>
            <a:endParaRPr dirty="0"/>
          </a:p>
          <a:p>
            <a:pPr marL="0" lvl="0" indent="0" algn="ctr" rtl="0">
              <a:spcBef>
                <a:spcPts val="0"/>
              </a:spcBef>
              <a:spcAft>
                <a:spcPts val="0"/>
              </a:spcAft>
              <a:buNone/>
            </a:pPr>
            <a:endParaRPr dirty="0"/>
          </a:p>
        </p:txBody>
      </p:sp>
      <p:pic>
        <p:nvPicPr>
          <p:cNvPr id="727" name="Google Shape;727;p47"/>
          <p:cNvPicPr preferRelativeResize="0"/>
          <p:nvPr/>
        </p:nvPicPr>
        <p:blipFill rotWithShape="1">
          <a:blip r:embed="rId3">
            <a:alphaModFix/>
          </a:blip>
          <a:srcRect l="61241" r="15108"/>
          <a:stretch/>
        </p:blipFill>
        <p:spPr>
          <a:xfrm>
            <a:off x="0" y="0"/>
            <a:ext cx="1823175" cy="5143500"/>
          </a:xfrm>
          <a:prstGeom prst="rect">
            <a:avLst/>
          </a:prstGeom>
          <a:noFill/>
          <a:ln>
            <a:noFill/>
          </a:ln>
        </p:spPr>
      </p:pic>
      <p:grpSp>
        <p:nvGrpSpPr>
          <p:cNvPr id="728" name="Google Shape;728;p47"/>
          <p:cNvGrpSpPr/>
          <p:nvPr/>
        </p:nvGrpSpPr>
        <p:grpSpPr>
          <a:xfrm>
            <a:off x="1223348" y="4553184"/>
            <a:ext cx="1015032" cy="325196"/>
            <a:chOff x="1156673" y="4600809"/>
            <a:chExt cx="1015032" cy="325196"/>
          </a:xfrm>
        </p:grpSpPr>
        <p:sp>
          <p:nvSpPr>
            <p:cNvPr id="729" name="Google Shape;729;p47"/>
            <p:cNvSpPr/>
            <p:nvPr/>
          </p:nvSpPr>
          <p:spPr>
            <a:xfrm>
              <a:off x="1937576" y="4600809"/>
              <a:ext cx="234129" cy="75728"/>
            </a:xfrm>
            <a:custGeom>
              <a:avLst/>
              <a:gdLst/>
              <a:ahLst/>
              <a:cxnLst/>
              <a:rect l="l" t="t" r="r" b="b"/>
              <a:pathLst>
                <a:path w="6001" h="1941" extrusionOk="0">
                  <a:moveTo>
                    <a:pt x="0" y="0"/>
                  </a:moveTo>
                  <a:lnTo>
                    <a:pt x="0" y="1941"/>
                  </a:lnTo>
                  <a:lnTo>
                    <a:pt x="6001" y="1941"/>
                  </a:lnTo>
                  <a:lnTo>
                    <a:pt x="60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7"/>
            <p:cNvSpPr/>
            <p:nvPr/>
          </p:nvSpPr>
          <p:spPr>
            <a:xfrm>
              <a:off x="1394514" y="4600809"/>
              <a:ext cx="440870" cy="75728"/>
            </a:xfrm>
            <a:custGeom>
              <a:avLst/>
              <a:gdLst/>
              <a:ahLst/>
              <a:cxnLst/>
              <a:rect l="l" t="t" r="r" b="b"/>
              <a:pathLst>
                <a:path w="11300" h="1941" extrusionOk="0">
                  <a:moveTo>
                    <a:pt x="1" y="0"/>
                  </a:moveTo>
                  <a:lnTo>
                    <a:pt x="1" y="1941"/>
                  </a:lnTo>
                  <a:lnTo>
                    <a:pt x="11300" y="1941"/>
                  </a:lnTo>
                  <a:lnTo>
                    <a:pt x="113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7"/>
            <p:cNvSpPr/>
            <p:nvPr/>
          </p:nvSpPr>
          <p:spPr>
            <a:xfrm>
              <a:off x="1156673" y="4725738"/>
              <a:ext cx="474774" cy="75767"/>
            </a:xfrm>
            <a:custGeom>
              <a:avLst/>
              <a:gdLst/>
              <a:ahLst/>
              <a:cxnLst/>
              <a:rect l="l" t="t" r="r" b="b"/>
              <a:pathLst>
                <a:path w="12169" h="1942" extrusionOk="0">
                  <a:moveTo>
                    <a:pt x="1" y="1"/>
                  </a:moveTo>
                  <a:lnTo>
                    <a:pt x="1" y="1942"/>
                  </a:lnTo>
                  <a:lnTo>
                    <a:pt x="12169" y="1942"/>
                  </a:lnTo>
                  <a:lnTo>
                    <a:pt x="121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7"/>
            <p:cNvSpPr/>
            <p:nvPr/>
          </p:nvSpPr>
          <p:spPr>
            <a:xfrm>
              <a:off x="1718307" y="4725738"/>
              <a:ext cx="453393" cy="75767"/>
            </a:xfrm>
            <a:custGeom>
              <a:avLst/>
              <a:gdLst/>
              <a:ahLst/>
              <a:cxnLst/>
              <a:rect l="l" t="t" r="r" b="b"/>
              <a:pathLst>
                <a:path w="11621" h="1942" extrusionOk="0">
                  <a:moveTo>
                    <a:pt x="0" y="1"/>
                  </a:moveTo>
                  <a:lnTo>
                    <a:pt x="0" y="1942"/>
                  </a:lnTo>
                  <a:lnTo>
                    <a:pt x="11621" y="1942"/>
                  </a:lnTo>
                  <a:lnTo>
                    <a:pt x="116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7"/>
            <p:cNvSpPr/>
            <p:nvPr/>
          </p:nvSpPr>
          <p:spPr>
            <a:xfrm>
              <a:off x="1536688" y="4850706"/>
              <a:ext cx="635008" cy="75299"/>
            </a:xfrm>
            <a:custGeom>
              <a:avLst/>
              <a:gdLst/>
              <a:ahLst/>
              <a:cxnLst/>
              <a:rect l="l" t="t" r="r" b="b"/>
              <a:pathLst>
                <a:path w="16276" h="1930" extrusionOk="0">
                  <a:moveTo>
                    <a:pt x="0" y="1"/>
                  </a:moveTo>
                  <a:lnTo>
                    <a:pt x="0" y="1930"/>
                  </a:lnTo>
                  <a:lnTo>
                    <a:pt x="16276" y="1930"/>
                  </a:lnTo>
                  <a:lnTo>
                    <a:pt x="162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22"/>
                                        </p:tgtEl>
                                        <p:attrNameLst>
                                          <p:attrName>style.visibility</p:attrName>
                                        </p:attrNameLst>
                                      </p:cBhvr>
                                      <p:to>
                                        <p:strVal val="visible"/>
                                      </p:to>
                                    </p:set>
                                    <p:animEffect transition="in" filter="barn(inVertical)">
                                      <p:cBhvr>
                                        <p:cTn id="7" dur="500"/>
                                        <p:tgtEl>
                                          <p:spTgt spid="7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25">
                                            <p:txEl>
                                              <p:pRg st="0" end="0"/>
                                            </p:txEl>
                                          </p:spTgt>
                                        </p:tgtEl>
                                        <p:attrNameLst>
                                          <p:attrName>style.visibility</p:attrName>
                                        </p:attrNameLst>
                                      </p:cBhvr>
                                      <p:to>
                                        <p:strVal val="visible"/>
                                      </p:to>
                                    </p:set>
                                    <p:animEffect transition="in" filter="fade">
                                      <p:cBhvr>
                                        <p:cTn id="12" dur="1000"/>
                                        <p:tgtEl>
                                          <p:spTgt spid="725">
                                            <p:txEl>
                                              <p:pRg st="0" end="0"/>
                                            </p:txEl>
                                          </p:spTgt>
                                        </p:tgtEl>
                                      </p:cBhvr>
                                    </p:animEffect>
                                    <p:anim calcmode="lin" valueType="num">
                                      <p:cBhvr>
                                        <p:cTn id="13" dur="1000" fill="hold"/>
                                        <p:tgtEl>
                                          <p:spTgt spid="72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25">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5">
                                            <p:txEl>
                                              <p:pRg st="1" end="1"/>
                                            </p:txEl>
                                          </p:spTgt>
                                        </p:tgtEl>
                                        <p:attrNameLst>
                                          <p:attrName>style.visibility</p:attrName>
                                        </p:attrNameLst>
                                      </p:cBhvr>
                                      <p:to>
                                        <p:strVal val="visible"/>
                                      </p:to>
                                    </p:set>
                                    <p:animEffect transition="in" filter="fade">
                                      <p:cBhvr>
                                        <p:cTn id="17" dur="1000"/>
                                        <p:tgtEl>
                                          <p:spTgt spid="725">
                                            <p:txEl>
                                              <p:pRg st="1" end="1"/>
                                            </p:txEl>
                                          </p:spTgt>
                                        </p:tgtEl>
                                      </p:cBhvr>
                                    </p:animEffect>
                                    <p:anim calcmode="lin" valueType="num">
                                      <p:cBhvr>
                                        <p:cTn id="18" dur="1000" fill="hold"/>
                                        <p:tgtEl>
                                          <p:spTgt spid="725">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25">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25">
                                            <p:txEl>
                                              <p:pRg st="2" end="2"/>
                                            </p:txEl>
                                          </p:spTgt>
                                        </p:tgtEl>
                                        <p:attrNameLst>
                                          <p:attrName>style.visibility</p:attrName>
                                        </p:attrNameLst>
                                      </p:cBhvr>
                                      <p:to>
                                        <p:strVal val="visible"/>
                                      </p:to>
                                    </p:set>
                                    <p:animEffect transition="in" filter="fade">
                                      <p:cBhvr>
                                        <p:cTn id="22" dur="1000"/>
                                        <p:tgtEl>
                                          <p:spTgt spid="725">
                                            <p:txEl>
                                              <p:pRg st="2" end="2"/>
                                            </p:txEl>
                                          </p:spTgt>
                                        </p:tgtEl>
                                      </p:cBhvr>
                                    </p:animEffect>
                                    <p:anim calcmode="lin" valueType="num">
                                      <p:cBhvr>
                                        <p:cTn id="23" dur="1000" fill="hold"/>
                                        <p:tgtEl>
                                          <p:spTgt spid="725">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725">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25">
                                            <p:txEl>
                                              <p:pRg st="3" end="3"/>
                                            </p:txEl>
                                          </p:spTgt>
                                        </p:tgtEl>
                                        <p:attrNameLst>
                                          <p:attrName>style.visibility</p:attrName>
                                        </p:attrNameLst>
                                      </p:cBhvr>
                                      <p:to>
                                        <p:strVal val="visible"/>
                                      </p:to>
                                    </p:set>
                                    <p:animEffect transition="in" filter="fade">
                                      <p:cBhvr>
                                        <p:cTn id="27" dur="1000"/>
                                        <p:tgtEl>
                                          <p:spTgt spid="725">
                                            <p:txEl>
                                              <p:pRg st="3" end="3"/>
                                            </p:txEl>
                                          </p:spTgt>
                                        </p:tgtEl>
                                      </p:cBhvr>
                                    </p:animEffect>
                                    <p:anim calcmode="lin" valueType="num">
                                      <p:cBhvr>
                                        <p:cTn id="28" dur="1000" fill="hold"/>
                                        <p:tgtEl>
                                          <p:spTgt spid="725">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725">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25">
                                            <p:txEl>
                                              <p:pRg st="4" end="4"/>
                                            </p:txEl>
                                          </p:spTgt>
                                        </p:tgtEl>
                                        <p:attrNameLst>
                                          <p:attrName>style.visibility</p:attrName>
                                        </p:attrNameLst>
                                      </p:cBhvr>
                                      <p:to>
                                        <p:strVal val="visible"/>
                                      </p:to>
                                    </p:set>
                                    <p:animEffect transition="in" filter="fade">
                                      <p:cBhvr>
                                        <p:cTn id="32" dur="1000"/>
                                        <p:tgtEl>
                                          <p:spTgt spid="725">
                                            <p:txEl>
                                              <p:pRg st="4" end="4"/>
                                            </p:txEl>
                                          </p:spTgt>
                                        </p:tgtEl>
                                      </p:cBhvr>
                                    </p:animEffect>
                                    <p:anim calcmode="lin" valueType="num">
                                      <p:cBhvr>
                                        <p:cTn id="33" dur="1000" fill="hold"/>
                                        <p:tgtEl>
                                          <p:spTgt spid="725">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72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0A1217F4-B457-421E-B09F-CA0AF03946C0}"/>
              </a:ext>
            </a:extLst>
          </p:cNvPr>
          <p:cNvSpPr>
            <a:spLocks noGrp="1"/>
          </p:cNvSpPr>
          <p:nvPr>
            <p:ph type="subTitle" idx="1"/>
          </p:nvPr>
        </p:nvSpPr>
        <p:spPr>
          <a:xfrm flipH="1">
            <a:off x="720000" y="106326"/>
            <a:ext cx="7704000" cy="5143499"/>
          </a:xfrm>
        </p:spPr>
        <p:txBody>
          <a:bodyPr/>
          <a:lstStyle/>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endParaRPr lang="vi-VN" dirty="0"/>
          </a:p>
          <a:p>
            <a:pPr marL="114300" indent="0">
              <a:buNone/>
            </a:pPr>
            <a:r>
              <a:rPr lang="vi-VN" sz="3600" dirty="0"/>
              <a:t>Ví dụ</a:t>
            </a:r>
          </a:p>
        </p:txBody>
      </p:sp>
      <p:pic>
        <p:nvPicPr>
          <p:cNvPr id="13" name="Picture 12">
            <a:extLst>
              <a:ext uri="{FF2B5EF4-FFF2-40B4-BE49-F238E27FC236}">
                <a16:creationId xmlns:a16="http://schemas.microsoft.com/office/drawing/2014/main" id="{2DAE6512-93AD-47DB-83E0-BFB070FAAF9B}"/>
              </a:ext>
            </a:extLst>
          </p:cNvPr>
          <p:cNvPicPr>
            <a:picLocks noChangeAspect="1"/>
          </p:cNvPicPr>
          <p:nvPr/>
        </p:nvPicPr>
        <p:blipFill>
          <a:blip r:embed="rId2"/>
          <a:stretch>
            <a:fillRect/>
          </a:stretch>
        </p:blipFill>
        <p:spPr>
          <a:xfrm>
            <a:off x="3553701" y="202019"/>
            <a:ext cx="4016680" cy="4835156"/>
          </a:xfrm>
          <a:prstGeom prst="rect">
            <a:avLst/>
          </a:prstGeom>
        </p:spPr>
      </p:pic>
    </p:spTree>
    <p:extLst>
      <p:ext uri="{BB962C8B-B14F-4D97-AF65-F5344CB8AC3E}">
        <p14:creationId xmlns:p14="http://schemas.microsoft.com/office/powerpoint/2010/main" val="243805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xEl>
                                              <p:pRg st="10" end="10"/>
                                            </p:txEl>
                                          </p:spTgt>
                                        </p:tgtEl>
                                        <p:attrNameLst>
                                          <p:attrName>style.visibility</p:attrName>
                                        </p:attrNameLst>
                                      </p:cBhvr>
                                      <p:to>
                                        <p:strVal val="visible"/>
                                      </p:to>
                                    </p:set>
                                    <p:animEffect transition="in" filter="barn(inVertical)">
                                      <p:cBhvr>
                                        <p:cTn id="7" dur="500"/>
                                        <p:tgtEl>
                                          <p:spTgt spid="9">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46"/>
          <p:cNvSpPr/>
          <p:nvPr/>
        </p:nvSpPr>
        <p:spPr>
          <a:xfrm>
            <a:off x="-18165" y="2087850"/>
            <a:ext cx="3504300" cy="15483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6"/>
          <p:cNvSpPr txBox="1">
            <a:spLocks noGrp="1"/>
          </p:cNvSpPr>
          <p:nvPr>
            <p:ph type="subTitle" idx="4294967295"/>
          </p:nvPr>
        </p:nvSpPr>
        <p:spPr>
          <a:xfrm flipH="1">
            <a:off x="5307502" y="1434075"/>
            <a:ext cx="3708906" cy="2730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vi-VN" dirty="0"/>
              <a:t>Giúp code dễ viết và dễ đọc hơn</a:t>
            </a:r>
            <a:endParaRPr dirty="0"/>
          </a:p>
        </p:txBody>
      </p:sp>
      <p:sp>
        <p:nvSpPr>
          <p:cNvPr id="702" name="Google Shape;702;p46"/>
          <p:cNvSpPr txBox="1">
            <a:spLocks noGrp="1"/>
          </p:cNvSpPr>
          <p:nvPr>
            <p:ph type="subTitle" idx="4294967295"/>
          </p:nvPr>
        </p:nvSpPr>
        <p:spPr>
          <a:xfrm flipH="1">
            <a:off x="5307502" y="2479106"/>
            <a:ext cx="3619699" cy="641100"/>
          </a:xfrm>
          <a:prstGeom prst="rect">
            <a:avLst/>
          </a:prstGeom>
        </p:spPr>
        <p:txBody>
          <a:bodyPr spcFirstLastPara="1" wrap="square" lIns="91425" tIns="0" rIns="91425" bIns="0" anchor="t" anchorCtr="0">
            <a:noAutofit/>
          </a:bodyPr>
          <a:lstStyle/>
          <a:p>
            <a:pPr marL="0" lvl="0" indent="0" algn="l" rtl="0">
              <a:spcBef>
                <a:spcPts val="1600"/>
              </a:spcBef>
              <a:spcAft>
                <a:spcPts val="1600"/>
              </a:spcAft>
              <a:buNone/>
            </a:pPr>
            <a:r>
              <a:rPr lang="vi-VN" dirty="0"/>
              <a:t>Có hiệu năng tốt hơn </a:t>
            </a:r>
            <a:r>
              <a:rPr lang="en-US" dirty="0"/>
              <a:t>so v</a:t>
            </a:r>
            <a:r>
              <a:rPr lang="vi-VN" dirty="0"/>
              <a:t>ới if else </a:t>
            </a:r>
            <a:endParaRPr dirty="0"/>
          </a:p>
        </p:txBody>
      </p:sp>
      <p:sp>
        <p:nvSpPr>
          <p:cNvPr id="703" name="Google Shape;703;p46"/>
          <p:cNvSpPr/>
          <p:nvPr/>
        </p:nvSpPr>
        <p:spPr>
          <a:xfrm>
            <a:off x="0" y="2610900"/>
            <a:ext cx="1785055" cy="188756"/>
          </a:xfrm>
          <a:custGeom>
            <a:avLst/>
            <a:gdLst/>
            <a:ahLst/>
            <a:cxnLst/>
            <a:rect l="l" t="t" r="r" b="b"/>
            <a:pathLst>
              <a:path w="106491" h="5847" extrusionOk="0">
                <a:moveTo>
                  <a:pt x="1" y="0"/>
                </a:moveTo>
                <a:lnTo>
                  <a:pt x="1" y="5846"/>
                </a:lnTo>
                <a:lnTo>
                  <a:pt x="106490" y="5846"/>
                </a:lnTo>
                <a:lnTo>
                  <a:pt x="1064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6"/>
          <p:cNvSpPr txBox="1">
            <a:spLocks noGrp="1"/>
          </p:cNvSpPr>
          <p:nvPr>
            <p:ph type="ctrTitle" idx="4294967295"/>
          </p:nvPr>
        </p:nvSpPr>
        <p:spPr>
          <a:xfrm flipH="1">
            <a:off x="750838" y="2571750"/>
            <a:ext cx="2435700" cy="396900"/>
          </a:xfrm>
          <a:prstGeom prst="rect">
            <a:avLst/>
          </a:prstGeom>
        </p:spPr>
        <p:txBody>
          <a:bodyPr spcFirstLastPara="1" wrap="square" lIns="91425" tIns="0" rIns="91425" bIns="0" anchor="ctr" anchorCtr="0">
            <a:noAutofit/>
          </a:bodyPr>
          <a:lstStyle/>
          <a:p>
            <a:pPr marL="0" lvl="0" indent="0" algn="r" rtl="0">
              <a:spcBef>
                <a:spcPts val="0"/>
              </a:spcBef>
              <a:spcAft>
                <a:spcPts val="0"/>
              </a:spcAft>
              <a:buNone/>
            </a:pPr>
            <a:r>
              <a:rPr lang="vi-VN" sz="3000" dirty="0">
                <a:solidFill>
                  <a:schemeClr val="dk1"/>
                </a:solidFill>
              </a:rPr>
              <a:t>Công dụng</a:t>
            </a:r>
            <a:endParaRPr sz="3000" dirty="0">
              <a:solidFill>
                <a:schemeClr val="dk1"/>
              </a:solidFill>
            </a:endParaRPr>
          </a:p>
        </p:txBody>
      </p:sp>
      <p:sp>
        <p:nvSpPr>
          <p:cNvPr id="705" name="Google Shape;705;p46"/>
          <p:cNvSpPr/>
          <p:nvPr/>
        </p:nvSpPr>
        <p:spPr>
          <a:xfrm flipH="1">
            <a:off x="1165475" y="3815600"/>
            <a:ext cx="2338825" cy="133867"/>
          </a:xfrm>
          <a:custGeom>
            <a:avLst/>
            <a:gdLst/>
            <a:ahLst/>
            <a:cxnLst/>
            <a:rect l="l" t="t" r="r" b="b"/>
            <a:pathLst>
              <a:path w="135840" h="8298" extrusionOk="0">
                <a:moveTo>
                  <a:pt x="1" y="1"/>
                </a:moveTo>
                <a:lnTo>
                  <a:pt x="1" y="8298"/>
                </a:lnTo>
                <a:lnTo>
                  <a:pt x="135840" y="8298"/>
                </a:lnTo>
                <a:lnTo>
                  <a:pt x="1358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6"/>
          <p:cNvSpPr/>
          <p:nvPr/>
        </p:nvSpPr>
        <p:spPr>
          <a:xfrm flipH="1">
            <a:off x="5500" y="3815594"/>
            <a:ext cx="1159976" cy="133894"/>
          </a:xfrm>
          <a:custGeom>
            <a:avLst/>
            <a:gdLst/>
            <a:ahLst/>
            <a:cxnLst/>
            <a:rect l="l" t="t" r="r" b="b"/>
            <a:pathLst>
              <a:path w="71889" h="8298" extrusionOk="0">
                <a:moveTo>
                  <a:pt x="1" y="1"/>
                </a:moveTo>
                <a:lnTo>
                  <a:pt x="1" y="8298"/>
                </a:lnTo>
                <a:lnTo>
                  <a:pt x="71889" y="8298"/>
                </a:lnTo>
                <a:lnTo>
                  <a:pt x="718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6"/>
          <p:cNvSpPr/>
          <p:nvPr/>
        </p:nvSpPr>
        <p:spPr>
          <a:xfrm flipH="1">
            <a:off x="1198717" y="4037295"/>
            <a:ext cx="1710557" cy="133894"/>
          </a:xfrm>
          <a:custGeom>
            <a:avLst/>
            <a:gdLst/>
            <a:ahLst/>
            <a:cxnLst/>
            <a:rect l="l" t="t" r="r" b="b"/>
            <a:pathLst>
              <a:path w="106011" h="8298" extrusionOk="0">
                <a:moveTo>
                  <a:pt x="1" y="1"/>
                </a:moveTo>
                <a:lnTo>
                  <a:pt x="1" y="8297"/>
                </a:lnTo>
                <a:lnTo>
                  <a:pt x="106011" y="8297"/>
                </a:lnTo>
                <a:lnTo>
                  <a:pt x="1060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6"/>
          <p:cNvSpPr/>
          <p:nvPr/>
        </p:nvSpPr>
        <p:spPr>
          <a:xfrm flipH="1">
            <a:off x="1198727" y="4037295"/>
            <a:ext cx="497188" cy="133894"/>
          </a:xfrm>
          <a:custGeom>
            <a:avLst/>
            <a:gdLst/>
            <a:ahLst/>
            <a:cxnLst/>
            <a:rect l="l" t="t" r="r" b="b"/>
            <a:pathLst>
              <a:path w="30813" h="8298" extrusionOk="0">
                <a:moveTo>
                  <a:pt x="0" y="1"/>
                </a:moveTo>
                <a:lnTo>
                  <a:pt x="0" y="8297"/>
                </a:lnTo>
                <a:lnTo>
                  <a:pt x="30813" y="8297"/>
                </a:lnTo>
                <a:lnTo>
                  <a:pt x="30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6"/>
          <p:cNvSpPr/>
          <p:nvPr/>
        </p:nvSpPr>
        <p:spPr>
          <a:xfrm flipH="1">
            <a:off x="5505" y="4037295"/>
            <a:ext cx="579996" cy="133894"/>
          </a:xfrm>
          <a:custGeom>
            <a:avLst/>
            <a:gdLst/>
            <a:ahLst/>
            <a:cxnLst/>
            <a:rect l="l" t="t" r="r" b="b"/>
            <a:pathLst>
              <a:path w="35945" h="8298" extrusionOk="0">
                <a:moveTo>
                  <a:pt x="1" y="1"/>
                </a:moveTo>
                <a:lnTo>
                  <a:pt x="1" y="8297"/>
                </a:lnTo>
                <a:lnTo>
                  <a:pt x="35945" y="8297"/>
                </a:lnTo>
                <a:lnTo>
                  <a:pt x="3594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6"/>
          <p:cNvSpPr/>
          <p:nvPr/>
        </p:nvSpPr>
        <p:spPr>
          <a:xfrm flipH="1">
            <a:off x="933688" y="4037295"/>
            <a:ext cx="133894" cy="133894"/>
          </a:xfrm>
          <a:custGeom>
            <a:avLst/>
            <a:gdLst/>
            <a:ahLst/>
            <a:cxnLst/>
            <a:rect l="l" t="t" r="r" b="b"/>
            <a:pathLst>
              <a:path w="8298" h="8298" extrusionOk="0">
                <a:moveTo>
                  <a:pt x="0" y="1"/>
                </a:moveTo>
                <a:lnTo>
                  <a:pt x="0" y="8297"/>
                </a:lnTo>
                <a:lnTo>
                  <a:pt x="8297" y="8297"/>
                </a:lnTo>
                <a:lnTo>
                  <a:pt x="8297" y="1"/>
                </a:lnTo>
                <a:close/>
              </a:path>
            </a:pathLst>
          </a:custGeom>
          <a:solidFill>
            <a:srgbClr val="FFFFFF">
              <a:alpha val="31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6"/>
          <p:cNvSpPr/>
          <p:nvPr/>
        </p:nvSpPr>
        <p:spPr>
          <a:xfrm flipH="1">
            <a:off x="720893" y="4037295"/>
            <a:ext cx="133894" cy="133894"/>
          </a:xfrm>
          <a:custGeom>
            <a:avLst/>
            <a:gdLst/>
            <a:ahLst/>
            <a:cxnLst/>
            <a:rect l="l" t="t" r="r" b="b"/>
            <a:pathLst>
              <a:path w="8298" h="8298" extrusionOk="0">
                <a:moveTo>
                  <a:pt x="1" y="1"/>
                </a:moveTo>
                <a:lnTo>
                  <a:pt x="1" y="8297"/>
                </a:lnTo>
                <a:lnTo>
                  <a:pt x="8297" y="8297"/>
                </a:lnTo>
                <a:lnTo>
                  <a:pt x="82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6"/>
          <p:cNvSpPr/>
          <p:nvPr/>
        </p:nvSpPr>
        <p:spPr>
          <a:xfrm flipH="1">
            <a:off x="5508" y="4258997"/>
            <a:ext cx="133878" cy="133894"/>
          </a:xfrm>
          <a:custGeom>
            <a:avLst/>
            <a:gdLst/>
            <a:ahLst/>
            <a:cxnLst/>
            <a:rect l="l" t="t" r="r" b="b"/>
            <a:pathLst>
              <a:path w="8297" h="8298" extrusionOk="0">
                <a:moveTo>
                  <a:pt x="0" y="0"/>
                </a:moveTo>
                <a:lnTo>
                  <a:pt x="0" y="8297"/>
                </a:lnTo>
                <a:lnTo>
                  <a:pt x="8297" y="8297"/>
                </a:lnTo>
                <a:lnTo>
                  <a:pt x="82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6"/>
          <p:cNvSpPr/>
          <p:nvPr/>
        </p:nvSpPr>
        <p:spPr>
          <a:xfrm flipH="1">
            <a:off x="246918" y="4258997"/>
            <a:ext cx="1367368" cy="133894"/>
          </a:xfrm>
          <a:custGeom>
            <a:avLst/>
            <a:gdLst/>
            <a:ahLst/>
            <a:cxnLst/>
            <a:rect l="l" t="t" r="r" b="b"/>
            <a:pathLst>
              <a:path w="84742" h="8298" extrusionOk="0">
                <a:moveTo>
                  <a:pt x="1" y="0"/>
                </a:moveTo>
                <a:lnTo>
                  <a:pt x="1" y="8297"/>
                </a:lnTo>
                <a:lnTo>
                  <a:pt x="84741" y="8297"/>
                </a:lnTo>
                <a:lnTo>
                  <a:pt x="84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4" name="Google Shape;714;p46"/>
          <p:cNvCxnSpPr/>
          <p:nvPr/>
        </p:nvCxnSpPr>
        <p:spPr>
          <a:xfrm rot="10800000" flipH="1">
            <a:off x="3351874" y="1570575"/>
            <a:ext cx="1879500" cy="1326900"/>
          </a:xfrm>
          <a:prstGeom prst="bentConnector3">
            <a:avLst>
              <a:gd name="adj1" fmla="val 50000"/>
            </a:avLst>
          </a:prstGeom>
          <a:noFill/>
          <a:ln w="28575" cap="flat" cmpd="sng">
            <a:solidFill>
              <a:schemeClr val="lt1"/>
            </a:solidFill>
            <a:prstDash val="solid"/>
            <a:round/>
            <a:headEnd type="none" w="med" len="med"/>
            <a:tailEnd type="oval" w="med" len="med"/>
          </a:ln>
        </p:spPr>
      </p:cxnSp>
      <p:cxnSp>
        <p:nvCxnSpPr>
          <p:cNvPr id="717" name="Google Shape;717;p46"/>
          <p:cNvCxnSpPr/>
          <p:nvPr/>
        </p:nvCxnSpPr>
        <p:spPr>
          <a:xfrm>
            <a:off x="3351874" y="2879437"/>
            <a:ext cx="1879500" cy="1326900"/>
          </a:xfrm>
          <a:prstGeom prst="bentConnector3">
            <a:avLst>
              <a:gd name="adj1" fmla="val 50000"/>
            </a:avLst>
          </a:prstGeom>
          <a:noFill/>
          <a:ln w="28575" cap="flat" cmpd="sng">
            <a:solidFill>
              <a:schemeClr val="lt1"/>
            </a:solidFill>
            <a:prstDash val="solid"/>
            <a:round/>
            <a:headEnd type="none" w="med" len="med"/>
            <a:tailEnd type="oval" w="med" len="med"/>
          </a:ln>
        </p:spPr>
      </p:cxnSp>
      <p:sp>
        <p:nvSpPr>
          <p:cNvPr id="19" name="Google Shape;702;p46">
            <a:extLst>
              <a:ext uri="{FF2B5EF4-FFF2-40B4-BE49-F238E27FC236}">
                <a16:creationId xmlns:a16="http://schemas.microsoft.com/office/drawing/2014/main" id="{5B2AF8A0-0CF5-436B-8E00-5AB54C6C7574}"/>
              </a:ext>
            </a:extLst>
          </p:cNvPr>
          <p:cNvSpPr txBox="1">
            <a:spLocks/>
          </p:cNvSpPr>
          <p:nvPr/>
        </p:nvSpPr>
        <p:spPr>
          <a:xfrm flipH="1">
            <a:off x="5287288" y="3440792"/>
            <a:ext cx="3619699" cy="1439552"/>
          </a:xfrm>
          <a:prstGeom prst="rect">
            <a:avLst/>
          </a:prstGeom>
          <a:noFill/>
          <a:ln>
            <a:noFill/>
          </a:ln>
        </p:spPr>
        <p:txBody>
          <a:bodyPr spcFirstLastPara="1" wrap="square" lIns="91425" tIns="0" rIns="91425" bIns="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1"/>
              </a:buClr>
              <a:buSzPts val="1800"/>
              <a:buFont typeface="Anaheim"/>
              <a:buChar char="●"/>
              <a:defRPr sz="1800" b="0" i="0" u="none" strike="noStrike" cap="none">
                <a:solidFill>
                  <a:schemeClr val="lt1"/>
                </a:solidFill>
                <a:latin typeface="Anaheim"/>
                <a:ea typeface="Anaheim"/>
                <a:cs typeface="Anaheim"/>
                <a:sym typeface="Anaheim"/>
              </a:defRPr>
            </a:lvl1pPr>
            <a:lvl2pPr marL="914400" marR="0" lvl="1"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2pPr>
            <a:lvl3pPr marL="1371600" marR="0" lvl="2"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3pPr>
            <a:lvl4pPr marL="1828800" marR="0" lvl="3"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4pPr>
            <a:lvl5pPr marL="2286000" marR="0" lvl="4"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5pPr>
            <a:lvl6pPr marL="2743200" marR="0" lvl="5"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6pPr>
            <a:lvl7pPr marL="3200400" marR="0" lvl="6"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7pPr>
            <a:lvl8pPr marL="3657600" marR="0" lvl="7" indent="-317500" algn="l" rtl="0">
              <a:lnSpc>
                <a:spcPct val="115000"/>
              </a:lnSpc>
              <a:spcBef>
                <a:spcPts val="1600"/>
              </a:spcBef>
              <a:spcAft>
                <a:spcPts val="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8pPr>
            <a:lvl9pPr marL="4114800" marR="0" lvl="8" indent="-317500" algn="l" rtl="0">
              <a:lnSpc>
                <a:spcPct val="115000"/>
              </a:lnSpc>
              <a:spcBef>
                <a:spcPts val="1600"/>
              </a:spcBef>
              <a:spcAft>
                <a:spcPts val="1600"/>
              </a:spcAft>
              <a:buClr>
                <a:schemeClr val="lt1"/>
              </a:buClr>
              <a:buSzPts val="1400"/>
              <a:buFont typeface="Anaheim"/>
              <a:buChar char="■"/>
              <a:defRPr sz="1400" b="0" i="0" u="none" strike="noStrike" cap="none">
                <a:solidFill>
                  <a:schemeClr val="lt1"/>
                </a:solidFill>
                <a:latin typeface="Anaheim"/>
                <a:ea typeface="Anaheim"/>
                <a:cs typeface="Anaheim"/>
                <a:sym typeface="Anaheim"/>
              </a:defRPr>
            </a:lvl9pPr>
          </a:lstStyle>
          <a:p>
            <a:pPr marL="0" indent="0">
              <a:spcBef>
                <a:spcPts val="1600"/>
              </a:spcBef>
              <a:spcAft>
                <a:spcPts val="1600"/>
              </a:spcAft>
              <a:buNone/>
            </a:pPr>
            <a:r>
              <a:rPr lang="vi-VN" b="0" i="0" dirty="0">
                <a:solidFill>
                  <a:schemeClr val="bg1"/>
                </a:solidFill>
                <a:effectLst/>
                <a:latin typeface="Open Sans" panose="020B0606030504020204" pitchFamily="34" charset="0"/>
              </a:rPr>
              <a:t>Nên sử dụng switch case trong bài toán mul-ti choice, biểu thức điều kiện tính toán phức tạp nhưng phải có giá trị nguyên.</a:t>
            </a:r>
          </a:p>
          <a:p>
            <a:pPr marL="0" indent="0">
              <a:spcBef>
                <a:spcPts val="1600"/>
              </a:spcBef>
              <a:spcAft>
                <a:spcPts val="1600"/>
              </a:spcAft>
              <a:buFont typeface="Anaheim"/>
              <a:buNone/>
            </a:pPr>
            <a:endParaRPr lang="vi-V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04"/>
                                        </p:tgtEl>
                                        <p:attrNameLst>
                                          <p:attrName>style.visibility</p:attrName>
                                        </p:attrNameLst>
                                      </p:cBhvr>
                                      <p:to>
                                        <p:strVal val="visible"/>
                                      </p:to>
                                    </p:set>
                                    <p:animEffect transition="in" filter="barn(inVertical)">
                                      <p:cBhvr>
                                        <p:cTn id="7" dur="500"/>
                                        <p:tgtEl>
                                          <p:spTgt spid="70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92"/>
                                        </p:tgtEl>
                                        <p:attrNameLst>
                                          <p:attrName>style.visibility</p:attrName>
                                        </p:attrNameLst>
                                      </p:cBhvr>
                                      <p:to>
                                        <p:strVal val="visible"/>
                                      </p:to>
                                    </p:set>
                                    <p:animEffect transition="in" filter="barn(inVertical)">
                                      <p:cBhvr>
                                        <p:cTn id="10" dur="500"/>
                                        <p:tgtEl>
                                          <p:spTgt spid="69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14"/>
                                        </p:tgtEl>
                                        <p:attrNameLst>
                                          <p:attrName>style.visibility</p:attrName>
                                        </p:attrNameLst>
                                      </p:cBhvr>
                                      <p:to>
                                        <p:strVal val="visible"/>
                                      </p:to>
                                    </p:set>
                                    <p:animEffect transition="in" filter="barn(inVertical)">
                                      <p:cBhvr>
                                        <p:cTn id="15" dur="500"/>
                                        <p:tgtEl>
                                          <p:spTgt spid="714"/>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696">
                                            <p:txEl>
                                              <p:pRg st="0" end="0"/>
                                            </p:txEl>
                                          </p:spTgt>
                                        </p:tgtEl>
                                        <p:attrNameLst>
                                          <p:attrName>style.visibility</p:attrName>
                                        </p:attrNameLst>
                                      </p:cBhvr>
                                      <p:to>
                                        <p:strVal val="visible"/>
                                      </p:to>
                                    </p:set>
                                    <p:animEffect transition="in" filter="barn(inVertical)">
                                      <p:cBhvr>
                                        <p:cTn id="20" dur="500"/>
                                        <p:tgtEl>
                                          <p:spTgt spid="69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702">
                                            <p:txEl>
                                              <p:pRg st="0" end="0"/>
                                            </p:txEl>
                                          </p:spTgt>
                                        </p:tgtEl>
                                        <p:attrNameLst>
                                          <p:attrName>style.visibility</p:attrName>
                                        </p:attrNameLst>
                                      </p:cBhvr>
                                      <p:to>
                                        <p:strVal val="visible"/>
                                      </p:to>
                                    </p:set>
                                    <p:animEffect transition="in" filter="barn(inVertical)">
                                      <p:cBhvr>
                                        <p:cTn id="25" dur="500"/>
                                        <p:tgtEl>
                                          <p:spTgt spid="70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717"/>
                                        </p:tgtEl>
                                        <p:attrNameLst>
                                          <p:attrName>style.visibility</p:attrName>
                                        </p:attrNameLst>
                                      </p:cBhvr>
                                      <p:to>
                                        <p:strVal val="visible"/>
                                      </p:to>
                                    </p:set>
                                    <p:animEffect transition="in" filter="barn(inVertical)">
                                      <p:cBhvr>
                                        <p:cTn id="30" dur="500"/>
                                        <p:tgtEl>
                                          <p:spTgt spid="717"/>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barn(inVertical)">
                                      <p:cBhvr>
                                        <p:cTn id="35"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2" grpId="0" animBg="1"/>
      <p:bldP spid="696" grpId="0" build="p"/>
      <p:bldP spid="702" grpId="0" build="p"/>
      <p:bldP spid="70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1" name="Google Shape;381;p33"/>
          <p:cNvSpPr txBox="1">
            <a:spLocks noGrp="1"/>
          </p:cNvSpPr>
          <p:nvPr>
            <p:ph type="title"/>
          </p:nvPr>
        </p:nvSpPr>
        <p:spPr>
          <a:xfrm>
            <a:off x="701751" y="545218"/>
            <a:ext cx="8112641" cy="96460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Câu</a:t>
            </a:r>
            <a:r>
              <a:rPr lang="en-US" dirty="0"/>
              <a:t> </a:t>
            </a:r>
            <a:r>
              <a:rPr lang="en-US" dirty="0" err="1"/>
              <a:t>lệnh</a:t>
            </a:r>
            <a:r>
              <a:rPr lang="en-US" dirty="0"/>
              <a:t> switch </a:t>
            </a:r>
            <a:r>
              <a:rPr lang="en-US" dirty="0" err="1"/>
              <a:t>có</a:t>
            </a:r>
            <a:r>
              <a:rPr lang="en-US" dirty="0"/>
              <a:t> </a:t>
            </a:r>
            <a:r>
              <a:rPr lang="en-US" dirty="0" err="1"/>
              <a:t>thể</a:t>
            </a:r>
            <a:r>
              <a:rPr lang="en-US" dirty="0"/>
              <a:t> </a:t>
            </a:r>
            <a:r>
              <a:rPr lang="en-US" dirty="0" err="1"/>
              <a:t>lồng</a:t>
            </a:r>
            <a:r>
              <a:rPr lang="en-US" dirty="0"/>
              <a:t> </a:t>
            </a:r>
            <a:r>
              <a:rPr lang="en-US" dirty="0" err="1"/>
              <a:t>nhau</a:t>
            </a:r>
            <a:endParaRPr dirty="0"/>
          </a:p>
        </p:txBody>
      </p:sp>
      <p:sp>
        <p:nvSpPr>
          <p:cNvPr id="2" name="Rectangle 1">
            <a:extLst>
              <a:ext uri="{FF2B5EF4-FFF2-40B4-BE49-F238E27FC236}">
                <a16:creationId xmlns:a16="http://schemas.microsoft.com/office/drawing/2014/main" id="{81541025-5612-49A1-8894-CCD88A1F984E}"/>
              </a:ext>
            </a:extLst>
          </p:cNvPr>
          <p:cNvSpPr/>
          <p:nvPr/>
        </p:nvSpPr>
        <p:spPr>
          <a:xfrm>
            <a:off x="414670" y="1329068"/>
            <a:ext cx="8527311" cy="339178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spcBef>
                <a:spcPct val="0"/>
              </a:spcBef>
              <a:spcAft>
                <a:spcPct val="0"/>
              </a:spcAft>
              <a:defRPr/>
            </a:pPr>
            <a:r>
              <a:rPr lang="en-US" sz="1600" b="1" dirty="0">
                <a:solidFill>
                  <a:schemeClr val="bg1"/>
                </a:solidFill>
                <a:latin typeface="Courier New" pitchFamily="49" charset="0"/>
                <a:cs typeface="Courier New" pitchFamily="49" charset="0"/>
              </a:rPr>
              <a:t>switch (a)</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case 1 : </a:t>
            </a:r>
            <a:r>
              <a:rPr lang="en-US" sz="1600" b="1" dirty="0" err="1">
                <a:solidFill>
                  <a:schemeClr val="bg1"/>
                </a:solidFill>
                <a:latin typeface="Courier New" pitchFamily="49" charset="0"/>
                <a:cs typeface="Courier New" pitchFamily="49" charset="0"/>
              </a:rPr>
              <a:t>printf</a:t>
            </a:r>
            <a:r>
              <a:rPr lang="en-US" sz="1600" b="1" dirty="0">
                <a:solidFill>
                  <a:schemeClr val="bg1"/>
                </a:solidFill>
                <a:latin typeface="Courier New" pitchFamily="49" charset="0"/>
                <a:cs typeface="Courier New" pitchFamily="49" charset="0"/>
              </a:rPr>
              <a:t>(“Thu </a:t>
            </a:r>
            <a:r>
              <a:rPr lang="en-US" sz="1600" b="1" dirty="0" err="1">
                <a:solidFill>
                  <a:schemeClr val="bg1"/>
                </a:solidFill>
                <a:latin typeface="Courier New" pitchFamily="49" charset="0"/>
                <a:cs typeface="Courier New" pitchFamily="49" charset="0"/>
              </a:rPr>
              <a:t>hai</a:t>
            </a:r>
            <a:r>
              <a:rPr lang="en-US" sz="1600" b="1" dirty="0">
                <a:solidFill>
                  <a:schemeClr val="bg1"/>
                </a:solidFill>
                <a:latin typeface="Courier New" pitchFamily="49" charset="0"/>
                <a:cs typeface="Courier New" pitchFamily="49" charset="0"/>
              </a:rPr>
              <a:t>”); break;</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case 2 : switch (b)</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case 1 : </a:t>
            </a:r>
            <a:r>
              <a:rPr lang="en-US" sz="1600" b="1" dirty="0" err="1">
                <a:solidFill>
                  <a:schemeClr val="bg1"/>
                </a:solidFill>
                <a:latin typeface="Courier New" pitchFamily="49" charset="0"/>
                <a:cs typeface="Courier New" pitchFamily="49" charset="0"/>
              </a:rPr>
              <a:t>printf</a:t>
            </a:r>
            <a:r>
              <a:rPr lang="en-US" sz="1600" b="1" dirty="0">
                <a:solidFill>
                  <a:schemeClr val="bg1"/>
                </a:solidFill>
                <a:latin typeface="Courier New" pitchFamily="49" charset="0"/>
                <a:cs typeface="Courier New" pitchFamily="49" charset="0"/>
              </a:rPr>
              <a:t>(“</a:t>
            </a:r>
            <a:r>
              <a:rPr lang="en-US" sz="1600" b="1" dirty="0" err="1">
                <a:solidFill>
                  <a:schemeClr val="bg1"/>
                </a:solidFill>
                <a:latin typeface="Courier New" pitchFamily="49" charset="0"/>
                <a:cs typeface="Courier New" pitchFamily="49" charset="0"/>
              </a:rPr>
              <a:t>troi</a:t>
            </a:r>
            <a:r>
              <a:rPr lang="en-US" sz="1600" b="1" dirty="0">
                <a:solidFill>
                  <a:schemeClr val="bg1"/>
                </a:solidFill>
                <a:latin typeface="Courier New" pitchFamily="49" charset="0"/>
                <a:cs typeface="Courier New" pitchFamily="49" charset="0"/>
              </a:rPr>
              <a:t> </a:t>
            </a:r>
            <a:r>
              <a:rPr lang="en-US" sz="1600" b="1" dirty="0" err="1">
                <a:solidFill>
                  <a:schemeClr val="bg1"/>
                </a:solidFill>
                <a:latin typeface="Courier New" pitchFamily="49" charset="0"/>
                <a:cs typeface="Courier New" pitchFamily="49" charset="0"/>
              </a:rPr>
              <a:t>nang</a:t>
            </a:r>
            <a:r>
              <a:rPr lang="en-US" sz="1600" b="1" dirty="0">
                <a:solidFill>
                  <a:schemeClr val="bg1"/>
                </a:solidFill>
                <a:latin typeface="Courier New" pitchFamily="49" charset="0"/>
                <a:cs typeface="Courier New" pitchFamily="49" charset="0"/>
              </a:rPr>
              <a:t>”); break;</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case 2 : </a:t>
            </a:r>
            <a:r>
              <a:rPr lang="en-US" sz="1600" b="1" dirty="0" err="1">
                <a:solidFill>
                  <a:schemeClr val="bg1"/>
                </a:solidFill>
                <a:latin typeface="Courier New" pitchFamily="49" charset="0"/>
                <a:cs typeface="Courier New" pitchFamily="49" charset="0"/>
              </a:rPr>
              <a:t>printf</a:t>
            </a:r>
            <a:r>
              <a:rPr lang="en-US" sz="1600" b="1" dirty="0">
                <a:solidFill>
                  <a:schemeClr val="bg1"/>
                </a:solidFill>
                <a:latin typeface="Courier New" pitchFamily="49" charset="0"/>
                <a:cs typeface="Courier New" pitchFamily="49" charset="0"/>
              </a:rPr>
              <a:t>(“</a:t>
            </a:r>
            <a:r>
              <a:rPr lang="en-US" sz="1600" b="1" dirty="0" err="1">
                <a:solidFill>
                  <a:schemeClr val="bg1"/>
                </a:solidFill>
                <a:latin typeface="Courier New" pitchFamily="49" charset="0"/>
                <a:cs typeface="Courier New" pitchFamily="49" charset="0"/>
              </a:rPr>
              <a:t>nhieu</a:t>
            </a:r>
            <a:r>
              <a:rPr lang="en-US" sz="1600" b="1" dirty="0">
                <a:solidFill>
                  <a:schemeClr val="bg1"/>
                </a:solidFill>
                <a:latin typeface="Courier New" pitchFamily="49" charset="0"/>
                <a:cs typeface="Courier New" pitchFamily="49" charset="0"/>
              </a:rPr>
              <a:t> may”); break;</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 break;</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case 3 : </a:t>
            </a:r>
            <a:r>
              <a:rPr lang="en-US" sz="1600" b="1" dirty="0" err="1">
                <a:solidFill>
                  <a:schemeClr val="bg1"/>
                </a:solidFill>
                <a:latin typeface="Courier New" pitchFamily="49" charset="0"/>
                <a:cs typeface="Courier New" pitchFamily="49" charset="0"/>
              </a:rPr>
              <a:t>printf</a:t>
            </a:r>
            <a:r>
              <a:rPr lang="en-US" sz="1600" b="1" dirty="0">
                <a:solidFill>
                  <a:schemeClr val="bg1"/>
                </a:solidFill>
                <a:latin typeface="Courier New" pitchFamily="49" charset="0"/>
                <a:cs typeface="Courier New" pitchFamily="49" charset="0"/>
              </a:rPr>
              <a:t>(“</a:t>
            </a:r>
            <a:r>
              <a:rPr lang="en-US" sz="1600" b="1" dirty="0" err="1">
                <a:solidFill>
                  <a:schemeClr val="bg1"/>
                </a:solidFill>
                <a:latin typeface="Courier New" pitchFamily="49" charset="0"/>
                <a:cs typeface="Courier New" pitchFamily="49" charset="0"/>
              </a:rPr>
              <a:t>thu</a:t>
            </a:r>
            <a:r>
              <a:rPr lang="en-US" sz="1600" b="1" dirty="0">
                <a:solidFill>
                  <a:schemeClr val="bg1"/>
                </a:solidFill>
                <a:latin typeface="Courier New" pitchFamily="49" charset="0"/>
                <a:cs typeface="Courier New" pitchFamily="49" charset="0"/>
              </a:rPr>
              <a:t> </a:t>
            </a:r>
            <a:r>
              <a:rPr lang="en-US" sz="1600" b="1" dirty="0" err="1">
                <a:solidFill>
                  <a:schemeClr val="bg1"/>
                </a:solidFill>
                <a:latin typeface="Courier New" pitchFamily="49" charset="0"/>
                <a:cs typeface="Courier New" pitchFamily="49" charset="0"/>
              </a:rPr>
              <a:t>ba</a:t>
            </a:r>
            <a:r>
              <a:rPr lang="en-US" sz="1600" b="1" dirty="0">
                <a:solidFill>
                  <a:schemeClr val="bg1"/>
                </a:solidFill>
                <a:latin typeface="Courier New" pitchFamily="49" charset="0"/>
                <a:cs typeface="Courier New" pitchFamily="49" charset="0"/>
              </a:rPr>
              <a:t>”); break;</a:t>
            </a:r>
          </a:p>
          <a:p>
            <a:pPr fontAlgn="base">
              <a:spcBef>
                <a:spcPct val="0"/>
              </a:spcBef>
              <a:spcAft>
                <a:spcPct val="0"/>
              </a:spcAft>
              <a:defRPr/>
            </a:pPr>
            <a:r>
              <a:rPr lang="en-US" sz="1600" b="1" dirty="0">
                <a:solidFill>
                  <a:schemeClr val="bg1"/>
                </a:solidFill>
                <a:latin typeface="Courier New" pitchFamily="49" charset="0"/>
                <a:cs typeface="Courier New" pitchFamily="49" charset="0"/>
              </a:rPr>
              <a:t>		default : </a:t>
            </a:r>
            <a:r>
              <a:rPr lang="en-US" sz="1600" b="1" dirty="0" err="1">
                <a:solidFill>
                  <a:schemeClr val="bg1"/>
                </a:solidFill>
                <a:latin typeface="Courier New" pitchFamily="49" charset="0"/>
                <a:cs typeface="Courier New" pitchFamily="49" charset="0"/>
              </a:rPr>
              <a:t>printf</a:t>
            </a:r>
            <a:r>
              <a:rPr lang="en-US" sz="1600" b="1" dirty="0">
                <a:solidFill>
                  <a:schemeClr val="bg1"/>
                </a:solidFill>
                <a:latin typeface="Courier New" pitchFamily="49" charset="0"/>
                <a:cs typeface="Courier New" pitchFamily="49" charset="0"/>
              </a:rPr>
              <a:t>(“</a:t>
            </a:r>
            <a:r>
              <a:rPr lang="en-US" sz="1600" b="1" dirty="0" err="1">
                <a:solidFill>
                  <a:schemeClr val="bg1"/>
                </a:solidFill>
                <a:latin typeface="Courier New" pitchFamily="49" charset="0"/>
                <a:cs typeface="Courier New" pitchFamily="49" charset="0"/>
              </a:rPr>
              <a:t>Khong</a:t>
            </a:r>
            <a:r>
              <a:rPr lang="en-US" sz="1600" b="1" dirty="0">
                <a:solidFill>
                  <a:schemeClr val="bg1"/>
                </a:solidFill>
                <a:latin typeface="Courier New" pitchFamily="49" charset="0"/>
                <a:cs typeface="Courier New" pitchFamily="49" charset="0"/>
              </a:rPr>
              <a:t> co thong tin”);</a:t>
            </a:r>
          </a:p>
          <a:p>
            <a:pPr fontAlgn="base">
              <a:spcBef>
                <a:spcPct val="0"/>
              </a:spcBef>
              <a:spcAft>
                <a:spcPct val="0"/>
              </a:spcAft>
              <a:defRPr/>
            </a:pPr>
            <a:r>
              <a:rPr lang="en-US" sz="1800" b="1" dirty="0">
                <a:solidFill>
                  <a:schemeClr val="bg1"/>
                </a:solidFill>
                <a:latin typeface="Courier New" pitchFamily="49" charset="0"/>
                <a:cs typeface="Courier New" pitchFamily="49" charset="0"/>
              </a:rPr>
              <a:t>	}</a:t>
            </a:r>
          </a:p>
        </p:txBody>
      </p:sp>
    </p:spTree>
    <p:extLst>
      <p:ext uri="{BB962C8B-B14F-4D97-AF65-F5344CB8AC3E}">
        <p14:creationId xmlns:p14="http://schemas.microsoft.com/office/powerpoint/2010/main" val="597547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barn(inVertical)">
                                      <p:cBhvr>
                                        <p:cTn id="7" dur="500"/>
                                        <p:tgtEl>
                                          <p:spTgt spid="3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 calcmode="lin" valueType="num">
                                      <p:cBhvr additive="base">
                                        <p:cTn id="12"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
                                            <p:txEl>
                                              <p:pRg st="1" end="1"/>
                                            </p:txEl>
                                          </p:spTgt>
                                        </p:tgtEl>
                                        <p:attrNameLst>
                                          <p:attrName>style.visibility</p:attrName>
                                        </p:attrNameLst>
                                      </p:cBhvr>
                                      <p:to>
                                        <p:strVal val="visible"/>
                                      </p:to>
                                    </p:set>
                                    <p:anim calcmode="lin" valueType="num">
                                      <p:cBhvr additive="base">
                                        <p:cTn id="16"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 calcmode="lin" valueType="num">
                                      <p:cBhvr additive="base">
                                        <p:cTn id="20"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2">
                                            <p:txEl>
                                              <p:pRg st="3" end="3"/>
                                            </p:txEl>
                                          </p:spTgt>
                                        </p:tgtEl>
                                        <p:attrNameLst>
                                          <p:attrName>style.visibility</p:attrName>
                                        </p:attrNameLst>
                                      </p:cBhvr>
                                      <p:to>
                                        <p:strVal val="visible"/>
                                      </p:to>
                                    </p:set>
                                    <p:anim calcmode="lin" valueType="num">
                                      <p:cBhvr additive="base">
                                        <p:cTn id="24"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 calcmode="lin" valueType="num">
                                      <p:cBhvr additive="base">
                                        <p:cTn id="28"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 calcmode="lin" valueType="num">
                                      <p:cBhvr additive="base">
                                        <p:cTn id="32"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 calcmode="lin" valueType="num">
                                      <p:cBhvr additive="base">
                                        <p:cTn id="36"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 calcmode="lin" valueType="num">
                                      <p:cBhvr additive="base">
                                        <p:cTn id="40"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2">
                                            <p:txEl>
                                              <p:pRg st="8" end="8"/>
                                            </p:txEl>
                                          </p:spTgt>
                                        </p:tgtEl>
                                        <p:attrNameLst>
                                          <p:attrName>style.visibility</p:attrName>
                                        </p:attrNameLst>
                                      </p:cBhvr>
                                      <p:to>
                                        <p:strVal val="visible"/>
                                      </p:to>
                                    </p:set>
                                    <p:anim calcmode="lin" valueType="num">
                                      <p:cBhvr additive="base">
                                        <p:cTn id="44"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
                                            <p:txEl>
                                              <p:pRg st="8" end="8"/>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2">
                                            <p:txEl>
                                              <p:pRg st="9" end="9"/>
                                            </p:txEl>
                                          </p:spTgt>
                                        </p:tgtEl>
                                        <p:attrNameLst>
                                          <p:attrName>style.visibility</p:attrName>
                                        </p:attrNameLst>
                                      </p:cBhvr>
                                      <p:to>
                                        <p:strVal val="visible"/>
                                      </p:to>
                                    </p:set>
                                    <p:anim calcmode="lin" valueType="num">
                                      <p:cBhvr additive="base">
                                        <p:cTn id="48"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
                                            <p:txEl>
                                              <p:pRg st="9" end="9"/>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2">
                                            <p:txEl>
                                              <p:pRg st="10" end="10"/>
                                            </p:txEl>
                                          </p:spTgt>
                                        </p:tgtEl>
                                        <p:attrNameLst>
                                          <p:attrName>style.visibility</p:attrName>
                                        </p:attrNameLst>
                                      </p:cBhvr>
                                      <p:to>
                                        <p:strVal val="visible"/>
                                      </p:to>
                                    </p:set>
                                    <p:anim calcmode="lin" valueType="num">
                                      <p:cBhvr additive="base">
                                        <p:cTn id="52"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2424223" y="2500898"/>
            <a:ext cx="4688958" cy="1049301"/>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US" dirty="0"/>
              <a:t>So </a:t>
            </a:r>
            <a:r>
              <a:rPr lang="en-US" dirty="0" err="1"/>
              <a:t>sánh</a:t>
            </a:r>
            <a:r>
              <a:rPr lang="en-US" dirty="0"/>
              <a:t> if else &amp; switch case</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03</a:t>
            </a:r>
            <a:endParaRPr dirty="0"/>
          </a:p>
        </p:txBody>
      </p:sp>
    </p:spTree>
    <p:extLst>
      <p:ext uri="{BB962C8B-B14F-4D97-AF65-F5344CB8AC3E}">
        <p14:creationId xmlns:p14="http://schemas.microsoft.com/office/powerpoint/2010/main" val="386471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barn(inVertical)">
                                      <p:cBhvr>
                                        <p:cTn id="7" dur="5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74"/>
                                        </p:tgtEl>
                                        <p:attrNameLst>
                                          <p:attrName>style.visibility</p:attrName>
                                        </p:attrNameLst>
                                      </p:cBhvr>
                                      <p:to>
                                        <p:strVal val="visible"/>
                                      </p:to>
                                    </p:set>
                                    <p:animEffect transition="in" filter="fade">
                                      <p:cBhvr>
                                        <p:cTn id="12" dur="1000"/>
                                        <p:tgtEl>
                                          <p:spTgt spid="374"/>
                                        </p:tgtEl>
                                      </p:cBhvr>
                                    </p:animEffect>
                                    <p:anim calcmode="lin" valueType="num">
                                      <p:cBhvr>
                                        <p:cTn id="13" dur="1000" fill="hold"/>
                                        <p:tgtEl>
                                          <p:spTgt spid="374"/>
                                        </p:tgtEl>
                                        <p:attrNameLst>
                                          <p:attrName>ppt_x</p:attrName>
                                        </p:attrNameLst>
                                      </p:cBhvr>
                                      <p:tavLst>
                                        <p:tav tm="0">
                                          <p:val>
                                            <p:strVal val="#ppt_x"/>
                                          </p:val>
                                        </p:tav>
                                        <p:tav tm="100000">
                                          <p:val>
                                            <p:strVal val="#ppt_x"/>
                                          </p:val>
                                        </p:tav>
                                      </p:tavLst>
                                    </p:anim>
                                    <p:anim calcmode="lin" valueType="num">
                                      <p:cBhvr>
                                        <p:cTn id="14" dur="1000" fill="hold"/>
                                        <p:tgtEl>
                                          <p:spTgt spid="3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34AF8BA-E357-450D-ACE7-F2B23DB1A436}"/>
              </a:ext>
            </a:extLst>
          </p:cNvPr>
          <p:cNvSpPr/>
          <p:nvPr/>
        </p:nvSpPr>
        <p:spPr>
          <a:xfrm>
            <a:off x="0" y="0"/>
            <a:ext cx="9144001" cy="4976037"/>
          </a:xfrm>
          <a:prstGeom prst="rect">
            <a:avLst/>
          </a:prstGeom>
          <a:solidFill>
            <a:schemeClr val="tx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solidFill>
                <a:schemeClr val="bg1"/>
              </a:solidFill>
            </a:endParaRPr>
          </a:p>
        </p:txBody>
      </p:sp>
      <p:graphicFrame>
        <p:nvGraphicFramePr>
          <p:cNvPr id="6" name="Table 6">
            <a:extLst>
              <a:ext uri="{FF2B5EF4-FFF2-40B4-BE49-F238E27FC236}">
                <a16:creationId xmlns:a16="http://schemas.microsoft.com/office/drawing/2014/main" id="{E4A90304-0835-4BD1-96A6-3593F5FA9623}"/>
              </a:ext>
            </a:extLst>
          </p:cNvPr>
          <p:cNvGraphicFramePr>
            <a:graphicFrameLocks noGrp="1"/>
          </p:cNvGraphicFramePr>
          <p:nvPr>
            <p:extLst>
              <p:ext uri="{D42A27DB-BD31-4B8C-83A1-F6EECF244321}">
                <p14:modId xmlns:p14="http://schemas.microsoft.com/office/powerpoint/2010/main" val="4105642562"/>
              </p:ext>
            </p:extLst>
          </p:nvPr>
        </p:nvGraphicFramePr>
        <p:xfrm>
          <a:off x="659219" y="534288"/>
          <a:ext cx="7995684" cy="4074924"/>
        </p:xfrm>
        <a:graphic>
          <a:graphicData uri="http://schemas.openxmlformats.org/drawingml/2006/table">
            <a:tbl>
              <a:tblPr firstRow="1" bandRow="1">
                <a:tableStyleId>{7C6E9C4D-D617-4CE0-ADBF-DC570B7701C7}</a:tableStyleId>
              </a:tblPr>
              <a:tblGrid>
                <a:gridCol w="800636">
                  <a:extLst>
                    <a:ext uri="{9D8B030D-6E8A-4147-A177-3AD203B41FA5}">
                      <a16:colId xmlns:a16="http://schemas.microsoft.com/office/drawing/2014/main" val="552736428"/>
                    </a:ext>
                  </a:extLst>
                </a:gridCol>
                <a:gridCol w="3494075">
                  <a:extLst>
                    <a:ext uri="{9D8B030D-6E8A-4147-A177-3AD203B41FA5}">
                      <a16:colId xmlns:a16="http://schemas.microsoft.com/office/drawing/2014/main" val="2077072830"/>
                    </a:ext>
                  </a:extLst>
                </a:gridCol>
                <a:gridCol w="3700973">
                  <a:extLst>
                    <a:ext uri="{9D8B030D-6E8A-4147-A177-3AD203B41FA5}">
                      <a16:colId xmlns:a16="http://schemas.microsoft.com/office/drawing/2014/main" val="130621161"/>
                    </a:ext>
                  </a:extLst>
                </a:gridCol>
              </a:tblGrid>
              <a:tr h="375119">
                <a:tc>
                  <a:txBody>
                    <a:bodyPr/>
                    <a:lstStyle/>
                    <a:p>
                      <a:pPr algn="just"/>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en-US" dirty="0">
                          <a:solidFill>
                            <a:schemeClr val="bg1"/>
                          </a:solidFill>
                        </a:rPr>
                        <a:t>If else</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en-US" dirty="0">
                          <a:solidFill>
                            <a:schemeClr val="bg1"/>
                          </a:solidFill>
                        </a:rPr>
                        <a:t>Switch case</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43858020"/>
                  </a:ext>
                </a:extLst>
              </a:tr>
              <a:tr h="1171605">
                <a:tc>
                  <a:txBody>
                    <a:bodyPr/>
                    <a:lstStyle/>
                    <a:p>
                      <a:pPr algn="just"/>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If else là một cấu trúc điều khiển thực thi một khối câu lệnh nếu điều kiện là đúng và thực thi khối tùy chọn nếu điều kiện sai.</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Câu lệnh switch là một loại cơ chế điều khiển lựa chọn được sử dụng để cho phép giá trị của một biến hoặc biểu thức thay đổi luồng điều khiển thực hiện chương trình thông qua một nhánh nhiều đường.</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34265440"/>
                  </a:ext>
                </a:extLst>
              </a:tr>
              <a:tr h="739961">
                <a:tc>
                  <a:txBody>
                    <a:bodyPr/>
                    <a:lstStyle/>
                    <a:p>
                      <a:pPr algn="just"/>
                      <a:r>
                        <a:rPr lang="vi-VN" dirty="0">
                          <a:solidFill>
                            <a:schemeClr val="bg1"/>
                          </a:solidFill>
                        </a:rPr>
                        <a:t>Chấp hành</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Trong if else, khối if hoặc khối else thực thi tùy thuộc vào biểu thức được đánh giá.</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Công tắc thực hiện hết trường hợp này đến trường hợp khác cho đến khi đạt đến ngắt hoặc cho đến khi kết thúc công tắc.</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169487496"/>
                  </a:ext>
                </a:extLst>
              </a:tr>
              <a:tr h="524139">
                <a:tc>
                  <a:txBody>
                    <a:bodyPr/>
                    <a:lstStyle/>
                    <a:p>
                      <a:pPr algn="just"/>
                      <a:r>
                        <a:rPr lang="vi-VN" dirty="0">
                          <a:solidFill>
                            <a:schemeClr val="bg1"/>
                          </a:solidFill>
                        </a:rPr>
                        <a:t>Đánh giá</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Câu lệnh if đánh giá, số nguyên, ký tự, số dấu phẩy động hoặc kiểu Boolean.</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Câu lệnh switch đánh giá các ký tự và số nguyên.</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42313557"/>
                  </a:ext>
                </a:extLst>
              </a:tr>
              <a:tr h="739961">
                <a:tc>
                  <a:txBody>
                    <a:bodyPr/>
                    <a:lstStyle/>
                    <a:p>
                      <a:pPr algn="just"/>
                      <a:r>
                        <a:rPr lang="vi-VN" dirty="0">
                          <a:solidFill>
                            <a:schemeClr val="bg1"/>
                          </a:solidFill>
                        </a:rPr>
                        <a:t>Thực thi mặc định</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Nếu điều kiện của khối if là false, các câu lệnh bên trong khối else sẽ thực thi.</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Trong switch, nếu không có câu lệnh trường hợp nào khớp, các câu lệnh mặc định sẽ thực thi.</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64911566"/>
                  </a:ext>
                </a:extLst>
              </a:tr>
              <a:tr h="524139">
                <a:tc>
                  <a:txBody>
                    <a:bodyPr/>
                    <a:lstStyle/>
                    <a:p>
                      <a:pPr algn="just"/>
                      <a:r>
                        <a:rPr lang="vi-VN" dirty="0">
                          <a:solidFill>
                            <a:schemeClr val="bg1"/>
                          </a:solidFill>
                        </a:rPr>
                        <a:t>Thử nghiệm</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Nếu khác kiểm tra sự bình đẳng và biểu thức logic.</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just"/>
                      <a:r>
                        <a:rPr lang="vi-VN" sz="1400" b="0" i="0" u="none" strike="noStrike" cap="none" dirty="0">
                          <a:solidFill>
                            <a:schemeClr val="bg1"/>
                          </a:solidFill>
                          <a:effectLst/>
                          <a:latin typeface="Arial"/>
                          <a:ea typeface="Arial"/>
                          <a:cs typeface="Arial"/>
                          <a:sym typeface="Arial"/>
                        </a:rPr>
                        <a:t>Công tắc kiểm tra sự bình đẳng.</a:t>
                      </a:r>
                      <a:endParaRPr lang="vi-VN" dirty="0">
                        <a:solidFill>
                          <a:schemeClr val="bg1"/>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91476731"/>
                  </a:ext>
                </a:extLst>
              </a:tr>
            </a:tbl>
          </a:graphicData>
        </a:graphic>
      </p:graphicFrame>
    </p:spTree>
    <p:extLst>
      <p:ext uri="{BB962C8B-B14F-4D97-AF65-F5344CB8AC3E}">
        <p14:creationId xmlns:p14="http://schemas.microsoft.com/office/powerpoint/2010/main" val="18644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2"/>
          <p:cNvSpPr txBox="1">
            <a:spLocks noGrp="1"/>
          </p:cNvSpPr>
          <p:nvPr>
            <p:ph type="title"/>
          </p:nvPr>
        </p:nvSpPr>
        <p:spPr>
          <a:xfrm>
            <a:off x="1786268" y="2395650"/>
            <a:ext cx="6455777" cy="1049301"/>
          </a:xfrm>
          <a:prstGeom prst="rect">
            <a:avLst/>
          </a:prstGeom>
        </p:spPr>
        <p:txBody>
          <a:bodyPr spcFirstLastPara="1" wrap="square" lIns="91425" tIns="0" rIns="91425" bIns="0" anchor="ctr" anchorCtr="0">
            <a:noAutofit/>
          </a:bodyPr>
          <a:lstStyle/>
          <a:p>
            <a:pPr marL="0" lvl="0" indent="0" algn="ctr" rtl="0">
              <a:spcBef>
                <a:spcPts val="0"/>
              </a:spcBef>
              <a:spcAft>
                <a:spcPts val="0"/>
              </a:spcAft>
              <a:buNone/>
            </a:pPr>
            <a:r>
              <a:rPr lang="en-US" dirty="0" err="1"/>
              <a:t>for,while</a:t>
            </a:r>
            <a:r>
              <a:rPr lang="en-US" dirty="0"/>
              <a:t> &amp; do while </a:t>
            </a:r>
            <a:endParaRPr dirty="0"/>
          </a:p>
        </p:txBody>
      </p:sp>
      <p:sp>
        <p:nvSpPr>
          <p:cNvPr id="375" name="Google Shape;375;p32"/>
          <p:cNvSpPr txBox="1">
            <a:spLocks noGrp="1"/>
          </p:cNvSpPr>
          <p:nvPr>
            <p:ph type="title" idx="2"/>
          </p:nvPr>
        </p:nvSpPr>
        <p:spPr>
          <a:xfrm>
            <a:off x="454800" y="2150850"/>
            <a:ext cx="8425200" cy="489600"/>
          </a:xfrm>
          <a:prstGeom prst="rect">
            <a:avLst/>
          </a:prstGeom>
        </p:spPr>
        <p:txBody>
          <a:bodyPr spcFirstLastPara="1" wrap="square" lIns="91425" tIns="0" rIns="91425" bIns="0" anchor="b" anchorCtr="0">
            <a:noAutofit/>
          </a:bodyPr>
          <a:lstStyle/>
          <a:p>
            <a:pPr marL="0" lvl="0" indent="0" algn="ctr" rtl="0">
              <a:spcBef>
                <a:spcPts val="0"/>
              </a:spcBef>
              <a:spcAft>
                <a:spcPts val="0"/>
              </a:spcAft>
              <a:buNone/>
            </a:pPr>
            <a:r>
              <a:rPr lang="en" dirty="0"/>
              <a:t>04</a:t>
            </a:r>
            <a:endParaRPr dirty="0"/>
          </a:p>
        </p:txBody>
      </p:sp>
    </p:spTree>
    <p:extLst>
      <p:ext uri="{BB962C8B-B14F-4D97-AF65-F5344CB8AC3E}">
        <p14:creationId xmlns:p14="http://schemas.microsoft.com/office/powerpoint/2010/main" val="359534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barn(inVertical)">
                                      <p:cBhvr>
                                        <p:cTn id="7" dur="5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74"/>
                                        </p:tgtEl>
                                        <p:attrNameLst>
                                          <p:attrName>style.visibility</p:attrName>
                                        </p:attrNameLst>
                                      </p:cBhvr>
                                      <p:to>
                                        <p:strVal val="visible"/>
                                      </p:to>
                                    </p:set>
                                    <p:animEffect transition="in" filter="fade">
                                      <p:cBhvr>
                                        <p:cTn id="12" dur="1000"/>
                                        <p:tgtEl>
                                          <p:spTgt spid="374"/>
                                        </p:tgtEl>
                                      </p:cBhvr>
                                    </p:animEffect>
                                    <p:anim calcmode="lin" valueType="num">
                                      <p:cBhvr>
                                        <p:cTn id="13" dur="1000" fill="hold"/>
                                        <p:tgtEl>
                                          <p:spTgt spid="374"/>
                                        </p:tgtEl>
                                        <p:attrNameLst>
                                          <p:attrName>ppt_x</p:attrName>
                                        </p:attrNameLst>
                                      </p:cBhvr>
                                      <p:tavLst>
                                        <p:tav tm="0">
                                          <p:val>
                                            <p:strVal val="#ppt_x"/>
                                          </p:val>
                                        </p:tav>
                                        <p:tav tm="100000">
                                          <p:val>
                                            <p:strVal val="#ppt_x"/>
                                          </p:val>
                                        </p:tav>
                                      </p:tavLst>
                                    </p:anim>
                                    <p:anim calcmode="lin" valueType="num">
                                      <p:cBhvr>
                                        <p:cTn id="14" dur="1000" fill="hold"/>
                                        <p:tgtEl>
                                          <p:spTgt spid="3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0"/>
          <p:cNvSpPr txBox="1"/>
          <p:nvPr/>
        </p:nvSpPr>
        <p:spPr>
          <a:xfrm>
            <a:off x="2435059" y="1351185"/>
            <a:ext cx="4273881" cy="2178824"/>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vi-VN" sz="1100" b="1" i="0" u="none" strike="noStrike" kern="0" cap="none" spc="0" normalizeH="0" baseline="0" noProof="0" dirty="0">
              <a:ln>
                <a:noFill/>
              </a:ln>
              <a:solidFill>
                <a:srgbClr val="1B1464">
                  <a:lumMod val="50000"/>
                </a:srgbClr>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856" name="Google Shape;856;p50"/>
          <p:cNvSpPr txBox="1">
            <a:spLocks noGrp="1"/>
          </p:cNvSpPr>
          <p:nvPr>
            <p:ph type="title"/>
          </p:nvPr>
        </p:nvSpPr>
        <p:spPr>
          <a:xfrm>
            <a:off x="1278050" y="343200"/>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Sơ đồ khối của vòng lặp</a:t>
            </a:r>
            <a:endParaRPr dirty="0"/>
          </a:p>
        </p:txBody>
      </p:sp>
      <p:pic>
        <p:nvPicPr>
          <p:cNvPr id="3" name="Picture 2">
            <a:extLst>
              <a:ext uri="{FF2B5EF4-FFF2-40B4-BE49-F238E27FC236}">
                <a16:creationId xmlns:a16="http://schemas.microsoft.com/office/drawing/2014/main" id="{A913FCA6-6FC7-42CF-B693-57D8B6981188}"/>
              </a:ext>
            </a:extLst>
          </p:cNvPr>
          <p:cNvPicPr>
            <a:picLocks noChangeAspect="1"/>
          </p:cNvPicPr>
          <p:nvPr/>
        </p:nvPicPr>
        <p:blipFill>
          <a:blip r:embed="rId3"/>
          <a:stretch>
            <a:fillRect/>
          </a:stretch>
        </p:blipFill>
        <p:spPr>
          <a:xfrm>
            <a:off x="2105247" y="1137684"/>
            <a:ext cx="4933506" cy="4005816"/>
          </a:xfrm>
          <a:prstGeom prst="rect">
            <a:avLst/>
          </a:prstGeom>
        </p:spPr>
      </p:pic>
    </p:spTree>
    <p:extLst>
      <p:ext uri="{BB962C8B-B14F-4D97-AF65-F5344CB8AC3E}">
        <p14:creationId xmlns:p14="http://schemas.microsoft.com/office/powerpoint/2010/main" val="349003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56"/>
                                        </p:tgtEl>
                                        <p:attrNameLst>
                                          <p:attrName>style.visibility</p:attrName>
                                        </p:attrNameLst>
                                      </p:cBhvr>
                                      <p:to>
                                        <p:strVal val="visible"/>
                                      </p:to>
                                    </p:set>
                                    <p:animEffect transition="in" filter="barn(inVertical)">
                                      <p:cBhvr>
                                        <p:cTn id="7" dur="500"/>
                                        <p:tgtEl>
                                          <p:spTgt spid="85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3FBE-D40C-4FCC-8473-0086CB75AFC9}"/>
              </a:ext>
            </a:extLst>
          </p:cNvPr>
          <p:cNvSpPr>
            <a:spLocks noGrp="1"/>
          </p:cNvSpPr>
          <p:nvPr>
            <p:ph type="title"/>
          </p:nvPr>
        </p:nvSpPr>
        <p:spPr>
          <a:xfrm>
            <a:off x="4760285" y="1719200"/>
            <a:ext cx="3963300" cy="669000"/>
          </a:xfrm>
        </p:spPr>
        <p:txBody>
          <a:bodyPr/>
          <a:lstStyle/>
          <a:p>
            <a:pPr algn="l"/>
            <a:r>
              <a:rPr lang="en-US" dirty="0" err="1"/>
              <a:t>Định</a:t>
            </a:r>
            <a:r>
              <a:rPr lang="en-US" dirty="0"/>
              <a:t> </a:t>
            </a:r>
            <a:r>
              <a:rPr lang="en-US" dirty="0" err="1"/>
              <a:t>nghĩa</a:t>
            </a:r>
            <a:endParaRPr lang="vi-VN" dirty="0"/>
          </a:p>
        </p:txBody>
      </p:sp>
      <p:sp>
        <p:nvSpPr>
          <p:cNvPr id="3" name="Text Placeholder 2">
            <a:extLst>
              <a:ext uri="{FF2B5EF4-FFF2-40B4-BE49-F238E27FC236}">
                <a16:creationId xmlns:a16="http://schemas.microsoft.com/office/drawing/2014/main" id="{FA067CFF-D794-4A1A-B1E4-A3C7C2BF7A2F}"/>
              </a:ext>
            </a:extLst>
          </p:cNvPr>
          <p:cNvSpPr>
            <a:spLocks noGrp="1"/>
          </p:cNvSpPr>
          <p:nvPr>
            <p:ph type="body" idx="1"/>
          </p:nvPr>
        </p:nvSpPr>
        <p:spPr/>
        <p:txBody>
          <a:bodyPr/>
          <a:lstStyle/>
          <a:p>
            <a:pPr marL="127000" indent="0" algn="just">
              <a:buNone/>
            </a:pPr>
            <a:r>
              <a:rPr lang="vi-VN" sz="1800" b="0" i="0" dirty="0">
                <a:solidFill>
                  <a:schemeClr val="bg1"/>
                </a:solidFill>
                <a:effectLst/>
                <a:latin typeface="Arial" panose="020B0604020202020204" pitchFamily="34" charset="0"/>
              </a:rPr>
              <a:t>For loop là một cấu trúc điều khiển lặp lại cho phép bạn viết một cách hiệu quả một vòng lặp mà cần phải thực hiện một số cụ thể.</a:t>
            </a:r>
            <a:endParaRPr lang="vi-VN" sz="1800" dirty="0">
              <a:solidFill>
                <a:schemeClr val="bg1"/>
              </a:solidFill>
            </a:endParaRPr>
          </a:p>
        </p:txBody>
      </p:sp>
      <p:sp>
        <p:nvSpPr>
          <p:cNvPr id="4" name="Rectangle: Rounded Corners 3">
            <a:extLst>
              <a:ext uri="{FF2B5EF4-FFF2-40B4-BE49-F238E27FC236}">
                <a16:creationId xmlns:a16="http://schemas.microsoft.com/office/drawing/2014/main" id="{C15C76F6-D2C6-4B8C-B688-593986386F6B}"/>
              </a:ext>
            </a:extLst>
          </p:cNvPr>
          <p:cNvSpPr/>
          <p:nvPr/>
        </p:nvSpPr>
        <p:spPr>
          <a:xfrm>
            <a:off x="0" y="2094614"/>
            <a:ext cx="3274828" cy="1541721"/>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600" dirty="0"/>
              <a:t>for</a:t>
            </a:r>
          </a:p>
        </p:txBody>
      </p:sp>
    </p:spTree>
    <p:extLst>
      <p:ext uri="{BB962C8B-B14F-4D97-AF65-F5344CB8AC3E}">
        <p14:creationId xmlns:p14="http://schemas.microsoft.com/office/powerpoint/2010/main" val="555223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0"/>
          <p:cNvSpPr txBox="1"/>
          <p:nvPr/>
        </p:nvSpPr>
        <p:spPr>
          <a:xfrm>
            <a:off x="2435058" y="1404347"/>
            <a:ext cx="4273881" cy="2178824"/>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sz="1800" b="1" i="0" dirty="0">
                <a:solidFill>
                  <a:srgbClr val="444444"/>
                </a:solidFill>
                <a:effectLst/>
                <a:latin typeface="SFMono-Regular"/>
              </a:rPr>
              <a:t>for ( </a:t>
            </a:r>
            <a:r>
              <a:rPr lang="en-US" sz="1800" b="1" i="0" dirty="0" err="1">
                <a:solidFill>
                  <a:srgbClr val="444444"/>
                </a:solidFill>
                <a:effectLst/>
                <a:latin typeface="SFMono-Regular"/>
              </a:rPr>
              <a:t>init</a:t>
            </a:r>
            <a:r>
              <a:rPr lang="en-US" sz="1800" b="1" i="0" dirty="0">
                <a:solidFill>
                  <a:srgbClr val="444444"/>
                </a:solidFill>
                <a:effectLst/>
                <a:latin typeface="SFMono-Regular"/>
              </a:rPr>
              <a:t>; condition; increment )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sz="1800" b="1" i="0" dirty="0">
                <a:solidFill>
                  <a:srgbClr val="444444"/>
                </a:solidFill>
                <a:effectLst/>
                <a:latin typeface="SFMono-Regular"/>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sz="1800" b="1" i="0" dirty="0">
                <a:solidFill>
                  <a:srgbClr val="444444"/>
                </a:solidFill>
                <a:effectLst/>
                <a:latin typeface="SFMono-Regular"/>
              </a:rPr>
              <a:t>statement(s);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US" sz="1800" b="1" i="0" dirty="0">
                <a:solidFill>
                  <a:srgbClr val="444444"/>
                </a:solidFill>
                <a:effectLst/>
                <a:latin typeface="SFMono-Regular"/>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vi-VN" sz="1100" b="1" i="0" u="none" strike="noStrike" kern="0" cap="none" spc="0" normalizeH="0" baseline="0" noProof="0" dirty="0">
              <a:ln>
                <a:noFill/>
              </a:ln>
              <a:solidFill>
                <a:srgbClr val="1B1464">
                  <a:lumMod val="50000"/>
                </a:srgbClr>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856" name="Google Shape;856;p50"/>
          <p:cNvSpPr txBox="1">
            <a:spLocks noGrp="1"/>
          </p:cNvSpPr>
          <p:nvPr>
            <p:ph type="title"/>
          </p:nvPr>
        </p:nvSpPr>
        <p:spPr>
          <a:xfrm>
            <a:off x="971748" y="268772"/>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Cú pháp</a:t>
            </a:r>
            <a:endParaRPr dirty="0"/>
          </a:p>
        </p:txBody>
      </p:sp>
    </p:spTree>
    <p:extLst>
      <p:ext uri="{BB962C8B-B14F-4D97-AF65-F5344CB8AC3E}">
        <p14:creationId xmlns:p14="http://schemas.microsoft.com/office/powerpoint/2010/main" val="3634522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56"/>
                                        </p:tgtEl>
                                        <p:attrNameLst>
                                          <p:attrName>style.visibility</p:attrName>
                                        </p:attrNameLst>
                                      </p:cBhvr>
                                      <p:to>
                                        <p:strVal val="visible"/>
                                      </p:to>
                                    </p:set>
                                    <p:animEffect transition="in" filter="barn(inVertical)">
                                      <p:cBhvr>
                                        <p:cTn id="7" dur="500"/>
                                        <p:tgtEl>
                                          <p:spTgt spid="85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55">
                                            <p:txEl>
                                              <p:pRg st="0" end="0"/>
                                            </p:txEl>
                                          </p:spTgt>
                                        </p:tgtEl>
                                        <p:attrNameLst>
                                          <p:attrName>style.visibility</p:attrName>
                                        </p:attrNameLst>
                                      </p:cBhvr>
                                      <p:to>
                                        <p:strVal val="visible"/>
                                      </p:to>
                                    </p:set>
                                    <p:animEffect transition="in" filter="fade">
                                      <p:cBhvr>
                                        <p:cTn id="12" dur="1000"/>
                                        <p:tgtEl>
                                          <p:spTgt spid="855">
                                            <p:txEl>
                                              <p:pRg st="0" end="0"/>
                                            </p:txEl>
                                          </p:spTgt>
                                        </p:tgtEl>
                                      </p:cBhvr>
                                    </p:animEffect>
                                    <p:anim calcmode="lin" valueType="num">
                                      <p:cBhvr>
                                        <p:cTn id="13" dur="1000" fill="hold"/>
                                        <p:tgtEl>
                                          <p:spTgt spid="85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855">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55">
                                            <p:txEl>
                                              <p:pRg st="1" end="1"/>
                                            </p:txEl>
                                          </p:spTgt>
                                        </p:tgtEl>
                                        <p:attrNameLst>
                                          <p:attrName>style.visibility</p:attrName>
                                        </p:attrNameLst>
                                      </p:cBhvr>
                                      <p:to>
                                        <p:strVal val="visible"/>
                                      </p:to>
                                    </p:set>
                                    <p:animEffect transition="in" filter="fade">
                                      <p:cBhvr>
                                        <p:cTn id="17" dur="1000"/>
                                        <p:tgtEl>
                                          <p:spTgt spid="855">
                                            <p:txEl>
                                              <p:pRg st="1" end="1"/>
                                            </p:txEl>
                                          </p:spTgt>
                                        </p:tgtEl>
                                      </p:cBhvr>
                                    </p:animEffect>
                                    <p:anim calcmode="lin" valueType="num">
                                      <p:cBhvr>
                                        <p:cTn id="18" dur="1000" fill="hold"/>
                                        <p:tgtEl>
                                          <p:spTgt spid="855">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855">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855">
                                            <p:txEl>
                                              <p:pRg st="2" end="2"/>
                                            </p:txEl>
                                          </p:spTgt>
                                        </p:tgtEl>
                                        <p:attrNameLst>
                                          <p:attrName>style.visibility</p:attrName>
                                        </p:attrNameLst>
                                      </p:cBhvr>
                                      <p:to>
                                        <p:strVal val="visible"/>
                                      </p:to>
                                    </p:set>
                                    <p:animEffect transition="in" filter="fade">
                                      <p:cBhvr>
                                        <p:cTn id="22" dur="1000"/>
                                        <p:tgtEl>
                                          <p:spTgt spid="855">
                                            <p:txEl>
                                              <p:pRg st="2" end="2"/>
                                            </p:txEl>
                                          </p:spTgt>
                                        </p:tgtEl>
                                      </p:cBhvr>
                                    </p:animEffect>
                                    <p:anim calcmode="lin" valueType="num">
                                      <p:cBhvr>
                                        <p:cTn id="23" dur="1000" fill="hold"/>
                                        <p:tgtEl>
                                          <p:spTgt spid="855">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855">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55">
                                            <p:txEl>
                                              <p:pRg st="3" end="3"/>
                                            </p:txEl>
                                          </p:spTgt>
                                        </p:tgtEl>
                                        <p:attrNameLst>
                                          <p:attrName>style.visibility</p:attrName>
                                        </p:attrNameLst>
                                      </p:cBhvr>
                                      <p:to>
                                        <p:strVal val="visible"/>
                                      </p:to>
                                    </p:set>
                                    <p:animEffect transition="in" filter="fade">
                                      <p:cBhvr>
                                        <p:cTn id="27" dur="1000"/>
                                        <p:tgtEl>
                                          <p:spTgt spid="855">
                                            <p:txEl>
                                              <p:pRg st="3" end="3"/>
                                            </p:txEl>
                                          </p:spTgt>
                                        </p:tgtEl>
                                      </p:cBhvr>
                                    </p:animEffect>
                                    <p:anim calcmode="lin" valueType="num">
                                      <p:cBhvr>
                                        <p:cTn id="28" dur="1000" fill="hold"/>
                                        <p:tgtEl>
                                          <p:spTgt spid="855">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85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47"/>
          <p:cNvSpPr txBox="1">
            <a:spLocks noGrp="1"/>
          </p:cNvSpPr>
          <p:nvPr>
            <p:ph type="title"/>
          </p:nvPr>
        </p:nvSpPr>
        <p:spPr>
          <a:xfrm>
            <a:off x="2238371" y="180088"/>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Hoạt động</a:t>
            </a:r>
            <a:endParaRPr dirty="0"/>
          </a:p>
        </p:txBody>
      </p:sp>
      <p:sp>
        <p:nvSpPr>
          <p:cNvPr id="725" name="Google Shape;725;p47"/>
          <p:cNvSpPr txBox="1">
            <a:spLocks noGrp="1"/>
          </p:cNvSpPr>
          <p:nvPr>
            <p:ph type="subTitle" idx="3"/>
          </p:nvPr>
        </p:nvSpPr>
        <p:spPr>
          <a:xfrm>
            <a:off x="2426874" y="643734"/>
            <a:ext cx="6588000" cy="4757605"/>
          </a:xfrm>
          <a:prstGeom prst="rect">
            <a:avLst/>
          </a:prstGeom>
        </p:spPr>
        <p:txBody>
          <a:bodyPr spcFirstLastPara="1" wrap="square" lIns="91425" tIns="91425" rIns="91425" bIns="91425" anchor="t" anchorCtr="0">
            <a:noAutofit/>
          </a:bodyPr>
          <a:lstStyle/>
          <a:p>
            <a:pPr marL="114300" indent="0" algn="just"/>
            <a:r>
              <a:rPr lang="vi-VN" sz="2800" dirty="0">
                <a:solidFill>
                  <a:srgbClr val="E4E6EB"/>
                </a:solidFill>
                <a:latin typeface="Segoe UI Historic" panose="020B0502040204020203" pitchFamily="34" charset="0"/>
              </a:rPr>
              <a:t>C</a:t>
            </a:r>
            <a:r>
              <a:rPr lang="vi-VN" sz="2800" b="0" i="0" dirty="0">
                <a:solidFill>
                  <a:srgbClr val="E4E6EB"/>
                </a:solidFill>
                <a:effectLst/>
                <a:latin typeface="Segoe UI Historic" panose="020B0502040204020203" pitchFamily="34" charset="0"/>
              </a:rPr>
              <a:t>âu lệnh lặp sẽ thực hiện câu lệnh nhiều lần, mỗi lần là một vòng lặp. Số vòng lặp là biết trước và bằng giá trị cuối - giá trị đầu+1. Khi thực hiện, ban đầu biến đếm sẽ nhận giá trị đầu, sau mỗi vòng lặp, biến đếm được tự động tăng thêm 1 đơn vị cho đến khi bằng giá trị cuối.</a:t>
            </a:r>
            <a:endParaRPr sz="1600" dirty="0"/>
          </a:p>
          <a:p>
            <a:pPr marL="0" lvl="0" indent="0" algn="ctr" rtl="0">
              <a:spcBef>
                <a:spcPts val="0"/>
              </a:spcBef>
              <a:spcAft>
                <a:spcPts val="0"/>
              </a:spcAft>
              <a:buNone/>
            </a:pPr>
            <a:endParaRPr dirty="0"/>
          </a:p>
        </p:txBody>
      </p:sp>
      <p:pic>
        <p:nvPicPr>
          <p:cNvPr id="727" name="Google Shape;727;p47"/>
          <p:cNvPicPr preferRelativeResize="0"/>
          <p:nvPr/>
        </p:nvPicPr>
        <p:blipFill rotWithShape="1">
          <a:blip r:embed="rId3">
            <a:alphaModFix/>
          </a:blip>
          <a:srcRect l="61241" r="15108"/>
          <a:stretch/>
        </p:blipFill>
        <p:spPr>
          <a:xfrm>
            <a:off x="0" y="0"/>
            <a:ext cx="1823175" cy="5143500"/>
          </a:xfrm>
          <a:prstGeom prst="rect">
            <a:avLst/>
          </a:prstGeom>
          <a:noFill/>
          <a:ln>
            <a:noFill/>
          </a:ln>
        </p:spPr>
      </p:pic>
      <p:grpSp>
        <p:nvGrpSpPr>
          <p:cNvPr id="728" name="Google Shape;728;p47"/>
          <p:cNvGrpSpPr/>
          <p:nvPr/>
        </p:nvGrpSpPr>
        <p:grpSpPr>
          <a:xfrm>
            <a:off x="1223348" y="4553184"/>
            <a:ext cx="1015032" cy="325196"/>
            <a:chOff x="1156673" y="4600809"/>
            <a:chExt cx="1015032" cy="325196"/>
          </a:xfrm>
        </p:grpSpPr>
        <p:sp>
          <p:nvSpPr>
            <p:cNvPr id="729" name="Google Shape;729;p47"/>
            <p:cNvSpPr/>
            <p:nvPr/>
          </p:nvSpPr>
          <p:spPr>
            <a:xfrm>
              <a:off x="1937576" y="4600809"/>
              <a:ext cx="234129" cy="75728"/>
            </a:xfrm>
            <a:custGeom>
              <a:avLst/>
              <a:gdLst/>
              <a:ahLst/>
              <a:cxnLst/>
              <a:rect l="l" t="t" r="r" b="b"/>
              <a:pathLst>
                <a:path w="6001" h="1941" extrusionOk="0">
                  <a:moveTo>
                    <a:pt x="0" y="0"/>
                  </a:moveTo>
                  <a:lnTo>
                    <a:pt x="0" y="1941"/>
                  </a:lnTo>
                  <a:lnTo>
                    <a:pt x="6001" y="1941"/>
                  </a:lnTo>
                  <a:lnTo>
                    <a:pt x="60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7"/>
            <p:cNvSpPr/>
            <p:nvPr/>
          </p:nvSpPr>
          <p:spPr>
            <a:xfrm>
              <a:off x="1394514" y="4600809"/>
              <a:ext cx="440870" cy="75728"/>
            </a:xfrm>
            <a:custGeom>
              <a:avLst/>
              <a:gdLst/>
              <a:ahLst/>
              <a:cxnLst/>
              <a:rect l="l" t="t" r="r" b="b"/>
              <a:pathLst>
                <a:path w="11300" h="1941" extrusionOk="0">
                  <a:moveTo>
                    <a:pt x="1" y="0"/>
                  </a:moveTo>
                  <a:lnTo>
                    <a:pt x="1" y="1941"/>
                  </a:lnTo>
                  <a:lnTo>
                    <a:pt x="11300" y="1941"/>
                  </a:lnTo>
                  <a:lnTo>
                    <a:pt x="113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7"/>
            <p:cNvSpPr/>
            <p:nvPr/>
          </p:nvSpPr>
          <p:spPr>
            <a:xfrm>
              <a:off x="1156673" y="4725738"/>
              <a:ext cx="474774" cy="75767"/>
            </a:xfrm>
            <a:custGeom>
              <a:avLst/>
              <a:gdLst/>
              <a:ahLst/>
              <a:cxnLst/>
              <a:rect l="l" t="t" r="r" b="b"/>
              <a:pathLst>
                <a:path w="12169" h="1942" extrusionOk="0">
                  <a:moveTo>
                    <a:pt x="1" y="1"/>
                  </a:moveTo>
                  <a:lnTo>
                    <a:pt x="1" y="1942"/>
                  </a:lnTo>
                  <a:lnTo>
                    <a:pt x="12169" y="1942"/>
                  </a:lnTo>
                  <a:lnTo>
                    <a:pt x="121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7"/>
            <p:cNvSpPr/>
            <p:nvPr/>
          </p:nvSpPr>
          <p:spPr>
            <a:xfrm>
              <a:off x="1718307" y="4725738"/>
              <a:ext cx="453393" cy="75767"/>
            </a:xfrm>
            <a:custGeom>
              <a:avLst/>
              <a:gdLst/>
              <a:ahLst/>
              <a:cxnLst/>
              <a:rect l="l" t="t" r="r" b="b"/>
              <a:pathLst>
                <a:path w="11621" h="1942" extrusionOk="0">
                  <a:moveTo>
                    <a:pt x="0" y="1"/>
                  </a:moveTo>
                  <a:lnTo>
                    <a:pt x="0" y="1942"/>
                  </a:lnTo>
                  <a:lnTo>
                    <a:pt x="11621" y="1942"/>
                  </a:lnTo>
                  <a:lnTo>
                    <a:pt x="116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7"/>
            <p:cNvSpPr/>
            <p:nvPr/>
          </p:nvSpPr>
          <p:spPr>
            <a:xfrm>
              <a:off x="1536688" y="4850706"/>
              <a:ext cx="635008" cy="75299"/>
            </a:xfrm>
            <a:custGeom>
              <a:avLst/>
              <a:gdLst/>
              <a:ahLst/>
              <a:cxnLst/>
              <a:rect l="l" t="t" r="r" b="b"/>
              <a:pathLst>
                <a:path w="16276" h="1930" extrusionOk="0">
                  <a:moveTo>
                    <a:pt x="0" y="1"/>
                  </a:moveTo>
                  <a:lnTo>
                    <a:pt x="0" y="1930"/>
                  </a:lnTo>
                  <a:lnTo>
                    <a:pt x="16276" y="1930"/>
                  </a:lnTo>
                  <a:lnTo>
                    <a:pt x="162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5198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22"/>
                                        </p:tgtEl>
                                        <p:attrNameLst>
                                          <p:attrName>style.visibility</p:attrName>
                                        </p:attrNameLst>
                                      </p:cBhvr>
                                      <p:to>
                                        <p:strVal val="visible"/>
                                      </p:to>
                                    </p:set>
                                    <p:animEffect transition="in" filter="barn(inVertical)">
                                      <p:cBhvr>
                                        <p:cTn id="7" dur="500"/>
                                        <p:tgtEl>
                                          <p:spTgt spid="7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25">
                                            <p:txEl>
                                              <p:pRg st="0" end="0"/>
                                            </p:txEl>
                                          </p:spTgt>
                                        </p:tgtEl>
                                        <p:attrNameLst>
                                          <p:attrName>style.visibility</p:attrName>
                                        </p:attrNameLst>
                                      </p:cBhvr>
                                      <p:to>
                                        <p:strVal val="visible"/>
                                      </p:to>
                                    </p:set>
                                    <p:animEffect transition="in" filter="fade">
                                      <p:cBhvr>
                                        <p:cTn id="12" dur="1000"/>
                                        <p:tgtEl>
                                          <p:spTgt spid="725">
                                            <p:txEl>
                                              <p:pRg st="0" end="0"/>
                                            </p:txEl>
                                          </p:spTgt>
                                        </p:tgtEl>
                                      </p:cBhvr>
                                    </p:animEffect>
                                    <p:anim calcmode="lin" valueType="num">
                                      <p:cBhvr>
                                        <p:cTn id="13" dur="1000" fill="hold"/>
                                        <p:tgtEl>
                                          <p:spTgt spid="72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1FEA7282-0CA4-48B9-987C-ACE2090CA196}"/>
              </a:ext>
            </a:extLst>
          </p:cNvPr>
          <p:cNvSpPr>
            <a:spLocks noGrp="1"/>
          </p:cNvSpPr>
          <p:nvPr>
            <p:ph type="subTitle" idx="1"/>
          </p:nvPr>
        </p:nvSpPr>
        <p:spPr>
          <a:xfrm flipH="1">
            <a:off x="720000" y="372140"/>
            <a:ext cx="5659535" cy="4054235"/>
          </a:xfrm>
        </p:spPr>
        <p:txBody>
          <a:bodyPr/>
          <a:lstStyle/>
          <a:p>
            <a:pPr marL="114300" indent="0" algn="ctr">
              <a:buNone/>
            </a:pPr>
            <a:r>
              <a:rPr lang="en-US" sz="3600" dirty="0"/>
              <a:t>		</a:t>
            </a:r>
            <a:r>
              <a:rPr lang="en-US" sz="3600" dirty="0" err="1"/>
              <a:t>Ví</a:t>
            </a:r>
            <a:r>
              <a:rPr lang="en-US" sz="3600" dirty="0"/>
              <a:t> </a:t>
            </a:r>
            <a:r>
              <a:rPr lang="en-US" sz="3600" dirty="0" err="1"/>
              <a:t>dụ</a:t>
            </a:r>
            <a:endParaRPr lang="en-US" sz="4400" dirty="0"/>
          </a:p>
          <a:p>
            <a:pPr marL="114300" indent="0" algn="ctr">
              <a:buNone/>
            </a:pPr>
            <a:endParaRPr lang="vi-VN" sz="2800" dirty="0"/>
          </a:p>
        </p:txBody>
      </p:sp>
      <p:pic>
        <p:nvPicPr>
          <p:cNvPr id="4" name="Picture 3">
            <a:extLst>
              <a:ext uri="{FF2B5EF4-FFF2-40B4-BE49-F238E27FC236}">
                <a16:creationId xmlns:a16="http://schemas.microsoft.com/office/drawing/2014/main" id="{B9ECCDBD-08FE-404A-B31D-1C0703D822CD}"/>
              </a:ext>
            </a:extLst>
          </p:cNvPr>
          <p:cNvPicPr>
            <a:picLocks noChangeAspect="1"/>
          </p:cNvPicPr>
          <p:nvPr/>
        </p:nvPicPr>
        <p:blipFill>
          <a:blip r:embed="rId2"/>
          <a:stretch>
            <a:fillRect/>
          </a:stretch>
        </p:blipFill>
        <p:spPr>
          <a:xfrm>
            <a:off x="506944" y="1086423"/>
            <a:ext cx="4596683" cy="3327990"/>
          </a:xfrm>
          <a:prstGeom prst="rect">
            <a:avLst/>
          </a:prstGeom>
        </p:spPr>
      </p:pic>
      <p:pic>
        <p:nvPicPr>
          <p:cNvPr id="7" name="Picture 6">
            <a:extLst>
              <a:ext uri="{FF2B5EF4-FFF2-40B4-BE49-F238E27FC236}">
                <a16:creationId xmlns:a16="http://schemas.microsoft.com/office/drawing/2014/main" id="{EDE610E5-BE9B-4391-9BA9-C11D85D66966}"/>
              </a:ext>
            </a:extLst>
          </p:cNvPr>
          <p:cNvPicPr>
            <a:picLocks noChangeAspect="1"/>
          </p:cNvPicPr>
          <p:nvPr/>
        </p:nvPicPr>
        <p:blipFill>
          <a:blip r:embed="rId3"/>
          <a:stretch>
            <a:fillRect/>
          </a:stretch>
        </p:blipFill>
        <p:spPr>
          <a:xfrm>
            <a:off x="5316683" y="1086423"/>
            <a:ext cx="3745034" cy="3230396"/>
          </a:xfrm>
          <a:prstGeom prst="rect">
            <a:avLst/>
          </a:prstGeom>
        </p:spPr>
      </p:pic>
    </p:spTree>
    <p:extLst>
      <p:ext uri="{BB962C8B-B14F-4D97-AF65-F5344CB8AC3E}">
        <p14:creationId xmlns:p14="http://schemas.microsoft.com/office/powerpoint/2010/main" val="2205656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067CFF-D794-4A1A-B1E4-A3C7C2BF7A2F}"/>
              </a:ext>
            </a:extLst>
          </p:cNvPr>
          <p:cNvSpPr>
            <a:spLocks noGrp="1"/>
          </p:cNvSpPr>
          <p:nvPr>
            <p:ph type="body" idx="1"/>
          </p:nvPr>
        </p:nvSpPr>
        <p:spPr>
          <a:xfrm>
            <a:off x="3785192" y="1850065"/>
            <a:ext cx="4221124" cy="2892056"/>
          </a:xfrm>
        </p:spPr>
        <p:txBody>
          <a:bodyPr/>
          <a:lstStyle/>
          <a:p>
            <a:pPr marL="127000" indent="0" algn="l">
              <a:buNone/>
            </a:pPr>
            <a:endParaRPr lang="vi-VN" sz="2400" b="1" i="0" dirty="0">
              <a:solidFill>
                <a:schemeClr val="bg1"/>
              </a:solidFill>
              <a:effectLst/>
              <a:latin typeface="SFMono-Regular"/>
            </a:endParaRPr>
          </a:p>
          <a:p>
            <a:pPr marL="127000" indent="0" algn="l">
              <a:buNone/>
            </a:pPr>
            <a:r>
              <a:rPr lang="vi-VN" sz="2400" b="1" i="0" dirty="0">
                <a:solidFill>
                  <a:schemeClr val="bg1"/>
                </a:solidFill>
                <a:effectLst/>
                <a:latin typeface="SFMono-Regular"/>
              </a:rPr>
              <a:t>while</a:t>
            </a:r>
            <a:r>
              <a:rPr lang="vi-VN" sz="2400" b="0" i="0" dirty="0">
                <a:solidFill>
                  <a:schemeClr val="bg1"/>
                </a:solidFill>
                <a:effectLst/>
                <a:latin typeface="SFMono-Regular"/>
              </a:rPr>
              <a:t>(condition) </a:t>
            </a:r>
          </a:p>
          <a:p>
            <a:pPr marL="127000" indent="0" algn="l">
              <a:buNone/>
            </a:pPr>
            <a:r>
              <a:rPr lang="vi-VN" sz="2400" b="0" i="0" dirty="0">
                <a:solidFill>
                  <a:schemeClr val="bg1"/>
                </a:solidFill>
                <a:effectLst/>
                <a:latin typeface="SFMono-Regular"/>
              </a:rPr>
              <a:t>{</a:t>
            </a:r>
          </a:p>
          <a:p>
            <a:pPr marL="127000" indent="0" algn="l">
              <a:buNone/>
            </a:pPr>
            <a:r>
              <a:rPr lang="vi-VN" sz="2400" b="0" i="0" dirty="0">
                <a:solidFill>
                  <a:schemeClr val="bg1"/>
                </a:solidFill>
                <a:effectLst/>
                <a:latin typeface="SFMono-Regular"/>
              </a:rPr>
              <a:t> </a:t>
            </a:r>
            <a:r>
              <a:rPr lang="vi-VN" sz="2400" b="1" i="0" dirty="0">
                <a:solidFill>
                  <a:schemeClr val="bg1"/>
                </a:solidFill>
                <a:effectLst/>
                <a:latin typeface="SFMono-Regular"/>
              </a:rPr>
              <a:t>statement</a:t>
            </a:r>
            <a:r>
              <a:rPr lang="vi-VN" sz="2400" b="0" i="0" dirty="0">
                <a:solidFill>
                  <a:schemeClr val="bg1"/>
                </a:solidFill>
                <a:effectLst/>
                <a:latin typeface="SFMono-Regular"/>
              </a:rPr>
              <a:t>(s); </a:t>
            </a:r>
          </a:p>
          <a:p>
            <a:pPr marL="127000" indent="0" algn="l">
              <a:buNone/>
            </a:pPr>
            <a:r>
              <a:rPr lang="vi-VN" sz="2400" b="0" i="0" dirty="0">
                <a:solidFill>
                  <a:schemeClr val="bg1"/>
                </a:solidFill>
                <a:effectLst/>
                <a:latin typeface="SFMono-Regular"/>
              </a:rPr>
              <a:t>}</a:t>
            </a:r>
            <a:endParaRPr lang="vi-VN" sz="2000" dirty="0">
              <a:solidFill>
                <a:schemeClr val="bg1"/>
              </a:solidFill>
            </a:endParaRPr>
          </a:p>
        </p:txBody>
      </p:sp>
      <p:sp>
        <p:nvSpPr>
          <p:cNvPr id="4" name="Rectangle: Rounded Corners 3">
            <a:extLst>
              <a:ext uri="{FF2B5EF4-FFF2-40B4-BE49-F238E27FC236}">
                <a16:creationId xmlns:a16="http://schemas.microsoft.com/office/drawing/2014/main" id="{C15C76F6-D2C6-4B8C-B688-593986386F6B}"/>
              </a:ext>
            </a:extLst>
          </p:cNvPr>
          <p:cNvSpPr/>
          <p:nvPr/>
        </p:nvSpPr>
        <p:spPr>
          <a:xfrm>
            <a:off x="0" y="2094614"/>
            <a:ext cx="3274828" cy="1541721"/>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600" dirty="0"/>
              <a:t>while</a:t>
            </a:r>
          </a:p>
        </p:txBody>
      </p:sp>
      <p:sp>
        <p:nvSpPr>
          <p:cNvPr id="6" name="Title 5">
            <a:extLst>
              <a:ext uri="{FF2B5EF4-FFF2-40B4-BE49-F238E27FC236}">
                <a16:creationId xmlns:a16="http://schemas.microsoft.com/office/drawing/2014/main" id="{03F772B9-48C0-4841-94EF-A85B5348FE85}"/>
              </a:ext>
            </a:extLst>
          </p:cNvPr>
          <p:cNvSpPr>
            <a:spLocks noGrp="1"/>
          </p:cNvSpPr>
          <p:nvPr>
            <p:ph type="title"/>
          </p:nvPr>
        </p:nvSpPr>
        <p:spPr>
          <a:xfrm>
            <a:off x="3785192" y="1332028"/>
            <a:ext cx="3963300" cy="669000"/>
          </a:xfrm>
        </p:spPr>
        <p:txBody>
          <a:bodyPr/>
          <a:lstStyle/>
          <a:p>
            <a:pPr algn="l"/>
            <a:r>
              <a:rPr lang="en-US" dirty="0" err="1"/>
              <a:t>Cấu</a:t>
            </a:r>
            <a:r>
              <a:rPr lang="en-US" dirty="0"/>
              <a:t> </a:t>
            </a:r>
            <a:r>
              <a:rPr lang="en-US" dirty="0" err="1"/>
              <a:t>trúc</a:t>
            </a:r>
            <a:endParaRPr lang="vi-VN" dirty="0"/>
          </a:p>
        </p:txBody>
      </p:sp>
    </p:spTree>
    <p:extLst>
      <p:ext uri="{BB962C8B-B14F-4D97-AF65-F5344CB8AC3E}">
        <p14:creationId xmlns:p14="http://schemas.microsoft.com/office/powerpoint/2010/main" val="335639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47"/>
          <p:cNvSpPr txBox="1">
            <a:spLocks noGrp="1"/>
          </p:cNvSpPr>
          <p:nvPr>
            <p:ph type="title"/>
          </p:nvPr>
        </p:nvSpPr>
        <p:spPr>
          <a:xfrm>
            <a:off x="2011678" y="375267"/>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Hoạt động</a:t>
            </a:r>
            <a:endParaRPr dirty="0"/>
          </a:p>
        </p:txBody>
      </p:sp>
      <p:sp>
        <p:nvSpPr>
          <p:cNvPr id="725" name="Google Shape;725;p47"/>
          <p:cNvSpPr txBox="1">
            <a:spLocks noGrp="1"/>
          </p:cNvSpPr>
          <p:nvPr>
            <p:ph type="subTitle" idx="3"/>
          </p:nvPr>
        </p:nvSpPr>
        <p:spPr>
          <a:xfrm>
            <a:off x="2325231" y="1044267"/>
            <a:ext cx="6588000" cy="4218467"/>
          </a:xfrm>
          <a:prstGeom prst="rect">
            <a:avLst/>
          </a:prstGeom>
        </p:spPr>
        <p:txBody>
          <a:bodyPr spcFirstLastPara="1" wrap="square" lIns="91425" tIns="91425" rIns="91425" bIns="91425" anchor="t" anchorCtr="0">
            <a:noAutofit/>
          </a:bodyPr>
          <a:lstStyle/>
          <a:p>
            <a:pPr marL="114300" indent="0" algn="l"/>
            <a:r>
              <a:rPr lang="vi-VN" sz="3200" b="0" i="0" dirty="0">
                <a:solidFill>
                  <a:srgbClr val="E4E6EB"/>
                </a:solidFill>
                <a:effectLst/>
                <a:latin typeface="Segoe UI Historic" panose="020B0502040204020203" pitchFamily="34" charset="0"/>
              </a:rPr>
              <a:t>Vòng lặp lại trong khi điều kiện là đúng. Khi điều kiện trở thành sai, điều khiển chương trình sẽ chuyển đến dòng ngay sau vòng lặp.</a:t>
            </a:r>
            <a:endParaRPr sz="1800" dirty="0"/>
          </a:p>
          <a:p>
            <a:pPr marL="0" lvl="0" indent="0" algn="ctr" rtl="0">
              <a:spcBef>
                <a:spcPts val="0"/>
              </a:spcBef>
              <a:spcAft>
                <a:spcPts val="0"/>
              </a:spcAft>
              <a:buNone/>
            </a:pPr>
            <a:endParaRPr dirty="0"/>
          </a:p>
        </p:txBody>
      </p:sp>
      <p:pic>
        <p:nvPicPr>
          <p:cNvPr id="727" name="Google Shape;727;p47"/>
          <p:cNvPicPr preferRelativeResize="0"/>
          <p:nvPr/>
        </p:nvPicPr>
        <p:blipFill rotWithShape="1">
          <a:blip r:embed="rId3">
            <a:alphaModFix/>
          </a:blip>
          <a:srcRect l="61241" r="15108"/>
          <a:stretch/>
        </p:blipFill>
        <p:spPr>
          <a:xfrm>
            <a:off x="0" y="0"/>
            <a:ext cx="1823175" cy="5143500"/>
          </a:xfrm>
          <a:prstGeom prst="rect">
            <a:avLst/>
          </a:prstGeom>
          <a:noFill/>
          <a:ln>
            <a:noFill/>
          </a:ln>
        </p:spPr>
      </p:pic>
      <p:grpSp>
        <p:nvGrpSpPr>
          <p:cNvPr id="728" name="Google Shape;728;p47"/>
          <p:cNvGrpSpPr/>
          <p:nvPr/>
        </p:nvGrpSpPr>
        <p:grpSpPr>
          <a:xfrm>
            <a:off x="1223348" y="4553184"/>
            <a:ext cx="1015032" cy="325196"/>
            <a:chOff x="1156673" y="4600809"/>
            <a:chExt cx="1015032" cy="325196"/>
          </a:xfrm>
        </p:grpSpPr>
        <p:sp>
          <p:nvSpPr>
            <p:cNvPr id="729" name="Google Shape;729;p47"/>
            <p:cNvSpPr/>
            <p:nvPr/>
          </p:nvSpPr>
          <p:spPr>
            <a:xfrm>
              <a:off x="1937576" y="4600809"/>
              <a:ext cx="234129" cy="75728"/>
            </a:xfrm>
            <a:custGeom>
              <a:avLst/>
              <a:gdLst/>
              <a:ahLst/>
              <a:cxnLst/>
              <a:rect l="l" t="t" r="r" b="b"/>
              <a:pathLst>
                <a:path w="6001" h="1941" extrusionOk="0">
                  <a:moveTo>
                    <a:pt x="0" y="0"/>
                  </a:moveTo>
                  <a:lnTo>
                    <a:pt x="0" y="1941"/>
                  </a:lnTo>
                  <a:lnTo>
                    <a:pt x="6001" y="1941"/>
                  </a:lnTo>
                  <a:lnTo>
                    <a:pt x="60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7"/>
            <p:cNvSpPr/>
            <p:nvPr/>
          </p:nvSpPr>
          <p:spPr>
            <a:xfrm>
              <a:off x="1394514" y="4600809"/>
              <a:ext cx="440870" cy="75728"/>
            </a:xfrm>
            <a:custGeom>
              <a:avLst/>
              <a:gdLst/>
              <a:ahLst/>
              <a:cxnLst/>
              <a:rect l="l" t="t" r="r" b="b"/>
              <a:pathLst>
                <a:path w="11300" h="1941" extrusionOk="0">
                  <a:moveTo>
                    <a:pt x="1" y="0"/>
                  </a:moveTo>
                  <a:lnTo>
                    <a:pt x="1" y="1941"/>
                  </a:lnTo>
                  <a:lnTo>
                    <a:pt x="11300" y="1941"/>
                  </a:lnTo>
                  <a:lnTo>
                    <a:pt x="113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7"/>
            <p:cNvSpPr/>
            <p:nvPr/>
          </p:nvSpPr>
          <p:spPr>
            <a:xfrm>
              <a:off x="1156673" y="4725738"/>
              <a:ext cx="474774" cy="75767"/>
            </a:xfrm>
            <a:custGeom>
              <a:avLst/>
              <a:gdLst/>
              <a:ahLst/>
              <a:cxnLst/>
              <a:rect l="l" t="t" r="r" b="b"/>
              <a:pathLst>
                <a:path w="12169" h="1942" extrusionOk="0">
                  <a:moveTo>
                    <a:pt x="1" y="1"/>
                  </a:moveTo>
                  <a:lnTo>
                    <a:pt x="1" y="1942"/>
                  </a:lnTo>
                  <a:lnTo>
                    <a:pt x="12169" y="1942"/>
                  </a:lnTo>
                  <a:lnTo>
                    <a:pt x="121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7"/>
            <p:cNvSpPr/>
            <p:nvPr/>
          </p:nvSpPr>
          <p:spPr>
            <a:xfrm>
              <a:off x="1718307" y="4725738"/>
              <a:ext cx="453393" cy="75767"/>
            </a:xfrm>
            <a:custGeom>
              <a:avLst/>
              <a:gdLst/>
              <a:ahLst/>
              <a:cxnLst/>
              <a:rect l="l" t="t" r="r" b="b"/>
              <a:pathLst>
                <a:path w="11621" h="1942" extrusionOk="0">
                  <a:moveTo>
                    <a:pt x="0" y="1"/>
                  </a:moveTo>
                  <a:lnTo>
                    <a:pt x="0" y="1942"/>
                  </a:lnTo>
                  <a:lnTo>
                    <a:pt x="11621" y="1942"/>
                  </a:lnTo>
                  <a:lnTo>
                    <a:pt x="116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7"/>
            <p:cNvSpPr/>
            <p:nvPr/>
          </p:nvSpPr>
          <p:spPr>
            <a:xfrm>
              <a:off x="1536688" y="4850706"/>
              <a:ext cx="635008" cy="75299"/>
            </a:xfrm>
            <a:custGeom>
              <a:avLst/>
              <a:gdLst/>
              <a:ahLst/>
              <a:cxnLst/>
              <a:rect l="l" t="t" r="r" b="b"/>
              <a:pathLst>
                <a:path w="16276" h="1930" extrusionOk="0">
                  <a:moveTo>
                    <a:pt x="0" y="1"/>
                  </a:moveTo>
                  <a:lnTo>
                    <a:pt x="0" y="1930"/>
                  </a:lnTo>
                  <a:lnTo>
                    <a:pt x="16276" y="1930"/>
                  </a:lnTo>
                  <a:lnTo>
                    <a:pt x="162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9986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22"/>
                                        </p:tgtEl>
                                        <p:attrNameLst>
                                          <p:attrName>style.visibility</p:attrName>
                                        </p:attrNameLst>
                                      </p:cBhvr>
                                      <p:to>
                                        <p:strVal val="visible"/>
                                      </p:to>
                                    </p:set>
                                    <p:animEffect transition="in" filter="fade">
                                      <p:cBhvr>
                                        <p:cTn id="7" dur="1000"/>
                                        <p:tgtEl>
                                          <p:spTgt spid="722"/>
                                        </p:tgtEl>
                                      </p:cBhvr>
                                    </p:animEffect>
                                    <p:anim calcmode="lin" valueType="num">
                                      <p:cBhvr>
                                        <p:cTn id="8" dur="1000" fill="hold"/>
                                        <p:tgtEl>
                                          <p:spTgt spid="722"/>
                                        </p:tgtEl>
                                        <p:attrNameLst>
                                          <p:attrName>ppt_x</p:attrName>
                                        </p:attrNameLst>
                                      </p:cBhvr>
                                      <p:tavLst>
                                        <p:tav tm="0">
                                          <p:val>
                                            <p:strVal val="#ppt_x"/>
                                          </p:val>
                                        </p:tav>
                                        <p:tav tm="100000">
                                          <p:val>
                                            <p:strVal val="#ppt_x"/>
                                          </p:val>
                                        </p:tav>
                                      </p:tavLst>
                                    </p:anim>
                                    <p:anim calcmode="lin" valueType="num">
                                      <p:cBhvr>
                                        <p:cTn id="9" dur="1000" fill="hold"/>
                                        <p:tgtEl>
                                          <p:spTgt spid="7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25">
                                            <p:txEl>
                                              <p:pRg st="0" end="0"/>
                                            </p:txEl>
                                          </p:spTgt>
                                        </p:tgtEl>
                                        <p:attrNameLst>
                                          <p:attrName>style.visibility</p:attrName>
                                        </p:attrNameLst>
                                      </p:cBhvr>
                                      <p:to>
                                        <p:strVal val="visible"/>
                                      </p:to>
                                    </p:set>
                                    <p:animEffect transition="in" filter="fade">
                                      <p:cBhvr>
                                        <p:cTn id="14" dur="1000"/>
                                        <p:tgtEl>
                                          <p:spTgt spid="725">
                                            <p:txEl>
                                              <p:pRg st="0" end="0"/>
                                            </p:txEl>
                                          </p:spTgt>
                                        </p:tgtEl>
                                      </p:cBhvr>
                                    </p:animEffect>
                                    <p:anim calcmode="lin" valueType="num">
                                      <p:cBhvr>
                                        <p:cTn id="15" dur="1000" fill="hold"/>
                                        <p:tgtEl>
                                          <p:spTgt spid="72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2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D31FC7AB-F883-438A-9F98-8BCBC8CDDA14}"/>
              </a:ext>
            </a:extLst>
          </p:cNvPr>
          <p:cNvSpPr>
            <a:spLocks noGrp="1"/>
          </p:cNvSpPr>
          <p:nvPr>
            <p:ph type="subTitle" idx="1"/>
          </p:nvPr>
        </p:nvSpPr>
        <p:spPr>
          <a:xfrm flipH="1">
            <a:off x="720000" y="202019"/>
            <a:ext cx="7704000" cy="4224356"/>
          </a:xfrm>
        </p:spPr>
        <p:txBody>
          <a:bodyPr/>
          <a:lstStyle/>
          <a:p>
            <a:pPr marL="114300" indent="0" algn="ctr">
              <a:buNone/>
            </a:pPr>
            <a:r>
              <a:rPr lang="en-US" sz="3600" dirty="0"/>
              <a:t>		</a:t>
            </a:r>
            <a:r>
              <a:rPr lang="en-US" sz="3600" dirty="0" err="1"/>
              <a:t>Ví</a:t>
            </a:r>
            <a:r>
              <a:rPr lang="en-US" sz="3600" dirty="0"/>
              <a:t> </a:t>
            </a:r>
            <a:r>
              <a:rPr lang="en-US" sz="3600" dirty="0" err="1"/>
              <a:t>dụ</a:t>
            </a:r>
            <a:endParaRPr lang="en-US" sz="3600" dirty="0"/>
          </a:p>
          <a:p>
            <a:pPr marL="114300" indent="0" algn="ctr">
              <a:buNone/>
            </a:pPr>
            <a:endParaRPr lang="vi-VN" sz="3600" dirty="0"/>
          </a:p>
        </p:txBody>
      </p:sp>
      <p:pic>
        <p:nvPicPr>
          <p:cNvPr id="12" name="Picture 11">
            <a:extLst>
              <a:ext uri="{FF2B5EF4-FFF2-40B4-BE49-F238E27FC236}">
                <a16:creationId xmlns:a16="http://schemas.microsoft.com/office/drawing/2014/main" id="{B1774401-AD3A-4A88-BB09-86D17A3D8D33}"/>
              </a:ext>
            </a:extLst>
          </p:cNvPr>
          <p:cNvPicPr>
            <a:picLocks noChangeAspect="1"/>
          </p:cNvPicPr>
          <p:nvPr/>
        </p:nvPicPr>
        <p:blipFill>
          <a:blip r:embed="rId2"/>
          <a:stretch>
            <a:fillRect/>
          </a:stretch>
        </p:blipFill>
        <p:spPr>
          <a:xfrm>
            <a:off x="546027" y="1105864"/>
            <a:ext cx="4748987" cy="3030201"/>
          </a:xfrm>
          <a:prstGeom prst="rect">
            <a:avLst/>
          </a:prstGeom>
        </p:spPr>
      </p:pic>
      <p:pic>
        <p:nvPicPr>
          <p:cNvPr id="14" name="Picture 13">
            <a:extLst>
              <a:ext uri="{FF2B5EF4-FFF2-40B4-BE49-F238E27FC236}">
                <a16:creationId xmlns:a16="http://schemas.microsoft.com/office/drawing/2014/main" id="{AE0BDE4D-497B-4584-9621-D74F3AB9789F}"/>
              </a:ext>
            </a:extLst>
          </p:cNvPr>
          <p:cNvPicPr>
            <a:picLocks noChangeAspect="1"/>
          </p:cNvPicPr>
          <p:nvPr/>
        </p:nvPicPr>
        <p:blipFill>
          <a:blip r:embed="rId3"/>
          <a:stretch>
            <a:fillRect/>
          </a:stretch>
        </p:blipFill>
        <p:spPr>
          <a:xfrm>
            <a:off x="5468987" y="1180291"/>
            <a:ext cx="3575891" cy="2955773"/>
          </a:xfrm>
          <a:prstGeom prst="rect">
            <a:avLst/>
          </a:prstGeom>
        </p:spPr>
      </p:pic>
    </p:spTree>
    <p:extLst>
      <p:ext uri="{BB962C8B-B14F-4D97-AF65-F5344CB8AC3E}">
        <p14:creationId xmlns:p14="http://schemas.microsoft.com/office/powerpoint/2010/main" val="348972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067CFF-D794-4A1A-B1E4-A3C7C2BF7A2F}"/>
              </a:ext>
            </a:extLst>
          </p:cNvPr>
          <p:cNvSpPr>
            <a:spLocks noGrp="1"/>
          </p:cNvSpPr>
          <p:nvPr>
            <p:ph type="body" idx="1"/>
          </p:nvPr>
        </p:nvSpPr>
        <p:spPr>
          <a:xfrm>
            <a:off x="4040373" y="1850065"/>
            <a:ext cx="4221124" cy="2892056"/>
          </a:xfrm>
        </p:spPr>
        <p:txBody>
          <a:bodyPr/>
          <a:lstStyle/>
          <a:p>
            <a:pPr marL="127000" indent="0" algn="l">
              <a:buNone/>
            </a:pPr>
            <a:endParaRPr lang="vi-VN" sz="2400" b="1" i="0" dirty="0">
              <a:solidFill>
                <a:schemeClr val="bg1"/>
              </a:solidFill>
              <a:effectLst/>
              <a:latin typeface="SFMono-Regular"/>
            </a:endParaRPr>
          </a:p>
          <a:p>
            <a:pPr marL="127000" indent="0" algn="l">
              <a:buNone/>
            </a:pPr>
            <a:r>
              <a:rPr lang="en-US" sz="3200" b="1" i="0" dirty="0">
                <a:solidFill>
                  <a:schemeClr val="bg1"/>
                </a:solidFill>
                <a:effectLst/>
                <a:latin typeface="SFMono-Regular"/>
              </a:rPr>
              <a:t>do</a:t>
            </a:r>
            <a:r>
              <a:rPr lang="en-US" sz="3200" b="0" i="0" dirty="0">
                <a:solidFill>
                  <a:schemeClr val="bg1"/>
                </a:solidFill>
                <a:effectLst/>
                <a:latin typeface="SFMono-Regular"/>
              </a:rPr>
              <a:t> { </a:t>
            </a:r>
          </a:p>
          <a:p>
            <a:pPr marL="127000" indent="0" algn="l">
              <a:buNone/>
            </a:pPr>
            <a:r>
              <a:rPr lang="en-US" sz="3200" b="0" i="0" dirty="0">
                <a:solidFill>
                  <a:schemeClr val="bg1"/>
                </a:solidFill>
                <a:effectLst/>
                <a:latin typeface="SFMono-Regular"/>
              </a:rPr>
              <a:t>statement(s); </a:t>
            </a:r>
          </a:p>
          <a:p>
            <a:pPr marL="127000" indent="0" algn="l">
              <a:buNone/>
            </a:pPr>
            <a:r>
              <a:rPr lang="en-US" sz="3200" b="0" i="0" dirty="0">
                <a:solidFill>
                  <a:schemeClr val="bg1"/>
                </a:solidFill>
                <a:effectLst/>
                <a:latin typeface="SFMono-Regular"/>
              </a:rPr>
              <a:t>} </a:t>
            </a:r>
            <a:r>
              <a:rPr lang="en-US" sz="3200" b="1" i="0" dirty="0">
                <a:solidFill>
                  <a:schemeClr val="bg1"/>
                </a:solidFill>
                <a:effectLst/>
                <a:latin typeface="SFMono-Regular"/>
              </a:rPr>
              <a:t>while</a:t>
            </a:r>
            <a:r>
              <a:rPr lang="en-US" sz="3200" b="0" i="0" dirty="0">
                <a:solidFill>
                  <a:schemeClr val="bg1"/>
                </a:solidFill>
                <a:effectLst/>
                <a:latin typeface="SFMono-Regular"/>
              </a:rPr>
              <a:t>( condition );</a:t>
            </a:r>
            <a:endParaRPr lang="vi-VN" sz="2400" dirty="0">
              <a:solidFill>
                <a:schemeClr val="bg1"/>
              </a:solidFill>
            </a:endParaRPr>
          </a:p>
        </p:txBody>
      </p:sp>
      <p:sp>
        <p:nvSpPr>
          <p:cNvPr id="4" name="Rectangle: Rounded Corners 3">
            <a:extLst>
              <a:ext uri="{FF2B5EF4-FFF2-40B4-BE49-F238E27FC236}">
                <a16:creationId xmlns:a16="http://schemas.microsoft.com/office/drawing/2014/main" id="{C15C76F6-D2C6-4B8C-B688-593986386F6B}"/>
              </a:ext>
            </a:extLst>
          </p:cNvPr>
          <p:cNvSpPr/>
          <p:nvPr/>
        </p:nvSpPr>
        <p:spPr>
          <a:xfrm>
            <a:off x="0" y="2094614"/>
            <a:ext cx="3274828" cy="1541721"/>
          </a:xfrm>
          <a:prstGeom prst="roundRect">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4800" dirty="0"/>
              <a:t>Do…while</a:t>
            </a:r>
          </a:p>
        </p:txBody>
      </p:sp>
      <p:sp>
        <p:nvSpPr>
          <p:cNvPr id="6" name="Title 5">
            <a:extLst>
              <a:ext uri="{FF2B5EF4-FFF2-40B4-BE49-F238E27FC236}">
                <a16:creationId xmlns:a16="http://schemas.microsoft.com/office/drawing/2014/main" id="{03F772B9-48C0-4841-94EF-A85B5348FE85}"/>
              </a:ext>
            </a:extLst>
          </p:cNvPr>
          <p:cNvSpPr>
            <a:spLocks noGrp="1"/>
          </p:cNvSpPr>
          <p:nvPr>
            <p:ph type="title"/>
          </p:nvPr>
        </p:nvSpPr>
        <p:spPr>
          <a:xfrm>
            <a:off x="4169285" y="1321396"/>
            <a:ext cx="3963300" cy="669000"/>
          </a:xfrm>
        </p:spPr>
        <p:txBody>
          <a:bodyPr/>
          <a:lstStyle/>
          <a:p>
            <a:pPr algn="l"/>
            <a:r>
              <a:rPr lang="en-US" dirty="0" err="1"/>
              <a:t>Cấu</a:t>
            </a:r>
            <a:r>
              <a:rPr lang="en-US" dirty="0"/>
              <a:t> </a:t>
            </a:r>
            <a:r>
              <a:rPr lang="en-US" dirty="0" err="1"/>
              <a:t>trúc</a:t>
            </a:r>
            <a:endParaRPr lang="vi-VN" dirty="0"/>
          </a:p>
        </p:txBody>
      </p:sp>
    </p:spTree>
    <p:extLst>
      <p:ext uri="{BB962C8B-B14F-4D97-AF65-F5344CB8AC3E}">
        <p14:creationId xmlns:p14="http://schemas.microsoft.com/office/powerpoint/2010/main" val="327419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47"/>
          <p:cNvSpPr txBox="1">
            <a:spLocks noGrp="1"/>
          </p:cNvSpPr>
          <p:nvPr>
            <p:ph type="title"/>
          </p:nvPr>
        </p:nvSpPr>
        <p:spPr>
          <a:xfrm>
            <a:off x="2011678" y="375267"/>
            <a:ext cx="6588000" cy="66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Hoạt động</a:t>
            </a:r>
            <a:endParaRPr dirty="0"/>
          </a:p>
        </p:txBody>
      </p:sp>
      <p:sp>
        <p:nvSpPr>
          <p:cNvPr id="725" name="Google Shape;725;p47"/>
          <p:cNvSpPr txBox="1">
            <a:spLocks noGrp="1"/>
          </p:cNvSpPr>
          <p:nvPr>
            <p:ph type="subTitle" idx="3"/>
          </p:nvPr>
        </p:nvSpPr>
        <p:spPr>
          <a:xfrm>
            <a:off x="2268144" y="764866"/>
            <a:ext cx="6588000" cy="4218467"/>
          </a:xfrm>
          <a:prstGeom prst="rect">
            <a:avLst/>
          </a:prstGeom>
        </p:spPr>
        <p:txBody>
          <a:bodyPr spcFirstLastPara="1" wrap="square" lIns="91425" tIns="91425" rIns="91425" bIns="91425" anchor="t" anchorCtr="0">
            <a:noAutofit/>
          </a:bodyPr>
          <a:lstStyle/>
          <a:p>
            <a:pPr marL="114300" indent="0" algn="just"/>
            <a:r>
              <a:rPr lang="vi-VN" sz="2400" b="0" i="0" dirty="0">
                <a:solidFill>
                  <a:srgbClr val="E4E6EB"/>
                </a:solidFill>
                <a:effectLst/>
                <a:latin typeface="Segoe UI Historic" panose="020B0502040204020203" pitchFamily="34" charset="0"/>
              </a:rPr>
              <a:t>Thực thi dòng lệnh trong do while trước. Sau đó, kiểm tra &lt;điều kiện lặp&gt;, nếu &lt;điều kiện lặp&gt; đúng (true) thì thực thi dòng lệnh trong do while lần nữa. </a:t>
            </a:r>
          </a:p>
          <a:p>
            <a:pPr marL="114300" indent="0" algn="just"/>
            <a:r>
              <a:rPr lang="vi-VN" sz="2400" b="0" i="0" dirty="0">
                <a:solidFill>
                  <a:srgbClr val="E4E6EB"/>
                </a:solidFill>
                <a:effectLst/>
                <a:latin typeface="Segoe UI Historic" panose="020B0502040204020203" pitchFamily="34" charset="0"/>
              </a:rPr>
              <a:t>Quá trình kiểm tra &lt;điều kiện lặp&gt; và thực thi dòng lệnh trong do while sẽ chấm dứt cho đến khi &lt;điều kiện lặp&gt; sai (false). Tức là, nếu bất cứ khi nào &lt;điều kiện lặp&gt; sai (false) thì vòng lặp do while sẽ chấm dứt.</a:t>
            </a:r>
            <a:endParaRPr sz="1800" b="1" dirty="0">
              <a:solidFill>
                <a:schemeClr val="bg1"/>
              </a:solidFill>
            </a:endParaRPr>
          </a:p>
        </p:txBody>
      </p:sp>
      <p:pic>
        <p:nvPicPr>
          <p:cNvPr id="727" name="Google Shape;727;p47"/>
          <p:cNvPicPr preferRelativeResize="0"/>
          <p:nvPr/>
        </p:nvPicPr>
        <p:blipFill rotWithShape="1">
          <a:blip r:embed="rId3">
            <a:alphaModFix/>
          </a:blip>
          <a:srcRect l="61241" r="15108"/>
          <a:stretch/>
        </p:blipFill>
        <p:spPr>
          <a:xfrm>
            <a:off x="0" y="0"/>
            <a:ext cx="1823175" cy="5143500"/>
          </a:xfrm>
          <a:prstGeom prst="rect">
            <a:avLst/>
          </a:prstGeom>
          <a:noFill/>
          <a:ln>
            <a:noFill/>
          </a:ln>
        </p:spPr>
      </p:pic>
      <p:grpSp>
        <p:nvGrpSpPr>
          <p:cNvPr id="728" name="Google Shape;728;p47"/>
          <p:cNvGrpSpPr/>
          <p:nvPr/>
        </p:nvGrpSpPr>
        <p:grpSpPr>
          <a:xfrm>
            <a:off x="1223348" y="4553184"/>
            <a:ext cx="1015032" cy="325196"/>
            <a:chOff x="1156673" y="4600809"/>
            <a:chExt cx="1015032" cy="325196"/>
          </a:xfrm>
        </p:grpSpPr>
        <p:sp>
          <p:nvSpPr>
            <p:cNvPr id="729" name="Google Shape;729;p47"/>
            <p:cNvSpPr/>
            <p:nvPr/>
          </p:nvSpPr>
          <p:spPr>
            <a:xfrm>
              <a:off x="1937576" y="4600809"/>
              <a:ext cx="234129" cy="75728"/>
            </a:xfrm>
            <a:custGeom>
              <a:avLst/>
              <a:gdLst/>
              <a:ahLst/>
              <a:cxnLst/>
              <a:rect l="l" t="t" r="r" b="b"/>
              <a:pathLst>
                <a:path w="6001" h="1941" extrusionOk="0">
                  <a:moveTo>
                    <a:pt x="0" y="0"/>
                  </a:moveTo>
                  <a:lnTo>
                    <a:pt x="0" y="1941"/>
                  </a:lnTo>
                  <a:lnTo>
                    <a:pt x="6001" y="1941"/>
                  </a:lnTo>
                  <a:lnTo>
                    <a:pt x="60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7"/>
            <p:cNvSpPr/>
            <p:nvPr/>
          </p:nvSpPr>
          <p:spPr>
            <a:xfrm>
              <a:off x="1394514" y="4600809"/>
              <a:ext cx="440870" cy="75728"/>
            </a:xfrm>
            <a:custGeom>
              <a:avLst/>
              <a:gdLst/>
              <a:ahLst/>
              <a:cxnLst/>
              <a:rect l="l" t="t" r="r" b="b"/>
              <a:pathLst>
                <a:path w="11300" h="1941" extrusionOk="0">
                  <a:moveTo>
                    <a:pt x="1" y="0"/>
                  </a:moveTo>
                  <a:lnTo>
                    <a:pt x="1" y="1941"/>
                  </a:lnTo>
                  <a:lnTo>
                    <a:pt x="11300" y="1941"/>
                  </a:lnTo>
                  <a:lnTo>
                    <a:pt x="113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7"/>
            <p:cNvSpPr/>
            <p:nvPr/>
          </p:nvSpPr>
          <p:spPr>
            <a:xfrm>
              <a:off x="1156673" y="4725738"/>
              <a:ext cx="474774" cy="75767"/>
            </a:xfrm>
            <a:custGeom>
              <a:avLst/>
              <a:gdLst/>
              <a:ahLst/>
              <a:cxnLst/>
              <a:rect l="l" t="t" r="r" b="b"/>
              <a:pathLst>
                <a:path w="12169" h="1942" extrusionOk="0">
                  <a:moveTo>
                    <a:pt x="1" y="1"/>
                  </a:moveTo>
                  <a:lnTo>
                    <a:pt x="1" y="1942"/>
                  </a:lnTo>
                  <a:lnTo>
                    <a:pt x="12169" y="1942"/>
                  </a:lnTo>
                  <a:lnTo>
                    <a:pt x="121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7"/>
            <p:cNvSpPr/>
            <p:nvPr/>
          </p:nvSpPr>
          <p:spPr>
            <a:xfrm>
              <a:off x="1718307" y="4725738"/>
              <a:ext cx="453393" cy="75767"/>
            </a:xfrm>
            <a:custGeom>
              <a:avLst/>
              <a:gdLst/>
              <a:ahLst/>
              <a:cxnLst/>
              <a:rect l="l" t="t" r="r" b="b"/>
              <a:pathLst>
                <a:path w="11621" h="1942" extrusionOk="0">
                  <a:moveTo>
                    <a:pt x="0" y="1"/>
                  </a:moveTo>
                  <a:lnTo>
                    <a:pt x="0" y="1942"/>
                  </a:lnTo>
                  <a:lnTo>
                    <a:pt x="11621" y="1942"/>
                  </a:lnTo>
                  <a:lnTo>
                    <a:pt x="116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7"/>
            <p:cNvSpPr/>
            <p:nvPr/>
          </p:nvSpPr>
          <p:spPr>
            <a:xfrm>
              <a:off x="1536688" y="4850706"/>
              <a:ext cx="635008" cy="75299"/>
            </a:xfrm>
            <a:custGeom>
              <a:avLst/>
              <a:gdLst/>
              <a:ahLst/>
              <a:cxnLst/>
              <a:rect l="l" t="t" r="r" b="b"/>
              <a:pathLst>
                <a:path w="16276" h="1930" extrusionOk="0">
                  <a:moveTo>
                    <a:pt x="0" y="1"/>
                  </a:moveTo>
                  <a:lnTo>
                    <a:pt x="0" y="1930"/>
                  </a:lnTo>
                  <a:lnTo>
                    <a:pt x="16276" y="1930"/>
                  </a:lnTo>
                  <a:lnTo>
                    <a:pt x="1627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6688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22"/>
                                        </p:tgtEl>
                                        <p:attrNameLst>
                                          <p:attrName>style.visibility</p:attrName>
                                        </p:attrNameLst>
                                      </p:cBhvr>
                                      <p:to>
                                        <p:strVal val="visible"/>
                                      </p:to>
                                    </p:set>
                                    <p:animEffect transition="in" filter="barn(inVertical)">
                                      <p:cBhvr>
                                        <p:cTn id="7" dur="500"/>
                                        <p:tgtEl>
                                          <p:spTgt spid="7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25">
                                            <p:txEl>
                                              <p:pRg st="0" end="0"/>
                                            </p:txEl>
                                          </p:spTgt>
                                        </p:tgtEl>
                                        <p:attrNameLst>
                                          <p:attrName>style.visibility</p:attrName>
                                        </p:attrNameLst>
                                      </p:cBhvr>
                                      <p:to>
                                        <p:strVal val="visible"/>
                                      </p:to>
                                    </p:set>
                                    <p:animEffect transition="in" filter="fade">
                                      <p:cBhvr>
                                        <p:cTn id="12" dur="1000"/>
                                        <p:tgtEl>
                                          <p:spTgt spid="725">
                                            <p:txEl>
                                              <p:pRg st="0" end="0"/>
                                            </p:txEl>
                                          </p:spTgt>
                                        </p:tgtEl>
                                      </p:cBhvr>
                                    </p:animEffect>
                                    <p:anim calcmode="lin" valueType="num">
                                      <p:cBhvr>
                                        <p:cTn id="13" dur="1000" fill="hold"/>
                                        <p:tgtEl>
                                          <p:spTgt spid="72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725">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25">
                                            <p:txEl>
                                              <p:pRg st="1" end="1"/>
                                            </p:txEl>
                                          </p:spTgt>
                                        </p:tgtEl>
                                        <p:attrNameLst>
                                          <p:attrName>style.visibility</p:attrName>
                                        </p:attrNameLst>
                                      </p:cBhvr>
                                      <p:to>
                                        <p:strVal val="visible"/>
                                      </p:to>
                                    </p:set>
                                    <p:animEffect transition="in" filter="fade">
                                      <p:cBhvr>
                                        <p:cTn id="17" dur="1000"/>
                                        <p:tgtEl>
                                          <p:spTgt spid="725">
                                            <p:txEl>
                                              <p:pRg st="1" end="1"/>
                                            </p:txEl>
                                          </p:spTgt>
                                        </p:tgtEl>
                                      </p:cBhvr>
                                    </p:animEffect>
                                    <p:anim calcmode="lin" valueType="num">
                                      <p:cBhvr>
                                        <p:cTn id="18" dur="1000" fill="hold"/>
                                        <p:tgtEl>
                                          <p:spTgt spid="725">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2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7">
            <a:extLst>
              <a:ext uri="{FF2B5EF4-FFF2-40B4-BE49-F238E27FC236}">
                <a16:creationId xmlns:a16="http://schemas.microsoft.com/office/drawing/2014/main" id="{D31FC7AB-F883-438A-9F98-8BCBC8CDDA14}"/>
              </a:ext>
            </a:extLst>
          </p:cNvPr>
          <p:cNvSpPr>
            <a:spLocks noGrp="1"/>
          </p:cNvSpPr>
          <p:nvPr>
            <p:ph type="subTitle" idx="1"/>
          </p:nvPr>
        </p:nvSpPr>
        <p:spPr>
          <a:xfrm flipH="1">
            <a:off x="265814" y="202019"/>
            <a:ext cx="8612372" cy="4224356"/>
          </a:xfrm>
        </p:spPr>
        <p:txBody>
          <a:bodyPr/>
          <a:lstStyle/>
          <a:p>
            <a:pPr marL="114300" indent="0" algn="ctr">
              <a:buNone/>
            </a:pPr>
            <a:r>
              <a:rPr lang="en-US" sz="3600" dirty="0"/>
              <a:t>		</a:t>
            </a:r>
            <a:r>
              <a:rPr lang="en-US" sz="3600" dirty="0" err="1"/>
              <a:t>Ví</a:t>
            </a:r>
            <a:r>
              <a:rPr lang="en-US" sz="3600" dirty="0"/>
              <a:t> </a:t>
            </a:r>
            <a:r>
              <a:rPr lang="en-US" sz="3600" dirty="0" err="1"/>
              <a:t>dụ</a:t>
            </a:r>
            <a:endParaRPr lang="en-US" sz="3600" dirty="0"/>
          </a:p>
          <a:p>
            <a:pPr marL="114300" indent="0" algn="ctr">
              <a:buNone/>
            </a:pPr>
            <a:endParaRPr lang="vi-VN" sz="3600" dirty="0"/>
          </a:p>
        </p:txBody>
      </p:sp>
      <p:pic>
        <p:nvPicPr>
          <p:cNvPr id="7" name="Picture 6">
            <a:extLst>
              <a:ext uri="{FF2B5EF4-FFF2-40B4-BE49-F238E27FC236}">
                <a16:creationId xmlns:a16="http://schemas.microsoft.com/office/drawing/2014/main" id="{76DFCD9B-D0EE-4F19-8122-CB2BEB7DE914}"/>
              </a:ext>
            </a:extLst>
          </p:cNvPr>
          <p:cNvPicPr>
            <a:picLocks noChangeAspect="1"/>
          </p:cNvPicPr>
          <p:nvPr/>
        </p:nvPicPr>
        <p:blipFill>
          <a:blip r:embed="rId2"/>
          <a:stretch>
            <a:fillRect/>
          </a:stretch>
        </p:blipFill>
        <p:spPr>
          <a:xfrm>
            <a:off x="496430" y="1131669"/>
            <a:ext cx="4894277" cy="3247616"/>
          </a:xfrm>
          <a:prstGeom prst="rect">
            <a:avLst/>
          </a:prstGeom>
        </p:spPr>
      </p:pic>
      <p:pic>
        <p:nvPicPr>
          <p:cNvPr id="10" name="Picture 9">
            <a:extLst>
              <a:ext uri="{FF2B5EF4-FFF2-40B4-BE49-F238E27FC236}">
                <a16:creationId xmlns:a16="http://schemas.microsoft.com/office/drawing/2014/main" id="{6C5E5875-D82A-42F4-ADB5-3F15D8A87164}"/>
              </a:ext>
            </a:extLst>
          </p:cNvPr>
          <p:cNvPicPr>
            <a:picLocks noChangeAspect="1"/>
          </p:cNvPicPr>
          <p:nvPr/>
        </p:nvPicPr>
        <p:blipFill>
          <a:blip r:embed="rId3"/>
          <a:stretch>
            <a:fillRect/>
          </a:stretch>
        </p:blipFill>
        <p:spPr>
          <a:xfrm>
            <a:off x="5621324" y="1131669"/>
            <a:ext cx="3391270" cy="3247616"/>
          </a:xfrm>
          <a:prstGeom prst="rect">
            <a:avLst/>
          </a:prstGeom>
        </p:spPr>
      </p:pic>
    </p:spTree>
    <p:extLst>
      <p:ext uri="{BB962C8B-B14F-4D97-AF65-F5344CB8AC3E}">
        <p14:creationId xmlns:p14="http://schemas.microsoft.com/office/powerpoint/2010/main" val="217919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arn(inVertical)">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3AA7CA-8516-48BD-B82E-7C714C9042AE}"/>
              </a:ext>
            </a:extLst>
          </p:cNvPr>
          <p:cNvSpPr>
            <a:spLocks noGrp="1"/>
          </p:cNvSpPr>
          <p:nvPr>
            <p:ph type="title"/>
          </p:nvPr>
        </p:nvSpPr>
        <p:spPr/>
        <p:txBody>
          <a:bodyPr/>
          <a:lstStyle/>
          <a:p>
            <a:r>
              <a:rPr lang="en-US" dirty="0" err="1"/>
              <a:t>Phân</a:t>
            </a:r>
            <a:r>
              <a:rPr lang="en-US" dirty="0"/>
              <a:t> </a:t>
            </a:r>
            <a:r>
              <a:rPr lang="en-US" dirty="0" err="1"/>
              <a:t>biệt</a:t>
            </a:r>
            <a:r>
              <a:rPr lang="en-US" dirty="0"/>
              <a:t> while </a:t>
            </a:r>
            <a:r>
              <a:rPr lang="en-US" dirty="0" err="1"/>
              <a:t>và</a:t>
            </a:r>
            <a:r>
              <a:rPr lang="en-US" dirty="0"/>
              <a:t> do…while</a:t>
            </a:r>
            <a:endParaRPr lang="vi-VN" dirty="0"/>
          </a:p>
        </p:txBody>
      </p:sp>
      <p:pic>
        <p:nvPicPr>
          <p:cNvPr id="6" name="Picture 5">
            <a:extLst>
              <a:ext uri="{FF2B5EF4-FFF2-40B4-BE49-F238E27FC236}">
                <a16:creationId xmlns:a16="http://schemas.microsoft.com/office/drawing/2014/main" id="{41DF219D-2740-4C16-B8E2-CB36C0018D82}"/>
              </a:ext>
            </a:extLst>
          </p:cNvPr>
          <p:cNvPicPr>
            <a:picLocks noChangeAspect="1"/>
          </p:cNvPicPr>
          <p:nvPr/>
        </p:nvPicPr>
        <p:blipFill>
          <a:blip r:embed="rId2"/>
          <a:stretch>
            <a:fillRect/>
          </a:stretch>
        </p:blipFill>
        <p:spPr>
          <a:xfrm>
            <a:off x="2381693" y="1542295"/>
            <a:ext cx="4263655" cy="3258005"/>
          </a:xfrm>
          <a:prstGeom prst="rect">
            <a:avLst/>
          </a:prstGeom>
        </p:spPr>
      </p:pic>
    </p:spTree>
    <p:extLst>
      <p:ext uri="{BB962C8B-B14F-4D97-AF65-F5344CB8AC3E}">
        <p14:creationId xmlns:p14="http://schemas.microsoft.com/office/powerpoint/2010/main" val="184683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6365"/>
        <p:cNvGrpSpPr/>
        <p:nvPr/>
      </p:nvGrpSpPr>
      <p:grpSpPr>
        <a:xfrm>
          <a:off x="0" y="0"/>
          <a:ext cx="0" cy="0"/>
          <a:chOff x="0" y="0"/>
          <a:chExt cx="0" cy="0"/>
        </a:xfrm>
      </p:grpSpPr>
      <p:sp>
        <p:nvSpPr>
          <p:cNvPr id="3" name="TextBox 2">
            <a:extLst>
              <a:ext uri="{FF2B5EF4-FFF2-40B4-BE49-F238E27FC236}">
                <a16:creationId xmlns:a16="http://schemas.microsoft.com/office/drawing/2014/main" id="{484E4B08-9BE6-4E7C-B986-98BB236ABAFF}"/>
              </a:ext>
            </a:extLst>
          </p:cNvPr>
          <p:cNvSpPr txBox="1"/>
          <p:nvPr/>
        </p:nvSpPr>
        <p:spPr>
          <a:xfrm>
            <a:off x="350874" y="2156251"/>
            <a:ext cx="8793126" cy="830997"/>
          </a:xfrm>
          <a:prstGeom prst="rect">
            <a:avLst/>
          </a:prstGeom>
          <a:noFill/>
        </p:spPr>
        <p:txBody>
          <a:bodyPr wrap="square" rtlCol="0">
            <a:spAutoFit/>
          </a:bodyPr>
          <a:lstStyle/>
          <a:p>
            <a:r>
              <a:rPr lang="vi-VN" sz="4800" dirty="0">
                <a:solidFill>
                  <a:schemeClr val="bg1"/>
                </a:solidFill>
              </a:rPr>
              <a:t>THANK YOU FOR LISTENING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283</TotalTime>
  <Words>1349</Words>
  <Application>Microsoft Office PowerPoint</Application>
  <PresentationFormat>On-screen Show (16:9)</PresentationFormat>
  <Paragraphs>197</Paragraphs>
  <Slides>36</Slides>
  <Notes>23</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36</vt:i4>
      </vt:variant>
    </vt:vector>
  </HeadingPairs>
  <TitlesOfParts>
    <vt:vector size="55" baseType="lpstr">
      <vt:lpstr>Proxima Nova Semibold</vt:lpstr>
      <vt:lpstr>Anaheim</vt:lpstr>
      <vt:lpstr>Roboto</vt:lpstr>
      <vt:lpstr>Courier New</vt:lpstr>
      <vt:lpstr>Proxima Nova</vt:lpstr>
      <vt:lpstr>Times New Roman</vt:lpstr>
      <vt:lpstr>Calibri</vt:lpstr>
      <vt:lpstr>Overpass Mono</vt:lpstr>
      <vt:lpstr>Barlow Condensed ExtraBold</vt:lpstr>
      <vt:lpstr>Roboto Condensed Light</vt:lpstr>
      <vt:lpstr>SFMono-Regular</vt:lpstr>
      <vt:lpstr>Lucida Sans</vt:lpstr>
      <vt:lpstr>Verdana</vt:lpstr>
      <vt:lpstr>Noto Sans Symbols</vt:lpstr>
      <vt:lpstr>Segoe UI Historic</vt:lpstr>
      <vt:lpstr>Arial</vt:lpstr>
      <vt:lpstr>Open Sans</vt:lpstr>
      <vt:lpstr>Programming Lesson by Slidesgo</vt:lpstr>
      <vt:lpstr>Slidesgo Final Pages</vt:lpstr>
      <vt:lpstr>Ngôn ngữ lập trình C</vt:lpstr>
      <vt:lpstr>Thành viên trong nhóm</vt:lpstr>
      <vt:lpstr>Nội dung</vt:lpstr>
      <vt:lpstr>if else</vt:lpstr>
      <vt:lpstr>Toán tử if</vt:lpstr>
      <vt:lpstr>Ví dụ</vt:lpstr>
      <vt:lpstr>Câu lệnh if đủ: if…else</vt:lpstr>
      <vt:lpstr>Ví dụ</vt:lpstr>
      <vt:lpstr>Câu lệnh if lồng nhau</vt:lpstr>
      <vt:lpstr>Ví dụ</vt:lpstr>
      <vt:lpstr>Toán tử else if</vt:lpstr>
      <vt:lpstr>Ví dụ</vt:lpstr>
      <vt:lpstr>switch case</vt:lpstr>
      <vt:lpstr>Định nghĩa</vt:lpstr>
      <vt:lpstr>Cú pháp</vt:lpstr>
      <vt:lpstr>Sơ đồ khối</vt:lpstr>
      <vt:lpstr>Hoạt động</vt:lpstr>
      <vt:lpstr>PowerPoint Presentation</vt:lpstr>
      <vt:lpstr>Công dụng</vt:lpstr>
      <vt:lpstr>Câu lệnh switch có thể lồng nhau</vt:lpstr>
      <vt:lpstr>So sánh if else &amp; switch case</vt:lpstr>
      <vt:lpstr>PowerPoint Presentation</vt:lpstr>
      <vt:lpstr>for,while &amp; do while </vt:lpstr>
      <vt:lpstr>Sơ đồ khối của vòng lặp</vt:lpstr>
      <vt:lpstr>Định nghĩa</vt:lpstr>
      <vt:lpstr>Cú pháp</vt:lpstr>
      <vt:lpstr>Hoạt động</vt:lpstr>
      <vt:lpstr>PowerPoint Presentation</vt:lpstr>
      <vt:lpstr>Cấu trúc</vt:lpstr>
      <vt:lpstr>Hoạt động</vt:lpstr>
      <vt:lpstr>PowerPoint Presentation</vt:lpstr>
      <vt:lpstr>Cấu trúc</vt:lpstr>
      <vt:lpstr>Hoạt động</vt:lpstr>
      <vt:lpstr>PowerPoint Presentation</vt:lpstr>
      <vt:lpstr>Phân biệt while và do…while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LESSON</dc:title>
  <dc:creator>User</dc:creator>
  <cp:lastModifiedBy>Lại Huy Trường</cp:lastModifiedBy>
  <cp:revision>35</cp:revision>
  <dcterms:modified xsi:type="dcterms:W3CDTF">2022-02-27T14:59:50Z</dcterms:modified>
</cp:coreProperties>
</file>